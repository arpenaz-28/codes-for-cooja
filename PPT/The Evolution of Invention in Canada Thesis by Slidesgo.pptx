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5" r:id="rId4"/>
    <p:sldMasterId id="214748367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y="5143500" cx="9144000"/>
  <p:notesSz cx="6858000" cy="9144000"/>
  <p:embeddedFontLst>
    <p:embeddedFont>
      <p:font typeface="Roboto"/>
      <p:regular r:id="rId43"/>
      <p:bold r:id="rId44"/>
      <p:italic r:id="rId45"/>
      <p:boldItalic r:id="rId46"/>
    </p:embeddedFont>
    <p:embeddedFont>
      <p:font typeface="Proxima Nova"/>
      <p:regular r:id="rId47"/>
      <p:bold r:id="rId48"/>
      <p:italic r:id="rId49"/>
      <p:boldItalic r:id="rId50"/>
    </p:embeddedFont>
    <p:embeddedFont>
      <p:font typeface="Roboto Medium"/>
      <p:regular r:id="rId51"/>
      <p:bold r:id="rId52"/>
      <p:italic r:id="rId53"/>
      <p:boldItalic r:id="rId54"/>
    </p:embeddedFont>
    <p:embeddedFont>
      <p:font typeface="Amatic SC"/>
      <p:regular r:id="rId55"/>
      <p:bold r:id="rId56"/>
    </p:embeddedFont>
    <p:embeddedFont>
      <p:font typeface="Palanquin Dark"/>
      <p:regular r:id="rId57"/>
      <p:bold r:id="rId58"/>
    </p:embeddedFont>
    <p:embeddedFont>
      <p:font typeface="Proxima Nova Semibold"/>
      <p:regular r:id="rId59"/>
      <p:bold r:id="rId60"/>
      <p:boldItalic r:id="rId61"/>
    </p:embeddedFont>
    <p:embeddedFont>
      <p:font typeface="Orbitron"/>
      <p:regular r:id="rId62"/>
      <p:bold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B7C5FA5-025F-4A75-BC27-2797240D234A}">
  <a:tblStyle styleId="{8B7C5FA5-025F-4A75-BC27-2797240D234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font" Target="fonts/Roboto-bold.fntdata"/><Relationship Id="rId43" Type="http://schemas.openxmlformats.org/officeDocument/2006/relationships/font" Target="fonts/Roboto-regular.fntdata"/><Relationship Id="rId46" Type="http://schemas.openxmlformats.org/officeDocument/2006/relationships/font" Target="fonts/Roboto-boldItalic.fntdata"/><Relationship Id="rId45"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ProximaNova-bold.fntdata"/><Relationship Id="rId47" Type="http://schemas.openxmlformats.org/officeDocument/2006/relationships/font" Target="fonts/ProximaNova-regular.fntdata"/><Relationship Id="rId49" Type="http://schemas.openxmlformats.org/officeDocument/2006/relationships/font" Target="fonts/ProximaNova-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Orbitron-regular.fntdata"/><Relationship Id="rId61" Type="http://schemas.openxmlformats.org/officeDocument/2006/relationships/font" Target="fonts/ProximaNovaSemibold-boldItalic.fntdata"/><Relationship Id="rId20" Type="http://schemas.openxmlformats.org/officeDocument/2006/relationships/slide" Target="slides/slide14.xml"/><Relationship Id="rId63" Type="http://schemas.openxmlformats.org/officeDocument/2006/relationships/font" Target="fonts/Orbitron-bold.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ProximaNovaSemibold-bold.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obotoMedium-regular.fntdata"/><Relationship Id="rId50" Type="http://schemas.openxmlformats.org/officeDocument/2006/relationships/font" Target="fonts/ProximaNova-boldItalic.fntdata"/><Relationship Id="rId53" Type="http://schemas.openxmlformats.org/officeDocument/2006/relationships/font" Target="fonts/RobotoMedium-italic.fntdata"/><Relationship Id="rId52" Type="http://schemas.openxmlformats.org/officeDocument/2006/relationships/font" Target="fonts/RobotoMedium-bold.fntdata"/><Relationship Id="rId11" Type="http://schemas.openxmlformats.org/officeDocument/2006/relationships/slide" Target="slides/slide5.xml"/><Relationship Id="rId55" Type="http://schemas.openxmlformats.org/officeDocument/2006/relationships/font" Target="fonts/AmaticSC-regular.fntdata"/><Relationship Id="rId10" Type="http://schemas.openxmlformats.org/officeDocument/2006/relationships/slide" Target="slides/slide4.xml"/><Relationship Id="rId54" Type="http://schemas.openxmlformats.org/officeDocument/2006/relationships/font" Target="fonts/RobotoMedium-boldItalic.fntdata"/><Relationship Id="rId13" Type="http://schemas.openxmlformats.org/officeDocument/2006/relationships/slide" Target="slides/slide7.xml"/><Relationship Id="rId57" Type="http://schemas.openxmlformats.org/officeDocument/2006/relationships/font" Target="fonts/PalanquinDark-regular.fntdata"/><Relationship Id="rId12" Type="http://schemas.openxmlformats.org/officeDocument/2006/relationships/slide" Target="slides/slide6.xml"/><Relationship Id="rId56" Type="http://schemas.openxmlformats.org/officeDocument/2006/relationships/font" Target="fonts/AmaticSC-bold.fntdata"/><Relationship Id="rId15" Type="http://schemas.openxmlformats.org/officeDocument/2006/relationships/slide" Target="slides/slide9.xml"/><Relationship Id="rId59" Type="http://schemas.openxmlformats.org/officeDocument/2006/relationships/font" Target="fonts/ProximaNovaSemibold-regular.fntdata"/><Relationship Id="rId14" Type="http://schemas.openxmlformats.org/officeDocument/2006/relationships/slide" Target="slides/slide8.xml"/><Relationship Id="rId58" Type="http://schemas.openxmlformats.org/officeDocument/2006/relationships/font" Target="fonts/PalanquinDark-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8794a74c9d_0_2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6" name="Google Shape;826;g8794a74c9d_0_2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85cf8b5f36_0_60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8" name="Google Shape;838;g85cf8b5f36_0_60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gc6ac5e8787_1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4" name="Google Shape;844;gc6ac5e8787_1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c6ac5e8787_1_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1" name="Google Shape;861;gc6ac5e8787_1_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gc6ac5e878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7" name="Google Shape;867;gc6ac5e878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10facb75130_0_4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3" name="Google Shape;883;g10facb75130_0_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10facb75130_0_16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0" name="Google Shape;890;g10facb75130_0_16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10facb75130_0_6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4" name="Google Shape;934;g10facb75130_0_6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10facb75130_0_5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8" name="Google Shape;948;g10facb75130_0_5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10facb75130_0_1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9" name="Google Shape;959;g10facb75130_0_1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10facb75130_0_14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5" name="Google Shape;965;g10facb75130_0_1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10facb75130_0_1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1" name="Google Shape;1011;g10facb75130_0_1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g10facb75130_0_1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3" name="Google Shape;1033;g10facb75130_0_1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10facb75130_0_1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6" name="Google Shape;1056;g10facb75130_0_1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g10facb75130_0_10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9" name="Google Shape;1079;g10facb75130_0_10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10facb75130_0_8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5" name="Google Shape;1085;g10facb75130_0_8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g10facb75130_0_9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8" name="Google Shape;1108;g10facb75130_0_9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g10facb75130_0_10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3" name="Google Shape;1113;g10facb75130_0_10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10facb75130_0_10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6" name="Google Shape;1136;g10facb75130_0_10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g10facb75130_0_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2" name="Google Shape;1152;g10facb75130_0_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6" name="Shape 1186"/>
        <p:cNvGrpSpPr/>
        <p:nvPr/>
      </p:nvGrpSpPr>
      <p:grpSpPr>
        <a:xfrm>
          <a:off x="0" y="0"/>
          <a:ext cx="0" cy="0"/>
          <a:chOff x="0" y="0"/>
          <a:chExt cx="0" cy="0"/>
        </a:xfrm>
      </p:grpSpPr>
      <p:sp>
        <p:nvSpPr>
          <p:cNvPr id="1187" name="Google Shape;1187;g10facb75130_0_18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8" name="Google Shape;1188;g10facb75130_0_18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10facb75130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1" name="Google Shape;1211;g10facb75130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5" name="Shape 1215"/>
        <p:cNvGrpSpPr/>
        <p:nvPr/>
      </p:nvGrpSpPr>
      <p:grpSpPr>
        <a:xfrm>
          <a:off x="0" y="0"/>
          <a:ext cx="0" cy="0"/>
          <a:chOff x="0" y="0"/>
          <a:chExt cx="0" cy="0"/>
        </a:xfrm>
      </p:grpSpPr>
      <p:sp>
        <p:nvSpPr>
          <p:cNvPr id="1216" name="Google Shape;1216;g10facb75130_0_18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7" name="Google Shape;1217;g10facb75130_0_18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1" name="Shape 1241"/>
        <p:cNvGrpSpPr/>
        <p:nvPr/>
      </p:nvGrpSpPr>
      <p:grpSpPr>
        <a:xfrm>
          <a:off x="0" y="0"/>
          <a:ext cx="0" cy="0"/>
          <a:chOff x="0" y="0"/>
          <a:chExt cx="0" cy="0"/>
        </a:xfrm>
      </p:grpSpPr>
      <p:sp>
        <p:nvSpPr>
          <p:cNvPr id="1242" name="Google Shape;1242;g10facb75130_0_230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3" name="Google Shape;1243;g10facb75130_0_230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g10facb75130_0_230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9" name="Google Shape;1319;g10facb75130_0_230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3" name="Shape 1323"/>
        <p:cNvGrpSpPr/>
        <p:nvPr/>
      </p:nvGrpSpPr>
      <p:grpSpPr>
        <a:xfrm>
          <a:off x="0" y="0"/>
          <a:ext cx="0" cy="0"/>
          <a:chOff x="0" y="0"/>
          <a:chExt cx="0" cy="0"/>
        </a:xfrm>
      </p:grpSpPr>
      <p:sp>
        <p:nvSpPr>
          <p:cNvPr id="1324" name="Google Shape;1324;g10facb75130_0_137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5" name="Google Shape;1325;g10facb75130_0_137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0" name="Shape 1330"/>
        <p:cNvGrpSpPr/>
        <p:nvPr/>
      </p:nvGrpSpPr>
      <p:grpSpPr>
        <a:xfrm>
          <a:off x="0" y="0"/>
          <a:ext cx="0" cy="0"/>
          <a:chOff x="0" y="0"/>
          <a:chExt cx="0" cy="0"/>
        </a:xfrm>
      </p:grpSpPr>
      <p:sp>
        <p:nvSpPr>
          <p:cNvPr id="1331" name="Google Shape;1331;g10facb75130_0_137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2" name="Google Shape;1332;g10facb75130_0_137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7" name="Shape 1337"/>
        <p:cNvGrpSpPr/>
        <p:nvPr/>
      </p:nvGrpSpPr>
      <p:grpSpPr>
        <a:xfrm>
          <a:off x="0" y="0"/>
          <a:ext cx="0" cy="0"/>
          <a:chOff x="0" y="0"/>
          <a:chExt cx="0" cy="0"/>
        </a:xfrm>
      </p:grpSpPr>
      <p:sp>
        <p:nvSpPr>
          <p:cNvPr id="1338" name="Google Shape;1338;g10facb75130_0_138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9" name="Google Shape;1339;g10facb75130_0_138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8" name="Shape 1358"/>
        <p:cNvGrpSpPr/>
        <p:nvPr/>
      </p:nvGrpSpPr>
      <p:grpSpPr>
        <a:xfrm>
          <a:off x="0" y="0"/>
          <a:ext cx="0" cy="0"/>
          <a:chOff x="0" y="0"/>
          <a:chExt cx="0" cy="0"/>
        </a:xfrm>
      </p:grpSpPr>
      <p:sp>
        <p:nvSpPr>
          <p:cNvPr id="1359" name="Google Shape;1359;g10facb75130_0_138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0" name="Google Shape;1360;g10facb75130_0_138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4" name="Shape 1374"/>
        <p:cNvGrpSpPr/>
        <p:nvPr/>
      </p:nvGrpSpPr>
      <p:grpSpPr>
        <a:xfrm>
          <a:off x="0" y="0"/>
          <a:ext cx="0" cy="0"/>
          <a:chOff x="0" y="0"/>
          <a:chExt cx="0" cy="0"/>
        </a:xfrm>
      </p:grpSpPr>
      <p:sp>
        <p:nvSpPr>
          <p:cNvPr id="1375" name="Google Shape;1375;g10facb75130_0_138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6" name="Google Shape;1376;g10facb75130_0_138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3" name="Shape 1713"/>
        <p:cNvGrpSpPr/>
        <p:nvPr/>
      </p:nvGrpSpPr>
      <p:grpSpPr>
        <a:xfrm>
          <a:off x="0" y="0"/>
          <a:ext cx="0" cy="0"/>
          <a:chOff x="0" y="0"/>
          <a:chExt cx="0" cy="0"/>
        </a:xfrm>
      </p:grpSpPr>
      <p:sp>
        <p:nvSpPr>
          <p:cNvPr id="1714" name="Google Shape;1714;g10facb75130_0_14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5" name="Google Shape;1715;g10facb75130_0_14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0" name="Shape 4500"/>
        <p:cNvGrpSpPr/>
        <p:nvPr/>
      </p:nvGrpSpPr>
      <p:grpSpPr>
        <a:xfrm>
          <a:off x="0" y="0"/>
          <a:ext cx="0" cy="0"/>
          <a:chOff x="0" y="0"/>
          <a:chExt cx="0" cy="0"/>
        </a:xfrm>
      </p:grpSpPr>
      <p:sp>
        <p:nvSpPr>
          <p:cNvPr id="4501" name="Google Shape;4501;g10facb75130_0_169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2" name="Google Shape;4502;g10facb75130_0_169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9" name="Shape 4919"/>
        <p:cNvGrpSpPr/>
        <p:nvPr/>
      </p:nvGrpSpPr>
      <p:grpSpPr>
        <a:xfrm>
          <a:off x="0" y="0"/>
          <a:ext cx="0" cy="0"/>
          <a:chOff x="0" y="0"/>
          <a:chExt cx="0" cy="0"/>
        </a:xfrm>
      </p:grpSpPr>
      <p:sp>
        <p:nvSpPr>
          <p:cNvPr id="4920" name="Google Shape;4920;g10facb75130_0_17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1" name="Google Shape;4921;g10facb75130_0_17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9" name="Shape 5089"/>
        <p:cNvGrpSpPr/>
        <p:nvPr/>
      </p:nvGrpSpPr>
      <p:grpSpPr>
        <a:xfrm>
          <a:off x="0" y="0"/>
          <a:ext cx="0" cy="0"/>
          <a:chOff x="0" y="0"/>
          <a:chExt cx="0" cy="0"/>
        </a:xfrm>
      </p:grpSpPr>
      <p:sp>
        <p:nvSpPr>
          <p:cNvPr id="5090" name="Google Shape;5090;g10facb75130_0_175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1" name="Google Shape;5091;g10facb75130_0_175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4" name="Shape 5494"/>
        <p:cNvGrpSpPr/>
        <p:nvPr/>
      </p:nvGrpSpPr>
      <p:grpSpPr>
        <a:xfrm>
          <a:off x="0" y="0"/>
          <a:ext cx="0" cy="0"/>
          <a:chOff x="0" y="0"/>
          <a:chExt cx="0" cy="0"/>
        </a:xfrm>
      </p:grpSpPr>
      <p:sp>
        <p:nvSpPr>
          <p:cNvPr id="5495" name="Google Shape;5495;g10facb75130_0_179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6" name="Google Shape;5496;g10facb75130_0_179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4" name="Shape 5874"/>
        <p:cNvGrpSpPr/>
        <p:nvPr/>
      </p:nvGrpSpPr>
      <p:grpSpPr>
        <a:xfrm>
          <a:off x="0" y="0"/>
          <a:ext cx="0" cy="0"/>
          <a:chOff x="0" y="0"/>
          <a:chExt cx="0" cy="0"/>
        </a:xfrm>
      </p:grpSpPr>
      <p:sp>
        <p:nvSpPr>
          <p:cNvPr id="5875" name="Google Shape;5875;g10facb75130_0_230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6" name="Google Shape;5876;g10facb75130_0_230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1901322" y="-611430"/>
            <a:ext cx="4544211" cy="4516379"/>
            <a:chOff x="-1901322" y="-611430"/>
            <a:chExt cx="4544211" cy="4516379"/>
          </a:xfrm>
        </p:grpSpPr>
        <p:sp>
          <p:nvSpPr>
            <p:cNvPr id="10" name="Google Shape;10;p2"/>
            <p:cNvSpPr/>
            <p:nvPr/>
          </p:nvSpPr>
          <p:spPr>
            <a:xfrm>
              <a:off x="-1901322" y="1923004"/>
              <a:ext cx="2552990" cy="1507257"/>
            </a:xfrm>
            <a:custGeom>
              <a:rect b="b" l="l" r="r" t="t"/>
              <a:pathLst>
                <a:path extrusionOk="0" h="10160" w="17209">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929521" y="-366300"/>
              <a:ext cx="3031815" cy="2004573"/>
            </a:xfrm>
            <a:custGeom>
              <a:rect b="b" l="l" r="r" t="t"/>
              <a:pathLst>
                <a:path extrusionOk="0" h="15904" w="24054">
                  <a:moveTo>
                    <a:pt x="17228" y="0"/>
                  </a:moveTo>
                  <a:lnTo>
                    <a:pt x="9955" y="7274"/>
                  </a:lnTo>
                  <a:lnTo>
                    <a:pt x="6725" y="7274"/>
                  </a:lnTo>
                  <a:lnTo>
                    <a:pt x="2610" y="11384"/>
                  </a:lnTo>
                  <a:lnTo>
                    <a:pt x="2610" y="13298"/>
                  </a:lnTo>
                  <a:lnTo>
                    <a:pt x="0" y="15904"/>
                  </a:lnTo>
                  <a:lnTo>
                    <a:pt x="7093" y="15904"/>
                  </a:lnTo>
                  <a:lnTo>
                    <a:pt x="12993" y="10003"/>
                  </a:lnTo>
                  <a:lnTo>
                    <a:pt x="15207" y="10003"/>
                  </a:lnTo>
                  <a:lnTo>
                    <a:pt x="19494" y="5716"/>
                  </a:lnTo>
                  <a:lnTo>
                    <a:pt x="19494" y="4560"/>
                  </a:lnTo>
                  <a:lnTo>
                    <a:pt x="2405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 name="Google Shape;12;p2"/>
            <p:cNvGrpSpPr/>
            <p:nvPr/>
          </p:nvGrpSpPr>
          <p:grpSpPr>
            <a:xfrm>
              <a:off x="1841214" y="348501"/>
              <a:ext cx="801675" cy="397824"/>
              <a:chOff x="1622300" y="2291700"/>
              <a:chExt cx="118800" cy="58950"/>
            </a:xfrm>
          </p:grpSpPr>
          <p:sp>
            <p:nvSpPr>
              <p:cNvPr id="13" name="Google Shape;13;p2"/>
              <p:cNvSpPr/>
              <p:nvPr/>
            </p:nvSpPr>
            <p:spPr>
              <a:xfrm>
                <a:off x="1672825" y="2291800"/>
                <a:ext cx="17950" cy="17825"/>
              </a:xfrm>
              <a:custGeom>
                <a:rect b="b" l="l" r="r" t="t"/>
                <a:pathLst>
                  <a:path extrusionOk="0" h="713" w="718">
                    <a:moveTo>
                      <a:pt x="101" y="0"/>
                    </a:moveTo>
                    <a:lnTo>
                      <a:pt x="1" y="96"/>
                    </a:lnTo>
                    <a:lnTo>
                      <a:pt x="621" y="713"/>
                    </a:lnTo>
                    <a:lnTo>
                      <a:pt x="717" y="617"/>
                    </a:lnTo>
                    <a:lnTo>
                      <a:pt x="1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1672825" y="2291700"/>
                <a:ext cx="17950" cy="17925"/>
              </a:xfrm>
              <a:custGeom>
                <a:rect b="b" l="l" r="r" t="t"/>
                <a:pathLst>
                  <a:path extrusionOk="0" h="717" w="718">
                    <a:moveTo>
                      <a:pt x="621" y="0"/>
                    </a:moveTo>
                    <a:lnTo>
                      <a:pt x="1" y="621"/>
                    </a:lnTo>
                    <a:lnTo>
                      <a:pt x="101" y="717"/>
                    </a:lnTo>
                    <a:lnTo>
                      <a:pt x="717" y="100"/>
                    </a:lnTo>
                    <a:lnTo>
                      <a:pt x="62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1723150" y="2291700"/>
                <a:ext cx="17950" cy="17925"/>
              </a:xfrm>
              <a:custGeom>
                <a:rect b="b" l="l" r="r" t="t"/>
                <a:pathLst>
                  <a:path extrusionOk="0" h="717" w="718">
                    <a:moveTo>
                      <a:pt x="97" y="0"/>
                    </a:moveTo>
                    <a:lnTo>
                      <a:pt x="1" y="100"/>
                    </a:lnTo>
                    <a:lnTo>
                      <a:pt x="617" y="717"/>
                    </a:lnTo>
                    <a:lnTo>
                      <a:pt x="718" y="621"/>
                    </a:lnTo>
                    <a:lnTo>
                      <a:pt x="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1723150" y="2291700"/>
                <a:ext cx="17950" cy="17925"/>
              </a:xfrm>
              <a:custGeom>
                <a:rect b="b" l="l" r="r" t="t"/>
                <a:pathLst>
                  <a:path extrusionOk="0" h="717" w="718">
                    <a:moveTo>
                      <a:pt x="617" y="0"/>
                    </a:moveTo>
                    <a:lnTo>
                      <a:pt x="1" y="621"/>
                    </a:lnTo>
                    <a:lnTo>
                      <a:pt x="101" y="717"/>
                    </a:lnTo>
                    <a:lnTo>
                      <a:pt x="718" y="100"/>
                    </a:lnTo>
                    <a:lnTo>
                      <a:pt x="61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1622300" y="2332725"/>
                <a:ext cx="17825" cy="17925"/>
              </a:xfrm>
              <a:custGeom>
                <a:rect b="b" l="l" r="r" t="t"/>
                <a:pathLst>
                  <a:path extrusionOk="0" h="717" w="713">
                    <a:moveTo>
                      <a:pt x="96" y="0"/>
                    </a:moveTo>
                    <a:lnTo>
                      <a:pt x="0" y="96"/>
                    </a:lnTo>
                    <a:lnTo>
                      <a:pt x="617" y="717"/>
                    </a:lnTo>
                    <a:lnTo>
                      <a:pt x="713" y="617"/>
                    </a:lnTo>
                    <a:lnTo>
                      <a:pt x="9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1622300" y="2332725"/>
                <a:ext cx="17825" cy="17925"/>
              </a:xfrm>
              <a:custGeom>
                <a:rect b="b" l="l" r="r" t="t"/>
                <a:pathLst>
                  <a:path extrusionOk="0" h="717" w="713">
                    <a:moveTo>
                      <a:pt x="617" y="0"/>
                    </a:moveTo>
                    <a:lnTo>
                      <a:pt x="0" y="617"/>
                    </a:lnTo>
                    <a:lnTo>
                      <a:pt x="96" y="717"/>
                    </a:lnTo>
                    <a:lnTo>
                      <a:pt x="713" y="96"/>
                    </a:lnTo>
                    <a:lnTo>
                      <a:pt x="61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1672525" y="2332625"/>
                <a:ext cx="17950" cy="17925"/>
              </a:xfrm>
              <a:custGeom>
                <a:rect b="b" l="l" r="r" t="t"/>
                <a:pathLst>
                  <a:path extrusionOk="0" h="717" w="718">
                    <a:moveTo>
                      <a:pt x="101" y="0"/>
                    </a:moveTo>
                    <a:lnTo>
                      <a:pt x="1" y="100"/>
                    </a:lnTo>
                    <a:lnTo>
                      <a:pt x="621" y="717"/>
                    </a:lnTo>
                    <a:lnTo>
                      <a:pt x="717" y="621"/>
                    </a:lnTo>
                    <a:lnTo>
                      <a:pt x="1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672525" y="2332725"/>
                <a:ext cx="17950" cy="17925"/>
              </a:xfrm>
              <a:custGeom>
                <a:rect b="b" l="l" r="r" t="t"/>
                <a:pathLst>
                  <a:path extrusionOk="0" h="717" w="718">
                    <a:moveTo>
                      <a:pt x="621" y="0"/>
                    </a:moveTo>
                    <a:lnTo>
                      <a:pt x="1" y="617"/>
                    </a:lnTo>
                    <a:lnTo>
                      <a:pt x="101" y="717"/>
                    </a:lnTo>
                    <a:lnTo>
                      <a:pt x="717" y="96"/>
                    </a:lnTo>
                    <a:lnTo>
                      <a:pt x="62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 name="Google Shape;21;p2"/>
            <p:cNvGrpSpPr/>
            <p:nvPr/>
          </p:nvGrpSpPr>
          <p:grpSpPr>
            <a:xfrm>
              <a:off x="-484614" y="-611430"/>
              <a:ext cx="3127481" cy="4516379"/>
              <a:chOff x="278245" y="-184325"/>
              <a:chExt cx="2358228" cy="3405504"/>
            </a:xfrm>
          </p:grpSpPr>
          <p:grpSp>
            <p:nvGrpSpPr>
              <p:cNvPr id="22" name="Google Shape;22;p2"/>
              <p:cNvGrpSpPr/>
              <p:nvPr/>
            </p:nvGrpSpPr>
            <p:grpSpPr>
              <a:xfrm>
                <a:off x="278245" y="-184325"/>
                <a:ext cx="2358228" cy="3336759"/>
                <a:chOff x="1181475" y="2041825"/>
                <a:chExt cx="620325" cy="877725"/>
              </a:xfrm>
            </p:grpSpPr>
            <p:sp>
              <p:nvSpPr>
                <p:cNvPr id="23" name="Google Shape;23;p2"/>
                <p:cNvSpPr/>
                <p:nvPr/>
              </p:nvSpPr>
              <p:spPr>
                <a:xfrm>
                  <a:off x="1185375" y="2377350"/>
                  <a:ext cx="119525" cy="119500"/>
                </a:xfrm>
                <a:custGeom>
                  <a:rect b="b" l="l" r="r" t="t"/>
                  <a:pathLst>
                    <a:path extrusionOk="0" h="4780" w="4781">
                      <a:moveTo>
                        <a:pt x="4780" y="0"/>
                      </a:moveTo>
                      <a:lnTo>
                        <a:pt x="2390" y="2390"/>
                      </a:lnTo>
                      <a:lnTo>
                        <a:pt x="1" y="4780"/>
                      </a:lnTo>
                      <a:lnTo>
                        <a:pt x="1362" y="4780"/>
                      </a:lnTo>
                      <a:lnTo>
                        <a:pt x="3071" y="3071"/>
                      </a:lnTo>
                      <a:lnTo>
                        <a:pt x="4780" y="1361"/>
                      </a:lnTo>
                      <a:lnTo>
                        <a:pt x="478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1767500" y="2041825"/>
                  <a:ext cx="34300" cy="29425"/>
                </a:xfrm>
                <a:custGeom>
                  <a:rect b="b" l="l" r="r" t="t"/>
                  <a:pathLst>
                    <a:path extrusionOk="0" h="1177" w="1372">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1181475" y="2060725"/>
                  <a:ext cx="600250" cy="858825"/>
                </a:xfrm>
                <a:custGeom>
                  <a:rect b="b" l="l" r="r" t="t"/>
                  <a:pathLst>
                    <a:path extrusionOk="0" h="34353" w="24010">
                      <a:moveTo>
                        <a:pt x="23789" y="1"/>
                      </a:moveTo>
                      <a:lnTo>
                        <a:pt x="15584" y="8210"/>
                      </a:lnTo>
                      <a:lnTo>
                        <a:pt x="9043" y="8210"/>
                      </a:lnTo>
                      <a:lnTo>
                        <a:pt x="8995" y="8254"/>
                      </a:lnTo>
                      <a:lnTo>
                        <a:pt x="1" y="17249"/>
                      </a:lnTo>
                      <a:lnTo>
                        <a:pt x="1" y="20091"/>
                      </a:lnTo>
                      <a:lnTo>
                        <a:pt x="5493" y="25583"/>
                      </a:lnTo>
                      <a:lnTo>
                        <a:pt x="5493" y="30098"/>
                      </a:lnTo>
                      <a:lnTo>
                        <a:pt x="1458" y="34137"/>
                      </a:lnTo>
                      <a:lnTo>
                        <a:pt x="1678" y="34353"/>
                      </a:lnTo>
                      <a:lnTo>
                        <a:pt x="5805" y="30226"/>
                      </a:lnTo>
                      <a:lnTo>
                        <a:pt x="5805" y="25454"/>
                      </a:lnTo>
                      <a:lnTo>
                        <a:pt x="313" y="19963"/>
                      </a:lnTo>
                      <a:lnTo>
                        <a:pt x="313" y="17377"/>
                      </a:lnTo>
                      <a:lnTo>
                        <a:pt x="9171" y="8519"/>
                      </a:lnTo>
                      <a:lnTo>
                        <a:pt x="15712" y="8519"/>
                      </a:lnTo>
                      <a:lnTo>
                        <a:pt x="15756" y="8475"/>
                      </a:lnTo>
                      <a:lnTo>
                        <a:pt x="24010" y="221"/>
                      </a:lnTo>
                      <a:lnTo>
                        <a:pt x="2378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1260925" y="2268575"/>
                  <a:ext cx="243200" cy="370575"/>
                </a:xfrm>
                <a:custGeom>
                  <a:rect b="b" l="l" r="r" t="t"/>
                  <a:pathLst>
                    <a:path extrusionOk="0" h="14823" w="9728">
                      <a:moveTo>
                        <a:pt x="9640" y="0"/>
                      </a:moveTo>
                      <a:lnTo>
                        <a:pt x="4148" y="5492"/>
                      </a:lnTo>
                      <a:lnTo>
                        <a:pt x="4148" y="10588"/>
                      </a:lnTo>
                      <a:lnTo>
                        <a:pt x="1" y="14735"/>
                      </a:lnTo>
                      <a:lnTo>
                        <a:pt x="89" y="14823"/>
                      </a:lnTo>
                      <a:lnTo>
                        <a:pt x="4272" y="10640"/>
                      </a:lnTo>
                      <a:lnTo>
                        <a:pt x="4272" y="5544"/>
                      </a:lnTo>
                      <a:lnTo>
                        <a:pt x="9728" y="88"/>
                      </a:lnTo>
                      <a:lnTo>
                        <a:pt x="964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1194400" y="2571875"/>
                  <a:ext cx="129400" cy="204375"/>
                </a:xfrm>
                <a:custGeom>
                  <a:rect b="b" l="l" r="r" t="t"/>
                  <a:pathLst>
                    <a:path extrusionOk="0" h="8175" w="5176">
                      <a:moveTo>
                        <a:pt x="0" y="1"/>
                      </a:moveTo>
                      <a:lnTo>
                        <a:pt x="0" y="3087"/>
                      </a:lnTo>
                      <a:lnTo>
                        <a:pt x="5088" y="8175"/>
                      </a:lnTo>
                      <a:lnTo>
                        <a:pt x="5176" y="8087"/>
                      </a:lnTo>
                      <a:lnTo>
                        <a:pt x="124" y="3035"/>
                      </a:lnTo>
                      <a:lnTo>
                        <a:pt x="1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2"/>
              <p:cNvSpPr/>
              <p:nvPr/>
            </p:nvSpPr>
            <p:spPr>
              <a:xfrm>
                <a:off x="336260" y="3109317"/>
                <a:ext cx="130395" cy="111862"/>
              </a:xfrm>
              <a:custGeom>
                <a:rect b="b" l="l" r="r" t="t"/>
                <a:pathLst>
                  <a:path extrusionOk="0" h="1177" w="1372">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634700" y="-1073869"/>
            <a:ext cx="7542166" cy="7636641"/>
            <a:chOff x="5482300" y="-1150069"/>
            <a:chExt cx="7542166" cy="7636641"/>
          </a:xfrm>
        </p:grpSpPr>
        <p:sp>
          <p:nvSpPr>
            <p:cNvPr id="30" name="Google Shape;30;p2"/>
            <p:cNvSpPr/>
            <p:nvPr/>
          </p:nvSpPr>
          <p:spPr>
            <a:xfrm flipH="1" rot="10800000">
              <a:off x="6369828" y="-1150069"/>
              <a:ext cx="6654639" cy="7636641"/>
            </a:xfrm>
            <a:custGeom>
              <a:rect b="b" l="l" r="r" t="t"/>
              <a:pathLst>
                <a:path extrusionOk="0" h="82432" w="71832">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 name="Google Shape;31;p2"/>
            <p:cNvGrpSpPr/>
            <p:nvPr/>
          </p:nvGrpSpPr>
          <p:grpSpPr>
            <a:xfrm flipH="1" rot="10800000">
              <a:off x="6016263" y="1621720"/>
              <a:ext cx="2553081" cy="3705670"/>
              <a:chOff x="6769513" y="299393"/>
              <a:chExt cx="1308620" cy="1899525"/>
            </a:xfrm>
          </p:grpSpPr>
          <p:sp>
            <p:nvSpPr>
              <p:cNvPr id="32" name="Google Shape;32;p2"/>
              <p:cNvSpPr/>
              <p:nvPr/>
            </p:nvSpPr>
            <p:spPr>
              <a:xfrm>
                <a:off x="7817889" y="1007055"/>
                <a:ext cx="252070" cy="252070"/>
              </a:xfrm>
              <a:custGeom>
                <a:rect b="b" l="l" r="r" t="t"/>
                <a:pathLst>
                  <a:path extrusionOk="0" h="4564" w="4564">
                    <a:moveTo>
                      <a:pt x="0" y="1"/>
                    </a:moveTo>
                    <a:lnTo>
                      <a:pt x="0" y="1302"/>
                    </a:lnTo>
                    <a:lnTo>
                      <a:pt x="1629" y="2931"/>
                    </a:lnTo>
                    <a:lnTo>
                      <a:pt x="3263" y="4564"/>
                    </a:lnTo>
                    <a:lnTo>
                      <a:pt x="4563" y="4564"/>
                    </a:lnTo>
                    <a:lnTo>
                      <a:pt x="2282" y="2282"/>
                    </a:ln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7983027" y="2137006"/>
                <a:ext cx="72351" cy="61913"/>
              </a:xfrm>
              <a:custGeom>
                <a:rect b="b" l="l" r="r" t="t"/>
                <a:pathLst>
                  <a:path extrusionOk="0" h="1121" w="131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6769513" y="299393"/>
                <a:ext cx="61968" cy="61747"/>
              </a:xfrm>
              <a:custGeom>
                <a:rect b="b" l="l" r="r" t="t"/>
                <a:pathLst>
                  <a:path extrusionOk="0" h="1118" w="1122">
                    <a:moveTo>
                      <a:pt x="561" y="293"/>
                    </a:moveTo>
                    <a:cubicBezTo>
                      <a:pt x="705" y="293"/>
                      <a:pt x="825" y="413"/>
                      <a:pt x="825" y="557"/>
                    </a:cubicBezTo>
                    <a:cubicBezTo>
                      <a:pt x="825" y="705"/>
                      <a:pt x="705" y="821"/>
                      <a:pt x="561" y="821"/>
                    </a:cubicBezTo>
                    <a:cubicBezTo>
                      <a:pt x="417" y="821"/>
                      <a:pt x="297" y="705"/>
                      <a:pt x="297" y="557"/>
                    </a:cubicBezTo>
                    <a:cubicBezTo>
                      <a:pt x="297" y="413"/>
                      <a:pt x="417" y="293"/>
                      <a:pt x="561" y="293"/>
                    </a:cubicBezTo>
                    <a:close/>
                    <a:moveTo>
                      <a:pt x="554" y="1"/>
                    </a:moveTo>
                    <a:cubicBezTo>
                      <a:pt x="249" y="1"/>
                      <a:pt x="1" y="251"/>
                      <a:pt x="1" y="557"/>
                    </a:cubicBezTo>
                    <a:cubicBezTo>
                      <a:pt x="1" y="865"/>
                      <a:pt x="253" y="1117"/>
                      <a:pt x="561" y="1117"/>
                    </a:cubicBezTo>
                    <a:cubicBezTo>
                      <a:pt x="869" y="1117"/>
                      <a:pt x="1122" y="865"/>
                      <a:pt x="1122" y="557"/>
                    </a:cubicBezTo>
                    <a:cubicBezTo>
                      <a:pt x="1122" y="249"/>
                      <a:pt x="869" y="1"/>
                      <a:pt x="561" y="1"/>
                    </a:cubicBezTo>
                    <a:cubicBezTo>
                      <a:pt x="559" y="1"/>
                      <a:pt x="556" y="1"/>
                      <a:pt x="5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6811985" y="339214"/>
                <a:ext cx="1266148" cy="1811765"/>
              </a:xfrm>
              <a:custGeom>
                <a:rect b="b" l="l" r="r" t="t"/>
                <a:pathLst>
                  <a:path extrusionOk="0" h="32804" w="22925">
                    <a:moveTo>
                      <a:pt x="208" y="0"/>
                    </a:moveTo>
                    <a:lnTo>
                      <a:pt x="0" y="208"/>
                    </a:lnTo>
                    <a:lnTo>
                      <a:pt x="7878" y="8090"/>
                    </a:lnTo>
                    <a:lnTo>
                      <a:pt x="7922" y="8134"/>
                    </a:lnTo>
                    <a:lnTo>
                      <a:pt x="14170" y="8134"/>
                    </a:lnTo>
                    <a:lnTo>
                      <a:pt x="22628" y="16592"/>
                    </a:lnTo>
                    <a:lnTo>
                      <a:pt x="22628" y="19058"/>
                    </a:lnTo>
                    <a:lnTo>
                      <a:pt x="17385" y="24301"/>
                    </a:lnTo>
                    <a:lnTo>
                      <a:pt x="17385" y="28860"/>
                    </a:lnTo>
                    <a:lnTo>
                      <a:pt x="21323" y="32803"/>
                    </a:lnTo>
                    <a:lnTo>
                      <a:pt x="21532" y="32595"/>
                    </a:lnTo>
                    <a:lnTo>
                      <a:pt x="17681" y="28740"/>
                    </a:lnTo>
                    <a:lnTo>
                      <a:pt x="17681" y="24425"/>
                    </a:lnTo>
                    <a:lnTo>
                      <a:pt x="22925" y="19182"/>
                    </a:lnTo>
                    <a:lnTo>
                      <a:pt x="22925" y="16468"/>
                    </a:lnTo>
                    <a:lnTo>
                      <a:pt x="14334" y="7878"/>
                    </a:lnTo>
                    <a:lnTo>
                      <a:pt x="14290" y="7838"/>
                    </a:lnTo>
                    <a:lnTo>
                      <a:pt x="8046" y="7838"/>
                    </a:lnTo>
                    <a:lnTo>
                      <a:pt x="2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7397589" y="777575"/>
                <a:ext cx="512976" cy="781781"/>
              </a:xfrm>
              <a:custGeom>
                <a:rect b="b" l="l" r="r" t="t"/>
                <a:pathLst>
                  <a:path extrusionOk="0" h="14155" w="9288">
                    <a:moveTo>
                      <a:pt x="81" y="1"/>
                    </a:moveTo>
                    <a:lnTo>
                      <a:pt x="1" y="85"/>
                    </a:lnTo>
                    <a:lnTo>
                      <a:pt x="5209" y="5292"/>
                    </a:lnTo>
                    <a:lnTo>
                      <a:pt x="5209" y="10160"/>
                    </a:lnTo>
                    <a:lnTo>
                      <a:pt x="9203" y="14155"/>
                    </a:lnTo>
                    <a:lnTo>
                      <a:pt x="9287" y="14071"/>
                    </a:lnTo>
                    <a:lnTo>
                      <a:pt x="5325" y="10108"/>
                    </a:lnTo>
                    <a:lnTo>
                      <a:pt x="5325" y="5244"/>
                    </a:lnTo>
                    <a:lnTo>
                      <a:pt x="8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7777847" y="1417359"/>
                <a:ext cx="273112" cy="431181"/>
              </a:xfrm>
              <a:custGeom>
                <a:rect b="b" l="l" r="r" t="t"/>
                <a:pathLst>
                  <a:path extrusionOk="0" h="7807" w="4945">
                    <a:moveTo>
                      <a:pt x="4824" y="1"/>
                    </a:moveTo>
                    <a:lnTo>
                      <a:pt x="4824" y="2899"/>
                    </a:lnTo>
                    <a:lnTo>
                      <a:pt x="1" y="7722"/>
                    </a:lnTo>
                    <a:lnTo>
                      <a:pt x="85" y="7806"/>
                    </a:lnTo>
                    <a:lnTo>
                      <a:pt x="4944" y="2951"/>
                    </a:lnTo>
                    <a:lnTo>
                      <a:pt x="494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 name="Google Shape;38;p2"/>
            <p:cNvSpPr/>
            <p:nvPr/>
          </p:nvSpPr>
          <p:spPr>
            <a:xfrm flipH="1" rot="10800000">
              <a:off x="8322117" y="3604890"/>
              <a:ext cx="1464987" cy="2586938"/>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2"/>
            <p:cNvGrpSpPr/>
            <p:nvPr/>
          </p:nvGrpSpPr>
          <p:grpSpPr>
            <a:xfrm flipH="1">
              <a:off x="5482300" y="4423789"/>
              <a:ext cx="827314" cy="410158"/>
              <a:chOff x="5989375" y="1843575"/>
              <a:chExt cx="136525" cy="67675"/>
            </a:xfrm>
          </p:grpSpPr>
          <p:sp>
            <p:nvSpPr>
              <p:cNvPr id="40" name="Google Shape;40;p2"/>
              <p:cNvSpPr/>
              <p:nvPr/>
            </p:nvSpPr>
            <p:spPr>
              <a:xfrm>
                <a:off x="6047225" y="1843575"/>
                <a:ext cx="20525" cy="20550"/>
              </a:xfrm>
              <a:custGeom>
                <a:rect b="b" l="l" r="r" t="t"/>
                <a:pathLst>
                  <a:path extrusionOk="0" h="822" w="821">
                    <a:moveTo>
                      <a:pt x="709" y="0"/>
                    </a:moveTo>
                    <a:lnTo>
                      <a:pt x="0" y="709"/>
                    </a:lnTo>
                    <a:lnTo>
                      <a:pt x="112" y="821"/>
                    </a:lnTo>
                    <a:lnTo>
                      <a:pt x="821" y="113"/>
                    </a:lnTo>
                    <a:lnTo>
                      <a:pt x="70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6047225" y="1843575"/>
                <a:ext cx="20525" cy="20550"/>
              </a:xfrm>
              <a:custGeom>
                <a:rect b="b" l="l" r="r" t="t"/>
                <a:pathLst>
                  <a:path extrusionOk="0" h="822" w="821">
                    <a:moveTo>
                      <a:pt x="112" y="0"/>
                    </a:moveTo>
                    <a:lnTo>
                      <a:pt x="0" y="113"/>
                    </a:lnTo>
                    <a:lnTo>
                      <a:pt x="709" y="821"/>
                    </a:lnTo>
                    <a:lnTo>
                      <a:pt x="821" y="709"/>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989475" y="1843675"/>
                <a:ext cx="20650" cy="20550"/>
              </a:xfrm>
              <a:custGeom>
                <a:rect b="b" l="l" r="r" t="t"/>
                <a:pathLst>
                  <a:path extrusionOk="0" h="822" w="826">
                    <a:moveTo>
                      <a:pt x="713" y="0"/>
                    </a:moveTo>
                    <a:lnTo>
                      <a:pt x="1" y="709"/>
                    </a:lnTo>
                    <a:lnTo>
                      <a:pt x="113" y="821"/>
                    </a:lnTo>
                    <a:lnTo>
                      <a:pt x="825" y="113"/>
                    </a:lnTo>
                    <a:lnTo>
                      <a:pt x="71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5989375" y="1843575"/>
                <a:ext cx="20650" cy="20550"/>
              </a:xfrm>
              <a:custGeom>
                <a:rect b="b" l="l" r="r" t="t"/>
                <a:pathLst>
                  <a:path extrusionOk="0" h="822" w="826">
                    <a:moveTo>
                      <a:pt x="117" y="0"/>
                    </a:moveTo>
                    <a:lnTo>
                      <a:pt x="1" y="113"/>
                    </a:lnTo>
                    <a:lnTo>
                      <a:pt x="713" y="821"/>
                    </a:lnTo>
                    <a:lnTo>
                      <a:pt x="825" y="709"/>
                    </a:lnTo>
                    <a:lnTo>
                      <a:pt x="11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6105350" y="1890600"/>
                <a:ext cx="20550" cy="20650"/>
              </a:xfrm>
              <a:custGeom>
                <a:rect b="b" l="l" r="r" t="t"/>
                <a:pathLst>
                  <a:path extrusionOk="0" h="826" w="822">
                    <a:moveTo>
                      <a:pt x="709" y="1"/>
                    </a:moveTo>
                    <a:lnTo>
                      <a:pt x="1" y="713"/>
                    </a:lnTo>
                    <a:lnTo>
                      <a:pt x="113" y="825"/>
                    </a:lnTo>
                    <a:lnTo>
                      <a:pt x="821" y="113"/>
                    </a:lnTo>
                    <a:lnTo>
                      <a:pt x="70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6105350" y="1890600"/>
                <a:ext cx="20550" cy="20650"/>
              </a:xfrm>
              <a:custGeom>
                <a:rect b="b" l="l" r="r" t="t"/>
                <a:pathLst>
                  <a:path extrusionOk="0" h="826" w="822">
                    <a:moveTo>
                      <a:pt x="113" y="1"/>
                    </a:moveTo>
                    <a:lnTo>
                      <a:pt x="1" y="113"/>
                    </a:lnTo>
                    <a:lnTo>
                      <a:pt x="709" y="825"/>
                    </a:lnTo>
                    <a:lnTo>
                      <a:pt x="821" y="709"/>
                    </a:lnTo>
                    <a:lnTo>
                      <a:pt x="1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6047525" y="1890600"/>
                <a:ext cx="20625" cy="20650"/>
              </a:xfrm>
              <a:custGeom>
                <a:rect b="b" l="l" r="r" t="t"/>
                <a:pathLst>
                  <a:path extrusionOk="0" h="826" w="825">
                    <a:moveTo>
                      <a:pt x="713" y="1"/>
                    </a:moveTo>
                    <a:lnTo>
                      <a:pt x="0" y="709"/>
                    </a:lnTo>
                    <a:lnTo>
                      <a:pt x="116" y="825"/>
                    </a:lnTo>
                    <a:lnTo>
                      <a:pt x="825" y="113"/>
                    </a:lnTo>
                    <a:lnTo>
                      <a:pt x="7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6047525" y="1890600"/>
                <a:ext cx="20625" cy="20650"/>
              </a:xfrm>
              <a:custGeom>
                <a:rect b="b" l="l" r="r" t="t"/>
                <a:pathLst>
                  <a:path extrusionOk="0" h="826" w="825">
                    <a:moveTo>
                      <a:pt x="112" y="1"/>
                    </a:moveTo>
                    <a:lnTo>
                      <a:pt x="0" y="113"/>
                    </a:lnTo>
                    <a:lnTo>
                      <a:pt x="713" y="825"/>
                    </a:lnTo>
                    <a:lnTo>
                      <a:pt x="825" y="70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 name="Google Shape;48;p2"/>
            <p:cNvSpPr/>
            <p:nvPr/>
          </p:nvSpPr>
          <p:spPr>
            <a:xfrm flipH="1" rot="10800000">
              <a:off x="7424539" y="4645063"/>
              <a:ext cx="727773" cy="727773"/>
            </a:xfrm>
            <a:custGeom>
              <a:rect b="b" l="l" r="r" t="t"/>
              <a:pathLst>
                <a:path extrusionOk="0" fill="none" h="9936" w="9936">
                  <a:moveTo>
                    <a:pt x="8170" y="1770"/>
                  </a:moveTo>
                  <a:cubicBezTo>
                    <a:pt x="9936" y="3535"/>
                    <a:pt x="9936" y="6401"/>
                    <a:pt x="8170" y="8170"/>
                  </a:cubicBezTo>
                  <a:cubicBezTo>
                    <a:pt x="6401" y="9935"/>
                    <a:pt x="3535" y="9935"/>
                    <a:pt x="1770" y="8170"/>
                  </a:cubicBezTo>
                  <a:cubicBezTo>
                    <a:pt x="1" y="6401"/>
                    <a:pt x="1" y="3535"/>
                    <a:pt x="1770" y="1770"/>
                  </a:cubicBezTo>
                  <a:cubicBezTo>
                    <a:pt x="3535" y="0"/>
                    <a:pt x="6401" y="0"/>
                    <a:pt x="8170" y="1770"/>
                  </a:cubicBezTo>
                  <a:close/>
                </a:path>
              </a:pathLst>
            </a:custGeom>
            <a:noFill/>
            <a:ln cap="flat" cmpd="sng" w="19050">
              <a:solidFill>
                <a:schemeClr val="dk2"/>
              </a:solidFill>
              <a:prstDash val="solid"/>
              <a:miter lim="400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 name="Google Shape;49;p2"/>
          <p:cNvSpPr txBox="1"/>
          <p:nvPr>
            <p:ph type="ctrTitle"/>
          </p:nvPr>
        </p:nvSpPr>
        <p:spPr>
          <a:xfrm>
            <a:off x="1296163" y="1263600"/>
            <a:ext cx="6551700" cy="2152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500"/>
              <a:buNone/>
              <a:defRPr sz="4600"/>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p:txBody>
      </p:sp>
      <p:sp>
        <p:nvSpPr>
          <p:cNvPr id="50" name="Google Shape;50;p2"/>
          <p:cNvSpPr txBox="1"/>
          <p:nvPr>
            <p:ph idx="1" type="subTitle"/>
          </p:nvPr>
        </p:nvSpPr>
        <p:spPr>
          <a:xfrm>
            <a:off x="1296138" y="3416400"/>
            <a:ext cx="6551700" cy="463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500"/>
              <a:buNone/>
              <a:defRPr sz="1800"/>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1" name="Shape 51"/>
        <p:cNvGrpSpPr/>
        <p:nvPr/>
      </p:nvGrpSpPr>
      <p:grpSpPr>
        <a:xfrm>
          <a:off x="0" y="0"/>
          <a:ext cx="0" cy="0"/>
          <a:chOff x="0" y="0"/>
          <a:chExt cx="0" cy="0"/>
        </a:xfrm>
      </p:grpSpPr>
      <p:grpSp>
        <p:nvGrpSpPr>
          <p:cNvPr id="52" name="Google Shape;52;p3"/>
          <p:cNvGrpSpPr/>
          <p:nvPr/>
        </p:nvGrpSpPr>
        <p:grpSpPr>
          <a:xfrm>
            <a:off x="-1373076" y="-1209900"/>
            <a:ext cx="11890152" cy="7563299"/>
            <a:chOff x="-1373076" y="-1366629"/>
            <a:chExt cx="11890152" cy="7563299"/>
          </a:xfrm>
        </p:grpSpPr>
        <p:sp>
          <p:nvSpPr>
            <p:cNvPr id="53" name="Google Shape;53;p3"/>
            <p:cNvSpPr/>
            <p:nvPr/>
          </p:nvSpPr>
          <p:spPr>
            <a:xfrm flipH="1">
              <a:off x="7225808" y="-184949"/>
              <a:ext cx="2698418" cy="1592456"/>
            </a:xfrm>
            <a:custGeom>
              <a:rect b="b" l="l" r="r" t="t"/>
              <a:pathLst>
                <a:path extrusionOk="0" h="13154" w="22289">
                  <a:moveTo>
                    <a:pt x="14063" y="0"/>
                  </a:moveTo>
                  <a:lnTo>
                    <a:pt x="11521" y="2542"/>
                  </a:lnTo>
                  <a:lnTo>
                    <a:pt x="10616" y="2542"/>
                  </a:lnTo>
                  <a:lnTo>
                    <a:pt x="1" y="13154"/>
                  </a:lnTo>
                  <a:lnTo>
                    <a:pt x="5249" y="13154"/>
                  </a:lnTo>
                  <a:lnTo>
                    <a:pt x="9572" y="8831"/>
                  </a:lnTo>
                  <a:lnTo>
                    <a:pt x="13515" y="8831"/>
                  </a:lnTo>
                  <a:lnTo>
                    <a:pt x="22289" y="52"/>
                  </a:lnTo>
                  <a:lnTo>
                    <a:pt x="1406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 name="Google Shape;54;p3"/>
            <p:cNvGrpSpPr/>
            <p:nvPr/>
          </p:nvGrpSpPr>
          <p:grpSpPr>
            <a:xfrm>
              <a:off x="5467203" y="316173"/>
              <a:ext cx="5049873" cy="5880497"/>
              <a:chOff x="5462123" y="316173"/>
              <a:chExt cx="5049873" cy="5880497"/>
            </a:xfrm>
          </p:grpSpPr>
          <p:sp>
            <p:nvSpPr>
              <p:cNvPr id="55" name="Google Shape;55;p3"/>
              <p:cNvSpPr/>
              <p:nvPr/>
            </p:nvSpPr>
            <p:spPr>
              <a:xfrm>
                <a:off x="6129588" y="3610364"/>
                <a:ext cx="4382407" cy="2586307"/>
              </a:xfrm>
              <a:custGeom>
                <a:rect b="b" l="l" r="r" t="t"/>
                <a:pathLst>
                  <a:path extrusionOk="0" h="13154" w="22289">
                    <a:moveTo>
                      <a:pt x="17041" y="1"/>
                    </a:moveTo>
                    <a:lnTo>
                      <a:pt x="12718" y="4324"/>
                    </a:lnTo>
                    <a:lnTo>
                      <a:pt x="8779" y="4324"/>
                    </a:lnTo>
                    <a:lnTo>
                      <a:pt x="1" y="13102"/>
                    </a:lnTo>
                    <a:lnTo>
                      <a:pt x="8231" y="13154"/>
                    </a:lnTo>
                    <a:lnTo>
                      <a:pt x="10773" y="10612"/>
                    </a:lnTo>
                    <a:lnTo>
                      <a:pt x="11677" y="10612"/>
                    </a:lnTo>
                    <a:lnTo>
                      <a:pt x="2228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 name="Google Shape;56;p3"/>
              <p:cNvGrpSpPr/>
              <p:nvPr/>
            </p:nvGrpSpPr>
            <p:grpSpPr>
              <a:xfrm>
                <a:off x="5462123" y="316173"/>
                <a:ext cx="3851865" cy="5347559"/>
                <a:chOff x="4825133" y="589757"/>
                <a:chExt cx="3851865" cy="5347559"/>
              </a:xfrm>
            </p:grpSpPr>
            <p:sp>
              <p:nvSpPr>
                <p:cNvPr id="57" name="Google Shape;57;p3"/>
                <p:cNvSpPr/>
                <p:nvPr/>
              </p:nvSpPr>
              <p:spPr>
                <a:xfrm>
                  <a:off x="4908115" y="679122"/>
                  <a:ext cx="3676746" cy="5123054"/>
                </a:xfrm>
                <a:custGeom>
                  <a:rect b="b" l="l" r="r" t="t"/>
                  <a:pathLst>
                    <a:path extrusionOk="0" h="60996" w="43776">
                      <a:moveTo>
                        <a:pt x="43432" y="1"/>
                      </a:moveTo>
                      <a:lnTo>
                        <a:pt x="33665" y="9768"/>
                      </a:lnTo>
                      <a:lnTo>
                        <a:pt x="33665" y="36891"/>
                      </a:lnTo>
                      <a:lnTo>
                        <a:pt x="20804" y="49752"/>
                      </a:lnTo>
                      <a:lnTo>
                        <a:pt x="1" y="49752"/>
                      </a:lnTo>
                      <a:lnTo>
                        <a:pt x="1" y="60996"/>
                      </a:lnTo>
                      <a:lnTo>
                        <a:pt x="489" y="60996"/>
                      </a:lnTo>
                      <a:lnTo>
                        <a:pt x="489" y="50240"/>
                      </a:lnTo>
                      <a:lnTo>
                        <a:pt x="21004" y="50240"/>
                      </a:lnTo>
                      <a:lnTo>
                        <a:pt x="21076" y="50168"/>
                      </a:lnTo>
                      <a:lnTo>
                        <a:pt x="34153" y="37091"/>
                      </a:lnTo>
                      <a:lnTo>
                        <a:pt x="34153" y="9972"/>
                      </a:lnTo>
                      <a:lnTo>
                        <a:pt x="43776" y="345"/>
                      </a:lnTo>
                      <a:lnTo>
                        <a:pt x="4343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a:off x="6907161" y="4010501"/>
                  <a:ext cx="633201" cy="633201"/>
                </a:xfrm>
                <a:custGeom>
                  <a:rect b="b" l="l" r="r" t="t"/>
                  <a:pathLst>
                    <a:path extrusionOk="0" h="7539" w="7539">
                      <a:moveTo>
                        <a:pt x="5389" y="1"/>
                      </a:moveTo>
                      <a:lnTo>
                        <a:pt x="2695" y="2699"/>
                      </a:lnTo>
                      <a:lnTo>
                        <a:pt x="1" y="5393"/>
                      </a:lnTo>
                      <a:lnTo>
                        <a:pt x="1" y="7538"/>
                      </a:lnTo>
                      <a:lnTo>
                        <a:pt x="3767" y="3771"/>
                      </a:lnTo>
                      <a:lnTo>
                        <a:pt x="753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p:nvPr/>
              </p:nvSpPr>
              <p:spPr>
                <a:xfrm>
                  <a:off x="4825133" y="5781599"/>
                  <a:ext cx="181250" cy="155717"/>
                </a:xfrm>
                <a:custGeom>
                  <a:rect b="b" l="l" r="r" t="t"/>
                  <a:pathLst>
                    <a:path extrusionOk="0" h="1854" w="2158">
                      <a:moveTo>
                        <a:pt x="1231" y="490"/>
                      </a:moveTo>
                      <a:cubicBezTo>
                        <a:pt x="1455" y="490"/>
                        <a:pt x="1669" y="663"/>
                        <a:pt x="1669" y="925"/>
                      </a:cubicBezTo>
                      <a:cubicBezTo>
                        <a:pt x="1669" y="1165"/>
                        <a:pt x="1477" y="1362"/>
                        <a:pt x="1237" y="1362"/>
                      </a:cubicBezTo>
                      <a:cubicBezTo>
                        <a:pt x="845" y="1362"/>
                        <a:pt x="653" y="893"/>
                        <a:pt x="925" y="617"/>
                      </a:cubicBezTo>
                      <a:cubicBezTo>
                        <a:pt x="1014" y="529"/>
                        <a:pt x="1124" y="490"/>
                        <a:pt x="1231" y="490"/>
                      </a:cubicBezTo>
                      <a:close/>
                      <a:moveTo>
                        <a:pt x="1237" y="1"/>
                      </a:moveTo>
                      <a:cubicBezTo>
                        <a:pt x="413" y="1"/>
                        <a:pt x="0" y="997"/>
                        <a:pt x="581" y="1582"/>
                      </a:cubicBezTo>
                      <a:cubicBezTo>
                        <a:pt x="769" y="1769"/>
                        <a:pt x="1001" y="1853"/>
                        <a:pt x="1227" y="1853"/>
                      </a:cubicBezTo>
                      <a:cubicBezTo>
                        <a:pt x="1703" y="1853"/>
                        <a:pt x="2158" y="1484"/>
                        <a:pt x="2158" y="925"/>
                      </a:cubicBezTo>
                      <a:cubicBezTo>
                        <a:pt x="2158" y="417"/>
                        <a:pt x="1745" y="5"/>
                        <a:pt x="12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8495412" y="589757"/>
                  <a:ext cx="181586" cy="155298"/>
                </a:xfrm>
                <a:custGeom>
                  <a:rect b="b" l="l" r="r" t="t"/>
                  <a:pathLst>
                    <a:path extrusionOk="0" h="1849" w="2162">
                      <a:moveTo>
                        <a:pt x="1233" y="485"/>
                      </a:moveTo>
                      <a:cubicBezTo>
                        <a:pt x="1457" y="485"/>
                        <a:pt x="1673" y="658"/>
                        <a:pt x="1673" y="921"/>
                      </a:cubicBezTo>
                      <a:cubicBezTo>
                        <a:pt x="1673" y="1165"/>
                        <a:pt x="1477" y="1357"/>
                        <a:pt x="1237" y="1357"/>
                      </a:cubicBezTo>
                      <a:cubicBezTo>
                        <a:pt x="849" y="1357"/>
                        <a:pt x="653" y="889"/>
                        <a:pt x="929" y="613"/>
                      </a:cubicBezTo>
                      <a:cubicBezTo>
                        <a:pt x="1017" y="525"/>
                        <a:pt x="1126" y="485"/>
                        <a:pt x="1233" y="485"/>
                      </a:cubicBezTo>
                      <a:close/>
                      <a:moveTo>
                        <a:pt x="1237" y="0"/>
                      </a:moveTo>
                      <a:cubicBezTo>
                        <a:pt x="412" y="0"/>
                        <a:pt x="0" y="993"/>
                        <a:pt x="585" y="1577"/>
                      </a:cubicBezTo>
                      <a:cubicBezTo>
                        <a:pt x="772" y="1765"/>
                        <a:pt x="1003" y="1849"/>
                        <a:pt x="1229" y="1849"/>
                      </a:cubicBezTo>
                      <a:cubicBezTo>
                        <a:pt x="1705" y="1849"/>
                        <a:pt x="2162" y="1479"/>
                        <a:pt x="2162" y="921"/>
                      </a:cubicBezTo>
                      <a:cubicBezTo>
                        <a:pt x="2158" y="412"/>
                        <a:pt x="1745" y="0"/>
                        <a:pt x="123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4922981" y="4878622"/>
                  <a:ext cx="948499" cy="556770"/>
                </a:xfrm>
                <a:custGeom>
                  <a:rect b="b" l="l" r="r" t="t"/>
                  <a:pathLst>
                    <a:path extrusionOk="0" h="6629" w="11293">
                      <a:moveTo>
                        <a:pt x="11152" y="0"/>
                      </a:moveTo>
                      <a:lnTo>
                        <a:pt x="8026" y="3126"/>
                      </a:lnTo>
                      <a:lnTo>
                        <a:pt x="3362" y="3126"/>
                      </a:lnTo>
                      <a:lnTo>
                        <a:pt x="0" y="6493"/>
                      </a:lnTo>
                      <a:lnTo>
                        <a:pt x="140" y="6629"/>
                      </a:lnTo>
                      <a:lnTo>
                        <a:pt x="3447" y="3322"/>
                      </a:lnTo>
                      <a:lnTo>
                        <a:pt x="8106" y="3322"/>
                      </a:lnTo>
                      <a:lnTo>
                        <a:pt x="11292" y="136"/>
                      </a:lnTo>
                      <a:lnTo>
                        <a:pt x="1115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2" name="Google Shape;62;p3"/>
            <p:cNvSpPr/>
            <p:nvPr/>
          </p:nvSpPr>
          <p:spPr>
            <a:xfrm flipH="1">
              <a:off x="-880479" y="4202588"/>
              <a:ext cx="2494083" cy="1471900"/>
            </a:xfrm>
            <a:custGeom>
              <a:rect b="b" l="l" r="r" t="t"/>
              <a:pathLst>
                <a:path extrusionOk="0" h="13154" w="22289">
                  <a:moveTo>
                    <a:pt x="14063" y="0"/>
                  </a:moveTo>
                  <a:lnTo>
                    <a:pt x="11521" y="2542"/>
                  </a:lnTo>
                  <a:lnTo>
                    <a:pt x="10616" y="2542"/>
                  </a:lnTo>
                  <a:lnTo>
                    <a:pt x="1" y="13154"/>
                  </a:lnTo>
                  <a:lnTo>
                    <a:pt x="5249" y="13154"/>
                  </a:lnTo>
                  <a:lnTo>
                    <a:pt x="9572" y="8831"/>
                  </a:lnTo>
                  <a:lnTo>
                    <a:pt x="13515" y="8831"/>
                  </a:lnTo>
                  <a:lnTo>
                    <a:pt x="22289" y="52"/>
                  </a:lnTo>
                  <a:lnTo>
                    <a:pt x="1406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1311941" y="-578758"/>
              <a:ext cx="4078254" cy="2696967"/>
            </a:xfrm>
            <a:custGeom>
              <a:rect b="b" l="l" r="r" t="t"/>
              <a:pathLst>
                <a:path extrusionOk="0" h="20595" w="31143">
                  <a:moveTo>
                    <a:pt x="21964" y="0"/>
                  </a:moveTo>
                  <a:lnTo>
                    <a:pt x="14323" y="7641"/>
                  </a:lnTo>
                  <a:lnTo>
                    <a:pt x="11457" y="7641"/>
                  </a:lnTo>
                  <a:lnTo>
                    <a:pt x="5905" y="13193"/>
                  </a:lnTo>
                  <a:lnTo>
                    <a:pt x="5905" y="14690"/>
                  </a:lnTo>
                  <a:lnTo>
                    <a:pt x="1" y="20595"/>
                  </a:lnTo>
                  <a:lnTo>
                    <a:pt x="8835" y="20595"/>
                  </a:lnTo>
                  <a:lnTo>
                    <a:pt x="18254" y="11176"/>
                  </a:lnTo>
                  <a:lnTo>
                    <a:pt x="22441" y="11176"/>
                  </a:lnTo>
                  <a:lnTo>
                    <a:pt x="27768" y="5848"/>
                  </a:lnTo>
                  <a:lnTo>
                    <a:pt x="27768" y="3374"/>
                  </a:lnTo>
                  <a:lnTo>
                    <a:pt x="3114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 name="Google Shape;64;p3"/>
            <p:cNvGrpSpPr/>
            <p:nvPr/>
          </p:nvGrpSpPr>
          <p:grpSpPr>
            <a:xfrm flipH="1">
              <a:off x="1274215" y="4295411"/>
              <a:ext cx="647437" cy="321825"/>
              <a:chOff x="7990044" y="3252744"/>
              <a:chExt cx="516874" cy="256925"/>
            </a:xfrm>
          </p:grpSpPr>
          <p:sp>
            <p:nvSpPr>
              <p:cNvPr id="65" name="Google Shape;65;p3"/>
              <p:cNvSpPr/>
              <p:nvPr/>
            </p:nvSpPr>
            <p:spPr>
              <a:xfrm>
                <a:off x="8208922" y="3431894"/>
                <a:ext cx="78111" cy="77775"/>
              </a:xfrm>
              <a:custGeom>
                <a:rect b="b" l="l" r="r" t="t"/>
                <a:pathLst>
                  <a:path extrusionOk="0" h="926" w="930">
                    <a:moveTo>
                      <a:pt x="129" y="1"/>
                    </a:moveTo>
                    <a:lnTo>
                      <a:pt x="1" y="125"/>
                    </a:lnTo>
                    <a:lnTo>
                      <a:pt x="801" y="926"/>
                    </a:lnTo>
                    <a:lnTo>
                      <a:pt x="929" y="798"/>
                    </a:lnTo>
                    <a:lnTo>
                      <a:pt x="12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8208922" y="3431558"/>
                <a:ext cx="77775" cy="77775"/>
              </a:xfrm>
              <a:custGeom>
                <a:rect b="b" l="l" r="r" t="t"/>
                <a:pathLst>
                  <a:path extrusionOk="0" h="926" w="926">
                    <a:moveTo>
                      <a:pt x="801" y="1"/>
                    </a:moveTo>
                    <a:lnTo>
                      <a:pt x="1" y="798"/>
                    </a:lnTo>
                    <a:lnTo>
                      <a:pt x="125" y="926"/>
                    </a:lnTo>
                    <a:lnTo>
                      <a:pt x="925" y="125"/>
                    </a:lnTo>
                    <a:lnTo>
                      <a:pt x="80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p:nvPr/>
            </p:nvSpPr>
            <p:spPr>
              <a:xfrm>
                <a:off x="7990044" y="3431894"/>
                <a:ext cx="78111" cy="77775"/>
              </a:xfrm>
              <a:custGeom>
                <a:rect b="b" l="l" r="r" t="t"/>
                <a:pathLst>
                  <a:path extrusionOk="0" h="926" w="930">
                    <a:moveTo>
                      <a:pt x="129" y="1"/>
                    </a:moveTo>
                    <a:lnTo>
                      <a:pt x="1" y="125"/>
                    </a:lnTo>
                    <a:lnTo>
                      <a:pt x="801" y="926"/>
                    </a:lnTo>
                    <a:lnTo>
                      <a:pt x="930" y="798"/>
                    </a:lnTo>
                    <a:lnTo>
                      <a:pt x="12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7990044" y="3431558"/>
                <a:ext cx="77775" cy="77775"/>
              </a:xfrm>
              <a:custGeom>
                <a:rect b="b" l="l" r="r" t="t"/>
                <a:pathLst>
                  <a:path extrusionOk="0" h="926" w="926">
                    <a:moveTo>
                      <a:pt x="801" y="1"/>
                    </a:moveTo>
                    <a:lnTo>
                      <a:pt x="1" y="798"/>
                    </a:lnTo>
                    <a:lnTo>
                      <a:pt x="129" y="926"/>
                    </a:lnTo>
                    <a:lnTo>
                      <a:pt x="926" y="125"/>
                    </a:lnTo>
                    <a:lnTo>
                      <a:pt x="80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8428808" y="3252744"/>
                <a:ext cx="78111" cy="78111"/>
              </a:xfrm>
              <a:custGeom>
                <a:rect b="b" l="l" r="r" t="t"/>
                <a:pathLst>
                  <a:path extrusionOk="0" h="930" w="930">
                    <a:moveTo>
                      <a:pt x="129" y="0"/>
                    </a:moveTo>
                    <a:lnTo>
                      <a:pt x="1" y="129"/>
                    </a:lnTo>
                    <a:lnTo>
                      <a:pt x="801" y="929"/>
                    </a:lnTo>
                    <a:lnTo>
                      <a:pt x="929" y="801"/>
                    </a:lnTo>
                    <a:lnTo>
                      <a:pt x="12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8429144" y="3253080"/>
                <a:ext cx="77775" cy="78111"/>
              </a:xfrm>
              <a:custGeom>
                <a:rect b="b" l="l" r="r" t="t"/>
                <a:pathLst>
                  <a:path extrusionOk="0" h="930" w="926">
                    <a:moveTo>
                      <a:pt x="797" y="0"/>
                    </a:moveTo>
                    <a:lnTo>
                      <a:pt x="1" y="801"/>
                    </a:lnTo>
                    <a:lnTo>
                      <a:pt x="125" y="929"/>
                    </a:lnTo>
                    <a:lnTo>
                      <a:pt x="925" y="129"/>
                    </a:lnTo>
                    <a:lnTo>
                      <a:pt x="7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8209930" y="3252744"/>
                <a:ext cx="78111" cy="78111"/>
              </a:xfrm>
              <a:custGeom>
                <a:rect b="b" l="l" r="r" t="t"/>
                <a:pathLst>
                  <a:path extrusionOk="0" h="930" w="930">
                    <a:moveTo>
                      <a:pt x="129" y="0"/>
                    </a:moveTo>
                    <a:lnTo>
                      <a:pt x="1" y="129"/>
                    </a:lnTo>
                    <a:lnTo>
                      <a:pt x="801" y="929"/>
                    </a:lnTo>
                    <a:lnTo>
                      <a:pt x="929" y="801"/>
                    </a:lnTo>
                    <a:lnTo>
                      <a:pt x="12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8210266" y="3253080"/>
                <a:ext cx="77775" cy="78111"/>
              </a:xfrm>
              <a:custGeom>
                <a:rect b="b" l="l" r="r" t="t"/>
                <a:pathLst>
                  <a:path extrusionOk="0" h="930" w="926">
                    <a:moveTo>
                      <a:pt x="801" y="0"/>
                    </a:moveTo>
                    <a:lnTo>
                      <a:pt x="1" y="801"/>
                    </a:lnTo>
                    <a:lnTo>
                      <a:pt x="125" y="929"/>
                    </a:lnTo>
                    <a:lnTo>
                      <a:pt x="925" y="129"/>
                    </a:lnTo>
                    <a:lnTo>
                      <a:pt x="80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 name="Google Shape;73;p3"/>
            <p:cNvGrpSpPr/>
            <p:nvPr/>
          </p:nvGrpSpPr>
          <p:grpSpPr>
            <a:xfrm>
              <a:off x="175385" y="-1366629"/>
              <a:ext cx="3039353" cy="3203144"/>
              <a:chOff x="7797455" y="1505164"/>
              <a:chExt cx="3773251" cy="3976591"/>
            </a:xfrm>
          </p:grpSpPr>
          <p:sp>
            <p:nvSpPr>
              <p:cNvPr id="74" name="Google Shape;74;p3"/>
              <p:cNvSpPr/>
              <p:nvPr/>
            </p:nvSpPr>
            <p:spPr>
              <a:xfrm>
                <a:off x="11404490" y="1966101"/>
                <a:ext cx="75759" cy="531321"/>
              </a:xfrm>
              <a:custGeom>
                <a:rect b="b" l="l" r="r" t="t"/>
                <a:pathLst>
                  <a:path extrusionOk="0" h="6326" w="902">
                    <a:moveTo>
                      <a:pt x="901" y="1"/>
                    </a:moveTo>
                    <a:lnTo>
                      <a:pt x="1" y="901"/>
                    </a:lnTo>
                    <a:lnTo>
                      <a:pt x="1" y="3163"/>
                    </a:lnTo>
                    <a:lnTo>
                      <a:pt x="1" y="5424"/>
                    </a:lnTo>
                    <a:lnTo>
                      <a:pt x="901" y="6325"/>
                    </a:lnTo>
                    <a:lnTo>
                      <a:pt x="901" y="3163"/>
                    </a:lnTo>
                    <a:lnTo>
                      <a:pt x="90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8507171" y="4423732"/>
                <a:ext cx="375603" cy="375939"/>
              </a:xfrm>
              <a:custGeom>
                <a:rect b="b" l="l" r="r" t="t"/>
                <a:pathLst>
                  <a:path extrusionOk="0" h="4476" w="4472">
                    <a:moveTo>
                      <a:pt x="4471" y="0"/>
                    </a:moveTo>
                    <a:lnTo>
                      <a:pt x="2234" y="2238"/>
                    </a:lnTo>
                    <a:lnTo>
                      <a:pt x="0" y="4475"/>
                    </a:lnTo>
                    <a:lnTo>
                      <a:pt x="1273" y="4475"/>
                    </a:lnTo>
                    <a:lnTo>
                      <a:pt x="2870" y="2874"/>
                    </a:lnTo>
                    <a:lnTo>
                      <a:pt x="4471" y="1273"/>
                    </a:lnTo>
                    <a:lnTo>
                      <a:pt x="447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7797455" y="5326373"/>
                <a:ext cx="181250" cy="155382"/>
              </a:xfrm>
              <a:custGeom>
                <a:rect b="b" l="l" r="r" t="t"/>
                <a:pathLst>
                  <a:path extrusionOk="0" h="1850" w="2158">
                    <a:moveTo>
                      <a:pt x="1231" y="488"/>
                    </a:moveTo>
                    <a:cubicBezTo>
                      <a:pt x="1455" y="488"/>
                      <a:pt x="1669" y="663"/>
                      <a:pt x="1669" y="925"/>
                    </a:cubicBezTo>
                    <a:cubicBezTo>
                      <a:pt x="1669" y="1166"/>
                      <a:pt x="1473" y="1362"/>
                      <a:pt x="1233" y="1362"/>
                    </a:cubicBezTo>
                    <a:cubicBezTo>
                      <a:pt x="845" y="1358"/>
                      <a:pt x="653" y="889"/>
                      <a:pt x="925" y="617"/>
                    </a:cubicBezTo>
                    <a:cubicBezTo>
                      <a:pt x="1014" y="528"/>
                      <a:pt x="1124" y="488"/>
                      <a:pt x="1231" y="488"/>
                    </a:cubicBezTo>
                    <a:close/>
                    <a:moveTo>
                      <a:pt x="1233" y="1"/>
                    </a:moveTo>
                    <a:cubicBezTo>
                      <a:pt x="413" y="1"/>
                      <a:pt x="0" y="998"/>
                      <a:pt x="581" y="1578"/>
                    </a:cubicBezTo>
                    <a:cubicBezTo>
                      <a:pt x="768" y="1765"/>
                      <a:pt x="999" y="1849"/>
                      <a:pt x="1226" y="1849"/>
                    </a:cubicBezTo>
                    <a:cubicBezTo>
                      <a:pt x="1701" y="1849"/>
                      <a:pt x="2158" y="1481"/>
                      <a:pt x="2158" y="925"/>
                    </a:cubicBezTo>
                    <a:cubicBezTo>
                      <a:pt x="2158" y="413"/>
                      <a:pt x="1746" y="1"/>
                      <a:pt x="123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11389036" y="1505164"/>
                <a:ext cx="181670" cy="155382"/>
              </a:xfrm>
              <a:custGeom>
                <a:rect b="b" l="l" r="r" t="t"/>
                <a:pathLst>
                  <a:path extrusionOk="0" h="1850" w="2163">
                    <a:moveTo>
                      <a:pt x="1233" y="488"/>
                    </a:moveTo>
                    <a:cubicBezTo>
                      <a:pt x="1457" y="488"/>
                      <a:pt x="1674" y="663"/>
                      <a:pt x="1674" y="925"/>
                    </a:cubicBezTo>
                    <a:cubicBezTo>
                      <a:pt x="1674" y="1166"/>
                      <a:pt x="1478" y="1358"/>
                      <a:pt x="1237" y="1362"/>
                    </a:cubicBezTo>
                    <a:cubicBezTo>
                      <a:pt x="849" y="1362"/>
                      <a:pt x="653" y="889"/>
                      <a:pt x="929" y="617"/>
                    </a:cubicBezTo>
                    <a:cubicBezTo>
                      <a:pt x="1017" y="528"/>
                      <a:pt x="1126" y="488"/>
                      <a:pt x="1233" y="488"/>
                    </a:cubicBezTo>
                    <a:close/>
                    <a:moveTo>
                      <a:pt x="1237" y="1"/>
                    </a:moveTo>
                    <a:cubicBezTo>
                      <a:pt x="413" y="1"/>
                      <a:pt x="1" y="998"/>
                      <a:pt x="585" y="1578"/>
                    </a:cubicBezTo>
                    <a:cubicBezTo>
                      <a:pt x="772" y="1765"/>
                      <a:pt x="1003" y="1849"/>
                      <a:pt x="1230" y="1849"/>
                    </a:cubicBezTo>
                    <a:cubicBezTo>
                      <a:pt x="1705" y="1849"/>
                      <a:pt x="2162" y="1481"/>
                      <a:pt x="2162" y="925"/>
                    </a:cubicBezTo>
                    <a:cubicBezTo>
                      <a:pt x="2162" y="413"/>
                      <a:pt x="1746" y="1"/>
                      <a:pt x="12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7919157" y="1639968"/>
                <a:ext cx="3594352" cy="3738983"/>
              </a:xfrm>
              <a:custGeom>
                <a:rect b="b" l="l" r="r" t="t"/>
                <a:pathLst>
                  <a:path extrusionOk="0" h="44517" w="42795">
                    <a:moveTo>
                      <a:pt x="42306" y="1"/>
                    </a:moveTo>
                    <a:lnTo>
                      <a:pt x="42306" y="12025"/>
                    </a:lnTo>
                    <a:lnTo>
                      <a:pt x="23925" y="30406"/>
                    </a:lnTo>
                    <a:lnTo>
                      <a:pt x="13762" y="30406"/>
                    </a:lnTo>
                    <a:lnTo>
                      <a:pt x="13690" y="30478"/>
                    </a:lnTo>
                    <a:lnTo>
                      <a:pt x="0" y="44172"/>
                    </a:lnTo>
                    <a:lnTo>
                      <a:pt x="345" y="44516"/>
                    </a:lnTo>
                    <a:lnTo>
                      <a:pt x="13966" y="30895"/>
                    </a:lnTo>
                    <a:lnTo>
                      <a:pt x="24125" y="30895"/>
                    </a:lnTo>
                    <a:lnTo>
                      <a:pt x="24197" y="30823"/>
                    </a:lnTo>
                    <a:lnTo>
                      <a:pt x="42795" y="12230"/>
                    </a:lnTo>
                    <a:lnTo>
                      <a:pt x="4279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10208640" y="2996574"/>
                <a:ext cx="956898" cy="954546"/>
              </a:xfrm>
              <a:custGeom>
                <a:rect b="b" l="l" r="r" t="t"/>
                <a:pathLst>
                  <a:path extrusionOk="0" h="11365" w="11393">
                    <a:moveTo>
                      <a:pt x="11196" y="0"/>
                    </a:moveTo>
                    <a:lnTo>
                      <a:pt x="11196" y="5008"/>
                    </a:lnTo>
                    <a:lnTo>
                      <a:pt x="5036" y="11168"/>
                    </a:lnTo>
                    <a:lnTo>
                      <a:pt x="1" y="11168"/>
                    </a:lnTo>
                    <a:lnTo>
                      <a:pt x="1" y="11364"/>
                    </a:lnTo>
                    <a:lnTo>
                      <a:pt x="5120" y="11364"/>
                    </a:lnTo>
                    <a:lnTo>
                      <a:pt x="11393" y="5088"/>
                    </a:lnTo>
                    <a:lnTo>
                      <a:pt x="1139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 name="Google Shape;80;p3"/>
            <p:cNvGrpSpPr/>
            <p:nvPr/>
          </p:nvGrpSpPr>
          <p:grpSpPr>
            <a:xfrm>
              <a:off x="-1373076" y="1927074"/>
              <a:ext cx="2698431" cy="3917462"/>
              <a:chOff x="7726148" y="679122"/>
              <a:chExt cx="2698431" cy="3917462"/>
            </a:xfrm>
          </p:grpSpPr>
          <p:sp>
            <p:nvSpPr>
              <p:cNvPr id="81" name="Google Shape;81;p3"/>
              <p:cNvSpPr/>
              <p:nvPr/>
            </p:nvSpPr>
            <p:spPr>
              <a:xfrm>
                <a:off x="7726148" y="4468667"/>
                <a:ext cx="148998" cy="127917"/>
              </a:xfrm>
              <a:custGeom>
                <a:rect b="b" l="l" r="r" t="t"/>
                <a:pathLst>
                  <a:path extrusionOk="0" h="1523" w="1774">
                    <a:moveTo>
                      <a:pt x="757" y="406"/>
                    </a:moveTo>
                    <a:cubicBezTo>
                      <a:pt x="1077" y="406"/>
                      <a:pt x="1238" y="790"/>
                      <a:pt x="1009" y="1014"/>
                    </a:cubicBezTo>
                    <a:cubicBezTo>
                      <a:pt x="937" y="1087"/>
                      <a:pt x="847" y="1120"/>
                      <a:pt x="759" y="1120"/>
                    </a:cubicBezTo>
                    <a:cubicBezTo>
                      <a:pt x="576" y="1120"/>
                      <a:pt x="401" y="978"/>
                      <a:pt x="401" y="762"/>
                    </a:cubicBezTo>
                    <a:cubicBezTo>
                      <a:pt x="401" y="566"/>
                      <a:pt x="561" y="406"/>
                      <a:pt x="757" y="406"/>
                    </a:cubicBezTo>
                    <a:close/>
                    <a:moveTo>
                      <a:pt x="764" y="1"/>
                    </a:moveTo>
                    <a:cubicBezTo>
                      <a:pt x="374" y="1"/>
                      <a:pt x="1" y="305"/>
                      <a:pt x="1" y="762"/>
                    </a:cubicBezTo>
                    <a:cubicBezTo>
                      <a:pt x="1" y="1182"/>
                      <a:pt x="337" y="1519"/>
                      <a:pt x="757" y="1523"/>
                    </a:cubicBezTo>
                    <a:cubicBezTo>
                      <a:pt x="1434" y="1523"/>
                      <a:pt x="1774" y="702"/>
                      <a:pt x="1294" y="226"/>
                    </a:cubicBezTo>
                    <a:cubicBezTo>
                      <a:pt x="1139" y="70"/>
                      <a:pt x="950" y="1"/>
                      <a:pt x="76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a:off x="9887546" y="2617023"/>
                <a:ext cx="520234" cy="519814"/>
              </a:xfrm>
              <a:custGeom>
                <a:rect b="b" l="l" r="r" t="t"/>
                <a:pathLst>
                  <a:path extrusionOk="0" h="6189" w="6194">
                    <a:moveTo>
                      <a:pt x="4428" y="0"/>
                    </a:moveTo>
                    <a:lnTo>
                      <a:pt x="2214" y="2214"/>
                    </a:lnTo>
                    <a:lnTo>
                      <a:pt x="1" y="4427"/>
                    </a:lnTo>
                    <a:lnTo>
                      <a:pt x="1" y="6188"/>
                    </a:lnTo>
                    <a:lnTo>
                      <a:pt x="3095" y="3094"/>
                    </a:lnTo>
                    <a:lnTo>
                      <a:pt x="619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10228462" y="679122"/>
                <a:ext cx="148998" cy="127833"/>
              </a:xfrm>
              <a:custGeom>
                <a:rect b="b" l="l" r="r" t="t"/>
                <a:pathLst>
                  <a:path extrusionOk="0" h="1522" w="1774">
                    <a:moveTo>
                      <a:pt x="761" y="401"/>
                    </a:moveTo>
                    <a:cubicBezTo>
                      <a:pt x="1082" y="401"/>
                      <a:pt x="1238" y="789"/>
                      <a:pt x="1013" y="1014"/>
                    </a:cubicBezTo>
                    <a:cubicBezTo>
                      <a:pt x="941" y="1086"/>
                      <a:pt x="851" y="1119"/>
                      <a:pt x="763" y="1119"/>
                    </a:cubicBezTo>
                    <a:cubicBezTo>
                      <a:pt x="580" y="1119"/>
                      <a:pt x="405" y="978"/>
                      <a:pt x="405" y="761"/>
                    </a:cubicBezTo>
                    <a:cubicBezTo>
                      <a:pt x="405" y="565"/>
                      <a:pt x="565" y="405"/>
                      <a:pt x="761" y="401"/>
                    </a:cubicBezTo>
                    <a:close/>
                    <a:moveTo>
                      <a:pt x="767" y="0"/>
                    </a:moveTo>
                    <a:cubicBezTo>
                      <a:pt x="376" y="0"/>
                      <a:pt x="1" y="304"/>
                      <a:pt x="1" y="761"/>
                    </a:cubicBezTo>
                    <a:cubicBezTo>
                      <a:pt x="1" y="1182"/>
                      <a:pt x="341" y="1518"/>
                      <a:pt x="761" y="1522"/>
                    </a:cubicBezTo>
                    <a:cubicBezTo>
                      <a:pt x="1438" y="1522"/>
                      <a:pt x="1774" y="701"/>
                      <a:pt x="1298" y="225"/>
                    </a:cubicBezTo>
                    <a:cubicBezTo>
                      <a:pt x="1144" y="70"/>
                      <a:pt x="953" y="0"/>
                      <a:pt x="76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
              <p:cNvSpPr/>
              <p:nvPr/>
            </p:nvSpPr>
            <p:spPr>
              <a:xfrm>
                <a:off x="7813245" y="777978"/>
                <a:ext cx="2611333" cy="3736295"/>
              </a:xfrm>
              <a:custGeom>
                <a:rect b="b" l="l" r="r" t="t"/>
                <a:pathLst>
                  <a:path extrusionOk="0" h="44485" w="31091">
                    <a:moveTo>
                      <a:pt x="28921" y="1"/>
                    </a:moveTo>
                    <a:lnTo>
                      <a:pt x="23577" y="5344"/>
                    </a:lnTo>
                    <a:lnTo>
                      <a:pt x="23577" y="11525"/>
                    </a:lnTo>
                    <a:lnTo>
                      <a:pt x="30686" y="18638"/>
                    </a:lnTo>
                    <a:lnTo>
                      <a:pt x="30686" y="21984"/>
                    </a:lnTo>
                    <a:lnTo>
                      <a:pt x="19218" y="33456"/>
                    </a:lnTo>
                    <a:lnTo>
                      <a:pt x="10744" y="33456"/>
                    </a:lnTo>
                    <a:lnTo>
                      <a:pt x="10688" y="33512"/>
                    </a:lnTo>
                    <a:lnTo>
                      <a:pt x="0" y="44200"/>
                    </a:lnTo>
                    <a:lnTo>
                      <a:pt x="285" y="44484"/>
                    </a:lnTo>
                    <a:lnTo>
                      <a:pt x="10912" y="33857"/>
                    </a:lnTo>
                    <a:lnTo>
                      <a:pt x="19382" y="33857"/>
                    </a:lnTo>
                    <a:lnTo>
                      <a:pt x="19442" y="33797"/>
                    </a:lnTo>
                    <a:lnTo>
                      <a:pt x="31090" y="22148"/>
                    </a:lnTo>
                    <a:lnTo>
                      <a:pt x="31090" y="18474"/>
                    </a:lnTo>
                    <a:lnTo>
                      <a:pt x="23977" y="11361"/>
                    </a:lnTo>
                    <a:lnTo>
                      <a:pt x="23977" y="5509"/>
                    </a:lnTo>
                    <a:lnTo>
                      <a:pt x="29205" y="285"/>
                    </a:lnTo>
                    <a:lnTo>
                      <a:pt x="2892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9020853" y="1998017"/>
                <a:ext cx="1057770" cy="1611852"/>
              </a:xfrm>
              <a:custGeom>
                <a:rect b="b" l="l" r="r" t="t"/>
                <a:pathLst>
                  <a:path extrusionOk="0" h="19191" w="12594">
                    <a:moveTo>
                      <a:pt x="12481" y="1"/>
                    </a:moveTo>
                    <a:lnTo>
                      <a:pt x="7066" y="5417"/>
                    </a:lnTo>
                    <a:lnTo>
                      <a:pt x="7066" y="12017"/>
                    </a:lnTo>
                    <a:lnTo>
                      <a:pt x="1" y="19078"/>
                    </a:lnTo>
                    <a:lnTo>
                      <a:pt x="117" y="19190"/>
                    </a:lnTo>
                    <a:lnTo>
                      <a:pt x="7226" y="12081"/>
                    </a:lnTo>
                    <a:lnTo>
                      <a:pt x="7226" y="5485"/>
                    </a:lnTo>
                    <a:lnTo>
                      <a:pt x="12593" y="113"/>
                    </a:lnTo>
                    <a:lnTo>
                      <a:pt x="1248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9805572" y="1401268"/>
                <a:ext cx="562817" cy="889370"/>
              </a:xfrm>
              <a:custGeom>
                <a:rect b="b" l="l" r="r" t="t"/>
                <a:pathLst>
                  <a:path extrusionOk="0" h="10589" w="6701">
                    <a:moveTo>
                      <a:pt x="112" y="1"/>
                    </a:moveTo>
                    <a:lnTo>
                      <a:pt x="0" y="117"/>
                    </a:lnTo>
                    <a:lnTo>
                      <a:pt x="6541" y="6658"/>
                    </a:lnTo>
                    <a:lnTo>
                      <a:pt x="6541" y="10588"/>
                    </a:lnTo>
                    <a:lnTo>
                      <a:pt x="6701" y="10588"/>
                    </a:lnTo>
                    <a:lnTo>
                      <a:pt x="6701" y="6590"/>
                    </a:lnTo>
                    <a:lnTo>
                      <a:pt x="11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 name="Google Shape;87;p3"/>
            <p:cNvGrpSpPr/>
            <p:nvPr/>
          </p:nvGrpSpPr>
          <p:grpSpPr>
            <a:xfrm>
              <a:off x="562194" y="410025"/>
              <a:ext cx="258605" cy="258941"/>
              <a:chOff x="8925357" y="2817675"/>
              <a:chExt cx="258605" cy="258941"/>
            </a:xfrm>
          </p:grpSpPr>
          <p:sp>
            <p:nvSpPr>
              <p:cNvPr id="88" name="Google Shape;88;p3"/>
              <p:cNvSpPr/>
              <p:nvPr/>
            </p:nvSpPr>
            <p:spPr>
              <a:xfrm>
                <a:off x="9033956" y="2817675"/>
                <a:ext cx="41155" cy="258941"/>
              </a:xfrm>
              <a:custGeom>
                <a:rect b="b" l="l" r="r" t="t"/>
                <a:pathLst>
                  <a:path extrusionOk="0" h="3083" w="490">
                    <a:moveTo>
                      <a:pt x="1" y="1"/>
                    </a:moveTo>
                    <a:lnTo>
                      <a:pt x="1" y="3083"/>
                    </a:lnTo>
                    <a:lnTo>
                      <a:pt x="489" y="3083"/>
                    </a:lnTo>
                    <a:lnTo>
                      <a:pt x="48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p:nvPr/>
            </p:nvSpPr>
            <p:spPr>
              <a:xfrm>
                <a:off x="8925357" y="2926610"/>
                <a:ext cx="258605" cy="41155"/>
              </a:xfrm>
              <a:custGeom>
                <a:rect b="b" l="l" r="r" t="t"/>
                <a:pathLst>
                  <a:path extrusionOk="0" h="490" w="3079">
                    <a:moveTo>
                      <a:pt x="1" y="1"/>
                    </a:moveTo>
                    <a:lnTo>
                      <a:pt x="1" y="489"/>
                    </a:lnTo>
                    <a:lnTo>
                      <a:pt x="3079" y="489"/>
                    </a:lnTo>
                    <a:lnTo>
                      <a:pt x="307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 name="Google Shape;90;p3"/>
            <p:cNvGrpSpPr/>
            <p:nvPr/>
          </p:nvGrpSpPr>
          <p:grpSpPr>
            <a:xfrm rot="5400000">
              <a:off x="8467489" y="2523161"/>
              <a:ext cx="556854" cy="97176"/>
              <a:chOff x="8351789" y="4872911"/>
              <a:chExt cx="556854" cy="97176"/>
            </a:xfrm>
          </p:grpSpPr>
          <p:sp>
            <p:nvSpPr>
              <p:cNvPr id="91" name="Google Shape;91;p3"/>
              <p:cNvSpPr/>
              <p:nvPr/>
            </p:nvSpPr>
            <p:spPr>
              <a:xfrm>
                <a:off x="8351789" y="4872911"/>
                <a:ext cx="137324" cy="97176"/>
              </a:xfrm>
              <a:custGeom>
                <a:rect b="b" l="l" r="r" t="t"/>
                <a:pathLst>
                  <a:path extrusionOk="0" h="1157" w="1635">
                    <a:moveTo>
                      <a:pt x="1" y="0"/>
                    </a:moveTo>
                    <a:lnTo>
                      <a:pt x="954" y="1157"/>
                    </a:lnTo>
                    <a:lnTo>
                      <a:pt x="1634" y="1157"/>
                    </a:lnTo>
                    <a:lnTo>
                      <a:pt x="6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
              <p:cNvSpPr/>
              <p:nvPr/>
            </p:nvSpPr>
            <p:spPr>
              <a:xfrm>
                <a:off x="8456357" y="4872911"/>
                <a:ext cx="137576" cy="97176"/>
              </a:xfrm>
              <a:custGeom>
                <a:rect b="b" l="l" r="r" t="t"/>
                <a:pathLst>
                  <a:path extrusionOk="0" h="1157" w="1638">
                    <a:moveTo>
                      <a:pt x="1" y="0"/>
                    </a:moveTo>
                    <a:lnTo>
                      <a:pt x="958" y="1157"/>
                    </a:lnTo>
                    <a:lnTo>
                      <a:pt x="1638" y="1157"/>
                    </a:lnTo>
                    <a:lnTo>
                      <a:pt x="68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
              <p:cNvSpPr/>
              <p:nvPr/>
            </p:nvSpPr>
            <p:spPr>
              <a:xfrm>
                <a:off x="8561260" y="4872911"/>
                <a:ext cx="137576" cy="97176"/>
              </a:xfrm>
              <a:custGeom>
                <a:rect b="b" l="l" r="r" t="t"/>
                <a:pathLst>
                  <a:path extrusionOk="0" h="1157" w="1638">
                    <a:moveTo>
                      <a:pt x="1" y="0"/>
                    </a:moveTo>
                    <a:lnTo>
                      <a:pt x="957" y="1157"/>
                    </a:lnTo>
                    <a:lnTo>
                      <a:pt x="1638" y="1157"/>
                    </a:lnTo>
                    <a:lnTo>
                      <a:pt x="68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
              <p:cNvSpPr/>
              <p:nvPr/>
            </p:nvSpPr>
            <p:spPr>
              <a:xfrm>
                <a:off x="8666164" y="4872911"/>
                <a:ext cx="137576" cy="97176"/>
              </a:xfrm>
              <a:custGeom>
                <a:rect b="b" l="l" r="r" t="t"/>
                <a:pathLst>
                  <a:path extrusionOk="0" h="1157" w="1638">
                    <a:moveTo>
                      <a:pt x="1" y="0"/>
                    </a:moveTo>
                    <a:lnTo>
                      <a:pt x="957" y="1157"/>
                    </a:lnTo>
                    <a:lnTo>
                      <a:pt x="1638" y="1157"/>
                    </a:lnTo>
                    <a:lnTo>
                      <a:pt x="68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
              <p:cNvSpPr/>
              <p:nvPr/>
            </p:nvSpPr>
            <p:spPr>
              <a:xfrm>
                <a:off x="8771067" y="4872911"/>
                <a:ext cx="137576" cy="97176"/>
              </a:xfrm>
              <a:custGeom>
                <a:rect b="b" l="l" r="r" t="t"/>
                <a:pathLst>
                  <a:path extrusionOk="0" h="1157" w="1638">
                    <a:moveTo>
                      <a:pt x="0" y="0"/>
                    </a:moveTo>
                    <a:lnTo>
                      <a:pt x="957" y="1157"/>
                    </a:lnTo>
                    <a:lnTo>
                      <a:pt x="1638" y="1157"/>
                    </a:lnTo>
                    <a:lnTo>
                      <a:pt x="68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6" name="Google Shape;96;p3"/>
            <p:cNvSpPr/>
            <p:nvPr/>
          </p:nvSpPr>
          <p:spPr>
            <a:xfrm>
              <a:off x="7306875" y="4600447"/>
              <a:ext cx="2229499" cy="657745"/>
            </a:xfrm>
            <a:custGeom>
              <a:rect b="b" l="l" r="r" t="t"/>
              <a:pathLst>
                <a:path extrusionOk="0" h="6486" w="21985">
                  <a:moveTo>
                    <a:pt x="21784" y="1"/>
                  </a:moveTo>
                  <a:lnTo>
                    <a:pt x="19442" y="2342"/>
                  </a:lnTo>
                  <a:lnTo>
                    <a:pt x="3943" y="2342"/>
                  </a:lnTo>
                  <a:lnTo>
                    <a:pt x="0" y="6285"/>
                  </a:lnTo>
                  <a:lnTo>
                    <a:pt x="201" y="6485"/>
                  </a:lnTo>
                  <a:lnTo>
                    <a:pt x="4059" y="2626"/>
                  </a:lnTo>
                  <a:lnTo>
                    <a:pt x="19558" y="2626"/>
                  </a:lnTo>
                  <a:lnTo>
                    <a:pt x="21984" y="201"/>
                  </a:lnTo>
                  <a:lnTo>
                    <a:pt x="2178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
            <p:cNvSpPr/>
            <p:nvPr/>
          </p:nvSpPr>
          <p:spPr>
            <a:xfrm rot="-5400000">
              <a:off x="7658071" y="-461281"/>
              <a:ext cx="1325446" cy="1878100"/>
            </a:xfrm>
            <a:custGeom>
              <a:rect b="b" l="l" r="r" t="t"/>
              <a:pathLst>
                <a:path extrusionOk="0" h="22361" w="15781">
                  <a:moveTo>
                    <a:pt x="15640" y="0"/>
                  </a:moveTo>
                  <a:lnTo>
                    <a:pt x="9404" y="6237"/>
                  </a:lnTo>
                  <a:lnTo>
                    <a:pt x="9404" y="12821"/>
                  </a:lnTo>
                  <a:lnTo>
                    <a:pt x="1" y="22224"/>
                  </a:lnTo>
                  <a:lnTo>
                    <a:pt x="141" y="22360"/>
                  </a:lnTo>
                  <a:lnTo>
                    <a:pt x="9600" y="12902"/>
                  </a:lnTo>
                  <a:lnTo>
                    <a:pt x="9600" y="6317"/>
                  </a:lnTo>
                  <a:lnTo>
                    <a:pt x="15780" y="137"/>
                  </a:lnTo>
                  <a:lnTo>
                    <a:pt x="1564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3"/>
          <p:cNvSpPr txBox="1"/>
          <p:nvPr>
            <p:ph type="title"/>
          </p:nvPr>
        </p:nvSpPr>
        <p:spPr>
          <a:xfrm>
            <a:off x="1320300" y="2096633"/>
            <a:ext cx="6503400" cy="1050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7000"/>
              <a:buNone/>
              <a:defRPr sz="5500"/>
            </a:lvl1pPr>
            <a:lvl2pPr lvl="1" rtl="0" algn="ctr">
              <a:lnSpc>
                <a:spcPct val="100000"/>
              </a:lnSpc>
              <a:spcBef>
                <a:spcPts val="0"/>
              </a:spcBef>
              <a:spcAft>
                <a:spcPts val="0"/>
              </a:spcAft>
              <a:buSzPts val="5000"/>
              <a:buNone/>
              <a:defRPr sz="5000"/>
            </a:lvl2pPr>
            <a:lvl3pPr lvl="2" rtl="0" algn="ctr">
              <a:lnSpc>
                <a:spcPct val="100000"/>
              </a:lnSpc>
              <a:spcBef>
                <a:spcPts val="0"/>
              </a:spcBef>
              <a:spcAft>
                <a:spcPts val="0"/>
              </a:spcAft>
              <a:buSzPts val="5000"/>
              <a:buNone/>
              <a:defRPr sz="5000"/>
            </a:lvl3pPr>
            <a:lvl4pPr lvl="3" rtl="0" algn="ctr">
              <a:lnSpc>
                <a:spcPct val="100000"/>
              </a:lnSpc>
              <a:spcBef>
                <a:spcPts val="0"/>
              </a:spcBef>
              <a:spcAft>
                <a:spcPts val="0"/>
              </a:spcAft>
              <a:buSzPts val="5000"/>
              <a:buNone/>
              <a:defRPr sz="5000"/>
            </a:lvl4pPr>
            <a:lvl5pPr lvl="4" rtl="0" algn="ctr">
              <a:lnSpc>
                <a:spcPct val="100000"/>
              </a:lnSpc>
              <a:spcBef>
                <a:spcPts val="0"/>
              </a:spcBef>
              <a:spcAft>
                <a:spcPts val="0"/>
              </a:spcAft>
              <a:buSzPts val="5000"/>
              <a:buNone/>
              <a:defRPr sz="5000"/>
            </a:lvl5pPr>
            <a:lvl6pPr lvl="5" rtl="0" algn="ctr">
              <a:lnSpc>
                <a:spcPct val="100000"/>
              </a:lnSpc>
              <a:spcBef>
                <a:spcPts val="0"/>
              </a:spcBef>
              <a:spcAft>
                <a:spcPts val="0"/>
              </a:spcAft>
              <a:buSzPts val="5000"/>
              <a:buNone/>
              <a:defRPr sz="5000"/>
            </a:lvl6pPr>
            <a:lvl7pPr lvl="6" rtl="0" algn="ctr">
              <a:lnSpc>
                <a:spcPct val="100000"/>
              </a:lnSpc>
              <a:spcBef>
                <a:spcPts val="0"/>
              </a:spcBef>
              <a:spcAft>
                <a:spcPts val="0"/>
              </a:spcAft>
              <a:buSzPts val="5000"/>
              <a:buNone/>
              <a:defRPr sz="5000"/>
            </a:lvl7pPr>
            <a:lvl8pPr lvl="7" rtl="0" algn="ctr">
              <a:lnSpc>
                <a:spcPct val="100000"/>
              </a:lnSpc>
              <a:spcBef>
                <a:spcPts val="0"/>
              </a:spcBef>
              <a:spcAft>
                <a:spcPts val="0"/>
              </a:spcAft>
              <a:buSzPts val="5000"/>
              <a:buNone/>
              <a:defRPr sz="5000"/>
            </a:lvl8pPr>
            <a:lvl9pPr lvl="8" rtl="0" algn="ctr">
              <a:lnSpc>
                <a:spcPct val="100000"/>
              </a:lnSpc>
              <a:spcBef>
                <a:spcPts val="0"/>
              </a:spcBef>
              <a:spcAft>
                <a:spcPts val="0"/>
              </a:spcAft>
              <a:buSzPts val="5000"/>
              <a:buNone/>
              <a:defRPr sz="5000"/>
            </a:lvl9pPr>
          </a:lstStyle>
          <a:p/>
        </p:txBody>
      </p:sp>
      <p:sp>
        <p:nvSpPr>
          <p:cNvPr id="99" name="Google Shape;99;p3"/>
          <p:cNvSpPr txBox="1"/>
          <p:nvPr>
            <p:ph hasCustomPrompt="1" idx="2" type="title"/>
          </p:nvPr>
        </p:nvSpPr>
        <p:spPr>
          <a:xfrm>
            <a:off x="3915450" y="1163052"/>
            <a:ext cx="1313100" cy="771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5000"/>
              <a:buNone/>
              <a:defRPr sz="5500"/>
            </a:lvl1pPr>
            <a:lvl2pPr lvl="1" rtl="0" algn="ctr">
              <a:lnSpc>
                <a:spcPct val="100000"/>
              </a:lnSpc>
              <a:spcBef>
                <a:spcPts val="0"/>
              </a:spcBef>
              <a:spcAft>
                <a:spcPts val="0"/>
              </a:spcAft>
              <a:buSzPts val="5000"/>
              <a:buNone/>
              <a:defRPr sz="5000"/>
            </a:lvl2pPr>
            <a:lvl3pPr lvl="2" rtl="0" algn="ctr">
              <a:lnSpc>
                <a:spcPct val="100000"/>
              </a:lnSpc>
              <a:spcBef>
                <a:spcPts val="0"/>
              </a:spcBef>
              <a:spcAft>
                <a:spcPts val="0"/>
              </a:spcAft>
              <a:buSzPts val="5000"/>
              <a:buNone/>
              <a:defRPr sz="5000"/>
            </a:lvl3pPr>
            <a:lvl4pPr lvl="3" rtl="0" algn="ctr">
              <a:lnSpc>
                <a:spcPct val="100000"/>
              </a:lnSpc>
              <a:spcBef>
                <a:spcPts val="0"/>
              </a:spcBef>
              <a:spcAft>
                <a:spcPts val="0"/>
              </a:spcAft>
              <a:buSzPts val="5000"/>
              <a:buNone/>
              <a:defRPr sz="5000"/>
            </a:lvl4pPr>
            <a:lvl5pPr lvl="4" rtl="0" algn="ctr">
              <a:lnSpc>
                <a:spcPct val="100000"/>
              </a:lnSpc>
              <a:spcBef>
                <a:spcPts val="0"/>
              </a:spcBef>
              <a:spcAft>
                <a:spcPts val="0"/>
              </a:spcAft>
              <a:buSzPts val="5000"/>
              <a:buNone/>
              <a:defRPr sz="5000"/>
            </a:lvl5pPr>
            <a:lvl6pPr lvl="5" rtl="0" algn="ctr">
              <a:lnSpc>
                <a:spcPct val="100000"/>
              </a:lnSpc>
              <a:spcBef>
                <a:spcPts val="0"/>
              </a:spcBef>
              <a:spcAft>
                <a:spcPts val="0"/>
              </a:spcAft>
              <a:buSzPts val="5000"/>
              <a:buNone/>
              <a:defRPr sz="5000"/>
            </a:lvl6pPr>
            <a:lvl7pPr lvl="6" rtl="0" algn="ctr">
              <a:lnSpc>
                <a:spcPct val="100000"/>
              </a:lnSpc>
              <a:spcBef>
                <a:spcPts val="0"/>
              </a:spcBef>
              <a:spcAft>
                <a:spcPts val="0"/>
              </a:spcAft>
              <a:buSzPts val="5000"/>
              <a:buNone/>
              <a:defRPr sz="5000"/>
            </a:lvl7pPr>
            <a:lvl8pPr lvl="7" rtl="0" algn="ctr">
              <a:lnSpc>
                <a:spcPct val="100000"/>
              </a:lnSpc>
              <a:spcBef>
                <a:spcPts val="0"/>
              </a:spcBef>
              <a:spcAft>
                <a:spcPts val="0"/>
              </a:spcAft>
              <a:buSzPts val="5000"/>
              <a:buNone/>
              <a:defRPr sz="5000"/>
            </a:lvl8pPr>
            <a:lvl9pPr lvl="8" rtl="0" algn="ctr">
              <a:lnSpc>
                <a:spcPct val="100000"/>
              </a:lnSpc>
              <a:spcBef>
                <a:spcPts val="0"/>
              </a:spcBef>
              <a:spcAft>
                <a:spcPts val="0"/>
              </a:spcAft>
              <a:buSzPts val="5000"/>
              <a:buNone/>
              <a:defRPr sz="5000"/>
            </a:lvl9pPr>
          </a:lstStyle>
          <a:p>
            <a:r>
              <a:t>xx%</a:t>
            </a:r>
          </a:p>
        </p:txBody>
      </p:sp>
      <p:sp>
        <p:nvSpPr>
          <p:cNvPr id="100" name="Google Shape;100;p3"/>
          <p:cNvSpPr txBox="1"/>
          <p:nvPr>
            <p:ph idx="1" type="subTitle"/>
          </p:nvPr>
        </p:nvSpPr>
        <p:spPr>
          <a:xfrm>
            <a:off x="3052350" y="3267278"/>
            <a:ext cx="3039300" cy="699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800"/>
            </a:lvl1pPr>
            <a:lvl2pPr lvl="1" rtl="0" algn="ctr">
              <a:lnSpc>
                <a:spcPct val="100000"/>
              </a:lnSpc>
              <a:spcBef>
                <a:spcPts val="0"/>
              </a:spcBef>
              <a:spcAft>
                <a:spcPts val="0"/>
              </a:spcAft>
              <a:buNone/>
              <a:defRPr sz="1800"/>
            </a:lvl2pPr>
            <a:lvl3pPr lvl="2" rtl="0" algn="ctr">
              <a:lnSpc>
                <a:spcPct val="100000"/>
              </a:lnSpc>
              <a:spcBef>
                <a:spcPts val="0"/>
              </a:spcBef>
              <a:spcAft>
                <a:spcPts val="0"/>
              </a:spcAft>
              <a:buNone/>
              <a:defRPr sz="1800"/>
            </a:lvl3pPr>
            <a:lvl4pPr lvl="3" rtl="0" algn="ctr">
              <a:lnSpc>
                <a:spcPct val="100000"/>
              </a:lnSpc>
              <a:spcBef>
                <a:spcPts val="0"/>
              </a:spcBef>
              <a:spcAft>
                <a:spcPts val="0"/>
              </a:spcAft>
              <a:buNone/>
              <a:defRPr sz="1800"/>
            </a:lvl4pPr>
            <a:lvl5pPr lvl="4" rtl="0" algn="ctr">
              <a:lnSpc>
                <a:spcPct val="100000"/>
              </a:lnSpc>
              <a:spcBef>
                <a:spcPts val="0"/>
              </a:spcBef>
              <a:spcAft>
                <a:spcPts val="0"/>
              </a:spcAft>
              <a:buNone/>
              <a:defRPr sz="1800"/>
            </a:lvl5pPr>
            <a:lvl6pPr lvl="5" rtl="0" algn="ctr">
              <a:lnSpc>
                <a:spcPct val="100000"/>
              </a:lnSpc>
              <a:spcBef>
                <a:spcPts val="0"/>
              </a:spcBef>
              <a:spcAft>
                <a:spcPts val="0"/>
              </a:spcAft>
              <a:buNone/>
              <a:defRPr sz="1800"/>
            </a:lvl6pPr>
            <a:lvl7pPr lvl="6" rtl="0" algn="ctr">
              <a:lnSpc>
                <a:spcPct val="100000"/>
              </a:lnSpc>
              <a:spcBef>
                <a:spcPts val="0"/>
              </a:spcBef>
              <a:spcAft>
                <a:spcPts val="0"/>
              </a:spcAft>
              <a:buNone/>
              <a:defRPr sz="1800"/>
            </a:lvl7pPr>
            <a:lvl8pPr lvl="7" rtl="0" algn="ctr">
              <a:lnSpc>
                <a:spcPct val="100000"/>
              </a:lnSpc>
              <a:spcBef>
                <a:spcPts val="0"/>
              </a:spcBef>
              <a:spcAft>
                <a:spcPts val="0"/>
              </a:spcAft>
              <a:buNone/>
              <a:defRPr sz="1800"/>
            </a:lvl8pPr>
            <a:lvl9pPr lvl="8" rtl="0" algn="ctr">
              <a:lnSpc>
                <a:spcPct val="100000"/>
              </a:lnSpc>
              <a:spcBef>
                <a:spcPts val="0"/>
              </a:spcBef>
              <a:spcAft>
                <a:spcPts val="0"/>
              </a:spcAft>
              <a:buNone/>
              <a:defRPr sz="18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1" name="Shape 101"/>
        <p:cNvGrpSpPr/>
        <p:nvPr/>
      </p:nvGrpSpPr>
      <p:grpSpPr>
        <a:xfrm>
          <a:off x="0" y="0"/>
          <a:ext cx="0" cy="0"/>
          <a:chOff x="0" y="0"/>
          <a:chExt cx="0" cy="0"/>
        </a:xfrm>
      </p:grpSpPr>
      <p:grpSp>
        <p:nvGrpSpPr>
          <p:cNvPr id="102" name="Google Shape;102;p4"/>
          <p:cNvGrpSpPr/>
          <p:nvPr/>
        </p:nvGrpSpPr>
        <p:grpSpPr>
          <a:xfrm>
            <a:off x="-859697" y="-661345"/>
            <a:ext cx="2552998" cy="2062932"/>
            <a:chOff x="-859697" y="-661345"/>
            <a:chExt cx="2552998" cy="2062932"/>
          </a:xfrm>
        </p:grpSpPr>
        <p:sp>
          <p:nvSpPr>
            <p:cNvPr id="103" name="Google Shape;103;p4"/>
            <p:cNvSpPr/>
            <p:nvPr/>
          </p:nvSpPr>
          <p:spPr>
            <a:xfrm>
              <a:off x="-859697" y="-661345"/>
              <a:ext cx="2552998" cy="1507261"/>
            </a:xfrm>
            <a:custGeom>
              <a:rect b="b" l="l" r="r" t="t"/>
              <a:pathLst>
                <a:path extrusionOk="0" h="10160" w="17209">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
            <p:cNvSpPr/>
            <p:nvPr/>
          </p:nvSpPr>
          <p:spPr>
            <a:xfrm>
              <a:off x="-107627" y="-466741"/>
              <a:ext cx="1226141" cy="1868328"/>
            </a:xfrm>
            <a:custGeom>
              <a:rect b="b" l="l" r="r" t="t"/>
              <a:pathLst>
                <a:path extrusionOk="0" h="14823" w="9728">
                  <a:moveTo>
                    <a:pt x="9640" y="0"/>
                  </a:moveTo>
                  <a:lnTo>
                    <a:pt x="4148" y="5492"/>
                  </a:lnTo>
                  <a:lnTo>
                    <a:pt x="4148" y="10588"/>
                  </a:lnTo>
                  <a:lnTo>
                    <a:pt x="1" y="14735"/>
                  </a:lnTo>
                  <a:lnTo>
                    <a:pt x="89" y="14823"/>
                  </a:lnTo>
                  <a:lnTo>
                    <a:pt x="4272" y="10640"/>
                  </a:lnTo>
                  <a:lnTo>
                    <a:pt x="4272" y="5544"/>
                  </a:lnTo>
                  <a:lnTo>
                    <a:pt x="9728" y="88"/>
                  </a:lnTo>
                  <a:lnTo>
                    <a:pt x="964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 name="Google Shape;105;p4"/>
          <p:cNvGrpSpPr/>
          <p:nvPr/>
        </p:nvGrpSpPr>
        <p:grpSpPr>
          <a:xfrm>
            <a:off x="7218415" y="1051567"/>
            <a:ext cx="3942356" cy="4639226"/>
            <a:chOff x="7276179" y="1051567"/>
            <a:chExt cx="3942356" cy="4639226"/>
          </a:xfrm>
        </p:grpSpPr>
        <p:sp>
          <p:nvSpPr>
            <p:cNvPr id="106" name="Google Shape;106;p4"/>
            <p:cNvSpPr/>
            <p:nvPr/>
          </p:nvSpPr>
          <p:spPr>
            <a:xfrm>
              <a:off x="7276179" y="3686213"/>
              <a:ext cx="3031826" cy="2004580"/>
            </a:xfrm>
            <a:custGeom>
              <a:rect b="b" l="l" r="r" t="t"/>
              <a:pathLst>
                <a:path extrusionOk="0" h="15904" w="24054">
                  <a:moveTo>
                    <a:pt x="17228" y="0"/>
                  </a:moveTo>
                  <a:lnTo>
                    <a:pt x="9955" y="7274"/>
                  </a:lnTo>
                  <a:lnTo>
                    <a:pt x="6725" y="7274"/>
                  </a:lnTo>
                  <a:lnTo>
                    <a:pt x="2610" y="11384"/>
                  </a:lnTo>
                  <a:lnTo>
                    <a:pt x="2610" y="13298"/>
                  </a:lnTo>
                  <a:lnTo>
                    <a:pt x="0" y="15904"/>
                  </a:lnTo>
                  <a:lnTo>
                    <a:pt x="7093" y="15904"/>
                  </a:lnTo>
                  <a:lnTo>
                    <a:pt x="12993" y="10003"/>
                  </a:lnTo>
                  <a:lnTo>
                    <a:pt x="15207" y="10003"/>
                  </a:lnTo>
                  <a:lnTo>
                    <a:pt x="19494" y="5716"/>
                  </a:lnTo>
                  <a:lnTo>
                    <a:pt x="19494" y="4560"/>
                  </a:lnTo>
                  <a:lnTo>
                    <a:pt x="2405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7" name="Google Shape;107;p4"/>
            <p:cNvGrpSpPr/>
            <p:nvPr/>
          </p:nvGrpSpPr>
          <p:grpSpPr>
            <a:xfrm>
              <a:off x="8615789" y="1051567"/>
              <a:ext cx="2602747" cy="3802366"/>
              <a:chOff x="278245" y="-112475"/>
              <a:chExt cx="2281910" cy="3333654"/>
            </a:xfrm>
          </p:grpSpPr>
          <p:grpSp>
            <p:nvGrpSpPr>
              <p:cNvPr id="108" name="Google Shape;108;p4"/>
              <p:cNvGrpSpPr/>
              <p:nvPr/>
            </p:nvGrpSpPr>
            <p:grpSpPr>
              <a:xfrm>
                <a:off x="278245" y="-112475"/>
                <a:ext cx="2281910" cy="3264909"/>
                <a:chOff x="1181475" y="2060725"/>
                <a:chExt cx="600250" cy="858825"/>
              </a:xfrm>
            </p:grpSpPr>
            <p:sp>
              <p:nvSpPr>
                <p:cNvPr id="109" name="Google Shape;109;p4"/>
                <p:cNvSpPr/>
                <p:nvPr/>
              </p:nvSpPr>
              <p:spPr>
                <a:xfrm>
                  <a:off x="1181475" y="2060725"/>
                  <a:ext cx="600250" cy="858825"/>
                </a:xfrm>
                <a:custGeom>
                  <a:rect b="b" l="l" r="r" t="t"/>
                  <a:pathLst>
                    <a:path extrusionOk="0" h="34353" w="24010">
                      <a:moveTo>
                        <a:pt x="23789" y="1"/>
                      </a:moveTo>
                      <a:lnTo>
                        <a:pt x="15584" y="8210"/>
                      </a:lnTo>
                      <a:lnTo>
                        <a:pt x="9043" y="8210"/>
                      </a:lnTo>
                      <a:lnTo>
                        <a:pt x="8995" y="8254"/>
                      </a:lnTo>
                      <a:lnTo>
                        <a:pt x="1" y="17249"/>
                      </a:lnTo>
                      <a:lnTo>
                        <a:pt x="1" y="20091"/>
                      </a:lnTo>
                      <a:lnTo>
                        <a:pt x="5493" y="25583"/>
                      </a:lnTo>
                      <a:lnTo>
                        <a:pt x="5493" y="30098"/>
                      </a:lnTo>
                      <a:lnTo>
                        <a:pt x="1458" y="34137"/>
                      </a:lnTo>
                      <a:lnTo>
                        <a:pt x="1678" y="34353"/>
                      </a:lnTo>
                      <a:lnTo>
                        <a:pt x="5805" y="30226"/>
                      </a:lnTo>
                      <a:lnTo>
                        <a:pt x="5805" y="25454"/>
                      </a:lnTo>
                      <a:lnTo>
                        <a:pt x="313" y="19963"/>
                      </a:lnTo>
                      <a:lnTo>
                        <a:pt x="313" y="17377"/>
                      </a:lnTo>
                      <a:lnTo>
                        <a:pt x="9171" y="8519"/>
                      </a:lnTo>
                      <a:lnTo>
                        <a:pt x="15712" y="8519"/>
                      </a:lnTo>
                      <a:lnTo>
                        <a:pt x="15756" y="8475"/>
                      </a:lnTo>
                      <a:lnTo>
                        <a:pt x="24010" y="221"/>
                      </a:lnTo>
                      <a:lnTo>
                        <a:pt x="2378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p:nvPr/>
              </p:nvSpPr>
              <p:spPr>
                <a:xfrm>
                  <a:off x="1194400" y="2571875"/>
                  <a:ext cx="129400" cy="204375"/>
                </a:xfrm>
                <a:custGeom>
                  <a:rect b="b" l="l" r="r" t="t"/>
                  <a:pathLst>
                    <a:path extrusionOk="0" h="8175" w="5176">
                      <a:moveTo>
                        <a:pt x="0" y="1"/>
                      </a:moveTo>
                      <a:lnTo>
                        <a:pt x="0" y="3087"/>
                      </a:lnTo>
                      <a:lnTo>
                        <a:pt x="5088" y="8175"/>
                      </a:lnTo>
                      <a:lnTo>
                        <a:pt x="5176" y="8087"/>
                      </a:lnTo>
                      <a:lnTo>
                        <a:pt x="124" y="3035"/>
                      </a:lnTo>
                      <a:lnTo>
                        <a:pt x="1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 name="Google Shape;111;p4"/>
              <p:cNvSpPr/>
              <p:nvPr/>
            </p:nvSpPr>
            <p:spPr>
              <a:xfrm>
                <a:off x="336260" y="3109317"/>
                <a:ext cx="130395" cy="111862"/>
              </a:xfrm>
              <a:custGeom>
                <a:rect b="b" l="l" r="r" t="t"/>
                <a:pathLst>
                  <a:path extrusionOk="0" h="1177" w="1372">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2" name="Google Shape;112;p4"/>
          <p:cNvSpPr txBox="1"/>
          <p:nvPr>
            <p:ph idx="1" type="body"/>
          </p:nvPr>
        </p:nvSpPr>
        <p:spPr>
          <a:xfrm>
            <a:off x="720000" y="1098950"/>
            <a:ext cx="7704000" cy="3509700"/>
          </a:xfrm>
          <a:prstGeom prst="rect">
            <a:avLst/>
          </a:prstGeom>
        </p:spPr>
        <p:txBody>
          <a:bodyPr anchorCtr="0" anchor="ctr" bIns="91425" lIns="91425" spcFirstLastPara="1" rIns="91425" wrap="square" tIns="91425">
            <a:noAutofit/>
          </a:bodyPr>
          <a:lstStyle>
            <a:lvl1pPr indent="-304800" lvl="0" marL="457200">
              <a:lnSpc>
                <a:spcPct val="100000"/>
              </a:lnSpc>
              <a:spcBef>
                <a:spcPts val="0"/>
              </a:spcBef>
              <a:spcAft>
                <a:spcPts val="0"/>
              </a:spcAft>
              <a:buClr>
                <a:schemeClr val="dk2"/>
              </a:buClr>
              <a:buSzPts val="1200"/>
              <a:buAutoNum type="arabicPeriod"/>
              <a:defRPr sz="1200"/>
            </a:lvl1pPr>
            <a:lvl2pPr indent="-304800" lvl="1" marL="914400">
              <a:lnSpc>
                <a:spcPct val="100000"/>
              </a:lnSpc>
              <a:spcBef>
                <a:spcPts val="0"/>
              </a:spcBef>
              <a:spcAft>
                <a:spcPts val="0"/>
              </a:spcAft>
              <a:buClr>
                <a:srgbClr val="434343"/>
              </a:buClr>
              <a:buSzPts val="1200"/>
              <a:buFont typeface="Roboto Condensed Light"/>
              <a:buAutoNum type="alphaLcPeriod"/>
              <a:defRPr sz="1200"/>
            </a:lvl2pPr>
            <a:lvl3pPr indent="-304800" lvl="2" marL="1371600">
              <a:lnSpc>
                <a:spcPct val="100000"/>
              </a:lnSpc>
              <a:spcBef>
                <a:spcPts val="0"/>
              </a:spcBef>
              <a:spcAft>
                <a:spcPts val="0"/>
              </a:spcAft>
              <a:buClr>
                <a:srgbClr val="434343"/>
              </a:buClr>
              <a:buSzPts val="1200"/>
              <a:buFont typeface="Roboto Condensed Light"/>
              <a:buAutoNum type="romanLcPeriod"/>
              <a:defRPr sz="1200"/>
            </a:lvl3pPr>
            <a:lvl4pPr indent="-304800" lvl="3" marL="1828800">
              <a:lnSpc>
                <a:spcPct val="100000"/>
              </a:lnSpc>
              <a:spcBef>
                <a:spcPts val="0"/>
              </a:spcBef>
              <a:spcAft>
                <a:spcPts val="0"/>
              </a:spcAft>
              <a:buClr>
                <a:srgbClr val="434343"/>
              </a:buClr>
              <a:buSzPts val="1200"/>
              <a:buFont typeface="Roboto Condensed Light"/>
              <a:buAutoNum type="arabicPeriod"/>
              <a:defRPr sz="1200"/>
            </a:lvl4pPr>
            <a:lvl5pPr indent="-304800" lvl="4" marL="2286000">
              <a:lnSpc>
                <a:spcPct val="100000"/>
              </a:lnSpc>
              <a:spcBef>
                <a:spcPts val="0"/>
              </a:spcBef>
              <a:spcAft>
                <a:spcPts val="0"/>
              </a:spcAft>
              <a:buClr>
                <a:srgbClr val="434343"/>
              </a:buClr>
              <a:buSzPts val="1200"/>
              <a:buFont typeface="Roboto Condensed Light"/>
              <a:buAutoNum type="alphaLcPeriod"/>
              <a:defRPr sz="1200"/>
            </a:lvl5pPr>
            <a:lvl6pPr indent="-304800" lvl="5" marL="2743200">
              <a:lnSpc>
                <a:spcPct val="100000"/>
              </a:lnSpc>
              <a:spcBef>
                <a:spcPts val="0"/>
              </a:spcBef>
              <a:spcAft>
                <a:spcPts val="0"/>
              </a:spcAft>
              <a:buClr>
                <a:srgbClr val="434343"/>
              </a:buClr>
              <a:buSzPts val="1200"/>
              <a:buFont typeface="Roboto Condensed Light"/>
              <a:buAutoNum type="romanLcPeriod"/>
              <a:defRPr sz="1200"/>
            </a:lvl6pPr>
            <a:lvl7pPr indent="-304800" lvl="6" marL="3200400">
              <a:lnSpc>
                <a:spcPct val="100000"/>
              </a:lnSpc>
              <a:spcBef>
                <a:spcPts val="0"/>
              </a:spcBef>
              <a:spcAft>
                <a:spcPts val="0"/>
              </a:spcAft>
              <a:buClr>
                <a:srgbClr val="434343"/>
              </a:buClr>
              <a:buSzPts val="1200"/>
              <a:buFont typeface="Roboto Condensed Light"/>
              <a:buAutoNum type="arabicPeriod"/>
              <a:defRPr sz="1200"/>
            </a:lvl7pPr>
            <a:lvl8pPr indent="-304800" lvl="7" marL="3657600">
              <a:lnSpc>
                <a:spcPct val="100000"/>
              </a:lnSpc>
              <a:spcBef>
                <a:spcPts val="0"/>
              </a:spcBef>
              <a:spcAft>
                <a:spcPts val="0"/>
              </a:spcAft>
              <a:buClr>
                <a:srgbClr val="434343"/>
              </a:buClr>
              <a:buSzPts val="1200"/>
              <a:buFont typeface="Roboto Condensed Light"/>
              <a:buAutoNum type="alphaLcPeriod"/>
              <a:defRPr sz="1200"/>
            </a:lvl8pPr>
            <a:lvl9pPr indent="-304800" lvl="8" marL="4114800">
              <a:lnSpc>
                <a:spcPct val="100000"/>
              </a:lnSpc>
              <a:spcBef>
                <a:spcPts val="0"/>
              </a:spcBef>
              <a:spcAft>
                <a:spcPts val="0"/>
              </a:spcAft>
              <a:buClr>
                <a:srgbClr val="434343"/>
              </a:buClr>
              <a:buSzPts val="1200"/>
              <a:buFont typeface="Roboto Condensed Light"/>
              <a:buAutoNum type="romanLcPeriod"/>
              <a:defRPr sz="1200"/>
            </a:lvl9pPr>
          </a:lstStyle>
          <a:p/>
        </p:txBody>
      </p:sp>
      <p:sp>
        <p:nvSpPr>
          <p:cNvPr id="113" name="Google Shape;113;p4"/>
          <p:cNvSpPr txBox="1"/>
          <p:nvPr>
            <p:ph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3000"/>
              <a:buFont typeface="Fredoka One"/>
              <a:buNone/>
              <a:defRPr/>
            </a:lvl1pPr>
            <a:lvl2pPr lvl="1" rtl="0" algn="ctr">
              <a:spcBef>
                <a:spcPts val="0"/>
              </a:spcBef>
              <a:spcAft>
                <a:spcPts val="0"/>
              </a:spcAft>
              <a:buSzPts val="3000"/>
              <a:buFont typeface="Fredoka One"/>
              <a:buNone/>
              <a:defRPr sz="3000">
                <a:latin typeface="Fredoka One"/>
                <a:ea typeface="Fredoka One"/>
                <a:cs typeface="Fredoka One"/>
                <a:sym typeface="Fredoka One"/>
              </a:defRPr>
            </a:lvl2pPr>
            <a:lvl3pPr lvl="2" rtl="0" algn="ctr">
              <a:spcBef>
                <a:spcPts val="0"/>
              </a:spcBef>
              <a:spcAft>
                <a:spcPts val="0"/>
              </a:spcAft>
              <a:buSzPts val="3000"/>
              <a:buFont typeface="Fredoka One"/>
              <a:buNone/>
              <a:defRPr sz="3000">
                <a:latin typeface="Fredoka One"/>
                <a:ea typeface="Fredoka One"/>
                <a:cs typeface="Fredoka One"/>
                <a:sym typeface="Fredoka One"/>
              </a:defRPr>
            </a:lvl3pPr>
            <a:lvl4pPr lvl="3" rtl="0" algn="ctr">
              <a:spcBef>
                <a:spcPts val="0"/>
              </a:spcBef>
              <a:spcAft>
                <a:spcPts val="0"/>
              </a:spcAft>
              <a:buSzPts val="3000"/>
              <a:buFont typeface="Fredoka One"/>
              <a:buNone/>
              <a:defRPr sz="3000">
                <a:latin typeface="Fredoka One"/>
                <a:ea typeface="Fredoka One"/>
                <a:cs typeface="Fredoka One"/>
                <a:sym typeface="Fredoka One"/>
              </a:defRPr>
            </a:lvl4pPr>
            <a:lvl5pPr lvl="4" rtl="0" algn="ctr">
              <a:spcBef>
                <a:spcPts val="0"/>
              </a:spcBef>
              <a:spcAft>
                <a:spcPts val="0"/>
              </a:spcAft>
              <a:buSzPts val="3000"/>
              <a:buFont typeface="Fredoka One"/>
              <a:buNone/>
              <a:defRPr sz="3000">
                <a:latin typeface="Fredoka One"/>
                <a:ea typeface="Fredoka One"/>
                <a:cs typeface="Fredoka One"/>
                <a:sym typeface="Fredoka One"/>
              </a:defRPr>
            </a:lvl5pPr>
            <a:lvl6pPr lvl="5" rtl="0" algn="ctr">
              <a:spcBef>
                <a:spcPts val="0"/>
              </a:spcBef>
              <a:spcAft>
                <a:spcPts val="0"/>
              </a:spcAft>
              <a:buSzPts val="3000"/>
              <a:buFont typeface="Fredoka One"/>
              <a:buNone/>
              <a:defRPr sz="3000">
                <a:latin typeface="Fredoka One"/>
                <a:ea typeface="Fredoka One"/>
                <a:cs typeface="Fredoka One"/>
                <a:sym typeface="Fredoka One"/>
              </a:defRPr>
            </a:lvl6pPr>
            <a:lvl7pPr lvl="6" rtl="0" algn="ctr">
              <a:spcBef>
                <a:spcPts val="0"/>
              </a:spcBef>
              <a:spcAft>
                <a:spcPts val="0"/>
              </a:spcAft>
              <a:buSzPts val="3000"/>
              <a:buFont typeface="Fredoka One"/>
              <a:buNone/>
              <a:defRPr sz="3000">
                <a:latin typeface="Fredoka One"/>
                <a:ea typeface="Fredoka One"/>
                <a:cs typeface="Fredoka One"/>
                <a:sym typeface="Fredoka One"/>
              </a:defRPr>
            </a:lvl7pPr>
            <a:lvl8pPr lvl="7" rtl="0" algn="ctr">
              <a:spcBef>
                <a:spcPts val="0"/>
              </a:spcBef>
              <a:spcAft>
                <a:spcPts val="0"/>
              </a:spcAft>
              <a:buSzPts val="3000"/>
              <a:buFont typeface="Fredoka One"/>
              <a:buNone/>
              <a:defRPr sz="3000">
                <a:latin typeface="Fredoka One"/>
                <a:ea typeface="Fredoka One"/>
                <a:cs typeface="Fredoka One"/>
                <a:sym typeface="Fredoka One"/>
              </a:defRPr>
            </a:lvl8pPr>
            <a:lvl9pPr lvl="8" rtl="0" algn="ctr">
              <a:spcBef>
                <a:spcPts val="0"/>
              </a:spcBef>
              <a:spcAft>
                <a:spcPts val="0"/>
              </a:spcAft>
              <a:buSzPts val="3000"/>
              <a:buFont typeface="Fredoka One"/>
              <a:buNone/>
              <a:defRPr sz="3000">
                <a:latin typeface="Fredoka One"/>
                <a:ea typeface="Fredoka One"/>
                <a:cs typeface="Fredoka One"/>
                <a:sym typeface="Fredoka 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4" name="Shape 114"/>
        <p:cNvGrpSpPr/>
        <p:nvPr/>
      </p:nvGrpSpPr>
      <p:grpSpPr>
        <a:xfrm>
          <a:off x="0" y="0"/>
          <a:ext cx="0" cy="0"/>
          <a:chOff x="0" y="0"/>
          <a:chExt cx="0" cy="0"/>
        </a:xfrm>
      </p:grpSpPr>
      <p:grpSp>
        <p:nvGrpSpPr>
          <p:cNvPr id="115" name="Google Shape;115;p5"/>
          <p:cNvGrpSpPr/>
          <p:nvPr/>
        </p:nvGrpSpPr>
        <p:grpSpPr>
          <a:xfrm>
            <a:off x="5368428" y="-2371849"/>
            <a:ext cx="7166740" cy="6435526"/>
            <a:chOff x="5368428" y="-2371849"/>
            <a:chExt cx="7166740" cy="6435526"/>
          </a:xfrm>
        </p:grpSpPr>
        <p:sp>
          <p:nvSpPr>
            <p:cNvPr id="116" name="Google Shape;116;p5"/>
            <p:cNvSpPr/>
            <p:nvPr/>
          </p:nvSpPr>
          <p:spPr>
            <a:xfrm>
              <a:off x="5368428" y="-2371849"/>
              <a:ext cx="7166740" cy="6435526"/>
            </a:xfrm>
            <a:custGeom>
              <a:rect b="b" l="l" r="r" t="t"/>
              <a:pathLst>
                <a:path extrusionOk="0" h="64222" w="71519">
                  <a:moveTo>
                    <a:pt x="160" y="0"/>
                  </a:moveTo>
                  <a:lnTo>
                    <a:pt x="0" y="160"/>
                  </a:lnTo>
                  <a:lnTo>
                    <a:pt x="26919" y="27079"/>
                  </a:lnTo>
                  <a:lnTo>
                    <a:pt x="26919" y="27956"/>
                  </a:lnTo>
                  <a:lnTo>
                    <a:pt x="30762" y="31798"/>
                  </a:lnTo>
                  <a:lnTo>
                    <a:pt x="32743" y="31798"/>
                  </a:lnTo>
                  <a:lnTo>
                    <a:pt x="38031" y="37086"/>
                  </a:lnTo>
                  <a:lnTo>
                    <a:pt x="44224" y="37086"/>
                  </a:lnTo>
                  <a:lnTo>
                    <a:pt x="71359" y="64221"/>
                  </a:lnTo>
                  <a:lnTo>
                    <a:pt x="71519" y="64061"/>
                  </a:lnTo>
                  <a:lnTo>
                    <a:pt x="42046" y="34588"/>
                  </a:lnTo>
                  <a:lnTo>
                    <a:pt x="42046" y="33035"/>
                  </a:lnTo>
                  <a:lnTo>
                    <a:pt x="38359" y="29353"/>
                  </a:lnTo>
                  <a:lnTo>
                    <a:pt x="35465" y="29353"/>
                  </a:lnTo>
                  <a:lnTo>
                    <a:pt x="28949" y="22836"/>
                  </a:lnTo>
                  <a:lnTo>
                    <a:pt x="22993" y="22836"/>
                  </a:lnTo>
                  <a:lnTo>
                    <a:pt x="16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7" name="Google Shape;117;p5"/>
            <p:cNvGrpSpPr/>
            <p:nvPr/>
          </p:nvGrpSpPr>
          <p:grpSpPr>
            <a:xfrm flipH="1" rot="-5400000">
              <a:off x="8268109" y="1815891"/>
              <a:ext cx="618213" cy="306426"/>
              <a:chOff x="5989375" y="1843575"/>
              <a:chExt cx="136525" cy="67675"/>
            </a:xfrm>
          </p:grpSpPr>
          <p:sp>
            <p:nvSpPr>
              <p:cNvPr id="118" name="Google Shape;118;p5"/>
              <p:cNvSpPr/>
              <p:nvPr/>
            </p:nvSpPr>
            <p:spPr>
              <a:xfrm>
                <a:off x="6047225" y="1843575"/>
                <a:ext cx="20525" cy="20550"/>
              </a:xfrm>
              <a:custGeom>
                <a:rect b="b" l="l" r="r" t="t"/>
                <a:pathLst>
                  <a:path extrusionOk="0" h="822" w="821">
                    <a:moveTo>
                      <a:pt x="709" y="0"/>
                    </a:moveTo>
                    <a:lnTo>
                      <a:pt x="0" y="709"/>
                    </a:lnTo>
                    <a:lnTo>
                      <a:pt x="112" y="821"/>
                    </a:lnTo>
                    <a:lnTo>
                      <a:pt x="821" y="113"/>
                    </a:lnTo>
                    <a:lnTo>
                      <a:pt x="70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5"/>
              <p:cNvSpPr/>
              <p:nvPr/>
            </p:nvSpPr>
            <p:spPr>
              <a:xfrm>
                <a:off x="6047225" y="1843575"/>
                <a:ext cx="20525" cy="20550"/>
              </a:xfrm>
              <a:custGeom>
                <a:rect b="b" l="l" r="r" t="t"/>
                <a:pathLst>
                  <a:path extrusionOk="0" h="822" w="821">
                    <a:moveTo>
                      <a:pt x="112" y="0"/>
                    </a:moveTo>
                    <a:lnTo>
                      <a:pt x="0" y="113"/>
                    </a:lnTo>
                    <a:lnTo>
                      <a:pt x="709" y="821"/>
                    </a:lnTo>
                    <a:lnTo>
                      <a:pt x="821" y="709"/>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5"/>
              <p:cNvSpPr/>
              <p:nvPr/>
            </p:nvSpPr>
            <p:spPr>
              <a:xfrm>
                <a:off x="5989475" y="1843675"/>
                <a:ext cx="20650" cy="20550"/>
              </a:xfrm>
              <a:custGeom>
                <a:rect b="b" l="l" r="r" t="t"/>
                <a:pathLst>
                  <a:path extrusionOk="0" h="822" w="826">
                    <a:moveTo>
                      <a:pt x="713" y="0"/>
                    </a:moveTo>
                    <a:lnTo>
                      <a:pt x="1" y="709"/>
                    </a:lnTo>
                    <a:lnTo>
                      <a:pt x="113" y="821"/>
                    </a:lnTo>
                    <a:lnTo>
                      <a:pt x="825" y="113"/>
                    </a:lnTo>
                    <a:lnTo>
                      <a:pt x="71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
              <p:cNvSpPr/>
              <p:nvPr/>
            </p:nvSpPr>
            <p:spPr>
              <a:xfrm>
                <a:off x="5989375" y="1843575"/>
                <a:ext cx="20650" cy="20550"/>
              </a:xfrm>
              <a:custGeom>
                <a:rect b="b" l="l" r="r" t="t"/>
                <a:pathLst>
                  <a:path extrusionOk="0" h="822" w="826">
                    <a:moveTo>
                      <a:pt x="117" y="0"/>
                    </a:moveTo>
                    <a:lnTo>
                      <a:pt x="1" y="113"/>
                    </a:lnTo>
                    <a:lnTo>
                      <a:pt x="713" y="821"/>
                    </a:lnTo>
                    <a:lnTo>
                      <a:pt x="825" y="709"/>
                    </a:lnTo>
                    <a:lnTo>
                      <a:pt x="11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5"/>
              <p:cNvSpPr/>
              <p:nvPr/>
            </p:nvSpPr>
            <p:spPr>
              <a:xfrm>
                <a:off x="6105350" y="1890600"/>
                <a:ext cx="20550" cy="20650"/>
              </a:xfrm>
              <a:custGeom>
                <a:rect b="b" l="l" r="r" t="t"/>
                <a:pathLst>
                  <a:path extrusionOk="0" h="826" w="822">
                    <a:moveTo>
                      <a:pt x="709" y="1"/>
                    </a:moveTo>
                    <a:lnTo>
                      <a:pt x="1" y="713"/>
                    </a:lnTo>
                    <a:lnTo>
                      <a:pt x="113" y="825"/>
                    </a:lnTo>
                    <a:lnTo>
                      <a:pt x="821" y="113"/>
                    </a:lnTo>
                    <a:lnTo>
                      <a:pt x="70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5"/>
              <p:cNvSpPr/>
              <p:nvPr/>
            </p:nvSpPr>
            <p:spPr>
              <a:xfrm>
                <a:off x="6105350" y="1890600"/>
                <a:ext cx="20550" cy="20650"/>
              </a:xfrm>
              <a:custGeom>
                <a:rect b="b" l="l" r="r" t="t"/>
                <a:pathLst>
                  <a:path extrusionOk="0" h="826" w="822">
                    <a:moveTo>
                      <a:pt x="113" y="1"/>
                    </a:moveTo>
                    <a:lnTo>
                      <a:pt x="1" y="113"/>
                    </a:lnTo>
                    <a:lnTo>
                      <a:pt x="709" y="825"/>
                    </a:lnTo>
                    <a:lnTo>
                      <a:pt x="821" y="709"/>
                    </a:lnTo>
                    <a:lnTo>
                      <a:pt x="1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5"/>
              <p:cNvSpPr/>
              <p:nvPr/>
            </p:nvSpPr>
            <p:spPr>
              <a:xfrm>
                <a:off x="6047525" y="1890600"/>
                <a:ext cx="20625" cy="20650"/>
              </a:xfrm>
              <a:custGeom>
                <a:rect b="b" l="l" r="r" t="t"/>
                <a:pathLst>
                  <a:path extrusionOk="0" h="826" w="825">
                    <a:moveTo>
                      <a:pt x="713" y="1"/>
                    </a:moveTo>
                    <a:lnTo>
                      <a:pt x="0" y="709"/>
                    </a:lnTo>
                    <a:lnTo>
                      <a:pt x="116" y="825"/>
                    </a:lnTo>
                    <a:lnTo>
                      <a:pt x="825" y="113"/>
                    </a:lnTo>
                    <a:lnTo>
                      <a:pt x="7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
              <p:cNvSpPr/>
              <p:nvPr/>
            </p:nvSpPr>
            <p:spPr>
              <a:xfrm>
                <a:off x="6047525" y="1890600"/>
                <a:ext cx="20625" cy="20650"/>
              </a:xfrm>
              <a:custGeom>
                <a:rect b="b" l="l" r="r" t="t"/>
                <a:pathLst>
                  <a:path extrusionOk="0" h="826" w="825">
                    <a:moveTo>
                      <a:pt x="112" y="1"/>
                    </a:moveTo>
                    <a:lnTo>
                      <a:pt x="0" y="113"/>
                    </a:lnTo>
                    <a:lnTo>
                      <a:pt x="713" y="825"/>
                    </a:lnTo>
                    <a:lnTo>
                      <a:pt x="825" y="70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6" name="Google Shape;126;p5"/>
            <p:cNvGrpSpPr/>
            <p:nvPr/>
          </p:nvGrpSpPr>
          <p:grpSpPr>
            <a:xfrm>
              <a:off x="8375532" y="539146"/>
              <a:ext cx="1228886" cy="2188720"/>
              <a:chOff x="8389396" y="1055350"/>
              <a:chExt cx="1228886" cy="2188720"/>
            </a:xfrm>
          </p:grpSpPr>
          <p:sp>
            <p:nvSpPr>
              <p:cNvPr id="127" name="Google Shape;127;p5"/>
              <p:cNvSpPr/>
              <p:nvPr/>
            </p:nvSpPr>
            <p:spPr>
              <a:xfrm>
                <a:off x="8421616" y="1130946"/>
                <a:ext cx="1196665" cy="2113124"/>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
              <p:cNvSpPr/>
              <p:nvPr/>
            </p:nvSpPr>
            <p:spPr>
              <a:xfrm>
                <a:off x="8389396" y="1055350"/>
                <a:ext cx="95651" cy="95575"/>
              </a:xfrm>
              <a:custGeom>
                <a:rect b="b" l="l" r="r" t="t"/>
                <a:pathLst>
                  <a:path extrusionOk="0" h="1373" w="1374">
                    <a:moveTo>
                      <a:pt x="689" y="364"/>
                    </a:moveTo>
                    <a:cubicBezTo>
                      <a:pt x="866" y="364"/>
                      <a:pt x="1010" y="508"/>
                      <a:pt x="1014" y="684"/>
                    </a:cubicBezTo>
                    <a:cubicBezTo>
                      <a:pt x="1014" y="865"/>
                      <a:pt x="866" y="1009"/>
                      <a:pt x="689" y="1009"/>
                    </a:cubicBezTo>
                    <a:cubicBezTo>
                      <a:pt x="509" y="1009"/>
                      <a:pt x="365" y="865"/>
                      <a:pt x="365" y="684"/>
                    </a:cubicBezTo>
                    <a:cubicBezTo>
                      <a:pt x="365" y="508"/>
                      <a:pt x="509" y="364"/>
                      <a:pt x="689" y="364"/>
                    </a:cubicBezTo>
                    <a:close/>
                    <a:moveTo>
                      <a:pt x="689" y="0"/>
                    </a:moveTo>
                    <a:cubicBezTo>
                      <a:pt x="309" y="0"/>
                      <a:pt x="1" y="308"/>
                      <a:pt x="1" y="684"/>
                    </a:cubicBezTo>
                    <a:cubicBezTo>
                      <a:pt x="1" y="1065"/>
                      <a:pt x="309" y="1373"/>
                      <a:pt x="689" y="1373"/>
                    </a:cubicBezTo>
                    <a:cubicBezTo>
                      <a:pt x="1066" y="1373"/>
                      <a:pt x="1374" y="1065"/>
                      <a:pt x="1374" y="684"/>
                    </a:cubicBezTo>
                    <a:cubicBezTo>
                      <a:pt x="1374" y="308"/>
                      <a:pt x="1066" y="0"/>
                      <a:pt x="6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9" name="Google Shape;129;p5"/>
          <p:cNvGrpSpPr/>
          <p:nvPr/>
        </p:nvGrpSpPr>
        <p:grpSpPr>
          <a:xfrm>
            <a:off x="-2504900" y="387590"/>
            <a:ext cx="6322114" cy="7873283"/>
            <a:chOff x="-2504900" y="387590"/>
            <a:chExt cx="6322114" cy="7873283"/>
          </a:xfrm>
        </p:grpSpPr>
        <p:grpSp>
          <p:nvGrpSpPr>
            <p:cNvPr id="130" name="Google Shape;130;p5"/>
            <p:cNvGrpSpPr/>
            <p:nvPr/>
          </p:nvGrpSpPr>
          <p:grpSpPr>
            <a:xfrm>
              <a:off x="827762" y="4158773"/>
              <a:ext cx="471865" cy="38050"/>
              <a:chOff x="6298452" y="2390050"/>
              <a:chExt cx="140725" cy="11350"/>
            </a:xfrm>
          </p:grpSpPr>
          <p:sp>
            <p:nvSpPr>
              <p:cNvPr id="131" name="Google Shape;131;p5"/>
              <p:cNvSpPr/>
              <p:nvPr/>
            </p:nvSpPr>
            <p:spPr>
              <a:xfrm>
                <a:off x="6298452" y="2390050"/>
                <a:ext cx="70375" cy="11350"/>
              </a:xfrm>
              <a:custGeom>
                <a:rect b="b" l="l" r="r" t="t"/>
                <a:pathLst>
                  <a:path extrusionOk="0" h="454" w="2815">
                    <a:moveTo>
                      <a:pt x="1" y="1"/>
                    </a:moveTo>
                    <a:lnTo>
                      <a:pt x="1" y="453"/>
                    </a:lnTo>
                    <a:lnTo>
                      <a:pt x="2815" y="453"/>
                    </a:lnTo>
                    <a:lnTo>
                      <a:pt x="281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p:nvPr/>
            </p:nvSpPr>
            <p:spPr>
              <a:xfrm>
                <a:off x="6382427" y="2390050"/>
                <a:ext cx="35150" cy="11350"/>
              </a:xfrm>
              <a:custGeom>
                <a:rect b="b" l="l" r="r" t="t"/>
                <a:pathLst>
                  <a:path extrusionOk="0" h="454" w="1406">
                    <a:moveTo>
                      <a:pt x="0" y="1"/>
                    </a:moveTo>
                    <a:lnTo>
                      <a:pt x="0" y="453"/>
                    </a:lnTo>
                    <a:lnTo>
                      <a:pt x="1405" y="453"/>
                    </a:lnTo>
                    <a:lnTo>
                      <a:pt x="14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
              <p:cNvSpPr/>
              <p:nvPr/>
            </p:nvSpPr>
            <p:spPr>
              <a:xfrm>
                <a:off x="6427952" y="2390050"/>
                <a:ext cx="11225" cy="11350"/>
              </a:xfrm>
              <a:custGeom>
                <a:rect b="b" l="l" r="r" t="t"/>
                <a:pathLst>
                  <a:path extrusionOk="0" h="454" w="449">
                    <a:moveTo>
                      <a:pt x="1" y="1"/>
                    </a:moveTo>
                    <a:lnTo>
                      <a:pt x="1" y="453"/>
                    </a:lnTo>
                    <a:lnTo>
                      <a:pt x="449" y="453"/>
                    </a:lnTo>
                    <a:lnTo>
                      <a:pt x="44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 name="Google Shape;134;p5"/>
            <p:cNvGrpSpPr/>
            <p:nvPr/>
          </p:nvGrpSpPr>
          <p:grpSpPr>
            <a:xfrm>
              <a:off x="-2504900" y="387590"/>
              <a:ext cx="6322114" cy="7873283"/>
              <a:chOff x="-2504900" y="387590"/>
              <a:chExt cx="6322114" cy="7873283"/>
            </a:xfrm>
          </p:grpSpPr>
          <p:grpSp>
            <p:nvGrpSpPr>
              <p:cNvPr id="135" name="Google Shape;135;p5"/>
              <p:cNvGrpSpPr/>
              <p:nvPr/>
            </p:nvGrpSpPr>
            <p:grpSpPr>
              <a:xfrm>
                <a:off x="-1553565" y="387590"/>
                <a:ext cx="2381713" cy="3328977"/>
                <a:chOff x="7655072" y="-407632"/>
                <a:chExt cx="2008529" cy="2807368"/>
              </a:xfrm>
            </p:grpSpPr>
            <p:sp>
              <p:nvSpPr>
                <p:cNvPr id="136" name="Google Shape;136;p5"/>
                <p:cNvSpPr/>
                <p:nvPr/>
              </p:nvSpPr>
              <p:spPr>
                <a:xfrm>
                  <a:off x="7685059" y="-336851"/>
                  <a:ext cx="1930325" cy="2689498"/>
                </a:xfrm>
                <a:custGeom>
                  <a:rect b="b" l="l" r="r" t="t"/>
                  <a:pathLst>
                    <a:path extrusionOk="0" h="45293" w="32508">
                      <a:moveTo>
                        <a:pt x="0" y="1"/>
                      </a:moveTo>
                      <a:lnTo>
                        <a:pt x="0" y="8351"/>
                      </a:lnTo>
                      <a:lnTo>
                        <a:pt x="15447" y="8351"/>
                      </a:lnTo>
                      <a:lnTo>
                        <a:pt x="24998" y="17901"/>
                      </a:lnTo>
                      <a:lnTo>
                        <a:pt x="24998" y="38040"/>
                      </a:lnTo>
                      <a:lnTo>
                        <a:pt x="32251" y="45293"/>
                      </a:lnTo>
                      <a:lnTo>
                        <a:pt x="32507" y="45037"/>
                      </a:lnTo>
                      <a:lnTo>
                        <a:pt x="25358" y="37888"/>
                      </a:lnTo>
                      <a:lnTo>
                        <a:pt x="25358" y="17749"/>
                      </a:lnTo>
                      <a:lnTo>
                        <a:pt x="15651" y="8043"/>
                      </a:lnTo>
                      <a:lnTo>
                        <a:pt x="15595" y="7986"/>
                      </a:lnTo>
                      <a:lnTo>
                        <a:pt x="365" y="7986"/>
                      </a:lnTo>
                      <a:lnTo>
                        <a:pt x="36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5"/>
                <p:cNvSpPr/>
                <p:nvPr/>
              </p:nvSpPr>
              <p:spPr>
                <a:xfrm>
                  <a:off x="8734422" y="271200"/>
                  <a:ext cx="332350" cy="332528"/>
                </a:xfrm>
                <a:custGeom>
                  <a:rect b="b" l="l" r="r" t="t"/>
                  <a:pathLst>
                    <a:path extrusionOk="0" h="5600" w="5597">
                      <a:moveTo>
                        <a:pt x="1" y="0"/>
                      </a:moveTo>
                      <a:lnTo>
                        <a:pt x="1" y="1597"/>
                      </a:lnTo>
                      <a:lnTo>
                        <a:pt x="2002" y="3599"/>
                      </a:lnTo>
                      <a:lnTo>
                        <a:pt x="4004" y="5600"/>
                      </a:lnTo>
                      <a:lnTo>
                        <a:pt x="5597" y="5600"/>
                      </a:lnTo>
                      <a:lnTo>
                        <a:pt x="2799" y="2802"/>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
                <p:cNvSpPr/>
                <p:nvPr/>
              </p:nvSpPr>
              <p:spPr>
                <a:xfrm>
                  <a:off x="7655072" y="-407632"/>
                  <a:ext cx="81588" cy="81529"/>
                </a:xfrm>
                <a:custGeom>
                  <a:rect b="b" l="l" r="r" t="t"/>
                  <a:pathLst>
                    <a:path extrusionOk="0" h="1373" w="1374">
                      <a:moveTo>
                        <a:pt x="689" y="364"/>
                      </a:moveTo>
                      <a:cubicBezTo>
                        <a:pt x="866" y="364"/>
                        <a:pt x="1010" y="508"/>
                        <a:pt x="1014" y="684"/>
                      </a:cubicBezTo>
                      <a:cubicBezTo>
                        <a:pt x="1014" y="865"/>
                        <a:pt x="866" y="1009"/>
                        <a:pt x="689" y="1009"/>
                      </a:cubicBezTo>
                      <a:cubicBezTo>
                        <a:pt x="509" y="1009"/>
                        <a:pt x="365" y="865"/>
                        <a:pt x="365" y="684"/>
                      </a:cubicBezTo>
                      <a:cubicBezTo>
                        <a:pt x="365" y="508"/>
                        <a:pt x="509" y="364"/>
                        <a:pt x="689" y="364"/>
                      </a:cubicBezTo>
                      <a:close/>
                      <a:moveTo>
                        <a:pt x="689" y="0"/>
                      </a:moveTo>
                      <a:cubicBezTo>
                        <a:pt x="309" y="0"/>
                        <a:pt x="1" y="308"/>
                        <a:pt x="1" y="684"/>
                      </a:cubicBezTo>
                      <a:cubicBezTo>
                        <a:pt x="1" y="1065"/>
                        <a:pt x="309" y="1373"/>
                        <a:pt x="689" y="1373"/>
                      </a:cubicBezTo>
                      <a:cubicBezTo>
                        <a:pt x="1066" y="1373"/>
                        <a:pt x="1374" y="1065"/>
                        <a:pt x="1374" y="684"/>
                      </a:cubicBezTo>
                      <a:cubicBezTo>
                        <a:pt x="1374" y="308"/>
                        <a:pt x="1066" y="0"/>
                        <a:pt x="6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5"/>
                <p:cNvSpPr/>
                <p:nvPr/>
              </p:nvSpPr>
              <p:spPr>
                <a:xfrm>
                  <a:off x="9568236" y="2317969"/>
                  <a:ext cx="95364" cy="81766"/>
                </a:xfrm>
                <a:custGeom>
                  <a:rect b="b" l="l" r="r" t="t"/>
                  <a:pathLst>
                    <a:path extrusionOk="0" h="1377" w="1606">
                      <a:moveTo>
                        <a:pt x="917" y="364"/>
                      </a:moveTo>
                      <a:cubicBezTo>
                        <a:pt x="1097" y="364"/>
                        <a:pt x="1242" y="512"/>
                        <a:pt x="1242" y="688"/>
                      </a:cubicBezTo>
                      <a:cubicBezTo>
                        <a:pt x="1242" y="883"/>
                        <a:pt x="1082" y="1012"/>
                        <a:pt x="916" y="1012"/>
                      </a:cubicBezTo>
                      <a:cubicBezTo>
                        <a:pt x="837" y="1012"/>
                        <a:pt x="755" y="982"/>
                        <a:pt x="689" y="916"/>
                      </a:cubicBezTo>
                      <a:cubicBezTo>
                        <a:pt x="485" y="712"/>
                        <a:pt x="629" y="364"/>
                        <a:pt x="917" y="364"/>
                      </a:cubicBezTo>
                      <a:close/>
                      <a:moveTo>
                        <a:pt x="915" y="1"/>
                      </a:moveTo>
                      <a:cubicBezTo>
                        <a:pt x="746" y="1"/>
                        <a:pt x="573" y="63"/>
                        <a:pt x="433" y="203"/>
                      </a:cubicBezTo>
                      <a:cubicBezTo>
                        <a:pt x="1" y="636"/>
                        <a:pt x="309" y="1376"/>
                        <a:pt x="917" y="1376"/>
                      </a:cubicBezTo>
                      <a:cubicBezTo>
                        <a:pt x="1298" y="1372"/>
                        <a:pt x="1606" y="1068"/>
                        <a:pt x="1606" y="688"/>
                      </a:cubicBezTo>
                      <a:cubicBezTo>
                        <a:pt x="1606" y="274"/>
                        <a:pt x="1267" y="1"/>
                        <a:pt x="9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
                <p:cNvSpPr/>
                <p:nvPr/>
              </p:nvSpPr>
              <p:spPr>
                <a:xfrm>
                  <a:off x="7692897" y="-144282"/>
                  <a:ext cx="497783" cy="292387"/>
                </a:xfrm>
                <a:custGeom>
                  <a:rect b="b" l="l" r="r" t="t"/>
                  <a:pathLst>
                    <a:path extrusionOk="0" h="4924" w="8383">
                      <a:moveTo>
                        <a:pt x="100" y="0"/>
                      </a:moveTo>
                      <a:lnTo>
                        <a:pt x="0" y="104"/>
                      </a:lnTo>
                      <a:lnTo>
                        <a:pt x="2498" y="2598"/>
                      </a:lnTo>
                      <a:lnTo>
                        <a:pt x="5957" y="2598"/>
                      </a:lnTo>
                      <a:lnTo>
                        <a:pt x="8282" y="4924"/>
                      </a:lnTo>
                      <a:lnTo>
                        <a:pt x="8382" y="4820"/>
                      </a:lnTo>
                      <a:lnTo>
                        <a:pt x="6017" y="2454"/>
                      </a:lnTo>
                      <a:lnTo>
                        <a:pt x="2558" y="2454"/>
                      </a:lnTo>
                      <a:lnTo>
                        <a:pt x="1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 name="Google Shape;141;p5"/>
              <p:cNvGrpSpPr/>
              <p:nvPr/>
            </p:nvGrpSpPr>
            <p:grpSpPr>
              <a:xfrm>
                <a:off x="-2504900" y="1005827"/>
                <a:ext cx="6322114" cy="7255046"/>
                <a:chOff x="-2504900" y="1005827"/>
                <a:chExt cx="6322114" cy="7255046"/>
              </a:xfrm>
            </p:grpSpPr>
            <p:sp>
              <p:nvSpPr>
                <p:cNvPr id="142" name="Google Shape;142;p5"/>
                <p:cNvSpPr/>
                <p:nvPr/>
              </p:nvSpPr>
              <p:spPr>
                <a:xfrm>
                  <a:off x="-2504900" y="1005827"/>
                  <a:ext cx="6322114" cy="7255046"/>
                </a:xfrm>
                <a:custGeom>
                  <a:rect b="b" l="l" r="r" t="t"/>
                  <a:pathLst>
                    <a:path extrusionOk="0" h="82432" w="71832">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5"/>
                <p:cNvSpPr/>
                <p:nvPr/>
              </p:nvSpPr>
              <p:spPr>
                <a:xfrm>
                  <a:off x="-118934" y="3399771"/>
                  <a:ext cx="1196665" cy="2113124"/>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144" name="Google Shape;144;p5"/>
          <p:cNvSpPr txBox="1"/>
          <p:nvPr>
            <p:ph idx="1" type="subTitle"/>
          </p:nvPr>
        </p:nvSpPr>
        <p:spPr>
          <a:xfrm>
            <a:off x="1254788" y="2601579"/>
            <a:ext cx="2776800" cy="37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145" name="Google Shape;145;p5"/>
          <p:cNvSpPr txBox="1"/>
          <p:nvPr>
            <p:ph idx="2" type="subTitle"/>
          </p:nvPr>
        </p:nvSpPr>
        <p:spPr>
          <a:xfrm>
            <a:off x="1254788" y="2972979"/>
            <a:ext cx="2776800" cy="888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146" name="Google Shape;146;p5"/>
          <p:cNvSpPr txBox="1"/>
          <p:nvPr>
            <p:ph idx="3" type="subTitle"/>
          </p:nvPr>
        </p:nvSpPr>
        <p:spPr>
          <a:xfrm>
            <a:off x="5112413" y="2601579"/>
            <a:ext cx="2776800" cy="37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147" name="Google Shape;147;p5"/>
          <p:cNvSpPr txBox="1"/>
          <p:nvPr>
            <p:ph idx="4" type="subTitle"/>
          </p:nvPr>
        </p:nvSpPr>
        <p:spPr>
          <a:xfrm>
            <a:off x="5112413" y="2972979"/>
            <a:ext cx="2776800" cy="888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148" name="Google Shape;148;p5"/>
          <p:cNvSpPr txBox="1"/>
          <p:nvPr>
            <p:ph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spcBef>
                <a:spcPts val="0"/>
              </a:spcBef>
              <a:spcAft>
                <a:spcPts val="0"/>
              </a:spcAft>
              <a:buClr>
                <a:schemeClr val="dk2"/>
              </a:buClr>
              <a:buSzPts val="3000"/>
              <a:buFont typeface="Fredoka One"/>
              <a:buNone/>
              <a:defRPr/>
            </a:lvl1pPr>
            <a:lvl2pPr lvl="1"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2pPr>
            <a:lvl3pPr lvl="2"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3pPr>
            <a:lvl4pPr lvl="3"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4pPr>
            <a:lvl5pPr lvl="4"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5pPr>
            <a:lvl6pPr lvl="5"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6pPr>
            <a:lvl7pPr lvl="6"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7pPr>
            <a:lvl8pPr lvl="7"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8pPr>
            <a:lvl9pPr lvl="8"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9pPr>
          </a:lstStyle>
          <a:p/>
        </p:txBody>
      </p:sp>
      <p:sp>
        <p:nvSpPr>
          <p:cNvPr id="149" name="Google Shape;149;p5"/>
          <p:cNvSpPr txBox="1"/>
          <p:nvPr>
            <p:ph hasCustomPrompt="1" idx="5" type="title"/>
          </p:nvPr>
        </p:nvSpPr>
        <p:spPr>
          <a:xfrm>
            <a:off x="2200238" y="2019699"/>
            <a:ext cx="8859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000"/>
              <a:buNone/>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150" name="Google Shape;150;p5"/>
          <p:cNvSpPr txBox="1"/>
          <p:nvPr>
            <p:ph hasCustomPrompt="1" idx="6" type="title"/>
          </p:nvPr>
        </p:nvSpPr>
        <p:spPr>
          <a:xfrm>
            <a:off x="6057863" y="2019699"/>
            <a:ext cx="8859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000"/>
              <a:buNone/>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1" name="Shape 151"/>
        <p:cNvGrpSpPr/>
        <p:nvPr/>
      </p:nvGrpSpPr>
      <p:grpSpPr>
        <a:xfrm>
          <a:off x="0" y="0"/>
          <a:ext cx="0" cy="0"/>
          <a:chOff x="0" y="0"/>
          <a:chExt cx="0" cy="0"/>
        </a:xfrm>
      </p:grpSpPr>
      <p:grpSp>
        <p:nvGrpSpPr>
          <p:cNvPr id="152" name="Google Shape;152;p6"/>
          <p:cNvGrpSpPr/>
          <p:nvPr/>
        </p:nvGrpSpPr>
        <p:grpSpPr>
          <a:xfrm>
            <a:off x="-859697" y="-661345"/>
            <a:ext cx="2552998" cy="2062932"/>
            <a:chOff x="-859697" y="-661345"/>
            <a:chExt cx="2552998" cy="2062932"/>
          </a:xfrm>
        </p:grpSpPr>
        <p:sp>
          <p:nvSpPr>
            <p:cNvPr id="153" name="Google Shape;153;p6"/>
            <p:cNvSpPr/>
            <p:nvPr/>
          </p:nvSpPr>
          <p:spPr>
            <a:xfrm>
              <a:off x="-859697" y="-661345"/>
              <a:ext cx="2552998" cy="1507261"/>
            </a:xfrm>
            <a:custGeom>
              <a:rect b="b" l="l" r="r" t="t"/>
              <a:pathLst>
                <a:path extrusionOk="0" h="10160" w="17209">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6"/>
            <p:cNvSpPr/>
            <p:nvPr/>
          </p:nvSpPr>
          <p:spPr>
            <a:xfrm>
              <a:off x="-107627" y="-466741"/>
              <a:ext cx="1226141" cy="1868328"/>
            </a:xfrm>
            <a:custGeom>
              <a:rect b="b" l="l" r="r" t="t"/>
              <a:pathLst>
                <a:path extrusionOk="0" h="14823" w="9728">
                  <a:moveTo>
                    <a:pt x="9640" y="0"/>
                  </a:moveTo>
                  <a:lnTo>
                    <a:pt x="4148" y="5492"/>
                  </a:lnTo>
                  <a:lnTo>
                    <a:pt x="4148" y="10588"/>
                  </a:lnTo>
                  <a:lnTo>
                    <a:pt x="1" y="14735"/>
                  </a:lnTo>
                  <a:lnTo>
                    <a:pt x="89" y="14823"/>
                  </a:lnTo>
                  <a:lnTo>
                    <a:pt x="4272" y="10640"/>
                  </a:lnTo>
                  <a:lnTo>
                    <a:pt x="4272" y="5544"/>
                  </a:lnTo>
                  <a:lnTo>
                    <a:pt x="9728" y="88"/>
                  </a:lnTo>
                  <a:lnTo>
                    <a:pt x="964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5" name="Google Shape;155;p6"/>
          <p:cNvGrpSpPr/>
          <p:nvPr/>
        </p:nvGrpSpPr>
        <p:grpSpPr>
          <a:xfrm>
            <a:off x="7218415" y="1203967"/>
            <a:ext cx="3942356" cy="4639226"/>
            <a:chOff x="7276179" y="1051567"/>
            <a:chExt cx="3942356" cy="4639226"/>
          </a:xfrm>
        </p:grpSpPr>
        <p:sp>
          <p:nvSpPr>
            <p:cNvPr id="156" name="Google Shape;156;p6"/>
            <p:cNvSpPr/>
            <p:nvPr/>
          </p:nvSpPr>
          <p:spPr>
            <a:xfrm>
              <a:off x="7276179" y="3686213"/>
              <a:ext cx="3031826" cy="2004580"/>
            </a:xfrm>
            <a:custGeom>
              <a:rect b="b" l="l" r="r" t="t"/>
              <a:pathLst>
                <a:path extrusionOk="0" h="15904" w="24054">
                  <a:moveTo>
                    <a:pt x="17228" y="0"/>
                  </a:moveTo>
                  <a:lnTo>
                    <a:pt x="9955" y="7274"/>
                  </a:lnTo>
                  <a:lnTo>
                    <a:pt x="6725" y="7274"/>
                  </a:lnTo>
                  <a:lnTo>
                    <a:pt x="2610" y="11384"/>
                  </a:lnTo>
                  <a:lnTo>
                    <a:pt x="2610" y="13298"/>
                  </a:lnTo>
                  <a:lnTo>
                    <a:pt x="0" y="15904"/>
                  </a:lnTo>
                  <a:lnTo>
                    <a:pt x="7093" y="15904"/>
                  </a:lnTo>
                  <a:lnTo>
                    <a:pt x="12993" y="10003"/>
                  </a:lnTo>
                  <a:lnTo>
                    <a:pt x="15207" y="10003"/>
                  </a:lnTo>
                  <a:lnTo>
                    <a:pt x="19494" y="5716"/>
                  </a:lnTo>
                  <a:lnTo>
                    <a:pt x="19494" y="4560"/>
                  </a:lnTo>
                  <a:lnTo>
                    <a:pt x="2405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7" name="Google Shape;157;p6"/>
            <p:cNvGrpSpPr/>
            <p:nvPr/>
          </p:nvGrpSpPr>
          <p:grpSpPr>
            <a:xfrm>
              <a:off x="8615789" y="1051567"/>
              <a:ext cx="2602747" cy="3802366"/>
              <a:chOff x="278245" y="-112475"/>
              <a:chExt cx="2281910" cy="3333654"/>
            </a:xfrm>
          </p:grpSpPr>
          <p:grpSp>
            <p:nvGrpSpPr>
              <p:cNvPr id="158" name="Google Shape;158;p6"/>
              <p:cNvGrpSpPr/>
              <p:nvPr/>
            </p:nvGrpSpPr>
            <p:grpSpPr>
              <a:xfrm>
                <a:off x="278245" y="-112475"/>
                <a:ext cx="2281910" cy="3264909"/>
                <a:chOff x="1181475" y="2060725"/>
                <a:chExt cx="600250" cy="858825"/>
              </a:xfrm>
            </p:grpSpPr>
            <p:sp>
              <p:nvSpPr>
                <p:cNvPr id="159" name="Google Shape;159;p6"/>
                <p:cNvSpPr/>
                <p:nvPr/>
              </p:nvSpPr>
              <p:spPr>
                <a:xfrm>
                  <a:off x="1181475" y="2060725"/>
                  <a:ext cx="600250" cy="858825"/>
                </a:xfrm>
                <a:custGeom>
                  <a:rect b="b" l="l" r="r" t="t"/>
                  <a:pathLst>
                    <a:path extrusionOk="0" h="34353" w="24010">
                      <a:moveTo>
                        <a:pt x="23789" y="1"/>
                      </a:moveTo>
                      <a:lnTo>
                        <a:pt x="15584" y="8210"/>
                      </a:lnTo>
                      <a:lnTo>
                        <a:pt x="9043" y="8210"/>
                      </a:lnTo>
                      <a:lnTo>
                        <a:pt x="8995" y="8254"/>
                      </a:lnTo>
                      <a:lnTo>
                        <a:pt x="1" y="17249"/>
                      </a:lnTo>
                      <a:lnTo>
                        <a:pt x="1" y="20091"/>
                      </a:lnTo>
                      <a:lnTo>
                        <a:pt x="5493" y="25583"/>
                      </a:lnTo>
                      <a:lnTo>
                        <a:pt x="5493" y="30098"/>
                      </a:lnTo>
                      <a:lnTo>
                        <a:pt x="1458" y="34137"/>
                      </a:lnTo>
                      <a:lnTo>
                        <a:pt x="1678" y="34353"/>
                      </a:lnTo>
                      <a:lnTo>
                        <a:pt x="5805" y="30226"/>
                      </a:lnTo>
                      <a:lnTo>
                        <a:pt x="5805" y="25454"/>
                      </a:lnTo>
                      <a:lnTo>
                        <a:pt x="313" y="19963"/>
                      </a:lnTo>
                      <a:lnTo>
                        <a:pt x="313" y="17377"/>
                      </a:lnTo>
                      <a:lnTo>
                        <a:pt x="9171" y="8519"/>
                      </a:lnTo>
                      <a:lnTo>
                        <a:pt x="15712" y="8519"/>
                      </a:lnTo>
                      <a:lnTo>
                        <a:pt x="15756" y="8475"/>
                      </a:lnTo>
                      <a:lnTo>
                        <a:pt x="24010" y="221"/>
                      </a:lnTo>
                      <a:lnTo>
                        <a:pt x="2378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6"/>
                <p:cNvSpPr/>
                <p:nvPr/>
              </p:nvSpPr>
              <p:spPr>
                <a:xfrm>
                  <a:off x="1194400" y="2571875"/>
                  <a:ext cx="129400" cy="204375"/>
                </a:xfrm>
                <a:custGeom>
                  <a:rect b="b" l="l" r="r" t="t"/>
                  <a:pathLst>
                    <a:path extrusionOk="0" h="8175" w="5176">
                      <a:moveTo>
                        <a:pt x="0" y="1"/>
                      </a:moveTo>
                      <a:lnTo>
                        <a:pt x="0" y="3087"/>
                      </a:lnTo>
                      <a:lnTo>
                        <a:pt x="5088" y="8175"/>
                      </a:lnTo>
                      <a:lnTo>
                        <a:pt x="5176" y="8087"/>
                      </a:lnTo>
                      <a:lnTo>
                        <a:pt x="124" y="3035"/>
                      </a:lnTo>
                      <a:lnTo>
                        <a:pt x="1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1" name="Google Shape;161;p6"/>
              <p:cNvSpPr/>
              <p:nvPr/>
            </p:nvSpPr>
            <p:spPr>
              <a:xfrm>
                <a:off x="336260" y="3109317"/>
                <a:ext cx="130395" cy="111862"/>
              </a:xfrm>
              <a:custGeom>
                <a:rect b="b" l="l" r="r" t="t"/>
                <a:pathLst>
                  <a:path extrusionOk="0" h="1177" w="1372">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62" name="Google Shape;162;p6"/>
          <p:cNvSpPr txBox="1"/>
          <p:nvPr>
            <p:ph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3000"/>
              <a:buFont typeface="Fredoka One"/>
              <a:buNone/>
              <a:defRPr/>
            </a:lvl1pPr>
            <a:lvl2pPr lvl="1" rtl="0" algn="ctr">
              <a:spcBef>
                <a:spcPts val="0"/>
              </a:spcBef>
              <a:spcAft>
                <a:spcPts val="0"/>
              </a:spcAft>
              <a:buSzPts val="3000"/>
              <a:buFont typeface="Fredoka One"/>
              <a:buNone/>
              <a:defRPr sz="3000">
                <a:latin typeface="Fredoka One"/>
                <a:ea typeface="Fredoka One"/>
                <a:cs typeface="Fredoka One"/>
                <a:sym typeface="Fredoka One"/>
              </a:defRPr>
            </a:lvl2pPr>
            <a:lvl3pPr lvl="2" rtl="0" algn="ctr">
              <a:spcBef>
                <a:spcPts val="0"/>
              </a:spcBef>
              <a:spcAft>
                <a:spcPts val="0"/>
              </a:spcAft>
              <a:buSzPts val="3000"/>
              <a:buFont typeface="Fredoka One"/>
              <a:buNone/>
              <a:defRPr sz="3000">
                <a:latin typeface="Fredoka One"/>
                <a:ea typeface="Fredoka One"/>
                <a:cs typeface="Fredoka One"/>
                <a:sym typeface="Fredoka One"/>
              </a:defRPr>
            </a:lvl3pPr>
            <a:lvl4pPr lvl="3" rtl="0" algn="ctr">
              <a:spcBef>
                <a:spcPts val="0"/>
              </a:spcBef>
              <a:spcAft>
                <a:spcPts val="0"/>
              </a:spcAft>
              <a:buSzPts val="3000"/>
              <a:buFont typeface="Fredoka One"/>
              <a:buNone/>
              <a:defRPr sz="3000">
                <a:latin typeface="Fredoka One"/>
                <a:ea typeface="Fredoka One"/>
                <a:cs typeface="Fredoka One"/>
                <a:sym typeface="Fredoka One"/>
              </a:defRPr>
            </a:lvl4pPr>
            <a:lvl5pPr lvl="4" rtl="0" algn="ctr">
              <a:spcBef>
                <a:spcPts val="0"/>
              </a:spcBef>
              <a:spcAft>
                <a:spcPts val="0"/>
              </a:spcAft>
              <a:buSzPts val="3000"/>
              <a:buFont typeface="Fredoka One"/>
              <a:buNone/>
              <a:defRPr sz="3000">
                <a:latin typeface="Fredoka One"/>
                <a:ea typeface="Fredoka One"/>
                <a:cs typeface="Fredoka One"/>
                <a:sym typeface="Fredoka One"/>
              </a:defRPr>
            </a:lvl5pPr>
            <a:lvl6pPr lvl="5" rtl="0" algn="ctr">
              <a:spcBef>
                <a:spcPts val="0"/>
              </a:spcBef>
              <a:spcAft>
                <a:spcPts val="0"/>
              </a:spcAft>
              <a:buSzPts val="3000"/>
              <a:buFont typeface="Fredoka One"/>
              <a:buNone/>
              <a:defRPr sz="3000">
                <a:latin typeface="Fredoka One"/>
                <a:ea typeface="Fredoka One"/>
                <a:cs typeface="Fredoka One"/>
                <a:sym typeface="Fredoka One"/>
              </a:defRPr>
            </a:lvl6pPr>
            <a:lvl7pPr lvl="6" rtl="0" algn="ctr">
              <a:spcBef>
                <a:spcPts val="0"/>
              </a:spcBef>
              <a:spcAft>
                <a:spcPts val="0"/>
              </a:spcAft>
              <a:buSzPts val="3000"/>
              <a:buFont typeface="Fredoka One"/>
              <a:buNone/>
              <a:defRPr sz="3000">
                <a:latin typeface="Fredoka One"/>
                <a:ea typeface="Fredoka One"/>
                <a:cs typeface="Fredoka One"/>
                <a:sym typeface="Fredoka One"/>
              </a:defRPr>
            </a:lvl7pPr>
            <a:lvl8pPr lvl="7" rtl="0" algn="ctr">
              <a:spcBef>
                <a:spcPts val="0"/>
              </a:spcBef>
              <a:spcAft>
                <a:spcPts val="0"/>
              </a:spcAft>
              <a:buSzPts val="3000"/>
              <a:buFont typeface="Fredoka One"/>
              <a:buNone/>
              <a:defRPr sz="3000">
                <a:latin typeface="Fredoka One"/>
                <a:ea typeface="Fredoka One"/>
                <a:cs typeface="Fredoka One"/>
                <a:sym typeface="Fredoka One"/>
              </a:defRPr>
            </a:lvl8pPr>
            <a:lvl9pPr lvl="8" rtl="0" algn="ctr">
              <a:spcBef>
                <a:spcPts val="0"/>
              </a:spcBef>
              <a:spcAft>
                <a:spcPts val="0"/>
              </a:spcAft>
              <a:buSzPts val="3000"/>
              <a:buFont typeface="Fredoka One"/>
              <a:buNone/>
              <a:defRPr sz="3000">
                <a:latin typeface="Fredoka One"/>
                <a:ea typeface="Fredoka One"/>
                <a:cs typeface="Fredoka One"/>
                <a:sym typeface="Fredoka 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63" name="Shape 163"/>
        <p:cNvGrpSpPr/>
        <p:nvPr/>
      </p:nvGrpSpPr>
      <p:grpSpPr>
        <a:xfrm>
          <a:off x="0" y="0"/>
          <a:ext cx="0" cy="0"/>
          <a:chOff x="0" y="0"/>
          <a:chExt cx="0" cy="0"/>
        </a:xfrm>
      </p:grpSpPr>
      <p:grpSp>
        <p:nvGrpSpPr>
          <p:cNvPr id="164" name="Google Shape;164;p7"/>
          <p:cNvGrpSpPr/>
          <p:nvPr/>
        </p:nvGrpSpPr>
        <p:grpSpPr>
          <a:xfrm>
            <a:off x="-1088076" y="-1000252"/>
            <a:ext cx="3803740" cy="4516379"/>
            <a:chOff x="-1060422" y="-1000252"/>
            <a:chExt cx="3803740" cy="4516379"/>
          </a:xfrm>
        </p:grpSpPr>
        <p:sp>
          <p:nvSpPr>
            <p:cNvPr id="165" name="Google Shape;165;p7"/>
            <p:cNvSpPr/>
            <p:nvPr/>
          </p:nvSpPr>
          <p:spPr>
            <a:xfrm>
              <a:off x="-1060422" y="-8"/>
              <a:ext cx="2552998" cy="1507261"/>
            </a:xfrm>
            <a:custGeom>
              <a:rect b="b" l="l" r="r" t="t"/>
              <a:pathLst>
                <a:path extrusionOk="0" h="10160" w="17209">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6" name="Google Shape;166;p7"/>
            <p:cNvGrpSpPr/>
            <p:nvPr/>
          </p:nvGrpSpPr>
          <p:grpSpPr>
            <a:xfrm>
              <a:off x="945461" y="736374"/>
              <a:ext cx="219510" cy="219124"/>
              <a:chOff x="1466575" y="2391250"/>
              <a:chExt cx="59575" cy="59475"/>
            </a:xfrm>
          </p:grpSpPr>
          <p:sp>
            <p:nvSpPr>
              <p:cNvPr id="167" name="Google Shape;167;p7"/>
              <p:cNvSpPr/>
              <p:nvPr/>
            </p:nvSpPr>
            <p:spPr>
              <a:xfrm>
                <a:off x="1491600" y="2391250"/>
                <a:ext cx="9425" cy="59475"/>
              </a:xfrm>
              <a:custGeom>
                <a:rect b="b" l="l" r="r" t="t"/>
                <a:pathLst>
                  <a:path extrusionOk="0" h="2379" w="377">
                    <a:moveTo>
                      <a:pt x="0" y="1"/>
                    </a:moveTo>
                    <a:lnTo>
                      <a:pt x="0" y="2379"/>
                    </a:lnTo>
                    <a:lnTo>
                      <a:pt x="377" y="2379"/>
                    </a:lnTo>
                    <a:lnTo>
                      <a:pt x="3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7"/>
              <p:cNvSpPr/>
              <p:nvPr/>
            </p:nvSpPr>
            <p:spPr>
              <a:xfrm>
                <a:off x="1466575" y="2416275"/>
                <a:ext cx="59575" cy="9425"/>
              </a:xfrm>
              <a:custGeom>
                <a:rect b="b" l="l" r="r" t="t"/>
                <a:pathLst>
                  <a:path extrusionOk="0" h="377" w="2383">
                    <a:moveTo>
                      <a:pt x="1" y="1"/>
                    </a:moveTo>
                    <a:lnTo>
                      <a:pt x="1" y="377"/>
                    </a:lnTo>
                    <a:lnTo>
                      <a:pt x="2382" y="377"/>
                    </a:lnTo>
                    <a:lnTo>
                      <a:pt x="23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7"/>
            <p:cNvGrpSpPr/>
            <p:nvPr/>
          </p:nvGrpSpPr>
          <p:grpSpPr>
            <a:xfrm>
              <a:off x="-384164" y="-1000252"/>
              <a:ext cx="3127481" cy="4516379"/>
              <a:chOff x="278245" y="-184325"/>
              <a:chExt cx="2358228" cy="3405504"/>
            </a:xfrm>
          </p:grpSpPr>
          <p:grpSp>
            <p:nvGrpSpPr>
              <p:cNvPr id="170" name="Google Shape;170;p7"/>
              <p:cNvGrpSpPr/>
              <p:nvPr/>
            </p:nvGrpSpPr>
            <p:grpSpPr>
              <a:xfrm>
                <a:off x="278245" y="-184325"/>
                <a:ext cx="2358228" cy="3336759"/>
                <a:chOff x="1181475" y="2041825"/>
                <a:chExt cx="620325" cy="877725"/>
              </a:xfrm>
            </p:grpSpPr>
            <p:sp>
              <p:nvSpPr>
                <p:cNvPr id="171" name="Google Shape;171;p7"/>
                <p:cNvSpPr/>
                <p:nvPr/>
              </p:nvSpPr>
              <p:spPr>
                <a:xfrm>
                  <a:off x="1185375" y="2377350"/>
                  <a:ext cx="119525" cy="119500"/>
                </a:xfrm>
                <a:custGeom>
                  <a:rect b="b" l="l" r="r" t="t"/>
                  <a:pathLst>
                    <a:path extrusionOk="0" h="4780" w="4781">
                      <a:moveTo>
                        <a:pt x="4780" y="0"/>
                      </a:moveTo>
                      <a:lnTo>
                        <a:pt x="2390" y="2390"/>
                      </a:lnTo>
                      <a:lnTo>
                        <a:pt x="1" y="4780"/>
                      </a:lnTo>
                      <a:lnTo>
                        <a:pt x="1362" y="4780"/>
                      </a:lnTo>
                      <a:lnTo>
                        <a:pt x="3071" y="3071"/>
                      </a:lnTo>
                      <a:lnTo>
                        <a:pt x="4780" y="1361"/>
                      </a:lnTo>
                      <a:lnTo>
                        <a:pt x="478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7"/>
                <p:cNvSpPr/>
                <p:nvPr/>
              </p:nvSpPr>
              <p:spPr>
                <a:xfrm>
                  <a:off x="1767500" y="2041825"/>
                  <a:ext cx="34300" cy="29425"/>
                </a:xfrm>
                <a:custGeom>
                  <a:rect b="b" l="l" r="r" t="t"/>
                  <a:pathLst>
                    <a:path extrusionOk="0" h="1177" w="1372">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7"/>
                <p:cNvSpPr/>
                <p:nvPr/>
              </p:nvSpPr>
              <p:spPr>
                <a:xfrm>
                  <a:off x="1181475" y="2060725"/>
                  <a:ext cx="600250" cy="858825"/>
                </a:xfrm>
                <a:custGeom>
                  <a:rect b="b" l="l" r="r" t="t"/>
                  <a:pathLst>
                    <a:path extrusionOk="0" h="34353" w="24010">
                      <a:moveTo>
                        <a:pt x="23789" y="1"/>
                      </a:moveTo>
                      <a:lnTo>
                        <a:pt x="15584" y="8210"/>
                      </a:lnTo>
                      <a:lnTo>
                        <a:pt x="9043" y="8210"/>
                      </a:lnTo>
                      <a:lnTo>
                        <a:pt x="8995" y="8254"/>
                      </a:lnTo>
                      <a:lnTo>
                        <a:pt x="1" y="17249"/>
                      </a:lnTo>
                      <a:lnTo>
                        <a:pt x="1" y="20091"/>
                      </a:lnTo>
                      <a:lnTo>
                        <a:pt x="5493" y="25583"/>
                      </a:lnTo>
                      <a:lnTo>
                        <a:pt x="5493" y="30098"/>
                      </a:lnTo>
                      <a:lnTo>
                        <a:pt x="1458" y="34137"/>
                      </a:lnTo>
                      <a:lnTo>
                        <a:pt x="1678" y="34353"/>
                      </a:lnTo>
                      <a:lnTo>
                        <a:pt x="5805" y="30226"/>
                      </a:lnTo>
                      <a:lnTo>
                        <a:pt x="5805" y="25454"/>
                      </a:lnTo>
                      <a:lnTo>
                        <a:pt x="313" y="19963"/>
                      </a:lnTo>
                      <a:lnTo>
                        <a:pt x="313" y="17377"/>
                      </a:lnTo>
                      <a:lnTo>
                        <a:pt x="9171" y="8519"/>
                      </a:lnTo>
                      <a:lnTo>
                        <a:pt x="15712" y="8519"/>
                      </a:lnTo>
                      <a:lnTo>
                        <a:pt x="15756" y="8475"/>
                      </a:lnTo>
                      <a:lnTo>
                        <a:pt x="24010" y="221"/>
                      </a:lnTo>
                      <a:lnTo>
                        <a:pt x="2378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7"/>
                <p:cNvSpPr/>
                <p:nvPr/>
              </p:nvSpPr>
              <p:spPr>
                <a:xfrm>
                  <a:off x="1260925" y="2268575"/>
                  <a:ext cx="243200" cy="370575"/>
                </a:xfrm>
                <a:custGeom>
                  <a:rect b="b" l="l" r="r" t="t"/>
                  <a:pathLst>
                    <a:path extrusionOk="0" h="14823" w="9728">
                      <a:moveTo>
                        <a:pt x="9640" y="0"/>
                      </a:moveTo>
                      <a:lnTo>
                        <a:pt x="4148" y="5492"/>
                      </a:lnTo>
                      <a:lnTo>
                        <a:pt x="4148" y="10588"/>
                      </a:lnTo>
                      <a:lnTo>
                        <a:pt x="1" y="14735"/>
                      </a:lnTo>
                      <a:lnTo>
                        <a:pt x="89" y="14823"/>
                      </a:lnTo>
                      <a:lnTo>
                        <a:pt x="4272" y="10640"/>
                      </a:lnTo>
                      <a:lnTo>
                        <a:pt x="4272" y="5544"/>
                      </a:lnTo>
                      <a:lnTo>
                        <a:pt x="9728" y="88"/>
                      </a:lnTo>
                      <a:lnTo>
                        <a:pt x="964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7"/>
                <p:cNvSpPr/>
                <p:nvPr/>
              </p:nvSpPr>
              <p:spPr>
                <a:xfrm>
                  <a:off x="1194400" y="2571875"/>
                  <a:ext cx="129400" cy="204375"/>
                </a:xfrm>
                <a:custGeom>
                  <a:rect b="b" l="l" r="r" t="t"/>
                  <a:pathLst>
                    <a:path extrusionOk="0" h="8175" w="5176">
                      <a:moveTo>
                        <a:pt x="0" y="1"/>
                      </a:moveTo>
                      <a:lnTo>
                        <a:pt x="0" y="3087"/>
                      </a:lnTo>
                      <a:lnTo>
                        <a:pt x="5088" y="8175"/>
                      </a:lnTo>
                      <a:lnTo>
                        <a:pt x="5176" y="8087"/>
                      </a:lnTo>
                      <a:lnTo>
                        <a:pt x="124" y="3035"/>
                      </a:lnTo>
                      <a:lnTo>
                        <a:pt x="1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6" name="Google Shape;176;p7"/>
              <p:cNvSpPr/>
              <p:nvPr/>
            </p:nvSpPr>
            <p:spPr>
              <a:xfrm>
                <a:off x="336260" y="3109317"/>
                <a:ext cx="130395" cy="111862"/>
              </a:xfrm>
              <a:custGeom>
                <a:rect b="b" l="l" r="r" t="t"/>
                <a:pathLst>
                  <a:path extrusionOk="0" h="1177" w="1372">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77" name="Google Shape;177;p7"/>
          <p:cNvGrpSpPr/>
          <p:nvPr/>
        </p:nvGrpSpPr>
        <p:grpSpPr>
          <a:xfrm>
            <a:off x="265779" y="4373872"/>
            <a:ext cx="4306224" cy="2966902"/>
            <a:chOff x="293432" y="4373872"/>
            <a:chExt cx="4306224" cy="2966902"/>
          </a:xfrm>
        </p:grpSpPr>
        <p:grpSp>
          <p:nvGrpSpPr>
            <p:cNvPr id="178" name="Google Shape;178;p7"/>
            <p:cNvGrpSpPr/>
            <p:nvPr/>
          </p:nvGrpSpPr>
          <p:grpSpPr>
            <a:xfrm>
              <a:off x="3565695" y="4429961"/>
              <a:ext cx="801674" cy="397824"/>
              <a:chOff x="1622300" y="2291700"/>
              <a:chExt cx="118800" cy="58950"/>
            </a:xfrm>
          </p:grpSpPr>
          <p:sp>
            <p:nvSpPr>
              <p:cNvPr id="179" name="Google Shape;179;p7"/>
              <p:cNvSpPr/>
              <p:nvPr/>
            </p:nvSpPr>
            <p:spPr>
              <a:xfrm>
                <a:off x="1672825" y="2291800"/>
                <a:ext cx="17950" cy="17825"/>
              </a:xfrm>
              <a:custGeom>
                <a:rect b="b" l="l" r="r" t="t"/>
                <a:pathLst>
                  <a:path extrusionOk="0" h="713" w="718">
                    <a:moveTo>
                      <a:pt x="101" y="0"/>
                    </a:moveTo>
                    <a:lnTo>
                      <a:pt x="1" y="96"/>
                    </a:lnTo>
                    <a:lnTo>
                      <a:pt x="621" y="713"/>
                    </a:lnTo>
                    <a:lnTo>
                      <a:pt x="717" y="617"/>
                    </a:lnTo>
                    <a:lnTo>
                      <a:pt x="1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7"/>
              <p:cNvSpPr/>
              <p:nvPr/>
            </p:nvSpPr>
            <p:spPr>
              <a:xfrm>
                <a:off x="1672825" y="2291700"/>
                <a:ext cx="17950" cy="17925"/>
              </a:xfrm>
              <a:custGeom>
                <a:rect b="b" l="l" r="r" t="t"/>
                <a:pathLst>
                  <a:path extrusionOk="0" h="717" w="718">
                    <a:moveTo>
                      <a:pt x="621" y="0"/>
                    </a:moveTo>
                    <a:lnTo>
                      <a:pt x="1" y="621"/>
                    </a:lnTo>
                    <a:lnTo>
                      <a:pt x="101" y="717"/>
                    </a:lnTo>
                    <a:lnTo>
                      <a:pt x="717" y="100"/>
                    </a:lnTo>
                    <a:lnTo>
                      <a:pt x="62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7"/>
              <p:cNvSpPr/>
              <p:nvPr/>
            </p:nvSpPr>
            <p:spPr>
              <a:xfrm>
                <a:off x="1723150" y="2291700"/>
                <a:ext cx="17950" cy="17925"/>
              </a:xfrm>
              <a:custGeom>
                <a:rect b="b" l="l" r="r" t="t"/>
                <a:pathLst>
                  <a:path extrusionOk="0" h="717" w="718">
                    <a:moveTo>
                      <a:pt x="97" y="0"/>
                    </a:moveTo>
                    <a:lnTo>
                      <a:pt x="1" y="100"/>
                    </a:lnTo>
                    <a:lnTo>
                      <a:pt x="617" y="717"/>
                    </a:lnTo>
                    <a:lnTo>
                      <a:pt x="718" y="621"/>
                    </a:lnTo>
                    <a:lnTo>
                      <a:pt x="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7"/>
              <p:cNvSpPr/>
              <p:nvPr/>
            </p:nvSpPr>
            <p:spPr>
              <a:xfrm>
                <a:off x="1723150" y="2291700"/>
                <a:ext cx="17950" cy="17925"/>
              </a:xfrm>
              <a:custGeom>
                <a:rect b="b" l="l" r="r" t="t"/>
                <a:pathLst>
                  <a:path extrusionOk="0" h="717" w="718">
                    <a:moveTo>
                      <a:pt x="617" y="0"/>
                    </a:moveTo>
                    <a:lnTo>
                      <a:pt x="1" y="621"/>
                    </a:lnTo>
                    <a:lnTo>
                      <a:pt x="101" y="717"/>
                    </a:lnTo>
                    <a:lnTo>
                      <a:pt x="718" y="100"/>
                    </a:lnTo>
                    <a:lnTo>
                      <a:pt x="61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7"/>
              <p:cNvSpPr/>
              <p:nvPr/>
            </p:nvSpPr>
            <p:spPr>
              <a:xfrm>
                <a:off x="1622300" y="2332725"/>
                <a:ext cx="17825" cy="17925"/>
              </a:xfrm>
              <a:custGeom>
                <a:rect b="b" l="l" r="r" t="t"/>
                <a:pathLst>
                  <a:path extrusionOk="0" h="717" w="713">
                    <a:moveTo>
                      <a:pt x="96" y="0"/>
                    </a:moveTo>
                    <a:lnTo>
                      <a:pt x="0" y="96"/>
                    </a:lnTo>
                    <a:lnTo>
                      <a:pt x="617" y="717"/>
                    </a:lnTo>
                    <a:lnTo>
                      <a:pt x="713" y="617"/>
                    </a:lnTo>
                    <a:lnTo>
                      <a:pt x="9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7"/>
              <p:cNvSpPr/>
              <p:nvPr/>
            </p:nvSpPr>
            <p:spPr>
              <a:xfrm>
                <a:off x="1622300" y="2332725"/>
                <a:ext cx="17825" cy="17925"/>
              </a:xfrm>
              <a:custGeom>
                <a:rect b="b" l="l" r="r" t="t"/>
                <a:pathLst>
                  <a:path extrusionOk="0" h="717" w="713">
                    <a:moveTo>
                      <a:pt x="617" y="0"/>
                    </a:moveTo>
                    <a:lnTo>
                      <a:pt x="0" y="617"/>
                    </a:lnTo>
                    <a:lnTo>
                      <a:pt x="96" y="717"/>
                    </a:lnTo>
                    <a:lnTo>
                      <a:pt x="713" y="96"/>
                    </a:lnTo>
                    <a:lnTo>
                      <a:pt x="61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7"/>
              <p:cNvSpPr/>
              <p:nvPr/>
            </p:nvSpPr>
            <p:spPr>
              <a:xfrm>
                <a:off x="1672525" y="2332625"/>
                <a:ext cx="17950" cy="17925"/>
              </a:xfrm>
              <a:custGeom>
                <a:rect b="b" l="l" r="r" t="t"/>
                <a:pathLst>
                  <a:path extrusionOk="0" h="717" w="718">
                    <a:moveTo>
                      <a:pt x="101" y="0"/>
                    </a:moveTo>
                    <a:lnTo>
                      <a:pt x="1" y="100"/>
                    </a:lnTo>
                    <a:lnTo>
                      <a:pt x="621" y="717"/>
                    </a:lnTo>
                    <a:lnTo>
                      <a:pt x="717" y="621"/>
                    </a:lnTo>
                    <a:lnTo>
                      <a:pt x="1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7"/>
              <p:cNvSpPr/>
              <p:nvPr/>
            </p:nvSpPr>
            <p:spPr>
              <a:xfrm>
                <a:off x="1672525" y="2332725"/>
                <a:ext cx="17950" cy="17925"/>
              </a:xfrm>
              <a:custGeom>
                <a:rect b="b" l="l" r="r" t="t"/>
                <a:pathLst>
                  <a:path extrusionOk="0" h="717" w="718">
                    <a:moveTo>
                      <a:pt x="621" y="0"/>
                    </a:moveTo>
                    <a:lnTo>
                      <a:pt x="1" y="617"/>
                    </a:lnTo>
                    <a:lnTo>
                      <a:pt x="101" y="717"/>
                    </a:lnTo>
                    <a:lnTo>
                      <a:pt x="717" y="96"/>
                    </a:lnTo>
                    <a:lnTo>
                      <a:pt x="62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 name="Google Shape;187;p7"/>
            <p:cNvGrpSpPr/>
            <p:nvPr/>
          </p:nvGrpSpPr>
          <p:grpSpPr>
            <a:xfrm flipH="1" rot="5400000">
              <a:off x="963093" y="3704212"/>
              <a:ext cx="2966902" cy="4306224"/>
              <a:chOff x="6769513" y="299393"/>
              <a:chExt cx="1308620" cy="1899525"/>
            </a:xfrm>
          </p:grpSpPr>
          <p:sp>
            <p:nvSpPr>
              <p:cNvPr id="188" name="Google Shape;188;p7"/>
              <p:cNvSpPr/>
              <p:nvPr/>
            </p:nvSpPr>
            <p:spPr>
              <a:xfrm>
                <a:off x="7817889" y="1007055"/>
                <a:ext cx="252070" cy="252070"/>
              </a:xfrm>
              <a:custGeom>
                <a:rect b="b" l="l" r="r" t="t"/>
                <a:pathLst>
                  <a:path extrusionOk="0" h="4564" w="4564">
                    <a:moveTo>
                      <a:pt x="0" y="1"/>
                    </a:moveTo>
                    <a:lnTo>
                      <a:pt x="0" y="1302"/>
                    </a:lnTo>
                    <a:lnTo>
                      <a:pt x="1629" y="2931"/>
                    </a:lnTo>
                    <a:lnTo>
                      <a:pt x="3263" y="4564"/>
                    </a:lnTo>
                    <a:lnTo>
                      <a:pt x="4563" y="4564"/>
                    </a:lnTo>
                    <a:lnTo>
                      <a:pt x="2282" y="2282"/>
                    </a:ln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7"/>
              <p:cNvSpPr/>
              <p:nvPr/>
            </p:nvSpPr>
            <p:spPr>
              <a:xfrm>
                <a:off x="7983027" y="2137006"/>
                <a:ext cx="72351" cy="61913"/>
              </a:xfrm>
              <a:custGeom>
                <a:rect b="b" l="l" r="r" t="t"/>
                <a:pathLst>
                  <a:path extrusionOk="0" h="1121" w="131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7"/>
              <p:cNvSpPr/>
              <p:nvPr/>
            </p:nvSpPr>
            <p:spPr>
              <a:xfrm>
                <a:off x="6769513" y="299393"/>
                <a:ext cx="61968" cy="61747"/>
              </a:xfrm>
              <a:custGeom>
                <a:rect b="b" l="l" r="r" t="t"/>
                <a:pathLst>
                  <a:path extrusionOk="0" h="1118" w="1122">
                    <a:moveTo>
                      <a:pt x="561" y="293"/>
                    </a:moveTo>
                    <a:cubicBezTo>
                      <a:pt x="705" y="293"/>
                      <a:pt x="825" y="413"/>
                      <a:pt x="825" y="557"/>
                    </a:cubicBezTo>
                    <a:cubicBezTo>
                      <a:pt x="825" y="705"/>
                      <a:pt x="705" y="821"/>
                      <a:pt x="561" y="821"/>
                    </a:cubicBezTo>
                    <a:cubicBezTo>
                      <a:pt x="417" y="821"/>
                      <a:pt x="297" y="705"/>
                      <a:pt x="297" y="557"/>
                    </a:cubicBezTo>
                    <a:cubicBezTo>
                      <a:pt x="297" y="413"/>
                      <a:pt x="417" y="293"/>
                      <a:pt x="561" y="293"/>
                    </a:cubicBezTo>
                    <a:close/>
                    <a:moveTo>
                      <a:pt x="554" y="1"/>
                    </a:moveTo>
                    <a:cubicBezTo>
                      <a:pt x="249" y="1"/>
                      <a:pt x="1" y="251"/>
                      <a:pt x="1" y="557"/>
                    </a:cubicBezTo>
                    <a:cubicBezTo>
                      <a:pt x="1" y="865"/>
                      <a:pt x="253" y="1117"/>
                      <a:pt x="561" y="1117"/>
                    </a:cubicBezTo>
                    <a:cubicBezTo>
                      <a:pt x="869" y="1117"/>
                      <a:pt x="1122" y="865"/>
                      <a:pt x="1122" y="557"/>
                    </a:cubicBezTo>
                    <a:cubicBezTo>
                      <a:pt x="1122" y="249"/>
                      <a:pt x="869" y="1"/>
                      <a:pt x="561" y="1"/>
                    </a:cubicBezTo>
                    <a:cubicBezTo>
                      <a:pt x="559" y="1"/>
                      <a:pt x="556" y="1"/>
                      <a:pt x="5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7"/>
              <p:cNvSpPr/>
              <p:nvPr/>
            </p:nvSpPr>
            <p:spPr>
              <a:xfrm>
                <a:off x="6811985" y="339214"/>
                <a:ext cx="1266148" cy="1811765"/>
              </a:xfrm>
              <a:custGeom>
                <a:rect b="b" l="l" r="r" t="t"/>
                <a:pathLst>
                  <a:path extrusionOk="0" h="32804" w="22925">
                    <a:moveTo>
                      <a:pt x="208" y="0"/>
                    </a:moveTo>
                    <a:lnTo>
                      <a:pt x="0" y="208"/>
                    </a:lnTo>
                    <a:lnTo>
                      <a:pt x="7878" y="8090"/>
                    </a:lnTo>
                    <a:lnTo>
                      <a:pt x="7922" y="8134"/>
                    </a:lnTo>
                    <a:lnTo>
                      <a:pt x="14170" y="8134"/>
                    </a:lnTo>
                    <a:lnTo>
                      <a:pt x="22628" y="16592"/>
                    </a:lnTo>
                    <a:lnTo>
                      <a:pt x="22628" y="19058"/>
                    </a:lnTo>
                    <a:lnTo>
                      <a:pt x="17385" y="24301"/>
                    </a:lnTo>
                    <a:lnTo>
                      <a:pt x="17385" y="28860"/>
                    </a:lnTo>
                    <a:lnTo>
                      <a:pt x="21323" y="32803"/>
                    </a:lnTo>
                    <a:lnTo>
                      <a:pt x="21532" y="32595"/>
                    </a:lnTo>
                    <a:lnTo>
                      <a:pt x="17681" y="28740"/>
                    </a:lnTo>
                    <a:lnTo>
                      <a:pt x="17681" y="24425"/>
                    </a:lnTo>
                    <a:lnTo>
                      <a:pt x="22925" y="19182"/>
                    </a:lnTo>
                    <a:lnTo>
                      <a:pt x="22925" y="16468"/>
                    </a:lnTo>
                    <a:lnTo>
                      <a:pt x="14334" y="7878"/>
                    </a:lnTo>
                    <a:lnTo>
                      <a:pt x="14290" y="7838"/>
                    </a:lnTo>
                    <a:lnTo>
                      <a:pt x="8046" y="7838"/>
                    </a:lnTo>
                    <a:lnTo>
                      <a:pt x="2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7"/>
              <p:cNvSpPr/>
              <p:nvPr/>
            </p:nvSpPr>
            <p:spPr>
              <a:xfrm>
                <a:off x="7397589" y="777575"/>
                <a:ext cx="512976" cy="781781"/>
              </a:xfrm>
              <a:custGeom>
                <a:rect b="b" l="l" r="r" t="t"/>
                <a:pathLst>
                  <a:path extrusionOk="0" h="14155" w="9288">
                    <a:moveTo>
                      <a:pt x="81" y="1"/>
                    </a:moveTo>
                    <a:lnTo>
                      <a:pt x="1" y="85"/>
                    </a:lnTo>
                    <a:lnTo>
                      <a:pt x="5209" y="5292"/>
                    </a:lnTo>
                    <a:lnTo>
                      <a:pt x="5209" y="10160"/>
                    </a:lnTo>
                    <a:lnTo>
                      <a:pt x="9203" y="14155"/>
                    </a:lnTo>
                    <a:lnTo>
                      <a:pt x="9287" y="14071"/>
                    </a:lnTo>
                    <a:lnTo>
                      <a:pt x="5325" y="10108"/>
                    </a:lnTo>
                    <a:lnTo>
                      <a:pt x="5325" y="5244"/>
                    </a:lnTo>
                    <a:lnTo>
                      <a:pt x="8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7"/>
              <p:cNvSpPr/>
              <p:nvPr/>
            </p:nvSpPr>
            <p:spPr>
              <a:xfrm>
                <a:off x="7777847" y="1417359"/>
                <a:ext cx="273112" cy="431181"/>
              </a:xfrm>
              <a:custGeom>
                <a:rect b="b" l="l" r="r" t="t"/>
                <a:pathLst>
                  <a:path extrusionOk="0" h="7807" w="4945">
                    <a:moveTo>
                      <a:pt x="4824" y="1"/>
                    </a:moveTo>
                    <a:lnTo>
                      <a:pt x="4824" y="2899"/>
                    </a:lnTo>
                    <a:lnTo>
                      <a:pt x="1" y="7722"/>
                    </a:lnTo>
                    <a:lnTo>
                      <a:pt x="85" y="7806"/>
                    </a:lnTo>
                    <a:lnTo>
                      <a:pt x="4944" y="2951"/>
                    </a:lnTo>
                    <a:lnTo>
                      <a:pt x="494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94" name="Google Shape;194;p7"/>
          <p:cNvSpPr txBox="1"/>
          <p:nvPr>
            <p:ph type="title"/>
          </p:nvPr>
        </p:nvSpPr>
        <p:spPr>
          <a:xfrm>
            <a:off x="945441" y="1323878"/>
            <a:ext cx="3442500" cy="14313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000"/>
              <a:buNone/>
              <a:defRPr/>
            </a:lvl1pPr>
            <a:lvl2pPr lvl="1" rtl="0" algn="r">
              <a:spcBef>
                <a:spcPts val="0"/>
              </a:spcBef>
              <a:spcAft>
                <a:spcPts val="0"/>
              </a:spcAft>
              <a:buSzPts val="3600"/>
              <a:buNone/>
              <a:defRPr sz="3600"/>
            </a:lvl2pPr>
            <a:lvl3pPr lvl="2" rtl="0" algn="r">
              <a:spcBef>
                <a:spcPts val="0"/>
              </a:spcBef>
              <a:spcAft>
                <a:spcPts val="0"/>
              </a:spcAft>
              <a:buSzPts val="3600"/>
              <a:buNone/>
              <a:defRPr sz="3600"/>
            </a:lvl3pPr>
            <a:lvl4pPr lvl="3" rtl="0" algn="r">
              <a:spcBef>
                <a:spcPts val="0"/>
              </a:spcBef>
              <a:spcAft>
                <a:spcPts val="0"/>
              </a:spcAft>
              <a:buSzPts val="3600"/>
              <a:buNone/>
              <a:defRPr sz="3600"/>
            </a:lvl4pPr>
            <a:lvl5pPr lvl="4" rtl="0" algn="r">
              <a:spcBef>
                <a:spcPts val="0"/>
              </a:spcBef>
              <a:spcAft>
                <a:spcPts val="0"/>
              </a:spcAft>
              <a:buSzPts val="3600"/>
              <a:buNone/>
              <a:defRPr sz="3600"/>
            </a:lvl5pPr>
            <a:lvl6pPr lvl="5" rtl="0" algn="r">
              <a:spcBef>
                <a:spcPts val="0"/>
              </a:spcBef>
              <a:spcAft>
                <a:spcPts val="0"/>
              </a:spcAft>
              <a:buSzPts val="3600"/>
              <a:buNone/>
              <a:defRPr sz="3600"/>
            </a:lvl6pPr>
            <a:lvl7pPr lvl="6" rtl="0" algn="r">
              <a:spcBef>
                <a:spcPts val="0"/>
              </a:spcBef>
              <a:spcAft>
                <a:spcPts val="0"/>
              </a:spcAft>
              <a:buSzPts val="3600"/>
              <a:buNone/>
              <a:defRPr sz="3600"/>
            </a:lvl7pPr>
            <a:lvl8pPr lvl="7" rtl="0" algn="r">
              <a:spcBef>
                <a:spcPts val="0"/>
              </a:spcBef>
              <a:spcAft>
                <a:spcPts val="0"/>
              </a:spcAft>
              <a:buSzPts val="3600"/>
              <a:buNone/>
              <a:defRPr sz="3600"/>
            </a:lvl8pPr>
            <a:lvl9pPr lvl="8" rtl="0" algn="r">
              <a:spcBef>
                <a:spcPts val="0"/>
              </a:spcBef>
              <a:spcAft>
                <a:spcPts val="0"/>
              </a:spcAft>
              <a:buSzPts val="3600"/>
              <a:buNone/>
              <a:defRPr sz="3600"/>
            </a:lvl9pPr>
          </a:lstStyle>
          <a:p/>
        </p:txBody>
      </p:sp>
      <p:sp>
        <p:nvSpPr>
          <p:cNvPr id="195" name="Google Shape;195;p7"/>
          <p:cNvSpPr txBox="1"/>
          <p:nvPr>
            <p:ph idx="1" type="subTitle"/>
          </p:nvPr>
        </p:nvSpPr>
        <p:spPr>
          <a:xfrm>
            <a:off x="945450" y="2750728"/>
            <a:ext cx="3442500" cy="1076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96" name="Shape 196"/>
        <p:cNvGrpSpPr/>
        <p:nvPr/>
      </p:nvGrpSpPr>
      <p:grpSpPr>
        <a:xfrm>
          <a:off x="0" y="0"/>
          <a:ext cx="0" cy="0"/>
          <a:chOff x="0" y="0"/>
          <a:chExt cx="0" cy="0"/>
        </a:xfrm>
      </p:grpSpPr>
      <p:grpSp>
        <p:nvGrpSpPr>
          <p:cNvPr id="197" name="Google Shape;197;p8"/>
          <p:cNvGrpSpPr/>
          <p:nvPr/>
        </p:nvGrpSpPr>
        <p:grpSpPr>
          <a:xfrm>
            <a:off x="-1897800" y="-564139"/>
            <a:ext cx="12137626" cy="7877286"/>
            <a:chOff x="-1897800" y="-564139"/>
            <a:chExt cx="12137626" cy="7877286"/>
          </a:xfrm>
        </p:grpSpPr>
        <p:sp>
          <p:nvSpPr>
            <p:cNvPr id="198" name="Google Shape;198;p8"/>
            <p:cNvSpPr/>
            <p:nvPr/>
          </p:nvSpPr>
          <p:spPr>
            <a:xfrm flipH="1">
              <a:off x="6899664" y="-444798"/>
              <a:ext cx="3031826" cy="2004580"/>
            </a:xfrm>
            <a:custGeom>
              <a:rect b="b" l="l" r="r" t="t"/>
              <a:pathLst>
                <a:path extrusionOk="0" h="15904" w="24054">
                  <a:moveTo>
                    <a:pt x="17228" y="0"/>
                  </a:moveTo>
                  <a:lnTo>
                    <a:pt x="9955" y="7274"/>
                  </a:lnTo>
                  <a:lnTo>
                    <a:pt x="6725" y="7274"/>
                  </a:lnTo>
                  <a:lnTo>
                    <a:pt x="2610" y="11384"/>
                  </a:lnTo>
                  <a:lnTo>
                    <a:pt x="2610" y="13298"/>
                  </a:lnTo>
                  <a:lnTo>
                    <a:pt x="0" y="15904"/>
                  </a:lnTo>
                  <a:lnTo>
                    <a:pt x="7093" y="15904"/>
                  </a:lnTo>
                  <a:lnTo>
                    <a:pt x="12993" y="10003"/>
                  </a:lnTo>
                  <a:lnTo>
                    <a:pt x="15207" y="10003"/>
                  </a:lnTo>
                  <a:lnTo>
                    <a:pt x="19494" y="5716"/>
                  </a:lnTo>
                  <a:lnTo>
                    <a:pt x="19494" y="4560"/>
                  </a:lnTo>
                  <a:lnTo>
                    <a:pt x="2405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8"/>
            <p:cNvSpPr/>
            <p:nvPr/>
          </p:nvSpPr>
          <p:spPr>
            <a:xfrm>
              <a:off x="-1897800" y="1636082"/>
              <a:ext cx="6322101" cy="5677064"/>
            </a:xfrm>
            <a:custGeom>
              <a:rect b="b" l="l" r="r" t="t"/>
              <a:pathLst>
                <a:path extrusionOk="0" h="64222" w="71519">
                  <a:moveTo>
                    <a:pt x="160" y="0"/>
                  </a:moveTo>
                  <a:lnTo>
                    <a:pt x="0" y="160"/>
                  </a:lnTo>
                  <a:lnTo>
                    <a:pt x="26919" y="27079"/>
                  </a:lnTo>
                  <a:lnTo>
                    <a:pt x="26919" y="27956"/>
                  </a:lnTo>
                  <a:lnTo>
                    <a:pt x="30762" y="31798"/>
                  </a:lnTo>
                  <a:lnTo>
                    <a:pt x="32743" y="31798"/>
                  </a:lnTo>
                  <a:lnTo>
                    <a:pt x="38031" y="37086"/>
                  </a:lnTo>
                  <a:lnTo>
                    <a:pt x="44224" y="37086"/>
                  </a:lnTo>
                  <a:lnTo>
                    <a:pt x="71359" y="64221"/>
                  </a:lnTo>
                  <a:lnTo>
                    <a:pt x="71519" y="64061"/>
                  </a:lnTo>
                  <a:lnTo>
                    <a:pt x="42046" y="34588"/>
                  </a:lnTo>
                  <a:lnTo>
                    <a:pt x="42046" y="33035"/>
                  </a:lnTo>
                  <a:lnTo>
                    <a:pt x="38359" y="29353"/>
                  </a:lnTo>
                  <a:lnTo>
                    <a:pt x="35465" y="29353"/>
                  </a:lnTo>
                  <a:lnTo>
                    <a:pt x="28949" y="22836"/>
                  </a:lnTo>
                  <a:lnTo>
                    <a:pt x="22993" y="22836"/>
                  </a:lnTo>
                  <a:lnTo>
                    <a:pt x="16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0" name="Google Shape;200;p8"/>
            <p:cNvGrpSpPr/>
            <p:nvPr/>
          </p:nvGrpSpPr>
          <p:grpSpPr>
            <a:xfrm>
              <a:off x="2033644" y="4281755"/>
              <a:ext cx="618213" cy="306426"/>
              <a:chOff x="5989375" y="1843575"/>
              <a:chExt cx="136525" cy="67675"/>
            </a:xfrm>
          </p:grpSpPr>
          <p:sp>
            <p:nvSpPr>
              <p:cNvPr id="201" name="Google Shape;201;p8"/>
              <p:cNvSpPr/>
              <p:nvPr/>
            </p:nvSpPr>
            <p:spPr>
              <a:xfrm>
                <a:off x="6047225" y="1843575"/>
                <a:ext cx="20525" cy="20550"/>
              </a:xfrm>
              <a:custGeom>
                <a:rect b="b" l="l" r="r" t="t"/>
                <a:pathLst>
                  <a:path extrusionOk="0" h="822" w="821">
                    <a:moveTo>
                      <a:pt x="709" y="0"/>
                    </a:moveTo>
                    <a:lnTo>
                      <a:pt x="0" y="709"/>
                    </a:lnTo>
                    <a:lnTo>
                      <a:pt x="112" y="821"/>
                    </a:lnTo>
                    <a:lnTo>
                      <a:pt x="821" y="113"/>
                    </a:lnTo>
                    <a:lnTo>
                      <a:pt x="70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8"/>
              <p:cNvSpPr/>
              <p:nvPr/>
            </p:nvSpPr>
            <p:spPr>
              <a:xfrm>
                <a:off x="6047225" y="1843575"/>
                <a:ext cx="20525" cy="20550"/>
              </a:xfrm>
              <a:custGeom>
                <a:rect b="b" l="l" r="r" t="t"/>
                <a:pathLst>
                  <a:path extrusionOk="0" h="822" w="821">
                    <a:moveTo>
                      <a:pt x="112" y="0"/>
                    </a:moveTo>
                    <a:lnTo>
                      <a:pt x="0" y="113"/>
                    </a:lnTo>
                    <a:lnTo>
                      <a:pt x="709" y="821"/>
                    </a:lnTo>
                    <a:lnTo>
                      <a:pt x="821" y="709"/>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8"/>
              <p:cNvSpPr/>
              <p:nvPr/>
            </p:nvSpPr>
            <p:spPr>
              <a:xfrm>
                <a:off x="5989475" y="1843675"/>
                <a:ext cx="20650" cy="20550"/>
              </a:xfrm>
              <a:custGeom>
                <a:rect b="b" l="l" r="r" t="t"/>
                <a:pathLst>
                  <a:path extrusionOk="0" h="822" w="826">
                    <a:moveTo>
                      <a:pt x="713" y="0"/>
                    </a:moveTo>
                    <a:lnTo>
                      <a:pt x="1" y="709"/>
                    </a:lnTo>
                    <a:lnTo>
                      <a:pt x="113" y="821"/>
                    </a:lnTo>
                    <a:lnTo>
                      <a:pt x="825" y="113"/>
                    </a:lnTo>
                    <a:lnTo>
                      <a:pt x="71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8"/>
              <p:cNvSpPr/>
              <p:nvPr/>
            </p:nvSpPr>
            <p:spPr>
              <a:xfrm>
                <a:off x="5989375" y="1843575"/>
                <a:ext cx="20650" cy="20550"/>
              </a:xfrm>
              <a:custGeom>
                <a:rect b="b" l="l" r="r" t="t"/>
                <a:pathLst>
                  <a:path extrusionOk="0" h="822" w="826">
                    <a:moveTo>
                      <a:pt x="117" y="0"/>
                    </a:moveTo>
                    <a:lnTo>
                      <a:pt x="1" y="113"/>
                    </a:lnTo>
                    <a:lnTo>
                      <a:pt x="713" y="821"/>
                    </a:lnTo>
                    <a:lnTo>
                      <a:pt x="825" y="709"/>
                    </a:lnTo>
                    <a:lnTo>
                      <a:pt x="11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8"/>
              <p:cNvSpPr/>
              <p:nvPr/>
            </p:nvSpPr>
            <p:spPr>
              <a:xfrm>
                <a:off x="6105350" y="1890600"/>
                <a:ext cx="20550" cy="20650"/>
              </a:xfrm>
              <a:custGeom>
                <a:rect b="b" l="l" r="r" t="t"/>
                <a:pathLst>
                  <a:path extrusionOk="0" h="826" w="822">
                    <a:moveTo>
                      <a:pt x="709" y="1"/>
                    </a:moveTo>
                    <a:lnTo>
                      <a:pt x="1" y="713"/>
                    </a:lnTo>
                    <a:lnTo>
                      <a:pt x="113" y="825"/>
                    </a:lnTo>
                    <a:lnTo>
                      <a:pt x="821" y="113"/>
                    </a:lnTo>
                    <a:lnTo>
                      <a:pt x="70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8"/>
              <p:cNvSpPr/>
              <p:nvPr/>
            </p:nvSpPr>
            <p:spPr>
              <a:xfrm>
                <a:off x="6105350" y="1890600"/>
                <a:ext cx="20550" cy="20650"/>
              </a:xfrm>
              <a:custGeom>
                <a:rect b="b" l="l" r="r" t="t"/>
                <a:pathLst>
                  <a:path extrusionOk="0" h="826" w="822">
                    <a:moveTo>
                      <a:pt x="113" y="1"/>
                    </a:moveTo>
                    <a:lnTo>
                      <a:pt x="1" y="113"/>
                    </a:lnTo>
                    <a:lnTo>
                      <a:pt x="709" y="825"/>
                    </a:lnTo>
                    <a:lnTo>
                      <a:pt x="821" y="709"/>
                    </a:lnTo>
                    <a:lnTo>
                      <a:pt x="1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8"/>
              <p:cNvSpPr/>
              <p:nvPr/>
            </p:nvSpPr>
            <p:spPr>
              <a:xfrm>
                <a:off x="6047525" y="1890600"/>
                <a:ext cx="20625" cy="20650"/>
              </a:xfrm>
              <a:custGeom>
                <a:rect b="b" l="l" r="r" t="t"/>
                <a:pathLst>
                  <a:path extrusionOk="0" h="826" w="825">
                    <a:moveTo>
                      <a:pt x="713" y="1"/>
                    </a:moveTo>
                    <a:lnTo>
                      <a:pt x="0" y="709"/>
                    </a:lnTo>
                    <a:lnTo>
                      <a:pt x="116" y="825"/>
                    </a:lnTo>
                    <a:lnTo>
                      <a:pt x="825" y="113"/>
                    </a:lnTo>
                    <a:lnTo>
                      <a:pt x="7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8"/>
              <p:cNvSpPr/>
              <p:nvPr/>
            </p:nvSpPr>
            <p:spPr>
              <a:xfrm>
                <a:off x="6047525" y="1890600"/>
                <a:ext cx="20625" cy="20650"/>
              </a:xfrm>
              <a:custGeom>
                <a:rect b="b" l="l" r="r" t="t"/>
                <a:pathLst>
                  <a:path extrusionOk="0" h="826" w="825">
                    <a:moveTo>
                      <a:pt x="112" y="1"/>
                    </a:moveTo>
                    <a:lnTo>
                      <a:pt x="0" y="113"/>
                    </a:lnTo>
                    <a:lnTo>
                      <a:pt x="713" y="825"/>
                    </a:lnTo>
                    <a:lnTo>
                      <a:pt x="825" y="70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9" name="Google Shape;209;p8"/>
            <p:cNvGrpSpPr/>
            <p:nvPr/>
          </p:nvGrpSpPr>
          <p:grpSpPr>
            <a:xfrm>
              <a:off x="726170" y="3312113"/>
              <a:ext cx="1228886" cy="2188720"/>
              <a:chOff x="8389396" y="1055350"/>
              <a:chExt cx="1228886" cy="2188720"/>
            </a:xfrm>
          </p:grpSpPr>
          <p:sp>
            <p:nvSpPr>
              <p:cNvPr id="210" name="Google Shape;210;p8"/>
              <p:cNvSpPr/>
              <p:nvPr/>
            </p:nvSpPr>
            <p:spPr>
              <a:xfrm>
                <a:off x="8421616" y="1130946"/>
                <a:ext cx="1196665" cy="2113124"/>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8"/>
              <p:cNvSpPr/>
              <p:nvPr/>
            </p:nvSpPr>
            <p:spPr>
              <a:xfrm>
                <a:off x="8389396" y="1055350"/>
                <a:ext cx="95651" cy="95575"/>
              </a:xfrm>
              <a:custGeom>
                <a:rect b="b" l="l" r="r" t="t"/>
                <a:pathLst>
                  <a:path extrusionOk="0" h="1373" w="1374">
                    <a:moveTo>
                      <a:pt x="689" y="364"/>
                    </a:moveTo>
                    <a:cubicBezTo>
                      <a:pt x="866" y="364"/>
                      <a:pt x="1010" y="508"/>
                      <a:pt x="1014" y="684"/>
                    </a:cubicBezTo>
                    <a:cubicBezTo>
                      <a:pt x="1014" y="865"/>
                      <a:pt x="866" y="1009"/>
                      <a:pt x="689" y="1009"/>
                    </a:cubicBezTo>
                    <a:cubicBezTo>
                      <a:pt x="509" y="1009"/>
                      <a:pt x="365" y="865"/>
                      <a:pt x="365" y="684"/>
                    </a:cubicBezTo>
                    <a:cubicBezTo>
                      <a:pt x="365" y="508"/>
                      <a:pt x="509" y="364"/>
                      <a:pt x="689" y="364"/>
                    </a:cubicBezTo>
                    <a:close/>
                    <a:moveTo>
                      <a:pt x="689" y="0"/>
                    </a:moveTo>
                    <a:cubicBezTo>
                      <a:pt x="309" y="0"/>
                      <a:pt x="1" y="308"/>
                      <a:pt x="1" y="684"/>
                    </a:cubicBezTo>
                    <a:cubicBezTo>
                      <a:pt x="1" y="1065"/>
                      <a:pt x="309" y="1373"/>
                      <a:pt x="689" y="1373"/>
                    </a:cubicBezTo>
                    <a:cubicBezTo>
                      <a:pt x="1066" y="1373"/>
                      <a:pt x="1374" y="1065"/>
                      <a:pt x="1374" y="684"/>
                    </a:cubicBezTo>
                    <a:cubicBezTo>
                      <a:pt x="1374" y="308"/>
                      <a:pt x="1066" y="0"/>
                      <a:pt x="6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2" name="Google Shape;212;p8"/>
            <p:cNvSpPr/>
            <p:nvPr/>
          </p:nvSpPr>
          <p:spPr>
            <a:xfrm>
              <a:off x="6877775" y="3554813"/>
              <a:ext cx="3075605" cy="2033485"/>
            </a:xfrm>
            <a:custGeom>
              <a:rect b="b" l="l" r="r" t="t"/>
              <a:pathLst>
                <a:path extrusionOk="0" h="15904" w="24054">
                  <a:moveTo>
                    <a:pt x="17228" y="0"/>
                  </a:moveTo>
                  <a:lnTo>
                    <a:pt x="9955" y="7274"/>
                  </a:lnTo>
                  <a:lnTo>
                    <a:pt x="6725" y="7274"/>
                  </a:lnTo>
                  <a:lnTo>
                    <a:pt x="2610" y="11384"/>
                  </a:lnTo>
                  <a:lnTo>
                    <a:pt x="2610" y="13298"/>
                  </a:lnTo>
                  <a:lnTo>
                    <a:pt x="0" y="15904"/>
                  </a:lnTo>
                  <a:lnTo>
                    <a:pt x="7093" y="15904"/>
                  </a:lnTo>
                  <a:lnTo>
                    <a:pt x="12993" y="10003"/>
                  </a:lnTo>
                  <a:lnTo>
                    <a:pt x="15207" y="10003"/>
                  </a:lnTo>
                  <a:lnTo>
                    <a:pt x="19494" y="5716"/>
                  </a:lnTo>
                  <a:lnTo>
                    <a:pt x="19494" y="4560"/>
                  </a:lnTo>
                  <a:lnTo>
                    <a:pt x="2405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3" name="Google Shape;213;p8"/>
            <p:cNvGrpSpPr/>
            <p:nvPr/>
          </p:nvGrpSpPr>
          <p:grpSpPr>
            <a:xfrm flipH="1" rot="5400000">
              <a:off x="8547291" y="741426"/>
              <a:ext cx="1228900" cy="2156171"/>
              <a:chOff x="455034" y="-121633"/>
              <a:chExt cx="629947" cy="1105275"/>
            </a:xfrm>
          </p:grpSpPr>
          <p:sp>
            <p:nvSpPr>
              <p:cNvPr id="214" name="Google Shape;214;p8"/>
              <p:cNvSpPr/>
              <p:nvPr/>
            </p:nvSpPr>
            <p:spPr>
              <a:xfrm>
                <a:off x="1007193" y="917077"/>
                <a:ext cx="77788" cy="66565"/>
              </a:xfrm>
              <a:custGeom>
                <a:rect b="b" l="l" r="r" t="t"/>
                <a:pathLst>
                  <a:path extrusionOk="0" h="1121" w="131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8"/>
              <p:cNvSpPr/>
              <p:nvPr/>
            </p:nvSpPr>
            <p:spPr>
              <a:xfrm>
                <a:off x="455034" y="-121633"/>
                <a:ext cx="592137" cy="1045622"/>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6" name="Google Shape;216;p8"/>
            <p:cNvGrpSpPr/>
            <p:nvPr/>
          </p:nvGrpSpPr>
          <p:grpSpPr>
            <a:xfrm flipH="1" rot="5400000">
              <a:off x="8103897" y="2323328"/>
              <a:ext cx="471865" cy="38050"/>
              <a:chOff x="6298452" y="2390050"/>
              <a:chExt cx="140725" cy="11350"/>
            </a:xfrm>
          </p:grpSpPr>
          <p:sp>
            <p:nvSpPr>
              <p:cNvPr id="217" name="Google Shape;217;p8"/>
              <p:cNvSpPr/>
              <p:nvPr/>
            </p:nvSpPr>
            <p:spPr>
              <a:xfrm>
                <a:off x="6298452" y="2390050"/>
                <a:ext cx="70375" cy="11350"/>
              </a:xfrm>
              <a:custGeom>
                <a:rect b="b" l="l" r="r" t="t"/>
                <a:pathLst>
                  <a:path extrusionOk="0" h="454" w="2815">
                    <a:moveTo>
                      <a:pt x="1" y="1"/>
                    </a:moveTo>
                    <a:lnTo>
                      <a:pt x="1" y="453"/>
                    </a:lnTo>
                    <a:lnTo>
                      <a:pt x="2815" y="453"/>
                    </a:lnTo>
                    <a:lnTo>
                      <a:pt x="281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8"/>
              <p:cNvSpPr/>
              <p:nvPr/>
            </p:nvSpPr>
            <p:spPr>
              <a:xfrm>
                <a:off x="6382427" y="2390050"/>
                <a:ext cx="35150" cy="11350"/>
              </a:xfrm>
              <a:custGeom>
                <a:rect b="b" l="l" r="r" t="t"/>
                <a:pathLst>
                  <a:path extrusionOk="0" h="454" w="1406">
                    <a:moveTo>
                      <a:pt x="0" y="1"/>
                    </a:moveTo>
                    <a:lnTo>
                      <a:pt x="0" y="453"/>
                    </a:lnTo>
                    <a:lnTo>
                      <a:pt x="1405" y="453"/>
                    </a:lnTo>
                    <a:lnTo>
                      <a:pt x="14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8"/>
              <p:cNvSpPr/>
              <p:nvPr/>
            </p:nvSpPr>
            <p:spPr>
              <a:xfrm>
                <a:off x="6427952" y="2390050"/>
                <a:ext cx="11225" cy="11350"/>
              </a:xfrm>
              <a:custGeom>
                <a:rect b="b" l="l" r="r" t="t"/>
                <a:pathLst>
                  <a:path extrusionOk="0" h="454" w="449">
                    <a:moveTo>
                      <a:pt x="1" y="1"/>
                    </a:moveTo>
                    <a:lnTo>
                      <a:pt x="1" y="453"/>
                    </a:lnTo>
                    <a:lnTo>
                      <a:pt x="449" y="453"/>
                    </a:lnTo>
                    <a:lnTo>
                      <a:pt x="44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0" name="Google Shape;220;p8"/>
            <p:cNvGrpSpPr/>
            <p:nvPr/>
          </p:nvGrpSpPr>
          <p:grpSpPr>
            <a:xfrm rot="5400000">
              <a:off x="5977384" y="2664541"/>
              <a:ext cx="2375896" cy="3296652"/>
              <a:chOff x="2132995" y="960308"/>
              <a:chExt cx="496177" cy="688438"/>
            </a:xfrm>
          </p:grpSpPr>
          <p:sp>
            <p:nvSpPr>
              <p:cNvPr id="221" name="Google Shape;221;p8"/>
              <p:cNvSpPr/>
              <p:nvPr/>
            </p:nvSpPr>
            <p:spPr>
              <a:xfrm>
                <a:off x="2143863" y="977753"/>
                <a:ext cx="473252" cy="659302"/>
              </a:xfrm>
              <a:custGeom>
                <a:rect b="b" l="l" r="r" t="t"/>
                <a:pathLst>
                  <a:path extrusionOk="0" h="14437" w="10363">
                    <a:moveTo>
                      <a:pt x="1" y="1"/>
                    </a:moveTo>
                    <a:lnTo>
                      <a:pt x="1" y="2663"/>
                    </a:lnTo>
                    <a:lnTo>
                      <a:pt x="4926" y="2663"/>
                    </a:lnTo>
                    <a:lnTo>
                      <a:pt x="7972" y="5709"/>
                    </a:lnTo>
                    <a:lnTo>
                      <a:pt x="7972" y="12123"/>
                    </a:lnTo>
                    <a:lnTo>
                      <a:pt x="10286" y="14437"/>
                    </a:lnTo>
                    <a:lnTo>
                      <a:pt x="10362" y="14352"/>
                    </a:lnTo>
                    <a:lnTo>
                      <a:pt x="8083" y="12081"/>
                    </a:lnTo>
                    <a:lnTo>
                      <a:pt x="8083" y="5658"/>
                    </a:lnTo>
                    <a:lnTo>
                      <a:pt x="4995" y="2561"/>
                    </a:lnTo>
                    <a:lnTo>
                      <a:pt x="4978" y="2544"/>
                    </a:lnTo>
                    <a:lnTo>
                      <a:pt x="120" y="2544"/>
                    </a:lnTo>
                    <a:lnTo>
                      <a:pt x="12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8"/>
              <p:cNvSpPr/>
              <p:nvPr/>
            </p:nvSpPr>
            <p:spPr>
              <a:xfrm>
                <a:off x="2401063" y="1126948"/>
                <a:ext cx="81608" cy="81608"/>
              </a:xfrm>
              <a:custGeom>
                <a:rect b="b" l="l" r="r" t="t"/>
                <a:pathLst>
                  <a:path extrusionOk="0" h="1787" w="1787">
                    <a:moveTo>
                      <a:pt x="1" y="0"/>
                    </a:moveTo>
                    <a:lnTo>
                      <a:pt x="1" y="511"/>
                    </a:lnTo>
                    <a:lnTo>
                      <a:pt x="639" y="1149"/>
                    </a:lnTo>
                    <a:lnTo>
                      <a:pt x="1277" y="1787"/>
                    </a:lnTo>
                    <a:lnTo>
                      <a:pt x="1787" y="1787"/>
                    </a:lnTo>
                    <a:lnTo>
                      <a:pt x="894" y="894"/>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8"/>
              <p:cNvSpPr/>
              <p:nvPr/>
            </p:nvSpPr>
            <p:spPr>
              <a:xfrm>
                <a:off x="2132995" y="960308"/>
                <a:ext cx="23610" cy="20231"/>
              </a:xfrm>
              <a:custGeom>
                <a:rect b="b" l="l" r="r" t="t"/>
                <a:pathLst>
                  <a:path extrusionOk="0" h="443" w="517">
                    <a:moveTo>
                      <a:pt x="298" y="119"/>
                    </a:moveTo>
                    <a:cubicBezTo>
                      <a:pt x="409" y="145"/>
                      <a:pt x="409" y="298"/>
                      <a:pt x="298" y="332"/>
                    </a:cubicBezTo>
                    <a:cubicBezTo>
                      <a:pt x="196" y="298"/>
                      <a:pt x="196" y="145"/>
                      <a:pt x="298" y="119"/>
                    </a:cubicBezTo>
                    <a:close/>
                    <a:moveTo>
                      <a:pt x="295" y="0"/>
                    </a:moveTo>
                    <a:cubicBezTo>
                      <a:pt x="240" y="0"/>
                      <a:pt x="184" y="21"/>
                      <a:pt x="137" y="68"/>
                    </a:cubicBezTo>
                    <a:cubicBezTo>
                      <a:pt x="1" y="204"/>
                      <a:pt x="103" y="442"/>
                      <a:pt x="298" y="442"/>
                    </a:cubicBezTo>
                    <a:cubicBezTo>
                      <a:pt x="418" y="434"/>
                      <a:pt x="511" y="340"/>
                      <a:pt x="511" y="230"/>
                    </a:cubicBezTo>
                    <a:cubicBezTo>
                      <a:pt x="517" y="92"/>
                      <a:pt x="410" y="0"/>
                      <a:pt x="2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8"/>
              <p:cNvSpPr/>
              <p:nvPr/>
            </p:nvSpPr>
            <p:spPr>
              <a:xfrm>
                <a:off x="2605425" y="1628651"/>
                <a:ext cx="23747" cy="20094"/>
              </a:xfrm>
              <a:custGeom>
                <a:rect b="b" l="l" r="r" t="t"/>
                <a:pathLst>
                  <a:path extrusionOk="0" h="440" w="520">
                    <a:moveTo>
                      <a:pt x="298" y="116"/>
                    </a:moveTo>
                    <a:cubicBezTo>
                      <a:pt x="358" y="116"/>
                      <a:pt x="409" y="167"/>
                      <a:pt x="400" y="227"/>
                    </a:cubicBezTo>
                    <a:cubicBezTo>
                      <a:pt x="400" y="290"/>
                      <a:pt x="348" y="331"/>
                      <a:pt x="294" y="331"/>
                    </a:cubicBezTo>
                    <a:cubicBezTo>
                      <a:pt x="269" y="331"/>
                      <a:pt x="243" y="322"/>
                      <a:pt x="221" y="303"/>
                    </a:cubicBezTo>
                    <a:cubicBezTo>
                      <a:pt x="153" y="235"/>
                      <a:pt x="204" y="116"/>
                      <a:pt x="298" y="116"/>
                    </a:cubicBezTo>
                    <a:close/>
                    <a:moveTo>
                      <a:pt x="299" y="1"/>
                    </a:moveTo>
                    <a:cubicBezTo>
                      <a:pt x="244" y="1"/>
                      <a:pt x="189" y="21"/>
                      <a:pt x="145" y="65"/>
                    </a:cubicBezTo>
                    <a:cubicBezTo>
                      <a:pt x="0" y="201"/>
                      <a:pt x="102" y="439"/>
                      <a:pt x="298" y="439"/>
                    </a:cubicBezTo>
                    <a:cubicBezTo>
                      <a:pt x="417" y="439"/>
                      <a:pt x="519" y="337"/>
                      <a:pt x="519" y="218"/>
                    </a:cubicBezTo>
                    <a:cubicBezTo>
                      <a:pt x="519" y="86"/>
                      <a:pt x="411" y="1"/>
                      <a:pt x="29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8"/>
              <p:cNvSpPr/>
              <p:nvPr/>
            </p:nvSpPr>
            <p:spPr>
              <a:xfrm>
                <a:off x="2145827" y="1025155"/>
                <a:ext cx="122024" cy="71515"/>
              </a:xfrm>
              <a:custGeom>
                <a:rect b="b" l="l" r="r" t="t"/>
                <a:pathLst>
                  <a:path extrusionOk="0" h="1566" w="2672">
                    <a:moveTo>
                      <a:pt x="34" y="1"/>
                    </a:moveTo>
                    <a:lnTo>
                      <a:pt x="0" y="26"/>
                    </a:lnTo>
                    <a:lnTo>
                      <a:pt x="800" y="826"/>
                    </a:lnTo>
                    <a:lnTo>
                      <a:pt x="1898" y="826"/>
                    </a:lnTo>
                    <a:lnTo>
                      <a:pt x="2638" y="1566"/>
                    </a:lnTo>
                    <a:lnTo>
                      <a:pt x="2672" y="1532"/>
                    </a:lnTo>
                    <a:lnTo>
                      <a:pt x="1923" y="783"/>
                    </a:lnTo>
                    <a:lnTo>
                      <a:pt x="817" y="783"/>
                    </a:lnTo>
                    <a:lnTo>
                      <a:pt x="3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6" name="Google Shape;226;p8"/>
            <p:cNvGrpSpPr/>
            <p:nvPr/>
          </p:nvGrpSpPr>
          <p:grpSpPr>
            <a:xfrm>
              <a:off x="1592506" y="555320"/>
              <a:ext cx="457201" cy="78377"/>
              <a:chOff x="3029245" y="907035"/>
              <a:chExt cx="129011" cy="22560"/>
            </a:xfrm>
          </p:grpSpPr>
          <p:sp>
            <p:nvSpPr>
              <p:cNvPr id="227" name="Google Shape;227;p8"/>
              <p:cNvSpPr/>
              <p:nvPr/>
            </p:nvSpPr>
            <p:spPr>
              <a:xfrm>
                <a:off x="3126380" y="907035"/>
                <a:ext cx="31876" cy="22560"/>
              </a:xfrm>
              <a:custGeom>
                <a:rect b="b" l="l" r="r" t="t"/>
                <a:pathLst>
                  <a:path extrusionOk="0" h="494" w="698">
                    <a:moveTo>
                      <a:pt x="408" y="0"/>
                    </a:moveTo>
                    <a:lnTo>
                      <a:pt x="0" y="494"/>
                    </a:lnTo>
                    <a:lnTo>
                      <a:pt x="289" y="494"/>
                    </a:lnTo>
                    <a:lnTo>
                      <a:pt x="69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8"/>
              <p:cNvSpPr/>
              <p:nvPr/>
            </p:nvSpPr>
            <p:spPr>
              <a:xfrm>
                <a:off x="3101902" y="907035"/>
                <a:ext cx="31876" cy="22560"/>
              </a:xfrm>
              <a:custGeom>
                <a:rect b="b" l="l" r="r" t="t"/>
                <a:pathLst>
                  <a:path extrusionOk="0" h="494" w="698">
                    <a:moveTo>
                      <a:pt x="409" y="0"/>
                    </a:moveTo>
                    <a:lnTo>
                      <a:pt x="0" y="494"/>
                    </a:lnTo>
                    <a:lnTo>
                      <a:pt x="289" y="494"/>
                    </a:lnTo>
                    <a:lnTo>
                      <a:pt x="69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8"/>
              <p:cNvSpPr/>
              <p:nvPr/>
            </p:nvSpPr>
            <p:spPr>
              <a:xfrm>
                <a:off x="3077790" y="907035"/>
                <a:ext cx="31922" cy="22560"/>
              </a:xfrm>
              <a:custGeom>
                <a:rect b="b" l="l" r="r" t="t"/>
                <a:pathLst>
                  <a:path extrusionOk="0" h="494" w="699">
                    <a:moveTo>
                      <a:pt x="409" y="0"/>
                    </a:moveTo>
                    <a:lnTo>
                      <a:pt x="1" y="494"/>
                    </a:lnTo>
                    <a:lnTo>
                      <a:pt x="290" y="494"/>
                    </a:lnTo>
                    <a:lnTo>
                      <a:pt x="69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8"/>
              <p:cNvSpPr/>
              <p:nvPr/>
            </p:nvSpPr>
            <p:spPr>
              <a:xfrm>
                <a:off x="3053723" y="907035"/>
                <a:ext cx="31511" cy="22560"/>
              </a:xfrm>
              <a:custGeom>
                <a:rect b="b" l="l" r="r" t="t"/>
                <a:pathLst>
                  <a:path extrusionOk="0" h="494" w="690">
                    <a:moveTo>
                      <a:pt x="400" y="0"/>
                    </a:moveTo>
                    <a:lnTo>
                      <a:pt x="0" y="494"/>
                    </a:lnTo>
                    <a:lnTo>
                      <a:pt x="290" y="494"/>
                    </a:lnTo>
                    <a:lnTo>
                      <a:pt x="6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8"/>
              <p:cNvSpPr/>
              <p:nvPr/>
            </p:nvSpPr>
            <p:spPr>
              <a:xfrm>
                <a:off x="3029245" y="907035"/>
                <a:ext cx="31876" cy="22560"/>
              </a:xfrm>
              <a:custGeom>
                <a:rect b="b" l="l" r="r" t="t"/>
                <a:pathLst>
                  <a:path extrusionOk="0" h="494" w="698">
                    <a:moveTo>
                      <a:pt x="409" y="0"/>
                    </a:moveTo>
                    <a:lnTo>
                      <a:pt x="0" y="494"/>
                    </a:lnTo>
                    <a:lnTo>
                      <a:pt x="290" y="494"/>
                    </a:lnTo>
                    <a:lnTo>
                      <a:pt x="69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2" name="Google Shape;232;p8"/>
            <p:cNvSpPr/>
            <p:nvPr/>
          </p:nvSpPr>
          <p:spPr>
            <a:xfrm>
              <a:off x="-1478400" y="2"/>
              <a:ext cx="3381525" cy="1996389"/>
            </a:xfrm>
            <a:custGeom>
              <a:rect b="b" l="l" r="r" t="t"/>
              <a:pathLst>
                <a:path extrusionOk="0" h="10160" w="17209">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3" name="Google Shape;233;p8"/>
            <p:cNvGrpSpPr/>
            <p:nvPr/>
          </p:nvGrpSpPr>
          <p:grpSpPr>
            <a:xfrm flipH="1">
              <a:off x="465001" y="-564139"/>
              <a:ext cx="2374678" cy="2502550"/>
              <a:chOff x="2011428" y="602777"/>
              <a:chExt cx="774292" cy="815987"/>
            </a:xfrm>
          </p:grpSpPr>
          <p:sp>
            <p:nvSpPr>
              <p:cNvPr id="234" name="Google Shape;234;p8"/>
              <p:cNvSpPr/>
              <p:nvPr/>
            </p:nvSpPr>
            <p:spPr>
              <a:xfrm>
                <a:off x="2751470" y="1215132"/>
                <a:ext cx="15618" cy="109191"/>
              </a:xfrm>
              <a:custGeom>
                <a:rect b="b" l="l" r="r" t="t"/>
                <a:pathLst>
                  <a:path extrusionOk="0" h="2391" w="342">
                    <a:moveTo>
                      <a:pt x="341" y="0"/>
                    </a:moveTo>
                    <a:lnTo>
                      <a:pt x="1" y="341"/>
                    </a:lnTo>
                    <a:lnTo>
                      <a:pt x="1" y="1191"/>
                    </a:lnTo>
                    <a:lnTo>
                      <a:pt x="1" y="2042"/>
                    </a:lnTo>
                    <a:lnTo>
                      <a:pt x="341" y="2391"/>
                    </a:lnTo>
                    <a:lnTo>
                      <a:pt x="341" y="1191"/>
                    </a:lnTo>
                    <a:lnTo>
                      <a:pt x="34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8"/>
              <p:cNvSpPr/>
              <p:nvPr/>
            </p:nvSpPr>
            <p:spPr>
              <a:xfrm>
                <a:off x="2157107" y="742702"/>
                <a:ext cx="76950" cy="76995"/>
              </a:xfrm>
              <a:custGeom>
                <a:rect b="b" l="l" r="r" t="t"/>
                <a:pathLst>
                  <a:path extrusionOk="0" h="1686" w="1685">
                    <a:moveTo>
                      <a:pt x="0" y="1"/>
                    </a:moveTo>
                    <a:lnTo>
                      <a:pt x="842" y="843"/>
                    </a:lnTo>
                    <a:lnTo>
                      <a:pt x="1685" y="1685"/>
                    </a:lnTo>
                    <a:lnTo>
                      <a:pt x="1685" y="1209"/>
                    </a:lnTo>
                    <a:lnTo>
                      <a:pt x="1081" y="605"/>
                    </a:lnTo>
                    <a:lnTo>
                      <a:pt x="47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8"/>
              <p:cNvSpPr/>
              <p:nvPr/>
            </p:nvSpPr>
            <p:spPr>
              <a:xfrm>
                <a:off x="2011428" y="602777"/>
                <a:ext cx="37310" cy="32013"/>
              </a:xfrm>
              <a:custGeom>
                <a:rect b="b" l="l" r="r" t="t"/>
                <a:pathLst>
                  <a:path extrusionOk="0" h="701" w="817">
                    <a:moveTo>
                      <a:pt x="468" y="181"/>
                    </a:moveTo>
                    <a:cubicBezTo>
                      <a:pt x="561" y="181"/>
                      <a:pt x="630" y="258"/>
                      <a:pt x="630" y="351"/>
                    </a:cubicBezTo>
                    <a:cubicBezTo>
                      <a:pt x="630" y="448"/>
                      <a:pt x="549" y="514"/>
                      <a:pt x="466" y="514"/>
                    </a:cubicBezTo>
                    <a:cubicBezTo>
                      <a:pt x="425" y="514"/>
                      <a:pt x="383" y="498"/>
                      <a:pt x="349" y="462"/>
                    </a:cubicBezTo>
                    <a:cubicBezTo>
                      <a:pt x="247" y="360"/>
                      <a:pt x="323" y="181"/>
                      <a:pt x="468" y="181"/>
                    </a:cubicBezTo>
                    <a:close/>
                    <a:moveTo>
                      <a:pt x="468" y="0"/>
                    </a:moveTo>
                    <a:cubicBezTo>
                      <a:pt x="381" y="0"/>
                      <a:pt x="293" y="33"/>
                      <a:pt x="221" y="105"/>
                    </a:cubicBezTo>
                    <a:cubicBezTo>
                      <a:pt x="0" y="317"/>
                      <a:pt x="153" y="700"/>
                      <a:pt x="468" y="700"/>
                    </a:cubicBezTo>
                    <a:cubicBezTo>
                      <a:pt x="664" y="700"/>
                      <a:pt x="817" y="538"/>
                      <a:pt x="817" y="351"/>
                    </a:cubicBezTo>
                    <a:cubicBezTo>
                      <a:pt x="817" y="139"/>
                      <a:pt x="646" y="0"/>
                      <a:pt x="4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8"/>
              <p:cNvSpPr/>
              <p:nvPr/>
            </p:nvSpPr>
            <p:spPr>
              <a:xfrm>
                <a:off x="2748364" y="1386751"/>
                <a:ext cx="37356" cy="32013"/>
              </a:xfrm>
              <a:custGeom>
                <a:rect b="b" l="l" r="r" t="t"/>
                <a:pathLst>
                  <a:path extrusionOk="0" h="701" w="818">
                    <a:moveTo>
                      <a:pt x="469" y="190"/>
                    </a:moveTo>
                    <a:cubicBezTo>
                      <a:pt x="562" y="190"/>
                      <a:pt x="630" y="258"/>
                      <a:pt x="630" y="351"/>
                    </a:cubicBezTo>
                    <a:cubicBezTo>
                      <a:pt x="630" y="450"/>
                      <a:pt x="547" y="517"/>
                      <a:pt x="462" y="517"/>
                    </a:cubicBezTo>
                    <a:cubicBezTo>
                      <a:pt x="422" y="517"/>
                      <a:pt x="382" y="503"/>
                      <a:pt x="350" y="470"/>
                    </a:cubicBezTo>
                    <a:cubicBezTo>
                      <a:pt x="247" y="360"/>
                      <a:pt x="324" y="190"/>
                      <a:pt x="469" y="190"/>
                    </a:cubicBezTo>
                    <a:close/>
                    <a:moveTo>
                      <a:pt x="468" y="0"/>
                    </a:moveTo>
                    <a:cubicBezTo>
                      <a:pt x="382" y="0"/>
                      <a:pt x="294" y="33"/>
                      <a:pt x="222" y="105"/>
                    </a:cubicBezTo>
                    <a:cubicBezTo>
                      <a:pt x="1" y="326"/>
                      <a:pt x="154" y="700"/>
                      <a:pt x="469" y="700"/>
                    </a:cubicBezTo>
                    <a:cubicBezTo>
                      <a:pt x="664" y="700"/>
                      <a:pt x="817" y="547"/>
                      <a:pt x="817" y="351"/>
                    </a:cubicBezTo>
                    <a:cubicBezTo>
                      <a:pt x="817" y="139"/>
                      <a:pt x="647" y="0"/>
                      <a:pt x="4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8"/>
              <p:cNvSpPr/>
              <p:nvPr/>
            </p:nvSpPr>
            <p:spPr>
              <a:xfrm>
                <a:off x="2036271" y="623829"/>
                <a:ext cx="737804" cy="767351"/>
              </a:xfrm>
              <a:custGeom>
                <a:rect b="b" l="l" r="r" t="t"/>
                <a:pathLst>
                  <a:path extrusionOk="0" h="16803" w="16156">
                    <a:moveTo>
                      <a:pt x="137" y="1"/>
                    </a:moveTo>
                    <a:lnTo>
                      <a:pt x="0" y="128"/>
                    </a:lnTo>
                    <a:lnTo>
                      <a:pt x="5173" y="5301"/>
                    </a:lnTo>
                    <a:lnTo>
                      <a:pt x="5198" y="5326"/>
                    </a:lnTo>
                    <a:lnTo>
                      <a:pt x="9035" y="5326"/>
                    </a:lnTo>
                    <a:lnTo>
                      <a:pt x="15968" y="12259"/>
                    </a:lnTo>
                    <a:lnTo>
                      <a:pt x="15968" y="16802"/>
                    </a:lnTo>
                    <a:lnTo>
                      <a:pt x="16155" y="16802"/>
                    </a:lnTo>
                    <a:lnTo>
                      <a:pt x="16155" y="12183"/>
                    </a:lnTo>
                    <a:lnTo>
                      <a:pt x="9137" y="5165"/>
                    </a:lnTo>
                    <a:lnTo>
                      <a:pt x="9111" y="5139"/>
                    </a:lnTo>
                    <a:lnTo>
                      <a:pt x="5275" y="5139"/>
                    </a:lnTo>
                    <a:lnTo>
                      <a:pt x="1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8"/>
              <p:cNvSpPr/>
              <p:nvPr/>
            </p:nvSpPr>
            <p:spPr>
              <a:xfrm>
                <a:off x="2506326" y="916786"/>
                <a:ext cx="196233" cy="195822"/>
              </a:xfrm>
              <a:custGeom>
                <a:rect b="b" l="l" r="r" t="t"/>
                <a:pathLst>
                  <a:path extrusionOk="0" h="4288" w="4297">
                    <a:moveTo>
                      <a:pt x="1" y="0"/>
                    </a:moveTo>
                    <a:lnTo>
                      <a:pt x="1" y="77"/>
                    </a:lnTo>
                    <a:lnTo>
                      <a:pt x="1898" y="77"/>
                    </a:lnTo>
                    <a:lnTo>
                      <a:pt x="4220" y="2399"/>
                    </a:lnTo>
                    <a:lnTo>
                      <a:pt x="4220" y="4288"/>
                    </a:lnTo>
                    <a:lnTo>
                      <a:pt x="4297" y="4288"/>
                    </a:lnTo>
                    <a:lnTo>
                      <a:pt x="4297" y="2374"/>
                    </a:lnTo>
                    <a:lnTo>
                      <a:pt x="19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0" name="Google Shape;240;p8"/>
            <p:cNvGrpSpPr/>
            <p:nvPr/>
          </p:nvGrpSpPr>
          <p:grpSpPr>
            <a:xfrm flipH="1" rot="5400000">
              <a:off x="7897809" y="-611671"/>
              <a:ext cx="1047647" cy="1867550"/>
              <a:chOff x="4549150" y="1401575"/>
              <a:chExt cx="1183114" cy="2109034"/>
            </a:xfrm>
          </p:grpSpPr>
          <p:sp>
            <p:nvSpPr>
              <p:cNvPr id="241" name="Google Shape;241;p8"/>
              <p:cNvSpPr/>
              <p:nvPr/>
            </p:nvSpPr>
            <p:spPr>
              <a:xfrm>
                <a:off x="4549150" y="3383011"/>
                <a:ext cx="148997" cy="127598"/>
              </a:xfrm>
              <a:custGeom>
                <a:rect b="b" l="l" r="r" t="t"/>
                <a:pathLst>
                  <a:path extrusionOk="0" h="1121" w="1309">
                    <a:moveTo>
                      <a:pt x="560" y="300"/>
                    </a:moveTo>
                    <a:cubicBezTo>
                      <a:pt x="796" y="300"/>
                      <a:pt x="912" y="584"/>
                      <a:pt x="748" y="748"/>
                    </a:cubicBezTo>
                    <a:cubicBezTo>
                      <a:pt x="693" y="803"/>
                      <a:pt x="627" y="827"/>
                      <a:pt x="562" y="827"/>
                    </a:cubicBezTo>
                    <a:cubicBezTo>
                      <a:pt x="426" y="827"/>
                      <a:pt x="296" y="721"/>
                      <a:pt x="296" y="564"/>
                    </a:cubicBezTo>
                    <a:cubicBezTo>
                      <a:pt x="296" y="416"/>
                      <a:pt x="416" y="300"/>
                      <a:pt x="560" y="300"/>
                    </a:cubicBezTo>
                    <a:close/>
                    <a:moveTo>
                      <a:pt x="564" y="1"/>
                    </a:moveTo>
                    <a:cubicBezTo>
                      <a:pt x="276" y="1"/>
                      <a:pt x="1" y="226"/>
                      <a:pt x="3" y="564"/>
                    </a:cubicBezTo>
                    <a:cubicBezTo>
                      <a:pt x="3" y="872"/>
                      <a:pt x="252" y="1120"/>
                      <a:pt x="560" y="1120"/>
                    </a:cubicBezTo>
                    <a:cubicBezTo>
                      <a:pt x="1060" y="1120"/>
                      <a:pt x="1308" y="520"/>
                      <a:pt x="956" y="168"/>
                    </a:cubicBezTo>
                    <a:cubicBezTo>
                      <a:pt x="842" y="52"/>
                      <a:pt x="701" y="1"/>
                      <a:pt x="56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8"/>
              <p:cNvSpPr/>
              <p:nvPr/>
            </p:nvSpPr>
            <p:spPr>
              <a:xfrm>
                <a:off x="4597087" y="1401575"/>
                <a:ext cx="1135177" cy="2004344"/>
              </a:xfrm>
              <a:custGeom>
                <a:rect b="b" l="l" r="r" t="t"/>
                <a:pathLst>
                  <a:path extrusionOk="0" h="17609" w="9973">
                    <a:moveTo>
                      <a:pt x="9724" y="0"/>
                    </a:moveTo>
                    <a:lnTo>
                      <a:pt x="9724" y="2938"/>
                    </a:lnTo>
                    <a:lnTo>
                      <a:pt x="1" y="12661"/>
                    </a:lnTo>
                    <a:lnTo>
                      <a:pt x="1" y="17608"/>
                    </a:lnTo>
                    <a:lnTo>
                      <a:pt x="249" y="17608"/>
                    </a:lnTo>
                    <a:lnTo>
                      <a:pt x="249" y="12765"/>
                    </a:lnTo>
                    <a:lnTo>
                      <a:pt x="9972" y="3042"/>
                    </a:lnTo>
                    <a:lnTo>
                      <a:pt x="997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8"/>
            <p:cNvGrpSpPr/>
            <p:nvPr/>
          </p:nvGrpSpPr>
          <p:grpSpPr>
            <a:xfrm>
              <a:off x="-1552690" y="-385842"/>
              <a:ext cx="2375896" cy="3296652"/>
              <a:chOff x="2132995" y="960308"/>
              <a:chExt cx="496177" cy="688438"/>
            </a:xfrm>
          </p:grpSpPr>
          <p:sp>
            <p:nvSpPr>
              <p:cNvPr id="244" name="Google Shape;244;p8"/>
              <p:cNvSpPr/>
              <p:nvPr/>
            </p:nvSpPr>
            <p:spPr>
              <a:xfrm>
                <a:off x="2143863" y="977753"/>
                <a:ext cx="473252" cy="659302"/>
              </a:xfrm>
              <a:custGeom>
                <a:rect b="b" l="l" r="r" t="t"/>
                <a:pathLst>
                  <a:path extrusionOk="0" h="14437" w="10363">
                    <a:moveTo>
                      <a:pt x="1" y="1"/>
                    </a:moveTo>
                    <a:lnTo>
                      <a:pt x="1" y="2663"/>
                    </a:lnTo>
                    <a:lnTo>
                      <a:pt x="4926" y="2663"/>
                    </a:lnTo>
                    <a:lnTo>
                      <a:pt x="7972" y="5709"/>
                    </a:lnTo>
                    <a:lnTo>
                      <a:pt x="7972" y="12123"/>
                    </a:lnTo>
                    <a:lnTo>
                      <a:pt x="10286" y="14437"/>
                    </a:lnTo>
                    <a:lnTo>
                      <a:pt x="10362" y="14352"/>
                    </a:lnTo>
                    <a:lnTo>
                      <a:pt x="8083" y="12081"/>
                    </a:lnTo>
                    <a:lnTo>
                      <a:pt x="8083" y="5658"/>
                    </a:lnTo>
                    <a:lnTo>
                      <a:pt x="4995" y="2561"/>
                    </a:lnTo>
                    <a:lnTo>
                      <a:pt x="4978" y="2544"/>
                    </a:lnTo>
                    <a:lnTo>
                      <a:pt x="120" y="2544"/>
                    </a:lnTo>
                    <a:lnTo>
                      <a:pt x="12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8"/>
              <p:cNvSpPr/>
              <p:nvPr/>
            </p:nvSpPr>
            <p:spPr>
              <a:xfrm>
                <a:off x="2401063" y="1126948"/>
                <a:ext cx="81608" cy="81608"/>
              </a:xfrm>
              <a:custGeom>
                <a:rect b="b" l="l" r="r" t="t"/>
                <a:pathLst>
                  <a:path extrusionOk="0" h="1787" w="1787">
                    <a:moveTo>
                      <a:pt x="1" y="0"/>
                    </a:moveTo>
                    <a:lnTo>
                      <a:pt x="1" y="511"/>
                    </a:lnTo>
                    <a:lnTo>
                      <a:pt x="639" y="1149"/>
                    </a:lnTo>
                    <a:lnTo>
                      <a:pt x="1277" y="1787"/>
                    </a:lnTo>
                    <a:lnTo>
                      <a:pt x="1787" y="1787"/>
                    </a:lnTo>
                    <a:lnTo>
                      <a:pt x="894" y="894"/>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8"/>
              <p:cNvSpPr/>
              <p:nvPr/>
            </p:nvSpPr>
            <p:spPr>
              <a:xfrm>
                <a:off x="2132995" y="960308"/>
                <a:ext cx="23610" cy="20231"/>
              </a:xfrm>
              <a:custGeom>
                <a:rect b="b" l="l" r="r" t="t"/>
                <a:pathLst>
                  <a:path extrusionOk="0" h="443" w="517">
                    <a:moveTo>
                      <a:pt x="298" y="119"/>
                    </a:moveTo>
                    <a:cubicBezTo>
                      <a:pt x="409" y="145"/>
                      <a:pt x="409" y="298"/>
                      <a:pt x="298" y="332"/>
                    </a:cubicBezTo>
                    <a:cubicBezTo>
                      <a:pt x="196" y="298"/>
                      <a:pt x="196" y="145"/>
                      <a:pt x="298" y="119"/>
                    </a:cubicBezTo>
                    <a:close/>
                    <a:moveTo>
                      <a:pt x="295" y="0"/>
                    </a:moveTo>
                    <a:cubicBezTo>
                      <a:pt x="240" y="0"/>
                      <a:pt x="184" y="21"/>
                      <a:pt x="137" y="68"/>
                    </a:cubicBezTo>
                    <a:cubicBezTo>
                      <a:pt x="1" y="204"/>
                      <a:pt x="103" y="442"/>
                      <a:pt x="298" y="442"/>
                    </a:cubicBezTo>
                    <a:cubicBezTo>
                      <a:pt x="418" y="434"/>
                      <a:pt x="511" y="340"/>
                      <a:pt x="511" y="230"/>
                    </a:cubicBezTo>
                    <a:cubicBezTo>
                      <a:pt x="517" y="92"/>
                      <a:pt x="410" y="0"/>
                      <a:pt x="2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8"/>
              <p:cNvSpPr/>
              <p:nvPr/>
            </p:nvSpPr>
            <p:spPr>
              <a:xfrm>
                <a:off x="2605425" y="1628651"/>
                <a:ext cx="23747" cy="20094"/>
              </a:xfrm>
              <a:custGeom>
                <a:rect b="b" l="l" r="r" t="t"/>
                <a:pathLst>
                  <a:path extrusionOk="0" h="440" w="520">
                    <a:moveTo>
                      <a:pt x="298" y="116"/>
                    </a:moveTo>
                    <a:cubicBezTo>
                      <a:pt x="358" y="116"/>
                      <a:pt x="409" y="167"/>
                      <a:pt x="400" y="227"/>
                    </a:cubicBezTo>
                    <a:cubicBezTo>
                      <a:pt x="400" y="290"/>
                      <a:pt x="348" y="331"/>
                      <a:pt x="294" y="331"/>
                    </a:cubicBezTo>
                    <a:cubicBezTo>
                      <a:pt x="269" y="331"/>
                      <a:pt x="243" y="322"/>
                      <a:pt x="221" y="303"/>
                    </a:cubicBezTo>
                    <a:cubicBezTo>
                      <a:pt x="153" y="235"/>
                      <a:pt x="204" y="116"/>
                      <a:pt x="298" y="116"/>
                    </a:cubicBezTo>
                    <a:close/>
                    <a:moveTo>
                      <a:pt x="299" y="1"/>
                    </a:moveTo>
                    <a:cubicBezTo>
                      <a:pt x="244" y="1"/>
                      <a:pt x="189" y="21"/>
                      <a:pt x="145" y="65"/>
                    </a:cubicBezTo>
                    <a:cubicBezTo>
                      <a:pt x="0" y="201"/>
                      <a:pt x="102" y="439"/>
                      <a:pt x="298" y="439"/>
                    </a:cubicBezTo>
                    <a:cubicBezTo>
                      <a:pt x="417" y="439"/>
                      <a:pt x="519" y="337"/>
                      <a:pt x="519" y="218"/>
                    </a:cubicBezTo>
                    <a:cubicBezTo>
                      <a:pt x="519" y="86"/>
                      <a:pt x="411" y="1"/>
                      <a:pt x="29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8"/>
              <p:cNvSpPr/>
              <p:nvPr/>
            </p:nvSpPr>
            <p:spPr>
              <a:xfrm>
                <a:off x="2145827" y="1025155"/>
                <a:ext cx="122024" cy="71515"/>
              </a:xfrm>
              <a:custGeom>
                <a:rect b="b" l="l" r="r" t="t"/>
                <a:pathLst>
                  <a:path extrusionOk="0" h="1566" w="2672">
                    <a:moveTo>
                      <a:pt x="34" y="1"/>
                    </a:moveTo>
                    <a:lnTo>
                      <a:pt x="0" y="26"/>
                    </a:lnTo>
                    <a:lnTo>
                      <a:pt x="800" y="826"/>
                    </a:lnTo>
                    <a:lnTo>
                      <a:pt x="1898" y="826"/>
                    </a:lnTo>
                    <a:lnTo>
                      <a:pt x="2638" y="1566"/>
                    </a:lnTo>
                    <a:lnTo>
                      <a:pt x="2672" y="1532"/>
                    </a:lnTo>
                    <a:lnTo>
                      <a:pt x="1923" y="783"/>
                    </a:lnTo>
                    <a:lnTo>
                      <a:pt x="817" y="783"/>
                    </a:lnTo>
                    <a:lnTo>
                      <a:pt x="3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49" name="Google Shape;249;p8"/>
          <p:cNvSpPr txBox="1"/>
          <p:nvPr>
            <p:ph type="title"/>
          </p:nvPr>
        </p:nvSpPr>
        <p:spPr>
          <a:xfrm>
            <a:off x="1269150" y="1483990"/>
            <a:ext cx="6605700" cy="222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8500"/>
              <a:buNone/>
              <a:defRPr sz="7000"/>
            </a:lvl1pPr>
            <a:lvl2pPr lvl="1" rtl="0">
              <a:lnSpc>
                <a:spcPct val="80000"/>
              </a:lnSpc>
              <a:spcBef>
                <a:spcPts val="0"/>
              </a:spcBef>
              <a:spcAft>
                <a:spcPts val="0"/>
              </a:spcAft>
              <a:buSzPts val="3200"/>
              <a:buNone/>
              <a:defRPr/>
            </a:lvl2pPr>
            <a:lvl3pPr lvl="2" rtl="0">
              <a:lnSpc>
                <a:spcPct val="80000"/>
              </a:lnSpc>
              <a:spcBef>
                <a:spcPts val="0"/>
              </a:spcBef>
              <a:spcAft>
                <a:spcPts val="0"/>
              </a:spcAft>
              <a:buSzPts val="3200"/>
              <a:buNone/>
              <a:defRPr/>
            </a:lvl3pPr>
            <a:lvl4pPr lvl="3" rtl="0">
              <a:lnSpc>
                <a:spcPct val="80000"/>
              </a:lnSpc>
              <a:spcBef>
                <a:spcPts val="0"/>
              </a:spcBef>
              <a:spcAft>
                <a:spcPts val="0"/>
              </a:spcAft>
              <a:buSzPts val="3200"/>
              <a:buNone/>
              <a:defRPr/>
            </a:lvl4pPr>
            <a:lvl5pPr lvl="4" rtl="0">
              <a:lnSpc>
                <a:spcPct val="80000"/>
              </a:lnSpc>
              <a:spcBef>
                <a:spcPts val="0"/>
              </a:spcBef>
              <a:spcAft>
                <a:spcPts val="0"/>
              </a:spcAft>
              <a:buSzPts val="3200"/>
              <a:buNone/>
              <a:defRPr/>
            </a:lvl5pPr>
            <a:lvl6pPr lvl="5" rtl="0">
              <a:lnSpc>
                <a:spcPct val="80000"/>
              </a:lnSpc>
              <a:spcBef>
                <a:spcPts val="0"/>
              </a:spcBef>
              <a:spcAft>
                <a:spcPts val="0"/>
              </a:spcAft>
              <a:buSzPts val="3200"/>
              <a:buNone/>
              <a:defRPr/>
            </a:lvl6pPr>
            <a:lvl7pPr lvl="6" rtl="0">
              <a:lnSpc>
                <a:spcPct val="80000"/>
              </a:lnSpc>
              <a:spcBef>
                <a:spcPts val="0"/>
              </a:spcBef>
              <a:spcAft>
                <a:spcPts val="0"/>
              </a:spcAft>
              <a:buSzPts val="3200"/>
              <a:buNone/>
              <a:defRPr/>
            </a:lvl7pPr>
            <a:lvl8pPr lvl="7" rtl="0">
              <a:lnSpc>
                <a:spcPct val="80000"/>
              </a:lnSpc>
              <a:spcBef>
                <a:spcPts val="0"/>
              </a:spcBef>
              <a:spcAft>
                <a:spcPts val="0"/>
              </a:spcAft>
              <a:buSzPts val="3200"/>
              <a:buNone/>
              <a:defRPr/>
            </a:lvl8pPr>
            <a:lvl9pPr lvl="8" rtl="0">
              <a:lnSpc>
                <a:spcPct val="80000"/>
              </a:lnSpc>
              <a:spcBef>
                <a:spcPts val="0"/>
              </a:spcBef>
              <a:spcAft>
                <a:spcPts val="0"/>
              </a:spcAft>
              <a:buSzPts val="32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0" name="Shape 250"/>
        <p:cNvGrpSpPr/>
        <p:nvPr/>
      </p:nvGrpSpPr>
      <p:grpSpPr>
        <a:xfrm>
          <a:off x="0" y="0"/>
          <a:ext cx="0" cy="0"/>
          <a:chOff x="0" y="0"/>
          <a:chExt cx="0" cy="0"/>
        </a:xfrm>
      </p:grpSpPr>
      <p:sp>
        <p:nvSpPr>
          <p:cNvPr id="251" name="Google Shape;251;p9"/>
          <p:cNvSpPr txBox="1"/>
          <p:nvPr>
            <p:ph idx="1" type="subTitle"/>
          </p:nvPr>
        </p:nvSpPr>
        <p:spPr>
          <a:xfrm>
            <a:off x="713225" y="2347452"/>
            <a:ext cx="4732500" cy="1177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600"/>
            </a:lvl1pPr>
            <a:lvl2pPr lvl="1" rtl="0">
              <a:spcBef>
                <a:spcPts val="0"/>
              </a:spcBef>
              <a:spcAft>
                <a:spcPts val="0"/>
              </a:spcAft>
              <a:buNone/>
              <a:defRPr sz="1600"/>
            </a:lvl2pPr>
            <a:lvl3pPr lvl="2" rtl="0">
              <a:spcBef>
                <a:spcPts val="0"/>
              </a:spcBef>
              <a:spcAft>
                <a:spcPts val="0"/>
              </a:spcAft>
              <a:buNone/>
              <a:defRPr sz="1600"/>
            </a:lvl3pPr>
            <a:lvl4pPr lvl="3" rtl="0">
              <a:spcBef>
                <a:spcPts val="0"/>
              </a:spcBef>
              <a:spcAft>
                <a:spcPts val="0"/>
              </a:spcAft>
              <a:buNone/>
              <a:defRPr sz="1600"/>
            </a:lvl4pPr>
            <a:lvl5pPr lvl="4" rtl="0">
              <a:spcBef>
                <a:spcPts val="0"/>
              </a:spcBef>
              <a:spcAft>
                <a:spcPts val="0"/>
              </a:spcAft>
              <a:buNone/>
              <a:defRPr sz="1600"/>
            </a:lvl5pPr>
            <a:lvl6pPr lvl="5" rtl="0">
              <a:spcBef>
                <a:spcPts val="0"/>
              </a:spcBef>
              <a:spcAft>
                <a:spcPts val="0"/>
              </a:spcAft>
              <a:buNone/>
              <a:defRPr sz="1600"/>
            </a:lvl6pPr>
            <a:lvl7pPr lvl="6" rtl="0">
              <a:spcBef>
                <a:spcPts val="0"/>
              </a:spcBef>
              <a:spcAft>
                <a:spcPts val="0"/>
              </a:spcAft>
              <a:buNone/>
              <a:defRPr sz="1600"/>
            </a:lvl7pPr>
            <a:lvl8pPr lvl="7" rtl="0">
              <a:spcBef>
                <a:spcPts val="0"/>
              </a:spcBef>
              <a:spcAft>
                <a:spcPts val="0"/>
              </a:spcAft>
              <a:buNone/>
              <a:defRPr sz="1600"/>
            </a:lvl8pPr>
            <a:lvl9pPr lvl="8" rtl="0">
              <a:spcBef>
                <a:spcPts val="0"/>
              </a:spcBef>
              <a:spcAft>
                <a:spcPts val="0"/>
              </a:spcAft>
              <a:buNone/>
              <a:defRPr sz="1600"/>
            </a:lvl9pPr>
          </a:lstStyle>
          <a:p/>
        </p:txBody>
      </p:sp>
      <p:sp>
        <p:nvSpPr>
          <p:cNvPr id="252" name="Google Shape;252;p9"/>
          <p:cNvSpPr txBox="1"/>
          <p:nvPr>
            <p:ph type="title"/>
          </p:nvPr>
        </p:nvSpPr>
        <p:spPr>
          <a:xfrm>
            <a:off x="713370" y="1697025"/>
            <a:ext cx="4732500" cy="4722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000"/>
              <a:buNone/>
              <a:defRPr sz="3600"/>
            </a:lvl1pPr>
            <a:lvl2pPr lvl="1" rtl="0">
              <a:spcBef>
                <a:spcPts val="0"/>
              </a:spcBef>
              <a:spcAft>
                <a:spcPts val="0"/>
              </a:spcAft>
              <a:buSzPts val="3200"/>
              <a:buFont typeface="Palanquin Dark"/>
              <a:buNone/>
              <a:defRPr>
                <a:latin typeface="Palanquin Dark"/>
                <a:ea typeface="Palanquin Dark"/>
                <a:cs typeface="Palanquin Dark"/>
                <a:sym typeface="Palanquin Dark"/>
              </a:defRPr>
            </a:lvl2pPr>
            <a:lvl3pPr lvl="2" rtl="0">
              <a:spcBef>
                <a:spcPts val="0"/>
              </a:spcBef>
              <a:spcAft>
                <a:spcPts val="0"/>
              </a:spcAft>
              <a:buSzPts val="3200"/>
              <a:buFont typeface="Palanquin Dark"/>
              <a:buNone/>
              <a:defRPr>
                <a:latin typeface="Palanquin Dark"/>
                <a:ea typeface="Palanquin Dark"/>
                <a:cs typeface="Palanquin Dark"/>
                <a:sym typeface="Palanquin Dark"/>
              </a:defRPr>
            </a:lvl3pPr>
            <a:lvl4pPr lvl="3" rtl="0">
              <a:spcBef>
                <a:spcPts val="0"/>
              </a:spcBef>
              <a:spcAft>
                <a:spcPts val="0"/>
              </a:spcAft>
              <a:buSzPts val="3200"/>
              <a:buFont typeface="Palanquin Dark"/>
              <a:buNone/>
              <a:defRPr>
                <a:latin typeface="Palanquin Dark"/>
                <a:ea typeface="Palanquin Dark"/>
                <a:cs typeface="Palanquin Dark"/>
                <a:sym typeface="Palanquin Dark"/>
              </a:defRPr>
            </a:lvl4pPr>
            <a:lvl5pPr lvl="4" rtl="0">
              <a:spcBef>
                <a:spcPts val="0"/>
              </a:spcBef>
              <a:spcAft>
                <a:spcPts val="0"/>
              </a:spcAft>
              <a:buSzPts val="3200"/>
              <a:buFont typeface="Palanquin Dark"/>
              <a:buNone/>
              <a:defRPr>
                <a:latin typeface="Palanquin Dark"/>
                <a:ea typeface="Palanquin Dark"/>
                <a:cs typeface="Palanquin Dark"/>
                <a:sym typeface="Palanquin Dark"/>
              </a:defRPr>
            </a:lvl5pPr>
            <a:lvl6pPr lvl="5" rtl="0">
              <a:spcBef>
                <a:spcPts val="0"/>
              </a:spcBef>
              <a:spcAft>
                <a:spcPts val="0"/>
              </a:spcAft>
              <a:buSzPts val="3200"/>
              <a:buFont typeface="Palanquin Dark"/>
              <a:buNone/>
              <a:defRPr>
                <a:latin typeface="Palanquin Dark"/>
                <a:ea typeface="Palanquin Dark"/>
                <a:cs typeface="Palanquin Dark"/>
                <a:sym typeface="Palanquin Dark"/>
              </a:defRPr>
            </a:lvl6pPr>
            <a:lvl7pPr lvl="6" rtl="0">
              <a:spcBef>
                <a:spcPts val="0"/>
              </a:spcBef>
              <a:spcAft>
                <a:spcPts val="0"/>
              </a:spcAft>
              <a:buSzPts val="3200"/>
              <a:buFont typeface="Palanquin Dark"/>
              <a:buNone/>
              <a:defRPr>
                <a:latin typeface="Palanquin Dark"/>
                <a:ea typeface="Palanquin Dark"/>
                <a:cs typeface="Palanquin Dark"/>
                <a:sym typeface="Palanquin Dark"/>
              </a:defRPr>
            </a:lvl7pPr>
            <a:lvl8pPr lvl="7" rtl="0">
              <a:spcBef>
                <a:spcPts val="0"/>
              </a:spcBef>
              <a:spcAft>
                <a:spcPts val="0"/>
              </a:spcAft>
              <a:buSzPts val="3200"/>
              <a:buFont typeface="Palanquin Dark"/>
              <a:buNone/>
              <a:defRPr>
                <a:latin typeface="Palanquin Dark"/>
                <a:ea typeface="Palanquin Dark"/>
                <a:cs typeface="Palanquin Dark"/>
                <a:sym typeface="Palanquin Dark"/>
              </a:defRPr>
            </a:lvl8pPr>
            <a:lvl9pPr lvl="8" rtl="0">
              <a:spcBef>
                <a:spcPts val="0"/>
              </a:spcBef>
              <a:spcAft>
                <a:spcPts val="0"/>
              </a:spcAft>
              <a:buSzPts val="3200"/>
              <a:buFont typeface="Palanquin Dark"/>
              <a:buNone/>
              <a:defRPr>
                <a:latin typeface="Palanquin Dark"/>
                <a:ea typeface="Palanquin Dark"/>
                <a:cs typeface="Palanquin Dark"/>
                <a:sym typeface="Palanquin Dark"/>
              </a:defRPr>
            </a:lvl9pPr>
          </a:lstStyle>
          <a:p/>
        </p:txBody>
      </p:sp>
      <p:grpSp>
        <p:nvGrpSpPr>
          <p:cNvPr id="253" name="Google Shape;253;p9"/>
          <p:cNvGrpSpPr/>
          <p:nvPr/>
        </p:nvGrpSpPr>
        <p:grpSpPr>
          <a:xfrm>
            <a:off x="4590435" y="-1007875"/>
            <a:ext cx="6038600" cy="7441011"/>
            <a:chOff x="4590435" y="-1007875"/>
            <a:chExt cx="6038600" cy="7441011"/>
          </a:xfrm>
        </p:grpSpPr>
        <p:sp>
          <p:nvSpPr>
            <p:cNvPr id="254" name="Google Shape;254;p9"/>
            <p:cNvSpPr/>
            <p:nvPr/>
          </p:nvSpPr>
          <p:spPr>
            <a:xfrm>
              <a:off x="5025290" y="1403608"/>
              <a:ext cx="5603746" cy="5029527"/>
            </a:xfrm>
            <a:custGeom>
              <a:rect b="b" l="l" r="r" t="t"/>
              <a:pathLst>
                <a:path extrusionOk="0" h="62162" w="69259">
                  <a:moveTo>
                    <a:pt x="69093" y="1"/>
                  </a:moveTo>
                  <a:lnTo>
                    <a:pt x="42864" y="26229"/>
                  </a:lnTo>
                  <a:lnTo>
                    <a:pt x="36876" y="26229"/>
                  </a:lnTo>
                  <a:lnTo>
                    <a:pt x="31719" y="31386"/>
                  </a:lnTo>
                  <a:lnTo>
                    <a:pt x="29833" y="31386"/>
                  </a:lnTo>
                  <a:lnTo>
                    <a:pt x="26063" y="35101"/>
                  </a:lnTo>
                  <a:lnTo>
                    <a:pt x="26063" y="35933"/>
                  </a:lnTo>
                  <a:lnTo>
                    <a:pt x="1" y="61995"/>
                  </a:lnTo>
                  <a:lnTo>
                    <a:pt x="167" y="62162"/>
                  </a:lnTo>
                  <a:lnTo>
                    <a:pt x="22292" y="40037"/>
                  </a:lnTo>
                  <a:lnTo>
                    <a:pt x="28059" y="40037"/>
                  </a:lnTo>
                  <a:lnTo>
                    <a:pt x="34380" y="33771"/>
                  </a:lnTo>
                  <a:lnTo>
                    <a:pt x="37153" y="33771"/>
                  </a:lnTo>
                  <a:lnTo>
                    <a:pt x="40757" y="30166"/>
                  </a:lnTo>
                  <a:lnTo>
                    <a:pt x="40757" y="28669"/>
                  </a:lnTo>
                  <a:lnTo>
                    <a:pt x="69259" y="112"/>
                  </a:lnTo>
                  <a:lnTo>
                    <a:pt x="6909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9"/>
            <p:cNvSpPr/>
            <p:nvPr/>
          </p:nvSpPr>
          <p:spPr>
            <a:xfrm>
              <a:off x="4590435" y="-831208"/>
              <a:ext cx="5930985" cy="6805915"/>
            </a:xfrm>
            <a:custGeom>
              <a:rect b="b" l="l" r="r" t="t"/>
              <a:pathLst>
                <a:path extrusionOk="0" h="79795" w="69537">
                  <a:moveTo>
                    <a:pt x="69370" y="0"/>
                  </a:moveTo>
                  <a:lnTo>
                    <a:pt x="44195" y="25175"/>
                  </a:lnTo>
                  <a:lnTo>
                    <a:pt x="35379" y="33992"/>
                  </a:lnTo>
                  <a:lnTo>
                    <a:pt x="27061" y="42309"/>
                  </a:lnTo>
                  <a:lnTo>
                    <a:pt x="27061" y="52568"/>
                  </a:lnTo>
                  <a:lnTo>
                    <a:pt x="1" y="79628"/>
                  </a:lnTo>
                  <a:lnTo>
                    <a:pt x="223" y="79794"/>
                  </a:lnTo>
                  <a:lnTo>
                    <a:pt x="27061" y="52956"/>
                  </a:lnTo>
                  <a:lnTo>
                    <a:pt x="31497" y="48575"/>
                  </a:lnTo>
                  <a:lnTo>
                    <a:pt x="31497" y="46801"/>
                  </a:lnTo>
                  <a:lnTo>
                    <a:pt x="35933" y="42309"/>
                  </a:lnTo>
                  <a:lnTo>
                    <a:pt x="49851" y="42309"/>
                  </a:lnTo>
                  <a:lnTo>
                    <a:pt x="52014" y="40147"/>
                  </a:lnTo>
                  <a:lnTo>
                    <a:pt x="45027" y="33382"/>
                  </a:lnTo>
                  <a:lnTo>
                    <a:pt x="45027" y="24731"/>
                  </a:lnTo>
                  <a:lnTo>
                    <a:pt x="69536" y="222"/>
                  </a:lnTo>
                  <a:lnTo>
                    <a:pt x="6937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6" name="Google Shape;256;p9"/>
            <p:cNvGrpSpPr/>
            <p:nvPr/>
          </p:nvGrpSpPr>
          <p:grpSpPr>
            <a:xfrm>
              <a:off x="6851241" y="3872805"/>
              <a:ext cx="740238" cy="365351"/>
              <a:chOff x="7070753" y="3796525"/>
              <a:chExt cx="690971" cy="341036"/>
            </a:xfrm>
          </p:grpSpPr>
          <p:sp>
            <p:nvSpPr>
              <p:cNvPr id="257" name="Google Shape;257;p9"/>
              <p:cNvSpPr/>
              <p:nvPr/>
            </p:nvSpPr>
            <p:spPr>
              <a:xfrm>
                <a:off x="7366883" y="4034320"/>
                <a:ext cx="103241" cy="103241"/>
              </a:xfrm>
              <a:custGeom>
                <a:rect b="b" l="l" r="r" t="t"/>
                <a:pathLst>
                  <a:path extrusionOk="0" h="1276" w="1276">
                    <a:moveTo>
                      <a:pt x="1109" y="0"/>
                    </a:moveTo>
                    <a:lnTo>
                      <a:pt x="0" y="1109"/>
                    </a:lnTo>
                    <a:lnTo>
                      <a:pt x="166" y="1276"/>
                    </a:lnTo>
                    <a:lnTo>
                      <a:pt x="1275" y="167"/>
                    </a:lnTo>
                    <a:lnTo>
                      <a:pt x="110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9"/>
              <p:cNvSpPr/>
              <p:nvPr/>
            </p:nvSpPr>
            <p:spPr>
              <a:xfrm>
                <a:off x="7366883" y="4034320"/>
                <a:ext cx="103241" cy="103241"/>
              </a:xfrm>
              <a:custGeom>
                <a:rect b="b" l="l" r="r" t="t"/>
                <a:pathLst>
                  <a:path extrusionOk="0" h="1276" w="1276">
                    <a:moveTo>
                      <a:pt x="166" y="0"/>
                    </a:moveTo>
                    <a:lnTo>
                      <a:pt x="0" y="167"/>
                    </a:lnTo>
                    <a:lnTo>
                      <a:pt x="1109" y="1276"/>
                    </a:lnTo>
                    <a:lnTo>
                      <a:pt x="1275" y="1109"/>
                    </a:lnTo>
                    <a:lnTo>
                      <a:pt x="16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9"/>
              <p:cNvSpPr/>
              <p:nvPr/>
            </p:nvSpPr>
            <p:spPr>
              <a:xfrm>
                <a:off x="7658483" y="4034320"/>
                <a:ext cx="103241" cy="103241"/>
              </a:xfrm>
              <a:custGeom>
                <a:rect b="b" l="l" r="r" t="t"/>
                <a:pathLst>
                  <a:path extrusionOk="0" h="1276" w="1276">
                    <a:moveTo>
                      <a:pt x="1109" y="0"/>
                    </a:moveTo>
                    <a:lnTo>
                      <a:pt x="0" y="1109"/>
                    </a:lnTo>
                    <a:lnTo>
                      <a:pt x="222" y="1276"/>
                    </a:lnTo>
                    <a:lnTo>
                      <a:pt x="1276" y="167"/>
                    </a:lnTo>
                    <a:lnTo>
                      <a:pt x="110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9"/>
              <p:cNvSpPr/>
              <p:nvPr/>
            </p:nvSpPr>
            <p:spPr>
              <a:xfrm>
                <a:off x="7658483" y="4034320"/>
                <a:ext cx="103241" cy="103241"/>
              </a:xfrm>
              <a:custGeom>
                <a:rect b="b" l="l" r="r" t="t"/>
                <a:pathLst>
                  <a:path extrusionOk="0" h="1276" w="1276">
                    <a:moveTo>
                      <a:pt x="167" y="0"/>
                    </a:moveTo>
                    <a:lnTo>
                      <a:pt x="0" y="167"/>
                    </a:lnTo>
                    <a:lnTo>
                      <a:pt x="1109" y="1276"/>
                    </a:lnTo>
                    <a:lnTo>
                      <a:pt x="1276" y="1109"/>
                    </a:lnTo>
                    <a:lnTo>
                      <a:pt x="16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9"/>
              <p:cNvSpPr/>
              <p:nvPr/>
            </p:nvSpPr>
            <p:spPr>
              <a:xfrm>
                <a:off x="7070753" y="3796525"/>
                <a:ext cx="107772" cy="103241"/>
              </a:xfrm>
              <a:custGeom>
                <a:rect b="b" l="l" r="r" t="t"/>
                <a:pathLst>
                  <a:path extrusionOk="0" h="1276" w="1332">
                    <a:moveTo>
                      <a:pt x="1109" y="1"/>
                    </a:moveTo>
                    <a:lnTo>
                      <a:pt x="0" y="1110"/>
                    </a:lnTo>
                    <a:lnTo>
                      <a:pt x="222" y="1276"/>
                    </a:lnTo>
                    <a:lnTo>
                      <a:pt x="1331" y="167"/>
                    </a:lnTo>
                    <a:lnTo>
                      <a:pt x="110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9"/>
              <p:cNvSpPr/>
              <p:nvPr/>
            </p:nvSpPr>
            <p:spPr>
              <a:xfrm>
                <a:off x="7075203" y="3796525"/>
                <a:ext cx="103322" cy="103241"/>
              </a:xfrm>
              <a:custGeom>
                <a:rect b="b" l="l" r="r" t="t"/>
                <a:pathLst>
                  <a:path extrusionOk="0" h="1276" w="1277">
                    <a:moveTo>
                      <a:pt x="167" y="1"/>
                    </a:moveTo>
                    <a:lnTo>
                      <a:pt x="1" y="167"/>
                    </a:lnTo>
                    <a:lnTo>
                      <a:pt x="1110" y="1276"/>
                    </a:lnTo>
                    <a:lnTo>
                      <a:pt x="1276" y="1110"/>
                    </a:lnTo>
                    <a:lnTo>
                      <a:pt x="16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9"/>
              <p:cNvSpPr/>
              <p:nvPr/>
            </p:nvSpPr>
            <p:spPr>
              <a:xfrm>
                <a:off x="7366883" y="3796525"/>
                <a:ext cx="103241" cy="103241"/>
              </a:xfrm>
              <a:custGeom>
                <a:rect b="b" l="l" r="r" t="t"/>
                <a:pathLst>
                  <a:path extrusionOk="0" h="1276" w="1276">
                    <a:moveTo>
                      <a:pt x="1109" y="1"/>
                    </a:moveTo>
                    <a:lnTo>
                      <a:pt x="0" y="1110"/>
                    </a:lnTo>
                    <a:lnTo>
                      <a:pt x="166" y="1276"/>
                    </a:lnTo>
                    <a:lnTo>
                      <a:pt x="1275" y="167"/>
                    </a:lnTo>
                    <a:lnTo>
                      <a:pt x="110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9"/>
              <p:cNvSpPr/>
              <p:nvPr/>
            </p:nvSpPr>
            <p:spPr>
              <a:xfrm>
                <a:off x="7366883" y="3796525"/>
                <a:ext cx="103241" cy="103241"/>
              </a:xfrm>
              <a:custGeom>
                <a:rect b="b" l="l" r="r" t="t"/>
                <a:pathLst>
                  <a:path extrusionOk="0" h="1276" w="1276">
                    <a:moveTo>
                      <a:pt x="166" y="1"/>
                    </a:moveTo>
                    <a:lnTo>
                      <a:pt x="0" y="167"/>
                    </a:lnTo>
                    <a:lnTo>
                      <a:pt x="1109" y="1276"/>
                    </a:lnTo>
                    <a:lnTo>
                      <a:pt x="1275" y="1110"/>
                    </a:lnTo>
                    <a:lnTo>
                      <a:pt x="1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5" name="Google Shape;265;p9"/>
            <p:cNvGrpSpPr/>
            <p:nvPr/>
          </p:nvGrpSpPr>
          <p:grpSpPr>
            <a:xfrm>
              <a:off x="5052941" y="-1007875"/>
              <a:ext cx="3372034" cy="3579622"/>
              <a:chOff x="6474042" y="-61911"/>
              <a:chExt cx="4446247" cy="4719966"/>
            </a:xfrm>
          </p:grpSpPr>
          <p:sp>
            <p:nvSpPr>
              <p:cNvPr id="266" name="Google Shape;266;p9"/>
              <p:cNvSpPr/>
              <p:nvPr/>
            </p:nvSpPr>
            <p:spPr>
              <a:xfrm>
                <a:off x="10722788" y="3477982"/>
                <a:ext cx="89810" cy="632716"/>
              </a:xfrm>
              <a:custGeom>
                <a:rect b="b" l="l" r="r" t="t"/>
                <a:pathLst>
                  <a:path extrusionOk="0" h="7820" w="1110">
                    <a:moveTo>
                      <a:pt x="1109" y="1"/>
                    </a:moveTo>
                    <a:lnTo>
                      <a:pt x="0" y="1110"/>
                    </a:lnTo>
                    <a:lnTo>
                      <a:pt x="0" y="3938"/>
                    </a:lnTo>
                    <a:lnTo>
                      <a:pt x="0" y="6710"/>
                    </a:lnTo>
                    <a:lnTo>
                      <a:pt x="1109" y="7819"/>
                    </a:lnTo>
                    <a:lnTo>
                      <a:pt x="1109" y="3938"/>
                    </a:lnTo>
                    <a:lnTo>
                      <a:pt x="110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9"/>
              <p:cNvSpPr/>
              <p:nvPr/>
            </p:nvSpPr>
            <p:spPr>
              <a:xfrm>
                <a:off x="7286054" y="750183"/>
                <a:ext cx="444277" cy="444196"/>
              </a:xfrm>
              <a:custGeom>
                <a:rect b="b" l="l" r="r" t="t"/>
                <a:pathLst>
                  <a:path extrusionOk="0" h="5490" w="5491">
                    <a:moveTo>
                      <a:pt x="1" y="0"/>
                    </a:moveTo>
                    <a:lnTo>
                      <a:pt x="2774" y="2773"/>
                    </a:lnTo>
                    <a:lnTo>
                      <a:pt x="5491" y="5490"/>
                    </a:lnTo>
                    <a:lnTo>
                      <a:pt x="5491" y="3937"/>
                    </a:lnTo>
                    <a:lnTo>
                      <a:pt x="3550" y="1941"/>
                    </a:lnTo>
                    <a:lnTo>
                      <a:pt x="155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9"/>
              <p:cNvSpPr/>
              <p:nvPr/>
            </p:nvSpPr>
            <p:spPr>
              <a:xfrm>
                <a:off x="6474042" y="-61911"/>
                <a:ext cx="183989" cy="184070"/>
              </a:xfrm>
              <a:custGeom>
                <a:rect b="b" l="l" r="r" t="t"/>
                <a:pathLst>
                  <a:path extrusionOk="0" h="2275" w="2274">
                    <a:moveTo>
                      <a:pt x="1165" y="611"/>
                    </a:moveTo>
                    <a:cubicBezTo>
                      <a:pt x="1442" y="611"/>
                      <a:pt x="1664" y="832"/>
                      <a:pt x="1719" y="1165"/>
                    </a:cubicBezTo>
                    <a:cubicBezTo>
                      <a:pt x="1719" y="1442"/>
                      <a:pt x="1442" y="1664"/>
                      <a:pt x="1165" y="1664"/>
                    </a:cubicBezTo>
                    <a:cubicBezTo>
                      <a:pt x="832" y="1664"/>
                      <a:pt x="610" y="1442"/>
                      <a:pt x="610" y="1165"/>
                    </a:cubicBezTo>
                    <a:cubicBezTo>
                      <a:pt x="610" y="832"/>
                      <a:pt x="832" y="611"/>
                      <a:pt x="1165" y="611"/>
                    </a:cubicBezTo>
                    <a:close/>
                    <a:moveTo>
                      <a:pt x="1165" y="1"/>
                    </a:moveTo>
                    <a:cubicBezTo>
                      <a:pt x="499" y="1"/>
                      <a:pt x="0" y="500"/>
                      <a:pt x="0" y="1165"/>
                    </a:cubicBezTo>
                    <a:cubicBezTo>
                      <a:pt x="0" y="1775"/>
                      <a:pt x="499" y="2274"/>
                      <a:pt x="1165" y="2274"/>
                    </a:cubicBezTo>
                    <a:cubicBezTo>
                      <a:pt x="1775" y="2274"/>
                      <a:pt x="2274" y="1775"/>
                      <a:pt x="2274" y="1165"/>
                    </a:cubicBezTo>
                    <a:cubicBezTo>
                      <a:pt x="2274" y="500"/>
                      <a:pt x="1775" y="1"/>
                      <a:pt x="116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9"/>
              <p:cNvSpPr/>
              <p:nvPr/>
            </p:nvSpPr>
            <p:spPr>
              <a:xfrm>
                <a:off x="10704825" y="4473337"/>
                <a:ext cx="215463" cy="184718"/>
              </a:xfrm>
              <a:custGeom>
                <a:rect b="b" l="l" r="r" t="t"/>
                <a:pathLst>
                  <a:path extrusionOk="0" h="2283" w="2663">
                    <a:moveTo>
                      <a:pt x="1498" y="563"/>
                    </a:moveTo>
                    <a:cubicBezTo>
                      <a:pt x="1830" y="563"/>
                      <a:pt x="2052" y="840"/>
                      <a:pt x="2052" y="1118"/>
                    </a:cubicBezTo>
                    <a:cubicBezTo>
                      <a:pt x="2052" y="1454"/>
                      <a:pt x="1776" y="1664"/>
                      <a:pt x="1494" y="1664"/>
                    </a:cubicBezTo>
                    <a:cubicBezTo>
                      <a:pt x="1357" y="1664"/>
                      <a:pt x="1218" y="1615"/>
                      <a:pt x="1110" y="1506"/>
                    </a:cubicBezTo>
                    <a:cubicBezTo>
                      <a:pt x="777" y="1173"/>
                      <a:pt x="999" y="563"/>
                      <a:pt x="1498" y="563"/>
                    </a:cubicBezTo>
                    <a:close/>
                    <a:moveTo>
                      <a:pt x="1529" y="0"/>
                    </a:moveTo>
                    <a:cubicBezTo>
                      <a:pt x="1246" y="0"/>
                      <a:pt x="957" y="106"/>
                      <a:pt x="721" y="341"/>
                    </a:cubicBezTo>
                    <a:cubicBezTo>
                      <a:pt x="1" y="1007"/>
                      <a:pt x="500" y="2282"/>
                      <a:pt x="1498" y="2282"/>
                    </a:cubicBezTo>
                    <a:cubicBezTo>
                      <a:pt x="2108" y="2282"/>
                      <a:pt x="2662" y="1728"/>
                      <a:pt x="2662" y="1118"/>
                    </a:cubicBezTo>
                    <a:cubicBezTo>
                      <a:pt x="2662" y="446"/>
                      <a:pt x="2110" y="0"/>
                      <a:pt x="15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9"/>
              <p:cNvSpPr/>
              <p:nvPr/>
            </p:nvSpPr>
            <p:spPr>
              <a:xfrm>
                <a:off x="6590714" y="63742"/>
                <a:ext cx="4262258" cy="4432735"/>
              </a:xfrm>
              <a:custGeom>
                <a:rect b="b" l="l" r="r" t="t"/>
                <a:pathLst>
                  <a:path extrusionOk="0" h="54786" w="52679">
                    <a:moveTo>
                      <a:pt x="388" y="0"/>
                    </a:moveTo>
                    <a:lnTo>
                      <a:pt x="0" y="388"/>
                    </a:lnTo>
                    <a:lnTo>
                      <a:pt x="16857" y="17245"/>
                    </a:lnTo>
                    <a:lnTo>
                      <a:pt x="16913" y="17356"/>
                    </a:lnTo>
                    <a:lnTo>
                      <a:pt x="29445" y="17356"/>
                    </a:lnTo>
                    <a:lnTo>
                      <a:pt x="52069" y="39980"/>
                    </a:lnTo>
                    <a:lnTo>
                      <a:pt x="52069" y="54786"/>
                    </a:lnTo>
                    <a:lnTo>
                      <a:pt x="52678" y="54786"/>
                    </a:lnTo>
                    <a:lnTo>
                      <a:pt x="52678" y="39759"/>
                    </a:lnTo>
                    <a:lnTo>
                      <a:pt x="29777" y="16857"/>
                    </a:lnTo>
                    <a:lnTo>
                      <a:pt x="29666" y="16746"/>
                    </a:lnTo>
                    <a:lnTo>
                      <a:pt x="17190" y="16746"/>
                    </a:lnTo>
                    <a:lnTo>
                      <a:pt x="38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1" name="Google Shape;271;p9"/>
            <p:cNvSpPr/>
            <p:nvPr/>
          </p:nvSpPr>
          <p:spPr>
            <a:xfrm>
              <a:off x="7522237" y="-209327"/>
              <a:ext cx="1798786" cy="1791641"/>
            </a:xfrm>
            <a:custGeom>
              <a:rect b="b" l="l" r="r" t="t"/>
              <a:pathLst>
                <a:path extrusionOk="0" h="13974" w="14030">
                  <a:moveTo>
                    <a:pt x="1" y="0"/>
                  </a:moveTo>
                  <a:lnTo>
                    <a:pt x="1" y="278"/>
                  </a:lnTo>
                  <a:lnTo>
                    <a:pt x="6211" y="278"/>
                  </a:lnTo>
                  <a:lnTo>
                    <a:pt x="13753" y="7819"/>
                  </a:lnTo>
                  <a:lnTo>
                    <a:pt x="13753" y="13974"/>
                  </a:lnTo>
                  <a:lnTo>
                    <a:pt x="14030" y="13974"/>
                  </a:lnTo>
                  <a:lnTo>
                    <a:pt x="14030" y="7763"/>
                  </a:lnTo>
                  <a:lnTo>
                    <a:pt x="626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2" name="Google Shape;272;p9"/>
            <p:cNvGrpSpPr/>
            <p:nvPr/>
          </p:nvGrpSpPr>
          <p:grpSpPr>
            <a:xfrm>
              <a:off x="6066323" y="845916"/>
              <a:ext cx="3431384" cy="3617769"/>
              <a:chOff x="5563238" y="409147"/>
              <a:chExt cx="4473190" cy="4716163"/>
            </a:xfrm>
          </p:grpSpPr>
          <p:sp>
            <p:nvSpPr>
              <p:cNvPr id="273" name="Google Shape;273;p9"/>
              <p:cNvSpPr/>
              <p:nvPr/>
            </p:nvSpPr>
            <p:spPr>
              <a:xfrm>
                <a:off x="5670929" y="956503"/>
                <a:ext cx="89810" cy="632716"/>
              </a:xfrm>
              <a:custGeom>
                <a:rect b="b" l="l" r="r" t="t"/>
                <a:pathLst>
                  <a:path extrusionOk="0" h="7820" w="1110">
                    <a:moveTo>
                      <a:pt x="1" y="1"/>
                    </a:moveTo>
                    <a:lnTo>
                      <a:pt x="1" y="3883"/>
                    </a:lnTo>
                    <a:lnTo>
                      <a:pt x="1" y="7820"/>
                    </a:lnTo>
                    <a:lnTo>
                      <a:pt x="1110" y="6711"/>
                    </a:lnTo>
                    <a:lnTo>
                      <a:pt x="1110" y="3883"/>
                    </a:lnTo>
                    <a:lnTo>
                      <a:pt x="1110" y="1110"/>
                    </a:lnTo>
                    <a:lnTo>
                      <a:pt x="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9"/>
              <p:cNvSpPr/>
              <p:nvPr/>
            </p:nvSpPr>
            <p:spPr>
              <a:xfrm>
                <a:off x="8748664" y="3872823"/>
                <a:ext cx="448808" cy="444196"/>
              </a:xfrm>
              <a:custGeom>
                <a:rect b="b" l="l" r="r" t="t"/>
                <a:pathLst>
                  <a:path extrusionOk="0" h="5490" w="5547">
                    <a:moveTo>
                      <a:pt x="1" y="0"/>
                    </a:moveTo>
                    <a:lnTo>
                      <a:pt x="1" y="1553"/>
                    </a:lnTo>
                    <a:lnTo>
                      <a:pt x="1997" y="3549"/>
                    </a:lnTo>
                    <a:lnTo>
                      <a:pt x="3938" y="5490"/>
                    </a:lnTo>
                    <a:lnTo>
                      <a:pt x="5546" y="5490"/>
                    </a:lnTo>
                    <a:lnTo>
                      <a:pt x="2774" y="2717"/>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9"/>
              <p:cNvSpPr/>
              <p:nvPr/>
            </p:nvSpPr>
            <p:spPr>
              <a:xfrm>
                <a:off x="9820965" y="4940593"/>
                <a:ext cx="215463" cy="184718"/>
              </a:xfrm>
              <a:custGeom>
                <a:rect b="b" l="l" r="r" t="t"/>
                <a:pathLst>
                  <a:path extrusionOk="0" h="2283" w="2663">
                    <a:moveTo>
                      <a:pt x="1170" y="619"/>
                    </a:moveTo>
                    <a:cubicBezTo>
                      <a:pt x="1306" y="619"/>
                      <a:pt x="1445" y="668"/>
                      <a:pt x="1553" y="777"/>
                    </a:cubicBezTo>
                    <a:cubicBezTo>
                      <a:pt x="1886" y="1110"/>
                      <a:pt x="1609" y="1720"/>
                      <a:pt x="1165" y="1720"/>
                    </a:cubicBezTo>
                    <a:cubicBezTo>
                      <a:pt x="833" y="1664"/>
                      <a:pt x="611" y="1442"/>
                      <a:pt x="611" y="1165"/>
                    </a:cubicBezTo>
                    <a:cubicBezTo>
                      <a:pt x="611" y="829"/>
                      <a:pt x="887" y="619"/>
                      <a:pt x="1170" y="619"/>
                    </a:cubicBezTo>
                    <a:close/>
                    <a:moveTo>
                      <a:pt x="1165" y="1"/>
                    </a:moveTo>
                    <a:cubicBezTo>
                      <a:pt x="500" y="1"/>
                      <a:pt x="1" y="500"/>
                      <a:pt x="1" y="1165"/>
                    </a:cubicBezTo>
                    <a:cubicBezTo>
                      <a:pt x="1" y="1837"/>
                      <a:pt x="553" y="2282"/>
                      <a:pt x="1134" y="2282"/>
                    </a:cubicBezTo>
                    <a:cubicBezTo>
                      <a:pt x="1417" y="2282"/>
                      <a:pt x="1706" y="2177"/>
                      <a:pt x="1942" y="1941"/>
                    </a:cubicBezTo>
                    <a:cubicBezTo>
                      <a:pt x="2662" y="1221"/>
                      <a:pt x="2163" y="1"/>
                      <a:pt x="116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9"/>
              <p:cNvSpPr/>
              <p:nvPr/>
            </p:nvSpPr>
            <p:spPr>
              <a:xfrm>
                <a:off x="5563238" y="409147"/>
                <a:ext cx="184070" cy="184070"/>
              </a:xfrm>
              <a:custGeom>
                <a:rect b="b" l="l" r="r" t="t"/>
                <a:pathLst>
                  <a:path extrusionOk="0" h="2275" w="2275">
                    <a:moveTo>
                      <a:pt x="1110" y="611"/>
                    </a:moveTo>
                    <a:cubicBezTo>
                      <a:pt x="1443" y="611"/>
                      <a:pt x="1664" y="833"/>
                      <a:pt x="1664" y="1165"/>
                    </a:cubicBezTo>
                    <a:cubicBezTo>
                      <a:pt x="1664" y="1443"/>
                      <a:pt x="1443" y="1664"/>
                      <a:pt x="1110" y="1664"/>
                    </a:cubicBezTo>
                    <a:cubicBezTo>
                      <a:pt x="833" y="1664"/>
                      <a:pt x="611" y="1443"/>
                      <a:pt x="611" y="1165"/>
                    </a:cubicBezTo>
                    <a:cubicBezTo>
                      <a:pt x="611" y="833"/>
                      <a:pt x="833" y="611"/>
                      <a:pt x="1110" y="611"/>
                    </a:cubicBezTo>
                    <a:close/>
                    <a:moveTo>
                      <a:pt x="1110" y="1"/>
                    </a:moveTo>
                    <a:cubicBezTo>
                      <a:pt x="500" y="1"/>
                      <a:pt x="1" y="500"/>
                      <a:pt x="1" y="1165"/>
                    </a:cubicBezTo>
                    <a:cubicBezTo>
                      <a:pt x="1" y="1775"/>
                      <a:pt x="500" y="2274"/>
                      <a:pt x="1110" y="2274"/>
                    </a:cubicBezTo>
                    <a:cubicBezTo>
                      <a:pt x="1775" y="2274"/>
                      <a:pt x="2274" y="1775"/>
                      <a:pt x="2274" y="1165"/>
                    </a:cubicBezTo>
                    <a:cubicBezTo>
                      <a:pt x="2274" y="500"/>
                      <a:pt x="1775" y="1"/>
                      <a:pt x="11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9"/>
              <p:cNvSpPr/>
              <p:nvPr/>
            </p:nvSpPr>
            <p:spPr>
              <a:xfrm>
                <a:off x="5630555" y="570724"/>
                <a:ext cx="4262258" cy="4432735"/>
              </a:xfrm>
              <a:custGeom>
                <a:rect b="b" l="l" r="r" t="t"/>
                <a:pathLst>
                  <a:path extrusionOk="0" h="54786" w="52679">
                    <a:moveTo>
                      <a:pt x="1" y="0"/>
                    </a:moveTo>
                    <a:lnTo>
                      <a:pt x="1" y="15027"/>
                    </a:lnTo>
                    <a:lnTo>
                      <a:pt x="22902" y="37929"/>
                    </a:lnTo>
                    <a:lnTo>
                      <a:pt x="22957" y="38040"/>
                    </a:lnTo>
                    <a:lnTo>
                      <a:pt x="35489" y="38040"/>
                    </a:lnTo>
                    <a:lnTo>
                      <a:pt x="52235" y="54786"/>
                    </a:lnTo>
                    <a:lnTo>
                      <a:pt x="52679" y="54398"/>
                    </a:lnTo>
                    <a:lnTo>
                      <a:pt x="35822" y="37541"/>
                    </a:lnTo>
                    <a:lnTo>
                      <a:pt x="35711" y="37430"/>
                    </a:lnTo>
                    <a:lnTo>
                      <a:pt x="23235" y="37430"/>
                    </a:lnTo>
                    <a:lnTo>
                      <a:pt x="611" y="14806"/>
                    </a:lnTo>
                    <a:lnTo>
                      <a:pt x="61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9"/>
              <p:cNvSpPr/>
              <p:nvPr/>
            </p:nvSpPr>
            <p:spPr>
              <a:xfrm>
                <a:off x="6043358" y="2181400"/>
                <a:ext cx="1135167" cy="1130636"/>
              </a:xfrm>
              <a:custGeom>
                <a:rect b="b" l="l" r="r" t="t"/>
                <a:pathLst>
                  <a:path extrusionOk="0" h="13974" w="14030">
                    <a:moveTo>
                      <a:pt x="0" y="0"/>
                    </a:moveTo>
                    <a:lnTo>
                      <a:pt x="0" y="6211"/>
                    </a:lnTo>
                    <a:lnTo>
                      <a:pt x="7708" y="13974"/>
                    </a:lnTo>
                    <a:lnTo>
                      <a:pt x="14029" y="13974"/>
                    </a:lnTo>
                    <a:lnTo>
                      <a:pt x="14029" y="13697"/>
                    </a:lnTo>
                    <a:lnTo>
                      <a:pt x="7819" y="13697"/>
                    </a:lnTo>
                    <a:lnTo>
                      <a:pt x="222" y="6155"/>
                    </a:lnTo>
                    <a:lnTo>
                      <a:pt x="22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9" name="Google Shape;279;p9"/>
            <p:cNvGrpSpPr/>
            <p:nvPr/>
          </p:nvGrpSpPr>
          <p:grpSpPr>
            <a:xfrm>
              <a:off x="7031838" y="1257845"/>
              <a:ext cx="287456" cy="287456"/>
              <a:chOff x="9708823" y="3047299"/>
              <a:chExt cx="188520" cy="188520"/>
            </a:xfrm>
          </p:grpSpPr>
          <p:sp>
            <p:nvSpPr>
              <p:cNvPr id="280" name="Google Shape;280;p9"/>
              <p:cNvSpPr/>
              <p:nvPr/>
            </p:nvSpPr>
            <p:spPr>
              <a:xfrm>
                <a:off x="9789572" y="3047299"/>
                <a:ext cx="31474" cy="188520"/>
              </a:xfrm>
              <a:custGeom>
                <a:rect b="b" l="l" r="r" t="t"/>
                <a:pathLst>
                  <a:path extrusionOk="0" h="2330" w="389">
                    <a:moveTo>
                      <a:pt x="1" y="0"/>
                    </a:moveTo>
                    <a:lnTo>
                      <a:pt x="1" y="2329"/>
                    </a:lnTo>
                    <a:lnTo>
                      <a:pt x="389" y="2329"/>
                    </a:lnTo>
                    <a:lnTo>
                      <a:pt x="38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9"/>
              <p:cNvSpPr/>
              <p:nvPr/>
            </p:nvSpPr>
            <p:spPr>
              <a:xfrm>
                <a:off x="9708823" y="3128047"/>
                <a:ext cx="188520" cy="27024"/>
              </a:xfrm>
              <a:custGeom>
                <a:rect b="b" l="l" r="r" t="t"/>
                <a:pathLst>
                  <a:path extrusionOk="0" h="334" w="2330">
                    <a:moveTo>
                      <a:pt x="1" y="0"/>
                    </a:moveTo>
                    <a:lnTo>
                      <a:pt x="1" y="333"/>
                    </a:lnTo>
                    <a:lnTo>
                      <a:pt x="2329" y="333"/>
                    </a:lnTo>
                    <a:lnTo>
                      <a:pt x="232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2" name="Google Shape;282;p9"/>
            <p:cNvGrpSpPr/>
            <p:nvPr/>
          </p:nvGrpSpPr>
          <p:grpSpPr>
            <a:xfrm>
              <a:off x="8049231" y="4543486"/>
              <a:ext cx="744777" cy="130184"/>
              <a:chOff x="8829494" y="3047299"/>
              <a:chExt cx="744777" cy="130184"/>
            </a:xfrm>
          </p:grpSpPr>
          <p:sp>
            <p:nvSpPr>
              <p:cNvPr id="283" name="Google Shape;283;p9"/>
              <p:cNvSpPr/>
              <p:nvPr/>
            </p:nvSpPr>
            <p:spPr>
              <a:xfrm>
                <a:off x="9390281" y="3047299"/>
                <a:ext cx="183989" cy="130184"/>
              </a:xfrm>
              <a:custGeom>
                <a:rect b="b" l="l" r="r" t="t"/>
                <a:pathLst>
                  <a:path extrusionOk="0" h="1609" w="2274">
                    <a:moveTo>
                      <a:pt x="1331" y="0"/>
                    </a:moveTo>
                    <a:lnTo>
                      <a:pt x="0" y="1608"/>
                    </a:lnTo>
                    <a:lnTo>
                      <a:pt x="943" y="1608"/>
                    </a:lnTo>
                    <a:lnTo>
                      <a:pt x="227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9"/>
              <p:cNvSpPr/>
              <p:nvPr/>
            </p:nvSpPr>
            <p:spPr>
              <a:xfrm>
                <a:off x="9246746" y="3047299"/>
                <a:ext cx="183989" cy="130184"/>
              </a:xfrm>
              <a:custGeom>
                <a:rect b="b" l="l" r="r" t="t"/>
                <a:pathLst>
                  <a:path extrusionOk="0" h="1609" w="2274">
                    <a:moveTo>
                      <a:pt x="1331" y="0"/>
                    </a:moveTo>
                    <a:lnTo>
                      <a:pt x="0" y="1608"/>
                    </a:lnTo>
                    <a:lnTo>
                      <a:pt x="943" y="1608"/>
                    </a:lnTo>
                    <a:lnTo>
                      <a:pt x="227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9"/>
              <p:cNvSpPr/>
              <p:nvPr/>
            </p:nvSpPr>
            <p:spPr>
              <a:xfrm>
                <a:off x="9107662" y="3047299"/>
                <a:ext cx="183989" cy="130184"/>
              </a:xfrm>
              <a:custGeom>
                <a:rect b="b" l="l" r="r" t="t"/>
                <a:pathLst>
                  <a:path extrusionOk="0" h="1609" w="2274">
                    <a:moveTo>
                      <a:pt x="1331" y="0"/>
                    </a:moveTo>
                    <a:lnTo>
                      <a:pt x="0" y="1608"/>
                    </a:lnTo>
                    <a:lnTo>
                      <a:pt x="943" y="1608"/>
                    </a:lnTo>
                    <a:lnTo>
                      <a:pt x="227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9"/>
              <p:cNvSpPr/>
              <p:nvPr/>
            </p:nvSpPr>
            <p:spPr>
              <a:xfrm>
                <a:off x="8968578" y="3047299"/>
                <a:ext cx="183989" cy="130184"/>
              </a:xfrm>
              <a:custGeom>
                <a:rect b="b" l="l" r="r" t="t"/>
                <a:pathLst>
                  <a:path extrusionOk="0" h="1609" w="2274">
                    <a:moveTo>
                      <a:pt x="1331" y="0"/>
                    </a:moveTo>
                    <a:lnTo>
                      <a:pt x="0" y="1608"/>
                    </a:lnTo>
                    <a:lnTo>
                      <a:pt x="943" y="1608"/>
                    </a:lnTo>
                    <a:lnTo>
                      <a:pt x="227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9"/>
              <p:cNvSpPr/>
              <p:nvPr/>
            </p:nvSpPr>
            <p:spPr>
              <a:xfrm>
                <a:off x="8829494" y="3047299"/>
                <a:ext cx="183989" cy="130184"/>
              </a:xfrm>
              <a:custGeom>
                <a:rect b="b" l="l" r="r" t="t"/>
                <a:pathLst>
                  <a:path extrusionOk="0" h="1609" w="2274">
                    <a:moveTo>
                      <a:pt x="1331" y="0"/>
                    </a:moveTo>
                    <a:lnTo>
                      <a:pt x="0" y="1608"/>
                    </a:lnTo>
                    <a:lnTo>
                      <a:pt x="943" y="1608"/>
                    </a:lnTo>
                    <a:lnTo>
                      <a:pt x="227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8" name="Google Shape;288;p9"/>
            <p:cNvGrpSpPr/>
            <p:nvPr/>
          </p:nvGrpSpPr>
          <p:grpSpPr>
            <a:xfrm>
              <a:off x="5025311" y="4581842"/>
              <a:ext cx="653177" cy="53475"/>
              <a:chOff x="8407710" y="3361310"/>
              <a:chExt cx="713464" cy="58417"/>
            </a:xfrm>
          </p:grpSpPr>
          <p:sp>
            <p:nvSpPr>
              <p:cNvPr id="289" name="Google Shape;289;p9"/>
              <p:cNvSpPr/>
              <p:nvPr/>
            </p:nvSpPr>
            <p:spPr>
              <a:xfrm>
                <a:off x="8766626" y="3361310"/>
                <a:ext cx="354548" cy="58417"/>
              </a:xfrm>
              <a:custGeom>
                <a:rect b="b" l="l" r="r" t="t"/>
                <a:pathLst>
                  <a:path extrusionOk="0" h="722" w="4382">
                    <a:moveTo>
                      <a:pt x="1" y="1"/>
                    </a:moveTo>
                    <a:lnTo>
                      <a:pt x="1" y="722"/>
                    </a:lnTo>
                    <a:lnTo>
                      <a:pt x="4381" y="722"/>
                    </a:lnTo>
                    <a:lnTo>
                      <a:pt x="438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9"/>
              <p:cNvSpPr/>
              <p:nvPr/>
            </p:nvSpPr>
            <p:spPr>
              <a:xfrm>
                <a:off x="8519851" y="3361310"/>
                <a:ext cx="175089" cy="58417"/>
              </a:xfrm>
              <a:custGeom>
                <a:rect b="b" l="l" r="r" t="t"/>
                <a:pathLst>
                  <a:path extrusionOk="0" h="722" w="2164">
                    <a:moveTo>
                      <a:pt x="1" y="1"/>
                    </a:moveTo>
                    <a:lnTo>
                      <a:pt x="1" y="722"/>
                    </a:lnTo>
                    <a:lnTo>
                      <a:pt x="2164" y="722"/>
                    </a:lnTo>
                    <a:lnTo>
                      <a:pt x="216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9"/>
              <p:cNvSpPr/>
              <p:nvPr/>
            </p:nvSpPr>
            <p:spPr>
              <a:xfrm>
                <a:off x="8407710" y="3361310"/>
                <a:ext cx="58417" cy="58417"/>
              </a:xfrm>
              <a:custGeom>
                <a:rect b="b" l="l" r="r" t="t"/>
                <a:pathLst>
                  <a:path extrusionOk="0" h="722" w="722">
                    <a:moveTo>
                      <a:pt x="1" y="1"/>
                    </a:moveTo>
                    <a:lnTo>
                      <a:pt x="1" y="722"/>
                    </a:lnTo>
                    <a:lnTo>
                      <a:pt x="722" y="722"/>
                    </a:lnTo>
                    <a:lnTo>
                      <a:pt x="72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2" name="Google Shape;292;p9"/>
            <p:cNvGrpSpPr/>
            <p:nvPr/>
          </p:nvGrpSpPr>
          <p:grpSpPr>
            <a:xfrm>
              <a:off x="7515400" y="2572981"/>
              <a:ext cx="2523342" cy="810715"/>
              <a:chOff x="7683442" y="2402007"/>
              <a:chExt cx="2595230" cy="833811"/>
            </a:xfrm>
          </p:grpSpPr>
          <p:sp>
            <p:nvSpPr>
              <p:cNvPr id="293" name="Google Shape;293;p9"/>
              <p:cNvSpPr/>
              <p:nvPr/>
            </p:nvSpPr>
            <p:spPr>
              <a:xfrm>
                <a:off x="7810998" y="2504392"/>
                <a:ext cx="2467674" cy="731426"/>
              </a:xfrm>
              <a:custGeom>
                <a:rect b="b" l="l" r="r" t="t"/>
                <a:pathLst>
                  <a:path extrusionOk="0" h="9040" w="30499">
                    <a:moveTo>
                      <a:pt x="278" y="1"/>
                    </a:moveTo>
                    <a:lnTo>
                      <a:pt x="1" y="278"/>
                    </a:lnTo>
                    <a:lnTo>
                      <a:pt x="3383" y="3660"/>
                    </a:lnTo>
                    <a:lnTo>
                      <a:pt x="24898" y="3660"/>
                    </a:lnTo>
                    <a:lnTo>
                      <a:pt x="30222" y="9039"/>
                    </a:lnTo>
                    <a:lnTo>
                      <a:pt x="30499" y="8762"/>
                    </a:lnTo>
                    <a:lnTo>
                      <a:pt x="25065" y="3272"/>
                    </a:lnTo>
                    <a:lnTo>
                      <a:pt x="3550" y="3272"/>
                    </a:lnTo>
                    <a:lnTo>
                      <a:pt x="27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9"/>
              <p:cNvSpPr/>
              <p:nvPr/>
            </p:nvSpPr>
            <p:spPr>
              <a:xfrm>
                <a:off x="7683442" y="2402007"/>
                <a:ext cx="163408" cy="140091"/>
              </a:xfrm>
              <a:custGeom>
                <a:rect b="b" l="l" r="r" t="t"/>
                <a:pathLst>
                  <a:path extrusionOk="0" h="2283" w="2663">
                    <a:moveTo>
                      <a:pt x="1498" y="563"/>
                    </a:moveTo>
                    <a:cubicBezTo>
                      <a:pt x="1830" y="563"/>
                      <a:pt x="2052" y="840"/>
                      <a:pt x="2052" y="1118"/>
                    </a:cubicBezTo>
                    <a:cubicBezTo>
                      <a:pt x="2052" y="1454"/>
                      <a:pt x="1776" y="1664"/>
                      <a:pt x="1494" y="1664"/>
                    </a:cubicBezTo>
                    <a:cubicBezTo>
                      <a:pt x="1357" y="1664"/>
                      <a:pt x="1218" y="1615"/>
                      <a:pt x="1110" y="1506"/>
                    </a:cubicBezTo>
                    <a:cubicBezTo>
                      <a:pt x="777" y="1173"/>
                      <a:pt x="999" y="563"/>
                      <a:pt x="1498" y="563"/>
                    </a:cubicBezTo>
                    <a:close/>
                    <a:moveTo>
                      <a:pt x="1529" y="0"/>
                    </a:moveTo>
                    <a:cubicBezTo>
                      <a:pt x="1246" y="0"/>
                      <a:pt x="957" y="106"/>
                      <a:pt x="721" y="341"/>
                    </a:cubicBezTo>
                    <a:cubicBezTo>
                      <a:pt x="1" y="1007"/>
                      <a:pt x="500" y="2282"/>
                      <a:pt x="1498" y="2282"/>
                    </a:cubicBezTo>
                    <a:cubicBezTo>
                      <a:pt x="2108" y="2282"/>
                      <a:pt x="2662" y="1728"/>
                      <a:pt x="2662" y="1118"/>
                    </a:cubicBezTo>
                    <a:cubicBezTo>
                      <a:pt x="2662" y="446"/>
                      <a:pt x="2110" y="0"/>
                      <a:pt x="15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95" name="Shape 295"/>
        <p:cNvGrpSpPr/>
        <p:nvPr/>
      </p:nvGrpSpPr>
      <p:grpSpPr>
        <a:xfrm>
          <a:off x="0" y="0"/>
          <a:ext cx="0" cy="0"/>
          <a:chOff x="0" y="0"/>
          <a:chExt cx="0" cy="0"/>
        </a:xfrm>
      </p:grpSpPr>
      <p:sp>
        <p:nvSpPr>
          <p:cNvPr id="296" name="Google Shape;296;p10"/>
          <p:cNvSpPr txBox="1"/>
          <p:nvPr>
            <p:ph type="title"/>
          </p:nvPr>
        </p:nvSpPr>
        <p:spPr>
          <a:xfrm>
            <a:off x="720000" y="387600"/>
            <a:ext cx="5781300" cy="1014000"/>
          </a:xfrm>
          <a:prstGeom prst="rect">
            <a:avLst/>
          </a:prstGeom>
          <a:noFill/>
        </p:spPr>
        <p:txBody>
          <a:bodyPr anchorCtr="0" anchor="t" bIns="91425" lIns="91425" spcFirstLastPara="1" rIns="91425" wrap="square" tIns="91425">
            <a:noAutofit/>
          </a:bodyPr>
          <a:lstStyle>
            <a:lvl1pPr lvl="0" rtl="0" algn="l">
              <a:spcBef>
                <a:spcPts val="0"/>
              </a:spcBef>
              <a:spcAft>
                <a:spcPts val="0"/>
              </a:spcAft>
              <a:buClr>
                <a:schemeClr val="dk2"/>
              </a:buClr>
              <a:buSzPts val="3000"/>
              <a:buFont typeface="Fredoka One"/>
              <a:buNone/>
              <a:defRPr/>
            </a:lvl1pPr>
            <a:lvl2pPr lvl="1"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2pPr>
            <a:lvl3pPr lvl="2"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3pPr>
            <a:lvl4pPr lvl="3"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4pPr>
            <a:lvl5pPr lvl="4"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5pPr>
            <a:lvl6pPr lvl="5"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6pPr>
            <a:lvl7pPr lvl="6"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7pPr>
            <a:lvl8pPr lvl="7"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8pPr>
            <a:lvl9pPr lvl="8"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97" name="Shape 297"/>
        <p:cNvGrpSpPr/>
        <p:nvPr/>
      </p:nvGrpSpPr>
      <p:grpSpPr>
        <a:xfrm>
          <a:off x="0" y="0"/>
          <a:ext cx="0" cy="0"/>
          <a:chOff x="0" y="0"/>
          <a:chExt cx="0" cy="0"/>
        </a:xfrm>
      </p:grpSpPr>
      <p:grpSp>
        <p:nvGrpSpPr>
          <p:cNvPr id="298" name="Google Shape;298;p11"/>
          <p:cNvGrpSpPr/>
          <p:nvPr/>
        </p:nvGrpSpPr>
        <p:grpSpPr>
          <a:xfrm>
            <a:off x="-2489366" y="-3322835"/>
            <a:ext cx="14122731" cy="9293154"/>
            <a:chOff x="-2489366" y="-3322835"/>
            <a:chExt cx="14122731" cy="9293154"/>
          </a:xfrm>
        </p:grpSpPr>
        <p:grpSp>
          <p:nvGrpSpPr>
            <p:cNvPr id="299" name="Google Shape;299;p11"/>
            <p:cNvGrpSpPr/>
            <p:nvPr/>
          </p:nvGrpSpPr>
          <p:grpSpPr>
            <a:xfrm>
              <a:off x="4466625" y="-2619399"/>
              <a:ext cx="7166740" cy="6435526"/>
              <a:chOff x="4294391" y="-2619399"/>
              <a:chExt cx="7166740" cy="6435526"/>
            </a:xfrm>
          </p:grpSpPr>
          <p:sp>
            <p:nvSpPr>
              <p:cNvPr id="300" name="Google Shape;300;p11"/>
              <p:cNvSpPr/>
              <p:nvPr/>
            </p:nvSpPr>
            <p:spPr>
              <a:xfrm>
                <a:off x="4294391" y="-2619399"/>
                <a:ext cx="7166740" cy="6435526"/>
              </a:xfrm>
              <a:custGeom>
                <a:rect b="b" l="l" r="r" t="t"/>
                <a:pathLst>
                  <a:path extrusionOk="0" h="64222" w="71519">
                    <a:moveTo>
                      <a:pt x="160" y="0"/>
                    </a:moveTo>
                    <a:lnTo>
                      <a:pt x="0" y="160"/>
                    </a:lnTo>
                    <a:lnTo>
                      <a:pt x="26919" y="27079"/>
                    </a:lnTo>
                    <a:lnTo>
                      <a:pt x="26919" y="27956"/>
                    </a:lnTo>
                    <a:lnTo>
                      <a:pt x="30762" y="31798"/>
                    </a:lnTo>
                    <a:lnTo>
                      <a:pt x="32743" y="31798"/>
                    </a:lnTo>
                    <a:lnTo>
                      <a:pt x="38031" y="37086"/>
                    </a:lnTo>
                    <a:lnTo>
                      <a:pt x="44224" y="37086"/>
                    </a:lnTo>
                    <a:lnTo>
                      <a:pt x="71359" y="64221"/>
                    </a:lnTo>
                    <a:lnTo>
                      <a:pt x="71519" y="64061"/>
                    </a:lnTo>
                    <a:lnTo>
                      <a:pt x="42046" y="34588"/>
                    </a:lnTo>
                    <a:lnTo>
                      <a:pt x="42046" y="33035"/>
                    </a:lnTo>
                    <a:lnTo>
                      <a:pt x="38359" y="29353"/>
                    </a:lnTo>
                    <a:lnTo>
                      <a:pt x="35465" y="29353"/>
                    </a:lnTo>
                    <a:lnTo>
                      <a:pt x="28949" y="22836"/>
                    </a:lnTo>
                    <a:lnTo>
                      <a:pt x="22993" y="22836"/>
                    </a:lnTo>
                    <a:lnTo>
                      <a:pt x="16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1" name="Google Shape;301;p11"/>
              <p:cNvGrpSpPr/>
              <p:nvPr/>
            </p:nvGrpSpPr>
            <p:grpSpPr>
              <a:xfrm>
                <a:off x="6770409" y="691894"/>
                <a:ext cx="618213" cy="306426"/>
                <a:chOff x="5989375" y="1843575"/>
                <a:chExt cx="136525" cy="67675"/>
              </a:xfrm>
            </p:grpSpPr>
            <p:sp>
              <p:nvSpPr>
                <p:cNvPr id="302" name="Google Shape;302;p11"/>
                <p:cNvSpPr/>
                <p:nvPr/>
              </p:nvSpPr>
              <p:spPr>
                <a:xfrm>
                  <a:off x="6047225" y="1843575"/>
                  <a:ext cx="20525" cy="20550"/>
                </a:xfrm>
                <a:custGeom>
                  <a:rect b="b" l="l" r="r" t="t"/>
                  <a:pathLst>
                    <a:path extrusionOk="0" h="822" w="821">
                      <a:moveTo>
                        <a:pt x="709" y="0"/>
                      </a:moveTo>
                      <a:lnTo>
                        <a:pt x="0" y="709"/>
                      </a:lnTo>
                      <a:lnTo>
                        <a:pt x="112" y="821"/>
                      </a:lnTo>
                      <a:lnTo>
                        <a:pt x="821" y="113"/>
                      </a:lnTo>
                      <a:lnTo>
                        <a:pt x="70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1"/>
                <p:cNvSpPr/>
                <p:nvPr/>
              </p:nvSpPr>
              <p:spPr>
                <a:xfrm>
                  <a:off x="6047225" y="1843575"/>
                  <a:ext cx="20525" cy="20550"/>
                </a:xfrm>
                <a:custGeom>
                  <a:rect b="b" l="l" r="r" t="t"/>
                  <a:pathLst>
                    <a:path extrusionOk="0" h="822" w="821">
                      <a:moveTo>
                        <a:pt x="112" y="0"/>
                      </a:moveTo>
                      <a:lnTo>
                        <a:pt x="0" y="113"/>
                      </a:lnTo>
                      <a:lnTo>
                        <a:pt x="709" y="821"/>
                      </a:lnTo>
                      <a:lnTo>
                        <a:pt x="821" y="709"/>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1"/>
                <p:cNvSpPr/>
                <p:nvPr/>
              </p:nvSpPr>
              <p:spPr>
                <a:xfrm>
                  <a:off x="5989475" y="1843675"/>
                  <a:ext cx="20650" cy="20550"/>
                </a:xfrm>
                <a:custGeom>
                  <a:rect b="b" l="l" r="r" t="t"/>
                  <a:pathLst>
                    <a:path extrusionOk="0" h="822" w="826">
                      <a:moveTo>
                        <a:pt x="713" y="0"/>
                      </a:moveTo>
                      <a:lnTo>
                        <a:pt x="1" y="709"/>
                      </a:lnTo>
                      <a:lnTo>
                        <a:pt x="113" y="821"/>
                      </a:lnTo>
                      <a:lnTo>
                        <a:pt x="825" y="113"/>
                      </a:lnTo>
                      <a:lnTo>
                        <a:pt x="71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1"/>
                <p:cNvSpPr/>
                <p:nvPr/>
              </p:nvSpPr>
              <p:spPr>
                <a:xfrm>
                  <a:off x="5989375" y="1843575"/>
                  <a:ext cx="20650" cy="20550"/>
                </a:xfrm>
                <a:custGeom>
                  <a:rect b="b" l="l" r="r" t="t"/>
                  <a:pathLst>
                    <a:path extrusionOk="0" h="822" w="826">
                      <a:moveTo>
                        <a:pt x="117" y="0"/>
                      </a:moveTo>
                      <a:lnTo>
                        <a:pt x="1" y="113"/>
                      </a:lnTo>
                      <a:lnTo>
                        <a:pt x="713" y="821"/>
                      </a:lnTo>
                      <a:lnTo>
                        <a:pt x="825" y="709"/>
                      </a:lnTo>
                      <a:lnTo>
                        <a:pt x="11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1"/>
                <p:cNvSpPr/>
                <p:nvPr/>
              </p:nvSpPr>
              <p:spPr>
                <a:xfrm>
                  <a:off x="6105350" y="1890600"/>
                  <a:ext cx="20550" cy="20650"/>
                </a:xfrm>
                <a:custGeom>
                  <a:rect b="b" l="l" r="r" t="t"/>
                  <a:pathLst>
                    <a:path extrusionOk="0" h="826" w="822">
                      <a:moveTo>
                        <a:pt x="709" y="1"/>
                      </a:moveTo>
                      <a:lnTo>
                        <a:pt x="1" y="713"/>
                      </a:lnTo>
                      <a:lnTo>
                        <a:pt x="113" y="825"/>
                      </a:lnTo>
                      <a:lnTo>
                        <a:pt x="821" y="113"/>
                      </a:lnTo>
                      <a:lnTo>
                        <a:pt x="70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1"/>
                <p:cNvSpPr/>
                <p:nvPr/>
              </p:nvSpPr>
              <p:spPr>
                <a:xfrm>
                  <a:off x="6105350" y="1890600"/>
                  <a:ext cx="20550" cy="20650"/>
                </a:xfrm>
                <a:custGeom>
                  <a:rect b="b" l="l" r="r" t="t"/>
                  <a:pathLst>
                    <a:path extrusionOk="0" h="826" w="822">
                      <a:moveTo>
                        <a:pt x="113" y="1"/>
                      </a:moveTo>
                      <a:lnTo>
                        <a:pt x="1" y="113"/>
                      </a:lnTo>
                      <a:lnTo>
                        <a:pt x="709" y="825"/>
                      </a:lnTo>
                      <a:lnTo>
                        <a:pt x="821" y="709"/>
                      </a:lnTo>
                      <a:lnTo>
                        <a:pt x="1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1"/>
                <p:cNvSpPr/>
                <p:nvPr/>
              </p:nvSpPr>
              <p:spPr>
                <a:xfrm>
                  <a:off x="6047525" y="1890600"/>
                  <a:ext cx="20625" cy="20650"/>
                </a:xfrm>
                <a:custGeom>
                  <a:rect b="b" l="l" r="r" t="t"/>
                  <a:pathLst>
                    <a:path extrusionOk="0" h="826" w="825">
                      <a:moveTo>
                        <a:pt x="713" y="1"/>
                      </a:moveTo>
                      <a:lnTo>
                        <a:pt x="0" y="709"/>
                      </a:lnTo>
                      <a:lnTo>
                        <a:pt x="116" y="825"/>
                      </a:lnTo>
                      <a:lnTo>
                        <a:pt x="825" y="113"/>
                      </a:lnTo>
                      <a:lnTo>
                        <a:pt x="7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1"/>
                <p:cNvSpPr/>
                <p:nvPr/>
              </p:nvSpPr>
              <p:spPr>
                <a:xfrm>
                  <a:off x="6047525" y="1890600"/>
                  <a:ext cx="20625" cy="20650"/>
                </a:xfrm>
                <a:custGeom>
                  <a:rect b="b" l="l" r="r" t="t"/>
                  <a:pathLst>
                    <a:path extrusionOk="0" h="826" w="825">
                      <a:moveTo>
                        <a:pt x="112" y="1"/>
                      </a:moveTo>
                      <a:lnTo>
                        <a:pt x="0" y="113"/>
                      </a:lnTo>
                      <a:lnTo>
                        <a:pt x="713" y="825"/>
                      </a:lnTo>
                      <a:lnTo>
                        <a:pt x="825" y="70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0" name="Google Shape;310;p11"/>
              <p:cNvGrpSpPr/>
              <p:nvPr/>
            </p:nvGrpSpPr>
            <p:grpSpPr>
              <a:xfrm>
                <a:off x="8029896" y="539500"/>
                <a:ext cx="1228886" cy="2188720"/>
                <a:chOff x="8389396" y="1055350"/>
                <a:chExt cx="1228886" cy="2188720"/>
              </a:xfrm>
            </p:grpSpPr>
            <p:sp>
              <p:nvSpPr>
                <p:cNvPr id="311" name="Google Shape;311;p11"/>
                <p:cNvSpPr/>
                <p:nvPr/>
              </p:nvSpPr>
              <p:spPr>
                <a:xfrm>
                  <a:off x="8421616" y="1130946"/>
                  <a:ext cx="1196665" cy="2113124"/>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1"/>
                <p:cNvSpPr/>
                <p:nvPr/>
              </p:nvSpPr>
              <p:spPr>
                <a:xfrm>
                  <a:off x="8389396" y="1055350"/>
                  <a:ext cx="95651" cy="95575"/>
                </a:xfrm>
                <a:custGeom>
                  <a:rect b="b" l="l" r="r" t="t"/>
                  <a:pathLst>
                    <a:path extrusionOk="0" h="1373" w="1374">
                      <a:moveTo>
                        <a:pt x="689" y="364"/>
                      </a:moveTo>
                      <a:cubicBezTo>
                        <a:pt x="866" y="364"/>
                        <a:pt x="1010" y="508"/>
                        <a:pt x="1014" y="684"/>
                      </a:cubicBezTo>
                      <a:cubicBezTo>
                        <a:pt x="1014" y="865"/>
                        <a:pt x="866" y="1009"/>
                        <a:pt x="689" y="1009"/>
                      </a:cubicBezTo>
                      <a:cubicBezTo>
                        <a:pt x="509" y="1009"/>
                        <a:pt x="365" y="865"/>
                        <a:pt x="365" y="684"/>
                      </a:cubicBezTo>
                      <a:cubicBezTo>
                        <a:pt x="365" y="508"/>
                        <a:pt x="509" y="364"/>
                        <a:pt x="689" y="364"/>
                      </a:cubicBezTo>
                      <a:close/>
                      <a:moveTo>
                        <a:pt x="689" y="0"/>
                      </a:moveTo>
                      <a:cubicBezTo>
                        <a:pt x="309" y="0"/>
                        <a:pt x="1" y="308"/>
                        <a:pt x="1" y="684"/>
                      </a:cubicBezTo>
                      <a:cubicBezTo>
                        <a:pt x="1" y="1065"/>
                        <a:pt x="309" y="1373"/>
                        <a:pt x="689" y="1373"/>
                      </a:cubicBezTo>
                      <a:cubicBezTo>
                        <a:pt x="1066" y="1373"/>
                        <a:pt x="1374" y="1065"/>
                        <a:pt x="1374" y="684"/>
                      </a:cubicBezTo>
                      <a:cubicBezTo>
                        <a:pt x="1374" y="308"/>
                        <a:pt x="1066" y="0"/>
                        <a:pt x="6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13" name="Google Shape;313;p11"/>
            <p:cNvGrpSpPr/>
            <p:nvPr/>
          </p:nvGrpSpPr>
          <p:grpSpPr>
            <a:xfrm flipH="1" rot="10800000">
              <a:off x="-2489366" y="-3322835"/>
              <a:ext cx="6322114" cy="9196733"/>
              <a:chOff x="-2661600" y="-960635"/>
              <a:chExt cx="6322114" cy="9196733"/>
            </a:xfrm>
          </p:grpSpPr>
          <p:sp>
            <p:nvSpPr>
              <p:cNvPr id="314" name="Google Shape;314;p11"/>
              <p:cNvSpPr/>
              <p:nvPr/>
            </p:nvSpPr>
            <p:spPr>
              <a:xfrm flipH="1" rot="-5400000">
                <a:off x="-717010" y="-412716"/>
                <a:ext cx="3075605" cy="2033485"/>
              </a:xfrm>
              <a:custGeom>
                <a:rect b="b" l="l" r="r" t="t"/>
                <a:pathLst>
                  <a:path extrusionOk="0" h="15904" w="24054">
                    <a:moveTo>
                      <a:pt x="17228" y="0"/>
                    </a:moveTo>
                    <a:lnTo>
                      <a:pt x="9955" y="7274"/>
                    </a:lnTo>
                    <a:lnTo>
                      <a:pt x="6725" y="7274"/>
                    </a:lnTo>
                    <a:lnTo>
                      <a:pt x="2610" y="11384"/>
                    </a:lnTo>
                    <a:lnTo>
                      <a:pt x="2610" y="13298"/>
                    </a:lnTo>
                    <a:lnTo>
                      <a:pt x="0" y="15904"/>
                    </a:lnTo>
                    <a:lnTo>
                      <a:pt x="7093" y="15904"/>
                    </a:lnTo>
                    <a:lnTo>
                      <a:pt x="12993" y="10003"/>
                    </a:lnTo>
                    <a:lnTo>
                      <a:pt x="15207" y="10003"/>
                    </a:lnTo>
                    <a:lnTo>
                      <a:pt x="19494" y="5716"/>
                    </a:lnTo>
                    <a:lnTo>
                      <a:pt x="19494" y="4560"/>
                    </a:lnTo>
                    <a:lnTo>
                      <a:pt x="2405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1"/>
              <p:cNvSpPr/>
              <p:nvPr/>
            </p:nvSpPr>
            <p:spPr>
              <a:xfrm>
                <a:off x="-2661600" y="981052"/>
                <a:ext cx="6322114" cy="7255046"/>
              </a:xfrm>
              <a:custGeom>
                <a:rect b="b" l="l" r="r" t="t"/>
                <a:pathLst>
                  <a:path extrusionOk="0" h="82432" w="71832">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6" name="Google Shape;316;p11"/>
              <p:cNvGrpSpPr/>
              <p:nvPr/>
            </p:nvGrpSpPr>
            <p:grpSpPr>
              <a:xfrm flipH="1" rot="10800000">
                <a:off x="-1558013" y="845624"/>
                <a:ext cx="2381713" cy="3328977"/>
                <a:chOff x="7655072" y="-407632"/>
                <a:chExt cx="2008529" cy="2807368"/>
              </a:xfrm>
            </p:grpSpPr>
            <p:sp>
              <p:nvSpPr>
                <p:cNvPr id="317" name="Google Shape;317;p11"/>
                <p:cNvSpPr/>
                <p:nvPr/>
              </p:nvSpPr>
              <p:spPr>
                <a:xfrm>
                  <a:off x="7685059" y="-336851"/>
                  <a:ext cx="1930325" cy="2689498"/>
                </a:xfrm>
                <a:custGeom>
                  <a:rect b="b" l="l" r="r" t="t"/>
                  <a:pathLst>
                    <a:path extrusionOk="0" h="45293" w="32508">
                      <a:moveTo>
                        <a:pt x="0" y="1"/>
                      </a:moveTo>
                      <a:lnTo>
                        <a:pt x="0" y="8351"/>
                      </a:lnTo>
                      <a:lnTo>
                        <a:pt x="15447" y="8351"/>
                      </a:lnTo>
                      <a:lnTo>
                        <a:pt x="24998" y="17901"/>
                      </a:lnTo>
                      <a:lnTo>
                        <a:pt x="24998" y="38040"/>
                      </a:lnTo>
                      <a:lnTo>
                        <a:pt x="32251" y="45293"/>
                      </a:lnTo>
                      <a:lnTo>
                        <a:pt x="32507" y="45037"/>
                      </a:lnTo>
                      <a:lnTo>
                        <a:pt x="25358" y="37888"/>
                      </a:lnTo>
                      <a:lnTo>
                        <a:pt x="25358" y="17749"/>
                      </a:lnTo>
                      <a:lnTo>
                        <a:pt x="15651" y="8043"/>
                      </a:lnTo>
                      <a:lnTo>
                        <a:pt x="15595" y="7986"/>
                      </a:lnTo>
                      <a:lnTo>
                        <a:pt x="365" y="7986"/>
                      </a:lnTo>
                      <a:lnTo>
                        <a:pt x="36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1"/>
                <p:cNvSpPr/>
                <p:nvPr/>
              </p:nvSpPr>
              <p:spPr>
                <a:xfrm>
                  <a:off x="8734422" y="271200"/>
                  <a:ext cx="332350" cy="332528"/>
                </a:xfrm>
                <a:custGeom>
                  <a:rect b="b" l="l" r="r" t="t"/>
                  <a:pathLst>
                    <a:path extrusionOk="0" h="5600" w="5597">
                      <a:moveTo>
                        <a:pt x="1" y="0"/>
                      </a:moveTo>
                      <a:lnTo>
                        <a:pt x="1" y="1597"/>
                      </a:lnTo>
                      <a:lnTo>
                        <a:pt x="2002" y="3599"/>
                      </a:lnTo>
                      <a:lnTo>
                        <a:pt x="4004" y="5600"/>
                      </a:lnTo>
                      <a:lnTo>
                        <a:pt x="5597" y="5600"/>
                      </a:lnTo>
                      <a:lnTo>
                        <a:pt x="2799" y="2802"/>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1"/>
                <p:cNvSpPr/>
                <p:nvPr/>
              </p:nvSpPr>
              <p:spPr>
                <a:xfrm>
                  <a:off x="7655072" y="-407632"/>
                  <a:ext cx="81588" cy="81529"/>
                </a:xfrm>
                <a:custGeom>
                  <a:rect b="b" l="l" r="r" t="t"/>
                  <a:pathLst>
                    <a:path extrusionOk="0" h="1373" w="1374">
                      <a:moveTo>
                        <a:pt x="689" y="364"/>
                      </a:moveTo>
                      <a:cubicBezTo>
                        <a:pt x="866" y="364"/>
                        <a:pt x="1010" y="508"/>
                        <a:pt x="1014" y="684"/>
                      </a:cubicBezTo>
                      <a:cubicBezTo>
                        <a:pt x="1014" y="865"/>
                        <a:pt x="866" y="1009"/>
                        <a:pt x="689" y="1009"/>
                      </a:cubicBezTo>
                      <a:cubicBezTo>
                        <a:pt x="509" y="1009"/>
                        <a:pt x="365" y="865"/>
                        <a:pt x="365" y="684"/>
                      </a:cubicBezTo>
                      <a:cubicBezTo>
                        <a:pt x="365" y="508"/>
                        <a:pt x="509" y="364"/>
                        <a:pt x="689" y="364"/>
                      </a:cubicBezTo>
                      <a:close/>
                      <a:moveTo>
                        <a:pt x="689" y="0"/>
                      </a:moveTo>
                      <a:cubicBezTo>
                        <a:pt x="309" y="0"/>
                        <a:pt x="1" y="308"/>
                        <a:pt x="1" y="684"/>
                      </a:cubicBezTo>
                      <a:cubicBezTo>
                        <a:pt x="1" y="1065"/>
                        <a:pt x="309" y="1373"/>
                        <a:pt x="689" y="1373"/>
                      </a:cubicBezTo>
                      <a:cubicBezTo>
                        <a:pt x="1066" y="1373"/>
                        <a:pt x="1374" y="1065"/>
                        <a:pt x="1374" y="684"/>
                      </a:cubicBezTo>
                      <a:cubicBezTo>
                        <a:pt x="1374" y="308"/>
                        <a:pt x="1066" y="0"/>
                        <a:pt x="6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1"/>
                <p:cNvSpPr/>
                <p:nvPr/>
              </p:nvSpPr>
              <p:spPr>
                <a:xfrm>
                  <a:off x="9568236" y="2317969"/>
                  <a:ext cx="95364" cy="81766"/>
                </a:xfrm>
                <a:custGeom>
                  <a:rect b="b" l="l" r="r" t="t"/>
                  <a:pathLst>
                    <a:path extrusionOk="0" h="1377" w="1606">
                      <a:moveTo>
                        <a:pt x="917" y="364"/>
                      </a:moveTo>
                      <a:cubicBezTo>
                        <a:pt x="1097" y="364"/>
                        <a:pt x="1242" y="512"/>
                        <a:pt x="1242" y="688"/>
                      </a:cubicBezTo>
                      <a:cubicBezTo>
                        <a:pt x="1242" y="883"/>
                        <a:pt x="1082" y="1012"/>
                        <a:pt x="916" y="1012"/>
                      </a:cubicBezTo>
                      <a:cubicBezTo>
                        <a:pt x="837" y="1012"/>
                        <a:pt x="755" y="982"/>
                        <a:pt x="689" y="916"/>
                      </a:cubicBezTo>
                      <a:cubicBezTo>
                        <a:pt x="485" y="712"/>
                        <a:pt x="629" y="364"/>
                        <a:pt x="917" y="364"/>
                      </a:cubicBezTo>
                      <a:close/>
                      <a:moveTo>
                        <a:pt x="915" y="1"/>
                      </a:moveTo>
                      <a:cubicBezTo>
                        <a:pt x="746" y="1"/>
                        <a:pt x="573" y="63"/>
                        <a:pt x="433" y="203"/>
                      </a:cubicBezTo>
                      <a:cubicBezTo>
                        <a:pt x="1" y="636"/>
                        <a:pt x="309" y="1376"/>
                        <a:pt x="917" y="1376"/>
                      </a:cubicBezTo>
                      <a:cubicBezTo>
                        <a:pt x="1298" y="1372"/>
                        <a:pt x="1606" y="1068"/>
                        <a:pt x="1606" y="688"/>
                      </a:cubicBezTo>
                      <a:cubicBezTo>
                        <a:pt x="1606" y="274"/>
                        <a:pt x="1267" y="1"/>
                        <a:pt x="9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1"/>
                <p:cNvSpPr/>
                <p:nvPr/>
              </p:nvSpPr>
              <p:spPr>
                <a:xfrm>
                  <a:off x="7692897" y="-144282"/>
                  <a:ext cx="497783" cy="292387"/>
                </a:xfrm>
                <a:custGeom>
                  <a:rect b="b" l="l" r="r" t="t"/>
                  <a:pathLst>
                    <a:path extrusionOk="0" h="4924" w="8383">
                      <a:moveTo>
                        <a:pt x="100" y="0"/>
                      </a:moveTo>
                      <a:lnTo>
                        <a:pt x="0" y="104"/>
                      </a:lnTo>
                      <a:lnTo>
                        <a:pt x="2498" y="2598"/>
                      </a:lnTo>
                      <a:lnTo>
                        <a:pt x="5957" y="2598"/>
                      </a:lnTo>
                      <a:lnTo>
                        <a:pt x="8282" y="4924"/>
                      </a:lnTo>
                      <a:lnTo>
                        <a:pt x="8382" y="4820"/>
                      </a:lnTo>
                      <a:lnTo>
                        <a:pt x="6017" y="2454"/>
                      </a:lnTo>
                      <a:lnTo>
                        <a:pt x="2558" y="2454"/>
                      </a:lnTo>
                      <a:lnTo>
                        <a:pt x="1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2" name="Google Shape;322;p11"/>
              <p:cNvGrpSpPr/>
              <p:nvPr/>
            </p:nvGrpSpPr>
            <p:grpSpPr>
              <a:xfrm>
                <a:off x="441078" y="-960635"/>
                <a:ext cx="1029648" cy="1806572"/>
                <a:chOff x="455034" y="-121633"/>
                <a:chExt cx="629947" cy="1105275"/>
              </a:xfrm>
            </p:grpSpPr>
            <p:sp>
              <p:nvSpPr>
                <p:cNvPr id="323" name="Google Shape;323;p11"/>
                <p:cNvSpPr/>
                <p:nvPr/>
              </p:nvSpPr>
              <p:spPr>
                <a:xfrm>
                  <a:off x="1007193" y="917077"/>
                  <a:ext cx="77788" cy="66565"/>
                </a:xfrm>
                <a:custGeom>
                  <a:rect b="b" l="l" r="r" t="t"/>
                  <a:pathLst>
                    <a:path extrusionOk="0" h="1121" w="131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1"/>
                <p:cNvSpPr/>
                <p:nvPr/>
              </p:nvSpPr>
              <p:spPr>
                <a:xfrm>
                  <a:off x="455034" y="-121633"/>
                  <a:ext cx="592137" cy="1045622"/>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5" name="Google Shape;325;p11"/>
              <p:cNvGrpSpPr/>
              <p:nvPr/>
            </p:nvGrpSpPr>
            <p:grpSpPr>
              <a:xfrm rot="5400000">
                <a:off x="322712" y="2552723"/>
                <a:ext cx="471865" cy="38050"/>
                <a:chOff x="6298452" y="2390050"/>
                <a:chExt cx="140725" cy="11350"/>
              </a:xfrm>
            </p:grpSpPr>
            <p:sp>
              <p:nvSpPr>
                <p:cNvPr id="326" name="Google Shape;326;p11"/>
                <p:cNvSpPr/>
                <p:nvPr/>
              </p:nvSpPr>
              <p:spPr>
                <a:xfrm>
                  <a:off x="6298452" y="2390050"/>
                  <a:ext cx="70375" cy="11350"/>
                </a:xfrm>
                <a:custGeom>
                  <a:rect b="b" l="l" r="r" t="t"/>
                  <a:pathLst>
                    <a:path extrusionOk="0" h="454" w="2815">
                      <a:moveTo>
                        <a:pt x="1" y="1"/>
                      </a:moveTo>
                      <a:lnTo>
                        <a:pt x="1" y="453"/>
                      </a:lnTo>
                      <a:lnTo>
                        <a:pt x="2815" y="453"/>
                      </a:lnTo>
                      <a:lnTo>
                        <a:pt x="281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1"/>
                <p:cNvSpPr/>
                <p:nvPr/>
              </p:nvSpPr>
              <p:spPr>
                <a:xfrm>
                  <a:off x="6382427" y="2390050"/>
                  <a:ext cx="35150" cy="11350"/>
                </a:xfrm>
                <a:custGeom>
                  <a:rect b="b" l="l" r="r" t="t"/>
                  <a:pathLst>
                    <a:path extrusionOk="0" h="454" w="1406">
                      <a:moveTo>
                        <a:pt x="0" y="1"/>
                      </a:moveTo>
                      <a:lnTo>
                        <a:pt x="0" y="453"/>
                      </a:lnTo>
                      <a:lnTo>
                        <a:pt x="1405" y="453"/>
                      </a:lnTo>
                      <a:lnTo>
                        <a:pt x="14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1"/>
                <p:cNvSpPr/>
                <p:nvPr/>
              </p:nvSpPr>
              <p:spPr>
                <a:xfrm>
                  <a:off x="6427952" y="2390050"/>
                  <a:ext cx="11225" cy="11350"/>
                </a:xfrm>
                <a:custGeom>
                  <a:rect b="b" l="l" r="r" t="t"/>
                  <a:pathLst>
                    <a:path extrusionOk="0" h="454" w="449">
                      <a:moveTo>
                        <a:pt x="1" y="1"/>
                      </a:moveTo>
                      <a:lnTo>
                        <a:pt x="1" y="453"/>
                      </a:lnTo>
                      <a:lnTo>
                        <a:pt x="449" y="453"/>
                      </a:lnTo>
                      <a:lnTo>
                        <a:pt x="44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9" name="Google Shape;329;p11"/>
              <p:cNvGrpSpPr/>
              <p:nvPr/>
            </p:nvGrpSpPr>
            <p:grpSpPr>
              <a:xfrm flipH="1" rot="5400000">
                <a:off x="692685" y="3116270"/>
                <a:ext cx="2375896" cy="3296652"/>
                <a:chOff x="2132995" y="960308"/>
                <a:chExt cx="496177" cy="688438"/>
              </a:xfrm>
            </p:grpSpPr>
            <p:sp>
              <p:nvSpPr>
                <p:cNvPr id="330" name="Google Shape;330;p11"/>
                <p:cNvSpPr/>
                <p:nvPr/>
              </p:nvSpPr>
              <p:spPr>
                <a:xfrm>
                  <a:off x="2143863" y="977753"/>
                  <a:ext cx="473252" cy="659302"/>
                </a:xfrm>
                <a:custGeom>
                  <a:rect b="b" l="l" r="r" t="t"/>
                  <a:pathLst>
                    <a:path extrusionOk="0" h="14437" w="10363">
                      <a:moveTo>
                        <a:pt x="1" y="1"/>
                      </a:moveTo>
                      <a:lnTo>
                        <a:pt x="1" y="2663"/>
                      </a:lnTo>
                      <a:lnTo>
                        <a:pt x="4926" y="2663"/>
                      </a:lnTo>
                      <a:lnTo>
                        <a:pt x="7972" y="5709"/>
                      </a:lnTo>
                      <a:lnTo>
                        <a:pt x="7972" y="12123"/>
                      </a:lnTo>
                      <a:lnTo>
                        <a:pt x="10286" y="14437"/>
                      </a:lnTo>
                      <a:lnTo>
                        <a:pt x="10362" y="14352"/>
                      </a:lnTo>
                      <a:lnTo>
                        <a:pt x="8083" y="12081"/>
                      </a:lnTo>
                      <a:lnTo>
                        <a:pt x="8083" y="5658"/>
                      </a:lnTo>
                      <a:lnTo>
                        <a:pt x="4995" y="2561"/>
                      </a:lnTo>
                      <a:lnTo>
                        <a:pt x="4978" y="2544"/>
                      </a:lnTo>
                      <a:lnTo>
                        <a:pt x="120" y="2544"/>
                      </a:lnTo>
                      <a:lnTo>
                        <a:pt x="12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1"/>
                <p:cNvSpPr/>
                <p:nvPr/>
              </p:nvSpPr>
              <p:spPr>
                <a:xfrm>
                  <a:off x="2401063" y="1126948"/>
                  <a:ext cx="81608" cy="81608"/>
                </a:xfrm>
                <a:custGeom>
                  <a:rect b="b" l="l" r="r" t="t"/>
                  <a:pathLst>
                    <a:path extrusionOk="0" h="1787" w="1787">
                      <a:moveTo>
                        <a:pt x="1" y="0"/>
                      </a:moveTo>
                      <a:lnTo>
                        <a:pt x="1" y="511"/>
                      </a:lnTo>
                      <a:lnTo>
                        <a:pt x="639" y="1149"/>
                      </a:lnTo>
                      <a:lnTo>
                        <a:pt x="1277" y="1787"/>
                      </a:lnTo>
                      <a:lnTo>
                        <a:pt x="1787" y="1787"/>
                      </a:lnTo>
                      <a:lnTo>
                        <a:pt x="894" y="894"/>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1"/>
                <p:cNvSpPr/>
                <p:nvPr/>
              </p:nvSpPr>
              <p:spPr>
                <a:xfrm>
                  <a:off x="2132995" y="960308"/>
                  <a:ext cx="23610" cy="20231"/>
                </a:xfrm>
                <a:custGeom>
                  <a:rect b="b" l="l" r="r" t="t"/>
                  <a:pathLst>
                    <a:path extrusionOk="0" h="443" w="517">
                      <a:moveTo>
                        <a:pt x="298" y="119"/>
                      </a:moveTo>
                      <a:cubicBezTo>
                        <a:pt x="409" y="145"/>
                        <a:pt x="409" y="298"/>
                        <a:pt x="298" y="332"/>
                      </a:cubicBezTo>
                      <a:cubicBezTo>
                        <a:pt x="196" y="298"/>
                        <a:pt x="196" y="145"/>
                        <a:pt x="298" y="119"/>
                      </a:cubicBezTo>
                      <a:close/>
                      <a:moveTo>
                        <a:pt x="295" y="0"/>
                      </a:moveTo>
                      <a:cubicBezTo>
                        <a:pt x="240" y="0"/>
                        <a:pt x="184" y="21"/>
                        <a:pt x="137" y="68"/>
                      </a:cubicBezTo>
                      <a:cubicBezTo>
                        <a:pt x="1" y="204"/>
                        <a:pt x="103" y="442"/>
                        <a:pt x="298" y="442"/>
                      </a:cubicBezTo>
                      <a:cubicBezTo>
                        <a:pt x="418" y="434"/>
                        <a:pt x="511" y="340"/>
                        <a:pt x="511" y="230"/>
                      </a:cubicBezTo>
                      <a:cubicBezTo>
                        <a:pt x="517" y="92"/>
                        <a:pt x="410" y="0"/>
                        <a:pt x="2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1"/>
                <p:cNvSpPr/>
                <p:nvPr/>
              </p:nvSpPr>
              <p:spPr>
                <a:xfrm>
                  <a:off x="2605425" y="1628651"/>
                  <a:ext cx="23747" cy="20094"/>
                </a:xfrm>
                <a:custGeom>
                  <a:rect b="b" l="l" r="r" t="t"/>
                  <a:pathLst>
                    <a:path extrusionOk="0" h="440" w="520">
                      <a:moveTo>
                        <a:pt x="298" y="116"/>
                      </a:moveTo>
                      <a:cubicBezTo>
                        <a:pt x="358" y="116"/>
                        <a:pt x="409" y="167"/>
                        <a:pt x="400" y="227"/>
                      </a:cubicBezTo>
                      <a:cubicBezTo>
                        <a:pt x="400" y="290"/>
                        <a:pt x="348" y="331"/>
                        <a:pt x="294" y="331"/>
                      </a:cubicBezTo>
                      <a:cubicBezTo>
                        <a:pt x="269" y="331"/>
                        <a:pt x="243" y="322"/>
                        <a:pt x="221" y="303"/>
                      </a:cubicBezTo>
                      <a:cubicBezTo>
                        <a:pt x="153" y="235"/>
                        <a:pt x="204" y="116"/>
                        <a:pt x="298" y="116"/>
                      </a:cubicBezTo>
                      <a:close/>
                      <a:moveTo>
                        <a:pt x="299" y="1"/>
                      </a:moveTo>
                      <a:cubicBezTo>
                        <a:pt x="244" y="1"/>
                        <a:pt x="189" y="21"/>
                        <a:pt x="145" y="65"/>
                      </a:cubicBezTo>
                      <a:cubicBezTo>
                        <a:pt x="0" y="201"/>
                        <a:pt x="102" y="439"/>
                        <a:pt x="298" y="439"/>
                      </a:cubicBezTo>
                      <a:cubicBezTo>
                        <a:pt x="417" y="439"/>
                        <a:pt x="519" y="337"/>
                        <a:pt x="519" y="218"/>
                      </a:cubicBezTo>
                      <a:cubicBezTo>
                        <a:pt x="519" y="86"/>
                        <a:pt x="411" y="1"/>
                        <a:pt x="29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1"/>
                <p:cNvSpPr/>
                <p:nvPr/>
              </p:nvSpPr>
              <p:spPr>
                <a:xfrm>
                  <a:off x="2145827" y="1025155"/>
                  <a:ext cx="122024" cy="71515"/>
                </a:xfrm>
                <a:custGeom>
                  <a:rect b="b" l="l" r="r" t="t"/>
                  <a:pathLst>
                    <a:path extrusionOk="0" h="1566" w="2672">
                      <a:moveTo>
                        <a:pt x="34" y="1"/>
                      </a:moveTo>
                      <a:lnTo>
                        <a:pt x="0" y="26"/>
                      </a:lnTo>
                      <a:lnTo>
                        <a:pt x="800" y="826"/>
                      </a:lnTo>
                      <a:lnTo>
                        <a:pt x="1898" y="826"/>
                      </a:lnTo>
                      <a:lnTo>
                        <a:pt x="2638" y="1566"/>
                      </a:lnTo>
                      <a:lnTo>
                        <a:pt x="2672" y="1532"/>
                      </a:lnTo>
                      <a:lnTo>
                        <a:pt x="1923" y="783"/>
                      </a:lnTo>
                      <a:lnTo>
                        <a:pt x="817" y="783"/>
                      </a:lnTo>
                      <a:lnTo>
                        <a:pt x="3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35" name="Google Shape;335;p11"/>
            <p:cNvGrpSpPr/>
            <p:nvPr/>
          </p:nvGrpSpPr>
          <p:grpSpPr>
            <a:xfrm>
              <a:off x="6603801" y="2842622"/>
              <a:ext cx="2841097" cy="3127697"/>
              <a:chOff x="6603801" y="2842622"/>
              <a:chExt cx="2841097" cy="3127697"/>
            </a:xfrm>
          </p:grpSpPr>
          <p:grpSp>
            <p:nvGrpSpPr>
              <p:cNvPr id="336" name="Google Shape;336;p11"/>
              <p:cNvGrpSpPr/>
              <p:nvPr/>
            </p:nvGrpSpPr>
            <p:grpSpPr>
              <a:xfrm rot="-5400000">
                <a:off x="8384606" y="3032034"/>
                <a:ext cx="457201" cy="78377"/>
                <a:chOff x="3029245" y="907035"/>
                <a:chExt cx="129011" cy="22560"/>
              </a:xfrm>
            </p:grpSpPr>
            <p:sp>
              <p:nvSpPr>
                <p:cNvPr id="337" name="Google Shape;337;p11"/>
                <p:cNvSpPr/>
                <p:nvPr/>
              </p:nvSpPr>
              <p:spPr>
                <a:xfrm>
                  <a:off x="3126380" y="907035"/>
                  <a:ext cx="31876" cy="22560"/>
                </a:xfrm>
                <a:custGeom>
                  <a:rect b="b" l="l" r="r" t="t"/>
                  <a:pathLst>
                    <a:path extrusionOk="0" h="494" w="698">
                      <a:moveTo>
                        <a:pt x="408" y="0"/>
                      </a:moveTo>
                      <a:lnTo>
                        <a:pt x="0" y="494"/>
                      </a:lnTo>
                      <a:lnTo>
                        <a:pt x="289" y="494"/>
                      </a:lnTo>
                      <a:lnTo>
                        <a:pt x="69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1"/>
                <p:cNvSpPr/>
                <p:nvPr/>
              </p:nvSpPr>
              <p:spPr>
                <a:xfrm>
                  <a:off x="3101902" y="907035"/>
                  <a:ext cx="31876" cy="22560"/>
                </a:xfrm>
                <a:custGeom>
                  <a:rect b="b" l="l" r="r" t="t"/>
                  <a:pathLst>
                    <a:path extrusionOk="0" h="494" w="698">
                      <a:moveTo>
                        <a:pt x="409" y="0"/>
                      </a:moveTo>
                      <a:lnTo>
                        <a:pt x="0" y="494"/>
                      </a:lnTo>
                      <a:lnTo>
                        <a:pt x="289" y="494"/>
                      </a:lnTo>
                      <a:lnTo>
                        <a:pt x="69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1"/>
                <p:cNvSpPr/>
                <p:nvPr/>
              </p:nvSpPr>
              <p:spPr>
                <a:xfrm>
                  <a:off x="3077790" y="907035"/>
                  <a:ext cx="31922" cy="22560"/>
                </a:xfrm>
                <a:custGeom>
                  <a:rect b="b" l="l" r="r" t="t"/>
                  <a:pathLst>
                    <a:path extrusionOk="0" h="494" w="699">
                      <a:moveTo>
                        <a:pt x="409" y="0"/>
                      </a:moveTo>
                      <a:lnTo>
                        <a:pt x="1" y="494"/>
                      </a:lnTo>
                      <a:lnTo>
                        <a:pt x="290" y="494"/>
                      </a:lnTo>
                      <a:lnTo>
                        <a:pt x="69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1"/>
                <p:cNvSpPr/>
                <p:nvPr/>
              </p:nvSpPr>
              <p:spPr>
                <a:xfrm>
                  <a:off x="3053723" y="907035"/>
                  <a:ext cx="31511" cy="22560"/>
                </a:xfrm>
                <a:custGeom>
                  <a:rect b="b" l="l" r="r" t="t"/>
                  <a:pathLst>
                    <a:path extrusionOk="0" h="494" w="690">
                      <a:moveTo>
                        <a:pt x="400" y="0"/>
                      </a:moveTo>
                      <a:lnTo>
                        <a:pt x="0" y="494"/>
                      </a:lnTo>
                      <a:lnTo>
                        <a:pt x="290" y="494"/>
                      </a:lnTo>
                      <a:lnTo>
                        <a:pt x="6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1"/>
                <p:cNvSpPr/>
                <p:nvPr/>
              </p:nvSpPr>
              <p:spPr>
                <a:xfrm>
                  <a:off x="3029245" y="907035"/>
                  <a:ext cx="31876" cy="22560"/>
                </a:xfrm>
                <a:custGeom>
                  <a:rect b="b" l="l" r="r" t="t"/>
                  <a:pathLst>
                    <a:path extrusionOk="0" h="494" w="698">
                      <a:moveTo>
                        <a:pt x="409" y="0"/>
                      </a:moveTo>
                      <a:lnTo>
                        <a:pt x="0" y="494"/>
                      </a:lnTo>
                      <a:lnTo>
                        <a:pt x="290" y="494"/>
                      </a:lnTo>
                      <a:lnTo>
                        <a:pt x="69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2" name="Google Shape;342;p11"/>
              <p:cNvSpPr/>
              <p:nvPr/>
            </p:nvSpPr>
            <p:spPr>
              <a:xfrm>
                <a:off x="6891900" y="3984807"/>
                <a:ext cx="2552998" cy="1507261"/>
              </a:xfrm>
              <a:custGeom>
                <a:rect b="b" l="l" r="r" t="t"/>
                <a:pathLst>
                  <a:path extrusionOk="0" h="10160" w="17209">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3" name="Google Shape;343;p11"/>
              <p:cNvGrpSpPr/>
              <p:nvPr/>
            </p:nvGrpSpPr>
            <p:grpSpPr>
              <a:xfrm flipH="1">
                <a:off x="6603801" y="3467769"/>
                <a:ext cx="2374678" cy="2502550"/>
                <a:chOff x="2011428" y="602777"/>
                <a:chExt cx="774292" cy="815987"/>
              </a:xfrm>
            </p:grpSpPr>
            <p:sp>
              <p:nvSpPr>
                <p:cNvPr id="344" name="Google Shape;344;p11"/>
                <p:cNvSpPr/>
                <p:nvPr/>
              </p:nvSpPr>
              <p:spPr>
                <a:xfrm>
                  <a:off x="2751470" y="1215132"/>
                  <a:ext cx="15618" cy="109191"/>
                </a:xfrm>
                <a:custGeom>
                  <a:rect b="b" l="l" r="r" t="t"/>
                  <a:pathLst>
                    <a:path extrusionOk="0" h="2391" w="342">
                      <a:moveTo>
                        <a:pt x="341" y="0"/>
                      </a:moveTo>
                      <a:lnTo>
                        <a:pt x="1" y="341"/>
                      </a:lnTo>
                      <a:lnTo>
                        <a:pt x="1" y="1191"/>
                      </a:lnTo>
                      <a:lnTo>
                        <a:pt x="1" y="2042"/>
                      </a:lnTo>
                      <a:lnTo>
                        <a:pt x="341" y="2391"/>
                      </a:lnTo>
                      <a:lnTo>
                        <a:pt x="341" y="1191"/>
                      </a:lnTo>
                      <a:lnTo>
                        <a:pt x="34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1"/>
                <p:cNvSpPr/>
                <p:nvPr/>
              </p:nvSpPr>
              <p:spPr>
                <a:xfrm>
                  <a:off x="2157107" y="742702"/>
                  <a:ext cx="76950" cy="76995"/>
                </a:xfrm>
                <a:custGeom>
                  <a:rect b="b" l="l" r="r" t="t"/>
                  <a:pathLst>
                    <a:path extrusionOk="0" h="1686" w="1685">
                      <a:moveTo>
                        <a:pt x="0" y="1"/>
                      </a:moveTo>
                      <a:lnTo>
                        <a:pt x="842" y="843"/>
                      </a:lnTo>
                      <a:lnTo>
                        <a:pt x="1685" y="1685"/>
                      </a:lnTo>
                      <a:lnTo>
                        <a:pt x="1685" y="1209"/>
                      </a:lnTo>
                      <a:lnTo>
                        <a:pt x="1081" y="605"/>
                      </a:lnTo>
                      <a:lnTo>
                        <a:pt x="47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1"/>
                <p:cNvSpPr/>
                <p:nvPr/>
              </p:nvSpPr>
              <p:spPr>
                <a:xfrm>
                  <a:off x="2011428" y="602777"/>
                  <a:ext cx="37310" cy="32013"/>
                </a:xfrm>
                <a:custGeom>
                  <a:rect b="b" l="l" r="r" t="t"/>
                  <a:pathLst>
                    <a:path extrusionOk="0" h="701" w="817">
                      <a:moveTo>
                        <a:pt x="468" y="181"/>
                      </a:moveTo>
                      <a:cubicBezTo>
                        <a:pt x="561" y="181"/>
                        <a:pt x="630" y="258"/>
                        <a:pt x="630" y="351"/>
                      </a:cubicBezTo>
                      <a:cubicBezTo>
                        <a:pt x="630" y="448"/>
                        <a:pt x="549" y="514"/>
                        <a:pt x="466" y="514"/>
                      </a:cubicBezTo>
                      <a:cubicBezTo>
                        <a:pt x="425" y="514"/>
                        <a:pt x="383" y="498"/>
                        <a:pt x="349" y="462"/>
                      </a:cubicBezTo>
                      <a:cubicBezTo>
                        <a:pt x="247" y="360"/>
                        <a:pt x="323" y="181"/>
                        <a:pt x="468" y="181"/>
                      </a:cubicBezTo>
                      <a:close/>
                      <a:moveTo>
                        <a:pt x="468" y="0"/>
                      </a:moveTo>
                      <a:cubicBezTo>
                        <a:pt x="381" y="0"/>
                        <a:pt x="293" y="33"/>
                        <a:pt x="221" y="105"/>
                      </a:cubicBezTo>
                      <a:cubicBezTo>
                        <a:pt x="0" y="317"/>
                        <a:pt x="153" y="700"/>
                        <a:pt x="468" y="700"/>
                      </a:cubicBezTo>
                      <a:cubicBezTo>
                        <a:pt x="664" y="700"/>
                        <a:pt x="817" y="538"/>
                        <a:pt x="817" y="351"/>
                      </a:cubicBezTo>
                      <a:cubicBezTo>
                        <a:pt x="817" y="139"/>
                        <a:pt x="646" y="0"/>
                        <a:pt x="4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1"/>
                <p:cNvSpPr/>
                <p:nvPr/>
              </p:nvSpPr>
              <p:spPr>
                <a:xfrm>
                  <a:off x="2748364" y="1386751"/>
                  <a:ext cx="37356" cy="32013"/>
                </a:xfrm>
                <a:custGeom>
                  <a:rect b="b" l="l" r="r" t="t"/>
                  <a:pathLst>
                    <a:path extrusionOk="0" h="701" w="818">
                      <a:moveTo>
                        <a:pt x="469" y="190"/>
                      </a:moveTo>
                      <a:cubicBezTo>
                        <a:pt x="562" y="190"/>
                        <a:pt x="630" y="258"/>
                        <a:pt x="630" y="351"/>
                      </a:cubicBezTo>
                      <a:cubicBezTo>
                        <a:pt x="630" y="450"/>
                        <a:pt x="547" y="517"/>
                        <a:pt x="462" y="517"/>
                      </a:cubicBezTo>
                      <a:cubicBezTo>
                        <a:pt x="422" y="517"/>
                        <a:pt x="382" y="503"/>
                        <a:pt x="350" y="470"/>
                      </a:cubicBezTo>
                      <a:cubicBezTo>
                        <a:pt x="247" y="360"/>
                        <a:pt x="324" y="190"/>
                        <a:pt x="469" y="190"/>
                      </a:cubicBezTo>
                      <a:close/>
                      <a:moveTo>
                        <a:pt x="468" y="0"/>
                      </a:moveTo>
                      <a:cubicBezTo>
                        <a:pt x="382" y="0"/>
                        <a:pt x="294" y="33"/>
                        <a:pt x="222" y="105"/>
                      </a:cubicBezTo>
                      <a:cubicBezTo>
                        <a:pt x="1" y="326"/>
                        <a:pt x="154" y="700"/>
                        <a:pt x="469" y="700"/>
                      </a:cubicBezTo>
                      <a:cubicBezTo>
                        <a:pt x="664" y="700"/>
                        <a:pt x="817" y="547"/>
                        <a:pt x="817" y="351"/>
                      </a:cubicBezTo>
                      <a:cubicBezTo>
                        <a:pt x="817" y="139"/>
                        <a:pt x="647" y="0"/>
                        <a:pt x="4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1"/>
                <p:cNvSpPr/>
                <p:nvPr/>
              </p:nvSpPr>
              <p:spPr>
                <a:xfrm>
                  <a:off x="2036271" y="623829"/>
                  <a:ext cx="737804" cy="767351"/>
                </a:xfrm>
                <a:custGeom>
                  <a:rect b="b" l="l" r="r" t="t"/>
                  <a:pathLst>
                    <a:path extrusionOk="0" h="16803" w="16156">
                      <a:moveTo>
                        <a:pt x="137" y="1"/>
                      </a:moveTo>
                      <a:lnTo>
                        <a:pt x="0" y="128"/>
                      </a:lnTo>
                      <a:lnTo>
                        <a:pt x="5173" y="5301"/>
                      </a:lnTo>
                      <a:lnTo>
                        <a:pt x="5198" y="5326"/>
                      </a:lnTo>
                      <a:lnTo>
                        <a:pt x="9035" y="5326"/>
                      </a:lnTo>
                      <a:lnTo>
                        <a:pt x="15968" y="12259"/>
                      </a:lnTo>
                      <a:lnTo>
                        <a:pt x="15968" y="16802"/>
                      </a:lnTo>
                      <a:lnTo>
                        <a:pt x="16155" y="16802"/>
                      </a:lnTo>
                      <a:lnTo>
                        <a:pt x="16155" y="12183"/>
                      </a:lnTo>
                      <a:lnTo>
                        <a:pt x="9137" y="5165"/>
                      </a:lnTo>
                      <a:lnTo>
                        <a:pt x="9111" y="5139"/>
                      </a:lnTo>
                      <a:lnTo>
                        <a:pt x="5275" y="5139"/>
                      </a:lnTo>
                      <a:lnTo>
                        <a:pt x="1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1"/>
                <p:cNvSpPr/>
                <p:nvPr/>
              </p:nvSpPr>
              <p:spPr>
                <a:xfrm>
                  <a:off x="2506326" y="916786"/>
                  <a:ext cx="196233" cy="195822"/>
                </a:xfrm>
                <a:custGeom>
                  <a:rect b="b" l="l" r="r" t="t"/>
                  <a:pathLst>
                    <a:path extrusionOk="0" h="4288" w="4297">
                      <a:moveTo>
                        <a:pt x="1" y="0"/>
                      </a:moveTo>
                      <a:lnTo>
                        <a:pt x="1" y="77"/>
                      </a:lnTo>
                      <a:lnTo>
                        <a:pt x="1898" y="77"/>
                      </a:lnTo>
                      <a:lnTo>
                        <a:pt x="4220" y="2399"/>
                      </a:lnTo>
                      <a:lnTo>
                        <a:pt x="4220" y="4288"/>
                      </a:lnTo>
                      <a:lnTo>
                        <a:pt x="4297" y="4288"/>
                      </a:lnTo>
                      <a:lnTo>
                        <a:pt x="4297" y="2374"/>
                      </a:lnTo>
                      <a:lnTo>
                        <a:pt x="19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50" name="Google Shape;350;p11"/>
            <p:cNvGrpSpPr/>
            <p:nvPr/>
          </p:nvGrpSpPr>
          <p:grpSpPr>
            <a:xfrm flipH="1" rot="5400000">
              <a:off x="8783750" y="844197"/>
              <a:ext cx="1183114" cy="2109034"/>
              <a:chOff x="4549150" y="1401575"/>
              <a:chExt cx="1183114" cy="2109034"/>
            </a:xfrm>
          </p:grpSpPr>
          <p:sp>
            <p:nvSpPr>
              <p:cNvPr id="351" name="Google Shape;351;p11"/>
              <p:cNvSpPr/>
              <p:nvPr/>
            </p:nvSpPr>
            <p:spPr>
              <a:xfrm>
                <a:off x="4549150" y="3383011"/>
                <a:ext cx="148997" cy="127598"/>
              </a:xfrm>
              <a:custGeom>
                <a:rect b="b" l="l" r="r" t="t"/>
                <a:pathLst>
                  <a:path extrusionOk="0" h="1121" w="1309">
                    <a:moveTo>
                      <a:pt x="560" y="300"/>
                    </a:moveTo>
                    <a:cubicBezTo>
                      <a:pt x="796" y="300"/>
                      <a:pt x="912" y="584"/>
                      <a:pt x="748" y="748"/>
                    </a:cubicBezTo>
                    <a:cubicBezTo>
                      <a:pt x="693" y="803"/>
                      <a:pt x="627" y="827"/>
                      <a:pt x="562" y="827"/>
                    </a:cubicBezTo>
                    <a:cubicBezTo>
                      <a:pt x="426" y="827"/>
                      <a:pt x="296" y="721"/>
                      <a:pt x="296" y="564"/>
                    </a:cubicBezTo>
                    <a:cubicBezTo>
                      <a:pt x="296" y="416"/>
                      <a:pt x="416" y="300"/>
                      <a:pt x="560" y="300"/>
                    </a:cubicBezTo>
                    <a:close/>
                    <a:moveTo>
                      <a:pt x="564" y="1"/>
                    </a:moveTo>
                    <a:cubicBezTo>
                      <a:pt x="276" y="1"/>
                      <a:pt x="1" y="226"/>
                      <a:pt x="3" y="564"/>
                    </a:cubicBezTo>
                    <a:cubicBezTo>
                      <a:pt x="3" y="872"/>
                      <a:pt x="252" y="1120"/>
                      <a:pt x="560" y="1120"/>
                    </a:cubicBezTo>
                    <a:cubicBezTo>
                      <a:pt x="1060" y="1120"/>
                      <a:pt x="1308" y="520"/>
                      <a:pt x="956" y="168"/>
                    </a:cubicBezTo>
                    <a:cubicBezTo>
                      <a:pt x="842" y="52"/>
                      <a:pt x="701" y="1"/>
                      <a:pt x="56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1"/>
              <p:cNvSpPr/>
              <p:nvPr/>
            </p:nvSpPr>
            <p:spPr>
              <a:xfrm>
                <a:off x="4597087" y="1401575"/>
                <a:ext cx="1135177" cy="2004344"/>
              </a:xfrm>
              <a:custGeom>
                <a:rect b="b" l="l" r="r" t="t"/>
                <a:pathLst>
                  <a:path extrusionOk="0" h="17609" w="9973">
                    <a:moveTo>
                      <a:pt x="9724" y="0"/>
                    </a:moveTo>
                    <a:lnTo>
                      <a:pt x="9724" y="2938"/>
                    </a:lnTo>
                    <a:lnTo>
                      <a:pt x="1" y="12661"/>
                    </a:lnTo>
                    <a:lnTo>
                      <a:pt x="1" y="17608"/>
                    </a:lnTo>
                    <a:lnTo>
                      <a:pt x="249" y="17608"/>
                    </a:lnTo>
                    <a:lnTo>
                      <a:pt x="249" y="12765"/>
                    </a:lnTo>
                    <a:lnTo>
                      <a:pt x="9972" y="3042"/>
                    </a:lnTo>
                    <a:lnTo>
                      <a:pt x="997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53" name="Google Shape;353;p11"/>
          <p:cNvSpPr txBox="1"/>
          <p:nvPr>
            <p:ph hasCustomPrompt="1" type="title"/>
          </p:nvPr>
        </p:nvSpPr>
        <p:spPr>
          <a:xfrm>
            <a:off x="822000" y="1658157"/>
            <a:ext cx="7499700" cy="1255500"/>
          </a:xfrm>
          <a:prstGeom prst="rect">
            <a:avLst/>
          </a:prstGeom>
        </p:spPr>
        <p:txBody>
          <a:bodyPr anchorCtr="0" anchor="ctr" bIns="91425" lIns="91425" spcFirstLastPara="1" rIns="91425" wrap="square" tIns="91425">
            <a:noAutofit/>
          </a:bodyPr>
          <a:lstStyle>
            <a:lvl1pPr lvl="0" algn="ctr">
              <a:spcBef>
                <a:spcPts val="0"/>
              </a:spcBef>
              <a:spcAft>
                <a:spcPts val="0"/>
              </a:spcAft>
              <a:buSzPts val="8500"/>
              <a:buNone/>
              <a:defRPr sz="7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354" name="Google Shape;354;p11"/>
          <p:cNvSpPr txBox="1"/>
          <p:nvPr>
            <p:ph idx="1" type="subTitle"/>
          </p:nvPr>
        </p:nvSpPr>
        <p:spPr>
          <a:xfrm flipH="1">
            <a:off x="822300" y="2899240"/>
            <a:ext cx="7499700" cy="397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800"/>
            </a:lvl1pPr>
            <a:lvl2pPr lvl="1" rtl="0" algn="ctr">
              <a:lnSpc>
                <a:spcPct val="100000"/>
              </a:lnSpc>
              <a:spcBef>
                <a:spcPts val="0"/>
              </a:spcBef>
              <a:spcAft>
                <a:spcPts val="0"/>
              </a:spcAft>
              <a:buNone/>
              <a:defRPr sz="1800"/>
            </a:lvl2pPr>
            <a:lvl3pPr lvl="2" rtl="0" algn="ctr">
              <a:lnSpc>
                <a:spcPct val="100000"/>
              </a:lnSpc>
              <a:spcBef>
                <a:spcPts val="0"/>
              </a:spcBef>
              <a:spcAft>
                <a:spcPts val="0"/>
              </a:spcAft>
              <a:buNone/>
              <a:defRPr sz="1800"/>
            </a:lvl3pPr>
            <a:lvl4pPr lvl="3" rtl="0" algn="ctr">
              <a:lnSpc>
                <a:spcPct val="100000"/>
              </a:lnSpc>
              <a:spcBef>
                <a:spcPts val="0"/>
              </a:spcBef>
              <a:spcAft>
                <a:spcPts val="0"/>
              </a:spcAft>
              <a:buNone/>
              <a:defRPr sz="1800"/>
            </a:lvl4pPr>
            <a:lvl5pPr lvl="4" rtl="0" algn="ctr">
              <a:lnSpc>
                <a:spcPct val="100000"/>
              </a:lnSpc>
              <a:spcBef>
                <a:spcPts val="0"/>
              </a:spcBef>
              <a:spcAft>
                <a:spcPts val="0"/>
              </a:spcAft>
              <a:buNone/>
              <a:defRPr sz="1800"/>
            </a:lvl5pPr>
            <a:lvl6pPr lvl="5" rtl="0" algn="ctr">
              <a:lnSpc>
                <a:spcPct val="100000"/>
              </a:lnSpc>
              <a:spcBef>
                <a:spcPts val="0"/>
              </a:spcBef>
              <a:spcAft>
                <a:spcPts val="0"/>
              </a:spcAft>
              <a:buNone/>
              <a:defRPr sz="1800"/>
            </a:lvl6pPr>
            <a:lvl7pPr lvl="6" rtl="0" algn="ctr">
              <a:lnSpc>
                <a:spcPct val="100000"/>
              </a:lnSpc>
              <a:spcBef>
                <a:spcPts val="0"/>
              </a:spcBef>
              <a:spcAft>
                <a:spcPts val="0"/>
              </a:spcAft>
              <a:buNone/>
              <a:defRPr sz="1800"/>
            </a:lvl7pPr>
            <a:lvl8pPr lvl="7" rtl="0" algn="ctr">
              <a:lnSpc>
                <a:spcPct val="100000"/>
              </a:lnSpc>
              <a:spcBef>
                <a:spcPts val="0"/>
              </a:spcBef>
              <a:spcAft>
                <a:spcPts val="0"/>
              </a:spcAft>
              <a:buNone/>
              <a:defRPr sz="1800"/>
            </a:lvl8pPr>
            <a:lvl9pPr lvl="8" rtl="0" algn="ctr">
              <a:lnSpc>
                <a:spcPct val="100000"/>
              </a:lnSpc>
              <a:spcBef>
                <a:spcPts val="0"/>
              </a:spcBef>
              <a:spcAft>
                <a:spcPts val="0"/>
              </a:spcAft>
              <a:buNone/>
              <a:defRPr sz="18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355" name="Shape 35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27_1">
    <p:spTree>
      <p:nvGrpSpPr>
        <p:cNvPr id="356" name="Shape 356"/>
        <p:cNvGrpSpPr/>
        <p:nvPr/>
      </p:nvGrpSpPr>
      <p:grpSpPr>
        <a:xfrm>
          <a:off x="0" y="0"/>
          <a:ext cx="0" cy="0"/>
          <a:chOff x="0" y="0"/>
          <a:chExt cx="0" cy="0"/>
        </a:xfrm>
      </p:grpSpPr>
      <p:sp>
        <p:nvSpPr>
          <p:cNvPr id="357" name="Google Shape;357;p13"/>
          <p:cNvSpPr txBox="1"/>
          <p:nvPr>
            <p:ph hasCustomPrompt="1" type="title"/>
          </p:nvPr>
        </p:nvSpPr>
        <p:spPr>
          <a:xfrm>
            <a:off x="2100875" y="1278011"/>
            <a:ext cx="10848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000"/>
              <a:buNone/>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358" name="Google Shape;358;p13"/>
          <p:cNvSpPr txBox="1"/>
          <p:nvPr>
            <p:ph idx="1" type="subTitle"/>
          </p:nvPr>
        </p:nvSpPr>
        <p:spPr>
          <a:xfrm>
            <a:off x="1234025" y="1849391"/>
            <a:ext cx="2818500" cy="37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359" name="Google Shape;359;p13"/>
          <p:cNvSpPr txBox="1"/>
          <p:nvPr>
            <p:ph idx="2" type="subTitle"/>
          </p:nvPr>
        </p:nvSpPr>
        <p:spPr>
          <a:xfrm>
            <a:off x="1234025" y="2249636"/>
            <a:ext cx="2818500" cy="592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360" name="Google Shape;360;p13"/>
          <p:cNvSpPr txBox="1"/>
          <p:nvPr>
            <p:ph hasCustomPrompt="1" idx="3" type="title"/>
          </p:nvPr>
        </p:nvSpPr>
        <p:spPr>
          <a:xfrm>
            <a:off x="5958325" y="1278011"/>
            <a:ext cx="10848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000"/>
              <a:buNone/>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361" name="Google Shape;361;p13"/>
          <p:cNvSpPr txBox="1"/>
          <p:nvPr>
            <p:ph idx="4" type="subTitle"/>
          </p:nvPr>
        </p:nvSpPr>
        <p:spPr>
          <a:xfrm>
            <a:off x="5091475" y="1849391"/>
            <a:ext cx="2818500" cy="37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362" name="Google Shape;362;p13"/>
          <p:cNvSpPr txBox="1"/>
          <p:nvPr>
            <p:ph idx="5" type="subTitle"/>
          </p:nvPr>
        </p:nvSpPr>
        <p:spPr>
          <a:xfrm>
            <a:off x="5091475" y="2249636"/>
            <a:ext cx="2818500" cy="592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363" name="Google Shape;363;p13"/>
          <p:cNvSpPr txBox="1"/>
          <p:nvPr>
            <p:ph hasCustomPrompt="1" idx="6" type="title"/>
          </p:nvPr>
        </p:nvSpPr>
        <p:spPr>
          <a:xfrm>
            <a:off x="2100875" y="3002952"/>
            <a:ext cx="10848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000"/>
              <a:buNone/>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364" name="Google Shape;364;p13"/>
          <p:cNvSpPr txBox="1"/>
          <p:nvPr>
            <p:ph idx="7" type="subTitle"/>
          </p:nvPr>
        </p:nvSpPr>
        <p:spPr>
          <a:xfrm>
            <a:off x="1234025" y="3574317"/>
            <a:ext cx="2818500" cy="37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365" name="Google Shape;365;p13"/>
          <p:cNvSpPr txBox="1"/>
          <p:nvPr>
            <p:ph idx="8" type="subTitle"/>
          </p:nvPr>
        </p:nvSpPr>
        <p:spPr>
          <a:xfrm>
            <a:off x="1234025" y="3974562"/>
            <a:ext cx="2818500" cy="592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366" name="Google Shape;366;p13"/>
          <p:cNvSpPr txBox="1"/>
          <p:nvPr>
            <p:ph idx="9"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spcBef>
                <a:spcPts val="0"/>
              </a:spcBef>
              <a:spcAft>
                <a:spcPts val="0"/>
              </a:spcAft>
              <a:buClr>
                <a:schemeClr val="dk2"/>
              </a:buClr>
              <a:buSzPts val="3000"/>
              <a:buFont typeface="Fredoka One"/>
              <a:buNone/>
              <a:defRPr/>
            </a:lvl1pPr>
            <a:lvl2pPr lvl="1"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2pPr>
            <a:lvl3pPr lvl="2"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3pPr>
            <a:lvl4pPr lvl="3"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4pPr>
            <a:lvl5pPr lvl="4"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5pPr>
            <a:lvl6pPr lvl="5"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6pPr>
            <a:lvl7pPr lvl="6"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7pPr>
            <a:lvl8pPr lvl="7"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8pPr>
            <a:lvl9pPr lvl="8"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9pPr>
          </a:lstStyle>
          <a:p/>
        </p:txBody>
      </p:sp>
      <p:sp>
        <p:nvSpPr>
          <p:cNvPr id="367" name="Google Shape;367;p13"/>
          <p:cNvSpPr txBox="1"/>
          <p:nvPr>
            <p:ph hasCustomPrompt="1" idx="13" type="title"/>
          </p:nvPr>
        </p:nvSpPr>
        <p:spPr>
          <a:xfrm>
            <a:off x="5958325" y="3002952"/>
            <a:ext cx="10848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000"/>
              <a:buNone/>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368" name="Google Shape;368;p13"/>
          <p:cNvSpPr txBox="1"/>
          <p:nvPr>
            <p:ph idx="14" type="subTitle"/>
          </p:nvPr>
        </p:nvSpPr>
        <p:spPr>
          <a:xfrm>
            <a:off x="5091475" y="3574317"/>
            <a:ext cx="2818500" cy="37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369" name="Google Shape;369;p13"/>
          <p:cNvSpPr txBox="1"/>
          <p:nvPr>
            <p:ph idx="15" type="subTitle"/>
          </p:nvPr>
        </p:nvSpPr>
        <p:spPr>
          <a:xfrm>
            <a:off x="5091475" y="3974562"/>
            <a:ext cx="2818500" cy="592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grpSp>
        <p:nvGrpSpPr>
          <p:cNvPr id="370" name="Google Shape;370;p13"/>
          <p:cNvGrpSpPr/>
          <p:nvPr/>
        </p:nvGrpSpPr>
        <p:grpSpPr>
          <a:xfrm>
            <a:off x="-3389800" y="-360873"/>
            <a:ext cx="6322114" cy="7255046"/>
            <a:chOff x="-3389800" y="-360873"/>
            <a:chExt cx="6322114" cy="7255046"/>
          </a:xfrm>
        </p:grpSpPr>
        <p:sp>
          <p:nvSpPr>
            <p:cNvPr id="371" name="Google Shape;371;p13"/>
            <p:cNvSpPr/>
            <p:nvPr/>
          </p:nvSpPr>
          <p:spPr>
            <a:xfrm>
              <a:off x="-3389800" y="-360873"/>
              <a:ext cx="6322114" cy="7255046"/>
            </a:xfrm>
            <a:custGeom>
              <a:rect b="b" l="l" r="r" t="t"/>
              <a:pathLst>
                <a:path extrusionOk="0" h="82432" w="71832">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2" name="Google Shape;372;p13"/>
            <p:cNvGrpSpPr/>
            <p:nvPr/>
          </p:nvGrpSpPr>
          <p:grpSpPr>
            <a:xfrm>
              <a:off x="-1419600" y="387590"/>
              <a:ext cx="2381713" cy="3328977"/>
              <a:chOff x="7655072" y="-407632"/>
              <a:chExt cx="2008529" cy="2807368"/>
            </a:xfrm>
          </p:grpSpPr>
          <p:sp>
            <p:nvSpPr>
              <p:cNvPr id="373" name="Google Shape;373;p13"/>
              <p:cNvSpPr/>
              <p:nvPr/>
            </p:nvSpPr>
            <p:spPr>
              <a:xfrm>
                <a:off x="7685059" y="-336851"/>
                <a:ext cx="1930325" cy="2689498"/>
              </a:xfrm>
              <a:custGeom>
                <a:rect b="b" l="l" r="r" t="t"/>
                <a:pathLst>
                  <a:path extrusionOk="0" h="45293" w="32508">
                    <a:moveTo>
                      <a:pt x="0" y="1"/>
                    </a:moveTo>
                    <a:lnTo>
                      <a:pt x="0" y="8351"/>
                    </a:lnTo>
                    <a:lnTo>
                      <a:pt x="15447" y="8351"/>
                    </a:lnTo>
                    <a:lnTo>
                      <a:pt x="24998" y="17901"/>
                    </a:lnTo>
                    <a:lnTo>
                      <a:pt x="24998" y="38040"/>
                    </a:lnTo>
                    <a:lnTo>
                      <a:pt x="32251" y="45293"/>
                    </a:lnTo>
                    <a:lnTo>
                      <a:pt x="32507" y="45037"/>
                    </a:lnTo>
                    <a:lnTo>
                      <a:pt x="25358" y="37888"/>
                    </a:lnTo>
                    <a:lnTo>
                      <a:pt x="25358" y="17749"/>
                    </a:lnTo>
                    <a:lnTo>
                      <a:pt x="15651" y="8043"/>
                    </a:lnTo>
                    <a:lnTo>
                      <a:pt x="15595" y="7986"/>
                    </a:lnTo>
                    <a:lnTo>
                      <a:pt x="365" y="7986"/>
                    </a:lnTo>
                    <a:lnTo>
                      <a:pt x="36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3"/>
              <p:cNvSpPr/>
              <p:nvPr/>
            </p:nvSpPr>
            <p:spPr>
              <a:xfrm>
                <a:off x="8734422" y="271200"/>
                <a:ext cx="332350" cy="332528"/>
              </a:xfrm>
              <a:custGeom>
                <a:rect b="b" l="l" r="r" t="t"/>
                <a:pathLst>
                  <a:path extrusionOk="0" h="5600" w="5597">
                    <a:moveTo>
                      <a:pt x="1" y="0"/>
                    </a:moveTo>
                    <a:lnTo>
                      <a:pt x="1" y="1597"/>
                    </a:lnTo>
                    <a:lnTo>
                      <a:pt x="2002" y="3599"/>
                    </a:lnTo>
                    <a:lnTo>
                      <a:pt x="4004" y="5600"/>
                    </a:lnTo>
                    <a:lnTo>
                      <a:pt x="5597" y="5600"/>
                    </a:lnTo>
                    <a:lnTo>
                      <a:pt x="2799" y="2802"/>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3"/>
              <p:cNvSpPr/>
              <p:nvPr/>
            </p:nvSpPr>
            <p:spPr>
              <a:xfrm>
                <a:off x="7655072" y="-407632"/>
                <a:ext cx="81588" cy="81529"/>
              </a:xfrm>
              <a:custGeom>
                <a:rect b="b" l="l" r="r" t="t"/>
                <a:pathLst>
                  <a:path extrusionOk="0" h="1373" w="1374">
                    <a:moveTo>
                      <a:pt x="689" y="364"/>
                    </a:moveTo>
                    <a:cubicBezTo>
                      <a:pt x="866" y="364"/>
                      <a:pt x="1010" y="508"/>
                      <a:pt x="1014" y="684"/>
                    </a:cubicBezTo>
                    <a:cubicBezTo>
                      <a:pt x="1014" y="865"/>
                      <a:pt x="866" y="1009"/>
                      <a:pt x="689" y="1009"/>
                    </a:cubicBezTo>
                    <a:cubicBezTo>
                      <a:pt x="509" y="1009"/>
                      <a:pt x="365" y="865"/>
                      <a:pt x="365" y="684"/>
                    </a:cubicBezTo>
                    <a:cubicBezTo>
                      <a:pt x="365" y="508"/>
                      <a:pt x="509" y="364"/>
                      <a:pt x="689" y="364"/>
                    </a:cubicBezTo>
                    <a:close/>
                    <a:moveTo>
                      <a:pt x="689" y="0"/>
                    </a:moveTo>
                    <a:cubicBezTo>
                      <a:pt x="309" y="0"/>
                      <a:pt x="1" y="308"/>
                      <a:pt x="1" y="684"/>
                    </a:cubicBezTo>
                    <a:cubicBezTo>
                      <a:pt x="1" y="1065"/>
                      <a:pt x="309" y="1373"/>
                      <a:pt x="689" y="1373"/>
                    </a:cubicBezTo>
                    <a:cubicBezTo>
                      <a:pt x="1066" y="1373"/>
                      <a:pt x="1374" y="1065"/>
                      <a:pt x="1374" y="684"/>
                    </a:cubicBezTo>
                    <a:cubicBezTo>
                      <a:pt x="1374" y="308"/>
                      <a:pt x="1066" y="0"/>
                      <a:pt x="6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3"/>
              <p:cNvSpPr/>
              <p:nvPr/>
            </p:nvSpPr>
            <p:spPr>
              <a:xfrm>
                <a:off x="9568236" y="2317969"/>
                <a:ext cx="95364" cy="81766"/>
              </a:xfrm>
              <a:custGeom>
                <a:rect b="b" l="l" r="r" t="t"/>
                <a:pathLst>
                  <a:path extrusionOk="0" h="1377" w="1606">
                    <a:moveTo>
                      <a:pt x="917" y="364"/>
                    </a:moveTo>
                    <a:cubicBezTo>
                      <a:pt x="1097" y="364"/>
                      <a:pt x="1242" y="512"/>
                      <a:pt x="1242" y="688"/>
                    </a:cubicBezTo>
                    <a:cubicBezTo>
                      <a:pt x="1242" y="883"/>
                      <a:pt x="1082" y="1012"/>
                      <a:pt x="916" y="1012"/>
                    </a:cubicBezTo>
                    <a:cubicBezTo>
                      <a:pt x="837" y="1012"/>
                      <a:pt x="755" y="982"/>
                      <a:pt x="689" y="916"/>
                    </a:cubicBezTo>
                    <a:cubicBezTo>
                      <a:pt x="485" y="712"/>
                      <a:pt x="629" y="364"/>
                      <a:pt x="917" y="364"/>
                    </a:cubicBezTo>
                    <a:close/>
                    <a:moveTo>
                      <a:pt x="915" y="1"/>
                    </a:moveTo>
                    <a:cubicBezTo>
                      <a:pt x="746" y="1"/>
                      <a:pt x="573" y="63"/>
                      <a:pt x="433" y="203"/>
                    </a:cubicBezTo>
                    <a:cubicBezTo>
                      <a:pt x="1" y="636"/>
                      <a:pt x="309" y="1376"/>
                      <a:pt x="917" y="1376"/>
                    </a:cubicBezTo>
                    <a:cubicBezTo>
                      <a:pt x="1298" y="1372"/>
                      <a:pt x="1606" y="1068"/>
                      <a:pt x="1606" y="688"/>
                    </a:cubicBezTo>
                    <a:cubicBezTo>
                      <a:pt x="1606" y="274"/>
                      <a:pt x="1267" y="1"/>
                      <a:pt x="9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3"/>
              <p:cNvSpPr/>
              <p:nvPr/>
            </p:nvSpPr>
            <p:spPr>
              <a:xfrm>
                <a:off x="7692897" y="-144282"/>
                <a:ext cx="497783" cy="292387"/>
              </a:xfrm>
              <a:custGeom>
                <a:rect b="b" l="l" r="r" t="t"/>
                <a:pathLst>
                  <a:path extrusionOk="0" h="4924" w="8383">
                    <a:moveTo>
                      <a:pt x="100" y="0"/>
                    </a:moveTo>
                    <a:lnTo>
                      <a:pt x="0" y="104"/>
                    </a:lnTo>
                    <a:lnTo>
                      <a:pt x="2498" y="2598"/>
                    </a:lnTo>
                    <a:lnTo>
                      <a:pt x="5957" y="2598"/>
                    </a:lnTo>
                    <a:lnTo>
                      <a:pt x="8282" y="4924"/>
                    </a:lnTo>
                    <a:lnTo>
                      <a:pt x="8382" y="4820"/>
                    </a:lnTo>
                    <a:lnTo>
                      <a:pt x="6017" y="2454"/>
                    </a:lnTo>
                    <a:lnTo>
                      <a:pt x="2558" y="2454"/>
                    </a:lnTo>
                    <a:lnTo>
                      <a:pt x="1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8" name="Google Shape;378;p13"/>
            <p:cNvGrpSpPr/>
            <p:nvPr/>
          </p:nvGrpSpPr>
          <p:grpSpPr>
            <a:xfrm>
              <a:off x="-201897" y="42827"/>
              <a:ext cx="1029648" cy="1806572"/>
              <a:chOff x="455034" y="-121633"/>
              <a:chExt cx="629947" cy="1105275"/>
            </a:xfrm>
          </p:grpSpPr>
          <p:sp>
            <p:nvSpPr>
              <p:cNvPr id="379" name="Google Shape;379;p13"/>
              <p:cNvSpPr/>
              <p:nvPr/>
            </p:nvSpPr>
            <p:spPr>
              <a:xfrm>
                <a:off x="1007193" y="917077"/>
                <a:ext cx="77788" cy="66565"/>
              </a:xfrm>
              <a:custGeom>
                <a:rect b="b" l="l" r="r" t="t"/>
                <a:pathLst>
                  <a:path extrusionOk="0" h="1121" w="131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3"/>
              <p:cNvSpPr/>
              <p:nvPr/>
            </p:nvSpPr>
            <p:spPr>
              <a:xfrm>
                <a:off x="455034" y="-121633"/>
                <a:ext cx="592137" cy="1045622"/>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1" name="Google Shape;381;p13"/>
            <p:cNvGrpSpPr/>
            <p:nvPr/>
          </p:nvGrpSpPr>
          <p:grpSpPr>
            <a:xfrm>
              <a:off x="889287" y="4589548"/>
              <a:ext cx="471865" cy="38050"/>
              <a:chOff x="6298452" y="2390050"/>
              <a:chExt cx="140725" cy="11350"/>
            </a:xfrm>
          </p:grpSpPr>
          <p:sp>
            <p:nvSpPr>
              <p:cNvPr id="382" name="Google Shape;382;p13"/>
              <p:cNvSpPr/>
              <p:nvPr/>
            </p:nvSpPr>
            <p:spPr>
              <a:xfrm>
                <a:off x="6298452" y="2390050"/>
                <a:ext cx="70375" cy="11350"/>
              </a:xfrm>
              <a:custGeom>
                <a:rect b="b" l="l" r="r" t="t"/>
                <a:pathLst>
                  <a:path extrusionOk="0" h="454" w="2815">
                    <a:moveTo>
                      <a:pt x="1" y="1"/>
                    </a:moveTo>
                    <a:lnTo>
                      <a:pt x="1" y="453"/>
                    </a:lnTo>
                    <a:lnTo>
                      <a:pt x="2815" y="453"/>
                    </a:lnTo>
                    <a:lnTo>
                      <a:pt x="281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3"/>
              <p:cNvSpPr/>
              <p:nvPr/>
            </p:nvSpPr>
            <p:spPr>
              <a:xfrm>
                <a:off x="6382427" y="2390050"/>
                <a:ext cx="35150" cy="11350"/>
              </a:xfrm>
              <a:custGeom>
                <a:rect b="b" l="l" r="r" t="t"/>
                <a:pathLst>
                  <a:path extrusionOk="0" h="454" w="1406">
                    <a:moveTo>
                      <a:pt x="0" y="1"/>
                    </a:moveTo>
                    <a:lnTo>
                      <a:pt x="0" y="453"/>
                    </a:lnTo>
                    <a:lnTo>
                      <a:pt x="1405" y="453"/>
                    </a:lnTo>
                    <a:lnTo>
                      <a:pt x="140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3"/>
              <p:cNvSpPr/>
              <p:nvPr/>
            </p:nvSpPr>
            <p:spPr>
              <a:xfrm>
                <a:off x="6427952" y="2390050"/>
                <a:ext cx="11225" cy="11350"/>
              </a:xfrm>
              <a:custGeom>
                <a:rect b="b" l="l" r="r" t="t"/>
                <a:pathLst>
                  <a:path extrusionOk="0" h="454" w="449">
                    <a:moveTo>
                      <a:pt x="1" y="1"/>
                    </a:moveTo>
                    <a:lnTo>
                      <a:pt x="1" y="453"/>
                    </a:lnTo>
                    <a:lnTo>
                      <a:pt x="449" y="453"/>
                    </a:lnTo>
                    <a:lnTo>
                      <a:pt x="44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85" name="Google Shape;385;p13"/>
          <p:cNvGrpSpPr/>
          <p:nvPr/>
        </p:nvGrpSpPr>
        <p:grpSpPr>
          <a:xfrm>
            <a:off x="6133478" y="-1088649"/>
            <a:ext cx="7166740" cy="6435526"/>
            <a:chOff x="6133478" y="-1088649"/>
            <a:chExt cx="7166740" cy="6435526"/>
          </a:xfrm>
        </p:grpSpPr>
        <p:sp>
          <p:nvSpPr>
            <p:cNvPr id="386" name="Google Shape;386;p13"/>
            <p:cNvSpPr/>
            <p:nvPr/>
          </p:nvSpPr>
          <p:spPr>
            <a:xfrm>
              <a:off x="6133478" y="-1088649"/>
              <a:ext cx="7166740" cy="6435526"/>
            </a:xfrm>
            <a:custGeom>
              <a:rect b="b" l="l" r="r" t="t"/>
              <a:pathLst>
                <a:path extrusionOk="0" h="64222" w="71519">
                  <a:moveTo>
                    <a:pt x="160" y="0"/>
                  </a:moveTo>
                  <a:lnTo>
                    <a:pt x="0" y="160"/>
                  </a:lnTo>
                  <a:lnTo>
                    <a:pt x="26919" y="27079"/>
                  </a:lnTo>
                  <a:lnTo>
                    <a:pt x="26919" y="27956"/>
                  </a:lnTo>
                  <a:lnTo>
                    <a:pt x="30762" y="31798"/>
                  </a:lnTo>
                  <a:lnTo>
                    <a:pt x="32743" y="31798"/>
                  </a:lnTo>
                  <a:lnTo>
                    <a:pt x="38031" y="37086"/>
                  </a:lnTo>
                  <a:lnTo>
                    <a:pt x="44224" y="37086"/>
                  </a:lnTo>
                  <a:lnTo>
                    <a:pt x="71359" y="64221"/>
                  </a:lnTo>
                  <a:lnTo>
                    <a:pt x="71519" y="64061"/>
                  </a:lnTo>
                  <a:lnTo>
                    <a:pt x="42046" y="34588"/>
                  </a:lnTo>
                  <a:lnTo>
                    <a:pt x="42046" y="33035"/>
                  </a:lnTo>
                  <a:lnTo>
                    <a:pt x="38359" y="29353"/>
                  </a:lnTo>
                  <a:lnTo>
                    <a:pt x="35465" y="29353"/>
                  </a:lnTo>
                  <a:lnTo>
                    <a:pt x="28949" y="22836"/>
                  </a:lnTo>
                  <a:lnTo>
                    <a:pt x="22993" y="22836"/>
                  </a:lnTo>
                  <a:lnTo>
                    <a:pt x="16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7" name="Google Shape;387;p13"/>
            <p:cNvGrpSpPr/>
            <p:nvPr/>
          </p:nvGrpSpPr>
          <p:grpSpPr>
            <a:xfrm>
              <a:off x="8193009" y="539516"/>
              <a:ext cx="618213" cy="306426"/>
              <a:chOff x="5989375" y="1843575"/>
              <a:chExt cx="136525" cy="67675"/>
            </a:xfrm>
          </p:grpSpPr>
          <p:sp>
            <p:nvSpPr>
              <p:cNvPr id="388" name="Google Shape;388;p13"/>
              <p:cNvSpPr/>
              <p:nvPr/>
            </p:nvSpPr>
            <p:spPr>
              <a:xfrm>
                <a:off x="6047225" y="1843575"/>
                <a:ext cx="20525" cy="20550"/>
              </a:xfrm>
              <a:custGeom>
                <a:rect b="b" l="l" r="r" t="t"/>
                <a:pathLst>
                  <a:path extrusionOk="0" h="822" w="821">
                    <a:moveTo>
                      <a:pt x="709" y="0"/>
                    </a:moveTo>
                    <a:lnTo>
                      <a:pt x="0" y="709"/>
                    </a:lnTo>
                    <a:lnTo>
                      <a:pt x="112" y="821"/>
                    </a:lnTo>
                    <a:lnTo>
                      <a:pt x="821" y="113"/>
                    </a:lnTo>
                    <a:lnTo>
                      <a:pt x="70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3"/>
              <p:cNvSpPr/>
              <p:nvPr/>
            </p:nvSpPr>
            <p:spPr>
              <a:xfrm>
                <a:off x="6047225" y="1843575"/>
                <a:ext cx="20525" cy="20550"/>
              </a:xfrm>
              <a:custGeom>
                <a:rect b="b" l="l" r="r" t="t"/>
                <a:pathLst>
                  <a:path extrusionOk="0" h="822" w="821">
                    <a:moveTo>
                      <a:pt x="112" y="0"/>
                    </a:moveTo>
                    <a:lnTo>
                      <a:pt x="0" y="113"/>
                    </a:lnTo>
                    <a:lnTo>
                      <a:pt x="709" y="821"/>
                    </a:lnTo>
                    <a:lnTo>
                      <a:pt x="821" y="709"/>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3"/>
              <p:cNvSpPr/>
              <p:nvPr/>
            </p:nvSpPr>
            <p:spPr>
              <a:xfrm>
                <a:off x="5989475" y="1843675"/>
                <a:ext cx="20650" cy="20550"/>
              </a:xfrm>
              <a:custGeom>
                <a:rect b="b" l="l" r="r" t="t"/>
                <a:pathLst>
                  <a:path extrusionOk="0" h="822" w="826">
                    <a:moveTo>
                      <a:pt x="713" y="0"/>
                    </a:moveTo>
                    <a:lnTo>
                      <a:pt x="1" y="709"/>
                    </a:lnTo>
                    <a:lnTo>
                      <a:pt x="113" y="821"/>
                    </a:lnTo>
                    <a:lnTo>
                      <a:pt x="825" y="113"/>
                    </a:lnTo>
                    <a:lnTo>
                      <a:pt x="71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3"/>
              <p:cNvSpPr/>
              <p:nvPr/>
            </p:nvSpPr>
            <p:spPr>
              <a:xfrm>
                <a:off x="5989375" y="1843575"/>
                <a:ext cx="20650" cy="20550"/>
              </a:xfrm>
              <a:custGeom>
                <a:rect b="b" l="l" r="r" t="t"/>
                <a:pathLst>
                  <a:path extrusionOk="0" h="822" w="826">
                    <a:moveTo>
                      <a:pt x="117" y="0"/>
                    </a:moveTo>
                    <a:lnTo>
                      <a:pt x="1" y="113"/>
                    </a:lnTo>
                    <a:lnTo>
                      <a:pt x="713" y="821"/>
                    </a:lnTo>
                    <a:lnTo>
                      <a:pt x="825" y="709"/>
                    </a:lnTo>
                    <a:lnTo>
                      <a:pt x="11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3"/>
              <p:cNvSpPr/>
              <p:nvPr/>
            </p:nvSpPr>
            <p:spPr>
              <a:xfrm>
                <a:off x="6105350" y="1890600"/>
                <a:ext cx="20550" cy="20650"/>
              </a:xfrm>
              <a:custGeom>
                <a:rect b="b" l="l" r="r" t="t"/>
                <a:pathLst>
                  <a:path extrusionOk="0" h="826" w="822">
                    <a:moveTo>
                      <a:pt x="709" y="1"/>
                    </a:moveTo>
                    <a:lnTo>
                      <a:pt x="1" y="713"/>
                    </a:lnTo>
                    <a:lnTo>
                      <a:pt x="113" y="825"/>
                    </a:lnTo>
                    <a:lnTo>
                      <a:pt x="821" y="113"/>
                    </a:lnTo>
                    <a:lnTo>
                      <a:pt x="70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3"/>
              <p:cNvSpPr/>
              <p:nvPr/>
            </p:nvSpPr>
            <p:spPr>
              <a:xfrm>
                <a:off x="6105350" y="1890600"/>
                <a:ext cx="20550" cy="20650"/>
              </a:xfrm>
              <a:custGeom>
                <a:rect b="b" l="l" r="r" t="t"/>
                <a:pathLst>
                  <a:path extrusionOk="0" h="826" w="822">
                    <a:moveTo>
                      <a:pt x="113" y="1"/>
                    </a:moveTo>
                    <a:lnTo>
                      <a:pt x="1" y="113"/>
                    </a:lnTo>
                    <a:lnTo>
                      <a:pt x="709" y="825"/>
                    </a:lnTo>
                    <a:lnTo>
                      <a:pt x="821" y="709"/>
                    </a:lnTo>
                    <a:lnTo>
                      <a:pt x="1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3"/>
              <p:cNvSpPr/>
              <p:nvPr/>
            </p:nvSpPr>
            <p:spPr>
              <a:xfrm>
                <a:off x="6047525" y="1890600"/>
                <a:ext cx="20625" cy="20650"/>
              </a:xfrm>
              <a:custGeom>
                <a:rect b="b" l="l" r="r" t="t"/>
                <a:pathLst>
                  <a:path extrusionOk="0" h="826" w="825">
                    <a:moveTo>
                      <a:pt x="713" y="1"/>
                    </a:moveTo>
                    <a:lnTo>
                      <a:pt x="0" y="709"/>
                    </a:lnTo>
                    <a:lnTo>
                      <a:pt x="116" y="825"/>
                    </a:lnTo>
                    <a:lnTo>
                      <a:pt x="825" y="113"/>
                    </a:lnTo>
                    <a:lnTo>
                      <a:pt x="7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3"/>
              <p:cNvSpPr/>
              <p:nvPr/>
            </p:nvSpPr>
            <p:spPr>
              <a:xfrm>
                <a:off x="6047525" y="1890600"/>
                <a:ext cx="20625" cy="20650"/>
              </a:xfrm>
              <a:custGeom>
                <a:rect b="b" l="l" r="r" t="t"/>
                <a:pathLst>
                  <a:path extrusionOk="0" h="826" w="825">
                    <a:moveTo>
                      <a:pt x="112" y="1"/>
                    </a:moveTo>
                    <a:lnTo>
                      <a:pt x="0" y="113"/>
                    </a:lnTo>
                    <a:lnTo>
                      <a:pt x="713" y="825"/>
                    </a:lnTo>
                    <a:lnTo>
                      <a:pt x="825" y="70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6" name="Google Shape;396;p13"/>
            <p:cNvGrpSpPr/>
            <p:nvPr/>
          </p:nvGrpSpPr>
          <p:grpSpPr>
            <a:xfrm>
              <a:off x="8389396" y="1055350"/>
              <a:ext cx="1228886" cy="2188720"/>
              <a:chOff x="8389396" y="1055350"/>
              <a:chExt cx="1228886" cy="2188720"/>
            </a:xfrm>
          </p:grpSpPr>
          <p:sp>
            <p:nvSpPr>
              <p:cNvPr id="397" name="Google Shape;397;p13"/>
              <p:cNvSpPr/>
              <p:nvPr/>
            </p:nvSpPr>
            <p:spPr>
              <a:xfrm>
                <a:off x="8421616" y="1130946"/>
                <a:ext cx="1196665" cy="2113124"/>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3"/>
              <p:cNvSpPr/>
              <p:nvPr/>
            </p:nvSpPr>
            <p:spPr>
              <a:xfrm>
                <a:off x="8389396" y="1055350"/>
                <a:ext cx="95651" cy="95575"/>
              </a:xfrm>
              <a:custGeom>
                <a:rect b="b" l="l" r="r" t="t"/>
                <a:pathLst>
                  <a:path extrusionOk="0" h="1373" w="1374">
                    <a:moveTo>
                      <a:pt x="689" y="364"/>
                    </a:moveTo>
                    <a:cubicBezTo>
                      <a:pt x="866" y="364"/>
                      <a:pt x="1010" y="508"/>
                      <a:pt x="1014" y="684"/>
                    </a:cubicBezTo>
                    <a:cubicBezTo>
                      <a:pt x="1014" y="865"/>
                      <a:pt x="866" y="1009"/>
                      <a:pt x="689" y="1009"/>
                    </a:cubicBezTo>
                    <a:cubicBezTo>
                      <a:pt x="509" y="1009"/>
                      <a:pt x="365" y="865"/>
                      <a:pt x="365" y="684"/>
                    </a:cubicBezTo>
                    <a:cubicBezTo>
                      <a:pt x="365" y="508"/>
                      <a:pt x="509" y="364"/>
                      <a:pt x="689" y="364"/>
                    </a:cubicBezTo>
                    <a:close/>
                    <a:moveTo>
                      <a:pt x="689" y="0"/>
                    </a:moveTo>
                    <a:cubicBezTo>
                      <a:pt x="309" y="0"/>
                      <a:pt x="1" y="308"/>
                      <a:pt x="1" y="684"/>
                    </a:cubicBezTo>
                    <a:cubicBezTo>
                      <a:pt x="1" y="1065"/>
                      <a:pt x="309" y="1373"/>
                      <a:pt x="689" y="1373"/>
                    </a:cubicBezTo>
                    <a:cubicBezTo>
                      <a:pt x="1066" y="1373"/>
                      <a:pt x="1374" y="1065"/>
                      <a:pt x="1374" y="684"/>
                    </a:cubicBezTo>
                    <a:cubicBezTo>
                      <a:pt x="1374" y="308"/>
                      <a:pt x="1066" y="0"/>
                      <a:pt x="6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8_1_1">
    <p:spTree>
      <p:nvGrpSpPr>
        <p:cNvPr id="399" name="Shape 399"/>
        <p:cNvGrpSpPr/>
        <p:nvPr/>
      </p:nvGrpSpPr>
      <p:grpSpPr>
        <a:xfrm>
          <a:off x="0" y="0"/>
          <a:ext cx="0" cy="0"/>
          <a:chOff x="0" y="0"/>
          <a:chExt cx="0" cy="0"/>
        </a:xfrm>
      </p:grpSpPr>
      <p:sp>
        <p:nvSpPr>
          <p:cNvPr id="400" name="Google Shape;400;p14"/>
          <p:cNvSpPr txBox="1"/>
          <p:nvPr>
            <p:ph type="title"/>
          </p:nvPr>
        </p:nvSpPr>
        <p:spPr>
          <a:xfrm>
            <a:off x="4587168" y="3394725"/>
            <a:ext cx="3621000" cy="402300"/>
          </a:xfrm>
          <a:prstGeom prst="rect">
            <a:avLst/>
          </a:prstGeom>
        </p:spPr>
        <p:txBody>
          <a:bodyPr anchorCtr="0" anchor="ctr" bIns="91425" lIns="91425" spcFirstLastPara="1" rIns="91425" wrap="square" tIns="91425">
            <a:noAutofit/>
          </a:bodyPr>
          <a:lstStyle>
            <a:lvl1pPr lvl="0" rtl="0" algn="l">
              <a:spcBef>
                <a:spcPts val="0"/>
              </a:spcBef>
              <a:spcAft>
                <a:spcPts val="0"/>
              </a:spcAft>
              <a:buNone/>
              <a:defRPr sz="2200"/>
            </a:lvl1pPr>
            <a:lvl2pPr lvl="1" rtl="0" algn="l">
              <a:spcBef>
                <a:spcPts val="0"/>
              </a:spcBef>
              <a:spcAft>
                <a:spcPts val="0"/>
              </a:spcAft>
              <a:buNone/>
              <a:defRPr sz="2200"/>
            </a:lvl2pPr>
            <a:lvl3pPr lvl="2" rtl="0" algn="l">
              <a:spcBef>
                <a:spcPts val="0"/>
              </a:spcBef>
              <a:spcAft>
                <a:spcPts val="0"/>
              </a:spcAft>
              <a:buNone/>
              <a:defRPr sz="2200"/>
            </a:lvl3pPr>
            <a:lvl4pPr lvl="3" rtl="0" algn="l">
              <a:spcBef>
                <a:spcPts val="0"/>
              </a:spcBef>
              <a:spcAft>
                <a:spcPts val="0"/>
              </a:spcAft>
              <a:buNone/>
              <a:defRPr sz="2200"/>
            </a:lvl4pPr>
            <a:lvl5pPr lvl="4" rtl="0" algn="l">
              <a:spcBef>
                <a:spcPts val="0"/>
              </a:spcBef>
              <a:spcAft>
                <a:spcPts val="0"/>
              </a:spcAft>
              <a:buNone/>
              <a:defRPr sz="2200"/>
            </a:lvl5pPr>
            <a:lvl6pPr lvl="5" rtl="0" algn="l">
              <a:spcBef>
                <a:spcPts val="0"/>
              </a:spcBef>
              <a:spcAft>
                <a:spcPts val="0"/>
              </a:spcAft>
              <a:buNone/>
              <a:defRPr sz="2200"/>
            </a:lvl6pPr>
            <a:lvl7pPr lvl="6" rtl="0" algn="l">
              <a:spcBef>
                <a:spcPts val="0"/>
              </a:spcBef>
              <a:spcAft>
                <a:spcPts val="0"/>
              </a:spcAft>
              <a:buNone/>
              <a:defRPr sz="2200"/>
            </a:lvl7pPr>
            <a:lvl8pPr lvl="7" rtl="0" algn="l">
              <a:spcBef>
                <a:spcPts val="0"/>
              </a:spcBef>
              <a:spcAft>
                <a:spcPts val="0"/>
              </a:spcAft>
              <a:buNone/>
              <a:defRPr sz="2200"/>
            </a:lvl8pPr>
            <a:lvl9pPr lvl="8" rtl="0" algn="l">
              <a:spcBef>
                <a:spcPts val="0"/>
              </a:spcBef>
              <a:spcAft>
                <a:spcPts val="0"/>
              </a:spcAft>
              <a:buNone/>
              <a:defRPr sz="2200"/>
            </a:lvl9pPr>
          </a:lstStyle>
          <a:p/>
        </p:txBody>
      </p:sp>
      <p:sp>
        <p:nvSpPr>
          <p:cNvPr id="401" name="Google Shape;401;p14"/>
          <p:cNvSpPr txBox="1"/>
          <p:nvPr>
            <p:ph idx="1" type="subTitle"/>
          </p:nvPr>
        </p:nvSpPr>
        <p:spPr>
          <a:xfrm>
            <a:off x="4587168" y="1310750"/>
            <a:ext cx="3621000" cy="1936500"/>
          </a:xfrm>
          <a:prstGeom prst="rect">
            <a:avLst/>
          </a:prstGeom>
        </p:spPr>
        <p:txBody>
          <a:bodyPr anchorCtr="0" anchor="ctr" bIns="91425" lIns="91425" spcFirstLastPara="1" rIns="91425" wrap="square" tIns="91425">
            <a:noAutofit/>
          </a:bodyPr>
          <a:lstStyle>
            <a:lvl1pPr lvl="0" rtl="0">
              <a:spcBef>
                <a:spcPts val="0"/>
              </a:spcBef>
              <a:spcAft>
                <a:spcPts val="0"/>
              </a:spcAft>
              <a:buNone/>
              <a:defRPr sz="2400"/>
            </a:lvl1pPr>
            <a:lvl2pPr lvl="1" rtl="0">
              <a:spcBef>
                <a:spcPts val="0"/>
              </a:spcBef>
              <a:spcAft>
                <a:spcPts val="0"/>
              </a:spcAft>
              <a:buNone/>
              <a:defRPr sz="2400"/>
            </a:lvl2pPr>
            <a:lvl3pPr lvl="2" rtl="0">
              <a:spcBef>
                <a:spcPts val="0"/>
              </a:spcBef>
              <a:spcAft>
                <a:spcPts val="0"/>
              </a:spcAft>
              <a:buNone/>
              <a:defRPr sz="2400"/>
            </a:lvl3pPr>
            <a:lvl4pPr lvl="3" rtl="0">
              <a:spcBef>
                <a:spcPts val="0"/>
              </a:spcBef>
              <a:spcAft>
                <a:spcPts val="0"/>
              </a:spcAft>
              <a:buNone/>
              <a:defRPr sz="2400"/>
            </a:lvl4pPr>
            <a:lvl5pPr lvl="4" rtl="0">
              <a:spcBef>
                <a:spcPts val="0"/>
              </a:spcBef>
              <a:spcAft>
                <a:spcPts val="0"/>
              </a:spcAft>
              <a:buNone/>
              <a:defRPr sz="2400"/>
            </a:lvl5pPr>
            <a:lvl6pPr lvl="5" rtl="0">
              <a:spcBef>
                <a:spcPts val="0"/>
              </a:spcBef>
              <a:spcAft>
                <a:spcPts val="0"/>
              </a:spcAft>
              <a:buNone/>
              <a:defRPr sz="2400"/>
            </a:lvl6pPr>
            <a:lvl7pPr lvl="6" rtl="0">
              <a:spcBef>
                <a:spcPts val="0"/>
              </a:spcBef>
              <a:spcAft>
                <a:spcPts val="0"/>
              </a:spcAft>
              <a:buNone/>
              <a:defRPr sz="2400"/>
            </a:lvl7pPr>
            <a:lvl8pPr lvl="7" rtl="0">
              <a:spcBef>
                <a:spcPts val="0"/>
              </a:spcBef>
              <a:spcAft>
                <a:spcPts val="0"/>
              </a:spcAft>
              <a:buNone/>
              <a:defRPr sz="2400"/>
            </a:lvl8pPr>
            <a:lvl9pPr lvl="8" rtl="0">
              <a:spcBef>
                <a:spcPts val="0"/>
              </a:spcBef>
              <a:spcAft>
                <a:spcPts val="0"/>
              </a:spcAft>
              <a:buNone/>
              <a:defRPr sz="2400"/>
            </a:lvl9pPr>
          </a:lstStyle>
          <a:p/>
        </p:txBody>
      </p:sp>
      <p:sp>
        <p:nvSpPr>
          <p:cNvPr id="402" name="Google Shape;402;p14"/>
          <p:cNvSpPr/>
          <p:nvPr/>
        </p:nvSpPr>
        <p:spPr>
          <a:xfrm flipH="1" rot="10800000">
            <a:off x="-2805872" y="-3374010"/>
            <a:ext cx="6654696" cy="7636707"/>
          </a:xfrm>
          <a:custGeom>
            <a:rect b="b" l="l" r="r" t="t"/>
            <a:pathLst>
              <a:path extrusionOk="0" h="82432" w="71832">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3" name="Google Shape;403;p14"/>
          <p:cNvGrpSpPr/>
          <p:nvPr/>
        </p:nvGrpSpPr>
        <p:grpSpPr>
          <a:xfrm>
            <a:off x="6484849" y="3631196"/>
            <a:ext cx="3213277" cy="3529318"/>
            <a:chOff x="6484849" y="3631196"/>
            <a:chExt cx="3213277" cy="3529318"/>
          </a:xfrm>
        </p:grpSpPr>
        <p:sp>
          <p:nvSpPr>
            <p:cNvPr id="404" name="Google Shape;404;p14"/>
            <p:cNvSpPr/>
            <p:nvPr/>
          </p:nvSpPr>
          <p:spPr>
            <a:xfrm>
              <a:off x="7145128" y="3944492"/>
              <a:ext cx="2552998" cy="1507261"/>
            </a:xfrm>
            <a:custGeom>
              <a:rect b="b" l="l" r="r" t="t"/>
              <a:pathLst>
                <a:path extrusionOk="0" h="10160" w="17209">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5" name="Google Shape;405;p14"/>
            <p:cNvGrpSpPr/>
            <p:nvPr/>
          </p:nvGrpSpPr>
          <p:grpSpPr>
            <a:xfrm flipH="1" rot="10800000">
              <a:off x="6484849" y="3631196"/>
              <a:ext cx="2431677" cy="3529318"/>
              <a:chOff x="6769513" y="299393"/>
              <a:chExt cx="1308620" cy="1899525"/>
            </a:xfrm>
          </p:grpSpPr>
          <p:sp>
            <p:nvSpPr>
              <p:cNvPr id="406" name="Google Shape;406;p14"/>
              <p:cNvSpPr/>
              <p:nvPr/>
            </p:nvSpPr>
            <p:spPr>
              <a:xfrm>
                <a:off x="7817889" y="1007055"/>
                <a:ext cx="252070" cy="252070"/>
              </a:xfrm>
              <a:custGeom>
                <a:rect b="b" l="l" r="r" t="t"/>
                <a:pathLst>
                  <a:path extrusionOk="0" h="4564" w="4564">
                    <a:moveTo>
                      <a:pt x="0" y="1"/>
                    </a:moveTo>
                    <a:lnTo>
                      <a:pt x="0" y="1302"/>
                    </a:lnTo>
                    <a:lnTo>
                      <a:pt x="1629" y="2931"/>
                    </a:lnTo>
                    <a:lnTo>
                      <a:pt x="3263" y="4564"/>
                    </a:lnTo>
                    <a:lnTo>
                      <a:pt x="4563" y="4564"/>
                    </a:lnTo>
                    <a:lnTo>
                      <a:pt x="2282" y="2282"/>
                    </a:ln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4"/>
              <p:cNvSpPr/>
              <p:nvPr/>
            </p:nvSpPr>
            <p:spPr>
              <a:xfrm>
                <a:off x="7983027" y="2137006"/>
                <a:ext cx="72351" cy="61913"/>
              </a:xfrm>
              <a:custGeom>
                <a:rect b="b" l="l" r="r" t="t"/>
                <a:pathLst>
                  <a:path extrusionOk="0" h="1121" w="131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4"/>
              <p:cNvSpPr/>
              <p:nvPr/>
            </p:nvSpPr>
            <p:spPr>
              <a:xfrm>
                <a:off x="6769513" y="299393"/>
                <a:ext cx="61968" cy="61747"/>
              </a:xfrm>
              <a:custGeom>
                <a:rect b="b" l="l" r="r" t="t"/>
                <a:pathLst>
                  <a:path extrusionOk="0" h="1118" w="1122">
                    <a:moveTo>
                      <a:pt x="561" y="293"/>
                    </a:moveTo>
                    <a:cubicBezTo>
                      <a:pt x="705" y="293"/>
                      <a:pt x="825" y="413"/>
                      <a:pt x="825" y="557"/>
                    </a:cubicBezTo>
                    <a:cubicBezTo>
                      <a:pt x="825" y="705"/>
                      <a:pt x="705" y="821"/>
                      <a:pt x="561" y="821"/>
                    </a:cubicBezTo>
                    <a:cubicBezTo>
                      <a:pt x="417" y="821"/>
                      <a:pt x="297" y="705"/>
                      <a:pt x="297" y="557"/>
                    </a:cubicBezTo>
                    <a:cubicBezTo>
                      <a:pt x="297" y="413"/>
                      <a:pt x="417" y="293"/>
                      <a:pt x="561" y="293"/>
                    </a:cubicBezTo>
                    <a:close/>
                    <a:moveTo>
                      <a:pt x="554" y="1"/>
                    </a:moveTo>
                    <a:cubicBezTo>
                      <a:pt x="249" y="1"/>
                      <a:pt x="1" y="251"/>
                      <a:pt x="1" y="557"/>
                    </a:cubicBezTo>
                    <a:cubicBezTo>
                      <a:pt x="1" y="865"/>
                      <a:pt x="253" y="1117"/>
                      <a:pt x="561" y="1117"/>
                    </a:cubicBezTo>
                    <a:cubicBezTo>
                      <a:pt x="869" y="1117"/>
                      <a:pt x="1122" y="865"/>
                      <a:pt x="1122" y="557"/>
                    </a:cubicBezTo>
                    <a:cubicBezTo>
                      <a:pt x="1122" y="249"/>
                      <a:pt x="869" y="1"/>
                      <a:pt x="561" y="1"/>
                    </a:cubicBezTo>
                    <a:cubicBezTo>
                      <a:pt x="559" y="1"/>
                      <a:pt x="556" y="1"/>
                      <a:pt x="5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4"/>
              <p:cNvSpPr/>
              <p:nvPr/>
            </p:nvSpPr>
            <p:spPr>
              <a:xfrm>
                <a:off x="6811985" y="339214"/>
                <a:ext cx="1266148" cy="1811765"/>
              </a:xfrm>
              <a:custGeom>
                <a:rect b="b" l="l" r="r" t="t"/>
                <a:pathLst>
                  <a:path extrusionOk="0" h="32804" w="22925">
                    <a:moveTo>
                      <a:pt x="208" y="0"/>
                    </a:moveTo>
                    <a:lnTo>
                      <a:pt x="0" y="208"/>
                    </a:lnTo>
                    <a:lnTo>
                      <a:pt x="7878" y="8090"/>
                    </a:lnTo>
                    <a:lnTo>
                      <a:pt x="7922" y="8134"/>
                    </a:lnTo>
                    <a:lnTo>
                      <a:pt x="14170" y="8134"/>
                    </a:lnTo>
                    <a:lnTo>
                      <a:pt x="22628" y="16592"/>
                    </a:lnTo>
                    <a:lnTo>
                      <a:pt x="22628" y="19058"/>
                    </a:lnTo>
                    <a:lnTo>
                      <a:pt x="17385" y="24301"/>
                    </a:lnTo>
                    <a:lnTo>
                      <a:pt x="17385" y="28860"/>
                    </a:lnTo>
                    <a:lnTo>
                      <a:pt x="21323" y="32803"/>
                    </a:lnTo>
                    <a:lnTo>
                      <a:pt x="21532" y="32595"/>
                    </a:lnTo>
                    <a:lnTo>
                      <a:pt x="17681" y="28740"/>
                    </a:lnTo>
                    <a:lnTo>
                      <a:pt x="17681" y="24425"/>
                    </a:lnTo>
                    <a:lnTo>
                      <a:pt x="22925" y="19182"/>
                    </a:lnTo>
                    <a:lnTo>
                      <a:pt x="22925" y="16468"/>
                    </a:lnTo>
                    <a:lnTo>
                      <a:pt x="14334" y="7878"/>
                    </a:lnTo>
                    <a:lnTo>
                      <a:pt x="14290" y="7838"/>
                    </a:lnTo>
                    <a:lnTo>
                      <a:pt x="8046" y="7838"/>
                    </a:lnTo>
                    <a:lnTo>
                      <a:pt x="2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4"/>
              <p:cNvSpPr/>
              <p:nvPr/>
            </p:nvSpPr>
            <p:spPr>
              <a:xfrm>
                <a:off x="7397589" y="777575"/>
                <a:ext cx="512976" cy="781781"/>
              </a:xfrm>
              <a:custGeom>
                <a:rect b="b" l="l" r="r" t="t"/>
                <a:pathLst>
                  <a:path extrusionOk="0" h="14155" w="9288">
                    <a:moveTo>
                      <a:pt x="81" y="1"/>
                    </a:moveTo>
                    <a:lnTo>
                      <a:pt x="1" y="85"/>
                    </a:lnTo>
                    <a:lnTo>
                      <a:pt x="5209" y="5292"/>
                    </a:lnTo>
                    <a:lnTo>
                      <a:pt x="5209" y="10160"/>
                    </a:lnTo>
                    <a:lnTo>
                      <a:pt x="9203" y="14155"/>
                    </a:lnTo>
                    <a:lnTo>
                      <a:pt x="9287" y="14071"/>
                    </a:lnTo>
                    <a:lnTo>
                      <a:pt x="5325" y="10108"/>
                    </a:lnTo>
                    <a:lnTo>
                      <a:pt x="5325" y="5244"/>
                    </a:lnTo>
                    <a:lnTo>
                      <a:pt x="8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4"/>
              <p:cNvSpPr/>
              <p:nvPr/>
            </p:nvSpPr>
            <p:spPr>
              <a:xfrm>
                <a:off x="7777847" y="1417359"/>
                <a:ext cx="273112" cy="431181"/>
              </a:xfrm>
              <a:custGeom>
                <a:rect b="b" l="l" r="r" t="t"/>
                <a:pathLst>
                  <a:path extrusionOk="0" h="7807" w="4945">
                    <a:moveTo>
                      <a:pt x="4824" y="1"/>
                    </a:moveTo>
                    <a:lnTo>
                      <a:pt x="4824" y="2899"/>
                    </a:lnTo>
                    <a:lnTo>
                      <a:pt x="1" y="7722"/>
                    </a:lnTo>
                    <a:lnTo>
                      <a:pt x="85" y="7806"/>
                    </a:lnTo>
                    <a:lnTo>
                      <a:pt x="4944" y="2951"/>
                    </a:lnTo>
                    <a:lnTo>
                      <a:pt x="494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2" name="Google Shape;412;p14"/>
          <p:cNvGrpSpPr/>
          <p:nvPr/>
        </p:nvGrpSpPr>
        <p:grpSpPr>
          <a:xfrm>
            <a:off x="7545816" y="-192997"/>
            <a:ext cx="2586938" cy="1464987"/>
            <a:chOff x="7545816" y="-192997"/>
            <a:chExt cx="2586938" cy="1464987"/>
          </a:xfrm>
        </p:grpSpPr>
        <p:sp>
          <p:nvSpPr>
            <p:cNvPr id="413" name="Google Shape;413;p14"/>
            <p:cNvSpPr/>
            <p:nvPr/>
          </p:nvSpPr>
          <p:spPr>
            <a:xfrm flipH="1" rot="5400000">
              <a:off x="8106792" y="-753973"/>
              <a:ext cx="1464987" cy="2586938"/>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4" name="Google Shape;414;p14"/>
            <p:cNvGrpSpPr/>
            <p:nvPr/>
          </p:nvGrpSpPr>
          <p:grpSpPr>
            <a:xfrm>
              <a:off x="7545825" y="435764"/>
              <a:ext cx="827314" cy="410158"/>
              <a:chOff x="5989375" y="1843575"/>
              <a:chExt cx="136525" cy="67675"/>
            </a:xfrm>
          </p:grpSpPr>
          <p:sp>
            <p:nvSpPr>
              <p:cNvPr id="415" name="Google Shape;415;p14"/>
              <p:cNvSpPr/>
              <p:nvPr/>
            </p:nvSpPr>
            <p:spPr>
              <a:xfrm>
                <a:off x="6047225" y="1843575"/>
                <a:ext cx="20525" cy="20550"/>
              </a:xfrm>
              <a:custGeom>
                <a:rect b="b" l="l" r="r" t="t"/>
                <a:pathLst>
                  <a:path extrusionOk="0" h="822" w="821">
                    <a:moveTo>
                      <a:pt x="709" y="0"/>
                    </a:moveTo>
                    <a:lnTo>
                      <a:pt x="0" y="709"/>
                    </a:lnTo>
                    <a:lnTo>
                      <a:pt x="112" y="821"/>
                    </a:lnTo>
                    <a:lnTo>
                      <a:pt x="821" y="113"/>
                    </a:lnTo>
                    <a:lnTo>
                      <a:pt x="70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4"/>
              <p:cNvSpPr/>
              <p:nvPr/>
            </p:nvSpPr>
            <p:spPr>
              <a:xfrm>
                <a:off x="6047225" y="1843575"/>
                <a:ext cx="20525" cy="20550"/>
              </a:xfrm>
              <a:custGeom>
                <a:rect b="b" l="l" r="r" t="t"/>
                <a:pathLst>
                  <a:path extrusionOk="0" h="822" w="821">
                    <a:moveTo>
                      <a:pt x="112" y="0"/>
                    </a:moveTo>
                    <a:lnTo>
                      <a:pt x="0" y="113"/>
                    </a:lnTo>
                    <a:lnTo>
                      <a:pt x="709" y="821"/>
                    </a:lnTo>
                    <a:lnTo>
                      <a:pt x="821" y="709"/>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4"/>
              <p:cNvSpPr/>
              <p:nvPr/>
            </p:nvSpPr>
            <p:spPr>
              <a:xfrm>
                <a:off x="5989475" y="1843675"/>
                <a:ext cx="20650" cy="20550"/>
              </a:xfrm>
              <a:custGeom>
                <a:rect b="b" l="l" r="r" t="t"/>
                <a:pathLst>
                  <a:path extrusionOk="0" h="822" w="826">
                    <a:moveTo>
                      <a:pt x="713" y="0"/>
                    </a:moveTo>
                    <a:lnTo>
                      <a:pt x="1" y="709"/>
                    </a:lnTo>
                    <a:lnTo>
                      <a:pt x="113" y="821"/>
                    </a:lnTo>
                    <a:lnTo>
                      <a:pt x="825" y="113"/>
                    </a:lnTo>
                    <a:lnTo>
                      <a:pt x="71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4"/>
              <p:cNvSpPr/>
              <p:nvPr/>
            </p:nvSpPr>
            <p:spPr>
              <a:xfrm>
                <a:off x="5989375" y="1843575"/>
                <a:ext cx="20650" cy="20550"/>
              </a:xfrm>
              <a:custGeom>
                <a:rect b="b" l="l" r="r" t="t"/>
                <a:pathLst>
                  <a:path extrusionOk="0" h="822" w="826">
                    <a:moveTo>
                      <a:pt x="117" y="0"/>
                    </a:moveTo>
                    <a:lnTo>
                      <a:pt x="1" y="113"/>
                    </a:lnTo>
                    <a:lnTo>
                      <a:pt x="713" y="821"/>
                    </a:lnTo>
                    <a:lnTo>
                      <a:pt x="825" y="709"/>
                    </a:lnTo>
                    <a:lnTo>
                      <a:pt x="11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4"/>
              <p:cNvSpPr/>
              <p:nvPr/>
            </p:nvSpPr>
            <p:spPr>
              <a:xfrm>
                <a:off x="6105350" y="1890600"/>
                <a:ext cx="20550" cy="20650"/>
              </a:xfrm>
              <a:custGeom>
                <a:rect b="b" l="l" r="r" t="t"/>
                <a:pathLst>
                  <a:path extrusionOk="0" h="826" w="822">
                    <a:moveTo>
                      <a:pt x="709" y="1"/>
                    </a:moveTo>
                    <a:lnTo>
                      <a:pt x="1" y="713"/>
                    </a:lnTo>
                    <a:lnTo>
                      <a:pt x="113" y="825"/>
                    </a:lnTo>
                    <a:lnTo>
                      <a:pt x="821" y="113"/>
                    </a:lnTo>
                    <a:lnTo>
                      <a:pt x="70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4"/>
              <p:cNvSpPr/>
              <p:nvPr/>
            </p:nvSpPr>
            <p:spPr>
              <a:xfrm>
                <a:off x="6105350" y="1890600"/>
                <a:ext cx="20550" cy="20650"/>
              </a:xfrm>
              <a:custGeom>
                <a:rect b="b" l="l" r="r" t="t"/>
                <a:pathLst>
                  <a:path extrusionOk="0" h="826" w="822">
                    <a:moveTo>
                      <a:pt x="113" y="1"/>
                    </a:moveTo>
                    <a:lnTo>
                      <a:pt x="1" y="113"/>
                    </a:lnTo>
                    <a:lnTo>
                      <a:pt x="709" y="825"/>
                    </a:lnTo>
                    <a:lnTo>
                      <a:pt x="821" y="709"/>
                    </a:lnTo>
                    <a:lnTo>
                      <a:pt x="1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4"/>
              <p:cNvSpPr/>
              <p:nvPr/>
            </p:nvSpPr>
            <p:spPr>
              <a:xfrm>
                <a:off x="6047525" y="1890600"/>
                <a:ext cx="20625" cy="20650"/>
              </a:xfrm>
              <a:custGeom>
                <a:rect b="b" l="l" r="r" t="t"/>
                <a:pathLst>
                  <a:path extrusionOk="0" h="826" w="825">
                    <a:moveTo>
                      <a:pt x="713" y="1"/>
                    </a:moveTo>
                    <a:lnTo>
                      <a:pt x="0" y="709"/>
                    </a:lnTo>
                    <a:lnTo>
                      <a:pt x="116" y="825"/>
                    </a:lnTo>
                    <a:lnTo>
                      <a:pt x="825" y="113"/>
                    </a:lnTo>
                    <a:lnTo>
                      <a:pt x="7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4"/>
              <p:cNvSpPr/>
              <p:nvPr/>
            </p:nvSpPr>
            <p:spPr>
              <a:xfrm>
                <a:off x="6047525" y="1890600"/>
                <a:ext cx="20625" cy="20650"/>
              </a:xfrm>
              <a:custGeom>
                <a:rect b="b" l="l" r="r" t="t"/>
                <a:pathLst>
                  <a:path extrusionOk="0" h="826" w="825">
                    <a:moveTo>
                      <a:pt x="112" y="1"/>
                    </a:moveTo>
                    <a:lnTo>
                      <a:pt x="0" y="113"/>
                    </a:lnTo>
                    <a:lnTo>
                      <a:pt x="713" y="825"/>
                    </a:lnTo>
                    <a:lnTo>
                      <a:pt x="825" y="70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2_2_1">
    <p:spTree>
      <p:nvGrpSpPr>
        <p:cNvPr id="423" name="Shape 423"/>
        <p:cNvGrpSpPr/>
        <p:nvPr/>
      </p:nvGrpSpPr>
      <p:grpSpPr>
        <a:xfrm>
          <a:off x="0" y="0"/>
          <a:ext cx="0" cy="0"/>
          <a:chOff x="0" y="0"/>
          <a:chExt cx="0" cy="0"/>
        </a:xfrm>
      </p:grpSpPr>
      <p:grpSp>
        <p:nvGrpSpPr>
          <p:cNvPr id="424" name="Google Shape;424;p15"/>
          <p:cNvGrpSpPr/>
          <p:nvPr/>
        </p:nvGrpSpPr>
        <p:grpSpPr>
          <a:xfrm>
            <a:off x="-655997" y="3837819"/>
            <a:ext cx="4859943" cy="2698431"/>
            <a:chOff x="-788304" y="3837819"/>
            <a:chExt cx="4859943" cy="2698431"/>
          </a:xfrm>
        </p:grpSpPr>
        <p:sp>
          <p:nvSpPr>
            <p:cNvPr id="425" name="Google Shape;425;p15"/>
            <p:cNvSpPr/>
            <p:nvPr/>
          </p:nvSpPr>
          <p:spPr>
            <a:xfrm flipH="1">
              <a:off x="-788304" y="4174967"/>
              <a:ext cx="2494083" cy="1471900"/>
            </a:xfrm>
            <a:custGeom>
              <a:rect b="b" l="l" r="r" t="t"/>
              <a:pathLst>
                <a:path extrusionOk="0" h="13154" w="22289">
                  <a:moveTo>
                    <a:pt x="14063" y="0"/>
                  </a:moveTo>
                  <a:lnTo>
                    <a:pt x="11521" y="2542"/>
                  </a:lnTo>
                  <a:lnTo>
                    <a:pt x="10616" y="2542"/>
                  </a:lnTo>
                  <a:lnTo>
                    <a:pt x="1" y="13154"/>
                  </a:lnTo>
                  <a:lnTo>
                    <a:pt x="5249" y="13154"/>
                  </a:lnTo>
                  <a:lnTo>
                    <a:pt x="9572" y="8831"/>
                  </a:lnTo>
                  <a:lnTo>
                    <a:pt x="13515" y="8831"/>
                  </a:lnTo>
                  <a:lnTo>
                    <a:pt x="22289" y="52"/>
                  </a:lnTo>
                  <a:lnTo>
                    <a:pt x="1406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6" name="Google Shape;426;p15"/>
            <p:cNvGrpSpPr/>
            <p:nvPr/>
          </p:nvGrpSpPr>
          <p:grpSpPr>
            <a:xfrm flipH="1">
              <a:off x="1320304" y="4461358"/>
              <a:ext cx="647437" cy="321825"/>
              <a:chOff x="7990044" y="3252744"/>
              <a:chExt cx="516874" cy="256925"/>
            </a:xfrm>
          </p:grpSpPr>
          <p:sp>
            <p:nvSpPr>
              <p:cNvPr id="427" name="Google Shape;427;p15"/>
              <p:cNvSpPr/>
              <p:nvPr/>
            </p:nvSpPr>
            <p:spPr>
              <a:xfrm>
                <a:off x="8208922" y="3431894"/>
                <a:ext cx="78111" cy="77775"/>
              </a:xfrm>
              <a:custGeom>
                <a:rect b="b" l="l" r="r" t="t"/>
                <a:pathLst>
                  <a:path extrusionOk="0" h="926" w="930">
                    <a:moveTo>
                      <a:pt x="129" y="1"/>
                    </a:moveTo>
                    <a:lnTo>
                      <a:pt x="1" y="125"/>
                    </a:lnTo>
                    <a:lnTo>
                      <a:pt x="801" y="926"/>
                    </a:lnTo>
                    <a:lnTo>
                      <a:pt x="929" y="798"/>
                    </a:lnTo>
                    <a:lnTo>
                      <a:pt x="12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5"/>
              <p:cNvSpPr/>
              <p:nvPr/>
            </p:nvSpPr>
            <p:spPr>
              <a:xfrm>
                <a:off x="8208922" y="3431558"/>
                <a:ext cx="77775" cy="77775"/>
              </a:xfrm>
              <a:custGeom>
                <a:rect b="b" l="l" r="r" t="t"/>
                <a:pathLst>
                  <a:path extrusionOk="0" h="926" w="926">
                    <a:moveTo>
                      <a:pt x="801" y="1"/>
                    </a:moveTo>
                    <a:lnTo>
                      <a:pt x="1" y="798"/>
                    </a:lnTo>
                    <a:lnTo>
                      <a:pt x="125" y="926"/>
                    </a:lnTo>
                    <a:lnTo>
                      <a:pt x="925" y="125"/>
                    </a:lnTo>
                    <a:lnTo>
                      <a:pt x="80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5"/>
              <p:cNvSpPr/>
              <p:nvPr/>
            </p:nvSpPr>
            <p:spPr>
              <a:xfrm>
                <a:off x="7990044" y="3431894"/>
                <a:ext cx="78111" cy="77775"/>
              </a:xfrm>
              <a:custGeom>
                <a:rect b="b" l="l" r="r" t="t"/>
                <a:pathLst>
                  <a:path extrusionOk="0" h="926" w="930">
                    <a:moveTo>
                      <a:pt x="129" y="1"/>
                    </a:moveTo>
                    <a:lnTo>
                      <a:pt x="1" y="125"/>
                    </a:lnTo>
                    <a:lnTo>
                      <a:pt x="801" y="926"/>
                    </a:lnTo>
                    <a:lnTo>
                      <a:pt x="930" y="798"/>
                    </a:lnTo>
                    <a:lnTo>
                      <a:pt x="12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5"/>
              <p:cNvSpPr/>
              <p:nvPr/>
            </p:nvSpPr>
            <p:spPr>
              <a:xfrm>
                <a:off x="7990044" y="3431558"/>
                <a:ext cx="77775" cy="77775"/>
              </a:xfrm>
              <a:custGeom>
                <a:rect b="b" l="l" r="r" t="t"/>
                <a:pathLst>
                  <a:path extrusionOk="0" h="926" w="926">
                    <a:moveTo>
                      <a:pt x="801" y="1"/>
                    </a:moveTo>
                    <a:lnTo>
                      <a:pt x="1" y="798"/>
                    </a:lnTo>
                    <a:lnTo>
                      <a:pt x="129" y="926"/>
                    </a:lnTo>
                    <a:lnTo>
                      <a:pt x="926" y="125"/>
                    </a:lnTo>
                    <a:lnTo>
                      <a:pt x="80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5"/>
              <p:cNvSpPr/>
              <p:nvPr/>
            </p:nvSpPr>
            <p:spPr>
              <a:xfrm>
                <a:off x="8428808" y="3252744"/>
                <a:ext cx="78111" cy="78111"/>
              </a:xfrm>
              <a:custGeom>
                <a:rect b="b" l="l" r="r" t="t"/>
                <a:pathLst>
                  <a:path extrusionOk="0" h="930" w="930">
                    <a:moveTo>
                      <a:pt x="129" y="0"/>
                    </a:moveTo>
                    <a:lnTo>
                      <a:pt x="1" y="129"/>
                    </a:lnTo>
                    <a:lnTo>
                      <a:pt x="801" y="929"/>
                    </a:lnTo>
                    <a:lnTo>
                      <a:pt x="929" y="801"/>
                    </a:lnTo>
                    <a:lnTo>
                      <a:pt x="12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5"/>
              <p:cNvSpPr/>
              <p:nvPr/>
            </p:nvSpPr>
            <p:spPr>
              <a:xfrm>
                <a:off x="8429144" y="3253080"/>
                <a:ext cx="77775" cy="78111"/>
              </a:xfrm>
              <a:custGeom>
                <a:rect b="b" l="l" r="r" t="t"/>
                <a:pathLst>
                  <a:path extrusionOk="0" h="930" w="926">
                    <a:moveTo>
                      <a:pt x="797" y="0"/>
                    </a:moveTo>
                    <a:lnTo>
                      <a:pt x="1" y="801"/>
                    </a:lnTo>
                    <a:lnTo>
                      <a:pt x="125" y="929"/>
                    </a:lnTo>
                    <a:lnTo>
                      <a:pt x="925" y="129"/>
                    </a:lnTo>
                    <a:lnTo>
                      <a:pt x="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5"/>
              <p:cNvSpPr/>
              <p:nvPr/>
            </p:nvSpPr>
            <p:spPr>
              <a:xfrm>
                <a:off x="8209930" y="3252744"/>
                <a:ext cx="78111" cy="78111"/>
              </a:xfrm>
              <a:custGeom>
                <a:rect b="b" l="l" r="r" t="t"/>
                <a:pathLst>
                  <a:path extrusionOk="0" h="930" w="930">
                    <a:moveTo>
                      <a:pt x="129" y="0"/>
                    </a:moveTo>
                    <a:lnTo>
                      <a:pt x="1" y="129"/>
                    </a:lnTo>
                    <a:lnTo>
                      <a:pt x="801" y="929"/>
                    </a:lnTo>
                    <a:lnTo>
                      <a:pt x="929" y="801"/>
                    </a:lnTo>
                    <a:lnTo>
                      <a:pt x="12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5"/>
              <p:cNvSpPr/>
              <p:nvPr/>
            </p:nvSpPr>
            <p:spPr>
              <a:xfrm>
                <a:off x="8210266" y="3253080"/>
                <a:ext cx="77775" cy="78111"/>
              </a:xfrm>
              <a:custGeom>
                <a:rect b="b" l="l" r="r" t="t"/>
                <a:pathLst>
                  <a:path extrusionOk="0" h="930" w="926">
                    <a:moveTo>
                      <a:pt x="801" y="0"/>
                    </a:moveTo>
                    <a:lnTo>
                      <a:pt x="1" y="801"/>
                    </a:lnTo>
                    <a:lnTo>
                      <a:pt x="125" y="929"/>
                    </a:lnTo>
                    <a:lnTo>
                      <a:pt x="925" y="129"/>
                    </a:lnTo>
                    <a:lnTo>
                      <a:pt x="8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5" name="Google Shape;435;p15"/>
            <p:cNvGrpSpPr/>
            <p:nvPr/>
          </p:nvGrpSpPr>
          <p:grpSpPr>
            <a:xfrm rot="5400000">
              <a:off x="813121" y="3277732"/>
              <a:ext cx="2698431" cy="3818605"/>
              <a:chOff x="7726148" y="777978"/>
              <a:chExt cx="2698431" cy="3818605"/>
            </a:xfrm>
          </p:grpSpPr>
          <p:sp>
            <p:nvSpPr>
              <p:cNvPr id="436" name="Google Shape;436;p15"/>
              <p:cNvSpPr/>
              <p:nvPr/>
            </p:nvSpPr>
            <p:spPr>
              <a:xfrm>
                <a:off x="7726148" y="4468667"/>
                <a:ext cx="148998" cy="127917"/>
              </a:xfrm>
              <a:custGeom>
                <a:rect b="b" l="l" r="r" t="t"/>
                <a:pathLst>
                  <a:path extrusionOk="0" h="1523" w="1774">
                    <a:moveTo>
                      <a:pt x="757" y="406"/>
                    </a:moveTo>
                    <a:cubicBezTo>
                      <a:pt x="1077" y="406"/>
                      <a:pt x="1238" y="790"/>
                      <a:pt x="1009" y="1014"/>
                    </a:cubicBezTo>
                    <a:cubicBezTo>
                      <a:pt x="937" y="1087"/>
                      <a:pt x="847" y="1120"/>
                      <a:pt x="759" y="1120"/>
                    </a:cubicBezTo>
                    <a:cubicBezTo>
                      <a:pt x="576" y="1120"/>
                      <a:pt x="401" y="978"/>
                      <a:pt x="401" y="762"/>
                    </a:cubicBezTo>
                    <a:cubicBezTo>
                      <a:pt x="401" y="566"/>
                      <a:pt x="561" y="406"/>
                      <a:pt x="757" y="406"/>
                    </a:cubicBezTo>
                    <a:close/>
                    <a:moveTo>
                      <a:pt x="764" y="1"/>
                    </a:moveTo>
                    <a:cubicBezTo>
                      <a:pt x="374" y="1"/>
                      <a:pt x="1" y="305"/>
                      <a:pt x="1" y="762"/>
                    </a:cubicBezTo>
                    <a:cubicBezTo>
                      <a:pt x="1" y="1182"/>
                      <a:pt x="337" y="1519"/>
                      <a:pt x="757" y="1523"/>
                    </a:cubicBezTo>
                    <a:cubicBezTo>
                      <a:pt x="1434" y="1523"/>
                      <a:pt x="1774" y="702"/>
                      <a:pt x="1294" y="226"/>
                    </a:cubicBezTo>
                    <a:cubicBezTo>
                      <a:pt x="1139" y="70"/>
                      <a:pt x="950" y="1"/>
                      <a:pt x="76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5"/>
              <p:cNvSpPr/>
              <p:nvPr/>
            </p:nvSpPr>
            <p:spPr>
              <a:xfrm>
                <a:off x="9887546" y="2617023"/>
                <a:ext cx="520234" cy="519814"/>
              </a:xfrm>
              <a:custGeom>
                <a:rect b="b" l="l" r="r" t="t"/>
                <a:pathLst>
                  <a:path extrusionOk="0" h="6189" w="6194">
                    <a:moveTo>
                      <a:pt x="4428" y="0"/>
                    </a:moveTo>
                    <a:lnTo>
                      <a:pt x="2214" y="2214"/>
                    </a:lnTo>
                    <a:lnTo>
                      <a:pt x="1" y="4427"/>
                    </a:lnTo>
                    <a:lnTo>
                      <a:pt x="1" y="6188"/>
                    </a:lnTo>
                    <a:lnTo>
                      <a:pt x="3095" y="3094"/>
                    </a:lnTo>
                    <a:lnTo>
                      <a:pt x="619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5"/>
              <p:cNvSpPr/>
              <p:nvPr/>
            </p:nvSpPr>
            <p:spPr>
              <a:xfrm>
                <a:off x="7813245" y="777978"/>
                <a:ext cx="2611333" cy="3736295"/>
              </a:xfrm>
              <a:custGeom>
                <a:rect b="b" l="l" r="r" t="t"/>
                <a:pathLst>
                  <a:path extrusionOk="0" h="44485" w="31091">
                    <a:moveTo>
                      <a:pt x="28921" y="1"/>
                    </a:moveTo>
                    <a:lnTo>
                      <a:pt x="23577" y="5344"/>
                    </a:lnTo>
                    <a:lnTo>
                      <a:pt x="23577" y="11525"/>
                    </a:lnTo>
                    <a:lnTo>
                      <a:pt x="30686" y="18638"/>
                    </a:lnTo>
                    <a:lnTo>
                      <a:pt x="30686" y="21984"/>
                    </a:lnTo>
                    <a:lnTo>
                      <a:pt x="19218" y="33456"/>
                    </a:lnTo>
                    <a:lnTo>
                      <a:pt x="10744" y="33456"/>
                    </a:lnTo>
                    <a:lnTo>
                      <a:pt x="10688" y="33512"/>
                    </a:lnTo>
                    <a:lnTo>
                      <a:pt x="0" y="44200"/>
                    </a:lnTo>
                    <a:lnTo>
                      <a:pt x="285" y="44484"/>
                    </a:lnTo>
                    <a:lnTo>
                      <a:pt x="10912" y="33857"/>
                    </a:lnTo>
                    <a:lnTo>
                      <a:pt x="19382" y="33857"/>
                    </a:lnTo>
                    <a:lnTo>
                      <a:pt x="19442" y="33797"/>
                    </a:lnTo>
                    <a:lnTo>
                      <a:pt x="31090" y="22148"/>
                    </a:lnTo>
                    <a:lnTo>
                      <a:pt x="31090" y="18474"/>
                    </a:lnTo>
                    <a:lnTo>
                      <a:pt x="23977" y="11361"/>
                    </a:lnTo>
                    <a:lnTo>
                      <a:pt x="23977" y="5509"/>
                    </a:lnTo>
                    <a:lnTo>
                      <a:pt x="29205" y="285"/>
                    </a:lnTo>
                    <a:lnTo>
                      <a:pt x="2892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39" name="Google Shape;439;p15"/>
          <p:cNvGrpSpPr/>
          <p:nvPr/>
        </p:nvGrpSpPr>
        <p:grpSpPr>
          <a:xfrm flipH="1">
            <a:off x="5745066" y="-1801575"/>
            <a:ext cx="4054931" cy="3690696"/>
            <a:chOff x="-626842" y="-1801575"/>
            <a:chExt cx="4054931" cy="3690696"/>
          </a:xfrm>
        </p:grpSpPr>
        <p:sp>
          <p:nvSpPr>
            <p:cNvPr id="440" name="Google Shape;440;p15"/>
            <p:cNvSpPr/>
            <p:nvPr/>
          </p:nvSpPr>
          <p:spPr>
            <a:xfrm>
              <a:off x="-626842" y="-190870"/>
              <a:ext cx="2698418" cy="1592456"/>
            </a:xfrm>
            <a:custGeom>
              <a:rect b="b" l="l" r="r" t="t"/>
              <a:pathLst>
                <a:path extrusionOk="0" h="13154" w="22289">
                  <a:moveTo>
                    <a:pt x="14063" y="0"/>
                  </a:moveTo>
                  <a:lnTo>
                    <a:pt x="11521" y="2542"/>
                  </a:lnTo>
                  <a:lnTo>
                    <a:pt x="10616" y="2542"/>
                  </a:lnTo>
                  <a:lnTo>
                    <a:pt x="1" y="13154"/>
                  </a:lnTo>
                  <a:lnTo>
                    <a:pt x="5249" y="13154"/>
                  </a:lnTo>
                  <a:lnTo>
                    <a:pt x="9572" y="8831"/>
                  </a:lnTo>
                  <a:lnTo>
                    <a:pt x="13515" y="8831"/>
                  </a:lnTo>
                  <a:lnTo>
                    <a:pt x="22289" y="52"/>
                  </a:lnTo>
                  <a:lnTo>
                    <a:pt x="1406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1" name="Google Shape;441;p15"/>
            <p:cNvGrpSpPr/>
            <p:nvPr/>
          </p:nvGrpSpPr>
          <p:grpSpPr>
            <a:xfrm rot="10800000">
              <a:off x="388735" y="-1801575"/>
              <a:ext cx="3039353" cy="3203144"/>
              <a:chOff x="7797455" y="1505164"/>
              <a:chExt cx="3773251" cy="3976591"/>
            </a:xfrm>
          </p:grpSpPr>
          <p:sp>
            <p:nvSpPr>
              <p:cNvPr id="442" name="Google Shape;442;p15"/>
              <p:cNvSpPr/>
              <p:nvPr/>
            </p:nvSpPr>
            <p:spPr>
              <a:xfrm>
                <a:off x="8507171" y="4423732"/>
                <a:ext cx="375603" cy="375939"/>
              </a:xfrm>
              <a:custGeom>
                <a:rect b="b" l="l" r="r" t="t"/>
                <a:pathLst>
                  <a:path extrusionOk="0" h="4476" w="4472">
                    <a:moveTo>
                      <a:pt x="4471" y="0"/>
                    </a:moveTo>
                    <a:lnTo>
                      <a:pt x="2234" y="2238"/>
                    </a:lnTo>
                    <a:lnTo>
                      <a:pt x="0" y="4475"/>
                    </a:lnTo>
                    <a:lnTo>
                      <a:pt x="1273" y="4475"/>
                    </a:lnTo>
                    <a:lnTo>
                      <a:pt x="2870" y="2874"/>
                    </a:lnTo>
                    <a:lnTo>
                      <a:pt x="4471" y="1273"/>
                    </a:lnTo>
                    <a:lnTo>
                      <a:pt x="447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5"/>
              <p:cNvSpPr/>
              <p:nvPr/>
            </p:nvSpPr>
            <p:spPr>
              <a:xfrm>
                <a:off x="7797455" y="5326373"/>
                <a:ext cx="181250" cy="155382"/>
              </a:xfrm>
              <a:custGeom>
                <a:rect b="b" l="l" r="r" t="t"/>
                <a:pathLst>
                  <a:path extrusionOk="0" h="1850" w="2158">
                    <a:moveTo>
                      <a:pt x="1231" y="488"/>
                    </a:moveTo>
                    <a:cubicBezTo>
                      <a:pt x="1455" y="488"/>
                      <a:pt x="1669" y="663"/>
                      <a:pt x="1669" y="925"/>
                    </a:cubicBezTo>
                    <a:cubicBezTo>
                      <a:pt x="1669" y="1166"/>
                      <a:pt x="1473" y="1362"/>
                      <a:pt x="1233" y="1362"/>
                    </a:cubicBezTo>
                    <a:cubicBezTo>
                      <a:pt x="845" y="1358"/>
                      <a:pt x="653" y="889"/>
                      <a:pt x="925" y="617"/>
                    </a:cubicBezTo>
                    <a:cubicBezTo>
                      <a:pt x="1014" y="528"/>
                      <a:pt x="1124" y="488"/>
                      <a:pt x="1231" y="488"/>
                    </a:cubicBezTo>
                    <a:close/>
                    <a:moveTo>
                      <a:pt x="1233" y="1"/>
                    </a:moveTo>
                    <a:cubicBezTo>
                      <a:pt x="413" y="1"/>
                      <a:pt x="0" y="998"/>
                      <a:pt x="581" y="1578"/>
                    </a:cubicBezTo>
                    <a:cubicBezTo>
                      <a:pt x="768" y="1765"/>
                      <a:pt x="999" y="1849"/>
                      <a:pt x="1226" y="1849"/>
                    </a:cubicBezTo>
                    <a:cubicBezTo>
                      <a:pt x="1701" y="1849"/>
                      <a:pt x="2158" y="1481"/>
                      <a:pt x="2158" y="925"/>
                    </a:cubicBezTo>
                    <a:cubicBezTo>
                      <a:pt x="2158" y="413"/>
                      <a:pt x="1746" y="1"/>
                      <a:pt x="123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5"/>
              <p:cNvSpPr/>
              <p:nvPr/>
            </p:nvSpPr>
            <p:spPr>
              <a:xfrm>
                <a:off x="11389036" y="1505164"/>
                <a:ext cx="181670" cy="155382"/>
              </a:xfrm>
              <a:custGeom>
                <a:rect b="b" l="l" r="r" t="t"/>
                <a:pathLst>
                  <a:path extrusionOk="0" h="1850" w="2163">
                    <a:moveTo>
                      <a:pt x="1233" y="488"/>
                    </a:moveTo>
                    <a:cubicBezTo>
                      <a:pt x="1457" y="488"/>
                      <a:pt x="1674" y="663"/>
                      <a:pt x="1674" y="925"/>
                    </a:cubicBezTo>
                    <a:cubicBezTo>
                      <a:pt x="1674" y="1166"/>
                      <a:pt x="1478" y="1358"/>
                      <a:pt x="1237" y="1362"/>
                    </a:cubicBezTo>
                    <a:cubicBezTo>
                      <a:pt x="849" y="1362"/>
                      <a:pt x="653" y="889"/>
                      <a:pt x="929" y="617"/>
                    </a:cubicBezTo>
                    <a:cubicBezTo>
                      <a:pt x="1017" y="528"/>
                      <a:pt x="1126" y="488"/>
                      <a:pt x="1233" y="488"/>
                    </a:cubicBezTo>
                    <a:close/>
                    <a:moveTo>
                      <a:pt x="1237" y="1"/>
                    </a:moveTo>
                    <a:cubicBezTo>
                      <a:pt x="413" y="1"/>
                      <a:pt x="1" y="998"/>
                      <a:pt x="585" y="1578"/>
                    </a:cubicBezTo>
                    <a:cubicBezTo>
                      <a:pt x="772" y="1765"/>
                      <a:pt x="1003" y="1849"/>
                      <a:pt x="1230" y="1849"/>
                    </a:cubicBezTo>
                    <a:cubicBezTo>
                      <a:pt x="1705" y="1849"/>
                      <a:pt x="2162" y="1481"/>
                      <a:pt x="2162" y="925"/>
                    </a:cubicBezTo>
                    <a:cubicBezTo>
                      <a:pt x="2162" y="413"/>
                      <a:pt x="1746" y="1"/>
                      <a:pt x="12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5"/>
              <p:cNvSpPr/>
              <p:nvPr/>
            </p:nvSpPr>
            <p:spPr>
              <a:xfrm>
                <a:off x="7919157" y="1639968"/>
                <a:ext cx="3594352" cy="3738983"/>
              </a:xfrm>
              <a:custGeom>
                <a:rect b="b" l="l" r="r" t="t"/>
                <a:pathLst>
                  <a:path extrusionOk="0" h="44517" w="42795">
                    <a:moveTo>
                      <a:pt x="42306" y="1"/>
                    </a:moveTo>
                    <a:lnTo>
                      <a:pt x="42306" y="12025"/>
                    </a:lnTo>
                    <a:lnTo>
                      <a:pt x="23925" y="30406"/>
                    </a:lnTo>
                    <a:lnTo>
                      <a:pt x="13762" y="30406"/>
                    </a:lnTo>
                    <a:lnTo>
                      <a:pt x="13690" y="30478"/>
                    </a:lnTo>
                    <a:lnTo>
                      <a:pt x="0" y="44172"/>
                    </a:lnTo>
                    <a:lnTo>
                      <a:pt x="345" y="44516"/>
                    </a:lnTo>
                    <a:lnTo>
                      <a:pt x="13966" y="30895"/>
                    </a:lnTo>
                    <a:lnTo>
                      <a:pt x="24125" y="30895"/>
                    </a:lnTo>
                    <a:lnTo>
                      <a:pt x="24197" y="30823"/>
                    </a:lnTo>
                    <a:lnTo>
                      <a:pt x="42795" y="12230"/>
                    </a:lnTo>
                    <a:lnTo>
                      <a:pt x="4279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6" name="Google Shape;446;p15"/>
            <p:cNvGrpSpPr/>
            <p:nvPr/>
          </p:nvGrpSpPr>
          <p:grpSpPr>
            <a:xfrm>
              <a:off x="331330" y="1630180"/>
              <a:ext cx="258605" cy="258941"/>
              <a:chOff x="8925357" y="2817675"/>
              <a:chExt cx="258605" cy="258941"/>
            </a:xfrm>
          </p:grpSpPr>
          <p:sp>
            <p:nvSpPr>
              <p:cNvPr id="447" name="Google Shape;447;p15"/>
              <p:cNvSpPr/>
              <p:nvPr/>
            </p:nvSpPr>
            <p:spPr>
              <a:xfrm>
                <a:off x="9033956" y="2817675"/>
                <a:ext cx="41155" cy="258941"/>
              </a:xfrm>
              <a:custGeom>
                <a:rect b="b" l="l" r="r" t="t"/>
                <a:pathLst>
                  <a:path extrusionOk="0" h="3083" w="490">
                    <a:moveTo>
                      <a:pt x="1" y="1"/>
                    </a:moveTo>
                    <a:lnTo>
                      <a:pt x="1" y="3083"/>
                    </a:lnTo>
                    <a:lnTo>
                      <a:pt x="489" y="3083"/>
                    </a:lnTo>
                    <a:lnTo>
                      <a:pt x="48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5"/>
              <p:cNvSpPr/>
              <p:nvPr/>
            </p:nvSpPr>
            <p:spPr>
              <a:xfrm>
                <a:off x="8925357" y="2926610"/>
                <a:ext cx="258605" cy="41155"/>
              </a:xfrm>
              <a:custGeom>
                <a:rect b="b" l="l" r="r" t="t"/>
                <a:pathLst>
                  <a:path extrusionOk="0" h="490" w="3079">
                    <a:moveTo>
                      <a:pt x="1" y="1"/>
                    </a:moveTo>
                    <a:lnTo>
                      <a:pt x="1" y="489"/>
                    </a:lnTo>
                    <a:lnTo>
                      <a:pt x="3079" y="489"/>
                    </a:lnTo>
                    <a:lnTo>
                      <a:pt x="307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49" name="Google Shape;449;p15"/>
          <p:cNvSpPr txBox="1"/>
          <p:nvPr>
            <p:ph hasCustomPrompt="1" type="title"/>
          </p:nvPr>
        </p:nvSpPr>
        <p:spPr>
          <a:xfrm>
            <a:off x="1478734" y="2019699"/>
            <a:ext cx="8859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000"/>
              <a:buNone/>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450" name="Google Shape;450;p15"/>
          <p:cNvSpPr txBox="1"/>
          <p:nvPr>
            <p:ph idx="1" type="subTitle"/>
          </p:nvPr>
        </p:nvSpPr>
        <p:spPr>
          <a:xfrm>
            <a:off x="777784" y="2601579"/>
            <a:ext cx="2287800" cy="37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451" name="Google Shape;451;p15"/>
          <p:cNvSpPr txBox="1"/>
          <p:nvPr>
            <p:ph idx="2" type="subTitle"/>
          </p:nvPr>
        </p:nvSpPr>
        <p:spPr>
          <a:xfrm>
            <a:off x="777784" y="2972979"/>
            <a:ext cx="2287800" cy="888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452" name="Google Shape;452;p15"/>
          <p:cNvSpPr txBox="1"/>
          <p:nvPr>
            <p:ph hasCustomPrompt="1" idx="3" type="title"/>
          </p:nvPr>
        </p:nvSpPr>
        <p:spPr>
          <a:xfrm>
            <a:off x="4129048" y="2019699"/>
            <a:ext cx="8859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000"/>
              <a:buNone/>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453" name="Google Shape;453;p15"/>
          <p:cNvSpPr txBox="1"/>
          <p:nvPr>
            <p:ph idx="4" type="subTitle"/>
          </p:nvPr>
        </p:nvSpPr>
        <p:spPr>
          <a:xfrm>
            <a:off x="3428103" y="2601579"/>
            <a:ext cx="2287800" cy="37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454" name="Google Shape;454;p15"/>
          <p:cNvSpPr txBox="1"/>
          <p:nvPr>
            <p:ph idx="5" type="subTitle"/>
          </p:nvPr>
        </p:nvSpPr>
        <p:spPr>
          <a:xfrm>
            <a:off x="3428103" y="2972979"/>
            <a:ext cx="2287800" cy="888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455" name="Google Shape;455;p15"/>
          <p:cNvSpPr txBox="1"/>
          <p:nvPr>
            <p:ph hasCustomPrompt="1" idx="6" type="title"/>
          </p:nvPr>
        </p:nvSpPr>
        <p:spPr>
          <a:xfrm>
            <a:off x="6779363" y="2019699"/>
            <a:ext cx="8859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000"/>
              <a:buNone/>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456" name="Google Shape;456;p15"/>
          <p:cNvSpPr txBox="1"/>
          <p:nvPr>
            <p:ph idx="7" type="subTitle"/>
          </p:nvPr>
        </p:nvSpPr>
        <p:spPr>
          <a:xfrm>
            <a:off x="6078416" y="2601579"/>
            <a:ext cx="2287800" cy="37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457" name="Google Shape;457;p15"/>
          <p:cNvSpPr txBox="1"/>
          <p:nvPr>
            <p:ph idx="8" type="subTitle"/>
          </p:nvPr>
        </p:nvSpPr>
        <p:spPr>
          <a:xfrm>
            <a:off x="6078416" y="2972979"/>
            <a:ext cx="2287800" cy="888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458" name="Google Shape;458;p15"/>
          <p:cNvSpPr txBox="1"/>
          <p:nvPr>
            <p:ph idx="9"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spcBef>
                <a:spcPts val="0"/>
              </a:spcBef>
              <a:spcAft>
                <a:spcPts val="0"/>
              </a:spcAft>
              <a:buClr>
                <a:schemeClr val="dk2"/>
              </a:buClr>
              <a:buSzPts val="3000"/>
              <a:buFont typeface="Fredoka One"/>
              <a:buNone/>
              <a:defRPr/>
            </a:lvl1pPr>
            <a:lvl2pPr lvl="1"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2pPr>
            <a:lvl3pPr lvl="2"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3pPr>
            <a:lvl4pPr lvl="3"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4pPr>
            <a:lvl5pPr lvl="4"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5pPr>
            <a:lvl6pPr lvl="5"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6pPr>
            <a:lvl7pPr lvl="6"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7pPr>
            <a:lvl8pPr lvl="7"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8pPr>
            <a:lvl9pPr lvl="8"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3_1_4_2">
    <p:spTree>
      <p:nvGrpSpPr>
        <p:cNvPr id="459" name="Shape 459"/>
        <p:cNvGrpSpPr/>
        <p:nvPr/>
      </p:nvGrpSpPr>
      <p:grpSpPr>
        <a:xfrm>
          <a:off x="0" y="0"/>
          <a:ext cx="0" cy="0"/>
          <a:chOff x="0" y="0"/>
          <a:chExt cx="0" cy="0"/>
        </a:xfrm>
      </p:grpSpPr>
      <p:grpSp>
        <p:nvGrpSpPr>
          <p:cNvPr id="460" name="Google Shape;460;p16"/>
          <p:cNvGrpSpPr/>
          <p:nvPr/>
        </p:nvGrpSpPr>
        <p:grpSpPr>
          <a:xfrm>
            <a:off x="-1296571" y="-620648"/>
            <a:ext cx="3482238" cy="4516379"/>
            <a:chOff x="-1296571" y="-620648"/>
            <a:chExt cx="3482238" cy="4516379"/>
          </a:xfrm>
        </p:grpSpPr>
        <p:sp>
          <p:nvSpPr>
            <p:cNvPr id="461" name="Google Shape;461;p16"/>
            <p:cNvSpPr/>
            <p:nvPr/>
          </p:nvSpPr>
          <p:spPr>
            <a:xfrm>
              <a:off x="-1296571" y="0"/>
              <a:ext cx="3031826" cy="2004580"/>
            </a:xfrm>
            <a:custGeom>
              <a:rect b="b" l="l" r="r" t="t"/>
              <a:pathLst>
                <a:path extrusionOk="0" h="15904" w="24054">
                  <a:moveTo>
                    <a:pt x="17228" y="0"/>
                  </a:moveTo>
                  <a:lnTo>
                    <a:pt x="9955" y="7274"/>
                  </a:lnTo>
                  <a:lnTo>
                    <a:pt x="6725" y="7274"/>
                  </a:lnTo>
                  <a:lnTo>
                    <a:pt x="2610" y="11384"/>
                  </a:lnTo>
                  <a:lnTo>
                    <a:pt x="2610" y="13298"/>
                  </a:lnTo>
                  <a:lnTo>
                    <a:pt x="0" y="15904"/>
                  </a:lnTo>
                  <a:lnTo>
                    <a:pt x="7093" y="15904"/>
                  </a:lnTo>
                  <a:lnTo>
                    <a:pt x="12993" y="10003"/>
                  </a:lnTo>
                  <a:lnTo>
                    <a:pt x="15207" y="10003"/>
                  </a:lnTo>
                  <a:lnTo>
                    <a:pt x="19494" y="5716"/>
                  </a:lnTo>
                  <a:lnTo>
                    <a:pt x="19494" y="4560"/>
                  </a:lnTo>
                  <a:lnTo>
                    <a:pt x="2405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2" name="Google Shape;462;p16"/>
            <p:cNvGrpSpPr/>
            <p:nvPr/>
          </p:nvGrpSpPr>
          <p:grpSpPr>
            <a:xfrm>
              <a:off x="-941814" y="-620648"/>
              <a:ext cx="3127481" cy="4516379"/>
              <a:chOff x="278245" y="-184325"/>
              <a:chExt cx="2358228" cy="3405504"/>
            </a:xfrm>
          </p:grpSpPr>
          <p:grpSp>
            <p:nvGrpSpPr>
              <p:cNvPr id="463" name="Google Shape;463;p16"/>
              <p:cNvGrpSpPr/>
              <p:nvPr/>
            </p:nvGrpSpPr>
            <p:grpSpPr>
              <a:xfrm>
                <a:off x="278245" y="-184325"/>
                <a:ext cx="2358228" cy="3336759"/>
                <a:chOff x="1181475" y="2041825"/>
                <a:chExt cx="620325" cy="877725"/>
              </a:xfrm>
            </p:grpSpPr>
            <p:sp>
              <p:nvSpPr>
                <p:cNvPr id="464" name="Google Shape;464;p16"/>
                <p:cNvSpPr/>
                <p:nvPr/>
              </p:nvSpPr>
              <p:spPr>
                <a:xfrm>
                  <a:off x="1185375" y="2377350"/>
                  <a:ext cx="119525" cy="119500"/>
                </a:xfrm>
                <a:custGeom>
                  <a:rect b="b" l="l" r="r" t="t"/>
                  <a:pathLst>
                    <a:path extrusionOk="0" h="4780" w="4781">
                      <a:moveTo>
                        <a:pt x="4780" y="0"/>
                      </a:moveTo>
                      <a:lnTo>
                        <a:pt x="2390" y="2390"/>
                      </a:lnTo>
                      <a:lnTo>
                        <a:pt x="1" y="4780"/>
                      </a:lnTo>
                      <a:lnTo>
                        <a:pt x="1362" y="4780"/>
                      </a:lnTo>
                      <a:lnTo>
                        <a:pt x="3071" y="3071"/>
                      </a:lnTo>
                      <a:lnTo>
                        <a:pt x="4780" y="1361"/>
                      </a:lnTo>
                      <a:lnTo>
                        <a:pt x="478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6"/>
                <p:cNvSpPr/>
                <p:nvPr/>
              </p:nvSpPr>
              <p:spPr>
                <a:xfrm>
                  <a:off x="1767500" y="2041825"/>
                  <a:ext cx="34300" cy="29425"/>
                </a:xfrm>
                <a:custGeom>
                  <a:rect b="b" l="l" r="r" t="t"/>
                  <a:pathLst>
                    <a:path extrusionOk="0" h="1177" w="1372">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6"/>
                <p:cNvSpPr/>
                <p:nvPr/>
              </p:nvSpPr>
              <p:spPr>
                <a:xfrm>
                  <a:off x="1181475" y="2060725"/>
                  <a:ext cx="600250" cy="858825"/>
                </a:xfrm>
                <a:custGeom>
                  <a:rect b="b" l="l" r="r" t="t"/>
                  <a:pathLst>
                    <a:path extrusionOk="0" h="34353" w="24010">
                      <a:moveTo>
                        <a:pt x="23789" y="1"/>
                      </a:moveTo>
                      <a:lnTo>
                        <a:pt x="15584" y="8210"/>
                      </a:lnTo>
                      <a:lnTo>
                        <a:pt x="9043" y="8210"/>
                      </a:lnTo>
                      <a:lnTo>
                        <a:pt x="8995" y="8254"/>
                      </a:lnTo>
                      <a:lnTo>
                        <a:pt x="1" y="17249"/>
                      </a:lnTo>
                      <a:lnTo>
                        <a:pt x="1" y="20091"/>
                      </a:lnTo>
                      <a:lnTo>
                        <a:pt x="5493" y="25583"/>
                      </a:lnTo>
                      <a:lnTo>
                        <a:pt x="5493" y="30098"/>
                      </a:lnTo>
                      <a:lnTo>
                        <a:pt x="1458" y="34137"/>
                      </a:lnTo>
                      <a:lnTo>
                        <a:pt x="1678" y="34353"/>
                      </a:lnTo>
                      <a:lnTo>
                        <a:pt x="5805" y="30226"/>
                      </a:lnTo>
                      <a:lnTo>
                        <a:pt x="5805" y="25454"/>
                      </a:lnTo>
                      <a:lnTo>
                        <a:pt x="313" y="19963"/>
                      </a:lnTo>
                      <a:lnTo>
                        <a:pt x="313" y="17377"/>
                      </a:lnTo>
                      <a:lnTo>
                        <a:pt x="9171" y="8519"/>
                      </a:lnTo>
                      <a:lnTo>
                        <a:pt x="15712" y="8519"/>
                      </a:lnTo>
                      <a:lnTo>
                        <a:pt x="15756" y="8475"/>
                      </a:lnTo>
                      <a:lnTo>
                        <a:pt x="24010" y="221"/>
                      </a:lnTo>
                      <a:lnTo>
                        <a:pt x="2378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6"/>
                <p:cNvSpPr/>
                <p:nvPr/>
              </p:nvSpPr>
              <p:spPr>
                <a:xfrm>
                  <a:off x="1260925" y="2268575"/>
                  <a:ext cx="243200" cy="370575"/>
                </a:xfrm>
                <a:custGeom>
                  <a:rect b="b" l="l" r="r" t="t"/>
                  <a:pathLst>
                    <a:path extrusionOk="0" h="14823" w="9728">
                      <a:moveTo>
                        <a:pt x="9640" y="0"/>
                      </a:moveTo>
                      <a:lnTo>
                        <a:pt x="4148" y="5492"/>
                      </a:lnTo>
                      <a:lnTo>
                        <a:pt x="4148" y="10588"/>
                      </a:lnTo>
                      <a:lnTo>
                        <a:pt x="1" y="14735"/>
                      </a:lnTo>
                      <a:lnTo>
                        <a:pt x="89" y="14823"/>
                      </a:lnTo>
                      <a:lnTo>
                        <a:pt x="4272" y="10640"/>
                      </a:lnTo>
                      <a:lnTo>
                        <a:pt x="4272" y="5544"/>
                      </a:lnTo>
                      <a:lnTo>
                        <a:pt x="9728" y="88"/>
                      </a:lnTo>
                      <a:lnTo>
                        <a:pt x="964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6"/>
                <p:cNvSpPr/>
                <p:nvPr/>
              </p:nvSpPr>
              <p:spPr>
                <a:xfrm>
                  <a:off x="1194400" y="2571875"/>
                  <a:ext cx="129400" cy="204375"/>
                </a:xfrm>
                <a:custGeom>
                  <a:rect b="b" l="l" r="r" t="t"/>
                  <a:pathLst>
                    <a:path extrusionOk="0" h="8175" w="5176">
                      <a:moveTo>
                        <a:pt x="0" y="1"/>
                      </a:moveTo>
                      <a:lnTo>
                        <a:pt x="0" y="3087"/>
                      </a:lnTo>
                      <a:lnTo>
                        <a:pt x="5088" y="8175"/>
                      </a:lnTo>
                      <a:lnTo>
                        <a:pt x="5176" y="8087"/>
                      </a:lnTo>
                      <a:lnTo>
                        <a:pt x="124" y="3035"/>
                      </a:lnTo>
                      <a:lnTo>
                        <a:pt x="1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9" name="Google Shape;469;p16"/>
              <p:cNvSpPr/>
              <p:nvPr/>
            </p:nvSpPr>
            <p:spPr>
              <a:xfrm>
                <a:off x="336260" y="3109317"/>
                <a:ext cx="130395" cy="111862"/>
              </a:xfrm>
              <a:custGeom>
                <a:rect b="b" l="l" r="r" t="t"/>
                <a:pathLst>
                  <a:path extrusionOk="0" h="1177" w="1372">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70" name="Google Shape;470;p16"/>
          <p:cNvGrpSpPr/>
          <p:nvPr/>
        </p:nvGrpSpPr>
        <p:grpSpPr>
          <a:xfrm>
            <a:off x="5245253" y="-441860"/>
            <a:ext cx="6654696" cy="9380356"/>
            <a:chOff x="5245253" y="-441860"/>
            <a:chExt cx="6654696" cy="9380356"/>
          </a:xfrm>
        </p:grpSpPr>
        <p:sp>
          <p:nvSpPr>
            <p:cNvPr id="471" name="Google Shape;471;p16"/>
            <p:cNvSpPr/>
            <p:nvPr/>
          </p:nvSpPr>
          <p:spPr>
            <a:xfrm flipH="1" rot="10800000">
              <a:off x="5245253" y="1301790"/>
              <a:ext cx="6654696" cy="7636707"/>
            </a:xfrm>
            <a:custGeom>
              <a:rect b="b" l="l" r="r" t="t"/>
              <a:pathLst>
                <a:path extrusionOk="0" h="82432" w="71832">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2" name="Google Shape;472;p16"/>
            <p:cNvGrpSpPr/>
            <p:nvPr/>
          </p:nvGrpSpPr>
          <p:grpSpPr>
            <a:xfrm flipH="1">
              <a:off x="8418770" y="-441860"/>
              <a:ext cx="2708843" cy="3931638"/>
              <a:chOff x="6769513" y="299393"/>
              <a:chExt cx="1308620" cy="1899525"/>
            </a:xfrm>
          </p:grpSpPr>
          <p:sp>
            <p:nvSpPr>
              <p:cNvPr id="473" name="Google Shape;473;p16"/>
              <p:cNvSpPr/>
              <p:nvPr/>
            </p:nvSpPr>
            <p:spPr>
              <a:xfrm>
                <a:off x="7817889" y="1007055"/>
                <a:ext cx="252070" cy="252070"/>
              </a:xfrm>
              <a:custGeom>
                <a:rect b="b" l="l" r="r" t="t"/>
                <a:pathLst>
                  <a:path extrusionOk="0" h="4564" w="4564">
                    <a:moveTo>
                      <a:pt x="0" y="1"/>
                    </a:moveTo>
                    <a:lnTo>
                      <a:pt x="0" y="1302"/>
                    </a:lnTo>
                    <a:lnTo>
                      <a:pt x="1629" y="2931"/>
                    </a:lnTo>
                    <a:lnTo>
                      <a:pt x="3263" y="4564"/>
                    </a:lnTo>
                    <a:lnTo>
                      <a:pt x="4563" y="4564"/>
                    </a:lnTo>
                    <a:lnTo>
                      <a:pt x="2282" y="2282"/>
                    </a:ln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6"/>
              <p:cNvSpPr/>
              <p:nvPr/>
            </p:nvSpPr>
            <p:spPr>
              <a:xfrm>
                <a:off x="7983027" y="2137006"/>
                <a:ext cx="72351" cy="61913"/>
              </a:xfrm>
              <a:custGeom>
                <a:rect b="b" l="l" r="r" t="t"/>
                <a:pathLst>
                  <a:path extrusionOk="0" h="1121" w="131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6"/>
              <p:cNvSpPr/>
              <p:nvPr/>
            </p:nvSpPr>
            <p:spPr>
              <a:xfrm>
                <a:off x="6769513" y="299393"/>
                <a:ext cx="61968" cy="61747"/>
              </a:xfrm>
              <a:custGeom>
                <a:rect b="b" l="l" r="r" t="t"/>
                <a:pathLst>
                  <a:path extrusionOk="0" h="1118" w="1122">
                    <a:moveTo>
                      <a:pt x="561" y="293"/>
                    </a:moveTo>
                    <a:cubicBezTo>
                      <a:pt x="705" y="293"/>
                      <a:pt x="825" y="413"/>
                      <a:pt x="825" y="557"/>
                    </a:cubicBezTo>
                    <a:cubicBezTo>
                      <a:pt x="825" y="705"/>
                      <a:pt x="705" y="821"/>
                      <a:pt x="561" y="821"/>
                    </a:cubicBezTo>
                    <a:cubicBezTo>
                      <a:pt x="417" y="821"/>
                      <a:pt x="297" y="705"/>
                      <a:pt x="297" y="557"/>
                    </a:cubicBezTo>
                    <a:cubicBezTo>
                      <a:pt x="297" y="413"/>
                      <a:pt x="417" y="293"/>
                      <a:pt x="561" y="293"/>
                    </a:cubicBezTo>
                    <a:close/>
                    <a:moveTo>
                      <a:pt x="554" y="1"/>
                    </a:moveTo>
                    <a:cubicBezTo>
                      <a:pt x="249" y="1"/>
                      <a:pt x="1" y="251"/>
                      <a:pt x="1" y="557"/>
                    </a:cubicBezTo>
                    <a:cubicBezTo>
                      <a:pt x="1" y="865"/>
                      <a:pt x="253" y="1117"/>
                      <a:pt x="561" y="1117"/>
                    </a:cubicBezTo>
                    <a:cubicBezTo>
                      <a:pt x="869" y="1117"/>
                      <a:pt x="1122" y="865"/>
                      <a:pt x="1122" y="557"/>
                    </a:cubicBezTo>
                    <a:cubicBezTo>
                      <a:pt x="1122" y="249"/>
                      <a:pt x="869" y="1"/>
                      <a:pt x="561" y="1"/>
                    </a:cubicBezTo>
                    <a:cubicBezTo>
                      <a:pt x="559" y="1"/>
                      <a:pt x="556" y="1"/>
                      <a:pt x="5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6"/>
              <p:cNvSpPr/>
              <p:nvPr/>
            </p:nvSpPr>
            <p:spPr>
              <a:xfrm>
                <a:off x="6811985" y="339214"/>
                <a:ext cx="1266148" cy="1811765"/>
              </a:xfrm>
              <a:custGeom>
                <a:rect b="b" l="l" r="r" t="t"/>
                <a:pathLst>
                  <a:path extrusionOk="0" h="32804" w="22925">
                    <a:moveTo>
                      <a:pt x="208" y="0"/>
                    </a:moveTo>
                    <a:lnTo>
                      <a:pt x="0" y="208"/>
                    </a:lnTo>
                    <a:lnTo>
                      <a:pt x="7878" y="8090"/>
                    </a:lnTo>
                    <a:lnTo>
                      <a:pt x="7922" y="8134"/>
                    </a:lnTo>
                    <a:lnTo>
                      <a:pt x="14170" y="8134"/>
                    </a:lnTo>
                    <a:lnTo>
                      <a:pt x="22628" y="16592"/>
                    </a:lnTo>
                    <a:lnTo>
                      <a:pt x="22628" y="19058"/>
                    </a:lnTo>
                    <a:lnTo>
                      <a:pt x="17385" y="24301"/>
                    </a:lnTo>
                    <a:lnTo>
                      <a:pt x="17385" y="28860"/>
                    </a:lnTo>
                    <a:lnTo>
                      <a:pt x="21323" y="32803"/>
                    </a:lnTo>
                    <a:lnTo>
                      <a:pt x="21532" y="32595"/>
                    </a:lnTo>
                    <a:lnTo>
                      <a:pt x="17681" y="28740"/>
                    </a:lnTo>
                    <a:lnTo>
                      <a:pt x="17681" y="24425"/>
                    </a:lnTo>
                    <a:lnTo>
                      <a:pt x="22925" y="19182"/>
                    </a:lnTo>
                    <a:lnTo>
                      <a:pt x="22925" y="16468"/>
                    </a:lnTo>
                    <a:lnTo>
                      <a:pt x="14334" y="7878"/>
                    </a:lnTo>
                    <a:lnTo>
                      <a:pt x="14290" y="7838"/>
                    </a:lnTo>
                    <a:lnTo>
                      <a:pt x="8046" y="7838"/>
                    </a:lnTo>
                    <a:lnTo>
                      <a:pt x="2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6"/>
              <p:cNvSpPr/>
              <p:nvPr/>
            </p:nvSpPr>
            <p:spPr>
              <a:xfrm>
                <a:off x="7397589" y="777575"/>
                <a:ext cx="512976" cy="781781"/>
              </a:xfrm>
              <a:custGeom>
                <a:rect b="b" l="l" r="r" t="t"/>
                <a:pathLst>
                  <a:path extrusionOk="0" h="14155" w="9288">
                    <a:moveTo>
                      <a:pt x="81" y="1"/>
                    </a:moveTo>
                    <a:lnTo>
                      <a:pt x="1" y="85"/>
                    </a:lnTo>
                    <a:lnTo>
                      <a:pt x="5209" y="5292"/>
                    </a:lnTo>
                    <a:lnTo>
                      <a:pt x="5209" y="10160"/>
                    </a:lnTo>
                    <a:lnTo>
                      <a:pt x="9203" y="14155"/>
                    </a:lnTo>
                    <a:lnTo>
                      <a:pt x="9287" y="14071"/>
                    </a:lnTo>
                    <a:lnTo>
                      <a:pt x="5325" y="10108"/>
                    </a:lnTo>
                    <a:lnTo>
                      <a:pt x="5325" y="5244"/>
                    </a:lnTo>
                    <a:lnTo>
                      <a:pt x="8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6"/>
              <p:cNvSpPr/>
              <p:nvPr/>
            </p:nvSpPr>
            <p:spPr>
              <a:xfrm>
                <a:off x="7777847" y="1417359"/>
                <a:ext cx="273112" cy="431181"/>
              </a:xfrm>
              <a:custGeom>
                <a:rect b="b" l="l" r="r" t="t"/>
                <a:pathLst>
                  <a:path extrusionOk="0" h="7807" w="4945">
                    <a:moveTo>
                      <a:pt x="4824" y="1"/>
                    </a:moveTo>
                    <a:lnTo>
                      <a:pt x="4824" y="2899"/>
                    </a:lnTo>
                    <a:lnTo>
                      <a:pt x="1" y="7722"/>
                    </a:lnTo>
                    <a:lnTo>
                      <a:pt x="85" y="7806"/>
                    </a:lnTo>
                    <a:lnTo>
                      <a:pt x="4944" y="2951"/>
                    </a:lnTo>
                    <a:lnTo>
                      <a:pt x="494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9" name="Google Shape;479;p16"/>
            <p:cNvSpPr/>
            <p:nvPr/>
          </p:nvSpPr>
          <p:spPr>
            <a:xfrm flipH="1" rot="10800000">
              <a:off x="8322117" y="3604890"/>
              <a:ext cx="1464987" cy="2586938"/>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6"/>
            <p:cNvSpPr/>
            <p:nvPr/>
          </p:nvSpPr>
          <p:spPr>
            <a:xfrm flipH="1" rot="10800000">
              <a:off x="8796218" y="3575323"/>
              <a:ext cx="727762" cy="727762"/>
            </a:xfrm>
            <a:custGeom>
              <a:rect b="b" l="l" r="r" t="t"/>
              <a:pathLst>
                <a:path extrusionOk="0" fill="none" h="9936" w="9936">
                  <a:moveTo>
                    <a:pt x="8170" y="1770"/>
                  </a:moveTo>
                  <a:cubicBezTo>
                    <a:pt x="9936" y="3535"/>
                    <a:pt x="9936" y="6401"/>
                    <a:pt x="8170" y="8170"/>
                  </a:cubicBezTo>
                  <a:cubicBezTo>
                    <a:pt x="6401" y="9935"/>
                    <a:pt x="3535" y="9935"/>
                    <a:pt x="1770" y="8170"/>
                  </a:cubicBezTo>
                  <a:cubicBezTo>
                    <a:pt x="1" y="6401"/>
                    <a:pt x="1" y="3535"/>
                    <a:pt x="1770" y="1770"/>
                  </a:cubicBezTo>
                  <a:cubicBezTo>
                    <a:pt x="3535" y="0"/>
                    <a:pt x="6401" y="0"/>
                    <a:pt x="8170" y="1770"/>
                  </a:cubicBezTo>
                  <a:close/>
                </a:path>
              </a:pathLst>
            </a:custGeom>
            <a:noFill/>
            <a:ln cap="flat" cmpd="sng" w="19050">
              <a:solidFill>
                <a:schemeClr val="accent3"/>
              </a:solidFill>
              <a:prstDash val="solid"/>
              <a:miter lim="400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1" name="Google Shape;481;p16"/>
          <p:cNvSpPr txBox="1"/>
          <p:nvPr>
            <p:ph type="title"/>
          </p:nvPr>
        </p:nvSpPr>
        <p:spPr>
          <a:xfrm>
            <a:off x="720000" y="387600"/>
            <a:ext cx="7701600" cy="592200"/>
          </a:xfrm>
          <a:prstGeom prst="rect">
            <a:avLst/>
          </a:prstGeom>
          <a:noFill/>
        </p:spPr>
        <p:txBody>
          <a:bodyPr anchorCtr="0" anchor="t" bIns="91425" lIns="91425" spcFirstLastPara="1" rIns="91425" wrap="square" tIns="91425">
            <a:noAutofit/>
          </a:bodyPr>
          <a:lstStyle>
            <a:lvl1pPr lvl="0" rtl="0">
              <a:spcBef>
                <a:spcPts val="0"/>
              </a:spcBef>
              <a:spcAft>
                <a:spcPts val="0"/>
              </a:spcAft>
              <a:buClr>
                <a:schemeClr val="dk2"/>
              </a:buClr>
              <a:buSzPts val="3000"/>
              <a:buFont typeface="Fredoka One"/>
              <a:buNone/>
              <a:defRPr/>
            </a:lvl1pPr>
            <a:lvl2pPr lvl="1"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2pPr>
            <a:lvl3pPr lvl="2"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3pPr>
            <a:lvl4pPr lvl="3"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4pPr>
            <a:lvl5pPr lvl="4"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5pPr>
            <a:lvl6pPr lvl="5"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6pPr>
            <a:lvl7pPr lvl="6"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7pPr>
            <a:lvl8pPr lvl="7"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8pPr>
            <a:lvl9pPr lvl="8"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9pPr>
          </a:lstStyle>
          <a:p/>
        </p:txBody>
      </p:sp>
      <p:sp>
        <p:nvSpPr>
          <p:cNvPr id="482" name="Google Shape;482;p16"/>
          <p:cNvSpPr txBox="1"/>
          <p:nvPr>
            <p:ph idx="1" type="subTitle"/>
          </p:nvPr>
        </p:nvSpPr>
        <p:spPr>
          <a:xfrm>
            <a:off x="1735250" y="1726841"/>
            <a:ext cx="2579400" cy="371400"/>
          </a:xfrm>
          <a:prstGeom prst="rect">
            <a:avLst/>
          </a:prstGeom>
          <a:noFill/>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483" name="Google Shape;483;p16"/>
          <p:cNvSpPr txBox="1"/>
          <p:nvPr>
            <p:ph idx="2" type="subTitle"/>
          </p:nvPr>
        </p:nvSpPr>
        <p:spPr>
          <a:xfrm>
            <a:off x="1735250" y="2107319"/>
            <a:ext cx="2579400" cy="506700"/>
          </a:xfrm>
          <a:prstGeom prst="rect">
            <a:avLst/>
          </a:prstGeom>
          <a:noFill/>
        </p:spPr>
        <p:txBody>
          <a:bodyPr anchorCtr="0" anchor="ctr" bIns="91425" lIns="91425" spcFirstLastPara="1" rIns="91425" wrap="square" tIns="91425">
            <a:noAutofit/>
          </a:bodyPr>
          <a:lstStyle>
            <a:lvl1pPr lvl="0"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484" name="Google Shape;484;p16"/>
          <p:cNvSpPr txBox="1"/>
          <p:nvPr>
            <p:ph idx="3" type="subTitle"/>
          </p:nvPr>
        </p:nvSpPr>
        <p:spPr>
          <a:xfrm>
            <a:off x="1735250" y="3305362"/>
            <a:ext cx="2579400" cy="371400"/>
          </a:xfrm>
          <a:prstGeom prst="rect">
            <a:avLst/>
          </a:prstGeom>
          <a:noFill/>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485" name="Google Shape;485;p16"/>
          <p:cNvSpPr txBox="1"/>
          <p:nvPr>
            <p:ph idx="4" type="subTitle"/>
          </p:nvPr>
        </p:nvSpPr>
        <p:spPr>
          <a:xfrm>
            <a:off x="1735250" y="3685840"/>
            <a:ext cx="2579400" cy="506700"/>
          </a:xfrm>
          <a:prstGeom prst="rect">
            <a:avLst/>
          </a:prstGeom>
          <a:noFill/>
        </p:spPr>
        <p:txBody>
          <a:bodyPr anchorCtr="0" anchor="ctr" bIns="91425" lIns="91425" spcFirstLastPara="1" rIns="91425" wrap="square" tIns="91425">
            <a:noAutofit/>
          </a:bodyPr>
          <a:lstStyle>
            <a:lvl1pPr lvl="0"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486" name="Google Shape;486;p16"/>
          <p:cNvSpPr txBox="1"/>
          <p:nvPr>
            <p:ph idx="5" type="subTitle"/>
          </p:nvPr>
        </p:nvSpPr>
        <p:spPr>
          <a:xfrm>
            <a:off x="5741400" y="1726841"/>
            <a:ext cx="2579400" cy="371400"/>
          </a:xfrm>
          <a:prstGeom prst="rect">
            <a:avLst/>
          </a:prstGeom>
          <a:noFill/>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487" name="Google Shape;487;p16"/>
          <p:cNvSpPr txBox="1"/>
          <p:nvPr>
            <p:ph idx="6" type="subTitle"/>
          </p:nvPr>
        </p:nvSpPr>
        <p:spPr>
          <a:xfrm>
            <a:off x="5741400" y="2107319"/>
            <a:ext cx="2579400" cy="506700"/>
          </a:xfrm>
          <a:prstGeom prst="rect">
            <a:avLst/>
          </a:prstGeom>
          <a:noFill/>
        </p:spPr>
        <p:txBody>
          <a:bodyPr anchorCtr="0" anchor="ctr" bIns="91425" lIns="91425" spcFirstLastPara="1" rIns="91425" wrap="square" tIns="91425">
            <a:noAutofit/>
          </a:bodyPr>
          <a:lstStyle>
            <a:lvl1pPr lvl="0"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488" name="Google Shape;488;p16"/>
          <p:cNvSpPr txBox="1"/>
          <p:nvPr>
            <p:ph idx="7" type="subTitle"/>
          </p:nvPr>
        </p:nvSpPr>
        <p:spPr>
          <a:xfrm>
            <a:off x="5741400" y="3305362"/>
            <a:ext cx="2579400" cy="371400"/>
          </a:xfrm>
          <a:prstGeom prst="rect">
            <a:avLst/>
          </a:prstGeom>
          <a:noFill/>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489" name="Google Shape;489;p16"/>
          <p:cNvSpPr txBox="1"/>
          <p:nvPr>
            <p:ph idx="8" type="subTitle"/>
          </p:nvPr>
        </p:nvSpPr>
        <p:spPr>
          <a:xfrm>
            <a:off x="5741400" y="3685840"/>
            <a:ext cx="2579400" cy="506700"/>
          </a:xfrm>
          <a:prstGeom prst="rect">
            <a:avLst/>
          </a:prstGeom>
          <a:noFill/>
        </p:spPr>
        <p:txBody>
          <a:bodyPr anchorCtr="0" anchor="ctr" bIns="91425" lIns="91425" spcFirstLastPara="1" rIns="91425" wrap="square" tIns="91425">
            <a:noAutofit/>
          </a:bodyPr>
          <a:lstStyle>
            <a:lvl1pPr lvl="0"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4_1">
    <p:spTree>
      <p:nvGrpSpPr>
        <p:cNvPr id="490" name="Shape 490"/>
        <p:cNvGrpSpPr/>
        <p:nvPr/>
      </p:nvGrpSpPr>
      <p:grpSpPr>
        <a:xfrm>
          <a:off x="0" y="0"/>
          <a:ext cx="0" cy="0"/>
          <a:chOff x="0" y="0"/>
          <a:chExt cx="0" cy="0"/>
        </a:xfrm>
      </p:grpSpPr>
      <p:sp>
        <p:nvSpPr>
          <p:cNvPr id="491" name="Google Shape;491;p17"/>
          <p:cNvSpPr txBox="1"/>
          <p:nvPr>
            <p:ph idx="1" type="subTitle"/>
          </p:nvPr>
        </p:nvSpPr>
        <p:spPr>
          <a:xfrm>
            <a:off x="885175" y="3574317"/>
            <a:ext cx="2070900" cy="37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492" name="Google Shape;492;p17"/>
          <p:cNvSpPr txBox="1"/>
          <p:nvPr>
            <p:ph idx="2" type="subTitle"/>
          </p:nvPr>
        </p:nvSpPr>
        <p:spPr>
          <a:xfrm>
            <a:off x="885175" y="3974562"/>
            <a:ext cx="2070900" cy="592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493" name="Google Shape;493;p17"/>
          <p:cNvSpPr txBox="1"/>
          <p:nvPr>
            <p:ph idx="3" type="subTitle"/>
          </p:nvPr>
        </p:nvSpPr>
        <p:spPr>
          <a:xfrm>
            <a:off x="3536543" y="3574317"/>
            <a:ext cx="2070900" cy="37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494" name="Google Shape;494;p17"/>
          <p:cNvSpPr txBox="1"/>
          <p:nvPr>
            <p:ph idx="4" type="subTitle"/>
          </p:nvPr>
        </p:nvSpPr>
        <p:spPr>
          <a:xfrm>
            <a:off x="3536557" y="3974562"/>
            <a:ext cx="2070900" cy="592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495" name="Google Shape;495;p17"/>
          <p:cNvSpPr txBox="1"/>
          <p:nvPr>
            <p:ph idx="5" type="subTitle"/>
          </p:nvPr>
        </p:nvSpPr>
        <p:spPr>
          <a:xfrm>
            <a:off x="6187925" y="3574317"/>
            <a:ext cx="2070900" cy="371400"/>
          </a:xfrm>
          <a:prstGeom prst="rect">
            <a:avLst/>
          </a:prstGeom>
          <a:noFill/>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496" name="Google Shape;496;p17"/>
          <p:cNvSpPr txBox="1"/>
          <p:nvPr>
            <p:ph idx="6" type="subTitle"/>
          </p:nvPr>
        </p:nvSpPr>
        <p:spPr>
          <a:xfrm>
            <a:off x="6187925" y="3974562"/>
            <a:ext cx="2070900" cy="592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497" name="Google Shape;497;p17"/>
          <p:cNvSpPr txBox="1"/>
          <p:nvPr>
            <p:ph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3000"/>
              <a:buFont typeface="Fredoka One"/>
              <a:buNone/>
              <a:defRPr/>
            </a:lvl1pPr>
            <a:lvl2pPr lvl="1" rtl="0" algn="ctr">
              <a:spcBef>
                <a:spcPts val="0"/>
              </a:spcBef>
              <a:spcAft>
                <a:spcPts val="0"/>
              </a:spcAft>
              <a:buSzPts val="3000"/>
              <a:buFont typeface="Fredoka One"/>
              <a:buNone/>
              <a:defRPr sz="3000">
                <a:latin typeface="Fredoka One"/>
                <a:ea typeface="Fredoka One"/>
                <a:cs typeface="Fredoka One"/>
                <a:sym typeface="Fredoka One"/>
              </a:defRPr>
            </a:lvl2pPr>
            <a:lvl3pPr lvl="2" rtl="0" algn="ctr">
              <a:spcBef>
                <a:spcPts val="0"/>
              </a:spcBef>
              <a:spcAft>
                <a:spcPts val="0"/>
              </a:spcAft>
              <a:buSzPts val="3000"/>
              <a:buFont typeface="Fredoka One"/>
              <a:buNone/>
              <a:defRPr sz="3000">
                <a:latin typeface="Fredoka One"/>
                <a:ea typeface="Fredoka One"/>
                <a:cs typeface="Fredoka One"/>
                <a:sym typeface="Fredoka One"/>
              </a:defRPr>
            </a:lvl3pPr>
            <a:lvl4pPr lvl="3" rtl="0" algn="ctr">
              <a:spcBef>
                <a:spcPts val="0"/>
              </a:spcBef>
              <a:spcAft>
                <a:spcPts val="0"/>
              </a:spcAft>
              <a:buSzPts val="3000"/>
              <a:buFont typeface="Fredoka One"/>
              <a:buNone/>
              <a:defRPr sz="3000">
                <a:latin typeface="Fredoka One"/>
                <a:ea typeface="Fredoka One"/>
                <a:cs typeface="Fredoka One"/>
                <a:sym typeface="Fredoka One"/>
              </a:defRPr>
            </a:lvl4pPr>
            <a:lvl5pPr lvl="4" rtl="0" algn="ctr">
              <a:spcBef>
                <a:spcPts val="0"/>
              </a:spcBef>
              <a:spcAft>
                <a:spcPts val="0"/>
              </a:spcAft>
              <a:buSzPts val="3000"/>
              <a:buFont typeface="Fredoka One"/>
              <a:buNone/>
              <a:defRPr sz="3000">
                <a:latin typeface="Fredoka One"/>
                <a:ea typeface="Fredoka One"/>
                <a:cs typeface="Fredoka One"/>
                <a:sym typeface="Fredoka One"/>
              </a:defRPr>
            </a:lvl5pPr>
            <a:lvl6pPr lvl="5" rtl="0" algn="ctr">
              <a:spcBef>
                <a:spcPts val="0"/>
              </a:spcBef>
              <a:spcAft>
                <a:spcPts val="0"/>
              </a:spcAft>
              <a:buSzPts val="3000"/>
              <a:buFont typeface="Fredoka One"/>
              <a:buNone/>
              <a:defRPr sz="3000">
                <a:latin typeface="Fredoka One"/>
                <a:ea typeface="Fredoka One"/>
                <a:cs typeface="Fredoka One"/>
                <a:sym typeface="Fredoka One"/>
              </a:defRPr>
            </a:lvl6pPr>
            <a:lvl7pPr lvl="6" rtl="0" algn="ctr">
              <a:spcBef>
                <a:spcPts val="0"/>
              </a:spcBef>
              <a:spcAft>
                <a:spcPts val="0"/>
              </a:spcAft>
              <a:buSzPts val="3000"/>
              <a:buFont typeface="Fredoka One"/>
              <a:buNone/>
              <a:defRPr sz="3000">
                <a:latin typeface="Fredoka One"/>
                <a:ea typeface="Fredoka One"/>
                <a:cs typeface="Fredoka One"/>
                <a:sym typeface="Fredoka One"/>
              </a:defRPr>
            </a:lvl7pPr>
            <a:lvl8pPr lvl="7" rtl="0" algn="ctr">
              <a:spcBef>
                <a:spcPts val="0"/>
              </a:spcBef>
              <a:spcAft>
                <a:spcPts val="0"/>
              </a:spcAft>
              <a:buSzPts val="3000"/>
              <a:buFont typeface="Fredoka One"/>
              <a:buNone/>
              <a:defRPr sz="3000">
                <a:latin typeface="Fredoka One"/>
                <a:ea typeface="Fredoka One"/>
                <a:cs typeface="Fredoka One"/>
                <a:sym typeface="Fredoka One"/>
              </a:defRPr>
            </a:lvl8pPr>
            <a:lvl9pPr lvl="8" rtl="0" algn="ctr">
              <a:spcBef>
                <a:spcPts val="0"/>
              </a:spcBef>
              <a:spcAft>
                <a:spcPts val="0"/>
              </a:spcAft>
              <a:buSzPts val="3000"/>
              <a:buFont typeface="Fredoka One"/>
              <a:buNone/>
              <a:defRPr sz="3000">
                <a:latin typeface="Fredoka One"/>
                <a:ea typeface="Fredoka One"/>
                <a:cs typeface="Fredoka One"/>
                <a:sym typeface="Fredoka One"/>
              </a:defRPr>
            </a:lvl9pPr>
          </a:lstStyle>
          <a:p/>
        </p:txBody>
      </p:sp>
      <p:sp>
        <p:nvSpPr>
          <p:cNvPr id="498" name="Google Shape;498;p17"/>
          <p:cNvSpPr txBox="1"/>
          <p:nvPr>
            <p:ph idx="7" type="subTitle"/>
          </p:nvPr>
        </p:nvSpPr>
        <p:spPr>
          <a:xfrm>
            <a:off x="885175" y="1849391"/>
            <a:ext cx="2070900" cy="37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499" name="Google Shape;499;p17"/>
          <p:cNvSpPr txBox="1"/>
          <p:nvPr>
            <p:ph idx="8" type="subTitle"/>
          </p:nvPr>
        </p:nvSpPr>
        <p:spPr>
          <a:xfrm>
            <a:off x="885175" y="2249636"/>
            <a:ext cx="2070900" cy="592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500" name="Google Shape;500;p17"/>
          <p:cNvSpPr txBox="1"/>
          <p:nvPr>
            <p:ph idx="9" type="subTitle"/>
          </p:nvPr>
        </p:nvSpPr>
        <p:spPr>
          <a:xfrm>
            <a:off x="3536543" y="1849391"/>
            <a:ext cx="2070900" cy="37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501" name="Google Shape;501;p17"/>
          <p:cNvSpPr txBox="1"/>
          <p:nvPr>
            <p:ph idx="13" type="subTitle"/>
          </p:nvPr>
        </p:nvSpPr>
        <p:spPr>
          <a:xfrm>
            <a:off x="3536557" y="2249636"/>
            <a:ext cx="2070900" cy="592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502" name="Google Shape;502;p17"/>
          <p:cNvSpPr txBox="1"/>
          <p:nvPr>
            <p:ph idx="14" type="subTitle"/>
          </p:nvPr>
        </p:nvSpPr>
        <p:spPr>
          <a:xfrm>
            <a:off x="6187925" y="1849391"/>
            <a:ext cx="2070900" cy="37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503" name="Google Shape;503;p17"/>
          <p:cNvSpPr txBox="1"/>
          <p:nvPr>
            <p:ph idx="15" type="subTitle"/>
          </p:nvPr>
        </p:nvSpPr>
        <p:spPr>
          <a:xfrm>
            <a:off x="6187925" y="2249636"/>
            <a:ext cx="2070900" cy="592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504" name="Google Shape;504;p17"/>
          <p:cNvSpPr txBox="1"/>
          <p:nvPr>
            <p:ph hasCustomPrompt="1" idx="16" type="title"/>
          </p:nvPr>
        </p:nvSpPr>
        <p:spPr>
          <a:xfrm>
            <a:off x="1477675" y="3002952"/>
            <a:ext cx="8859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000"/>
              <a:buNone/>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505" name="Google Shape;505;p17"/>
          <p:cNvSpPr txBox="1"/>
          <p:nvPr>
            <p:ph hasCustomPrompt="1" idx="17" type="title"/>
          </p:nvPr>
        </p:nvSpPr>
        <p:spPr>
          <a:xfrm>
            <a:off x="4129043" y="3002952"/>
            <a:ext cx="8859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000"/>
              <a:buNone/>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506" name="Google Shape;506;p17"/>
          <p:cNvSpPr txBox="1"/>
          <p:nvPr>
            <p:ph hasCustomPrompt="1" idx="18" type="title"/>
          </p:nvPr>
        </p:nvSpPr>
        <p:spPr>
          <a:xfrm>
            <a:off x="1477675" y="1278011"/>
            <a:ext cx="8859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000"/>
              <a:buNone/>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507" name="Google Shape;507;p17"/>
          <p:cNvSpPr txBox="1"/>
          <p:nvPr>
            <p:ph hasCustomPrompt="1" idx="19" type="title"/>
          </p:nvPr>
        </p:nvSpPr>
        <p:spPr>
          <a:xfrm>
            <a:off x="4129043" y="1278011"/>
            <a:ext cx="8859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000"/>
              <a:buNone/>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508" name="Google Shape;508;p17"/>
          <p:cNvSpPr txBox="1"/>
          <p:nvPr>
            <p:ph hasCustomPrompt="1" idx="20" type="title"/>
          </p:nvPr>
        </p:nvSpPr>
        <p:spPr>
          <a:xfrm>
            <a:off x="6780425" y="1278011"/>
            <a:ext cx="8859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000"/>
              <a:buNone/>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509" name="Google Shape;509;p17"/>
          <p:cNvSpPr txBox="1"/>
          <p:nvPr>
            <p:ph hasCustomPrompt="1" idx="21" type="title"/>
          </p:nvPr>
        </p:nvSpPr>
        <p:spPr>
          <a:xfrm>
            <a:off x="6780425" y="3002952"/>
            <a:ext cx="8859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000"/>
              <a:buNone/>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grpSp>
        <p:nvGrpSpPr>
          <p:cNvPr id="510" name="Google Shape;510;p17"/>
          <p:cNvGrpSpPr/>
          <p:nvPr/>
        </p:nvGrpSpPr>
        <p:grpSpPr>
          <a:xfrm>
            <a:off x="6995490" y="1596696"/>
            <a:ext cx="3381518" cy="4266167"/>
            <a:chOff x="6995490" y="1733095"/>
            <a:chExt cx="3381518" cy="4266167"/>
          </a:xfrm>
        </p:grpSpPr>
        <p:sp>
          <p:nvSpPr>
            <p:cNvPr id="511" name="Google Shape;511;p17"/>
            <p:cNvSpPr/>
            <p:nvPr/>
          </p:nvSpPr>
          <p:spPr>
            <a:xfrm>
              <a:off x="6995490" y="3994682"/>
              <a:ext cx="3031826" cy="2004580"/>
            </a:xfrm>
            <a:custGeom>
              <a:rect b="b" l="l" r="r" t="t"/>
              <a:pathLst>
                <a:path extrusionOk="0" h="15904" w="24054">
                  <a:moveTo>
                    <a:pt x="17228" y="0"/>
                  </a:moveTo>
                  <a:lnTo>
                    <a:pt x="9955" y="7274"/>
                  </a:lnTo>
                  <a:lnTo>
                    <a:pt x="6725" y="7274"/>
                  </a:lnTo>
                  <a:lnTo>
                    <a:pt x="2610" y="11384"/>
                  </a:lnTo>
                  <a:lnTo>
                    <a:pt x="2610" y="13298"/>
                  </a:lnTo>
                  <a:lnTo>
                    <a:pt x="0" y="15904"/>
                  </a:lnTo>
                  <a:lnTo>
                    <a:pt x="7093" y="15904"/>
                  </a:lnTo>
                  <a:lnTo>
                    <a:pt x="12993" y="10003"/>
                  </a:lnTo>
                  <a:lnTo>
                    <a:pt x="15207" y="10003"/>
                  </a:lnTo>
                  <a:lnTo>
                    <a:pt x="19494" y="5716"/>
                  </a:lnTo>
                  <a:lnTo>
                    <a:pt x="19494" y="4560"/>
                  </a:lnTo>
                  <a:lnTo>
                    <a:pt x="2405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2" name="Google Shape;512;p17"/>
            <p:cNvGrpSpPr/>
            <p:nvPr/>
          </p:nvGrpSpPr>
          <p:grpSpPr>
            <a:xfrm flipH="1">
              <a:off x="8001112" y="1733095"/>
              <a:ext cx="2375896" cy="3296652"/>
              <a:chOff x="2132995" y="960308"/>
              <a:chExt cx="496177" cy="688438"/>
            </a:xfrm>
          </p:grpSpPr>
          <p:sp>
            <p:nvSpPr>
              <p:cNvPr id="513" name="Google Shape;513;p17"/>
              <p:cNvSpPr/>
              <p:nvPr/>
            </p:nvSpPr>
            <p:spPr>
              <a:xfrm>
                <a:off x="2143863" y="977753"/>
                <a:ext cx="473252" cy="659302"/>
              </a:xfrm>
              <a:custGeom>
                <a:rect b="b" l="l" r="r" t="t"/>
                <a:pathLst>
                  <a:path extrusionOk="0" h="14437" w="10363">
                    <a:moveTo>
                      <a:pt x="1" y="1"/>
                    </a:moveTo>
                    <a:lnTo>
                      <a:pt x="1" y="2663"/>
                    </a:lnTo>
                    <a:lnTo>
                      <a:pt x="4926" y="2663"/>
                    </a:lnTo>
                    <a:lnTo>
                      <a:pt x="7972" y="5709"/>
                    </a:lnTo>
                    <a:lnTo>
                      <a:pt x="7972" y="12123"/>
                    </a:lnTo>
                    <a:lnTo>
                      <a:pt x="10286" y="14437"/>
                    </a:lnTo>
                    <a:lnTo>
                      <a:pt x="10362" y="14352"/>
                    </a:lnTo>
                    <a:lnTo>
                      <a:pt x="8083" y="12081"/>
                    </a:lnTo>
                    <a:lnTo>
                      <a:pt x="8083" y="5658"/>
                    </a:lnTo>
                    <a:lnTo>
                      <a:pt x="4995" y="2561"/>
                    </a:lnTo>
                    <a:lnTo>
                      <a:pt x="4978" y="2544"/>
                    </a:lnTo>
                    <a:lnTo>
                      <a:pt x="120" y="2544"/>
                    </a:lnTo>
                    <a:lnTo>
                      <a:pt x="12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7"/>
              <p:cNvSpPr/>
              <p:nvPr/>
            </p:nvSpPr>
            <p:spPr>
              <a:xfrm>
                <a:off x="2401063" y="1126948"/>
                <a:ext cx="81608" cy="81608"/>
              </a:xfrm>
              <a:custGeom>
                <a:rect b="b" l="l" r="r" t="t"/>
                <a:pathLst>
                  <a:path extrusionOk="0" h="1787" w="1787">
                    <a:moveTo>
                      <a:pt x="1" y="0"/>
                    </a:moveTo>
                    <a:lnTo>
                      <a:pt x="1" y="511"/>
                    </a:lnTo>
                    <a:lnTo>
                      <a:pt x="639" y="1149"/>
                    </a:lnTo>
                    <a:lnTo>
                      <a:pt x="1277" y="1787"/>
                    </a:lnTo>
                    <a:lnTo>
                      <a:pt x="1787" y="1787"/>
                    </a:lnTo>
                    <a:lnTo>
                      <a:pt x="894" y="894"/>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7"/>
              <p:cNvSpPr/>
              <p:nvPr/>
            </p:nvSpPr>
            <p:spPr>
              <a:xfrm>
                <a:off x="2132995" y="960308"/>
                <a:ext cx="23610" cy="20231"/>
              </a:xfrm>
              <a:custGeom>
                <a:rect b="b" l="l" r="r" t="t"/>
                <a:pathLst>
                  <a:path extrusionOk="0" h="443" w="517">
                    <a:moveTo>
                      <a:pt x="298" y="119"/>
                    </a:moveTo>
                    <a:cubicBezTo>
                      <a:pt x="409" y="145"/>
                      <a:pt x="409" y="298"/>
                      <a:pt x="298" y="332"/>
                    </a:cubicBezTo>
                    <a:cubicBezTo>
                      <a:pt x="196" y="298"/>
                      <a:pt x="196" y="145"/>
                      <a:pt x="298" y="119"/>
                    </a:cubicBezTo>
                    <a:close/>
                    <a:moveTo>
                      <a:pt x="295" y="0"/>
                    </a:moveTo>
                    <a:cubicBezTo>
                      <a:pt x="240" y="0"/>
                      <a:pt x="184" y="21"/>
                      <a:pt x="137" y="68"/>
                    </a:cubicBezTo>
                    <a:cubicBezTo>
                      <a:pt x="1" y="204"/>
                      <a:pt x="103" y="442"/>
                      <a:pt x="298" y="442"/>
                    </a:cubicBezTo>
                    <a:cubicBezTo>
                      <a:pt x="418" y="434"/>
                      <a:pt x="511" y="340"/>
                      <a:pt x="511" y="230"/>
                    </a:cubicBezTo>
                    <a:cubicBezTo>
                      <a:pt x="517" y="92"/>
                      <a:pt x="410" y="0"/>
                      <a:pt x="2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7"/>
              <p:cNvSpPr/>
              <p:nvPr/>
            </p:nvSpPr>
            <p:spPr>
              <a:xfrm>
                <a:off x="2605425" y="1628651"/>
                <a:ext cx="23747" cy="20094"/>
              </a:xfrm>
              <a:custGeom>
                <a:rect b="b" l="l" r="r" t="t"/>
                <a:pathLst>
                  <a:path extrusionOk="0" h="440" w="520">
                    <a:moveTo>
                      <a:pt x="298" y="116"/>
                    </a:moveTo>
                    <a:cubicBezTo>
                      <a:pt x="358" y="116"/>
                      <a:pt x="409" y="167"/>
                      <a:pt x="400" y="227"/>
                    </a:cubicBezTo>
                    <a:cubicBezTo>
                      <a:pt x="400" y="290"/>
                      <a:pt x="348" y="331"/>
                      <a:pt x="294" y="331"/>
                    </a:cubicBezTo>
                    <a:cubicBezTo>
                      <a:pt x="269" y="331"/>
                      <a:pt x="243" y="322"/>
                      <a:pt x="221" y="303"/>
                    </a:cubicBezTo>
                    <a:cubicBezTo>
                      <a:pt x="153" y="235"/>
                      <a:pt x="204" y="116"/>
                      <a:pt x="298" y="116"/>
                    </a:cubicBezTo>
                    <a:close/>
                    <a:moveTo>
                      <a:pt x="299" y="1"/>
                    </a:moveTo>
                    <a:cubicBezTo>
                      <a:pt x="244" y="1"/>
                      <a:pt x="189" y="21"/>
                      <a:pt x="145" y="65"/>
                    </a:cubicBezTo>
                    <a:cubicBezTo>
                      <a:pt x="0" y="201"/>
                      <a:pt x="102" y="439"/>
                      <a:pt x="298" y="439"/>
                    </a:cubicBezTo>
                    <a:cubicBezTo>
                      <a:pt x="417" y="439"/>
                      <a:pt x="519" y="337"/>
                      <a:pt x="519" y="218"/>
                    </a:cubicBezTo>
                    <a:cubicBezTo>
                      <a:pt x="519" y="86"/>
                      <a:pt x="411" y="1"/>
                      <a:pt x="29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7"/>
              <p:cNvSpPr/>
              <p:nvPr/>
            </p:nvSpPr>
            <p:spPr>
              <a:xfrm>
                <a:off x="2145827" y="1025155"/>
                <a:ext cx="122024" cy="71515"/>
              </a:xfrm>
              <a:custGeom>
                <a:rect b="b" l="l" r="r" t="t"/>
                <a:pathLst>
                  <a:path extrusionOk="0" h="1566" w="2672">
                    <a:moveTo>
                      <a:pt x="34" y="1"/>
                    </a:moveTo>
                    <a:lnTo>
                      <a:pt x="0" y="26"/>
                    </a:lnTo>
                    <a:lnTo>
                      <a:pt x="800" y="826"/>
                    </a:lnTo>
                    <a:lnTo>
                      <a:pt x="1898" y="826"/>
                    </a:lnTo>
                    <a:lnTo>
                      <a:pt x="2638" y="1566"/>
                    </a:lnTo>
                    <a:lnTo>
                      <a:pt x="2672" y="1532"/>
                    </a:lnTo>
                    <a:lnTo>
                      <a:pt x="1923" y="783"/>
                    </a:lnTo>
                    <a:lnTo>
                      <a:pt x="817" y="783"/>
                    </a:lnTo>
                    <a:lnTo>
                      <a:pt x="3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8" name="Google Shape;518;p17"/>
            <p:cNvGrpSpPr/>
            <p:nvPr/>
          </p:nvGrpSpPr>
          <p:grpSpPr>
            <a:xfrm flipH="1" rot="5400000">
              <a:off x="8520149" y="2304293"/>
              <a:ext cx="457201" cy="78377"/>
              <a:chOff x="2974099" y="851893"/>
              <a:chExt cx="129011" cy="22560"/>
            </a:xfrm>
          </p:grpSpPr>
          <p:sp>
            <p:nvSpPr>
              <p:cNvPr id="519" name="Google Shape;519;p17"/>
              <p:cNvSpPr/>
              <p:nvPr/>
            </p:nvSpPr>
            <p:spPr>
              <a:xfrm>
                <a:off x="3071233" y="851893"/>
                <a:ext cx="31876" cy="22560"/>
              </a:xfrm>
              <a:custGeom>
                <a:rect b="b" l="l" r="r" t="t"/>
                <a:pathLst>
                  <a:path extrusionOk="0" h="494" w="698">
                    <a:moveTo>
                      <a:pt x="408" y="0"/>
                    </a:moveTo>
                    <a:lnTo>
                      <a:pt x="0" y="494"/>
                    </a:lnTo>
                    <a:lnTo>
                      <a:pt x="289" y="494"/>
                    </a:lnTo>
                    <a:lnTo>
                      <a:pt x="6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7"/>
              <p:cNvSpPr/>
              <p:nvPr/>
            </p:nvSpPr>
            <p:spPr>
              <a:xfrm>
                <a:off x="3046756" y="851893"/>
                <a:ext cx="31876" cy="22560"/>
              </a:xfrm>
              <a:custGeom>
                <a:rect b="b" l="l" r="r" t="t"/>
                <a:pathLst>
                  <a:path extrusionOk="0" h="494" w="698">
                    <a:moveTo>
                      <a:pt x="409" y="0"/>
                    </a:moveTo>
                    <a:lnTo>
                      <a:pt x="0" y="494"/>
                    </a:lnTo>
                    <a:lnTo>
                      <a:pt x="289" y="494"/>
                    </a:lnTo>
                    <a:lnTo>
                      <a:pt x="6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7"/>
              <p:cNvSpPr/>
              <p:nvPr/>
            </p:nvSpPr>
            <p:spPr>
              <a:xfrm>
                <a:off x="3022643" y="851893"/>
                <a:ext cx="31922" cy="22560"/>
              </a:xfrm>
              <a:custGeom>
                <a:rect b="b" l="l" r="r" t="t"/>
                <a:pathLst>
                  <a:path extrusionOk="0" h="494" w="699">
                    <a:moveTo>
                      <a:pt x="409" y="0"/>
                    </a:moveTo>
                    <a:lnTo>
                      <a:pt x="1" y="494"/>
                    </a:lnTo>
                    <a:lnTo>
                      <a:pt x="290" y="494"/>
                    </a:lnTo>
                    <a:lnTo>
                      <a:pt x="6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7"/>
              <p:cNvSpPr/>
              <p:nvPr/>
            </p:nvSpPr>
            <p:spPr>
              <a:xfrm>
                <a:off x="2998576" y="851893"/>
                <a:ext cx="31511" cy="22560"/>
              </a:xfrm>
              <a:custGeom>
                <a:rect b="b" l="l" r="r" t="t"/>
                <a:pathLst>
                  <a:path extrusionOk="0" h="494" w="690">
                    <a:moveTo>
                      <a:pt x="400" y="0"/>
                    </a:moveTo>
                    <a:lnTo>
                      <a:pt x="0" y="494"/>
                    </a:lnTo>
                    <a:lnTo>
                      <a:pt x="290" y="494"/>
                    </a:lnTo>
                    <a:lnTo>
                      <a:pt x="68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7"/>
              <p:cNvSpPr/>
              <p:nvPr/>
            </p:nvSpPr>
            <p:spPr>
              <a:xfrm>
                <a:off x="2974099" y="851893"/>
                <a:ext cx="31876" cy="22560"/>
              </a:xfrm>
              <a:custGeom>
                <a:rect b="b" l="l" r="r" t="t"/>
                <a:pathLst>
                  <a:path extrusionOk="0" h="494" w="698">
                    <a:moveTo>
                      <a:pt x="409" y="0"/>
                    </a:moveTo>
                    <a:lnTo>
                      <a:pt x="0" y="494"/>
                    </a:lnTo>
                    <a:lnTo>
                      <a:pt x="290" y="494"/>
                    </a:lnTo>
                    <a:lnTo>
                      <a:pt x="6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24" name="Google Shape;524;p17"/>
          <p:cNvGrpSpPr/>
          <p:nvPr/>
        </p:nvGrpSpPr>
        <p:grpSpPr>
          <a:xfrm>
            <a:off x="-1233008" y="-719363"/>
            <a:ext cx="2502550" cy="2887916"/>
            <a:chOff x="-1115609" y="-430563"/>
            <a:chExt cx="2502550" cy="2887916"/>
          </a:xfrm>
        </p:grpSpPr>
        <p:sp>
          <p:nvSpPr>
            <p:cNvPr id="525" name="Google Shape;525;p17"/>
            <p:cNvSpPr/>
            <p:nvPr/>
          </p:nvSpPr>
          <p:spPr>
            <a:xfrm flipH="1" rot="5400000">
              <a:off x="-1140839" y="92305"/>
              <a:ext cx="2552998" cy="1507261"/>
            </a:xfrm>
            <a:custGeom>
              <a:rect b="b" l="l" r="r" t="t"/>
              <a:pathLst>
                <a:path extrusionOk="0" h="10160" w="17209">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6" name="Google Shape;526;p17"/>
            <p:cNvGrpSpPr/>
            <p:nvPr/>
          </p:nvGrpSpPr>
          <p:grpSpPr>
            <a:xfrm rot="-5400000">
              <a:off x="254513" y="2088489"/>
              <a:ext cx="493952" cy="243774"/>
              <a:chOff x="2505550" y="1111010"/>
              <a:chExt cx="119740" cy="59094"/>
            </a:xfrm>
          </p:grpSpPr>
          <p:sp>
            <p:nvSpPr>
              <p:cNvPr id="527" name="Google Shape;527;p17"/>
              <p:cNvSpPr/>
              <p:nvPr/>
            </p:nvSpPr>
            <p:spPr>
              <a:xfrm>
                <a:off x="2556469" y="1152202"/>
                <a:ext cx="17902" cy="17902"/>
              </a:xfrm>
              <a:custGeom>
                <a:rect b="b" l="l" r="r" t="t"/>
                <a:pathLst>
                  <a:path extrusionOk="0" h="392" w="392">
                    <a:moveTo>
                      <a:pt x="341" y="0"/>
                    </a:moveTo>
                    <a:lnTo>
                      <a:pt x="0" y="341"/>
                    </a:lnTo>
                    <a:lnTo>
                      <a:pt x="51" y="392"/>
                    </a:lnTo>
                    <a:lnTo>
                      <a:pt x="392" y="51"/>
                    </a:lnTo>
                    <a:lnTo>
                      <a:pt x="34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7"/>
              <p:cNvSpPr/>
              <p:nvPr/>
            </p:nvSpPr>
            <p:spPr>
              <a:xfrm>
                <a:off x="2556469" y="1152202"/>
                <a:ext cx="17902" cy="17902"/>
              </a:xfrm>
              <a:custGeom>
                <a:rect b="b" l="l" r="r" t="t"/>
                <a:pathLst>
                  <a:path extrusionOk="0" h="392" w="392">
                    <a:moveTo>
                      <a:pt x="51" y="0"/>
                    </a:moveTo>
                    <a:lnTo>
                      <a:pt x="0" y="51"/>
                    </a:lnTo>
                    <a:lnTo>
                      <a:pt x="341" y="392"/>
                    </a:lnTo>
                    <a:lnTo>
                      <a:pt x="392" y="341"/>
                    </a:lnTo>
                    <a:lnTo>
                      <a:pt x="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7"/>
              <p:cNvSpPr/>
              <p:nvPr/>
            </p:nvSpPr>
            <p:spPr>
              <a:xfrm>
                <a:off x="2606978" y="1152202"/>
                <a:ext cx="17902" cy="17902"/>
              </a:xfrm>
              <a:custGeom>
                <a:rect b="b" l="l" r="r" t="t"/>
                <a:pathLst>
                  <a:path extrusionOk="0" h="392" w="392">
                    <a:moveTo>
                      <a:pt x="341" y="0"/>
                    </a:moveTo>
                    <a:lnTo>
                      <a:pt x="0" y="341"/>
                    </a:lnTo>
                    <a:lnTo>
                      <a:pt x="60" y="392"/>
                    </a:lnTo>
                    <a:lnTo>
                      <a:pt x="392" y="51"/>
                    </a:lnTo>
                    <a:lnTo>
                      <a:pt x="34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7"/>
              <p:cNvSpPr/>
              <p:nvPr/>
            </p:nvSpPr>
            <p:spPr>
              <a:xfrm>
                <a:off x="2606978" y="1152202"/>
                <a:ext cx="18313" cy="17902"/>
              </a:xfrm>
              <a:custGeom>
                <a:rect b="b" l="l" r="r" t="t"/>
                <a:pathLst>
                  <a:path extrusionOk="0" h="392" w="401">
                    <a:moveTo>
                      <a:pt x="60" y="0"/>
                    </a:moveTo>
                    <a:lnTo>
                      <a:pt x="0" y="51"/>
                    </a:lnTo>
                    <a:lnTo>
                      <a:pt x="341" y="392"/>
                    </a:lnTo>
                    <a:lnTo>
                      <a:pt x="400" y="341"/>
                    </a:lnTo>
                    <a:lnTo>
                      <a:pt x="6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7"/>
              <p:cNvSpPr/>
              <p:nvPr/>
            </p:nvSpPr>
            <p:spPr>
              <a:xfrm>
                <a:off x="2505550" y="1111010"/>
                <a:ext cx="17947" cy="17902"/>
              </a:xfrm>
              <a:custGeom>
                <a:rect b="b" l="l" r="r" t="t"/>
                <a:pathLst>
                  <a:path extrusionOk="0" h="392" w="393">
                    <a:moveTo>
                      <a:pt x="341" y="1"/>
                    </a:moveTo>
                    <a:lnTo>
                      <a:pt x="1" y="341"/>
                    </a:lnTo>
                    <a:lnTo>
                      <a:pt x="52" y="392"/>
                    </a:lnTo>
                    <a:lnTo>
                      <a:pt x="392" y="52"/>
                    </a:lnTo>
                    <a:lnTo>
                      <a:pt x="34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7"/>
              <p:cNvSpPr/>
              <p:nvPr/>
            </p:nvSpPr>
            <p:spPr>
              <a:xfrm>
                <a:off x="2505550" y="1111010"/>
                <a:ext cx="17947" cy="17902"/>
              </a:xfrm>
              <a:custGeom>
                <a:rect b="b" l="l" r="r" t="t"/>
                <a:pathLst>
                  <a:path extrusionOk="0" h="392" w="393">
                    <a:moveTo>
                      <a:pt x="52" y="1"/>
                    </a:moveTo>
                    <a:lnTo>
                      <a:pt x="1" y="52"/>
                    </a:lnTo>
                    <a:lnTo>
                      <a:pt x="341" y="392"/>
                    </a:lnTo>
                    <a:lnTo>
                      <a:pt x="392" y="341"/>
                    </a:lnTo>
                    <a:lnTo>
                      <a:pt x="5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7"/>
              <p:cNvSpPr/>
              <p:nvPr/>
            </p:nvSpPr>
            <p:spPr>
              <a:xfrm>
                <a:off x="2556058" y="1111010"/>
                <a:ext cx="17947" cy="17902"/>
              </a:xfrm>
              <a:custGeom>
                <a:rect b="b" l="l" r="r" t="t"/>
                <a:pathLst>
                  <a:path extrusionOk="0" h="392" w="393">
                    <a:moveTo>
                      <a:pt x="341" y="1"/>
                    </a:moveTo>
                    <a:lnTo>
                      <a:pt x="1" y="341"/>
                    </a:lnTo>
                    <a:lnTo>
                      <a:pt x="52" y="392"/>
                    </a:lnTo>
                    <a:lnTo>
                      <a:pt x="392" y="52"/>
                    </a:lnTo>
                    <a:lnTo>
                      <a:pt x="34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7"/>
              <p:cNvSpPr/>
              <p:nvPr/>
            </p:nvSpPr>
            <p:spPr>
              <a:xfrm>
                <a:off x="2556058" y="1111010"/>
                <a:ext cx="17947" cy="17902"/>
              </a:xfrm>
              <a:custGeom>
                <a:rect b="b" l="l" r="r" t="t"/>
                <a:pathLst>
                  <a:path extrusionOk="0" h="392" w="393">
                    <a:moveTo>
                      <a:pt x="52" y="1"/>
                    </a:moveTo>
                    <a:lnTo>
                      <a:pt x="1" y="52"/>
                    </a:lnTo>
                    <a:lnTo>
                      <a:pt x="341" y="392"/>
                    </a:lnTo>
                    <a:lnTo>
                      <a:pt x="392" y="341"/>
                    </a:lnTo>
                    <a:lnTo>
                      <a:pt x="5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5" name="Google Shape;535;p17"/>
            <p:cNvGrpSpPr/>
            <p:nvPr/>
          </p:nvGrpSpPr>
          <p:grpSpPr>
            <a:xfrm rot="5400000">
              <a:off x="-1051673" y="-188992"/>
              <a:ext cx="2374678" cy="2502550"/>
              <a:chOff x="2011428" y="602777"/>
              <a:chExt cx="774292" cy="815987"/>
            </a:xfrm>
          </p:grpSpPr>
          <p:sp>
            <p:nvSpPr>
              <p:cNvPr id="536" name="Google Shape;536;p17"/>
              <p:cNvSpPr/>
              <p:nvPr/>
            </p:nvSpPr>
            <p:spPr>
              <a:xfrm>
                <a:off x="2751470" y="1215132"/>
                <a:ext cx="15618" cy="109191"/>
              </a:xfrm>
              <a:custGeom>
                <a:rect b="b" l="l" r="r" t="t"/>
                <a:pathLst>
                  <a:path extrusionOk="0" h="2391" w="342">
                    <a:moveTo>
                      <a:pt x="341" y="0"/>
                    </a:moveTo>
                    <a:lnTo>
                      <a:pt x="1" y="341"/>
                    </a:lnTo>
                    <a:lnTo>
                      <a:pt x="1" y="1191"/>
                    </a:lnTo>
                    <a:lnTo>
                      <a:pt x="1" y="2042"/>
                    </a:lnTo>
                    <a:lnTo>
                      <a:pt x="341" y="2391"/>
                    </a:lnTo>
                    <a:lnTo>
                      <a:pt x="341" y="1191"/>
                    </a:lnTo>
                    <a:lnTo>
                      <a:pt x="34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7"/>
              <p:cNvSpPr/>
              <p:nvPr/>
            </p:nvSpPr>
            <p:spPr>
              <a:xfrm>
                <a:off x="2157107" y="742702"/>
                <a:ext cx="76950" cy="76995"/>
              </a:xfrm>
              <a:custGeom>
                <a:rect b="b" l="l" r="r" t="t"/>
                <a:pathLst>
                  <a:path extrusionOk="0" h="1686" w="1685">
                    <a:moveTo>
                      <a:pt x="0" y="1"/>
                    </a:moveTo>
                    <a:lnTo>
                      <a:pt x="842" y="843"/>
                    </a:lnTo>
                    <a:lnTo>
                      <a:pt x="1685" y="1685"/>
                    </a:lnTo>
                    <a:lnTo>
                      <a:pt x="1685" y="1209"/>
                    </a:lnTo>
                    <a:lnTo>
                      <a:pt x="1081" y="605"/>
                    </a:lnTo>
                    <a:lnTo>
                      <a:pt x="47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7"/>
              <p:cNvSpPr/>
              <p:nvPr/>
            </p:nvSpPr>
            <p:spPr>
              <a:xfrm>
                <a:off x="2011428" y="602777"/>
                <a:ext cx="37310" cy="32013"/>
              </a:xfrm>
              <a:custGeom>
                <a:rect b="b" l="l" r="r" t="t"/>
                <a:pathLst>
                  <a:path extrusionOk="0" h="701" w="817">
                    <a:moveTo>
                      <a:pt x="468" y="181"/>
                    </a:moveTo>
                    <a:cubicBezTo>
                      <a:pt x="561" y="181"/>
                      <a:pt x="630" y="258"/>
                      <a:pt x="630" y="351"/>
                    </a:cubicBezTo>
                    <a:cubicBezTo>
                      <a:pt x="630" y="448"/>
                      <a:pt x="549" y="514"/>
                      <a:pt x="466" y="514"/>
                    </a:cubicBezTo>
                    <a:cubicBezTo>
                      <a:pt x="425" y="514"/>
                      <a:pt x="383" y="498"/>
                      <a:pt x="349" y="462"/>
                    </a:cubicBezTo>
                    <a:cubicBezTo>
                      <a:pt x="247" y="360"/>
                      <a:pt x="323" y="181"/>
                      <a:pt x="468" y="181"/>
                    </a:cubicBezTo>
                    <a:close/>
                    <a:moveTo>
                      <a:pt x="468" y="0"/>
                    </a:moveTo>
                    <a:cubicBezTo>
                      <a:pt x="381" y="0"/>
                      <a:pt x="293" y="33"/>
                      <a:pt x="221" y="105"/>
                    </a:cubicBezTo>
                    <a:cubicBezTo>
                      <a:pt x="0" y="317"/>
                      <a:pt x="153" y="700"/>
                      <a:pt x="468" y="700"/>
                    </a:cubicBezTo>
                    <a:cubicBezTo>
                      <a:pt x="664" y="700"/>
                      <a:pt x="817" y="538"/>
                      <a:pt x="817" y="351"/>
                    </a:cubicBezTo>
                    <a:cubicBezTo>
                      <a:pt x="817" y="139"/>
                      <a:pt x="646" y="0"/>
                      <a:pt x="4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7"/>
              <p:cNvSpPr/>
              <p:nvPr/>
            </p:nvSpPr>
            <p:spPr>
              <a:xfrm>
                <a:off x="2748364" y="1386751"/>
                <a:ext cx="37356" cy="32013"/>
              </a:xfrm>
              <a:custGeom>
                <a:rect b="b" l="l" r="r" t="t"/>
                <a:pathLst>
                  <a:path extrusionOk="0" h="701" w="818">
                    <a:moveTo>
                      <a:pt x="469" y="190"/>
                    </a:moveTo>
                    <a:cubicBezTo>
                      <a:pt x="562" y="190"/>
                      <a:pt x="630" y="258"/>
                      <a:pt x="630" y="351"/>
                    </a:cubicBezTo>
                    <a:cubicBezTo>
                      <a:pt x="630" y="450"/>
                      <a:pt x="547" y="517"/>
                      <a:pt x="462" y="517"/>
                    </a:cubicBezTo>
                    <a:cubicBezTo>
                      <a:pt x="422" y="517"/>
                      <a:pt x="382" y="503"/>
                      <a:pt x="350" y="470"/>
                    </a:cubicBezTo>
                    <a:cubicBezTo>
                      <a:pt x="247" y="360"/>
                      <a:pt x="324" y="190"/>
                      <a:pt x="469" y="190"/>
                    </a:cubicBezTo>
                    <a:close/>
                    <a:moveTo>
                      <a:pt x="468" y="0"/>
                    </a:moveTo>
                    <a:cubicBezTo>
                      <a:pt x="382" y="0"/>
                      <a:pt x="294" y="33"/>
                      <a:pt x="222" y="105"/>
                    </a:cubicBezTo>
                    <a:cubicBezTo>
                      <a:pt x="1" y="326"/>
                      <a:pt x="154" y="700"/>
                      <a:pt x="469" y="700"/>
                    </a:cubicBezTo>
                    <a:cubicBezTo>
                      <a:pt x="664" y="700"/>
                      <a:pt x="817" y="547"/>
                      <a:pt x="817" y="351"/>
                    </a:cubicBezTo>
                    <a:cubicBezTo>
                      <a:pt x="817" y="139"/>
                      <a:pt x="647" y="0"/>
                      <a:pt x="4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7"/>
              <p:cNvSpPr/>
              <p:nvPr/>
            </p:nvSpPr>
            <p:spPr>
              <a:xfrm>
                <a:off x="2036271" y="623829"/>
                <a:ext cx="737804" cy="767351"/>
              </a:xfrm>
              <a:custGeom>
                <a:rect b="b" l="l" r="r" t="t"/>
                <a:pathLst>
                  <a:path extrusionOk="0" h="16803" w="16156">
                    <a:moveTo>
                      <a:pt x="137" y="1"/>
                    </a:moveTo>
                    <a:lnTo>
                      <a:pt x="0" y="128"/>
                    </a:lnTo>
                    <a:lnTo>
                      <a:pt x="5173" y="5301"/>
                    </a:lnTo>
                    <a:lnTo>
                      <a:pt x="5198" y="5326"/>
                    </a:lnTo>
                    <a:lnTo>
                      <a:pt x="9035" y="5326"/>
                    </a:lnTo>
                    <a:lnTo>
                      <a:pt x="15968" y="12259"/>
                    </a:lnTo>
                    <a:lnTo>
                      <a:pt x="15968" y="16802"/>
                    </a:lnTo>
                    <a:lnTo>
                      <a:pt x="16155" y="16802"/>
                    </a:lnTo>
                    <a:lnTo>
                      <a:pt x="16155" y="12183"/>
                    </a:lnTo>
                    <a:lnTo>
                      <a:pt x="9137" y="5165"/>
                    </a:lnTo>
                    <a:lnTo>
                      <a:pt x="9111" y="5139"/>
                    </a:lnTo>
                    <a:lnTo>
                      <a:pt x="5275" y="5139"/>
                    </a:lnTo>
                    <a:lnTo>
                      <a:pt x="1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7"/>
              <p:cNvSpPr/>
              <p:nvPr/>
            </p:nvSpPr>
            <p:spPr>
              <a:xfrm>
                <a:off x="2506326" y="916786"/>
                <a:ext cx="196233" cy="195822"/>
              </a:xfrm>
              <a:custGeom>
                <a:rect b="b" l="l" r="r" t="t"/>
                <a:pathLst>
                  <a:path extrusionOk="0" h="4288" w="4297">
                    <a:moveTo>
                      <a:pt x="1" y="0"/>
                    </a:moveTo>
                    <a:lnTo>
                      <a:pt x="1" y="77"/>
                    </a:lnTo>
                    <a:lnTo>
                      <a:pt x="1898" y="77"/>
                    </a:lnTo>
                    <a:lnTo>
                      <a:pt x="4220" y="2399"/>
                    </a:lnTo>
                    <a:lnTo>
                      <a:pt x="4220" y="4288"/>
                    </a:lnTo>
                    <a:lnTo>
                      <a:pt x="4297" y="4288"/>
                    </a:lnTo>
                    <a:lnTo>
                      <a:pt x="4297" y="2374"/>
                    </a:lnTo>
                    <a:lnTo>
                      <a:pt x="19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5_1_1_1_1">
    <p:spTree>
      <p:nvGrpSpPr>
        <p:cNvPr id="542" name="Shape 542"/>
        <p:cNvGrpSpPr/>
        <p:nvPr/>
      </p:nvGrpSpPr>
      <p:grpSpPr>
        <a:xfrm>
          <a:off x="0" y="0"/>
          <a:ext cx="0" cy="0"/>
          <a:chOff x="0" y="0"/>
          <a:chExt cx="0" cy="0"/>
        </a:xfrm>
      </p:grpSpPr>
      <p:grpSp>
        <p:nvGrpSpPr>
          <p:cNvPr id="543" name="Google Shape;543;p18"/>
          <p:cNvGrpSpPr/>
          <p:nvPr/>
        </p:nvGrpSpPr>
        <p:grpSpPr>
          <a:xfrm>
            <a:off x="-1555090" y="1586820"/>
            <a:ext cx="3381518" cy="4266167"/>
            <a:chOff x="-1555090" y="1586820"/>
            <a:chExt cx="3381518" cy="4266167"/>
          </a:xfrm>
        </p:grpSpPr>
        <p:sp>
          <p:nvSpPr>
            <p:cNvPr id="544" name="Google Shape;544;p18"/>
            <p:cNvSpPr/>
            <p:nvPr/>
          </p:nvSpPr>
          <p:spPr>
            <a:xfrm flipH="1">
              <a:off x="-1205398" y="3848407"/>
              <a:ext cx="3031826" cy="2004580"/>
            </a:xfrm>
            <a:custGeom>
              <a:rect b="b" l="l" r="r" t="t"/>
              <a:pathLst>
                <a:path extrusionOk="0" h="15904" w="24054">
                  <a:moveTo>
                    <a:pt x="17228" y="0"/>
                  </a:moveTo>
                  <a:lnTo>
                    <a:pt x="9955" y="7274"/>
                  </a:lnTo>
                  <a:lnTo>
                    <a:pt x="6725" y="7274"/>
                  </a:lnTo>
                  <a:lnTo>
                    <a:pt x="2610" y="11384"/>
                  </a:lnTo>
                  <a:lnTo>
                    <a:pt x="2610" y="13298"/>
                  </a:lnTo>
                  <a:lnTo>
                    <a:pt x="0" y="15904"/>
                  </a:lnTo>
                  <a:lnTo>
                    <a:pt x="7093" y="15904"/>
                  </a:lnTo>
                  <a:lnTo>
                    <a:pt x="12993" y="10003"/>
                  </a:lnTo>
                  <a:lnTo>
                    <a:pt x="15207" y="10003"/>
                  </a:lnTo>
                  <a:lnTo>
                    <a:pt x="19494" y="5716"/>
                  </a:lnTo>
                  <a:lnTo>
                    <a:pt x="19494" y="4560"/>
                  </a:lnTo>
                  <a:lnTo>
                    <a:pt x="2405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5" name="Google Shape;545;p18"/>
            <p:cNvGrpSpPr/>
            <p:nvPr/>
          </p:nvGrpSpPr>
          <p:grpSpPr>
            <a:xfrm>
              <a:off x="-1555090" y="1586820"/>
              <a:ext cx="2375896" cy="3296652"/>
              <a:chOff x="2132995" y="960308"/>
              <a:chExt cx="496177" cy="688438"/>
            </a:xfrm>
          </p:grpSpPr>
          <p:sp>
            <p:nvSpPr>
              <p:cNvPr id="546" name="Google Shape;546;p18"/>
              <p:cNvSpPr/>
              <p:nvPr/>
            </p:nvSpPr>
            <p:spPr>
              <a:xfrm>
                <a:off x="2143863" y="977753"/>
                <a:ext cx="473252" cy="659302"/>
              </a:xfrm>
              <a:custGeom>
                <a:rect b="b" l="l" r="r" t="t"/>
                <a:pathLst>
                  <a:path extrusionOk="0" h="14437" w="10363">
                    <a:moveTo>
                      <a:pt x="1" y="1"/>
                    </a:moveTo>
                    <a:lnTo>
                      <a:pt x="1" y="2663"/>
                    </a:lnTo>
                    <a:lnTo>
                      <a:pt x="4926" y="2663"/>
                    </a:lnTo>
                    <a:lnTo>
                      <a:pt x="7972" y="5709"/>
                    </a:lnTo>
                    <a:lnTo>
                      <a:pt x="7972" y="12123"/>
                    </a:lnTo>
                    <a:lnTo>
                      <a:pt x="10286" y="14437"/>
                    </a:lnTo>
                    <a:lnTo>
                      <a:pt x="10362" y="14352"/>
                    </a:lnTo>
                    <a:lnTo>
                      <a:pt x="8083" y="12081"/>
                    </a:lnTo>
                    <a:lnTo>
                      <a:pt x="8083" y="5658"/>
                    </a:lnTo>
                    <a:lnTo>
                      <a:pt x="4995" y="2561"/>
                    </a:lnTo>
                    <a:lnTo>
                      <a:pt x="4978" y="2544"/>
                    </a:lnTo>
                    <a:lnTo>
                      <a:pt x="120" y="2544"/>
                    </a:lnTo>
                    <a:lnTo>
                      <a:pt x="12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8"/>
              <p:cNvSpPr/>
              <p:nvPr/>
            </p:nvSpPr>
            <p:spPr>
              <a:xfrm>
                <a:off x="2401063" y="1126948"/>
                <a:ext cx="81608" cy="81608"/>
              </a:xfrm>
              <a:custGeom>
                <a:rect b="b" l="l" r="r" t="t"/>
                <a:pathLst>
                  <a:path extrusionOk="0" h="1787" w="1787">
                    <a:moveTo>
                      <a:pt x="1" y="0"/>
                    </a:moveTo>
                    <a:lnTo>
                      <a:pt x="1" y="511"/>
                    </a:lnTo>
                    <a:lnTo>
                      <a:pt x="639" y="1149"/>
                    </a:lnTo>
                    <a:lnTo>
                      <a:pt x="1277" y="1787"/>
                    </a:lnTo>
                    <a:lnTo>
                      <a:pt x="1787" y="1787"/>
                    </a:lnTo>
                    <a:lnTo>
                      <a:pt x="894" y="894"/>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8"/>
              <p:cNvSpPr/>
              <p:nvPr/>
            </p:nvSpPr>
            <p:spPr>
              <a:xfrm>
                <a:off x="2132995" y="960308"/>
                <a:ext cx="23610" cy="20231"/>
              </a:xfrm>
              <a:custGeom>
                <a:rect b="b" l="l" r="r" t="t"/>
                <a:pathLst>
                  <a:path extrusionOk="0" h="443" w="517">
                    <a:moveTo>
                      <a:pt x="298" y="119"/>
                    </a:moveTo>
                    <a:cubicBezTo>
                      <a:pt x="409" y="145"/>
                      <a:pt x="409" y="298"/>
                      <a:pt x="298" y="332"/>
                    </a:cubicBezTo>
                    <a:cubicBezTo>
                      <a:pt x="196" y="298"/>
                      <a:pt x="196" y="145"/>
                      <a:pt x="298" y="119"/>
                    </a:cubicBezTo>
                    <a:close/>
                    <a:moveTo>
                      <a:pt x="295" y="0"/>
                    </a:moveTo>
                    <a:cubicBezTo>
                      <a:pt x="240" y="0"/>
                      <a:pt x="184" y="21"/>
                      <a:pt x="137" y="68"/>
                    </a:cubicBezTo>
                    <a:cubicBezTo>
                      <a:pt x="1" y="204"/>
                      <a:pt x="103" y="442"/>
                      <a:pt x="298" y="442"/>
                    </a:cubicBezTo>
                    <a:cubicBezTo>
                      <a:pt x="418" y="434"/>
                      <a:pt x="511" y="340"/>
                      <a:pt x="511" y="230"/>
                    </a:cubicBezTo>
                    <a:cubicBezTo>
                      <a:pt x="517" y="92"/>
                      <a:pt x="410" y="0"/>
                      <a:pt x="2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8"/>
              <p:cNvSpPr/>
              <p:nvPr/>
            </p:nvSpPr>
            <p:spPr>
              <a:xfrm>
                <a:off x="2605425" y="1628651"/>
                <a:ext cx="23747" cy="20094"/>
              </a:xfrm>
              <a:custGeom>
                <a:rect b="b" l="l" r="r" t="t"/>
                <a:pathLst>
                  <a:path extrusionOk="0" h="440" w="520">
                    <a:moveTo>
                      <a:pt x="298" y="116"/>
                    </a:moveTo>
                    <a:cubicBezTo>
                      <a:pt x="358" y="116"/>
                      <a:pt x="409" y="167"/>
                      <a:pt x="400" y="227"/>
                    </a:cubicBezTo>
                    <a:cubicBezTo>
                      <a:pt x="400" y="290"/>
                      <a:pt x="348" y="331"/>
                      <a:pt x="294" y="331"/>
                    </a:cubicBezTo>
                    <a:cubicBezTo>
                      <a:pt x="269" y="331"/>
                      <a:pt x="243" y="322"/>
                      <a:pt x="221" y="303"/>
                    </a:cubicBezTo>
                    <a:cubicBezTo>
                      <a:pt x="153" y="235"/>
                      <a:pt x="204" y="116"/>
                      <a:pt x="298" y="116"/>
                    </a:cubicBezTo>
                    <a:close/>
                    <a:moveTo>
                      <a:pt x="299" y="1"/>
                    </a:moveTo>
                    <a:cubicBezTo>
                      <a:pt x="244" y="1"/>
                      <a:pt x="189" y="21"/>
                      <a:pt x="145" y="65"/>
                    </a:cubicBezTo>
                    <a:cubicBezTo>
                      <a:pt x="0" y="201"/>
                      <a:pt x="102" y="439"/>
                      <a:pt x="298" y="439"/>
                    </a:cubicBezTo>
                    <a:cubicBezTo>
                      <a:pt x="417" y="439"/>
                      <a:pt x="519" y="337"/>
                      <a:pt x="519" y="218"/>
                    </a:cubicBezTo>
                    <a:cubicBezTo>
                      <a:pt x="519" y="86"/>
                      <a:pt x="411" y="1"/>
                      <a:pt x="29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8"/>
              <p:cNvSpPr/>
              <p:nvPr/>
            </p:nvSpPr>
            <p:spPr>
              <a:xfrm>
                <a:off x="2145827" y="1025155"/>
                <a:ext cx="122024" cy="71515"/>
              </a:xfrm>
              <a:custGeom>
                <a:rect b="b" l="l" r="r" t="t"/>
                <a:pathLst>
                  <a:path extrusionOk="0" h="1566" w="2672">
                    <a:moveTo>
                      <a:pt x="34" y="1"/>
                    </a:moveTo>
                    <a:lnTo>
                      <a:pt x="0" y="26"/>
                    </a:lnTo>
                    <a:lnTo>
                      <a:pt x="800" y="826"/>
                    </a:lnTo>
                    <a:lnTo>
                      <a:pt x="1898" y="826"/>
                    </a:lnTo>
                    <a:lnTo>
                      <a:pt x="2638" y="1566"/>
                    </a:lnTo>
                    <a:lnTo>
                      <a:pt x="2672" y="1532"/>
                    </a:lnTo>
                    <a:lnTo>
                      <a:pt x="1923" y="783"/>
                    </a:lnTo>
                    <a:lnTo>
                      <a:pt x="817" y="783"/>
                    </a:lnTo>
                    <a:lnTo>
                      <a:pt x="3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1" name="Google Shape;551;p18"/>
            <p:cNvGrpSpPr/>
            <p:nvPr/>
          </p:nvGrpSpPr>
          <p:grpSpPr>
            <a:xfrm rot="-5400000">
              <a:off x="247893" y="3858068"/>
              <a:ext cx="457201" cy="78377"/>
              <a:chOff x="2974099" y="851893"/>
              <a:chExt cx="129011" cy="22560"/>
            </a:xfrm>
          </p:grpSpPr>
          <p:sp>
            <p:nvSpPr>
              <p:cNvPr id="552" name="Google Shape;552;p18"/>
              <p:cNvSpPr/>
              <p:nvPr/>
            </p:nvSpPr>
            <p:spPr>
              <a:xfrm>
                <a:off x="3071233" y="851893"/>
                <a:ext cx="31876" cy="22560"/>
              </a:xfrm>
              <a:custGeom>
                <a:rect b="b" l="l" r="r" t="t"/>
                <a:pathLst>
                  <a:path extrusionOk="0" h="494" w="698">
                    <a:moveTo>
                      <a:pt x="408" y="0"/>
                    </a:moveTo>
                    <a:lnTo>
                      <a:pt x="0" y="494"/>
                    </a:lnTo>
                    <a:lnTo>
                      <a:pt x="289" y="494"/>
                    </a:lnTo>
                    <a:lnTo>
                      <a:pt x="6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8"/>
              <p:cNvSpPr/>
              <p:nvPr/>
            </p:nvSpPr>
            <p:spPr>
              <a:xfrm>
                <a:off x="3046756" y="851893"/>
                <a:ext cx="31876" cy="22560"/>
              </a:xfrm>
              <a:custGeom>
                <a:rect b="b" l="l" r="r" t="t"/>
                <a:pathLst>
                  <a:path extrusionOk="0" h="494" w="698">
                    <a:moveTo>
                      <a:pt x="409" y="0"/>
                    </a:moveTo>
                    <a:lnTo>
                      <a:pt x="0" y="494"/>
                    </a:lnTo>
                    <a:lnTo>
                      <a:pt x="289" y="494"/>
                    </a:lnTo>
                    <a:lnTo>
                      <a:pt x="6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8"/>
              <p:cNvSpPr/>
              <p:nvPr/>
            </p:nvSpPr>
            <p:spPr>
              <a:xfrm>
                <a:off x="3022643" y="851893"/>
                <a:ext cx="31922" cy="22560"/>
              </a:xfrm>
              <a:custGeom>
                <a:rect b="b" l="l" r="r" t="t"/>
                <a:pathLst>
                  <a:path extrusionOk="0" h="494" w="699">
                    <a:moveTo>
                      <a:pt x="409" y="0"/>
                    </a:moveTo>
                    <a:lnTo>
                      <a:pt x="1" y="494"/>
                    </a:lnTo>
                    <a:lnTo>
                      <a:pt x="290" y="494"/>
                    </a:lnTo>
                    <a:lnTo>
                      <a:pt x="6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8"/>
              <p:cNvSpPr/>
              <p:nvPr/>
            </p:nvSpPr>
            <p:spPr>
              <a:xfrm>
                <a:off x="2998576" y="851893"/>
                <a:ext cx="31511" cy="22560"/>
              </a:xfrm>
              <a:custGeom>
                <a:rect b="b" l="l" r="r" t="t"/>
                <a:pathLst>
                  <a:path extrusionOk="0" h="494" w="690">
                    <a:moveTo>
                      <a:pt x="400" y="0"/>
                    </a:moveTo>
                    <a:lnTo>
                      <a:pt x="0" y="494"/>
                    </a:lnTo>
                    <a:lnTo>
                      <a:pt x="290" y="494"/>
                    </a:lnTo>
                    <a:lnTo>
                      <a:pt x="68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8"/>
              <p:cNvSpPr/>
              <p:nvPr/>
            </p:nvSpPr>
            <p:spPr>
              <a:xfrm>
                <a:off x="2974099" y="851893"/>
                <a:ext cx="31876" cy="22560"/>
              </a:xfrm>
              <a:custGeom>
                <a:rect b="b" l="l" r="r" t="t"/>
                <a:pathLst>
                  <a:path extrusionOk="0" h="494" w="698">
                    <a:moveTo>
                      <a:pt x="409" y="0"/>
                    </a:moveTo>
                    <a:lnTo>
                      <a:pt x="0" y="494"/>
                    </a:lnTo>
                    <a:lnTo>
                      <a:pt x="290" y="494"/>
                    </a:lnTo>
                    <a:lnTo>
                      <a:pt x="6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57" name="Google Shape;557;p18"/>
          <p:cNvGrpSpPr/>
          <p:nvPr/>
        </p:nvGrpSpPr>
        <p:grpSpPr>
          <a:xfrm>
            <a:off x="7948800" y="2279498"/>
            <a:ext cx="3002278" cy="3076170"/>
            <a:chOff x="7796400" y="2279498"/>
            <a:chExt cx="3002278" cy="3076170"/>
          </a:xfrm>
        </p:grpSpPr>
        <p:sp>
          <p:nvSpPr>
            <p:cNvPr id="558" name="Google Shape;558;p18"/>
            <p:cNvSpPr/>
            <p:nvPr/>
          </p:nvSpPr>
          <p:spPr>
            <a:xfrm>
              <a:off x="7796400" y="3848407"/>
              <a:ext cx="2552998" cy="1507261"/>
            </a:xfrm>
            <a:custGeom>
              <a:rect b="b" l="l" r="r" t="t"/>
              <a:pathLst>
                <a:path extrusionOk="0" h="10160" w="17209">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9" name="Google Shape;559;p18"/>
            <p:cNvGrpSpPr/>
            <p:nvPr/>
          </p:nvGrpSpPr>
          <p:grpSpPr>
            <a:xfrm rot="5400000">
              <a:off x="8294983" y="3132996"/>
              <a:ext cx="493952" cy="243774"/>
              <a:chOff x="2505550" y="1111010"/>
              <a:chExt cx="119740" cy="59094"/>
            </a:xfrm>
          </p:grpSpPr>
          <p:sp>
            <p:nvSpPr>
              <p:cNvPr id="560" name="Google Shape;560;p18"/>
              <p:cNvSpPr/>
              <p:nvPr/>
            </p:nvSpPr>
            <p:spPr>
              <a:xfrm>
                <a:off x="2556469" y="1152202"/>
                <a:ext cx="17902" cy="17902"/>
              </a:xfrm>
              <a:custGeom>
                <a:rect b="b" l="l" r="r" t="t"/>
                <a:pathLst>
                  <a:path extrusionOk="0" h="392" w="392">
                    <a:moveTo>
                      <a:pt x="341" y="0"/>
                    </a:moveTo>
                    <a:lnTo>
                      <a:pt x="0" y="341"/>
                    </a:lnTo>
                    <a:lnTo>
                      <a:pt x="51" y="392"/>
                    </a:lnTo>
                    <a:lnTo>
                      <a:pt x="392" y="51"/>
                    </a:lnTo>
                    <a:lnTo>
                      <a:pt x="34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8"/>
              <p:cNvSpPr/>
              <p:nvPr/>
            </p:nvSpPr>
            <p:spPr>
              <a:xfrm>
                <a:off x="2556469" y="1152202"/>
                <a:ext cx="17902" cy="17902"/>
              </a:xfrm>
              <a:custGeom>
                <a:rect b="b" l="l" r="r" t="t"/>
                <a:pathLst>
                  <a:path extrusionOk="0" h="392" w="392">
                    <a:moveTo>
                      <a:pt x="51" y="0"/>
                    </a:moveTo>
                    <a:lnTo>
                      <a:pt x="0" y="51"/>
                    </a:lnTo>
                    <a:lnTo>
                      <a:pt x="341" y="392"/>
                    </a:lnTo>
                    <a:lnTo>
                      <a:pt x="392" y="341"/>
                    </a:lnTo>
                    <a:lnTo>
                      <a:pt x="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8"/>
              <p:cNvSpPr/>
              <p:nvPr/>
            </p:nvSpPr>
            <p:spPr>
              <a:xfrm>
                <a:off x="2606978" y="1152202"/>
                <a:ext cx="17902" cy="17902"/>
              </a:xfrm>
              <a:custGeom>
                <a:rect b="b" l="l" r="r" t="t"/>
                <a:pathLst>
                  <a:path extrusionOk="0" h="392" w="392">
                    <a:moveTo>
                      <a:pt x="341" y="0"/>
                    </a:moveTo>
                    <a:lnTo>
                      <a:pt x="0" y="341"/>
                    </a:lnTo>
                    <a:lnTo>
                      <a:pt x="60" y="392"/>
                    </a:lnTo>
                    <a:lnTo>
                      <a:pt x="392" y="51"/>
                    </a:lnTo>
                    <a:lnTo>
                      <a:pt x="34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8"/>
              <p:cNvSpPr/>
              <p:nvPr/>
            </p:nvSpPr>
            <p:spPr>
              <a:xfrm>
                <a:off x="2606978" y="1152202"/>
                <a:ext cx="18313" cy="17902"/>
              </a:xfrm>
              <a:custGeom>
                <a:rect b="b" l="l" r="r" t="t"/>
                <a:pathLst>
                  <a:path extrusionOk="0" h="392" w="401">
                    <a:moveTo>
                      <a:pt x="60" y="0"/>
                    </a:moveTo>
                    <a:lnTo>
                      <a:pt x="0" y="51"/>
                    </a:lnTo>
                    <a:lnTo>
                      <a:pt x="341" y="392"/>
                    </a:lnTo>
                    <a:lnTo>
                      <a:pt x="400" y="341"/>
                    </a:lnTo>
                    <a:lnTo>
                      <a:pt x="6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8"/>
              <p:cNvSpPr/>
              <p:nvPr/>
            </p:nvSpPr>
            <p:spPr>
              <a:xfrm>
                <a:off x="2505550" y="1111010"/>
                <a:ext cx="17947" cy="17902"/>
              </a:xfrm>
              <a:custGeom>
                <a:rect b="b" l="l" r="r" t="t"/>
                <a:pathLst>
                  <a:path extrusionOk="0" h="392" w="393">
                    <a:moveTo>
                      <a:pt x="341" y="1"/>
                    </a:moveTo>
                    <a:lnTo>
                      <a:pt x="1" y="341"/>
                    </a:lnTo>
                    <a:lnTo>
                      <a:pt x="52" y="392"/>
                    </a:lnTo>
                    <a:lnTo>
                      <a:pt x="392" y="52"/>
                    </a:lnTo>
                    <a:lnTo>
                      <a:pt x="34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8"/>
              <p:cNvSpPr/>
              <p:nvPr/>
            </p:nvSpPr>
            <p:spPr>
              <a:xfrm>
                <a:off x="2505550" y="1111010"/>
                <a:ext cx="17947" cy="17902"/>
              </a:xfrm>
              <a:custGeom>
                <a:rect b="b" l="l" r="r" t="t"/>
                <a:pathLst>
                  <a:path extrusionOk="0" h="392" w="393">
                    <a:moveTo>
                      <a:pt x="52" y="1"/>
                    </a:moveTo>
                    <a:lnTo>
                      <a:pt x="1" y="52"/>
                    </a:lnTo>
                    <a:lnTo>
                      <a:pt x="341" y="392"/>
                    </a:lnTo>
                    <a:lnTo>
                      <a:pt x="392" y="341"/>
                    </a:lnTo>
                    <a:lnTo>
                      <a:pt x="5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8"/>
              <p:cNvSpPr/>
              <p:nvPr/>
            </p:nvSpPr>
            <p:spPr>
              <a:xfrm>
                <a:off x="2556058" y="1111010"/>
                <a:ext cx="17947" cy="17902"/>
              </a:xfrm>
              <a:custGeom>
                <a:rect b="b" l="l" r="r" t="t"/>
                <a:pathLst>
                  <a:path extrusionOk="0" h="392" w="393">
                    <a:moveTo>
                      <a:pt x="341" y="1"/>
                    </a:moveTo>
                    <a:lnTo>
                      <a:pt x="1" y="341"/>
                    </a:lnTo>
                    <a:lnTo>
                      <a:pt x="52" y="392"/>
                    </a:lnTo>
                    <a:lnTo>
                      <a:pt x="392" y="52"/>
                    </a:lnTo>
                    <a:lnTo>
                      <a:pt x="34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8"/>
              <p:cNvSpPr/>
              <p:nvPr/>
            </p:nvSpPr>
            <p:spPr>
              <a:xfrm>
                <a:off x="2556058" y="1111010"/>
                <a:ext cx="17947" cy="17902"/>
              </a:xfrm>
              <a:custGeom>
                <a:rect b="b" l="l" r="r" t="t"/>
                <a:pathLst>
                  <a:path extrusionOk="0" h="392" w="393">
                    <a:moveTo>
                      <a:pt x="52" y="1"/>
                    </a:moveTo>
                    <a:lnTo>
                      <a:pt x="1" y="52"/>
                    </a:lnTo>
                    <a:lnTo>
                      <a:pt x="341" y="392"/>
                    </a:lnTo>
                    <a:lnTo>
                      <a:pt x="392" y="341"/>
                    </a:lnTo>
                    <a:lnTo>
                      <a:pt x="5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8" name="Google Shape;568;p18"/>
            <p:cNvGrpSpPr/>
            <p:nvPr/>
          </p:nvGrpSpPr>
          <p:grpSpPr>
            <a:xfrm flipH="1">
              <a:off x="8424001" y="2524469"/>
              <a:ext cx="2374678" cy="2502550"/>
              <a:chOff x="2011428" y="602777"/>
              <a:chExt cx="774292" cy="815987"/>
            </a:xfrm>
          </p:grpSpPr>
          <p:sp>
            <p:nvSpPr>
              <p:cNvPr id="569" name="Google Shape;569;p18"/>
              <p:cNvSpPr/>
              <p:nvPr/>
            </p:nvSpPr>
            <p:spPr>
              <a:xfrm>
                <a:off x="2751470" y="1215132"/>
                <a:ext cx="15618" cy="109191"/>
              </a:xfrm>
              <a:custGeom>
                <a:rect b="b" l="l" r="r" t="t"/>
                <a:pathLst>
                  <a:path extrusionOk="0" h="2391" w="342">
                    <a:moveTo>
                      <a:pt x="341" y="0"/>
                    </a:moveTo>
                    <a:lnTo>
                      <a:pt x="1" y="341"/>
                    </a:lnTo>
                    <a:lnTo>
                      <a:pt x="1" y="1191"/>
                    </a:lnTo>
                    <a:lnTo>
                      <a:pt x="1" y="2042"/>
                    </a:lnTo>
                    <a:lnTo>
                      <a:pt x="341" y="2391"/>
                    </a:lnTo>
                    <a:lnTo>
                      <a:pt x="341" y="1191"/>
                    </a:lnTo>
                    <a:lnTo>
                      <a:pt x="34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8"/>
              <p:cNvSpPr/>
              <p:nvPr/>
            </p:nvSpPr>
            <p:spPr>
              <a:xfrm>
                <a:off x="2157107" y="742702"/>
                <a:ext cx="76950" cy="76995"/>
              </a:xfrm>
              <a:custGeom>
                <a:rect b="b" l="l" r="r" t="t"/>
                <a:pathLst>
                  <a:path extrusionOk="0" h="1686" w="1685">
                    <a:moveTo>
                      <a:pt x="0" y="1"/>
                    </a:moveTo>
                    <a:lnTo>
                      <a:pt x="842" y="843"/>
                    </a:lnTo>
                    <a:lnTo>
                      <a:pt x="1685" y="1685"/>
                    </a:lnTo>
                    <a:lnTo>
                      <a:pt x="1685" y="1209"/>
                    </a:lnTo>
                    <a:lnTo>
                      <a:pt x="1081" y="605"/>
                    </a:lnTo>
                    <a:lnTo>
                      <a:pt x="47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8"/>
              <p:cNvSpPr/>
              <p:nvPr/>
            </p:nvSpPr>
            <p:spPr>
              <a:xfrm>
                <a:off x="2011428" y="602777"/>
                <a:ext cx="37310" cy="32013"/>
              </a:xfrm>
              <a:custGeom>
                <a:rect b="b" l="l" r="r" t="t"/>
                <a:pathLst>
                  <a:path extrusionOk="0" h="701" w="817">
                    <a:moveTo>
                      <a:pt x="468" y="181"/>
                    </a:moveTo>
                    <a:cubicBezTo>
                      <a:pt x="561" y="181"/>
                      <a:pt x="630" y="258"/>
                      <a:pt x="630" y="351"/>
                    </a:cubicBezTo>
                    <a:cubicBezTo>
                      <a:pt x="630" y="448"/>
                      <a:pt x="549" y="514"/>
                      <a:pt x="466" y="514"/>
                    </a:cubicBezTo>
                    <a:cubicBezTo>
                      <a:pt x="425" y="514"/>
                      <a:pt x="383" y="498"/>
                      <a:pt x="349" y="462"/>
                    </a:cubicBezTo>
                    <a:cubicBezTo>
                      <a:pt x="247" y="360"/>
                      <a:pt x="323" y="181"/>
                      <a:pt x="468" y="181"/>
                    </a:cubicBezTo>
                    <a:close/>
                    <a:moveTo>
                      <a:pt x="468" y="0"/>
                    </a:moveTo>
                    <a:cubicBezTo>
                      <a:pt x="381" y="0"/>
                      <a:pt x="293" y="33"/>
                      <a:pt x="221" y="105"/>
                    </a:cubicBezTo>
                    <a:cubicBezTo>
                      <a:pt x="0" y="317"/>
                      <a:pt x="153" y="700"/>
                      <a:pt x="468" y="700"/>
                    </a:cubicBezTo>
                    <a:cubicBezTo>
                      <a:pt x="664" y="700"/>
                      <a:pt x="817" y="538"/>
                      <a:pt x="817" y="351"/>
                    </a:cubicBezTo>
                    <a:cubicBezTo>
                      <a:pt x="817" y="139"/>
                      <a:pt x="646" y="0"/>
                      <a:pt x="4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8"/>
              <p:cNvSpPr/>
              <p:nvPr/>
            </p:nvSpPr>
            <p:spPr>
              <a:xfrm>
                <a:off x="2748364" y="1386751"/>
                <a:ext cx="37356" cy="32013"/>
              </a:xfrm>
              <a:custGeom>
                <a:rect b="b" l="l" r="r" t="t"/>
                <a:pathLst>
                  <a:path extrusionOk="0" h="701" w="818">
                    <a:moveTo>
                      <a:pt x="469" y="190"/>
                    </a:moveTo>
                    <a:cubicBezTo>
                      <a:pt x="562" y="190"/>
                      <a:pt x="630" y="258"/>
                      <a:pt x="630" y="351"/>
                    </a:cubicBezTo>
                    <a:cubicBezTo>
                      <a:pt x="630" y="450"/>
                      <a:pt x="547" y="517"/>
                      <a:pt x="462" y="517"/>
                    </a:cubicBezTo>
                    <a:cubicBezTo>
                      <a:pt x="422" y="517"/>
                      <a:pt x="382" y="503"/>
                      <a:pt x="350" y="470"/>
                    </a:cubicBezTo>
                    <a:cubicBezTo>
                      <a:pt x="247" y="360"/>
                      <a:pt x="324" y="190"/>
                      <a:pt x="469" y="190"/>
                    </a:cubicBezTo>
                    <a:close/>
                    <a:moveTo>
                      <a:pt x="468" y="0"/>
                    </a:moveTo>
                    <a:cubicBezTo>
                      <a:pt x="382" y="0"/>
                      <a:pt x="294" y="33"/>
                      <a:pt x="222" y="105"/>
                    </a:cubicBezTo>
                    <a:cubicBezTo>
                      <a:pt x="1" y="326"/>
                      <a:pt x="154" y="700"/>
                      <a:pt x="469" y="700"/>
                    </a:cubicBezTo>
                    <a:cubicBezTo>
                      <a:pt x="664" y="700"/>
                      <a:pt x="817" y="547"/>
                      <a:pt x="817" y="351"/>
                    </a:cubicBezTo>
                    <a:cubicBezTo>
                      <a:pt x="817" y="139"/>
                      <a:pt x="647" y="0"/>
                      <a:pt x="4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8"/>
              <p:cNvSpPr/>
              <p:nvPr/>
            </p:nvSpPr>
            <p:spPr>
              <a:xfrm>
                <a:off x="2036271" y="623829"/>
                <a:ext cx="737804" cy="767351"/>
              </a:xfrm>
              <a:custGeom>
                <a:rect b="b" l="l" r="r" t="t"/>
                <a:pathLst>
                  <a:path extrusionOk="0" h="16803" w="16156">
                    <a:moveTo>
                      <a:pt x="137" y="1"/>
                    </a:moveTo>
                    <a:lnTo>
                      <a:pt x="0" y="128"/>
                    </a:lnTo>
                    <a:lnTo>
                      <a:pt x="5173" y="5301"/>
                    </a:lnTo>
                    <a:lnTo>
                      <a:pt x="5198" y="5326"/>
                    </a:lnTo>
                    <a:lnTo>
                      <a:pt x="9035" y="5326"/>
                    </a:lnTo>
                    <a:lnTo>
                      <a:pt x="15968" y="12259"/>
                    </a:lnTo>
                    <a:lnTo>
                      <a:pt x="15968" y="16802"/>
                    </a:lnTo>
                    <a:lnTo>
                      <a:pt x="16155" y="16802"/>
                    </a:lnTo>
                    <a:lnTo>
                      <a:pt x="16155" y="12183"/>
                    </a:lnTo>
                    <a:lnTo>
                      <a:pt x="9137" y="5165"/>
                    </a:lnTo>
                    <a:lnTo>
                      <a:pt x="9111" y="5139"/>
                    </a:lnTo>
                    <a:lnTo>
                      <a:pt x="5275" y="5139"/>
                    </a:lnTo>
                    <a:lnTo>
                      <a:pt x="1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8"/>
              <p:cNvSpPr/>
              <p:nvPr/>
            </p:nvSpPr>
            <p:spPr>
              <a:xfrm>
                <a:off x="2506326" y="916786"/>
                <a:ext cx="196233" cy="195822"/>
              </a:xfrm>
              <a:custGeom>
                <a:rect b="b" l="l" r="r" t="t"/>
                <a:pathLst>
                  <a:path extrusionOk="0" h="4288" w="4297">
                    <a:moveTo>
                      <a:pt x="1" y="0"/>
                    </a:moveTo>
                    <a:lnTo>
                      <a:pt x="1" y="77"/>
                    </a:lnTo>
                    <a:lnTo>
                      <a:pt x="1898" y="77"/>
                    </a:lnTo>
                    <a:lnTo>
                      <a:pt x="4220" y="2399"/>
                    </a:lnTo>
                    <a:lnTo>
                      <a:pt x="4220" y="4288"/>
                    </a:lnTo>
                    <a:lnTo>
                      <a:pt x="4297" y="4288"/>
                    </a:lnTo>
                    <a:lnTo>
                      <a:pt x="4297" y="2374"/>
                    </a:lnTo>
                    <a:lnTo>
                      <a:pt x="19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5" name="Google Shape;575;p18"/>
            <p:cNvGrpSpPr/>
            <p:nvPr/>
          </p:nvGrpSpPr>
          <p:grpSpPr>
            <a:xfrm>
              <a:off x="8271603" y="2279498"/>
              <a:ext cx="1807417" cy="584521"/>
              <a:chOff x="7881778" y="696098"/>
              <a:chExt cx="1807417" cy="584521"/>
            </a:xfrm>
          </p:grpSpPr>
          <p:sp>
            <p:nvSpPr>
              <p:cNvPr id="576" name="Google Shape;576;p18"/>
              <p:cNvSpPr/>
              <p:nvPr/>
            </p:nvSpPr>
            <p:spPr>
              <a:xfrm>
                <a:off x="7950928" y="767548"/>
                <a:ext cx="1738267" cy="513071"/>
              </a:xfrm>
              <a:custGeom>
                <a:rect b="b" l="l" r="r" t="t"/>
                <a:pathLst>
                  <a:path extrusionOk="0" h="2757" w="9341">
                    <a:moveTo>
                      <a:pt x="85" y="0"/>
                    </a:moveTo>
                    <a:lnTo>
                      <a:pt x="0" y="85"/>
                    </a:lnTo>
                    <a:lnTo>
                      <a:pt x="1030" y="1115"/>
                    </a:lnTo>
                    <a:lnTo>
                      <a:pt x="7614" y="1115"/>
                    </a:lnTo>
                    <a:lnTo>
                      <a:pt x="9256" y="2757"/>
                    </a:lnTo>
                    <a:lnTo>
                      <a:pt x="9341" y="2671"/>
                    </a:lnTo>
                    <a:lnTo>
                      <a:pt x="7665" y="996"/>
                    </a:lnTo>
                    <a:lnTo>
                      <a:pt x="1081" y="996"/>
                    </a:lnTo>
                    <a:lnTo>
                      <a:pt x="8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8"/>
              <p:cNvSpPr/>
              <p:nvPr/>
            </p:nvSpPr>
            <p:spPr>
              <a:xfrm flipH="1">
                <a:off x="7881778" y="696098"/>
                <a:ext cx="114567" cy="98180"/>
              </a:xfrm>
              <a:custGeom>
                <a:rect b="b" l="l" r="r" t="t"/>
                <a:pathLst>
                  <a:path extrusionOk="0" h="701" w="818">
                    <a:moveTo>
                      <a:pt x="469" y="190"/>
                    </a:moveTo>
                    <a:cubicBezTo>
                      <a:pt x="562" y="190"/>
                      <a:pt x="630" y="258"/>
                      <a:pt x="630" y="351"/>
                    </a:cubicBezTo>
                    <a:cubicBezTo>
                      <a:pt x="630" y="450"/>
                      <a:pt x="547" y="517"/>
                      <a:pt x="462" y="517"/>
                    </a:cubicBezTo>
                    <a:cubicBezTo>
                      <a:pt x="422" y="517"/>
                      <a:pt x="382" y="503"/>
                      <a:pt x="350" y="470"/>
                    </a:cubicBezTo>
                    <a:cubicBezTo>
                      <a:pt x="247" y="360"/>
                      <a:pt x="324" y="190"/>
                      <a:pt x="469" y="190"/>
                    </a:cubicBezTo>
                    <a:close/>
                    <a:moveTo>
                      <a:pt x="468" y="0"/>
                    </a:moveTo>
                    <a:cubicBezTo>
                      <a:pt x="382" y="0"/>
                      <a:pt x="294" y="33"/>
                      <a:pt x="222" y="105"/>
                    </a:cubicBezTo>
                    <a:cubicBezTo>
                      <a:pt x="1" y="326"/>
                      <a:pt x="154" y="700"/>
                      <a:pt x="469" y="700"/>
                    </a:cubicBezTo>
                    <a:cubicBezTo>
                      <a:pt x="664" y="700"/>
                      <a:pt x="817" y="547"/>
                      <a:pt x="817" y="351"/>
                    </a:cubicBezTo>
                    <a:cubicBezTo>
                      <a:pt x="817" y="139"/>
                      <a:pt x="647" y="0"/>
                      <a:pt x="4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78" name="Google Shape;578;p18"/>
          <p:cNvSpPr txBox="1"/>
          <p:nvPr>
            <p:ph hasCustomPrompt="1" type="title"/>
          </p:nvPr>
        </p:nvSpPr>
        <p:spPr>
          <a:xfrm>
            <a:off x="775850" y="1434420"/>
            <a:ext cx="2294100" cy="527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5"/>
              </a:buClr>
              <a:buSzPts val="3000"/>
              <a:buNone/>
              <a:defRPr/>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a:r>
              <a:t>xx%</a:t>
            </a:r>
          </a:p>
        </p:txBody>
      </p:sp>
      <p:sp>
        <p:nvSpPr>
          <p:cNvPr id="579" name="Google Shape;579;p18"/>
          <p:cNvSpPr txBox="1"/>
          <p:nvPr>
            <p:ph hasCustomPrompt="1" idx="2" type="title"/>
          </p:nvPr>
        </p:nvSpPr>
        <p:spPr>
          <a:xfrm>
            <a:off x="6074050" y="1434420"/>
            <a:ext cx="2294100" cy="527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4"/>
              </a:buClr>
              <a:buSzPts val="3000"/>
              <a:buNone/>
              <a:defRPr/>
            </a:lvl1pPr>
            <a:lvl2pPr lvl="1" rtl="0">
              <a:spcBef>
                <a:spcPts val="0"/>
              </a:spcBef>
              <a:spcAft>
                <a:spcPts val="0"/>
              </a:spcAft>
              <a:buClr>
                <a:schemeClr val="accent4"/>
              </a:buClr>
              <a:buSzPts val="3200"/>
              <a:buNone/>
              <a:defRPr sz="3200">
                <a:solidFill>
                  <a:schemeClr val="accent4"/>
                </a:solidFill>
              </a:defRPr>
            </a:lvl2pPr>
            <a:lvl3pPr lvl="2" rtl="0">
              <a:spcBef>
                <a:spcPts val="0"/>
              </a:spcBef>
              <a:spcAft>
                <a:spcPts val="0"/>
              </a:spcAft>
              <a:buClr>
                <a:schemeClr val="accent4"/>
              </a:buClr>
              <a:buSzPts val="3200"/>
              <a:buNone/>
              <a:defRPr sz="3200">
                <a:solidFill>
                  <a:schemeClr val="accent4"/>
                </a:solidFill>
              </a:defRPr>
            </a:lvl3pPr>
            <a:lvl4pPr lvl="3" rtl="0">
              <a:spcBef>
                <a:spcPts val="0"/>
              </a:spcBef>
              <a:spcAft>
                <a:spcPts val="0"/>
              </a:spcAft>
              <a:buClr>
                <a:schemeClr val="accent4"/>
              </a:buClr>
              <a:buSzPts val="3200"/>
              <a:buNone/>
              <a:defRPr sz="3200">
                <a:solidFill>
                  <a:schemeClr val="accent4"/>
                </a:solidFill>
              </a:defRPr>
            </a:lvl4pPr>
            <a:lvl5pPr lvl="4" rtl="0">
              <a:spcBef>
                <a:spcPts val="0"/>
              </a:spcBef>
              <a:spcAft>
                <a:spcPts val="0"/>
              </a:spcAft>
              <a:buClr>
                <a:schemeClr val="accent4"/>
              </a:buClr>
              <a:buSzPts val="3200"/>
              <a:buNone/>
              <a:defRPr sz="3200">
                <a:solidFill>
                  <a:schemeClr val="accent4"/>
                </a:solidFill>
              </a:defRPr>
            </a:lvl5pPr>
            <a:lvl6pPr lvl="5" rtl="0">
              <a:spcBef>
                <a:spcPts val="0"/>
              </a:spcBef>
              <a:spcAft>
                <a:spcPts val="0"/>
              </a:spcAft>
              <a:buClr>
                <a:schemeClr val="accent4"/>
              </a:buClr>
              <a:buSzPts val="3200"/>
              <a:buNone/>
              <a:defRPr sz="3200">
                <a:solidFill>
                  <a:schemeClr val="accent4"/>
                </a:solidFill>
              </a:defRPr>
            </a:lvl6pPr>
            <a:lvl7pPr lvl="6" rtl="0">
              <a:spcBef>
                <a:spcPts val="0"/>
              </a:spcBef>
              <a:spcAft>
                <a:spcPts val="0"/>
              </a:spcAft>
              <a:buClr>
                <a:schemeClr val="accent4"/>
              </a:buClr>
              <a:buSzPts val="3200"/>
              <a:buNone/>
              <a:defRPr sz="3200">
                <a:solidFill>
                  <a:schemeClr val="accent4"/>
                </a:solidFill>
              </a:defRPr>
            </a:lvl7pPr>
            <a:lvl8pPr lvl="7" rtl="0">
              <a:spcBef>
                <a:spcPts val="0"/>
              </a:spcBef>
              <a:spcAft>
                <a:spcPts val="0"/>
              </a:spcAft>
              <a:buClr>
                <a:schemeClr val="accent4"/>
              </a:buClr>
              <a:buSzPts val="3200"/>
              <a:buNone/>
              <a:defRPr sz="3200">
                <a:solidFill>
                  <a:schemeClr val="accent4"/>
                </a:solidFill>
              </a:defRPr>
            </a:lvl8pPr>
            <a:lvl9pPr lvl="8" rtl="0">
              <a:spcBef>
                <a:spcPts val="0"/>
              </a:spcBef>
              <a:spcAft>
                <a:spcPts val="0"/>
              </a:spcAft>
              <a:buClr>
                <a:schemeClr val="accent4"/>
              </a:buClr>
              <a:buSzPts val="3200"/>
              <a:buNone/>
              <a:defRPr sz="3200">
                <a:solidFill>
                  <a:schemeClr val="accent4"/>
                </a:solidFill>
              </a:defRPr>
            </a:lvl9pPr>
          </a:lstStyle>
          <a:p>
            <a:r>
              <a:t>xx%</a:t>
            </a:r>
          </a:p>
        </p:txBody>
      </p:sp>
      <p:sp>
        <p:nvSpPr>
          <p:cNvPr id="580" name="Google Shape;580;p18"/>
          <p:cNvSpPr txBox="1"/>
          <p:nvPr>
            <p:ph idx="3"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spcBef>
                <a:spcPts val="0"/>
              </a:spcBef>
              <a:spcAft>
                <a:spcPts val="0"/>
              </a:spcAft>
              <a:buClr>
                <a:schemeClr val="dk2"/>
              </a:buClr>
              <a:buSzPts val="3000"/>
              <a:buFont typeface="Fredoka One"/>
              <a:buNone/>
              <a:defRPr/>
            </a:lvl1pPr>
            <a:lvl2pPr lvl="1"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2pPr>
            <a:lvl3pPr lvl="2"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3pPr>
            <a:lvl4pPr lvl="3"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4pPr>
            <a:lvl5pPr lvl="4"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5pPr>
            <a:lvl6pPr lvl="5"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6pPr>
            <a:lvl7pPr lvl="6"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7pPr>
            <a:lvl8pPr lvl="7"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8pPr>
            <a:lvl9pPr lvl="8"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9pPr>
          </a:lstStyle>
          <a:p/>
        </p:txBody>
      </p:sp>
      <p:sp>
        <p:nvSpPr>
          <p:cNvPr id="581" name="Google Shape;581;p18"/>
          <p:cNvSpPr txBox="1"/>
          <p:nvPr>
            <p:ph idx="1" type="subTitle"/>
          </p:nvPr>
        </p:nvSpPr>
        <p:spPr>
          <a:xfrm flipH="1">
            <a:off x="775850" y="3426272"/>
            <a:ext cx="2294100" cy="37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gn="ctr">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gn="ctr">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gn="ctr">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gn="ctr">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gn="ctr">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gn="ctr">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gn="ctr">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gn="ctr">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582" name="Google Shape;582;p18"/>
          <p:cNvSpPr txBox="1"/>
          <p:nvPr>
            <p:ph idx="4" type="subTitle"/>
          </p:nvPr>
        </p:nvSpPr>
        <p:spPr>
          <a:xfrm flipH="1">
            <a:off x="775850" y="3758780"/>
            <a:ext cx="2294100" cy="699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gn="ctr">
              <a:lnSpc>
                <a:spcPct val="100000"/>
              </a:lnSpc>
              <a:spcBef>
                <a:spcPts val="0"/>
              </a:spcBef>
              <a:spcAft>
                <a:spcPts val="0"/>
              </a:spcAft>
              <a:buNone/>
              <a:defRPr/>
            </a:lvl2pPr>
            <a:lvl3pPr lvl="2" rtl="0" algn="ctr">
              <a:lnSpc>
                <a:spcPct val="100000"/>
              </a:lnSpc>
              <a:spcBef>
                <a:spcPts val="0"/>
              </a:spcBef>
              <a:spcAft>
                <a:spcPts val="0"/>
              </a:spcAft>
              <a:buNone/>
              <a:defRPr/>
            </a:lvl3pPr>
            <a:lvl4pPr lvl="3" rtl="0" algn="ctr">
              <a:lnSpc>
                <a:spcPct val="100000"/>
              </a:lnSpc>
              <a:spcBef>
                <a:spcPts val="0"/>
              </a:spcBef>
              <a:spcAft>
                <a:spcPts val="0"/>
              </a:spcAft>
              <a:buNone/>
              <a:defRPr/>
            </a:lvl4pPr>
            <a:lvl5pPr lvl="4" rtl="0" algn="ctr">
              <a:lnSpc>
                <a:spcPct val="100000"/>
              </a:lnSpc>
              <a:spcBef>
                <a:spcPts val="0"/>
              </a:spcBef>
              <a:spcAft>
                <a:spcPts val="0"/>
              </a:spcAft>
              <a:buNone/>
              <a:defRPr/>
            </a:lvl5pPr>
            <a:lvl6pPr lvl="5" rtl="0" algn="ctr">
              <a:lnSpc>
                <a:spcPct val="100000"/>
              </a:lnSpc>
              <a:spcBef>
                <a:spcPts val="0"/>
              </a:spcBef>
              <a:spcAft>
                <a:spcPts val="0"/>
              </a:spcAft>
              <a:buNone/>
              <a:defRPr/>
            </a:lvl6pPr>
            <a:lvl7pPr lvl="6" rtl="0" algn="ctr">
              <a:lnSpc>
                <a:spcPct val="100000"/>
              </a:lnSpc>
              <a:spcBef>
                <a:spcPts val="0"/>
              </a:spcBef>
              <a:spcAft>
                <a:spcPts val="0"/>
              </a:spcAft>
              <a:buNone/>
              <a:defRPr/>
            </a:lvl7pPr>
            <a:lvl8pPr lvl="7" rtl="0" algn="ctr">
              <a:lnSpc>
                <a:spcPct val="100000"/>
              </a:lnSpc>
              <a:spcBef>
                <a:spcPts val="0"/>
              </a:spcBef>
              <a:spcAft>
                <a:spcPts val="0"/>
              </a:spcAft>
              <a:buNone/>
              <a:defRPr/>
            </a:lvl8pPr>
            <a:lvl9pPr lvl="8" rtl="0" algn="ctr">
              <a:lnSpc>
                <a:spcPct val="100000"/>
              </a:lnSpc>
              <a:spcBef>
                <a:spcPts val="0"/>
              </a:spcBef>
              <a:spcAft>
                <a:spcPts val="0"/>
              </a:spcAft>
              <a:buNone/>
              <a:defRPr/>
            </a:lvl9pPr>
          </a:lstStyle>
          <a:p/>
        </p:txBody>
      </p:sp>
      <p:sp>
        <p:nvSpPr>
          <p:cNvPr id="583" name="Google Shape;583;p18"/>
          <p:cNvSpPr txBox="1"/>
          <p:nvPr>
            <p:ph idx="5" type="subTitle"/>
          </p:nvPr>
        </p:nvSpPr>
        <p:spPr>
          <a:xfrm flipH="1">
            <a:off x="6074050" y="3426272"/>
            <a:ext cx="2294100" cy="37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gn="ctr">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gn="ctr">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gn="ctr">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gn="ctr">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gn="ctr">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gn="ctr">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gn="ctr">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gn="ctr">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584" name="Google Shape;584;p18"/>
          <p:cNvSpPr txBox="1"/>
          <p:nvPr>
            <p:ph idx="6" type="subTitle"/>
          </p:nvPr>
        </p:nvSpPr>
        <p:spPr>
          <a:xfrm flipH="1">
            <a:off x="6074050" y="3758780"/>
            <a:ext cx="2294100" cy="699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gn="ctr">
              <a:lnSpc>
                <a:spcPct val="100000"/>
              </a:lnSpc>
              <a:spcBef>
                <a:spcPts val="0"/>
              </a:spcBef>
              <a:spcAft>
                <a:spcPts val="0"/>
              </a:spcAft>
              <a:buNone/>
              <a:defRPr/>
            </a:lvl2pPr>
            <a:lvl3pPr lvl="2" rtl="0" algn="ctr">
              <a:lnSpc>
                <a:spcPct val="100000"/>
              </a:lnSpc>
              <a:spcBef>
                <a:spcPts val="0"/>
              </a:spcBef>
              <a:spcAft>
                <a:spcPts val="0"/>
              </a:spcAft>
              <a:buNone/>
              <a:defRPr/>
            </a:lvl3pPr>
            <a:lvl4pPr lvl="3" rtl="0" algn="ctr">
              <a:lnSpc>
                <a:spcPct val="100000"/>
              </a:lnSpc>
              <a:spcBef>
                <a:spcPts val="0"/>
              </a:spcBef>
              <a:spcAft>
                <a:spcPts val="0"/>
              </a:spcAft>
              <a:buNone/>
              <a:defRPr/>
            </a:lvl4pPr>
            <a:lvl5pPr lvl="4" rtl="0" algn="ctr">
              <a:lnSpc>
                <a:spcPct val="100000"/>
              </a:lnSpc>
              <a:spcBef>
                <a:spcPts val="0"/>
              </a:spcBef>
              <a:spcAft>
                <a:spcPts val="0"/>
              </a:spcAft>
              <a:buNone/>
              <a:defRPr/>
            </a:lvl5pPr>
            <a:lvl6pPr lvl="5" rtl="0" algn="ctr">
              <a:lnSpc>
                <a:spcPct val="100000"/>
              </a:lnSpc>
              <a:spcBef>
                <a:spcPts val="0"/>
              </a:spcBef>
              <a:spcAft>
                <a:spcPts val="0"/>
              </a:spcAft>
              <a:buNone/>
              <a:defRPr/>
            </a:lvl6pPr>
            <a:lvl7pPr lvl="6" rtl="0" algn="ctr">
              <a:lnSpc>
                <a:spcPct val="100000"/>
              </a:lnSpc>
              <a:spcBef>
                <a:spcPts val="0"/>
              </a:spcBef>
              <a:spcAft>
                <a:spcPts val="0"/>
              </a:spcAft>
              <a:buNone/>
              <a:defRPr/>
            </a:lvl7pPr>
            <a:lvl8pPr lvl="7" rtl="0" algn="ctr">
              <a:lnSpc>
                <a:spcPct val="100000"/>
              </a:lnSpc>
              <a:spcBef>
                <a:spcPts val="0"/>
              </a:spcBef>
              <a:spcAft>
                <a:spcPts val="0"/>
              </a:spcAft>
              <a:buNone/>
              <a:defRPr/>
            </a:lvl8pPr>
            <a:lvl9pPr lvl="8" rtl="0" algn="ctr">
              <a:lnSpc>
                <a:spcPct val="100000"/>
              </a:lnSpc>
              <a:spcBef>
                <a:spcPts val="0"/>
              </a:spcBef>
              <a:spcAft>
                <a:spcPts val="0"/>
              </a:spcAft>
              <a:buNone/>
              <a:defRPr/>
            </a:lvl9pPr>
          </a:lstStyle>
          <a:p/>
        </p:txBody>
      </p:sp>
      <p:sp>
        <p:nvSpPr>
          <p:cNvPr id="585" name="Google Shape;585;p18"/>
          <p:cNvSpPr txBox="1"/>
          <p:nvPr>
            <p:ph hasCustomPrompt="1" idx="7" type="title"/>
          </p:nvPr>
        </p:nvSpPr>
        <p:spPr>
          <a:xfrm>
            <a:off x="3424975" y="1434420"/>
            <a:ext cx="2294100" cy="527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5"/>
              </a:buClr>
              <a:buSzPts val="3000"/>
              <a:buNone/>
              <a:defRPr/>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a:r>
              <a:t>xx%</a:t>
            </a:r>
          </a:p>
        </p:txBody>
      </p:sp>
      <p:sp>
        <p:nvSpPr>
          <p:cNvPr id="586" name="Google Shape;586;p18"/>
          <p:cNvSpPr txBox="1"/>
          <p:nvPr>
            <p:ph idx="8" type="subTitle"/>
          </p:nvPr>
        </p:nvSpPr>
        <p:spPr>
          <a:xfrm flipH="1">
            <a:off x="3424975" y="3426272"/>
            <a:ext cx="2294100" cy="37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2"/>
                </a:solidFill>
                <a:latin typeface="Orbitron"/>
                <a:ea typeface="Orbitron"/>
                <a:cs typeface="Orbitron"/>
                <a:sym typeface="Orbitron"/>
              </a:defRPr>
            </a:lvl1pPr>
            <a:lvl2pPr lvl="1" rtl="0" algn="ctr">
              <a:lnSpc>
                <a:spcPct val="100000"/>
              </a:lnSpc>
              <a:spcBef>
                <a:spcPts val="0"/>
              </a:spcBef>
              <a:spcAft>
                <a:spcPts val="0"/>
              </a:spcAft>
              <a:buNone/>
              <a:defRPr b="1" sz="2200">
                <a:solidFill>
                  <a:schemeClr val="dk2"/>
                </a:solidFill>
                <a:latin typeface="Orbitron"/>
                <a:ea typeface="Orbitron"/>
                <a:cs typeface="Orbitron"/>
                <a:sym typeface="Orbitron"/>
              </a:defRPr>
            </a:lvl2pPr>
            <a:lvl3pPr lvl="2" rtl="0" algn="ctr">
              <a:lnSpc>
                <a:spcPct val="100000"/>
              </a:lnSpc>
              <a:spcBef>
                <a:spcPts val="0"/>
              </a:spcBef>
              <a:spcAft>
                <a:spcPts val="0"/>
              </a:spcAft>
              <a:buNone/>
              <a:defRPr b="1" sz="2200">
                <a:solidFill>
                  <a:schemeClr val="dk2"/>
                </a:solidFill>
                <a:latin typeface="Orbitron"/>
                <a:ea typeface="Orbitron"/>
                <a:cs typeface="Orbitron"/>
                <a:sym typeface="Orbitron"/>
              </a:defRPr>
            </a:lvl3pPr>
            <a:lvl4pPr lvl="3" rtl="0" algn="ctr">
              <a:lnSpc>
                <a:spcPct val="100000"/>
              </a:lnSpc>
              <a:spcBef>
                <a:spcPts val="0"/>
              </a:spcBef>
              <a:spcAft>
                <a:spcPts val="0"/>
              </a:spcAft>
              <a:buNone/>
              <a:defRPr b="1" sz="2200">
                <a:solidFill>
                  <a:schemeClr val="dk2"/>
                </a:solidFill>
                <a:latin typeface="Orbitron"/>
                <a:ea typeface="Orbitron"/>
                <a:cs typeface="Orbitron"/>
                <a:sym typeface="Orbitron"/>
              </a:defRPr>
            </a:lvl4pPr>
            <a:lvl5pPr lvl="4" rtl="0" algn="ctr">
              <a:lnSpc>
                <a:spcPct val="100000"/>
              </a:lnSpc>
              <a:spcBef>
                <a:spcPts val="0"/>
              </a:spcBef>
              <a:spcAft>
                <a:spcPts val="0"/>
              </a:spcAft>
              <a:buNone/>
              <a:defRPr b="1" sz="2200">
                <a:solidFill>
                  <a:schemeClr val="dk2"/>
                </a:solidFill>
                <a:latin typeface="Orbitron"/>
                <a:ea typeface="Orbitron"/>
                <a:cs typeface="Orbitron"/>
                <a:sym typeface="Orbitron"/>
              </a:defRPr>
            </a:lvl5pPr>
            <a:lvl6pPr lvl="5" rtl="0" algn="ctr">
              <a:lnSpc>
                <a:spcPct val="100000"/>
              </a:lnSpc>
              <a:spcBef>
                <a:spcPts val="0"/>
              </a:spcBef>
              <a:spcAft>
                <a:spcPts val="0"/>
              </a:spcAft>
              <a:buNone/>
              <a:defRPr b="1" sz="2200">
                <a:solidFill>
                  <a:schemeClr val="dk2"/>
                </a:solidFill>
                <a:latin typeface="Orbitron"/>
                <a:ea typeface="Orbitron"/>
                <a:cs typeface="Orbitron"/>
                <a:sym typeface="Orbitron"/>
              </a:defRPr>
            </a:lvl6pPr>
            <a:lvl7pPr lvl="6" rtl="0" algn="ctr">
              <a:lnSpc>
                <a:spcPct val="100000"/>
              </a:lnSpc>
              <a:spcBef>
                <a:spcPts val="0"/>
              </a:spcBef>
              <a:spcAft>
                <a:spcPts val="0"/>
              </a:spcAft>
              <a:buNone/>
              <a:defRPr b="1" sz="2200">
                <a:solidFill>
                  <a:schemeClr val="dk2"/>
                </a:solidFill>
                <a:latin typeface="Orbitron"/>
                <a:ea typeface="Orbitron"/>
                <a:cs typeface="Orbitron"/>
                <a:sym typeface="Orbitron"/>
              </a:defRPr>
            </a:lvl7pPr>
            <a:lvl8pPr lvl="7" rtl="0" algn="ctr">
              <a:lnSpc>
                <a:spcPct val="100000"/>
              </a:lnSpc>
              <a:spcBef>
                <a:spcPts val="0"/>
              </a:spcBef>
              <a:spcAft>
                <a:spcPts val="0"/>
              </a:spcAft>
              <a:buNone/>
              <a:defRPr b="1" sz="2200">
                <a:solidFill>
                  <a:schemeClr val="dk2"/>
                </a:solidFill>
                <a:latin typeface="Orbitron"/>
                <a:ea typeface="Orbitron"/>
                <a:cs typeface="Orbitron"/>
                <a:sym typeface="Orbitron"/>
              </a:defRPr>
            </a:lvl8pPr>
            <a:lvl9pPr lvl="8" rtl="0" algn="ctr">
              <a:lnSpc>
                <a:spcPct val="100000"/>
              </a:lnSpc>
              <a:spcBef>
                <a:spcPts val="0"/>
              </a:spcBef>
              <a:spcAft>
                <a:spcPts val="0"/>
              </a:spcAft>
              <a:buNone/>
              <a:defRPr b="1" sz="2200">
                <a:solidFill>
                  <a:schemeClr val="dk2"/>
                </a:solidFill>
                <a:latin typeface="Orbitron"/>
                <a:ea typeface="Orbitron"/>
                <a:cs typeface="Orbitron"/>
                <a:sym typeface="Orbitron"/>
              </a:defRPr>
            </a:lvl9pPr>
          </a:lstStyle>
          <a:p/>
        </p:txBody>
      </p:sp>
      <p:sp>
        <p:nvSpPr>
          <p:cNvPr id="587" name="Google Shape;587;p18"/>
          <p:cNvSpPr txBox="1"/>
          <p:nvPr>
            <p:ph idx="9" type="subTitle"/>
          </p:nvPr>
        </p:nvSpPr>
        <p:spPr>
          <a:xfrm flipH="1">
            <a:off x="3424975" y="3758780"/>
            <a:ext cx="2294100" cy="699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gn="ctr">
              <a:lnSpc>
                <a:spcPct val="100000"/>
              </a:lnSpc>
              <a:spcBef>
                <a:spcPts val="0"/>
              </a:spcBef>
              <a:spcAft>
                <a:spcPts val="0"/>
              </a:spcAft>
              <a:buNone/>
              <a:defRPr/>
            </a:lvl2pPr>
            <a:lvl3pPr lvl="2" rtl="0" algn="ctr">
              <a:lnSpc>
                <a:spcPct val="100000"/>
              </a:lnSpc>
              <a:spcBef>
                <a:spcPts val="0"/>
              </a:spcBef>
              <a:spcAft>
                <a:spcPts val="0"/>
              </a:spcAft>
              <a:buNone/>
              <a:defRPr/>
            </a:lvl3pPr>
            <a:lvl4pPr lvl="3" rtl="0" algn="ctr">
              <a:lnSpc>
                <a:spcPct val="100000"/>
              </a:lnSpc>
              <a:spcBef>
                <a:spcPts val="0"/>
              </a:spcBef>
              <a:spcAft>
                <a:spcPts val="0"/>
              </a:spcAft>
              <a:buNone/>
              <a:defRPr/>
            </a:lvl4pPr>
            <a:lvl5pPr lvl="4" rtl="0" algn="ctr">
              <a:lnSpc>
                <a:spcPct val="100000"/>
              </a:lnSpc>
              <a:spcBef>
                <a:spcPts val="0"/>
              </a:spcBef>
              <a:spcAft>
                <a:spcPts val="0"/>
              </a:spcAft>
              <a:buNone/>
              <a:defRPr/>
            </a:lvl5pPr>
            <a:lvl6pPr lvl="5" rtl="0" algn="ctr">
              <a:lnSpc>
                <a:spcPct val="100000"/>
              </a:lnSpc>
              <a:spcBef>
                <a:spcPts val="0"/>
              </a:spcBef>
              <a:spcAft>
                <a:spcPts val="0"/>
              </a:spcAft>
              <a:buNone/>
              <a:defRPr/>
            </a:lvl6pPr>
            <a:lvl7pPr lvl="6" rtl="0" algn="ctr">
              <a:lnSpc>
                <a:spcPct val="100000"/>
              </a:lnSpc>
              <a:spcBef>
                <a:spcPts val="0"/>
              </a:spcBef>
              <a:spcAft>
                <a:spcPts val="0"/>
              </a:spcAft>
              <a:buNone/>
              <a:defRPr/>
            </a:lvl7pPr>
            <a:lvl8pPr lvl="7" rtl="0" algn="ctr">
              <a:lnSpc>
                <a:spcPct val="100000"/>
              </a:lnSpc>
              <a:spcBef>
                <a:spcPts val="0"/>
              </a:spcBef>
              <a:spcAft>
                <a:spcPts val="0"/>
              </a:spcAft>
              <a:buNone/>
              <a:defRPr/>
            </a:lvl8pPr>
            <a:lvl9pPr lvl="8" rtl="0" algn="ctr">
              <a:lnSpc>
                <a:spcPct val="100000"/>
              </a:lnSpc>
              <a:spcBef>
                <a:spcPts val="0"/>
              </a:spcBef>
              <a:spcAft>
                <a:spcPts val="0"/>
              </a:spcAft>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7_1_1">
    <p:spTree>
      <p:nvGrpSpPr>
        <p:cNvPr id="588" name="Shape 588"/>
        <p:cNvGrpSpPr/>
        <p:nvPr/>
      </p:nvGrpSpPr>
      <p:grpSpPr>
        <a:xfrm>
          <a:off x="0" y="0"/>
          <a:ext cx="0" cy="0"/>
          <a:chOff x="0" y="0"/>
          <a:chExt cx="0" cy="0"/>
        </a:xfrm>
      </p:grpSpPr>
      <p:grpSp>
        <p:nvGrpSpPr>
          <p:cNvPr id="589" name="Google Shape;589;p19"/>
          <p:cNvGrpSpPr/>
          <p:nvPr/>
        </p:nvGrpSpPr>
        <p:grpSpPr>
          <a:xfrm>
            <a:off x="5604680" y="538591"/>
            <a:ext cx="6322114" cy="7255046"/>
            <a:chOff x="5604680" y="557027"/>
            <a:chExt cx="6322114" cy="7255046"/>
          </a:xfrm>
        </p:grpSpPr>
        <p:sp>
          <p:nvSpPr>
            <p:cNvPr id="590" name="Google Shape;590;p19"/>
            <p:cNvSpPr/>
            <p:nvPr/>
          </p:nvSpPr>
          <p:spPr>
            <a:xfrm flipH="1">
              <a:off x="5604680" y="557027"/>
              <a:ext cx="6322114" cy="7255046"/>
            </a:xfrm>
            <a:custGeom>
              <a:rect b="b" l="l" r="r" t="t"/>
              <a:pathLst>
                <a:path extrusionOk="0" h="82432" w="71832">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1" name="Google Shape;591;p19"/>
            <p:cNvGrpSpPr/>
            <p:nvPr/>
          </p:nvGrpSpPr>
          <p:grpSpPr>
            <a:xfrm flipH="1">
              <a:off x="8026530" y="1401565"/>
              <a:ext cx="2381713" cy="3328977"/>
              <a:chOff x="7655072" y="-407632"/>
              <a:chExt cx="2008529" cy="2807368"/>
            </a:xfrm>
          </p:grpSpPr>
          <p:sp>
            <p:nvSpPr>
              <p:cNvPr id="592" name="Google Shape;592;p19"/>
              <p:cNvSpPr/>
              <p:nvPr/>
            </p:nvSpPr>
            <p:spPr>
              <a:xfrm>
                <a:off x="7685059" y="-336851"/>
                <a:ext cx="1930325" cy="2689498"/>
              </a:xfrm>
              <a:custGeom>
                <a:rect b="b" l="l" r="r" t="t"/>
                <a:pathLst>
                  <a:path extrusionOk="0" h="45293" w="32508">
                    <a:moveTo>
                      <a:pt x="0" y="1"/>
                    </a:moveTo>
                    <a:lnTo>
                      <a:pt x="0" y="8351"/>
                    </a:lnTo>
                    <a:lnTo>
                      <a:pt x="15447" y="8351"/>
                    </a:lnTo>
                    <a:lnTo>
                      <a:pt x="24998" y="17901"/>
                    </a:lnTo>
                    <a:lnTo>
                      <a:pt x="24998" y="38040"/>
                    </a:lnTo>
                    <a:lnTo>
                      <a:pt x="32251" y="45293"/>
                    </a:lnTo>
                    <a:lnTo>
                      <a:pt x="32507" y="45037"/>
                    </a:lnTo>
                    <a:lnTo>
                      <a:pt x="25358" y="37888"/>
                    </a:lnTo>
                    <a:lnTo>
                      <a:pt x="25358" y="17749"/>
                    </a:lnTo>
                    <a:lnTo>
                      <a:pt x="15651" y="8043"/>
                    </a:lnTo>
                    <a:lnTo>
                      <a:pt x="15595" y="7986"/>
                    </a:lnTo>
                    <a:lnTo>
                      <a:pt x="365" y="7986"/>
                    </a:lnTo>
                    <a:lnTo>
                      <a:pt x="36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9"/>
              <p:cNvSpPr/>
              <p:nvPr/>
            </p:nvSpPr>
            <p:spPr>
              <a:xfrm>
                <a:off x="8734422" y="271200"/>
                <a:ext cx="332350" cy="332528"/>
              </a:xfrm>
              <a:custGeom>
                <a:rect b="b" l="l" r="r" t="t"/>
                <a:pathLst>
                  <a:path extrusionOk="0" h="5600" w="5597">
                    <a:moveTo>
                      <a:pt x="1" y="0"/>
                    </a:moveTo>
                    <a:lnTo>
                      <a:pt x="1" y="1597"/>
                    </a:lnTo>
                    <a:lnTo>
                      <a:pt x="2002" y="3599"/>
                    </a:lnTo>
                    <a:lnTo>
                      <a:pt x="4004" y="5600"/>
                    </a:lnTo>
                    <a:lnTo>
                      <a:pt x="5597" y="5600"/>
                    </a:lnTo>
                    <a:lnTo>
                      <a:pt x="2799" y="2802"/>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9"/>
              <p:cNvSpPr/>
              <p:nvPr/>
            </p:nvSpPr>
            <p:spPr>
              <a:xfrm>
                <a:off x="7655072" y="-407632"/>
                <a:ext cx="81588" cy="81529"/>
              </a:xfrm>
              <a:custGeom>
                <a:rect b="b" l="l" r="r" t="t"/>
                <a:pathLst>
                  <a:path extrusionOk="0" h="1373" w="1374">
                    <a:moveTo>
                      <a:pt x="689" y="364"/>
                    </a:moveTo>
                    <a:cubicBezTo>
                      <a:pt x="866" y="364"/>
                      <a:pt x="1010" y="508"/>
                      <a:pt x="1014" y="684"/>
                    </a:cubicBezTo>
                    <a:cubicBezTo>
                      <a:pt x="1014" y="865"/>
                      <a:pt x="866" y="1009"/>
                      <a:pt x="689" y="1009"/>
                    </a:cubicBezTo>
                    <a:cubicBezTo>
                      <a:pt x="509" y="1009"/>
                      <a:pt x="365" y="865"/>
                      <a:pt x="365" y="684"/>
                    </a:cubicBezTo>
                    <a:cubicBezTo>
                      <a:pt x="365" y="508"/>
                      <a:pt x="509" y="364"/>
                      <a:pt x="689" y="364"/>
                    </a:cubicBezTo>
                    <a:close/>
                    <a:moveTo>
                      <a:pt x="689" y="0"/>
                    </a:moveTo>
                    <a:cubicBezTo>
                      <a:pt x="309" y="0"/>
                      <a:pt x="1" y="308"/>
                      <a:pt x="1" y="684"/>
                    </a:cubicBezTo>
                    <a:cubicBezTo>
                      <a:pt x="1" y="1065"/>
                      <a:pt x="309" y="1373"/>
                      <a:pt x="689" y="1373"/>
                    </a:cubicBezTo>
                    <a:cubicBezTo>
                      <a:pt x="1066" y="1373"/>
                      <a:pt x="1374" y="1065"/>
                      <a:pt x="1374" y="684"/>
                    </a:cubicBezTo>
                    <a:cubicBezTo>
                      <a:pt x="1374" y="308"/>
                      <a:pt x="1066" y="0"/>
                      <a:pt x="6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9"/>
              <p:cNvSpPr/>
              <p:nvPr/>
            </p:nvSpPr>
            <p:spPr>
              <a:xfrm>
                <a:off x="9568236" y="2317969"/>
                <a:ext cx="95364" cy="81766"/>
              </a:xfrm>
              <a:custGeom>
                <a:rect b="b" l="l" r="r" t="t"/>
                <a:pathLst>
                  <a:path extrusionOk="0" h="1377" w="1606">
                    <a:moveTo>
                      <a:pt x="917" y="364"/>
                    </a:moveTo>
                    <a:cubicBezTo>
                      <a:pt x="1097" y="364"/>
                      <a:pt x="1242" y="512"/>
                      <a:pt x="1242" y="688"/>
                    </a:cubicBezTo>
                    <a:cubicBezTo>
                      <a:pt x="1242" y="883"/>
                      <a:pt x="1082" y="1012"/>
                      <a:pt x="916" y="1012"/>
                    </a:cubicBezTo>
                    <a:cubicBezTo>
                      <a:pt x="837" y="1012"/>
                      <a:pt x="755" y="982"/>
                      <a:pt x="689" y="916"/>
                    </a:cubicBezTo>
                    <a:cubicBezTo>
                      <a:pt x="485" y="712"/>
                      <a:pt x="629" y="364"/>
                      <a:pt x="917" y="364"/>
                    </a:cubicBezTo>
                    <a:close/>
                    <a:moveTo>
                      <a:pt x="915" y="1"/>
                    </a:moveTo>
                    <a:cubicBezTo>
                      <a:pt x="746" y="1"/>
                      <a:pt x="573" y="63"/>
                      <a:pt x="433" y="203"/>
                    </a:cubicBezTo>
                    <a:cubicBezTo>
                      <a:pt x="1" y="636"/>
                      <a:pt x="309" y="1376"/>
                      <a:pt x="917" y="1376"/>
                    </a:cubicBezTo>
                    <a:cubicBezTo>
                      <a:pt x="1298" y="1372"/>
                      <a:pt x="1606" y="1068"/>
                      <a:pt x="1606" y="688"/>
                    </a:cubicBezTo>
                    <a:cubicBezTo>
                      <a:pt x="1606" y="274"/>
                      <a:pt x="1267" y="1"/>
                      <a:pt x="9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9"/>
              <p:cNvSpPr/>
              <p:nvPr/>
            </p:nvSpPr>
            <p:spPr>
              <a:xfrm>
                <a:off x="7692897" y="-144282"/>
                <a:ext cx="497783" cy="292387"/>
              </a:xfrm>
              <a:custGeom>
                <a:rect b="b" l="l" r="r" t="t"/>
                <a:pathLst>
                  <a:path extrusionOk="0" h="4924" w="8383">
                    <a:moveTo>
                      <a:pt x="100" y="0"/>
                    </a:moveTo>
                    <a:lnTo>
                      <a:pt x="0" y="104"/>
                    </a:lnTo>
                    <a:lnTo>
                      <a:pt x="2498" y="2598"/>
                    </a:lnTo>
                    <a:lnTo>
                      <a:pt x="5957" y="2598"/>
                    </a:lnTo>
                    <a:lnTo>
                      <a:pt x="8282" y="4924"/>
                    </a:lnTo>
                    <a:lnTo>
                      <a:pt x="8382" y="4820"/>
                    </a:lnTo>
                    <a:lnTo>
                      <a:pt x="6017" y="2454"/>
                    </a:lnTo>
                    <a:lnTo>
                      <a:pt x="2558" y="2454"/>
                    </a:lnTo>
                    <a:lnTo>
                      <a:pt x="1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7" name="Google Shape;597;p19"/>
            <p:cNvGrpSpPr/>
            <p:nvPr/>
          </p:nvGrpSpPr>
          <p:grpSpPr>
            <a:xfrm flipH="1">
              <a:off x="8235374" y="641977"/>
              <a:ext cx="1029648" cy="1806572"/>
              <a:chOff x="455034" y="-121633"/>
              <a:chExt cx="629947" cy="1105275"/>
            </a:xfrm>
          </p:grpSpPr>
          <p:sp>
            <p:nvSpPr>
              <p:cNvPr id="598" name="Google Shape;598;p19"/>
              <p:cNvSpPr/>
              <p:nvPr/>
            </p:nvSpPr>
            <p:spPr>
              <a:xfrm>
                <a:off x="1007193" y="917077"/>
                <a:ext cx="77788" cy="66565"/>
              </a:xfrm>
              <a:custGeom>
                <a:rect b="b" l="l" r="r" t="t"/>
                <a:pathLst>
                  <a:path extrusionOk="0" h="1121" w="131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9"/>
              <p:cNvSpPr/>
              <p:nvPr/>
            </p:nvSpPr>
            <p:spPr>
              <a:xfrm>
                <a:off x="455034" y="-121633"/>
                <a:ext cx="592137" cy="1045622"/>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0" name="Google Shape;600;p19"/>
            <p:cNvGrpSpPr/>
            <p:nvPr/>
          </p:nvGrpSpPr>
          <p:grpSpPr>
            <a:xfrm flipH="1">
              <a:off x="6862715" y="4692498"/>
              <a:ext cx="471865" cy="38050"/>
              <a:chOff x="6298452" y="2390050"/>
              <a:chExt cx="140725" cy="11350"/>
            </a:xfrm>
          </p:grpSpPr>
          <p:sp>
            <p:nvSpPr>
              <p:cNvPr id="601" name="Google Shape;601;p19"/>
              <p:cNvSpPr/>
              <p:nvPr/>
            </p:nvSpPr>
            <p:spPr>
              <a:xfrm>
                <a:off x="6298452" y="2390050"/>
                <a:ext cx="70375" cy="11350"/>
              </a:xfrm>
              <a:custGeom>
                <a:rect b="b" l="l" r="r" t="t"/>
                <a:pathLst>
                  <a:path extrusionOk="0" h="454" w="2815">
                    <a:moveTo>
                      <a:pt x="1" y="1"/>
                    </a:moveTo>
                    <a:lnTo>
                      <a:pt x="1" y="453"/>
                    </a:lnTo>
                    <a:lnTo>
                      <a:pt x="2815" y="453"/>
                    </a:lnTo>
                    <a:lnTo>
                      <a:pt x="281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9"/>
              <p:cNvSpPr/>
              <p:nvPr/>
            </p:nvSpPr>
            <p:spPr>
              <a:xfrm>
                <a:off x="6382427" y="2390050"/>
                <a:ext cx="35150" cy="11350"/>
              </a:xfrm>
              <a:custGeom>
                <a:rect b="b" l="l" r="r" t="t"/>
                <a:pathLst>
                  <a:path extrusionOk="0" h="454" w="1406">
                    <a:moveTo>
                      <a:pt x="0" y="1"/>
                    </a:moveTo>
                    <a:lnTo>
                      <a:pt x="0" y="453"/>
                    </a:lnTo>
                    <a:lnTo>
                      <a:pt x="1405" y="453"/>
                    </a:lnTo>
                    <a:lnTo>
                      <a:pt x="14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9"/>
              <p:cNvSpPr/>
              <p:nvPr/>
            </p:nvSpPr>
            <p:spPr>
              <a:xfrm>
                <a:off x="6427952" y="2390050"/>
                <a:ext cx="11225" cy="11350"/>
              </a:xfrm>
              <a:custGeom>
                <a:rect b="b" l="l" r="r" t="t"/>
                <a:pathLst>
                  <a:path extrusionOk="0" h="454" w="449">
                    <a:moveTo>
                      <a:pt x="1" y="1"/>
                    </a:moveTo>
                    <a:lnTo>
                      <a:pt x="1" y="453"/>
                    </a:lnTo>
                    <a:lnTo>
                      <a:pt x="449" y="453"/>
                    </a:lnTo>
                    <a:lnTo>
                      <a:pt x="44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04" name="Google Shape;604;p19"/>
          <p:cNvGrpSpPr/>
          <p:nvPr/>
        </p:nvGrpSpPr>
        <p:grpSpPr>
          <a:xfrm>
            <a:off x="-2438675" y="1770046"/>
            <a:ext cx="6322101" cy="5677064"/>
            <a:chOff x="-2438675" y="1770046"/>
            <a:chExt cx="6322101" cy="5677064"/>
          </a:xfrm>
        </p:grpSpPr>
        <p:sp>
          <p:nvSpPr>
            <p:cNvPr id="605" name="Google Shape;605;p19"/>
            <p:cNvSpPr/>
            <p:nvPr/>
          </p:nvSpPr>
          <p:spPr>
            <a:xfrm>
              <a:off x="-2438675" y="1770046"/>
              <a:ext cx="6322101" cy="5677064"/>
            </a:xfrm>
            <a:custGeom>
              <a:rect b="b" l="l" r="r" t="t"/>
              <a:pathLst>
                <a:path extrusionOk="0" h="64222" w="71519">
                  <a:moveTo>
                    <a:pt x="160" y="0"/>
                  </a:moveTo>
                  <a:lnTo>
                    <a:pt x="0" y="160"/>
                  </a:lnTo>
                  <a:lnTo>
                    <a:pt x="26919" y="27079"/>
                  </a:lnTo>
                  <a:lnTo>
                    <a:pt x="26919" y="27956"/>
                  </a:lnTo>
                  <a:lnTo>
                    <a:pt x="30762" y="31798"/>
                  </a:lnTo>
                  <a:lnTo>
                    <a:pt x="32743" y="31798"/>
                  </a:lnTo>
                  <a:lnTo>
                    <a:pt x="38031" y="37086"/>
                  </a:lnTo>
                  <a:lnTo>
                    <a:pt x="44224" y="37086"/>
                  </a:lnTo>
                  <a:lnTo>
                    <a:pt x="71359" y="64221"/>
                  </a:lnTo>
                  <a:lnTo>
                    <a:pt x="71519" y="64061"/>
                  </a:lnTo>
                  <a:lnTo>
                    <a:pt x="42046" y="34588"/>
                  </a:lnTo>
                  <a:lnTo>
                    <a:pt x="42046" y="33035"/>
                  </a:lnTo>
                  <a:lnTo>
                    <a:pt x="38359" y="29353"/>
                  </a:lnTo>
                  <a:lnTo>
                    <a:pt x="35465" y="29353"/>
                  </a:lnTo>
                  <a:lnTo>
                    <a:pt x="28949" y="22836"/>
                  </a:lnTo>
                  <a:lnTo>
                    <a:pt x="22993" y="22836"/>
                  </a:lnTo>
                  <a:lnTo>
                    <a:pt x="16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6" name="Google Shape;606;p19"/>
            <p:cNvGrpSpPr/>
            <p:nvPr/>
          </p:nvGrpSpPr>
          <p:grpSpPr>
            <a:xfrm flipH="1" rot="-5400000">
              <a:off x="358472" y="2658178"/>
              <a:ext cx="618213" cy="306426"/>
              <a:chOff x="5989375" y="1843575"/>
              <a:chExt cx="136525" cy="67675"/>
            </a:xfrm>
          </p:grpSpPr>
          <p:sp>
            <p:nvSpPr>
              <p:cNvPr id="607" name="Google Shape;607;p19"/>
              <p:cNvSpPr/>
              <p:nvPr/>
            </p:nvSpPr>
            <p:spPr>
              <a:xfrm>
                <a:off x="6047225" y="1843575"/>
                <a:ext cx="20525" cy="20550"/>
              </a:xfrm>
              <a:custGeom>
                <a:rect b="b" l="l" r="r" t="t"/>
                <a:pathLst>
                  <a:path extrusionOk="0" h="822" w="821">
                    <a:moveTo>
                      <a:pt x="709" y="0"/>
                    </a:moveTo>
                    <a:lnTo>
                      <a:pt x="0" y="709"/>
                    </a:lnTo>
                    <a:lnTo>
                      <a:pt x="112" y="821"/>
                    </a:lnTo>
                    <a:lnTo>
                      <a:pt x="821" y="113"/>
                    </a:lnTo>
                    <a:lnTo>
                      <a:pt x="70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9"/>
              <p:cNvSpPr/>
              <p:nvPr/>
            </p:nvSpPr>
            <p:spPr>
              <a:xfrm>
                <a:off x="6047225" y="1843575"/>
                <a:ext cx="20525" cy="20550"/>
              </a:xfrm>
              <a:custGeom>
                <a:rect b="b" l="l" r="r" t="t"/>
                <a:pathLst>
                  <a:path extrusionOk="0" h="822" w="821">
                    <a:moveTo>
                      <a:pt x="112" y="0"/>
                    </a:moveTo>
                    <a:lnTo>
                      <a:pt x="0" y="113"/>
                    </a:lnTo>
                    <a:lnTo>
                      <a:pt x="709" y="821"/>
                    </a:lnTo>
                    <a:lnTo>
                      <a:pt x="821" y="709"/>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9"/>
              <p:cNvSpPr/>
              <p:nvPr/>
            </p:nvSpPr>
            <p:spPr>
              <a:xfrm>
                <a:off x="5989475" y="1843675"/>
                <a:ext cx="20650" cy="20550"/>
              </a:xfrm>
              <a:custGeom>
                <a:rect b="b" l="l" r="r" t="t"/>
                <a:pathLst>
                  <a:path extrusionOk="0" h="822" w="826">
                    <a:moveTo>
                      <a:pt x="713" y="0"/>
                    </a:moveTo>
                    <a:lnTo>
                      <a:pt x="1" y="709"/>
                    </a:lnTo>
                    <a:lnTo>
                      <a:pt x="113" y="821"/>
                    </a:lnTo>
                    <a:lnTo>
                      <a:pt x="825" y="113"/>
                    </a:lnTo>
                    <a:lnTo>
                      <a:pt x="71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9"/>
              <p:cNvSpPr/>
              <p:nvPr/>
            </p:nvSpPr>
            <p:spPr>
              <a:xfrm>
                <a:off x="5989375" y="1843575"/>
                <a:ext cx="20650" cy="20550"/>
              </a:xfrm>
              <a:custGeom>
                <a:rect b="b" l="l" r="r" t="t"/>
                <a:pathLst>
                  <a:path extrusionOk="0" h="822" w="826">
                    <a:moveTo>
                      <a:pt x="117" y="0"/>
                    </a:moveTo>
                    <a:lnTo>
                      <a:pt x="1" y="113"/>
                    </a:lnTo>
                    <a:lnTo>
                      <a:pt x="713" y="821"/>
                    </a:lnTo>
                    <a:lnTo>
                      <a:pt x="825" y="709"/>
                    </a:lnTo>
                    <a:lnTo>
                      <a:pt x="11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9"/>
              <p:cNvSpPr/>
              <p:nvPr/>
            </p:nvSpPr>
            <p:spPr>
              <a:xfrm>
                <a:off x="6105350" y="1890600"/>
                <a:ext cx="20550" cy="20650"/>
              </a:xfrm>
              <a:custGeom>
                <a:rect b="b" l="l" r="r" t="t"/>
                <a:pathLst>
                  <a:path extrusionOk="0" h="826" w="822">
                    <a:moveTo>
                      <a:pt x="709" y="1"/>
                    </a:moveTo>
                    <a:lnTo>
                      <a:pt x="1" y="713"/>
                    </a:lnTo>
                    <a:lnTo>
                      <a:pt x="113" y="825"/>
                    </a:lnTo>
                    <a:lnTo>
                      <a:pt x="821" y="113"/>
                    </a:lnTo>
                    <a:lnTo>
                      <a:pt x="70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9"/>
              <p:cNvSpPr/>
              <p:nvPr/>
            </p:nvSpPr>
            <p:spPr>
              <a:xfrm>
                <a:off x="6105350" y="1890600"/>
                <a:ext cx="20550" cy="20650"/>
              </a:xfrm>
              <a:custGeom>
                <a:rect b="b" l="l" r="r" t="t"/>
                <a:pathLst>
                  <a:path extrusionOk="0" h="826" w="822">
                    <a:moveTo>
                      <a:pt x="113" y="1"/>
                    </a:moveTo>
                    <a:lnTo>
                      <a:pt x="1" y="113"/>
                    </a:lnTo>
                    <a:lnTo>
                      <a:pt x="709" y="825"/>
                    </a:lnTo>
                    <a:lnTo>
                      <a:pt x="821" y="709"/>
                    </a:lnTo>
                    <a:lnTo>
                      <a:pt x="1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9"/>
              <p:cNvSpPr/>
              <p:nvPr/>
            </p:nvSpPr>
            <p:spPr>
              <a:xfrm>
                <a:off x="6047525" y="1890600"/>
                <a:ext cx="20625" cy="20650"/>
              </a:xfrm>
              <a:custGeom>
                <a:rect b="b" l="l" r="r" t="t"/>
                <a:pathLst>
                  <a:path extrusionOk="0" h="826" w="825">
                    <a:moveTo>
                      <a:pt x="713" y="1"/>
                    </a:moveTo>
                    <a:lnTo>
                      <a:pt x="0" y="709"/>
                    </a:lnTo>
                    <a:lnTo>
                      <a:pt x="116" y="825"/>
                    </a:lnTo>
                    <a:lnTo>
                      <a:pt x="825" y="113"/>
                    </a:lnTo>
                    <a:lnTo>
                      <a:pt x="7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9"/>
              <p:cNvSpPr/>
              <p:nvPr/>
            </p:nvSpPr>
            <p:spPr>
              <a:xfrm>
                <a:off x="6047525" y="1890600"/>
                <a:ext cx="20625" cy="20650"/>
              </a:xfrm>
              <a:custGeom>
                <a:rect b="b" l="l" r="r" t="t"/>
                <a:pathLst>
                  <a:path extrusionOk="0" h="826" w="825">
                    <a:moveTo>
                      <a:pt x="112" y="1"/>
                    </a:moveTo>
                    <a:lnTo>
                      <a:pt x="0" y="113"/>
                    </a:lnTo>
                    <a:lnTo>
                      <a:pt x="713" y="825"/>
                    </a:lnTo>
                    <a:lnTo>
                      <a:pt x="825" y="70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5" name="Google Shape;615;p19"/>
            <p:cNvGrpSpPr/>
            <p:nvPr/>
          </p:nvGrpSpPr>
          <p:grpSpPr>
            <a:xfrm flipH="1">
              <a:off x="-408088" y="3405850"/>
              <a:ext cx="1228886" cy="2188720"/>
              <a:chOff x="8389396" y="1055350"/>
              <a:chExt cx="1228886" cy="2188720"/>
            </a:xfrm>
          </p:grpSpPr>
          <p:sp>
            <p:nvSpPr>
              <p:cNvPr id="616" name="Google Shape;616;p19"/>
              <p:cNvSpPr/>
              <p:nvPr/>
            </p:nvSpPr>
            <p:spPr>
              <a:xfrm>
                <a:off x="8421616" y="1130946"/>
                <a:ext cx="1196665" cy="2113124"/>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9"/>
              <p:cNvSpPr/>
              <p:nvPr/>
            </p:nvSpPr>
            <p:spPr>
              <a:xfrm>
                <a:off x="8389396" y="1055350"/>
                <a:ext cx="95651" cy="95575"/>
              </a:xfrm>
              <a:custGeom>
                <a:rect b="b" l="l" r="r" t="t"/>
                <a:pathLst>
                  <a:path extrusionOk="0" h="1373" w="1374">
                    <a:moveTo>
                      <a:pt x="689" y="364"/>
                    </a:moveTo>
                    <a:cubicBezTo>
                      <a:pt x="866" y="364"/>
                      <a:pt x="1010" y="508"/>
                      <a:pt x="1014" y="684"/>
                    </a:cubicBezTo>
                    <a:cubicBezTo>
                      <a:pt x="1014" y="865"/>
                      <a:pt x="866" y="1009"/>
                      <a:pt x="689" y="1009"/>
                    </a:cubicBezTo>
                    <a:cubicBezTo>
                      <a:pt x="509" y="1009"/>
                      <a:pt x="365" y="865"/>
                      <a:pt x="365" y="684"/>
                    </a:cubicBezTo>
                    <a:cubicBezTo>
                      <a:pt x="365" y="508"/>
                      <a:pt x="509" y="364"/>
                      <a:pt x="689" y="364"/>
                    </a:cubicBezTo>
                    <a:close/>
                    <a:moveTo>
                      <a:pt x="689" y="0"/>
                    </a:moveTo>
                    <a:cubicBezTo>
                      <a:pt x="309" y="0"/>
                      <a:pt x="1" y="308"/>
                      <a:pt x="1" y="684"/>
                    </a:cubicBezTo>
                    <a:cubicBezTo>
                      <a:pt x="1" y="1065"/>
                      <a:pt x="309" y="1373"/>
                      <a:pt x="689" y="1373"/>
                    </a:cubicBezTo>
                    <a:cubicBezTo>
                      <a:pt x="1066" y="1373"/>
                      <a:pt x="1374" y="1065"/>
                      <a:pt x="1374" y="684"/>
                    </a:cubicBezTo>
                    <a:cubicBezTo>
                      <a:pt x="1374" y="308"/>
                      <a:pt x="1066" y="0"/>
                      <a:pt x="6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18" name="Google Shape;618;p19"/>
          <p:cNvSpPr txBox="1"/>
          <p:nvPr>
            <p:ph idx="1" type="body"/>
          </p:nvPr>
        </p:nvSpPr>
        <p:spPr>
          <a:xfrm>
            <a:off x="1370700" y="1401575"/>
            <a:ext cx="6402600" cy="2682600"/>
          </a:xfrm>
          <a:prstGeom prst="rect">
            <a:avLst/>
          </a:prstGeom>
        </p:spPr>
        <p:txBody>
          <a:bodyPr anchorCtr="0" anchor="ctr" bIns="91425" lIns="91425" spcFirstLastPara="1" rIns="91425" wrap="square" tIns="91425">
            <a:noAutofit/>
          </a:bodyPr>
          <a:lstStyle>
            <a:lvl1pPr indent="-330200" lvl="0" marL="457200" rtl="0">
              <a:spcBef>
                <a:spcPts val="0"/>
              </a:spcBef>
              <a:spcAft>
                <a:spcPts val="0"/>
              </a:spcAft>
              <a:buSzPts val="1600"/>
              <a:buChar char="●"/>
              <a:defRPr/>
            </a:lvl1pPr>
            <a:lvl2pPr indent="-317500" lvl="1" marL="914400" rtl="0">
              <a:spcBef>
                <a:spcPts val="1000"/>
              </a:spcBef>
              <a:spcAft>
                <a:spcPts val="0"/>
              </a:spcAft>
              <a:buSzPts val="1400"/>
              <a:buChar char="○"/>
              <a:defRPr sz="1600"/>
            </a:lvl2pPr>
            <a:lvl3pPr indent="-317500" lvl="2" marL="1371600" rtl="0">
              <a:spcBef>
                <a:spcPts val="0"/>
              </a:spcBef>
              <a:spcAft>
                <a:spcPts val="0"/>
              </a:spcAft>
              <a:buSzPts val="1400"/>
              <a:buChar char="■"/>
              <a:defRPr sz="1600"/>
            </a:lvl3pPr>
            <a:lvl4pPr indent="-317500" lvl="3" marL="1828800" rtl="0">
              <a:spcBef>
                <a:spcPts val="0"/>
              </a:spcBef>
              <a:spcAft>
                <a:spcPts val="0"/>
              </a:spcAft>
              <a:buSzPts val="1400"/>
              <a:buChar char="●"/>
              <a:defRPr sz="1600"/>
            </a:lvl4pPr>
            <a:lvl5pPr indent="-317500" lvl="4" marL="2286000" rtl="0">
              <a:spcBef>
                <a:spcPts val="0"/>
              </a:spcBef>
              <a:spcAft>
                <a:spcPts val="0"/>
              </a:spcAft>
              <a:buSzPts val="1400"/>
              <a:buChar char="○"/>
              <a:defRPr sz="1600"/>
            </a:lvl5pPr>
            <a:lvl6pPr indent="-317500" lvl="5" marL="2743200" rtl="0">
              <a:spcBef>
                <a:spcPts val="0"/>
              </a:spcBef>
              <a:spcAft>
                <a:spcPts val="0"/>
              </a:spcAft>
              <a:buSzPts val="1400"/>
              <a:buChar char="■"/>
              <a:defRPr sz="1600"/>
            </a:lvl6pPr>
            <a:lvl7pPr indent="-317500" lvl="6" marL="3200400" rtl="0">
              <a:spcBef>
                <a:spcPts val="0"/>
              </a:spcBef>
              <a:spcAft>
                <a:spcPts val="0"/>
              </a:spcAft>
              <a:buSzPts val="1400"/>
              <a:buChar char="●"/>
              <a:defRPr sz="1600"/>
            </a:lvl7pPr>
            <a:lvl8pPr indent="-317500" lvl="7" marL="3657600" rtl="0">
              <a:spcBef>
                <a:spcPts val="0"/>
              </a:spcBef>
              <a:spcAft>
                <a:spcPts val="0"/>
              </a:spcAft>
              <a:buSzPts val="1400"/>
              <a:buChar char="○"/>
              <a:defRPr sz="1600"/>
            </a:lvl8pPr>
            <a:lvl9pPr indent="-317500" lvl="8" marL="4114800" rtl="0">
              <a:spcBef>
                <a:spcPts val="0"/>
              </a:spcBef>
              <a:spcAft>
                <a:spcPts val="0"/>
              </a:spcAft>
              <a:buSzPts val="1400"/>
              <a:buChar char="■"/>
              <a:defRPr sz="1600"/>
            </a:lvl9pPr>
          </a:lstStyle>
          <a:p/>
        </p:txBody>
      </p:sp>
      <p:sp>
        <p:nvSpPr>
          <p:cNvPr id="619" name="Google Shape;619;p19"/>
          <p:cNvSpPr txBox="1"/>
          <p:nvPr>
            <p:ph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spcBef>
                <a:spcPts val="0"/>
              </a:spcBef>
              <a:spcAft>
                <a:spcPts val="0"/>
              </a:spcAft>
              <a:buClr>
                <a:schemeClr val="dk2"/>
              </a:buClr>
              <a:buSzPts val="3000"/>
              <a:buFont typeface="Fredoka One"/>
              <a:buNone/>
              <a:defRPr/>
            </a:lvl1pPr>
            <a:lvl2pPr lvl="1"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2pPr>
            <a:lvl3pPr lvl="2"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3pPr>
            <a:lvl4pPr lvl="3"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4pPr>
            <a:lvl5pPr lvl="4"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5pPr>
            <a:lvl6pPr lvl="5"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6pPr>
            <a:lvl7pPr lvl="6"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7pPr>
            <a:lvl8pPr lvl="7"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8pPr>
            <a:lvl9pPr lvl="8"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0_1_1_1_1_1_1_1_1">
    <p:spTree>
      <p:nvGrpSpPr>
        <p:cNvPr id="620" name="Shape 620"/>
        <p:cNvGrpSpPr/>
        <p:nvPr/>
      </p:nvGrpSpPr>
      <p:grpSpPr>
        <a:xfrm>
          <a:off x="0" y="0"/>
          <a:ext cx="0" cy="0"/>
          <a:chOff x="0" y="0"/>
          <a:chExt cx="0" cy="0"/>
        </a:xfrm>
      </p:grpSpPr>
      <p:grpSp>
        <p:nvGrpSpPr>
          <p:cNvPr id="621" name="Google Shape;621;p20"/>
          <p:cNvGrpSpPr/>
          <p:nvPr/>
        </p:nvGrpSpPr>
        <p:grpSpPr>
          <a:xfrm>
            <a:off x="-634797" y="3286130"/>
            <a:ext cx="3353621" cy="3958111"/>
            <a:chOff x="-634797" y="3286130"/>
            <a:chExt cx="3353621" cy="3958111"/>
          </a:xfrm>
        </p:grpSpPr>
        <p:sp>
          <p:nvSpPr>
            <p:cNvPr id="622" name="Google Shape;622;p20"/>
            <p:cNvSpPr/>
            <p:nvPr/>
          </p:nvSpPr>
          <p:spPr>
            <a:xfrm flipH="1">
              <a:off x="-634797" y="3667767"/>
              <a:ext cx="2552998" cy="1507261"/>
            </a:xfrm>
            <a:custGeom>
              <a:rect b="b" l="l" r="r" t="t"/>
              <a:pathLst>
                <a:path extrusionOk="0" h="10160" w="17209">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3" name="Google Shape;623;p20"/>
            <p:cNvGrpSpPr/>
            <p:nvPr/>
          </p:nvGrpSpPr>
          <p:grpSpPr>
            <a:xfrm>
              <a:off x="196682" y="3286130"/>
              <a:ext cx="262750" cy="262303"/>
              <a:chOff x="1466575" y="2391250"/>
              <a:chExt cx="59575" cy="59475"/>
            </a:xfrm>
          </p:grpSpPr>
          <p:sp>
            <p:nvSpPr>
              <p:cNvPr id="624" name="Google Shape;624;p20"/>
              <p:cNvSpPr/>
              <p:nvPr/>
            </p:nvSpPr>
            <p:spPr>
              <a:xfrm>
                <a:off x="1491600" y="2391250"/>
                <a:ext cx="9425" cy="59475"/>
              </a:xfrm>
              <a:custGeom>
                <a:rect b="b" l="l" r="r" t="t"/>
                <a:pathLst>
                  <a:path extrusionOk="0" h="2379" w="377">
                    <a:moveTo>
                      <a:pt x="0" y="1"/>
                    </a:moveTo>
                    <a:lnTo>
                      <a:pt x="0" y="2379"/>
                    </a:lnTo>
                    <a:lnTo>
                      <a:pt x="377" y="2379"/>
                    </a:lnTo>
                    <a:lnTo>
                      <a:pt x="3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0"/>
              <p:cNvSpPr/>
              <p:nvPr/>
            </p:nvSpPr>
            <p:spPr>
              <a:xfrm>
                <a:off x="1466575" y="2416275"/>
                <a:ext cx="59575" cy="9425"/>
              </a:xfrm>
              <a:custGeom>
                <a:rect b="b" l="l" r="r" t="t"/>
                <a:pathLst>
                  <a:path extrusionOk="0" h="377" w="2383">
                    <a:moveTo>
                      <a:pt x="1" y="1"/>
                    </a:moveTo>
                    <a:lnTo>
                      <a:pt x="1" y="377"/>
                    </a:lnTo>
                    <a:lnTo>
                      <a:pt x="2382" y="377"/>
                    </a:lnTo>
                    <a:lnTo>
                      <a:pt x="23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6" name="Google Shape;626;p20"/>
            <p:cNvGrpSpPr/>
            <p:nvPr/>
          </p:nvGrpSpPr>
          <p:grpSpPr>
            <a:xfrm flipH="1">
              <a:off x="278766" y="3720566"/>
              <a:ext cx="2440058" cy="3523675"/>
              <a:chOff x="278245" y="-184325"/>
              <a:chExt cx="2358228" cy="3405504"/>
            </a:xfrm>
          </p:grpSpPr>
          <p:grpSp>
            <p:nvGrpSpPr>
              <p:cNvPr id="627" name="Google Shape;627;p20"/>
              <p:cNvGrpSpPr/>
              <p:nvPr/>
            </p:nvGrpSpPr>
            <p:grpSpPr>
              <a:xfrm>
                <a:off x="278245" y="-184325"/>
                <a:ext cx="2358228" cy="3336759"/>
                <a:chOff x="1181475" y="2041825"/>
                <a:chExt cx="620325" cy="877725"/>
              </a:xfrm>
            </p:grpSpPr>
            <p:sp>
              <p:nvSpPr>
                <p:cNvPr id="628" name="Google Shape;628;p20"/>
                <p:cNvSpPr/>
                <p:nvPr/>
              </p:nvSpPr>
              <p:spPr>
                <a:xfrm>
                  <a:off x="1185375" y="2377350"/>
                  <a:ext cx="119525" cy="119500"/>
                </a:xfrm>
                <a:custGeom>
                  <a:rect b="b" l="l" r="r" t="t"/>
                  <a:pathLst>
                    <a:path extrusionOk="0" h="4780" w="4781">
                      <a:moveTo>
                        <a:pt x="4780" y="0"/>
                      </a:moveTo>
                      <a:lnTo>
                        <a:pt x="2390" y="2390"/>
                      </a:lnTo>
                      <a:lnTo>
                        <a:pt x="1" y="4780"/>
                      </a:lnTo>
                      <a:lnTo>
                        <a:pt x="1362" y="4780"/>
                      </a:lnTo>
                      <a:lnTo>
                        <a:pt x="3071" y="3071"/>
                      </a:lnTo>
                      <a:lnTo>
                        <a:pt x="4780" y="1361"/>
                      </a:lnTo>
                      <a:lnTo>
                        <a:pt x="478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0"/>
                <p:cNvSpPr/>
                <p:nvPr/>
              </p:nvSpPr>
              <p:spPr>
                <a:xfrm>
                  <a:off x="1767500" y="2041825"/>
                  <a:ext cx="34300" cy="29425"/>
                </a:xfrm>
                <a:custGeom>
                  <a:rect b="b" l="l" r="r" t="t"/>
                  <a:pathLst>
                    <a:path extrusionOk="0" h="1177" w="1372">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20"/>
                <p:cNvSpPr/>
                <p:nvPr/>
              </p:nvSpPr>
              <p:spPr>
                <a:xfrm>
                  <a:off x="1181475" y="2060725"/>
                  <a:ext cx="600250" cy="858825"/>
                </a:xfrm>
                <a:custGeom>
                  <a:rect b="b" l="l" r="r" t="t"/>
                  <a:pathLst>
                    <a:path extrusionOk="0" h="34353" w="24010">
                      <a:moveTo>
                        <a:pt x="23789" y="1"/>
                      </a:moveTo>
                      <a:lnTo>
                        <a:pt x="15584" y="8210"/>
                      </a:lnTo>
                      <a:lnTo>
                        <a:pt x="9043" y="8210"/>
                      </a:lnTo>
                      <a:lnTo>
                        <a:pt x="8995" y="8254"/>
                      </a:lnTo>
                      <a:lnTo>
                        <a:pt x="1" y="17249"/>
                      </a:lnTo>
                      <a:lnTo>
                        <a:pt x="1" y="20091"/>
                      </a:lnTo>
                      <a:lnTo>
                        <a:pt x="5493" y="25583"/>
                      </a:lnTo>
                      <a:lnTo>
                        <a:pt x="5493" y="30098"/>
                      </a:lnTo>
                      <a:lnTo>
                        <a:pt x="1458" y="34137"/>
                      </a:lnTo>
                      <a:lnTo>
                        <a:pt x="1678" y="34353"/>
                      </a:lnTo>
                      <a:lnTo>
                        <a:pt x="5805" y="30226"/>
                      </a:lnTo>
                      <a:lnTo>
                        <a:pt x="5805" y="25454"/>
                      </a:lnTo>
                      <a:lnTo>
                        <a:pt x="313" y="19963"/>
                      </a:lnTo>
                      <a:lnTo>
                        <a:pt x="313" y="17377"/>
                      </a:lnTo>
                      <a:lnTo>
                        <a:pt x="9171" y="8519"/>
                      </a:lnTo>
                      <a:lnTo>
                        <a:pt x="15712" y="8519"/>
                      </a:lnTo>
                      <a:lnTo>
                        <a:pt x="15756" y="8475"/>
                      </a:lnTo>
                      <a:lnTo>
                        <a:pt x="24010" y="221"/>
                      </a:lnTo>
                      <a:lnTo>
                        <a:pt x="2378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0"/>
                <p:cNvSpPr/>
                <p:nvPr/>
              </p:nvSpPr>
              <p:spPr>
                <a:xfrm>
                  <a:off x="1260925" y="2268575"/>
                  <a:ext cx="243200" cy="370575"/>
                </a:xfrm>
                <a:custGeom>
                  <a:rect b="b" l="l" r="r" t="t"/>
                  <a:pathLst>
                    <a:path extrusionOk="0" h="14823" w="9728">
                      <a:moveTo>
                        <a:pt x="9640" y="0"/>
                      </a:moveTo>
                      <a:lnTo>
                        <a:pt x="4148" y="5492"/>
                      </a:lnTo>
                      <a:lnTo>
                        <a:pt x="4148" y="10588"/>
                      </a:lnTo>
                      <a:lnTo>
                        <a:pt x="1" y="14735"/>
                      </a:lnTo>
                      <a:lnTo>
                        <a:pt x="89" y="14823"/>
                      </a:lnTo>
                      <a:lnTo>
                        <a:pt x="4272" y="10640"/>
                      </a:lnTo>
                      <a:lnTo>
                        <a:pt x="4272" y="5544"/>
                      </a:lnTo>
                      <a:lnTo>
                        <a:pt x="9728" y="88"/>
                      </a:lnTo>
                      <a:lnTo>
                        <a:pt x="964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0"/>
                <p:cNvSpPr/>
                <p:nvPr/>
              </p:nvSpPr>
              <p:spPr>
                <a:xfrm>
                  <a:off x="1194400" y="2571875"/>
                  <a:ext cx="129400" cy="204375"/>
                </a:xfrm>
                <a:custGeom>
                  <a:rect b="b" l="l" r="r" t="t"/>
                  <a:pathLst>
                    <a:path extrusionOk="0" h="8175" w="5176">
                      <a:moveTo>
                        <a:pt x="0" y="1"/>
                      </a:moveTo>
                      <a:lnTo>
                        <a:pt x="0" y="3087"/>
                      </a:lnTo>
                      <a:lnTo>
                        <a:pt x="5088" y="8175"/>
                      </a:lnTo>
                      <a:lnTo>
                        <a:pt x="5176" y="8087"/>
                      </a:lnTo>
                      <a:lnTo>
                        <a:pt x="124" y="3035"/>
                      </a:lnTo>
                      <a:lnTo>
                        <a:pt x="1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3" name="Google Shape;633;p20"/>
              <p:cNvSpPr/>
              <p:nvPr/>
            </p:nvSpPr>
            <p:spPr>
              <a:xfrm>
                <a:off x="336260" y="3109317"/>
                <a:ext cx="130395" cy="111862"/>
              </a:xfrm>
              <a:custGeom>
                <a:rect b="b" l="l" r="r" t="t"/>
                <a:pathLst>
                  <a:path extrusionOk="0" h="1177" w="1372">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4" name="Google Shape;634;p20"/>
          <p:cNvGrpSpPr/>
          <p:nvPr/>
        </p:nvGrpSpPr>
        <p:grpSpPr>
          <a:xfrm>
            <a:off x="7628079" y="-156345"/>
            <a:ext cx="3031826" cy="2586940"/>
            <a:chOff x="7628092" y="-156362"/>
            <a:chExt cx="3031826" cy="2586940"/>
          </a:xfrm>
        </p:grpSpPr>
        <p:sp>
          <p:nvSpPr>
            <p:cNvPr id="635" name="Google Shape;635;p20"/>
            <p:cNvSpPr/>
            <p:nvPr/>
          </p:nvSpPr>
          <p:spPr>
            <a:xfrm flipH="1">
              <a:off x="7628092" y="-156362"/>
              <a:ext cx="3031826" cy="2004580"/>
            </a:xfrm>
            <a:custGeom>
              <a:rect b="b" l="l" r="r" t="t"/>
              <a:pathLst>
                <a:path extrusionOk="0" h="15904" w="24054">
                  <a:moveTo>
                    <a:pt x="17228" y="0"/>
                  </a:moveTo>
                  <a:lnTo>
                    <a:pt x="9955" y="7274"/>
                  </a:lnTo>
                  <a:lnTo>
                    <a:pt x="6725" y="7274"/>
                  </a:lnTo>
                  <a:lnTo>
                    <a:pt x="2610" y="11384"/>
                  </a:lnTo>
                  <a:lnTo>
                    <a:pt x="2610" y="13298"/>
                  </a:lnTo>
                  <a:lnTo>
                    <a:pt x="0" y="15904"/>
                  </a:lnTo>
                  <a:lnTo>
                    <a:pt x="7093" y="15904"/>
                  </a:lnTo>
                  <a:lnTo>
                    <a:pt x="12993" y="10003"/>
                  </a:lnTo>
                  <a:lnTo>
                    <a:pt x="15207" y="10003"/>
                  </a:lnTo>
                  <a:lnTo>
                    <a:pt x="19494" y="5716"/>
                  </a:lnTo>
                  <a:lnTo>
                    <a:pt x="19494" y="4560"/>
                  </a:lnTo>
                  <a:lnTo>
                    <a:pt x="2405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6" name="Google Shape;636;p20"/>
            <p:cNvGrpSpPr/>
            <p:nvPr/>
          </p:nvGrpSpPr>
          <p:grpSpPr>
            <a:xfrm rot="-5400000">
              <a:off x="8418533" y="1585125"/>
              <a:ext cx="727567" cy="361051"/>
              <a:chOff x="1622300" y="2291700"/>
              <a:chExt cx="118800" cy="58950"/>
            </a:xfrm>
          </p:grpSpPr>
          <p:sp>
            <p:nvSpPr>
              <p:cNvPr id="637" name="Google Shape;637;p20"/>
              <p:cNvSpPr/>
              <p:nvPr/>
            </p:nvSpPr>
            <p:spPr>
              <a:xfrm>
                <a:off x="1672825" y="2291800"/>
                <a:ext cx="17950" cy="17825"/>
              </a:xfrm>
              <a:custGeom>
                <a:rect b="b" l="l" r="r" t="t"/>
                <a:pathLst>
                  <a:path extrusionOk="0" h="713" w="718">
                    <a:moveTo>
                      <a:pt x="101" y="0"/>
                    </a:moveTo>
                    <a:lnTo>
                      <a:pt x="1" y="96"/>
                    </a:lnTo>
                    <a:lnTo>
                      <a:pt x="621" y="713"/>
                    </a:lnTo>
                    <a:lnTo>
                      <a:pt x="717" y="617"/>
                    </a:lnTo>
                    <a:lnTo>
                      <a:pt x="1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0"/>
              <p:cNvSpPr/>
              <p:nvPr/>
            </p:nvSpPr>
            <p:spPr>
              <a:xfrm>
                <a:off x="1672825" y="2291700"/>
                <a:ext cx="17950" cy="17925"/>
              </a:xfrm>
              <a:custGeom>
                <a:rect b="b" l="l" r="r" t="t"/>
                <a:pathLst>
                  <a:path extrusionOk="0" h="717" w="718">
                    <a:moveTo>
                      <a:pt x="621" y="0"/>
                    </a:moveTo>
                    <a:lnTo>
                      <a:pt x="1" y="621"/>
                    </a:lnTo>
                    <a:lnTo>
                      <a:pt x="101" y="717"/>
                    </a:lnTo>
                    <a:lnTo>
                      <a:pt x="717" y="100"/>
                    </a:lnTo>
                    <a:lnTo>
                      <a:pt x="62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0"/>
              <p:cNvSpPr/>
              <p:nvPr/>
            </p:nvSpPr>
            <p:spPr>
              <a:xfrm>
                <a:off x="1723150" y="2291700"/>
                <a:ext cx="17950" cy="17925"/>
              </a:xfrm>
              <a:custGeom>
                <a:rect b="b" l="l" r="r" t="t"/>
                <a:pathLst>
                  <a:path extrusionOk="0" h="717" w="718">
                    <a:moveTo>
                      <a:pt x="97" y="0"/>
                    </a:moveTo>
                    <a:lnTo>
                      <a:pt x="1" y="100"/>
                    </a:lnTo>
                    <a:lnTo>
                      <a:pt x="617" y="717"/>
                    </a:lnTo>
                    <a:lnTo>
                      <a:pt x="718" y="621"/>
                    </a:lnTo>
                    <a:lnTo>
                      <a:pt x="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20"/>
              <p:cNvSpPr/>
              <p:nvPr/>
            </p:nvSpPr>
            <p:spPr>
              <a:xfrm>
                <a:off x="1723150" y="2291700"/>
                <a:ext cx="17950" cy="17925"/>
              </a:xfrm>
              <a:custGeom>
                <a:rect b="b" l="l" r="r" t="t"/>
                <a:pathLst>
                  <a:path extrusionOk="0" h="717" w="718">
                    <a:moveTo>
                      <a:pt x="617" y="0"/>
                    </a:moveTo>
                    <a:lnTo>
                      <a:pt x="1" y="621"/>
                    </a:lnTo>
                    <a:lnTo>
                      <a:pt x="101" y="717"/>
                    </a:lnTo>
                    <a:lnTo>
                      <a:pt x="718" y="100"/>
                    </a:lnTo>
                    <a:lnTo>
                      <a:pt x="61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0"/>
              <p:cNvSpPr/>
              <p:nvPr/>
            </p:nvSpPr>
            <p:spPr>
              <a:xfrm>
                <a:off x="1622300" y="2332725"/>
                <a:ext cx="17825" cy="17925"/>
              </a:xfrm>
              <a:custGeom>
                <a:rect b="b" l="l" r="r" t="t"/>
                <a:pathLst>
                  <a:path extrusionOk="0" h="717" w="713">
                    <a:moveTo>
                      <a:pt x="96" y="0"/>
                    </a:moveTo>
                    <a:lnTo>
                      <a:pt x="0" y="96"/>
                    </a:lnTo>
                    <a:lnTo>
                      <a:pt x="617" y="717"/>
                    </a:lnTo>
                    <a:lnTo>
                      <a:pt x="713" y="617"/>
                    </a:lnTo>
                    <a:lnTo>
                      <a:pt x="9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0"/>
              <p:cNvSpPr/>
              <p:nvPr/>
            </p:nvSpPr>
            <p:spPr>
              <a:xfrm>
                <a:off x="1622300" y="2332725"/>
                <a:ext cx="17825" cy="17925"/>
              </a:xfrm>
              <a:custGeom>
                <a:rect b="b" l="l" r="r" t="t"/>
                <a:pathLst>
                  <a:path extrusionOk="0" h="717" w="713">
                    <a:moveTo>
                      <a:pt x="617" y="0"/>
                    </a:moveTo>
                    <a:lnTo>
                      <a:pt x="0" y="617"/>
                    </a:lnTo>
                    <a:lnTo>
                      <a:pt x="96" y="717"/>
                    </a:lnTo>
                    <a:lnTo>
                      <a:pt x="713" y="96"/>
                    </a:lnTo>
                    <a:lnTo>
                      <a:pt x="61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0"/>
              <p:cNvSpPr/>
              <p:nvPr/>
            </p:nvSpPr>
            <p:spPr>
              <a:xfrm>
                <a:off x="1672525" y="2332625"/>
                <a:ext cx="17950" cy="17925"/>
              </a:xfrm>
              <a:custGeom>
                <a:rect b="b" l="l" r="r" t="t"/>
                <a:pathLst>
                  <a:path extrusionOk="0" h="717" w="718">
                    <a:moveTo>
                      <a:pt x="101" y="0"/>
                    </a:moveTo>
                    <a:lnTo>
                      <a:pt x="1" y="100"/>
                    </a:lnTo>
                    <a:lnTo>
                      <a:pt x="621" y="717"/>
                    </a:lnTo>
                    <a:lnTo>
                      <a:pt x="717" y="621"/>
                    </a:lnTo>
                    <a:lnTo>
                      <a:pt x="1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0"/>
              <p:cNvSpPr/>
              <p:nvPr/>
            </p:nvSpPr>
            <p:spPr>
              <a:xfrm>
                <a:off x="1672525" y="2332725"/>
                <a:ext cx="17950" cy="17925"/>
              </a:xfrm>
              <a:custGeom>
                <a:rect b="b" l="l" r="r" t="t"/>
                <a:pathLst>
                  <a:path extrusionOk="0" h="717" w="718">
                    <a:moveTo>
                      <a:pt x="621" y="0"/>
                    </a:moveTo>
                    <a:lnTo>
                      <a:pt x="1" y="617"/>
                    </a:lnTo>
                    <a:lnTo>
                      <a:pt x="101" y="717"/>
                    </a:lnTo>
                    <a:lnTo>
                      <a:pt x="717" y="96"/>
                    </a:lnTo>
                    <a:lnTo>
                      <a:pt x="62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5" name="Google Shape;645;p20"/>
            <p:cNvSpPr/>
            <p:nvPr/>
          </p:nvSpPr>
          <p:spPr>
            <a:xfrm rot="10800000">
              <a:off x="8411505" y="-156360"/>
              <a:ext cx="1464987" cy="2586938"/>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6" name="Google Shape;646;p20"/>
          <p:cNvSpPr txBox="1"/>
          <p:nvPr>
            <p:ph idx="1" type="subTitle"/>
          </p:nvPr>
        </p:nvSpPr>
        <p:spPr>
          <a:xfrm>
            <a:off x="1918200" y="3972368"/>
            <a:ext cx="5307600" cy="592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647" name="Google Shape;647;p20"/>
          <p:cNvSpPr txBox="1"/>
          <p:nvPr>
            <p:ph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Clr>
                <a:schemeClr val="dk2"/>
              </a:buClr>
              <a:buSzPts val="3000"/>
              <a:buFont typeface="Fredoka One"/>
              <a:buNone/>
              <a:defRPr/>
            </a:lvl1pPr>
            <a:lvl2pPr lvl="1"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2pPr>
            <a:lvl3pPr lvl="2"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3pPr>
            <a:lvl4pPr lvl="3"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4pPr>
            <a:lvl5pPr lvl="4"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5pPr>
            <a:lvl6pPr lvl="5"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6pPr>
            <a:lvl7pPr lvl="6"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7pPr>
            <a:lvl8pPr lvl="7"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8pPr>
            <a:lvl9pPr lvl="8"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0_1_1_1_1_1_1_1_1_1">
    <p:spTree>
      <p:nvGrpSpPr>
        <p:cNvPr id="648" name="Shape 648"/>
        <p:cNvGrpSpPr/>
        <p:nvPr/>
      </p:nvGrpSpPr>
      <p:grpSpPr>
        <a:xfrm>
          <a:off x="0" y="0"/>
          <a:ext cx="0" cy="0"/>
          <a:chOff x="0" y="0"/>
          <a:chExt cx="0" cy="0"/>
        </a:xfrm>
      </p:grpSpPr>
      <p:sp>
        <p:nvSpPr>
          <p:cNvPr id="649" name="Google Shape;649;p21"/>
          <p:cNvSpPr txBox="1"/>
          <p:nvPr>
            <p:ph idx="1" type="body"/>
          </p:nvPr>
        </p:nvSpPr>
        <p:spPr>
          <a:xfrm>
            <a:off x="722375" y="1129950"/>
            <a:ext cx="7704000" cy="3478500"/>
          </a:xfrm>
          <a:prstGeom prst="rect">
            <a:avLst/>
          </a:prstGeom>
        </p:spPr>
        <p:txBody>
          <a:bodyPr anchorCtr="0" anchor="t" bIns="91425" lIns="91425" spcFirstLastPara="1" rIns="91425" wrap="square" tIns="91425">
            <a:noAutofit/>
          </a:bodyPr>
          <a:lstStyle>
            <a:lvl1pPr indent="-323850" lvl="0" marL="457200" rtl="0">
              <a:lnSpc>
                <a:spcPct val="100000"/>
              </a:lnSpc>
              <a:spcBef>
                <a:spcPts val="0"/>
              </a:spcBef>
              <a:spcAft>
                <a:spcPts val="0"/>
              </a:spcAft>
              <a:buSzPts val="1500"/>
              <a:buChar char="●"/>
              <a:defRPr/>
            </a:lvl1pPr>
            <a:lvl2pPr indent="-323850" lvl="1" marL="914400" rtl="0">
              <a:lnSpc>
                <a:spcPct val="100000"/>
              </a:lnSpc>
              <a:spcBef>
                <a:spcPts val="1000"/>
              </a:spcBef>
              <a:spcAft>
                <a:spcPts val="0"/>
              </a:spcAft>
              <a:buSzPts val="1500"/>
              <a:buChar char="○"/>
              <a:defRPr/>
            </a:lvl2pPr>
            <a:lvl3pPr indent="-323850" lvl="2" marL="1371600" rtl="0">
              <a:lnSpc>
                <a:spcPct val="100000"/>
              </a:lnSpc>
              <a:spcBef>
                <a:spcPts val="0"/>
              </a:spcBef>
              <a:spcAft>
                <a:spcPts val="0"/>
              </a:spcAft>
              <a:buSzPts val="1500"/>
              <a:buChar char="■"/>
              <a:defRPr/>
            </a:lvl3pPr>
            <a:lvl4pPr indent="-323850" lvl="3" marL="1828800" rtl="0">
              <a:lnSpc>
                <a:spcPct val="100000"/>
              </a:lnSpc>
              <a:spcBef>
                <a:spcPts val="0"/>
              </a:spcBef>
              <a:spcAft>
                <a:spcPts val="0"/>
              </a:spcAft>
              <a:buSzPts val="1500"/>
              <a:buChar char="●"/>
              <a:defRPr/>
            </a:lvl4pPr>
            <a:lvl5pPr indent="-323850" lvl="4" marL="2286000" rtl="0">
              <a:lnSpc>
                <a:spcPct val="100000"/>
              </a:lnSpc>
              <a:spcBef>
                <a:spcPts val="0"/>
              </a:spcBef>
              <a:spcAft>
                <a:spcPts val="0"/>
              </a:spcAft>
              <a:buSzPts val="1500"/>
              <a:buChar char="○"/>
              <a:defRPr/>
            </a:lvl5pPr>
            <a:lvl6pPr indent="-323850" lvl="5" marL="2743200" rtl="0">
              <a:lnSpc>
                <a:spcPct val="100000"/>
              </a:lnSpc>
              <a:spcBef>
                <a:spcPts val="0"/>
              </a:spcBef>
              <a:spcAft>
                <a:spcPts val="0"/>
              </a:spcAft>
              <a:buSzPts val="1500"/>
              <a:buChar char="■"/>
              <a:defRPr/>
            </a:lvl6pPr>
            <a:lvl7pPr indent="-323850" lvl="6" marL="3200400" rtl="0">
              <a:lnSpc>
                <a:spcPct val="100000"/>
              </a:lnSpc>
              <a:spcBef>
                <a:spcPts val="0"/>
              </a:spcBef>
              <a:spcAft>
                <a:spcPts val="0"/>
              </a:spcAft>
              <a:buSzPts val="1500"/>
              <a:buChar char="●"/>
              <a:defRPr/>
            </a:lvl7pPr>
            <a:lvl8pPr indent="-323850" lvl="7" marL="3657600" rtl="0">
              <a:lnSpc>
                <a:spcPct val="100000"/>
              </a:lnSpc>
              <a:spcBef>
                <a:spcPts val="0"/>
              </a:spcBef>
              <a:spcAft>
                <a:spcPts val="0"/>
              </a:spcAft>
              <a:buSzPts val="1500"/>
              <a:buChar char="○"/>
              <a:defRPr/>
            </a:lvl8pPr>
            <a:lvl9pPr indent="-323850" lvl="8" marL="4114800" rtl="0">
              <a:lnSpc>
                <a:spcPct val="100000"/>
              </a:lnSpc>
              <a:spcBef>
                <a:spcPts val="0"/>
              </a:spcBef>
              <a:spcAft>
                <a:spcPts val="0"/>
              </a:spcAft>
              <a:buSzPts val="1500"/>
              <a:buChar char="■"/>
              <a:defRPr/>
            </a:lvl9pPr>
          </a:lstStyle>
          <a:p/>
        </p:txBody>
      </p:sp>
      <p:sp>
        <p:nvSpPr>
          <p:cNvPr id="650" name="Google Shape;650;p21"/>
          <p:cNvSpPr txBox="1"/>
          <p:nvPr>
            <p:ph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3000"/>
              <a:buNone/>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grpSp>
        <p:nvGrpSpPr>
          <p:cNvPr id="651" name="Google Shape;651;p21"/>
          <p:cNvGrpSpPr/>
          <p:nvPr/>
        </p:nvGrpSpPr>
        <p:grpSpPr>
          <a:xfrm flipH="1">
            <a:off x="4940054" y="3761619"/>
            <a:ext cx="4859943" cy="2698431"/>
            <a:chOff x="-788304" y="3837819"/>
            <a:chExt cx="4859943" cy="2698431"/>
          </a:xfrm>
        </p:grpSpPr>
        <p:sp>
          <p:nvSpPr>
            <p:cNvPr id="652" name="Google Shape;652;p21"/>
            <p:cNvSpPr/>
            <p:nvPr/>
          </p:nvSpPr>
          <p:spPr>
            <a:xfrm flipH="1">
              <a:off x="-788304" y="4174967"/>
              <a:ext cx="2494083" cy="1471900"/>
            </a:xfrm>
            <a:custGeom>
              <a:rect b="b" l="l" r="r" t="t"/>
              <a:pathLst>
                <a:path extrusionOk="0" h="13154" w="22289">
                  <a:moveTo>
                    <a:pt x="14063" y="0"/>
                  </a:moveTo>
                  <a:lnTo>
                    <a:pt x="11521" y="2542"/>
                  </a:lnTo>
                  <a:lnTo>
                    <a:pt x="10616" y="2542"/>
                  </a:lnTo>
                  <a:lnTo>
                    <a:pt x="1" y="13154"/>
                  </a:lnTo>
                  <a:lnTo>
                    <a:pt x="5249" y="13154"/>
                  </a:lnTo>
                  <a:lnTo>
                    <a:pt x="9572" y="8831"/>
                  </a:lnTo>
                  <a:lnTo>
                    <a:pt x="13515" y="8831"/>
                  </a:lnTo>
                  <a:lnTo>
                    <a:pt x="22289" y="52"/>
                  </a:lnTo>
                  <a:lnTo>
                    <a:pt x="1406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3" name="Google Shape;653;p21"/>
            <p:cNvGrpSpPr/>
            <p:nvPr/>
          </p:nvGrpSpPr>
          <p:grpSpPr>
            <a:xfrm flipH="1">
              <a:off x="1320304" y="4461358"/>
              <a:ext cx="647437" cy="321825"/>
              <a:chOff x="7990044" y="3252744"/>
              <a:chExt cx="516874" cy="256925"/>
            </a:xfrm>
          </p:grpSpPr>
          <p:sp>
            <p:nvSpPr>
              <p:cNvPr id="654" name="Google Shape;654;p21"/>
              <p:cNvSpPr/>
              <p:nvPr/>
            </p:nvSpPr>
            <p:spPr>
              <a:xfrm>
                <a:off x="8208922" y="3431894"/>
                <a:ext cx="78111" cy="77775"/>
              </a:xfrm>
              <a:custGeom>
                <a:rect b="b" l="l" r="r" t="t"/>
                <a:pathLst>
                  <a:path extrusionOk="0" h="926" w="930">
                    <a:moveTo>
                      <a:pt x="129" y="1"/>
                    </a:moveTo>
                    <a:lnTo>
                      <a:pt x="1" y="125"/>
                    </a:lnTo>
                    <a:lnTo>
                      <a:pt x="801" y="926"/>
                    </a:lnTo>
                    <a:lnTo>
                      <a:pt x="929" y="798"/>
                    </a:lnTo>
                    <a:lnTo>
                      <a:pt x="12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1"/>
              <p:cNvSpPr/>
              <p:nvPr/>
            </p:nvSpPr>
            <p:spPr>
              <a:xfrm>
                <a:off x="8208922" y="3431558"/>
                <a:ext cx="77775" cy="77775"/>
              </a:xfrm>
              <a:custGeom>
                <a:rect b="b" l="l" r="r" t="t"/>
                <a:pathLst>
                  <a:path extrusionOk="0" h="926" w="926">
                    <a:moveTo>
                      <a:pt x="801" y="1"/>
                    </a:moveTo>
                    <a:lnTo>
                      <a:pt x="1" y="798"/>
                    </a:lnTo>
                    <a:lnTo>
                      <a:pt x="125" y="926"/>
                    </a:lnTo>
                    <a:lnTo>
                      <a:pt x="925" y="125"/>
                    </a:lnTo>
                    <a:lnTo>
                      <a:pt x="80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1"/>
              <p:cNvSpPr/>
              <p:nvPr/>
            </p:nvSpPr>
            <p:spPr>
              <a:xfrm>
                <a:off x="7990044" y="3431894"/>
                <a:ext cx="78111" cy="77775"/>
              </a:xfrm>
              <a:custGeom>
                <a:rect b="b" l="l" r="r" t="t"/>
                <a:pathLst>
                  <a:path extrusionOk="0" h="926" w="930">
                    <a:moveTo>
                      <a:pt x="129" y="1"/>
                    </a:moveTo>
                    <a:lnTo>
                      <a:pt x="1" y="125"/>
                    </a:lnTo>
                    <a:lnTo>
                      <a:pt x="801" y="926"/>
                    </a:lnTo>
                    <a:lnTo>
                      <a:pt x="930" y="798"/>
                    </a:lnTo>
                    <a:lnTo>
                      <a:pt x="12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1"/>
              <p:cNvSpPr/>
              <p:nvPr/>
            </p:nvSpPr>
            <p:spPr>
              <a:xfrm>
                <a:off x="7990044" y="3431558"/>
                <a:ext cx="77775" cy="77775"/>
              </a:xfrm>
              <a:custGeom>
                <a:rect b="b" l="l" r="r" t="t"/>
                <a:pathLst>
                  <a:path extrusionOk="0" h="926" w="926">
                    <a:moveTo>
                      <a:pt x="801" y="1"/>
                    </a:moveTo>
                    <a:lnTo>
                      <a:pt x="1" y="798"/>
                    </a:lnTo>
                    <a:lnTo>
                      <a:pt x="129" y="926"/>
                    </a:lnTo>
                    <a:lnTo>
                      <a:pt x="926" y="125"/>
                    </a:lnTo>
                    <a:lnTo>
                      <a:pt x="80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1"/>
              <p:cNvSpPr/>
              <p:nvPr/>
            </p:nvSpPr>
            <p:spPr>
              <a:xfrm>
                <a:off x="8428808" y="3252744"/>
                <a:ext cx="78111" cy="78111"/>
              </a:xfrm>
              <a:custGeom>
                <a:rect b="b" l="l" r="r" t="t"/>
                <a:pathLst>
                  <a:path extrusionOk="0" h="930" w="930">
                    <a:moveTo>
                      <a:pt x="129" y="0"/>
                    </a:moveTo>
                    <a:lnTo>
                      <a:pt x="1" y="129"/>
                    </a:lnTo>
                    <a:lnTo>
                      <a:pt x="801" y="929"/>
                    </a:lnTo>
                    <a:lnTo>
                      <a:pt x="929" y="801"/>
                    </a:lnTo>
                    <a:lnTo>
                      <a:pt x="12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1"/>
              <p:cNvSpPr/>
              <p:nvPr/>
            </p:nvSpPr>
            <p:spPr>
              <a:xfrm>
                <a:off x="8429144" y="3253080"/>
                <a:ext cx="77775" cy="78111"/>
              </a:xfrm>
              <a:custGeom>
                <a:rect b="b" l="l" r="r" t="t"/>
                <a:pathLst>
                  <a:path extrusionOk="0" h="930" w="926">
                    <a:moveTo>
                      <a:pt x="797" y="0"/>
                    </a:moveTo>
                    <a:lnTo>
                      <a:pt x="1" y="801"/>
                    </a:lnTo>
                    <a:lnTo>
                      <a:pt x="125" y="929"/>
                    </a:lnTo>
                    <a:lnTo>
                      <a:pt x="925" y="129"/>
                    </a:lnTo>
                    <a:lnTo>
                      <a:pt x="7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1"/>
              <p:cNvSpPr/>
              <p:nvPr/>
            </p:nvSpPr>
            <p:spPr>
              <a:xfrm>
                <a:off x="8209930" y="3252744"/>
                <a:ext cx="78111" cy="78111"/>
              </a:xfrm>
              <a:custGeom>
                <a:rect b="b" l="l" r="r" t="t"/>
                <a:pathLst>
                  <a:path extrusionOk="0" h="930" w="930">
                    <a:moveTo>
                      <a:pt x="129" y="0"/>
                    </a:moveTo>
                    <a:lnTo>
                      <a:pt x="1" y="129"/>
                    </a:lnTo>
                    <a:lnTo>
                      <a:pt x="801" y="929"/>
                    </a:lnTo>
                    <a:lnTo>
                      <a:pt x="929" y="801"/>
                    </a:lnTo>
                    <a:lnTo>
                      <a:pt x="12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1"/>
              <p:cNvSpPr/>
              <p:nvPr/>
            </p:nvSpPr>
            <p:spPr>
              <a:xfrm>
                <a:off x="8210266" y="3253080"/>
                <a:ext cx="77775" cy="78111"/>
              </a:xfrm>
              <a:custGeom>
                <a:rect b="b" l="l" r="r" t="t"/>
                <a:pathLst>
                  <a:path extrusionOk="0" h="930" w="926">
                    <a:moveTo>
                      <a:pt x="801" y="0"/>
                    </a:moveTo>
                    <a:lnTo>
                      <a:pt x="1" y="801"/>
                    </a:lnTo>
                    <a:lnTo>
                      <a:pt x="125" y="929"/>
                    </a:lnTo>
                    <a:lnTo>
                      <a:pt x="925" y="129"/>
                    </a:lnTo>
                    <a:lnTo>
                      <a:pt x="8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2" name="Google Shape;662;p21"/>
            <p:cNvGrpSpPr/>
            <p:nvPr/>
          </p:nvGrpSpPr>
          <p:grpSpPr>
            <a:xfrm rot="5400000">
              <a:off x="813121" y="3277732"/>
              <a:ext cx="2698431" cy="3818605"/>
              <a:chOff x="7726148" y="777978"/>
              <a:chExt cx="2698431" cy="3818605"/>
            </a:xfrm>
          </p:grpSpPr>
          <p:sp>
            <p:nvSpPr>
              <p:cNvPr id="663" name="Google Shape;663;p21"/>
              <p:cNvSpPr/>
              <p:nvPr/>
            </p:nvSpPr>
            <p:spPr>
              <a:xfrm>
                <a:off x="7726148" y="4468667"/>
                <a:ext cx="148998" cy="127917"/>
              </a:xfrm>
              <a:custGeom>
                <a:rect b="b" l="l" r="r" t="t"/>
                <a:pathLst>
                  <a:path extrusionOk="0" h="1523" w="1774">
                    <a:moveTo>
                      <a:pt x="757" y="406"/>
                    </a:moveTo>
                    <a:cubicBezTo>
                      <a:pt x="1077" y="406"/>
                      <a:pt x="1238" y="790"/>
                      <a:pt x="1009" y="1014"/>
                    </a:cubicBezTo>
                    <a:cubicBezTo>
                      <a:pt x="937" y="1087"/>
                      <a:pt x="847" y="1120"/>
                      <a:pt x="759" y="1120"/>
                    </a:cubicBezTo>
                    <a:cubicBezTo>
                      <a:pt x="576" y="1120"/>
                      <a:pt x="401" y="978"/>
                      <a:pt x="401" y="762"/>
                    </a:cubicBezTo>
                    <a:cubicBezTo>
                      <a:pt x="401" y="566"/>
                      <a:pt x="561" y="406"/>
                      <a:pt x="757" y="406"/>
                    </a:cubicBezTo>
                    <a:close/>
                    <a:moveTo>
                      <a:pt x="764" y="1"/>
                    </a:moveTo>
                    <a:cubicBezTo>
                      <a:pt x="374" y="1"/>
                      <a:pt x="1" y="305"/>
                      <a:pt x="1" y="762"/>
                    </a:cubicBezTo>
                    <a:cubicBezTo>
                      <a:pt x="1" y="1182"/>
                      <a:pt x="337" y="1519"/>
                      <a:pt x="757" y="1523"/>
                    </a:cubicBezTo>
                    <a:cubicBezTo>
                      <a:pt x="1434" y="1523"/>
                      <a:pt x="1774" y="702"/>
                      <a:pt x="1294" y="226"/>
                    </a:cubicBezTo>
                    <a:cubicBezTo>
                      <a:pt x="1139" y="70"/>
                      <a:pt x="950" y="1"/>
                      <a:pt x="76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1"/>
              <p:cNvSpPr/>
              <p:nvPr/>
            </p:nvSpPr>
            <p:spPr>
              <a:xfrm>
                <a:off x="9887546" y="2617023"/>
                <a:ext cx="520234" cy="519814"/>
              </a:xfrm>
              <a:custGeom>
                <a:rect b="b" l="l" r="r" t="t"/>
                <a:pathLst>
                  <a:path extrusionOk="0" h="6189" w="6194">
                    <a:moveTo>
                      <a:pt x="4428" y="0"/>
                    </a:moveTo>
                    <a:lnTo>
                      <a:pt x="2214" y="2214"/>
                    </a:lnTo>
                    <a:lnTo>
                      <a:pt x="1" y="4427"/>
                    </a:lnTo>
                    <a:lnTo>
                      <a:pt x="1" y="6188"/>
                    </a:lnTo>
                    <a:lnTo>
                      <a:pt x="3095" y="3094"/>
                    </a:lnTo>
                    <a:lnTo>
                      <a:pt x="619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21"/>
              <p:cNvSpPr/>
              <p:nvPr/>
            </p:nvSpPr>
            <p:spPr>
              <a:xfrm>
                <a:off x="7813245" y="777978"/>
                <a:ext cx="2611333" cy="3736295"/>
              </a:xfrm>
              <a:custGeom>
                <a:rect b="b" l="l" r="r" t="t"/>
                <a:pathLst>
                  <a:path extrusionOk="0" h="44485" w="31091">
                    <a:moveTo>
                      <a:pt x="28921" y="1"/>
                    </a:moveTo>
                    <a:lnTo>
                      <a:pt x="23577" y="5344"/>
                    </a:lnTo>
                    <a:lnTo>
                      <a:pt x="23577" y="11525"/>
                    </a:lnTo>
                    <a:lnTo>
                      <a:pt x="30686" y="18638"/>
                    </a:lnTo>
                    <a:lnTo>
                      <a:pt x="30686" y="21984"/>
                    </a:lnTo>
                    <a:lnTo>
                      <a:pt x="19218" y="33456"/>
                    </a:lnTo>
                    <a:lnTo>
                      <a:pt x="10744" y="33456"/>
                    </a:lnTo>
                    <a:lnTo>
                      <a:pt x="10688" y="33512"/>
                    </a:lnTo>
                    <a:lnTo>
                      <a:pt x="0" y="44200"/>
                    </a:lnTo>
                    <a:lnTo>
                      <a:pt x="285" y="44484"/>
                    </a:lnTo>
                    <a:lnTo>
                      <a:pt x="10912" y="33857"/>
                    </a:lnTo>
                    <a:lnTo>
                      <a:pt x="19382" y="33857"/>
                    </a:lnTo>
                    <a:lnTo>
                      <a:pt x="19442" y="33797"/>
                    </a:lnTo>
                    <a:lnTo>
                      <a:pt x="31090" y="22148"/>
                    </a:lnTo>
                    <a:lnTo>
                      <a:pt x="31090" y="18474"/>
                    </a:lnTo>
                    <a:lnTo>
                      <a:pt x="23977" y="11361"/>
                    </a:lnTo>
                    <a:lnTo>
                      <a:pt x="23977" y="5509"/>
                    </a:lnTo>
                    <a:lnTo>
                      <a:pt x="29205" y="285"/>
                    </a:lnTo>
                    <a:lnTo>
                      <a:pt x="2892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66" name="Google Shape;666;p21"/>
          <p:cNvGrpSpPr/>
          <p:nvPr/>
        </p:nvGrpSpPr>
        <p:grpSpPr>
          <a:xfrm flipH="1">
            <a:off x="5745066" y="-1877775"/>
            <a:ext cx="4054931" cy="3690696"/>
            <a:chOff x="-626842" y="-1801575"/>
            <a:chExt cx="4054931" cy="3690696"/>
          </a:xfrm>
        </p:grpSpPr>
        <p:sp>
          <p:nvSpPr>
            <p:cNvPr id="667" name="Google Shape;667;p21"/>
            <p:cNvSpPr/>
            <p:nvPr/>
          </p:nvSpPr>
          <p:spPr>
            <a:xfrm>
              <a:off x="-626842" y="-190870"/>
              <a:ext cx="2698418" cy="1592456"/>
            </a:xfrm>
            <a:custGeom>
              <a:rect b="b" l="l" r="r" t="t"/>
              <a:pathLst>
                <a:path extrusionOk="0" h="13154" w="22289">
                  <a:moveTo>
                    <a:pt x="14063" y="0"/>
                  </a:moveTo>
                  <a:lnTo>
                    <a:pt x="11521" y="2542"/>
                  </a:lnTo>
                  <a:lnTo>
                    <a:pt x="10616" y="2542"/>
                  </a:lnTo>
                  <a:lnTo>
                    <a:pt x="1" y="13154"/>
                  </a:lnTo>
                  <a:lnTo>
                    <a:pt x="5249" y="13154"/>
                  </a:lnTo>
                  <a:lnTo>
                    <a:pt x="9572" y="8831"/>
                  </a:lnTo>
                  <a:lnTo>
                    <a:pt x="13515" y="8831"/>
                  </a:lnTo>
                  <a:lnTo>
                    <a:pt x="22289" y="52"/>
                  </a:lnTo>
                  <a:lnTo>
                    <a:pt x="1406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8" name="Google Shape;668;p21"/>
            <p:cNvGrpSpPr/>
            <p:nvPr/>
          </p:nvGrpSpPr>
          <p:grpSpPr>
            <a:xfrm rot="10800000">
              <a:off x="388735" y="-1801575"/>
              <a:ext cx="3039353" cy="3203144"/>
              <a:chOff x="7797455" y="1505164"/>
              <a:chExt cx="3773251" cy="3976591"/>
            </a:xfrm>
          </p:grpSpPr>
          <p:sp>
            <p:nvSpPr>
              <p:cNvPr id="669" name="Google Shape;669;p21"/>
              <p:cNvSpPr/>
              <p:nvPr/>
            </p:nvSpPr>
            <p:spPr>
              <a:xfrm>
                <a:off x="8507171" y="4423732"/>
                <a:ext cx="375603" cy="375939"/>
              </a:xfrm>
              <a:custGeom>
                <a:rect b="b" l="l" r="r" t="t"/>
                <a:pathLst>
                  <a:path extrusionOk="0" h="4476" w="4472">
                    <a:moveTo>
                      <a:pt x="4471" y="0"/>
                    </a:moveTo>
                    <a:lnTo>
                      <a:pt x="2234" y="2238"/>
                    </a:lnTo>
                    <a:lnTo>
                      <a:pt x="0" y="4475"/>
                    </a:lnTo>
                    <a:lnTo>
                      <a:pt x="1273" y="4475"/>
                    </a:lnTo>
                    <a:lnTo>
                      <a:pt x="2870" y="2874"/>
                    </a:lnTo>
                    <a:lnTo>
                      <a:pt x="4471" y="1273"/>
                    </a:lnTo>
                    <a:lnTo>
                      <a:pt x="447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21"/>
              <p:cNvSpPr/>
              <p:nvPr/>
            </p:nvSpPr>
            <p:spPr>
              <a:xfrm>
                <a:off x="7797455" y="5326373"/>
                <a:ext cx="181250" cy="155382"/>
              </a:xfrm>
              <a:custGeom>
                <a:rect b="b" l="l" r="r" t="t"/>
                <a:pathLst>
                  <a:path extrusionOk="0" h="1850" w="2158">
                    <a:moveTo>
                      <a:pt x="1231" y="488"/>
                    </a:moveTo>
                    <a:cubicBezTo>
                      <a:pt x="1455" y="488"/>
                      <a:pt x="1669" y="663"/>
                      <a:pt x="1669" y="925"/>
                    </a:cubicBezTo>
                    <a:cubicBezTo>
                      <a:pt x="1669" y="1166"/>
                      <a:pt x="1473" y="1362"/>
                      <a:pt x="1233" y="1362"/>
                    </a:cubicBezTo>
                    <a:cubicBezTo>
                      <a:pt x="845" y="1358"/>
                      <a:pt x="653" y="889"/>
                      <a:pt x="925" y="617"/>
                    </a:cubicBezTo>
                    <a:cubicBezTo>
                      <a:pt x="1014" y="528"/>
                      <a:pt x="1124" y="488"/>
                      <a:pt x="1231" y="488"/>
                    </a:cubicBezTo>
                    <a:close/>
                    <a:moveTo>
                      <a:pt x="1233" y="1"/>
                    </a:moveTo>
                    <a:cubicBezTo>
                      <a:pt x="413" y="1"/>
                      <a:pt x="0" y="998"/>
                      <a:pt x="581" y="1578"/>
                    </a:cubicBezTo>
                    <a:cubicBezTo>
                      <a:pt x="768" y="1765"/>
                      <a:pt x="999" y="1849"/>
                      <a:pt x="1226" y="1849"/>
                    </a:cubicBezTo>
                    <a:cubicBezTo>
                      <a:pt x="1701" y="1849"/>
                      <a:pt x="2158" y="1481"/>
                      <a:pt x="2158" y="925"/>
                    </a:cubicBezTo>
                    <a:cubicBezTo>
                      <a:pt x="2158" y="413"/>
                      <a:pt x="1746" y="1"/>
                      <a:pt x="123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21"/>
              <p:cNvSpPr/>
              <p:nvPr/>
            </p:nvSpPr>
            <p:spPr>
              <a:xfrm>
                <a:off x="11389036" y="1505164"/>
                <a:ext cx="181670" cy="155382"/>
              </a:xfrm>
              <a:custGeom>
                <a:rect b="b" l="l" r="r" t="t"/>
                <a:pathLst>
                  <a:path extrusionOk="0" h="1850" w="2163">
                    <a:moveTo>
                      <a:pt x="1233" y="488"/>
                    </a:moveTo>
                    <a:cubicBezTo>
                      <a:pt x="1457" y="488"/>
                      <a:pt x="1674" y="663"/>
                      <a:pt x="1674" y="925"/>
                    </a:cubicBezTo>
                    <a:cubicBezTo>
                      <a:pt x="1674" y="1166"/>
                      <a:pt x="1478" y="1358"/>
                      <a:pt x="1237" y="1362"/>
                    </a:cubicBezTo>
                    <a:cubicBezTo>
                      <a:pt x="849" y="1362"/>
                      <a:pt x="653" y="889"/>
                      <a:pt x="929" y="617"/>
                    </a:cubicBezTo>
                    <a:cubicBezTo>
                      <a:pt x="1017" y="528"/>
                      <a:pt x="1126" y="488"/>
                      <a:pt x="1233" y="488"/>
                    </a:cubicBezTo>
                    <a:close/>
                    <a:moveTo>
                      <a:pt x="1237" y="1"/>
                    </a:moveTo>
                    <a:cubicBezTo>
                      <a:pt x="413" y="1"/>
                      <a:pt x="1" y="998"/>
                      <a:pt x="585" y="1578"/>
                    </a:cubicBezTo>
                    <a:cubicBezTo>
                      <a:pt x="772" y="1765"/>
                      <a:pt x="1003" y="1849"/>
                      <a:pt x="1230" y="1849"/>
                    </a:cubicBezTo>
                    <a:cubicBezTo>
                      <a:pt x="1705" y="1849"/>
                      <a:pt x="2162" y="1481"/>
                      <a:pt x="2162" y="925"/>
                    </a:cubicBezTo>
                    <a:cubicBezTo>
                      <a:pt x="2162" y="413"/>
                      <a:pt x="1746" y="1"/>
                      <a:pt x="12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21"/>
              <p:cNvSpPr/>
              <p:nvPr/>
            </p:nvSpPr>
            <p:spPr>
              <a:xfrm>
                <a:off x="7919157" y="1639968"/>
                <a:ext cx="3594352" cy="3738983"/>
              </a:xfrm>
              <a:custGeom>
                <a:rect b="b" l="l" r="r" t="t"/>
                <a:pathLst>
                  <a:path extrusionOk="0" h="44517" w="42795">
                    <a:moveTo>
                      <a:pt x="42306" y="1"/>
                    </a:moveTo>
                    <a:lnTo>
                      <a:pt x="42306" y="12025"/>
                    </a:lnTo>
                    <a:lnTo>
                      <a:pt x="23925" y="30406"/>
                    </a:lnTo>
                    <a:lnTo>
                      <a:pt x="13762" y="30406"/>
                    </a:lnTo>
                    <a:lnTo>
                      <a:pt x="13690" y="30478"/>
                    </a:lnTo>
                    <a:lnTo>
                      <a:pt x="0" y="44172"/>
                    </a:lnTo>
                    <a:lnTo>
                      <a:pt x="345" y="44516"/>
                    </a:lnTo>
                    <a:lnTo>
                      <a:pt x="13966" y="30895"/>
                    </a:lnTo>
                    <a:lnTo>
                      <a:pt x="24125" y="30895"/>
                    </a:lnTo>
                    <a:lnTo>
                      <a:pt x="24197" y="30823"/>
                    </a:lnTo>
                    <a:lnTo>
                      <a:pt x="42795" y="12230"/>
                    </a:lnTo>
                    <a:lnTo>
                      <a:pt x="4279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3" name="Google Shape;673;p21"/>
            <p:cNvGrpSpPr/>
            <p:nvPr/>
          </p:nvGrpSpPr>
          <p:grpSpPr>
            <a:xfrm>
              <a:off x="331330" y="1630180"/>
              <a:ext cx="258605" cy="258941"/>
              <a:chOff x="8925357" y="2817675"/>
              <a:chExt cx="258605" cy="258941"/>
            </a:xfrm>
          </p:grpSpPr>
          <p:sp>
            <p:nvSpPr>
              <p:cNvPr id="674" name="Google Shape;674;p21"/>
              <p:cNvSpPr/>
              <p:nvPr/>
            </p:nvSpPr>
            <p:spPr>
              <a:xfrm>
                <a:off x="9033956" y="2817675"/>
                <a:ext cx="41155" cy="258941"/>
              </a:xfrm>
              <a:custGeom>
                <a:rect b="b" l="l" r="r" t="t"/>
                <a:pathLst>
                  <a:path extrusionOk="0" h="3083" w="490">
                    <a:moveTo>
                      <a:pt x="1" y="1"/>
                    </a:moveTo>
                    <a:lnTo>
                      <a:pt x="1" y="3083"/>
                    </a:lnTo>
                    <a:lnTo>
                      <a:pt x="489" y="3083"/>
                    </a:lnTo>
                    <a:lnTo>
                      <a:pt x="48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21"/>
              <p:cNvSpPr/>
              <p:nvPr/>
            </p:nvSpPr>
            <p:spPr>
              <a:xfrm>
                <a:off x="8925357" y="2926610"/>
                <a:ext cx="258605" cy="41155"/>
              </a:xfrm>
              <a:custGeom>
                <a:rect b="b" l="l" r="r" t="t"/>
                <a:pathLst>
                  <a:path extrusionOk="0" h="490" w="3079">
                    <a:moveTo>
                      <a:pt x="1" y="1"/>
                    </a:moveTo>
                    <a:lnTo>
                      <a:pt x="1" y="489"/>
                    </a:lnTo>
                    <a:lnTo>
                      <a:pt x="3079" y="489"/>
                    </a:lnTo>
                    <a:lnTo>
                      <a:pt x="307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20">
    <p:spTree>
      <p:nvGrpSpPr>
        <p:cNvPr id="676" name="Shape 676"/>
        <p:cNvGrpSpPr/>
        <p:nvPr/>
      </p:nvGrpSpPr>
      <p:grpSpPr>
        <a:xfrm>
          <a:off x="0" y="0"/>
          <a:ext cx="0" cy="0"/>
          <a:chOff x="0" y="0"/>
          <a:chExt cx="0" cy="0"/>
        </a:xfrm>
      </p:grpSpPr>
      <p:grpSp>
        <p:nvGrpSpPr>
          <p:cNvPr id="677" name="Google Shape;677;p22"/>
          <p:cNvGrpSpPr/>
          <p:nvPr/>
        </p:nvGrpSpPr>
        <p:grpSpPr>
          <a:xfrm>
            <a:off x="6637249" y="3517397"/>
            <a:ext cx="3213277" cy="3529318"/>
            <a:chOff x="6484849" y="3631196"/>
            <a:chExt cx="3213277" cy="3529318"/>
          </a:xfrm>
        </p:grpSpPr>
        <p:sp>
          <p:nvSpPr>
            <p:cNvPr id="678" name="Google Shape;678;p22"/>
            <p:cNvSpPr/>
            <p:nvPr/>
          </p:nvSpPr>
          <p:spPr>
            <a:xfrm>
              <a:off x="7145128" y="4325492"/>
              <a:ext cx="2552998" cy="1507261"/>
            </a:xfrm>
            <a:custGeom>
              <a:rect b="b" l="l" r="r" t="t"/>
              <a:pathLst>
                <a:path extrusionOk="0" h="10160" w="17209">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9" name="Google Shape;679;p22"/>
            <p:cNvGrpSpPr/>
            <p:nvPr/>
          </p:nvGrpSpPr>
          <p:grpSpPr>
            <a:xfrm flipH="1" rot="10800000">
              <a:off x="6484849" y="3631196"/>
              <a:ext cx="2431677" cy="3529318"/>
              <a:chOff x="6769513" y="299393"/>
              <a:chExt cx="1308620" cy="1899525"/>
            </a:xfrm>
          </p:grpSpPr>
          <p:sp>
            <p:nvSpPr>
              <p:cNvPr id="680" name="Google Shape;680;p22"/>
              <p:cNvSpPr/>
              <p:nvPr/>
            </p:nvSpPr>
            <p:spPr>
              <a:xfrm>
                <a:off x="7817889" y="1007055"/>
                <a:ext cx="252070" cy="252070"/>
              </a:xfrm>
              <a:custGeom>
                <a:rect b="b" l="l" r="r" t="t"/>
                <a:pathLst>
                  <a:path extrusionOk="0" h="4564" w="4564">
                    <a:moveTo>
                      <a:pt x="0" y="1"/>
                    </a:moveTo>
                    <a:lnTo>
                      <a:pt x="0" y="1302"/>
                    </a:lnTo>
                    <a:lnTo>
                      <a:pt x="1629" y="2931"/>
                    </a:lnTo>
                    <a:lnTo>
                      <a:pt x="3263" y="4564"/>
                    </a:lnTo>
                    <a:lnTo>
                      <a:pt x="4563" y="4564"/>
                    </a:lnTo>
                    <a:lnTo>
                      <a:pt x="2282" y="2282"/>
                    </a:ln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2"/>
              <p:cNvSpPr/>
              <p:nvPr/>
            </p:nvSpPr>
            <p:spPr>
              <a:xfrm>
                <a:off x="7983027" y="2137006"/>
                <a:ext cx="72351" cy="61913"/>
              </a:xfrm>
              <a:custGeom>
                <a:rect b="b" l="l" r="r" t="t"/>
                <a:pathLst>
                  <a:path extrusionOk="0" h="1121" w="131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2"/>
              <p:cNvSpPr/>
              <p:nvPr/>
            </p:nvSpPr>
            <p:spPr>
              <a:xfrm>
                <a:off x="6769513" y="299393"/>
                <a:ext cx="61968" cy="61747"/>
              </a:xfrm>
              <a:custGeom>
                <a:rect b="b" l="l" r="r" t="t"/>
                <a:pathLst>
                  <a:path extrusionOk="0" h="1118" w="1122">
                    <a:moveTo>
                      <a:pt x="561" y="293"/>
                    </a:moveTo>
                    <a:cubicBezTo>
                      <a:pt x="705" y="293"/>
                      <a:pt x="825" y="413"/>
                      <a:pt x="825" y="557"/>
                    </a:cubicBezTo>
                    <a:cubicBezTo>
                      <a:pt x="825" y="705"/>
                      <a:pt x="705" y="821"/>
                      <a:pt x="561" y="821"/>
                    </a:cubicBezTo>
                    <a:cubicBezTo>
                      <a:pt x="417" y="821"/>
                      <a:pt x="297" y="705"/>
                      <a:pt x="297" y="557"/>
                    </a:cubicBezTo>
                    <a:cubicBezTo>
                      <a:pt x="297" y="413"/>
                      <a:pt x="417" y="293"/>
                      <a:pt x="561" y="293"/>
                    </a:cubicBezTo>
                    <a:close/>
                    <a:moveTo>
                      <a:pt x="554" y="1"/>
                    </a:moveTo>
                    <a:cubicBezTo>
                      <a:pt x="249" y="1"/>
                      <a:pt x="1" y="251"/>
                      <a:pt x="1" y="557"/>
                    </a:cubicBezTo>
                    <a:cubicBezTo>
                      <a:pt x="1" y="865"/>
                      <a:pt x="253" y="1117"/>
                      <a:pt x="561" y="1117"/>
                    </a:cubicBezTo>
                    <a:cubicBezTo>
                      <a:pt x="869" y="1117"/>
                      <a:pt x="1122" y="865"/>
                      <a:pt x="1122" y="557"/>
                    </a:cubicBezTo>
                    <a:cubicBezTo>
                      <a:pt x="1122" y="249"/>
                      <a:pt x="869" y="1"/>
                      <a:pt x="561" y="1"/>
                    </a:cubicBezTo>
                    <a:cubicBezTo>
                      <a:pt x="559" y="1"/>
                      <a:pt x="556" y="1"/>
                      <a:pt x="5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2"/>
              <p:cNvSpPr/>
              <p:nvPr/>
            </p:nvSpPr>
            <p:spPr>
              <a:xfrm>
                <a:off x="6811985" y="339214"/>
                <a:ext cx="1266148" cy="1811765"/>
              </a:xfrm>
              <a:custGeom>
                <a:rect b="b" l="l" r="r" t="t"/>
                <a:pathLst>
                  <a:path extrusionOk="0" h="32804" w="22925">
                    <a:moveTo>
                      <a:pt x="208" y="0"/>
                    </a:moveTo>
                    <a:lnTo>
                      <a:pt x="0" y="208"/>
                    </a:lnTo>
                    <a:lnTo>
                      <a:pt x="7878" y="8090"/>
                    </a:lnTo>
                    <a:lnTo>
                      <a:pt x="7922" y="8134"/>
                    </a:lnTo>
                    <a:lnTo>
                      <a:pt x="14170" y="8134"/>
                    </a:lnTo>
                    <a:lnTo>
                      <a:pt x="22628" y="16592"/>
                    </a:lnTo>
                    <a:lnTo>
                      <a:pt x="22628" y="19058"/>
                    </a:lnTo>
                    <a:lnTo>
                      <a:pt x="17385" y="24301"/>
                    </a:lnTo>
                    <a:lnTo>
                      <a:pt x="17385" y="28860"/>
                    </a:lnTo>
                    <a:lnTo>
                      <a:pt x="21323" y="32803"/>
                    </a:lnTo>
                    <a:lnTo>
                      <a:pt x="21532" y="32595"/>
                    </a:lnTo>
                    <a:lnTo>
                      <a:pt x="17681" y="28740"/>
                    </a:lnTo>
                    <a:lnTo>
                      <a:pt x="17681" y="24425"/>
                    </a:lnTo>
                    <a:lnTo>
                      <a:pt x="22925" y="19182"/>
                    </a:lnTo>
                    <a:lnTo>
                      <a:pt x="22925" y="16468"/>
                    </a:lnTo>
                    <a:lnTo>
                      <a:pt x="14334" y="7878"/>
                    </a:lnTo>
                    <a:lnTo>
                      <a:pt x="14290" y="7838"/>
                    </a:lnTo>
                    <a:lnTo>
                      <a:pt x="8046" y="7838"/>
                    </a:lnTo>
                    <a:lnTo>
                      <a:pt x="2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22"/>
              <p:cNvSpPr/>
              <p:nvPr/>
            </p:nvSpPr>
            <p:spPr>
              <a:xfrm>
                <a:off x="7397589" y="777575"/>
                <a:ext cx="512976" cy="781781"/>
              </a:xfrm>
              <a:custGeom>
                <a:rect b="b" l="l" r="r" t="t"/>
                <a:pathLst>
                  <a:path extrusionOk="0" h="14155" w="9288">
                    <a:moveTo>
                      <a:pt x="81" y="1"/>
                    </a:moveTo>
                    <a:lnTo>
                      <a:pt x="1" y="85"/>
                    </a:lnTo>
                    <a:lnTo>
                      <a:pt x="5209" y="5292"/>
                    </a:lnTo>
                    <a:lnTo>
                      <a:pt x="5209" y="10160"/>
                    </a:lnTo>
                    <a:lnTo>
                      <a:pt x="9203" y="14155"/>
                    </a:lnTo>
                    <a:lnTo>
                      <a:pt x="9287" y="14071"/>
                    </a:lnTo>
                    <a:lnTo>
                      <a:pt x="5325" y="10108"/>
                    </a:lnTo>
                    <a:lnTo>
                      <a:pt x="5325" y="5244"/>
                    </a:lnTo>
                    <a:lnTo>
                      <a:pt x="8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22"/>
              <p:cNvSpPr/>
              <p:nvPr/>
            </p:nvSpPr>
            <p:spPr>
              <a:xfrm>
                <a:off x="7777847" y="1417359"/>
                <a:ext cx="273112" cy="431181"/>
              </a:xfrm>
              <a:custGeom>
                <a:rect b="b" l="l" r="r" t="t"/>
                <a:pathLst>
                  <a:path extrusionOk="0" h="7807" w="4945">
                    <a:moveTo>
                      <a:pt x="4824" y="1"/>
                    </a:moveTo>
                    <a:lnTo>
                      <a:pt x="4824" y="2899"/>
                    </a:lnTo>
                    <a:lnTo>
                      <a:pt x="1" y="7722"/>
                    </a:lnTo>
                    <a:lnTo>
                      <a:pt x="85" y="7806"/>
                    </a:lnTo>
                    <a:lnTo>
                      <a:pt x="4944" y="2951"/>
                    </a:lnTo>
                    <a:lnTo>
                      <a:pt x="494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86" name="Google Shape;686;p22"/>
          <p:cNvGrpSpPr/>
          <p:nvPr/>
        </p:nvGrpSpPr>
        <p:grpSpPr>
          <a:xfrm>
            <a:off x="-2910022" y="-3831210"/>
            <a:ext cx="6654696" cy="7636707"/>
            <a:chOff x="-2910022" y="-3831210"/>
            <a:chExt cx="6654696" cy="7636707"/>
          </a:xfrm>
        </p:grpSpPr>
        <p:sp>
          <p:nvSpPr>
            <p:cNvPr id="687" name="Google Shape;687;p22"/>
            <p:cNvSpPr/>
            <p:nvPr/>
          </p:nvSpPr>
          <p:spPr>
            <a:xfrm flipH="1" rot="10800000">
              <a:off x="-2910022" y="-3831210"/>
              <a:ext cx="6654696" cy="7636707"/>
            </a:xfrm>
            <a:custGeom>
              <a:rect b="b" l="l" r="r" t="t"/>
              <a:pathLst>
                <a:path extrusionOk="0" h="82432" w="71832">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8" name="Google Shape;688;p22"/>
            <p:cNvGrpSpPr/>
            <p:nvPr/>
          </p:nvGrpSpPr>
          <p:grpSpPr>
            <a:xfrm flipH="1">
              <a:off x="-831771" y="-192647"/>
              <a:ext cx="2586938" cy="1464987"/>
              <a:chOff x="7545816" y="-192997"/>
              <a:chExt cx="2586938" cy="1464987"/>
            </a:xfrm>
          </p:grpSpPr>
          <p:sp>
            <p:nvSpPr>
              <p:cNvPr id="689" name="Google Shape;689;p22"/>
              <p:cNvSpPr/>
              <p:nvPr/>
            </p:nvSpPr>
            <p:spPr>
              <a:xfrm flipH="1" rot="5400000">
                <a:off x="8106792" y="-753973"/>
                <a:ext cx="1464987" cy="2586938"/>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0" name="Google Shape;690;p22"/>
              <p:cNvGrpSpPr/>
              <p:nvPr/>
            </p:nvGrpSpPr>
            <p:grpSpPr>
              <a:xfrm>
                <a:off x="7545825" y="435764"/>
                <a:ext cx="827314" cy="410158"/>
                <a:chOff x="5989375" y="1843575"/>
                <a:chExt cx="136525" cy="67675"/>
              </a:xfrm>
            </p:grpSpPr>
            <p:sp>
              <p:nvSpPr>
                <p:cNvPr id="691" name="Google Shape;691;p22"/>
                <p:cNvSpPr/>
                <p:nvPr/>
              </p:nvSpPr>
              <p:spPr>
                <a:xfrm>
                  <a:off x="6047225" y="1843575"/>
                  <a:ext cx="20525" cy="20550"/>
                </a:xfrm>
                <a:custGeom>
                  <a:rect b="b" l="l" r="r" t="t"/>
                  <a:pathLst>
                    <a:path extrusionOk="0" h="822" w="821">
                      <a:moveTo>
                        <a:pt x="709" y="0"/>
                      </a:moveTo>
                      <a:lnTo>
                        <a:pt x="0" y="709"/>
                      </a:lnTo>
                      <a:lnTo>
                        <a:pt x="112" y="821"/>
                      </a:lnTo>
                      <a:lnTo>
                        <a:pt x="821" y="113"/>
                      </a:lnTo>
                      <a:lnTo>
                        <a:pt x="70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2"/>
                <p:cNvSpPr/>
                <p:nvPr/>
              </p:nvSpPr>
              <p:spPr>
                <a:xfrm>
                  <a:off x="6047225" y="1843575"/>
                  <a:ext cx="20525" cy="20550"/>
                </a:xfrm>
                <a:custGeom>
                  <a:rect b="b" l="l" r="r" t="t"/>
                  <a:pathLst>
                    <a:path extrusionOk="0" h="822" w="821">
                      <a:moveTo>
                        <a:pt x="112" y="0"/>
                      </a:moveTo>
                      <a:lnTo>
                        <a:pt x="0" y="113"/>
                      </a:lnTo>
                      <a:lnTo>
                        <a:pt x="709" y="821"/>
                      </a:lnTo>
                      <a:lnTo>
                        <a:pt x="821" y="709"/>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2"/>
                <p:cNvSpPr/>
                <p:nvPr/>
              </p:nvSpPr>
              <p:spPr>
                <a:xfrm>
                  <a:off x="5989475" y="1843675"/>
                  <a:ext cx="20650" cy="20550"/>
                </a:xfrm>
                <a:custGeom>
                  <a:rect b="b" l="l" r="r" t="t"/>
                  <a:pathLst>
                    <a:path extrusionOk="0" h="822" w="826">
                      <a:moveTo>
                        <a:pt x="713" y="0"/>
                      </a:moveTo>
                      <a:lnTo>
                        <a:pt x="1" y="709"/>
                      </a:lnTo>
                      <a:lnTo>
                        <a:pt x="113" y="821"/>
                      </a:lnTo>
                      <a:lnTo>
                        <a:pt x="825" y="113"/>
                      </a:lnTo>
                      <a:lnTo>
                        <a:pt x="71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2"/>
                <p:cNvSpPr/>
                <p:nvPr/>
              </p:nvSpPr>
              <p:spPr>
                <a:xfrm>
                  <a:off x="5989375" y="1843575"/>
                  <a:ext cx="20650" cy="20550"/>
                </a:xfrm>
                <a:custGeom>
                  <a:rect b="b" l="l" r="r" t="t"/>
                  <a:pathLst>
                    <a:path extrusionOk="0" h="822" w="826">
                      <a:moveTo>
                        <a:pt x="117" y="0"/>
                      </a:moveTo>
                      <a:lnTo>
                        <a:pt x="1" y="113"/>
                      </a:lnTo>
                      <a:lnTo>
                        <a:pt x="713" y="821"/>
                      </a:lnTo>
                      <a:lnTo>
                        <a:pt x="825" y="709"/>
                      </a:lnTo>
                      <a:lnTo>
                        <a:pt x="11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2"/>
                <p:cNvSpPr/>
                <p:nvPr/>
              </p:nvSpPr>
              <p:spPr>
                <a:xfrm>
                  <a:off x="6105350" y="1890600"/>
                  <a:ext cx="20550" cy="20650"/>
                </a:xfrm>
                <a:custGeom>
                  <a:rect b="b" l="l" r="r" t="t"/>
                  <a:pathLst>
                    <a:path extrusionOk="0" h="826" w="822">
                      <a:moveTo>
                        <a:pt x="709" y="1"/>
                      </a:moveTo>
                      <a:lnTo>
                        <a:pt x="1" y="713"/>
                      </a:lnTo>
                      <a:lnTo>
                        <a:pt x="113" y="825"/>
                      </a:lnTo>
                      <a:lnTo>
                        <a:pt x="821" y="113"/>
                      </a:lnTo>
                      <a:lnTo>
                        <a:pt x="70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2"/>
                <p:cNvSpPr/>
                <p:nvPr/>
              </p:nvSpPr>
              <p:spPr>
                <a:xfrm>
                  <a:off x="6105350" y="1890600"/>
                  <a:ext cx="20550" cy="20650"/>
                </a:xfrm>
                <a:custGeom>
                  <a:rect b="b" l="l" r="r" t="t"/>
                  <a:pathLst>
                    <a:path extrusionOk="0" h="826" w="822">
                      <a:moveTo>
                        <a:pt x="113" y="1"/>
                      </a:moveTo>
                      <a:lnTo>
                        <a:pt x="1" y="113"/>
                      </a:lnTo>
                      <a:lnTo>
                        <a:pt x="709" y="825"/>
                      </a:lnTo>
                      <a:lnTo>
                        <a:pt x="821" y="709"/>
                      </a:lnTo>
                      <a:lnTo>
                        <a:pt x="1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22"/>
                <p:cNvSpPr/>
                <p:nvPr/>
              </p:nvSpPr>
              <p:spPr>
                <a:xfrm>
                  <a:off x="6047525" y="1890600"/>
                  <a:ext cx="20625" cy="20650"/>
                </a:xfrm>
                <a:custGeom>
                  <a:rect b="b" l="l" r="r" t="t"/>
                  <a:pathLst>
                    <a:path extrusionOk="0" h="826" w="825">
                      <a:moveTo>
                        <a:pt x="713" y="1"/>
                      </a:moveTo>
                      <a:lnTo>
                        <a:pt x="0" y="709"/>
                      </a:lnTo>
                      <a:lnTo>
                        <a:pt x="116" y="825"/>
                      </a:lnTo>
                      <a:lnTo>
                        <a:pt x="825" y="113"/>
                      </a:lnTo>
                      <a:lnTo>
                        <a:pt x="7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2"/>
                <p:cNvSpPr/>
                <p:nvPr/>
              </p:nvSpPr>
              <p:spPr>
                <a:xfrm>
                  <a:off x="6047525" y="1890600"/>
                  <a:ext cx="20625" cy="20650"/>
                </a:xfrm>
                <a:custGeom>
                  <a:rect b="b" l="l" r="r" t="t"/>
                  <a:pathLst>
                    <a:path extrusionOk="0" h="826" w="825">
                      <a:moveTo>
                        <a:pt x="112" y="1"/>
                      </a:moveTo>
                      <a:lnTo>
                        <a:pt x="0" y="113"/>
                      </a:lnTo>
                      <a:lnTo>
                        <a:pt x="713" y="825"/>
                      </a:lnTo>
                      <a:lnTo>
                        <a:pt x="825" y="70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699" name="Google Shape;699;p22"/>
          <p:cNvSpPr txBox="1"/>
          <p:nvPr>
            <p:ph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Clr>
                <a:schemeClr val="dk2"/>
              </a:buClr>
              <a:buSzPts val="3000"/>
              <a:buNone/>
              <a:defRPr/>
            </a:lvl1pPr>
            <a:lvl2pPr lvl="1" rtl="0">
              <a:spcBef>
                <a:spcPts val="0"/>
              </a:spcBef>
              <a:spcAft>
                <a:spcPts val="0"/>
              </a:spcAft>
              <a:buClr>
                <a:schemeClr val="dk1"/>
              </a:buClr>
              <a:buSzPts val="3000"/>
              <a:buNone/>
              <a:defRPr sz="3000">
                <a:solidFill>
                  <a:schemeClr val="dk1"/>
                </a:solidFill>
              </a:defRPr>
            </a:lvl2pPr>
            <a:lvl3pPr lvl="2" rtl="0">
              <a:spcBef>
                <a:spcPts val="0"/>
              </a:spcBef>
              <a:spcAft>
                <a:spcPts val="0"/>
              </a:spcAft>
              <a:buClr>
                <a:schemeClr val="dk1"/>
              </a:buClr>
              <a:buSzPts val="3000"/>
              <a:buNone/>
              <a:defRPr sz="3000">
                <a:solidFill>
                  <a:schemeClr val="dk1"/>
                </a:solidFill>
              </a:defRPr>
            </a:lvl3pPr>
            <a:lvl4pPr lvl="3" rtl="0">
              <a:spcBef>
                <a:spcPts val="0"/>
              </a:spcBef>
              <a:spcAft>
                <a:spcPts val="0"/>
              </a:spcAft>
              <a:buClr>
                <a:schemeClr val="dk1"/>
              </a:buClr>
              <a:buSzPts val="3000"/>
              <a:buNone/>
              <a:defRPr sz="3000">
                <a:solidFill>
                  <a:schemeClr val="dk1"/>
                </a:solidFill>
              </a:defRPr>
            </a:lvl4pPr>
            <a:lvl5pPr lvl="4" rtl="0">
              <a:spcBef>
                <a:spcPts val="0"/>
              </a:spcBef>
              <a:spcAft>
                <a:spcPts val="0"/>
              </a:spcAft>
              <a:buClr>
                <a:schemeClr val="dk1"/>
              </a:buClr>
              <a:buSzPts val="3000"/>
              <a:buNone/>
              <a:defRPr sz="3000">
                <a:solidFill>
                  <a:schemeClr val="dk1"/>
                </a:solidFill>
              </a:defRPr>
            </a:lvl5pPr>
            <a:lvl6pPr lvl="5" rtl="0">
              <a:spcBef>
                <a:spcPts val="0"/>
              </a:spcBef>
              <a:spcAft>
                <a:spcPts val="0"/>
              </a:spcAft>
              <a:buClr>
                <a:schemeClr val="dk1"/>
              </a:buClr>
              <a:buSzPts val="3000"/>
              <a:buNone/>
              <a:defRPr sz="3000">
                <a:solidFill>
                  <a:schemeClr val="dk1"/>
                </a:solidFill>
              </a:defRPr>
            </a:lvl6pPr>
            <a:lvl7pPr lvl="6" rtl="0">
              <a:spcBef>
                <a:spcPts val="0"/>
              </a:spcBef>
              <a:spcAft>
                <a:spcPts val="0"/>
              </a:spcAft>
              <a:buClr>
                <a:schemeClr val="dk1"/>
              </a:buClr>
              <a:buSzPts val="3000"/>
              <a:buNone/>
              <a:defRPr sz="3000">
                <a:solidFill>
                  <a:schemeClr val="dk1"/>
                </a:solidFill>
              </a:defRPr>
            </a:lvl7pPr>
            <a:lvl8pPr lvl="7" rtl="0">
              <a:spcBef>
                <a:spcPts val="0"/>
              </a:spcBef>
              <a:spcAft>
                <a:spcPts val="0"/>
              </a:spcAft>
              <a:buClr>
                <a:schemeClr val="dk1"/>
              </a:buClr>
              <a:buSzPts val="3000"/>
              <a:buNone/>
              <a:defRPr sz="3000">
                <a:solidFill>
                  <a:schemeClr val="dk1"/>
                </a:solidFill>
              </a:defRPr>
            </a:lvl8pPr>
            <a:lvl9pPr lvl="8" rtl="0">
              <a:spcBef>
                <a:spcPts val="0"/>
              </a:spcBef>
              <a:spcAft>
                <a:spcPts val="0"/>
              </a:spcAft>
              <a:buClr>
                <a:schemeClr val="dk1"/>
              </a:buClr>
              <a:buSzPts val="3000"/>
              <a:buNone/>
              <a:defRPr sz="3000">
                <a:solidFill>
                  <a:schemeClr val="dk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20_1">
    <p:spTree>
      <p:nvGrpSpPr>
        <p:cNvPr id="700" name="Shape 700"/>
        <p:cNvGrpSpPr/>
        <p:nvPr/>
      </p:nvGrpSpPr>
      <p:grpSpPr>
        <a:xfrm>
          <a:off x="0" y="0"/>
          <a:ext cx="0" cy="0"/>
          <a:chOff x="0" y="0"/>
          <a:chExt cx="0" cy="0"/>
        </a:xfrm>
      </p:grpSpPr>
      <p:sp>
        <p:nvSpPr>
          <p:cNvPr id="701" name="Google Shape;701;p23"/>
          <p:cNvSpPr txBox="1"/>
          <p:nvPr>
            <p:ph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spcBef>
                <a:spcPts val="0"/>
              </a:spcBef>
              <a:spcAft>
                <a:spcPts val="0"/>
              </a:spcAft>
              <a:buClr>
                <a:schemeClr val="dk2"/>
              </a:buClr>
              <a:buSzPts val="3000"/>
              <a:buFont typeface="Fredoka One"/>
              <a:buNone/>
              <a:defRPr/>
            </a:lvl1pPr>
            <a:lvl2pPr lvl="1"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2pPr>
            <a:lvl3pPr lvl="2"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3pPr>
            <a:lvl4pPr lvl="3"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4pPr>
            <a:lvl5pPr lvl="4"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5pPr>
            <a:lvl6pPr lvl="5"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6pPr>
            <a:lvl7pPr lvl="6"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7pPr>
            <a:lvl8pPr lvl="7"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8pPr>
            <a:lvl9pPr lvl="8" rtl="0" algn="ctr">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9pPr>
          </a:lstStyle>
          <a:p/>
        </p:txBody>
      </p:sp>
      <p:grpSp>
        <p:nvGrpSpPr>
          <p:cNvPr id="702" name="Google Shape;702;p23"/>
          <p:cNvGrpSpPr/>
          <p:nvPr/>
        </p:nvGrpSpPr>
        <p:grpSpPr>
          <a:xfrm flipH="1" rot="10800000">
            <a:off x="8002875" y="-893617"/>
            <a:ext cx="1599393" cy="2188720"/>
            <a:chOff x="8051125" y="4018221"/>
            <a:chExt cx="1599393" cy="2188720"/>
          </a:xfrm>
        </p:grpSpPr>
        <p:sp>
          <p:nvSpPr>
            <p:cNvPr id="703" name="Google Shape;703;p23"/>
            <p:cNvSpPr/>
            <p:nvPr/>
          </p:nvSpPr>
          <p:spPr>
            <a:xfrm>
              <a:off x="8051125" y="4157250"/>
              <a:ext cx="1311339" cy="1311189"/>
            </a:xfrm>
            <a:custGeom>
              <a:rect b="b" l="l" r="r" t="t"/>
              <a:pathLst>
                <a:path extrusionOk="0" h="8762" w="8763">
                  <a:moveTo>
                    <a:pt x="8762" y="1"/>
                  </a:moveTo>
                  <a:lnTo>
                    <a:pt x="4382" y="4381"/>
                  </a:lnTo>
                  <a:lnTo>
                    <a:pt x="1" y="8762"/>
                  </a:lnTo>
                  <a:lnTo>
                    <a:pt x="2496" y="8762"/>
                  </a:lnTo>
                  <a:lnTo>
                    <a:pt x="5602" y="5657"/>
                  </a:lnTo>
                  <a:lnTo>
                    <a:pt x="8762" y="2496"/>
                  </a:lnTo>
                  <a:lnTo>
                    <a:pt x="876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4" name="Google Shape;704;p23"/>
            <p:cNvGrpSpPr/>
            <p:nvPr/>
          </p:nvGrpSpPr>
          <p:grpSpPr>
            <a:xfrm>
              <a:off x="8421632" y="4018221"/>
              <a:ext cx="1228886" cy="2188720"/>
              <a:chOff x="8389396" y="1055350"/>
              <a:chExt cx="1228886" cy="2188720"/>
            </a:xfrm>
          </p:grpSpPr>
          <p:sp>
            <p:nvSpPr>
              <p:cNvPr id="705" name="Google Shape;705;p23"/>
              <p:cNvSpPr/>
              <p:nvPr/>
            </p:nvSpPr>
            <p:spPr>
              <a:xfrm>
                <a:off x="8421616" y="1130946"/>
                <a:ext cx="1196665" cy="2113124"/>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23"/>
              <p:cNvSpPr/>
              <p:nvPr/>
            </p:nvSpPr>
            <p:spPr>
              <a:xfrm>
                <a:off x="8389396" y="1055350"/>
                <a:ext cx="95651" cy="95575"/>
              </a:xfrm>
              <a:custGeom>
                <a:rect b="b" l="l" r="r" t="t"/>
                <a:pathLst>
                  <a:path extrusionOk="0" h="1373" w="1374">
                    <a:moveTo>
                      <a:pt x="689" y="364"/>
                    </a:moveTo>
                    <a:cubicBezTo>
                      <a:pt x="866" y="364"/>
                      <a:pt x="1010" y="508"/>
                      <a:pt x="1014" y="684"/>
                    </a:cubicBezTo>
                    <a:cubicBezTo>
                      <a:pt x="1014" y="865"/>
                      <a:pt x="866" y="1009"/>
                      <a:pt x="689" y="1009"/>
                    </a:cubicBezTo>
                    <a:cubicBezTo>
                      <a:pt x="509" y="1009"/>
                      <a:pt x="365" y="865"/>
                      <a:pt x="365" y="684"/>
                    </a:cubicBezTo>
                    <a:cubicBezTo>
                      <a:pt x="365" y="508"/>
                      <a:pt x="509" y="364"/>
                      <a:pt x="689" y="364"/>
                    </a:cubicBezTo>
                    <a:close/>
                    <a:moveTo>
                      <a:pt x="689" y="0"/>
                    </a:moveTo>
                    <a:cubicBezTo>
                      <a:pt x="309" y="0"/>
                      <a:pt x="1" y="308"/>
                      <a:pt x="1" y="684"/>
                    </a:cubicBezTo>
                    <a:cubicBezTo>
                      <a:pt x="1" y="1065"/>
                      <a:pt x="309" y="1373"/>
                      <a:pt x="689" y="1373"/>
                    </a:cubicBezTo>
                    <a:cubicBezTo>
                      <a:pt x="1066" y="1373"/>
                      <a:pt x="1374" y="1065"/>
                      <a:pt x="1374" y="684"/>
                    </a:cubicBezTo>
                    <a:cubicBezTo>
                      <a:pt x="1374" y="308"/>
                      <a:pt x="1066" y="0"/>
                      <a:pt x="6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07" name="Google Shape;707;p23"/>
          <p:cNvGrpSpPr/>
          <p:nvPr/>
        </p:nvGrpSpPr>
        <p:grpSpPr>
          <a:xfrm>
            <a:off x="-2361718" y="1128115"/>
            <a:ext cx="6322114" cy="7255046"/>
            <a:chOff x="-2361718" y="747115"/>
            <a:chExt cx="6322114" cy="7255046"/>
          </a:xfrm>
        </p:grpSpPr>
        <p:grpSp>
          <p:nvGrpSpPr>
            <p:cNvPr id="708" name="Google Shape;708;p23"/>
            <p:cNvGrpSpPr/>
            <p:nvPr/>
          </p:nvGrpSpPr>
          <p:grpSpPr>
            <a:xfrm rot="10800000">
              <a:off x="-2361718" y="747115"/>
              <a:ext cx="6322114" cy="7255046"/>
              <a:chOff x="-2504900" y="1005827"/>
              <a:chExt cx="6322114" cy="7255046"/>
            </a:xfrm>
          </p:grpSpPr>
          <p:sp>
            <p:nvSpPr>
              <p:cNvPr id="709" name="Google Shape;709;p23"/>
              <p:cNvSpPr/>
              <p:nvPr/>
            </p:nvSpPr>
            <p:spPr>
              <a:xfrm>
                <a:off x="-2504900" y="1005827"/>
                <a:ext cx="6322114" cy="7255046"/>
              </a:xfrm>
              <a:custGeom>
                <a:rect b="b" l="l" r="r" t="t"/>
                <a:pathLst>
                  <a:path extrusionOk="0" h="82432" w="71832">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23"/>
              <p:cNvSpPr/>
              <p:nvPr/>
            </p:nvSpPr>
            <p:spPr>
              <a:xfrm>
                <a:off x="498666" y="3857823"/>
                <a:ext cx="1196665" cy="2113124"/>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1" name="Google Shape;711;p23"/>
            <p:cNvGrpSpPr/>
            <p:nvPr/>
          </p:nvGrpSpPr>
          <p:grpSpPr>
            <a:xfrm flipH="1" rot="-5400000">
              <a:off x="413271" y="3223016"/>
              <a:ext cx="618213" cy="306426"/>
              <a:chOff x="5989375" y="1843575"/>
              <a:chExt cx="136525" cy="67675"/>
            </a:xfrm>
          </p:grpSpPr>
          <p:sp>
            <p:nvSpPr>
              <p:cNvPr id="712" name="Google Shape;712;p23"/>
              <p:cNvSpPr/>
              <p:nvPr/>
            </p:nvSpPr>
            <p:spPr>
              <a:xfrm>
                <a:off x="6047225" y="1843575"/>
                <a:ext cx="20525" cy="20550"/>
              </a:xfrm>
              <a:custGeom>
                <a:rect b="b" l="l" r="r" t="t"/>
                <a:pathLst>
                  <a:path extrusionOk="0" h="822" w="821">
                    <a:moveTo>
                      <a:pt x="709" y="0"/>
                    </a:moveTo>
                    <a:lnTo>
                      <a:pt x="0" y="709"/>
                    </a:lnTo>
                    <a:lnTo>
                      <a:pt x="112" y="821"/>
                    </a:lnTo>
                    <a:lnTo>
                      <a:pt x="821" y="113"/>
                    </a:lnTo>
                    <a:lnTo>
                      <a:pt x="70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23"/>
              <p:cNvSpPr/>
              <p:nvPr/>
            </p:nvSpPr>
            <p:spPr>
              <a:xfrm>
                <a:off x="6047225" y="1843575"/>
                <a:ext cx="20525" cy="20550"/>
              </a:xfrm>
              <a:custGeom>
                <a:rect b="b" l="l" r="r" t="t"/>
                <a:pathLst>
                  <a:path extrusionOk="0" h="822" w="821">
                    <a:moveTo>
                      <a:pt x="112" y="0"/>
                    </a:moveTo>
                    <a:lnTo>
                      <a:pt x="0" y="113"/>
                    </a:lnTo>
                    <a:lnTo>
                      <a:pt x="709" y="821"/>
                    </a:lnTo>
                    <a:lnTo>
                      <a:pt x="821" y="709"/>
                    </a:lnTo>
                    <a:lnTo>
                      <a:pt x="11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23"/>
              <p:cNvSpPr/>
              <p:nvPr/>
            </p:nvSpPr>
            <p:spPr>
              <a:xfrm>
                <a:off x="5989475" y="1843675"/>
                <a:ext cx="20650" cy="20550"/>
              </a:xfrm>
              <a:custGeom>
                <a:rect b="b" l="l" r="r" t="t"/>
                <a:pathLst>
                  <a:path extrusionOk="0" h="822" w="826">
                    <a:moveTo>
                      <a:pt x="713" y="0"/>
                    </a:moveTo>
                    <a:lnTo>
                      <a:pt x="1" y="709"/>
                    </a:lnTo>
                    <a:lnTo>
                      <a:pt x="113" y="821"/>
                    </a:lnTo>
                    <a:lnTo>
                      <a:pt x="825" y="113"/>
                    </a:lnTo>
                    <a:lnTo>
                      <a:pt x="71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3"/>
              <p:cNvSpPr/>
              <p:nvPr/>
            </p:nvSpPr>
            <p:spPr>
              <a:xfrm>
                <a:off x="5989375" y="1843575"/>
                <a:ext cx="20650" cy="20550"/>
              </a:xfrm>
              <a:custGeom>
                <a:rect b="b" l="l" r="r" t="t"/>
                <a:pathLst>
                  <a:path extrusionOk="0" h="822" w="826">
                    <a:moveTo>
                      <a:pt x="117" y="0"/>
                    </a:moveTo>
                    <a:lnTo>
                      <a:pt x="1" y="113"/>
                    </a:lnTo>
                    <a:lnTo>
                      <a:pt x="713" y="821"/>
                    </a:lnTo>
                    <a:lnTo>
                      <a:pt x="825" y="709"/>
                    </a:lnTo>
                    <a:lnTo>
                      <a:pt x="1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3"/>
              <p:cNvSpPr/>
              <p:nvPr/>
            </p:nvSpPr>
            <p:spPr>
              <a:xfrm>
                <a:off x="6105350" y="1890600"/>
                <a:ext cx="20550" cy="20650"/>
              </a:xfrm>
              <a:custGeom>
                <a:rect b="b" l="l" r="r" t="t"/>
                <a:pathLst>
                  <a:path extrusionOk="0" h="826" w="822">
                    <a:moveTo>
                      <a:pt x="709" y="1"/>
                    </a:moveTo>
                    <a:lnTo>
                      <a:pt x="1" y="713"/>
                    </a:lnTo>
                    <a:lnTo>
                      <a:pt x="113" y="825"/>
                    </a:lnTo>
                    <a:lnTo>
                      <a:pt x="821" y="113"/>
                    </a:lnTo>
                    <a:lnTo>
                      <a:pt x="70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3"/>
              <p:cNvSpPr/>
              <p:nvPr/>
            </p:nvSpPr>
            <p:spPr>
              <a:xfrm>
                <a:off x="6105350" y="1890600"/>
                <a:ext cx="20550" cy="20650"/>
              </a:xfrm>
              <a:custGeom>
                <a:rect b="b" l="l" r="r" t="t"/>
                <a:pathLst>
                  <a:path extrusionOk="0" h="826" w="822">
                    <a:moveTo>
                      <a:pt x="113" y="1"/>
                    </a:moveTo>
                    <a:lnTo>
                      <a:pt x="1" y="113"/>
                    </a:lnTo>
                    <a:lnTo>
                      <a:pt x="709" y="825"/>
                    </a:lnTo>
                    <a:lnTo>
                      <a:pt x="821" y="709"/>
                    </a:lnTo>
                    <a:lnTo>
                      <a:pt x="11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23"/>
              <p:cNvSpPr/>
              <p:nvPr/>
            </p:nvSpPr>
            <p:spPr>
              <a:xfrm>
                <a:off x="6047525" y="1890600"/>
                <a:ext cx="20625" cy="20650"/>
              </a:xfrm>
              <a:custGeom>
                <a:rect b="b" l="l" r="r" t="t"/>
                <a:pathLst>
                  <a:path extrusionOk="0" h="826" w="825">
                    <a:moveTo>
                      <a:pt x="713" y="1"/>
                    </a:moveTo>
                    <a:lnTo>
                      <a:pt x="0" y="709"/>
                    </a:lnTo>
                    <a:lnTo>
                      <a:pt x="116" y="825"/>
                    </a:lnTo>
                    <a:lnTo>
                      <a:pt x="825" y="113"/>
                    </a:lnTo>
                    <a:lnTo>
                      <a:pt x="71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23"/>
              <p:cNvSpPr/>
              <p:nvPr/>
            </p:nvSpPr>
            <p:spPr>
              <a:xfrm>
                <a:off x="6047525" y="1890600"/>
                <a:ext cx="20625" cy="20650"/>
              </a:xfrm>
              <a:custGeom>
                <a:rect b="b" l="l" r="r" t="t"/>
                <a:pathLst>
                  <a:path extrusionOk="0" h="826" w="825">
                    <a:moveTo>
                      <a:pt x="112" y="1"/>
                    </a:moveTo>
                    <a:lnTo>
                      <a:pt x="0" y="113"/>
                    </a:lnTo>
                    <a:lnTo>
                      <a:pt x="713" y="825"/>
                    </a:lnTo>
                    <a:lnTo>
                      <a:pt x="825" y="709"/>
                    </a:lnTo>
                    <a:lnTo>
                      <a:pt x="1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2_1">
    <p:spTree>
      <p:nvGrpSpPr>
        <p:cNvPr id="720" name="Shape 720"/>
        <p:cNvGrpSpPr/>
        <p:nvPr/>
      </p:nvGrpSpPr>
      <p:grpSpPr>
        <a:xfrm>
          <a:off x="0" y="0"/>
          <a:ext cx="0" cy="0"/>
          <a:chOff x="0" y="0"/>
          <a:chExt cx="0" cy="0"/>
        </a:xfrm>
      </p:grpSpPr>
      <p:grpSp>
        <p:nvGrpSpPr>
          <p:cNvPr id="721" name="Google Shape;721;p24"/>
          <p:cNvGrpSpPr/>
          <p:nvPr/>
        </p:nvGrpSpPr>
        <p:grpSpPr>
          <a:xfrm>
            <a:off x="6302380" y="-753973"/>
            <a:ext cx="4838246" cy="8737202"/>
            <a:chOff x="6149980" y="-753973"/>
            <a:chExt cx="4838246" cy="8737202"/>
          </a:xfrm>
        </p:grpSpPr>
        <p:sp>
          <p:nvSpPr>
            <p:cNvPr id="722" name="Google Shape;722;p24"/>
            <p:cNvSpPr/>
            <p:nvPr/>
          </p:nvSpPr>
          <p:spPr>
            <a:xfrm rot="10800000">
              <a:off x="6501374" y="2350375"/>
              <a:ext cx="4486853" cy="2966613"/>
            </a:xfrm>
            <a:custGeom>
              <a:rect b="b" l="l" r="r" t="t"/>
              <a:pathLst>
                <a:path extrusionOk="0" h="15904" w="24054">
                  <a:moveTo>
                    <a:pt x="17228" y="0"/>
                  </a:moveTo>
                  <a:lnTo>
                    <a:pt x="9955" y="7274"/>
                  </a:lnTo>
                  <a:lnTo>
                    <a:pt x="6725" y="7274"/>
                  </a:lnTo>
                  <a:lnTo>
                    <a:pt x="2610" y="11384"/>
                  </a:lnTo>
                  <a:lnTo>
                    <a:pt x="2610" y="13298"/>
                  </a:lnTo>
                  <a:lnTo>
                    <a:pt x="0" y="15904"/>
                  </a:lnTo>
                  <a:lnTo>
                    <a:pt x="7093" y="15904"/>
                  </a:lnTo>
                  <a:lnTo>
                    <a:pt x="12993" y="10003"/>
                  </a:lnTo>
                  <a:lnTo>
                    <a:pt x="15207" y="10003"/>
                  </a:lnTo>
                  <a:lnTo>
                    <a:pt x="19494" y="5716"/>
                  </a:lnTo>
                  <a:lnTo>
                    <a:pt x="19494" y="4560"/>
                  </a:lnTo>
                  <a:lnTo>
                    <a:pt x="2405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3" name="Google Shape;723;p24"/>
            <p:cNvGrpSpPr/>
            <p:nvPr/>
          </p:nvGrpSpPr>
          <p:grpSpPr>
            <a:xfrm flipH="1">
              <a:off x="7623943" y="2421824"/>
              <a:ext cx="300359" cy="299855"/>
              <a:chOff x="1466575" y="2391250"/>
              <a:chExt cx="59575" cy="59475"/>
            </a:xfrm>
          </p:grpSpPr>
          <p:sp>
            <p:nvSpPr>
              <p:cNvPr id="724" name="Google Shape;724;p24"/>
              <p:cNvSpPr/>
              <p:nvPr/>
            </p:nvSpPr>
            <p:spPr>
              <a:xfrm>
                <a:off x="1491600" y="2391250"/>
                <a:ext cx="9425" cy="59475"/>
              </a:xfrm>
              <a:custGeom>
                <a:rect b="b" l="l" r="r" t="t"/>
                <a:pathLst>
                  <a:path extrusionOk="0" h="2379" w="377">
                    <a:moveTo>
                      <a:pt x="0" y="1"/>
                    </a:moveTo>
                    <a:lnTo>
                      <a:pt x="0" y="2379"/>
                    </a:lnTo>
                    <a:lnTo>
                      <a:pt x="377" y="2379"/>
                    </a:lnTo>
                    <a:lnTo>
                      <a:pt x="37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24"/>
              <p:cNvSpPr/>
              <p:nvPr/>
            </p:nvSpPr>
            <p:spPr>
              <a:xfrm>
                <a:off x="1466575" y="2416275"/>
                <a:ext cx="59575" cy="9425"/>
              </a:xfrm>
              <a:custGeom>
                <a:rect b="b" l="l" r="r" t="t"/>
                <a:pathLst>
                  <a:path extrusionOk="0" h="377" w="2383">
                    <a:moveTo>
                      <a:pt x="1" y="1"/>
                    </a:moveTo>
                    <a:lnTo>
                      <a:pt x="1" y="377"/>
                    </a:lnTo>
                    <a:lnTo>
                      <a:pt x="2382" y="377"/>
                    </a:lnTo>
                    <a:lnTo>
                      <a:pt x="238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6" name="Google Shape;726;p24"/>
            <p:cNvGrpSpPr/>
            <p:nvPr/>
          </p:nvGrpSpPr>
          <p:grpSpPr>
            <a:xfrm flipH="1">
              <a:off x="6149980" y="-661273"/>
              <a:ext cx="2817846" cy="4069237"/>
              <a:chOff x="278245" y="-184325"/>
              <a:chExt cx="2358228" cy="3405504"/>
            </a:xfrm>
          </p:grpSpPr>
          <p:grpSp>
            <p:nvGrpSpPr>
              <p:cNvPr id="727" name="Google Shape;727;p24"/>
              <p:cNvGrpSpPr/>
              <p:nvPr/>
            </p:nvGrpSpPr>
            <p:grpSpPr>
              <a:xfrm>
                <a:off x="278245" y="-184325"/>
                <a:ext cx="2358228" cy="3336759"/>
                <a:chOff x="1181475" y="2041825"/>
                <a:chExt cx="620325" cy="877725"/>
              </a:xfrm>
            </p:grpSpPr>
            <p:sp>
              <p:nvSpPr>
                <p:cNvPr id="728" name="Google Shape;728;p24"/>
                <p:cNvSpPr/>
                <p:nvPr/>
              </p:nvSpPr>
              <p:spPr>
                <a:xfrm>
                  <a:off x="1185375" y="2377350"/>
                  <a:ext cx="119525" cy="119500"/>
                </a:xfrm>
                <a:custGeom>
                  <a:rect b="b" l="l" r="r" t="t"/>
                  <a:pathLst>
                    <a:path extrusionOk="0" h="4780" w="4781">
                      <a:moveTo>
                        <a:pt x="4780" y="0"/>
                      </a:moveTo>
                      <a:lnTo>
                        <a:pt x="2390" y="2390"/>
                      </a:lnTo>
                      <a:lnTo>
                        <a:pt x="1" y="4780"/>
                      </a:lnTo>
                      <a:lnTo>
                        <a:pt x="1362" y="4780"/>
                      </a:lnTo>
                      <a:lnTo>
                        <a:pt x="3071" y="3071"/>
                      </a:lnTo>
                      <a:lnTo>
                        <a:pt x="4780" y="1361"/>
                      </a:lnTo>
                      <a:lnTo>
                        <a:pt x="478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24"/>
                <p:cNvSpPr/>
                <p:nvPr/>
              </p:nvSpPr>
              <p:spPr>
                <a:xfrm>
                  <a:off x="1767500" y="2041825"/>
                  <a:ext cx="34300" cy="29425"/>
                </a:xfrm>
                <a:custGeom>
                  <a:rect b="b" l="l" r="r" t="t"/>
                  <a:pathLst>
                    <a:path extrusionOk="0" h="1177" w="1372">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4"/>
                <p:cNvSpPr/>
                <p:nvPr/>
              </p:nvSpPr>
              <p:spPr>
                <a:xfrm>
                  <a:off x="1181475" y="2060725"/>
                  <a:ext cx="600250" cy="858825"/>
                </a:xfrm>
                <a:custGeom>
                  <a:rect b="b" l="l" r="r" t="t"/>
                  <a:pathLst>
                    <a:path extrusionOk="0" h="34353" w="24010">
                      <a:moveTo>
                        <a:pt x="23789" y="1"/>
                      </a:moveTo>
                      <a:lnTo>
                        <a:pt x="15584" y="8210"/>
                      </a:lnTo>
                      <a:lnTo>
                        <a:pt x="9043" y="8210"/>
                      </a:lnTo>
                      <a:lnTo>
                        <a:pt x="8995" y="8254"/>
                      </a:lnTo>
                      <a:lnTo>
                        <a:pt x="1" y="17249"/>
                      </a:lnTo>
                      <a:lnTo>
                        <a:pt x="1" y="20091"/>
                      </a:lnTo>
                      <a:lnTo>
                        <a:pt x="5493" y="25583"/>
                      </a:lnTo>
                      <a:lnTo>
                        <a:pt x="5493" y="30098"/>
                      </a:lnTo>
                      <a:lnTo>
                        <a:pt x="1458" y="34137"/>
                      </a:lnTo>
                      <a:lnTo>
                        <a:pt x="1678" y="34353"/>
                      </a:lnTo>
                      <a:lnTo>
                        <a:pt x="5805" y="30226"/>
                      </a:lnTo>
                      <a:lnTo>
                        <a:pt x="5805" y="25454"/>
                      </a:lnTo>
                      <a:lnTo>
                        <a:pt x="313" y="19963"/>
                      </a:lnTo>
                      <a:lnTo>
                        <a:pt x="313" y="17377"/>
                      </a:lnTo>
                      <a:lnTo>
                        <a:pt x="9171" y="8519"/>
                      </a:lnTo>
                      <a:lnTo>
                        <a:pt x="15712" y="8519"/>
                      </a:lnTo>
                      <a:lnTo>
                        <a:pt x="15756" y="8475"/>
                      </a:lnTo>
                      <a:lnTo>
                        <a:pt x="24010" y="221"/>
                      </a:lnTo>
                      <a:lnTo>
                        <a:pt x="2378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24"/>
                <p:cNvSpPr/>
                <p:nvPr/>
              </p:nvSpPr>
              <p:spPr>
                <a:xfrm>
                  <a:off x="1260925" y="2268575"/>
                  <a:ext cx="243200" cy="370575"/>
                </a:xfrm>
                <a:custGeom>
                  <a:rect b="b" l="l" r="r" t="t"/>
                  <a:pathLst>
                    <a:path extrusionOk="0" h="14823" w="9728">
                      <a:moveTo>
                        <a:pt x="9640" y="0"/>
                      </a:moveTo>
                      <a:lnTo>
                        <a:pt x="4148" y="5492"/>
                      </a:lnTo>
                      <a:lnTo>
                        <a:pt x="4148" y="10588"/>
                      </a:lnTo>
                      <a:lnTo>
                        <a:pt x="1" y="14735"/>
                      </a:lnTo>
                      <a:lnTo>
                        <a:pt x="89" y="14823"/>
                      </a:lnTo>
                      <a:lnTo>
                        <a:pt x="4272" y="10640"/>
                      </a:lnTo>
                      <a:lnTo>
                        <a:pt x="4272" y="5544"/>
                      </a:lnTo>
                      <a:lnTo>
                        <a:pt x="9728" y="88"/>
                      </a:lnTo>
                      <a:lnTo>
                        <a:pt x="964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4"/>
                <p:cNvSpPr/>
                <p:nvPr/>
              </p:nvSpPr>
              <p:spPr>
                <a:xfrm>
                  <a:off x="1194400" y="2571875"/>
                  <a:ext cx="129400" cy="204375"/>
                </a:xfrm>
                <a:custGeom>
                  <a:rect b="b" l="l" r="r" t="t"/>
                  <a:pathLst>
                    <a:path extrusionOk="0" h="8175" w="5176">
                      <a:moveTo>
                        <a:pt x="0" y="1"/>
                      </a:moveTo>
                      <a:lnTo>
                        <a:pt x="0" y="3087"/>
                      </a:lnTo>
                      <a:lnTo>
                        <a:pt x="5088" y="8175"/>
                      </a:lnTo>
                      <a:lnTo>
                        <a:pt x="5176" y="8087"/>
                      </a:lnTo>
                      <a:lnTo>
                        <a:pt x="124" y="3035"/>
                      </a:lnTo>
                      <a:lnTo>
                        <a:pt x="1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3" name="Google Shape;733;p24"/>
              <p:cNvSpPr/>
              <p:nvPr/>
            </p:nvSpPr>
            <p:spPr>
              <a:xfrm>
                <a:off x="336260" y="3109317"/>
                <a:ext cx="130395" cy="111862"/>
              </a:xfrm>
              <a:custGeom>
                <a:rect b="b" l="l" r="r" t="t"/>
                <a:pathLst>
                  <a:path extrusionOk="0" h="1177" w="1372">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4" name="Google Shape;734;p24"/>
            <p:cNvSpPr/>
            <p:nvPr/>
          </p:nvSpPr>
          <p:spPr>
            <a:xfrm rot="10800000">
              <a:off x="8012311" y="-753973"/>
              <a:ext cx="1464987" cy="2586938"/>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5" name="Google Shape;735;p24"/>
            <p:cNvGrpSpPr/>
            <p:nvPr/>
          </p:nvGrpSpPr>
          <p:grpSpPr>
            <a:xfrm>
              <a:off x="7560791" y="3580603"/>
              <a:ext cx="3173104" cy="4402627"/>
              <a:chOff x="2132995" y="960308"/>
              <a:chExt cx="496177" cy="688438"/>
            </a:xfrm>
          </p:grpSpPr>
          <p:sp>
            <p:nvSpPr>
              <p:cNvPr id="736" name="Google Shape;736;p24"/>
              <p:cNvSpPr/>
              <p:nvPr/>
            </p:nvSpPr>
            <p:spPr>
              <a:xfrm>
                <a:off x="2143863" y="977753"/>
                <a:ext cx="473252" cy="659302"/>
              </a:xfrm>
              <a:custGeom>
                <a:rect b="b" l="l" r="r" t="t"/>
                <a:pathLst>
                  <a:path extrusionOk="0" h="14437" w="10363">
                    <a:moveTo>
                      <a:pt x="1" y="1"/>
                    </a:moveTo>
                    <a:lnTo>
                      <a:pt x="1" y="2663"/>
                    </a:lnTo>
                    <a:lnTo>
                      <a:pt x="4926" y="2663"/>
                    </a:lnTo>
                    <a:lnTo>
                      <a:pt x="7972" y="5709"/>
                    </a:lnTo>
                    <a:lnTo>
                      <a:pt x="7972" y="12123"/>
                    </a:lnTo>
                    <a:lnTo>
                      <a:pt x="10286" y="14437"/>
                    </a:lnTo>
                    <a:lnTo>
                      <a:pt x="10362" y="14352"/>
                    </a:lnTo>
                    <a:lnTo>
                      <a:pt x="8083" y="12081"/>
                    </a:lnTo>
                    <a:lnTo>
                      <a:pt x="8083" y="5658"/>
                    </a:lnTo>
                    <a:lnTo>
                      <a:pt x="4995" y="2561"/>
                    </a:lnTo>
                    <a:lnTo>
                      <a:pt x="4978" y="2544"/>
                    </a:lnTo>
                    <a:lnTo>
                      <a:pt x="120" y="2544"/>
                    </a:lnTo>
                    <a:lnTo>
                      <a:pt x="12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24"/>
              <p:cNvSpPr/>
              <p:nvPr/>
            </p:nvSpPr>
            <p:spPr>
              <a:xfrm>
                <a:off x="2401063" y="1126948"/>
                <a:ext cx="81608" cy="81608"/>
              </a:xfrm>
              <a:custGeom>
                <a:rect b="b" l="l" r="r" t="t"/>
                <a:pathLst>
                  <a:path extrusionOk="0" h="1787" w="1787">
                    <a:moveTo>
                      <a:pt x="1" y="0"/>
                    </a:moveTo>
                    <a:lnTo>
                      <a:pt x="1" y="511"/>
                    </a:lnTo>
                    <a:lnTo>
                      <a:pt x="639" y="1149"/>
                    </a:lnTo>
                    <a:lnTo>
                      <a:pt x="1277" y="1787"/>
                    </a:lnTo>
                    <a:lnTo>
                      <a:pt x="1787" y="1787"/>
                    </a:lnTo>
                    <a:lnTo>
                      <a:pt x="894" y="894"/>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24"/>
              <p:cNvSpPr/>
              <p:nvPr/>
            </p:nvSpPr>
            <p:spPr>
              <a:xfrm>
                <a:off x="2132995" y="960308"/>
                <a:ext cx="23610" cy="20231"/>
              </a:xfrm>
              <a:custGeom>
                <a:rect b="b" l="l" r="r" t="t"/>
                <a:pathLst>
                  <a:path extrusionOk="0" h="443" w="517">
                    <a:moveTo>
                      <a:pt x="298" y="119"/>
                    </a:moveTo>
                    <a:cubicBezTo>
                      <a:pt x="409" y="145"/>
                      <a:pt x="409" y="298"/>
                      <a:pt x="298" y="332"/>
                    </a:cubicBezTo>
                    <a:cubicBezTo>
                      <a:pt x="196" y="298"/>
                      <a:pt x="196" y="145"/>
                      <a:pt x="298" y="119"/>
                    </a:cubicBezTo>
                    <a:close/>
                    <a:moveTo>
                      <a:pt x="295" y="0"/>
                    </a:moveTo>
                    <a:cubicBezTo>
                      <a:pt x="240" y="0"/>
                      <a:pt x="184" y="21"/>
                      <a:pt x="137" y="68"/>
                    </a:cubicBezTo>
                    <a:cubicBezTo>
                      <a:pt x="1" y="204"/>
                      <a:pt x="103" y="442"/>
                      <a:pt x="298" y="442"/>
                    </a:cubicBezTo>
                    <a:cubicBezTo>
                      <a:pt x="418" y="434"/>
                      <a:pt x="511" y="340"/>
                      <a:pt x="511" y="230"/>
                    </a:cubicBezTo>
                    <a:cubicBezTo>
                      <a:pt x="517" y="92"/>
                      <a:pt x="410" y="0"/>
                      <a:pt x="2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24"/>
              <p:cNvSpPr/>
              <p:nvPr/>
            </p:nvSpPr>
            <p:spPr>
              <a:xfrm>
                <a:off x="2605425" y="1628651"/>
                <a:ext cx="23747" cy="20094"/>
              </a:xfrm>
              <a:custGeom>
                <a:rect b="b" l="l" r="r" t="t"/>
                <a:pathLst>
                  <a:path extrusionOk="0" h="440" w="520">
                    <a:moveTo>
                      <a:pt x="298" y="116"/>
                    </a:moveTo>
                    <a:cubicBezTo>
                      <a:pt x="358" y="116"/>
                      <a:pt x="409" y="167"/>
                      <a:pt x="400" y="227"/>
                    </a:cubicBezTo>
                    <a:cubicBezTo>
                      <a:pt x="400" y="290"/>
                      <a:pt x="348" y="331"/>
                      <a:pt x="294" y="331"/>
                    </a:cubicBezTo>
                    <a:cubicBezTo>
                      <a:pt x="269" y="331"/>
                      <a:pt x="243" y="322"/>
                      <a:pt x="221" y="303"/>
                    </a:cubicBezTo>
                    <a:cubicBezTo>
                      <a:pt x="153" y="235"/>
                      <a:pt x="204" y="116"/>
                      <a:pt x="298" y="116"/>
                    </a:cubicBezTo>
                    <a:close/>
                    <a:moveTo>
                      <a:pt x="299" y="1"/>
                    </a:moveTo>
                    <a:cubicBezTo>
                      <a:pt x="244" y="1"/>
                      <a:pt x="189" y="21"/>
                      <a:pt x="145" y="65"/>
                    </a:cubicBezTo>
                    <a:cubicBezTo>
                      <a:pt x="0" y="201"/>
                      <a:pt x="102" y="439"/>
                      <a:pt x="298" y="439"/>
                    </a:cubicBezTo>
                    <a:cubicBezTo>
                      <a:pt x="417" y="439"/>
                      <a:pt x="519" y="337"/>
                      <a:pt x="519" y="218"/>
                    </a:cubicBezTo>
                    <a:cubicBezTo>
                      <a:pt x="519" y="86"/>
                      <a:pt x="411" y="1"/>
                      <a:pt x="29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24"/>
              <p:cNvSpPr/>
              <p:nvPr/>
            </p:nvSpPr>
            <p:spPr>
              <a:xfrm>
                <a:off x="2145827" y="1025155"/>
                <a:ext cx="122024" cy="71515"/>
              </a:xfrm>
              <a:custGeom>
                <a:rect b="b" l="l" r="r" t="t"/>
                <a:pathLst>
                  <a:path extrusionOk="0" h="1566" w="2672">
                    <a:moveTo>
                      <a:pt x="34" y="1"/>
                    </a:moveTo>
                    <a:lnTo>
                      <a:pt x="0" y="26"/>
                    </a:lnTo>
                    <a:lnTo>
                      <a:pt x="800" y="826"/>
                    </a:lnTo>
                    <a:lnTo>
                      <a:pt x="1898" y="826"/>
                    </a:lnTo>
                    <a:lnTo>
                      <a:pt x="2638" y="1566"/>
                    </a:lnTo>
                    <a:lnTo>
                      <a:pt x="2672" y="1532"/>
                    </a:lnTo>
                    <a:lnTo>
                      <a:pt x="1923" y="783"/>
                    </a:lnTo>
                    <a:lnTo>
                      <a:pt x="817" y="783"/>
                    </a:lnTo>
                    <a:lnTo>
                      <a:pt x="3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41" name="Google Shape;741;p24"/>
          <p:cNvGrpSpPr/>
          <p:nvPr/>
        </p:nvGrpSpPr>
        <p:grpSpPr>
          <a:xfrm>
            <a:off x="-2749105" y="-2045480"/>
            <a:ext cx="6654696" cy="9234460"/>
            <a:chOff x="-2596705" y="-2045480"/>
            <a:chExt cx="6654696" cy="9234460"/>
          </a:xfrm>
        </p:grpSpPr>
        <p:grpSp>
          <p:nvGrpSpPr>
            <p:cNvPr id="742" name="Google Shape;742;p24"/>
            <p:cNvGrpSpPr/>
            <p:nvPr/>
          </p:nvGrpSpPr>
          <p:grpSpPr>
            <a:xfrm flipH="1">
              <a:off x="722369" y="491148"/>
              <a:ext cx="801674" cy="397824"/>
              <a:chOff x="1622300" y="2291700"/>
              <a:chExt cx="118800" cy="58950"/>
            </a:xfrm>
          </p:grpSpPr>
          <p:sp>
            <p:nvSpPr>
              <p:cNvPr id="743" name="Google Shape;743;p24"/>
              <p:cNvSpPr/>
              <p:nvPr/>
            </p:nvSpPr>
            <p:spPr>
              <a:xfrm>
                <a:off x="1672825" y="2291800"/>
                <a:ext cx="17950" cy="17825"/>
              </a:xfrm>
              <a:custGeom>
                <a:rect b="b" l="l" r="r" t="t"/>
                <a:pathLst>
                  <a:path extrusionOk="0" h="713" w="718">
                    <a:moveTo>
                      <a:pt x="101" y="0"/>
                    </a:moveTo>
                    <a:lnTo>
                      <a:pt x="1" y="96"/>
                    </a:lnTo>
                    <a:lnTo>
                      <a:pt x="621" y="713"/>
                    </a:lnTo>
                    <a:lnTo>
                      <a:pt x="717" y="617"/>
                    </a:lnTo>
                    <a:lnTo>
                      <a:pt x="1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24"/>
              <p:cNvSpPr/>
              <p:nvPr/>
            </p:nvSpPr>
            <p:spPr>
              <a:xfrm>
                <a:off x="1672825" y="2291700"/>
                <a:ext cx="17950" cy="17925"/>
              </a:xfrm>
              <a:custGeom>
                <a:rect b="b" l="l" r="r" t="t"/>
                <a:pathLst>
                  <a:path extrusionOk="0" h="717" w="718">
                    <a:moveTo>
                      <a:pt x="621" y="0"/>
                    </a:moveTo>
                    <a:lnTo>
                      <a:pt x="1" y="621"/>
                    </a:lnTo>
                    <a:lnTo>
                      <a:pt x="101" y="717"/>
                    </a:lnTo>
                    <a:lnTo>
                      <a:pt x="717" y="100"/>
                    </a:lnTo>
                    <a:lnTo>
                      <a:pt x="62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24"/>
              <p:cNvSpPr/>
              <p:nvPr/>
            </p:nvSpPr>
            <p:spPr>
              <a:xfrm>
                <a:off x="1723150" y="2291700"/>
                <a:ext cx="17950" cy="17925"/>
              </a:xfrm>
              <a:custGeom>
                <a:rect b="b" l="l" r="r" t="t"/>
                <a:pathLst>
                  <a:path extrusionOk="0" h="717" w="718">
                    <a:moveTo>
                      <a:pt x="97" y="0"/>
                    </a:moveTo>
                    <a:lnTo>
                      <a:pt x="1" y="100"/>
                    </a:lnTo>
                    <a:lnTo>
                      <a:pt x="617" y="717"/>
                    </a:lnTo>
                    <a:lnTo>
                      <a:pt x="718" y="621"/>
                    </a:lnTo>
                    <a:lnTo>
                      <a:pt x="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4"/>
              <p:cNvSpPr/>
              <p:nvPr/>
            </p:nvSpPr>
            <p:spPr>
              <a:xfrm>
                <a:off x="1723150" y="2291700"/>
                <a:ext cx="17950" cy="17925"/>
              </a:xfrm>
              <a:custGeom>
                <a:rect b="b" l="l" r="r" t="t"/>
                <a:pathLst>
                  <a:path extrusionOk="0" h="717" w="718">
                    <a:moveTo>
                      <a:pt x="617" y="0"/>
                    </a:moveTo>
                    <a:lnTo>
                      <a:pt x="1" y="621"/>
                    </a:lnTo>
                    <a:lnTo>
                      <a:pt x="101" y="717"/>
                    </a:lnTo>
                    <a:lnTo>
                      <a:pt x="718" y="100"/>
                    </a:lnTo>
                    <a:lnTo>
                      <a:pt x="61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4"/>
              <p:cNvSpPr/>
              <p:nvPr/>
            </p:nvSpPr>
            <p:spPr>
              <a:xfrm>
                <a:off x="1622300" y="2332725"/>
                <a:ext cx="17825" cy="17925"/>
              </a:xfrm>
              <a:custGeom>
                <a:rect b="b" l="l" r="r" t="t"/>
                <a:pathLst>
                  <a:path extrusionOk="0" h="717" w="713">
                    <a:moveTo>
                      <a:pt x="96" y="0"/>
                    </a:moveTo>
                    <a:lnTo>
                      <a:pt x="0" y="96"/>
                    </a:lnTo>
                    <a:lnTo>
                      <a:pt x="617" y="717"/>
                    </a:lnTo>
                    <a:lnTo>
                      <a:pt x="713" y="617"/>
                    </a:lnTo>
                    <a:lnTo>
                      <a:pt x="9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24"/>
              <p:cNvSpPr/>
              <p:nvPr/>
            </p:nvSpPr>
            <p:spPr>
              <a:xfrm>
                <a:off x="1622300" y="2332725"/>
                <a:ext cx="17825" cy="17925"/>
              </a:xfrm>
              <a:custGeom>
                <a:rect b="b" l="l" r="r" t="t"/>
                <a:pathLst>
                  <a:path extrusionOk="0" h="717" w="713">
                    <a:moveTo>
                      <a:pt x="617" y="0"/>
                    </a:moveTo>
                    <a:lnTo>
                      <a:pt x="0" y="617"/>
                    </a:lnTo>
                    <a:lnTo>
                      <a:pt x="96" y="717"/>
                    </a:lnTo>
                    <a:lnTo>
                      <a:pt x="713" y="96"/>
                    </a:lnTo>
                    <a:lnTo>
                      <a:pt x="61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24"/>
              <p:cNvSpPr/>
              <p:nvPr/>
            </p:nvSpPr>
            <p:spPr>
              <a:xfrm>
                <a:off x="1672525" y="2332625"/>
                <a:ext cx="17950" cy="17925"/>
              </a:xfrm>
              <a:custGeom>
                <a:rect b="b" l="l" r="r" t="t"/>
                <a:pathLst>
                  <a:path extrusionOk="0" h="717" w="718">
                    <a:moveTo>
                      <a:pt x="101" y="0"/>
                    </a:moveTo>
                    <a:lnTo>
                      <a:pt x="1" y="100"/>
                    </a:lnTo>
                    <a:lnTo>
                      <a:pt x="621" y="717"/>
                    </a:lnTo>
                    <a:lnTo>
                      <a:pt x="717" y="621"/>
                    </a:lnTo>
                    <a:lnTo>
                      <a:pt x="1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4"/>
              <p:cNvSpPr/>
              <p:nvPr/>
            </p:nvSpPr>
            <p:spPr>
              <a:xfrm>
                <a:off x="1672525" y="2332725"/>
                <a:ext cx="17950" cy="17925"/>
              </a:xfrm>
              <a:custGeom>
                <a:rect b="b" l="l" r="r" t="t"/>
                <a:pathLst>
                  <a:path extrusionOk="0" h="717" w="718">
                    <a:moveTo>
                      <a:pt x="621" y="0"/>
                    </a:moveTo>
                    <a:lnTo>
                      <a:pt x="1" y="617"/>
                    </a:lnTo>
                    <a:lnTo>
                      <a:pt x="101" y="717"/>
                    </a:lnTo>
                    <a:lnTo>
                      <a:pt x="717" y="96"/>
                    </a:lnTo>
                    <a:lnTo>
                      <a:pt x="62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1" name="Google Shape;751;p24"/>
            <p:cNvSpPr/>
            <p:nvPr/>
          </p:nvSpPr>
          <p:spPr>
            <a:xfrm>
              <a:off x="-2596705" y="-1246603"/>
              <a:ext cx="6654696" cy="7636707"/>
            </a:xfrm>
            <a:custGeom>
              <a:rect b="b" l="l" r="r" t="t"/>
              <a:pathLst>
                <a:path extrusionOk="0" h="82432" w="71832">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2" name="Google Shape;752;p24"/>
            <p:cNvGrpSpPr/>
            <p:nvPr/>
          </p:nvGrpSpPr>
          <p:grpSpPr>
            <a:xfrm rot="10800000">
              <a:off x="-1185762" y="-2045480"/>
              <a:ext cx="2901864" cy="4211818"/>
              <a:chOff x="6769513" y="299393"/>
              <a:chExt cx="1308620" cy="1899525"/>
            </a:xfrm>
          </p:grpSpPr>
          <p:sp>
            <p:nvSpPr>
              <p:cNvPr id="753" name="Google Shape;753;p24"/>
              <p:cNvSpPr/>
              <p:nvPr/>
            </p:nvSpPr>
            <p:spPr>
              <a:xfrm>
                <a:off x="7817889" y="1007055"/>
                <a:ext cx="252070" cy="252070"/>
              </a:xfrm>
              <a:custGeom>
                <a:rect b="b" l="l" r="r" t="t"/>
                <a:pathLst>
                  <a:path extrusionOk="0" h="4564" w="4564">
                    <a:moveTo>
                      <a:pt x="0" y="1"/>
                    </a:moveTo>
                    <a:lnTo>
                      <a:pt x="0" y="1302"/>
                    </a:lnTo>
                    <a:lnTo>
                      <a:pt x="1629" y="2931"/>
                    </a:lnTo>
                    <a:lnTo>
                      <a:pt x="3263" y="4564"/>
                    </a:lnTo>
                    <a:lnTo>
                      <a:pt x="4563" y="4564"/>
                    </a:lnTo>
                    <a:lnTo>
                      <a:pt x="2282" y="2282"/>
                    </a:ln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24"/>
              <p:cNvSpPr/>
              <p:nvPr/>
            </p:nvSpPr>
            <p:spPr>
              <a:xfrm>
                <a:off x="7983027" y="2137006"/>
                <a:ext cx="72351" cy="61913"/>
              </a:xfrm>
              <a:custGeom>
                <a:rect b="b" l="l" r="r" t="t"/>
                <a:pathLst>
                  <a:path extrusionOk="0" h="1121" w="131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24"/>
              <p:cNvSpPr/>
              <p:nvPr/>
            </p:nvSpPr>
            <p:spPr>
              <a:xfrm>
                <a:off x="6769513" y="299393"/>
                <a:ext cx="61968" cy="61747"/>
              </a:xfrm>
              <a:custGeom>
                <a:rect b="b" l="l" r="r" t="t"/>
                <a:pathLst>
                  <a:path extrusionOk="0" h="1118" w="1122">
                    <a:moveTo>
                      <a:pt x="561" y="293"/>
                    </a:moveTo>
                    <a:cubicBezTo>
                      <a:pt x="705" y="293"/>
                      <a:pt x="825" y="413"/>
                      <a:pt x="825" y="557"/>
                    </a:cubicBezTo>
                    <a:cubicBezTo>
                      <a:pt x="825" y="705"/>
                      <a:pt x="705" y="821"/>
                      <a:pt x="561" y="821"/>
                    </a:cubicBezTo>
                    <a:cubicBezTo>
                      <a:pt x="417" y="821"/>
                      <a:pt x="297" y="705"/>
                      <a:pt x="297" y="557"/>
                    </a:cubicBezTo>
                    <a:cubicBezTo>
                      <a:pt x="297" y="413"/>
                      <a:pt x="417" y="293"/>
                      <a:pt x="561" y="293"/>
                    </a:cubicBezTo>
                    <a:close/>
                    <a:moveTo>
                      <a:pt x="554" y="1"/>
                    </a:moveTo>
                    <a:cubicBezTo>
                      <a:pt x="249" y="1"/>
                      <a:pt x="1" y="251"/>
                      <a:pt x="1" y="557"/>
                    </a:cubicBezTo>
                    <a:cubicBezTo>
                      <a:pt x="1" y="865"/>
                      <a:pt x="253" y="1117"/>
                      <a:pt x="561" y="1117"/>
                    </a:cubicBezTo>
                    <a:cubicBezTo>
                      <a:pt x="869" y="1117"/>
                      <a:pt x="1122" y="865"/>
                      <a:pt x="1122" y="557"/>
                    </a:cubicBezTo>
                    <a:cubicBezTo>
                      <a:pt x="1122" y="249"/>
                      <a:pt x="869" y="1"/>
                      <a:pt x="561" y="1"/>
                    </a:cubicBezTo>
                    <a:cubicBezTo>
                      <a:pt x="559" y="1"/>
                      <a:pt x="556" y="1"/>
                      <a:pt x="5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4"/>
              <p:cNvSpPr/>
              <p:nvPr/>
            </p:nvSpPr>
            <p:spPr>
              <a:xfrm>
                <a:off x="6811985" y="339214"/>
                <a:ext cx="1266148" cy="1811765"/>
              </a:xfrm>
              <a:custGeom>
                <a:rect b="b" l="l" r="r" t="t"/>
                <a:pathLst>
                  <a:path extrusionOk="0" h="32804" w="22925">
                    <a:moveTo>
                      <a:pt x="208" y="0"/>
                    </a:moveTo>
                    <a:lnTo>
                      <a:pt x="0" y="208"/>
                    </a:lnTo>
                    <a:lnTo>
                      <a:pt x="7878" y="8090"/>
                    </a:lnTo>
                    <a:lnTo>
                      <a:pt x="7922" y="8134"/>
                    </a:lnTo>
                    <a:lnTo>
                      <a:pt x="14170" y="8134"/>
                    </a:lnTo>
                    <a:lnTo>
                      <a:pt x="22628" y="16592"/>
                    </a:lnTo>
                    <a:lnTo>
                      <a:pt x="22628" y="19058"/>
                    </a:lnTo>
                    <a:lnTo>
                      <a:pt x="17385" y="24301"/>
                    </a:lnTo>
                    <a:lnTo>
                      <a:pt x="17385" y="28860"/>
                    </a:lnTo>
                    <a:lnTo>
                      <a:pt x="21323" y="32803"/>
                    </a:lnTo>
                    <a:lnTo>
                      <a:pt x="21532" y="32595"/>
                    </a:lnTo>
                    <a:lnTo>
                      <a:pt x="17681" y="28740"/>
                    </a:lnTo>
                    <a:lnTo>
                      <a:pt x="17681" y="24425"/>
                    </a:lnTo>
                    <a:lnTo>
                      <a:pt x="22925" y="19182"/>
                    </a:lnTo>
                    <a:lnTo>
                      <a:pt x="22925" y="16468"/>
                    </a:lnTo>
                    <a:lnTo>
                      <a:pt x="14334" y="7878"/>
                    </a:lnTo>
                    <a:lnTo>
                      <a:pt x="14290" y="7838"/>
                    </a:lnTo>
                    <a:lnTo>
                      <a:pt x="8046" y="7838"/>
                    </a:lnTo>
                    <a:lnTo>
                      <a:pt x="2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4"/>
              <p:cNvSpPr/>
              <p:nvPr/>
            </p:nvSpPr>
            <p:spPr>
              <a:xfrm>
                <a:off x="7397589" y="777575"/>
                <a:ext cx="512976" cy="781781"/>
              </a:xfrm>
              <a:custGeom>
                <a:rect b="b" l="l" r="r" t="t"/>
                <a:pathLst>
                  <a:path extrusionOk="0" h="14155" w="9288">
                    <a:moveTo>
                      <a:pt x="81" y="1"/>
                    </a:moveTo>
                    <a:lnTo>
                      <a:pt x="1" y="85"/>
                    </a:lnTo>
                    <a:lnTo>
                      <a:pt x="5209" y="5292"/>
                    </a:lnTo>
                    <a:lnTo>
                      <a:pt x="5209" y="10160"/>
                    </a:lnTo>
                    <a:lnTo>
                      <a:pt x="9203" y="14155"/>
                    </a:lnTo>
                    <a:lnTo>
                      <a:pt x="9287" y="14071"/>
                    </a:lnTo>
                    <a:lnTo>
                      <a:pt x="5325" y="10108"/>
                    </a:lnTo>
                    <a:lnTo>
                      <a:pt x="5325" y="5244"/>
                    </a:lnTo>
                    <a:lnTo>
                      <a:pt x="8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4"/>
              <p:cNvSpPr/>
              <p:nvPr/>
            </p:nvSpPr>
            <p:spPr>
              <a:xfrm>
                <a:off x="7777847" y="1417359"/>
                <a:ext cx="273112" cy="431181"/>
              </a:xfrm>
              <a:custGeom>
                <a:rect b="b" l="l" r="r" t="t"/>
                <a:pathLst>
                  <a:path extrusionOk="0" h="7807" w="4945">
                    <a:moveTo>
                      <a:pt x="4824" y="1"/>
                    </a:moveTo>
                    <a:lnTo>
                      <a:pt x="4824" y="2899"/>
                    </a:lnTo>
                    <a:lnTo>
                      <a:pt x="1" y="7722"/>
                    </a:lnTo>
                    <a:lnTo>
                      <a:pt x="85" y="7806"/>
                    </a:lnTo>
                    <a:lnTo>
                      <a:pt x="4944" y="2951"/>
                    </a:lnTo>
                    <a:lnTo>
                      <a:pt x="494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9" name="Google Shape;759;p24"/>
            <p:cNvSpPr/>
            <p:nvPr/>
          </p:nvSpPr>
          <p:spPr>
            <a:xfrm rot="10800000">
              <a:off x="1102163" y="4774798"/>
              <a:ext cx="727762" cy="727762"/>
            </a:xfrm>
            <a:custGeom>
              <a:rect b="b" l="l" r="r" t="t"/>
              <a:pathLst>
                <a:path extrusionOk="0" fill="none" h="9936" w="9936">
                  <a:moveTo>
                    <a:pt x="8170" y="1770"/>
                  </a:moveTo>
                  <a:cubicBezTo>
                    <a:pt x="9936" y="3535"/>
                    <a:pt x="9936" y="6401"/>
                    <a:pt x="8170" y="8170"/>
                  </a:cubicBezTo>
                  <a:cubicBezTo>
                    <a:pt x="6401" y="9935"/>
                    <a:pt x="3535" y="9935"/>
                    <a:pt x="1770" y="8170"/>
                  </a:cubicBezTo>
                  <a:cubicBezTo>
                    <a:pt x="1" y="6401"/>
                    <a:pt x="1" y="3535"/>
                    <a:pt x="1770" y="1770"/>
                  </a:cubicBezTo>
                  <a:cubicBezTo>
                    <a:pt x="3535" y="0"/>
                    <a:pt x="6401" y="0"/>
                    <a:pt x="8170" y="1770"/>
                  </a:cubicBezTo>
                  <a:close/>
                </a:path>
              </a:pathLst>
            </a:custGeom>
            <a:noFill/>
            <a:ln cap="flat" cmpd="sng" w="19050">
              <a:solidFill>
                <a:schemeClr val="dk2"/>
              </a:solidFill>
              <a:prstDash val="solid"/>
              <a:miter lim="400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0" name="Google Shape;760;p24"/>
            <p:cNvGrpSpPr/>
            <p:nvPr/>
          </p:nvGrpSpPr>
          <p:grpSpPr>
            <a:xfrm flipH="1">
              <a:off x="-1973878" y="2737381"/>
              <a:ext cx="3265346" cy="3441180"/>
              <a:chOff x="2011428" y="602777"/>
              <a:chExt cx="774292" cy="815987"/>
            </a:xfrm>
          </p:grpSpPr>
          <p:sp>
            <p:nvSpPr>
              <p:cNvPr id="761" name="Google Shape;761;p24"/>
              <p:cNvSpPr/>
              <p:nvPr/>
            </p:nvSpPr>
            <p:spPr>
              <a:xfrm>
                <a:off x="2751470" y="1215132"/>
                <a:ext cx="15618" cy="109191"/>
              </a:xfrm>
              <a:custGeom>
                <a:rect b="b" l="l" r="r" t="t"/>
                <a:pathLst>
                  <a:path extrusionOk="0" h="2391" w="342">
                    <a:moveTo>
                      <a:pt x="341" y="0"/>
                    </a:moveTo>
                    <a:lnTo>
                      <a:pt x="1" y="341"/>
                    </a:lnTo>
                    <a:lnTo>
                      <a:pt x="1" y="1191"/>
                    </a:lnTo>
                    <a:lnTo>
                      <a:pt x="1" y="2042"/>
                    </a:lnTo>
                    <a:lnTo>
                      <a:pt x="341" y="2391"/>
                    </a:lnTo>
                    <a:lnTo>
                      <a:pt x="341" y="1191"/>
                    </a:lnTo>
                    <a:lnTo>
                      <a:pt x="34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24"/>
              <p:cNvSpPr/>
              <p:nvPr/>
            </p:nvSpPr>
            <p:spPr>
              <a:xfrm>
                <a:off x="2157107" y="742702"/>
                <a:ext cx="76950" cy="76995"/>
              </a:xfrm>
              <a:custGeom>
                <a:rect b="b" l="l" r="r" t="t"/>
                <a:pathLst>
                  <a:path extrusionOk="0" h="1686" w="1685">
                    <a:moveTo>
                      <a:pt x="0" y="1"/>
                    </a:moveTo>
                    <a:lnTo>
                      <a:pt x="842" y="843"/>
                    </a:lnTo>
                    <a:lnTo>
                      <a:pt x="1685" y="1685"/>
                    </a:lnTo>
                    <a:lnTo>
                      <a:pt x="1685" y="1209"/>
                    </a:lnTo>
                    <a:lnTo>
                      <a:pt x="1081" y="605"/>
                    </a:lnTo>
                    <a:lnTo>
                      <a:pt x="47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4"/>
              <p:cNvSpPr/>
              <p:nvPr/>
            </p:nvSpPr>
            <p:spPr>
              <a:xfrm>
                <a:off x="2011428" y="602777"/>
                <a:ext cx="37310" cy="32013"/>
              </a:xfrm>
              <a:custGeom>
                <a:rect b="b" l="l" r="r" t="t"/>
                <a:pathLst>
                  <a:path extrusionOk="0" h="701" w="817">
                    <a:moveTo>
                      <a:pt x="468" y="181"/>
                    </a:moveTo>
                    <a:cubicBezTo>
                      <a:pt x="561" y="181"/>
                      <a:pt x="630" y="258"/>
                      <a:pt x="630" y="351"/>
                    </a:cubicBezTo>
                    <a:cubicBezTo>
                      <a:pt x="630" y="448"/>
                      <a:pt x="549" y="514"/>
                      <a:pt x="466" y="514"/>
                    </a:cubicBezTo>
                    <a:cubicBezTo>
                      <a:pt x="425" y="514"/>
                      <a:pt x="383" y="498"/>
                      <a:pt x="349" y="462"/>
                    </a:cubicBezTo>
                    <a:cubicBezTo>
                      <a:pt x="247" y="360"/>
                      <a:pt x="323" y="181"/>
                      <a:pt x="468" y="181"/>
                    </a:cubicBezTo>
                    <a:close/>
                    <a:moveTo>
                      <a:pt x="468" y="0"/>
                    </a:moveTo>
                    <a:cubicBezTo>
                      <a:pt x="381" y="0"/>
                      <a:pt x="293" y="33"/>
                      <a:pt x="221" y="105"/>
                    </a:cubicBezTo>
                    <a:cubicBezTo>
                      <a:pt x="0" y="317"/>
                      <a:pt x="153" y="700"/>
                      <a:pt x="468" y="700"/>
                    </a:cubicBezTo>
                    <a:cubicBezTo>
                      <a:pt x="664" y="700"/>
                      <a:pt x="817" y="538"/>
                      <a:pt x="817" y="351"/>
                    </a:cubicBezTo>
                    <a:cubicBezTo>
                      <a:pt x="817" y="139"/>
                      <a:pt x="646" y="0"/>
                      <a:pt x="4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4"/>
              <p:cNvSpPr/>
              <p:nvPr/>
            </p:nvSpPr>
            <p:spPr>
              <a:xfrm>
                <a:off x="2748364" y="1386751"/>
                <a:ext cx="37356" cy="32013"/>
              </a:xfrm>
              <a:custGeom>
                <a:rect b="b" l="l" r="r" t="t"/>
                <a:pathLst>
                  <a:path extrusionOk="0" h="701" w="818">
                    <a:moveTo>
                      <a:pt x="469" y="190"/>
                    </a:moveTo>
                    <a:cubicBezTo>
                      <a:pt x="562" y="190"/>
                      <a:pt x="630" y="258"/>
                      <a:pt x="630" y="351"/>
                    </a:cubicBezTo>
                    <a:cubicBezTo>
                      <a:pt x="630" y="450"/>
                      <a:pt x="547" y="517"/>
                      <a:pt x="462" y="517"/>
                    </a:cubicBezTo>
                    <a:cubicBezTo>
                      <a:pt x="422" y="517"/>
                      <a:pt x="382" y="503"/>
                      <a:pt x="350" y="470"/>
                    </a:cubicBezTo>
                    <a:cubicBezTo>
                      <a:pt x="247" y="360"/>
                      <a:pt x="324" y="190"/>
                      <a:pt x="469" y="190"/>
                    </a:cubicBezTo>
                    <a:close/>
                    <a:moveTo>
                      <a:pt x="468" y="0"/>
                    </a:moveTo>
                    <a:cubicBezTo>
                      <a:pt x="382" y="0"/>
                      <a:pt x="294" y="33"/>
                      <a:pt x="222" y="105"/>
                    </a:cubicBezTo>
                    <a:cubicBezTo>
                      <a:pt x="1" y="326"/>
                      <a:pt x="154" y="700"/>
                      <a:pt x="469" y="700"/>
                    </a:cubicBezTo>
                    <a:cubicBezTo>
                      <a:pt x="664" y="700"/>
                      <a:pt x="817" y="547"/>
                      <a:pt x="817" y="351"/>
                    </a:cubicBezTo>
                    <a:cubicBezTo>
                      <a:pt x="817" y="139"/>
                      <a:pt x="647" y="0"/>
                      <a:pt x="4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4"/>
              <p:cNvSpPr/>
              <p:nvPr/>
            </p:nvSpPr>
            <p:spPr>
              <a:xfrm>
                <a:off x="2036271" y="623829"/>
                <a:ext cx="737804" cy="767351"/>
              </a:xfrm>
              <a:custGeom>
                <a:rect b="b" l="l" r="r" t="t"/>
                <a:pathLst>
                  <a:path extrusionOk="0" h="16803" w="16156">
                    <a:moveTo>
                      <a:pt x="137" y="1"/>
                    </a:moveTo>
                    <a:lnTo>
                      <a:pt x="0" y="128"/>
                    </a:lnTo>
                    <a:lnTo>
                      <a:pt x="5173" y="5301"/>
                    </a:lnTo>
                    <a:lnTo>
                      <a:pt x="5198" y="5326"/>
                    </a:lnTo>
                    <a:lnTo>
                      <a:pt x="9035" y="5326"/>
                    </a:lnTo>
                    <a:lnTo>
                      <a:pt x="15968" y="12259"/>
                    </a:lnTo>
                    <a:lnTo>
                      <a:pt x="15968" y="16802"/>
                    </a:lnTo>
                    <a:lnTo>
                      <a:pt x="16155" y="16802"/>
                    </a:lnTo>
                    <a:lnTo>
                      <a:pt x="16155" y="12183"/>
                    </a:lnTo>
                    <a:lnTo>
                      <a:pt x="9137" y="5165"/>
                    </a:lnTo>
                    <a:lnTo>
                      <a:pt x="9111" y="5139"/>
                    </a:lnTo>
                    <a:lnTo>
                      <a:pt x="5275" y="5139"/>
                    </a:lnTo>
                    <a:lnTo>
                      <a:pt x="1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24"/>
              <p:cNvSpPr/>
              <p:nvPr/>
            </p:nvSpPr>
            <p:spPr>
              <a:xfrm>
                <a:off x="2506326" y="916786"/>
                <a:ext cx="196233" cy="195822"/>
              </a:xfrm>
              <a:custGeom>
                <a:rect b="b" l="l" r="r" t="t"/>
                <a:pathLst>
                  <a:path extrusionOk="0" h="4288" w="4297">
                    <a:moveTo>
                      <a:pt x="1" y="0"/>
                    </a:moveTo>
                    <a:lnTo>
                      <a:pt x="1" y="77"/>
                    </a:lnTo>
                    <a:lnTo>
                      <a:pt x="1898" y="77"/>
                    </a:lnTo>
                    <a:lnTo>
                      <a:pt x="4220" y="2399"/>
                    </a:lnTo>
                    <a:lnTo>
                      <a:pt x="4220" y="4288"/>
                    </a:lnTo>
                    <a:lnTo>
                      <a:pt x="4297" y="4288"/>
                    </a:lnTo>
                    <a:lnTo>
                      <a:pt x="4297" y="2374"/>
                    </a:lnTo>
                    <a:lnTo>
                      <a:pt x="19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7" name="Google Shape;767;p24"/>
            <p:cNvGrpSpPr/>
            <p:nvPr/>
          </p:nvGrpSpPr>
          <p:grpSpPr>
            <a:xfrm rot="-5400000">
              <a:off x="-1256153" y="3835717"/>
              <a:ext cx="3265346" cy="3441180"/>
              <a:chOff x="2011428" y="602777"/>
              <a:chExt cx="774292" cy="815987"/>
            </a:xfrm>
          </p:grpSpPr>
          <p:sp>
            <p:nvSpPr>
              <p:cNvPr id="768" name="Google Shape;768;p24"/>
              <p:cNvSpPr/>
              <p:nvPr/>
            </p:nvSpPr>
            <p:spPr>
              <a:xfrm>
                <a:off x="2751470" y="1215132"/>
                <a:ext cx="15618" cy="109191"/>
              </a:xfrm>
              <a:custGeom>
                <a:rect b="b" l="l" r="r" t="t"/>
                <a:pathLst>
                  <a:path extrusionOk="0" h="2391" w="342">
                    <a:moveTo>
                      <a:pt x="341" y="0"/>
                    </a:moveTo>
                    <a:lnTo>
                      <a:pt x="1" y="341"/>
                    </a:lnTo>
                    <a:lnTo>
                      <a:pt x="1" y="1191"/>
                    </a:lnTo>
                    <a:lnTo>
                      <a:pt x="1" y="2042"/>
                    </a:lnTo>
                    <a:lnTo>
                      <a:pt x="341" y="2391"/>
                    </a:lnTo>
                    <a:lnTo>
                      <a:pt x="341" y="1191"/>
                    </a:lnTo>
                    <a:lnTo>
                      <a:pt x="34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4"/>
              <p:cNvSpPr/>
              <p:nvPr/>
            </p:nvSpPr>
            <p:spPr>
              <a:xfrm>
                <a:off x="2157107" y="742702"/>
                <a:ext cx="76950" cy="76995"/>
              </a:xfrm>
              <a:custGeom>
                <a:rect b="b" l="l" r="r" t="t"/>
                <a:pathLst>
                  <a:path extrusionOk="0" h="1686" w="1685">
                    <a:moveTo>
                      <a:pt x="0" y="1"/>
                    </a:moveTo>
                    <a:lnTo>
                      <a:pt x="842" y="843"/>
                    </a:lnTo>
                    <a:lnTo>
                      <a:pt x="1685" y="1685"/>
                    </a:lnTo>
                    <a:lnTo>
                      <a:pt x="1685" y="1209"/>
                    </a:lnTo>
                    <a:lnTo>
                      <a:pt x="1081" y="605"/>
                    </a:lnTo>
                    <a:lnTo>
                      <a:pt x="47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24"/>
              <p:cNvSpPr/>
              <p:nvPr/>
            </p:nvSpPr>
            <p:spPr>
              <a:xfrm>
                <a:off x="2011428" y="602777"/>
                <a:ext cx="37310" cy="32013"/>
              </a:xfrm>
              <a:custGeom>
                <a:rect b="b" l="l" r="r" t="t"/>
                <a:pathLst>
                  <a:path extrusionOk="0" h="701" w="817">
                    <a:moveTo>
                      <a:pt x="468" y="181"/>
                    </a:moveTo>
                    <a:cubicBezTo>
                      <a:pt x="561" y="181"/>
                      <a:pt x="630" y="258"/>
                      <a:pt x="630" y="351"/>
                    </a:cubicBezTo>
                    <a:cubicBezTo>
                      <a:pt x="630" y="448"/>
                      <a:pt x="549" y="514"/>
                      <a:pt x="466" y="514"/>
                    </a:cubicBezTo>
                    <a:cubicBezTo>
                      <a:pt x="425" y="514"/>
                      <a:pt x="383" y="498"/>
                      <a:pt x="349" y="462"/>
                    </a:cubicBezTo>
                    <a:cubicBezTo>
                      <a:pt x="247" y="360"/>
                      <a:pt x="323" y="181"/>
                      <a:pt x="468" y="181"/>
                    </a:cubicBezTo>
                    <a:close/>
                    <a:moveTo>
                      <a:pt x="468" y="0"/>
                    </a:moveTo>
                    <a:cubicBezTo>
                      <a:pt x="381" y="0"/>
                      <a:pt x="293" y="33"/>
                      <a:pt x="221" y="105"/>
                    </a:cubicBezTo>
                    <a:cubicBezTo>
                      <a:pt x="0" y="317"/>
                      <a:pt x="153" y="700"/>
                      <a:pt x="468" y="700"/>
                    </a:cubicBezTo>
                    <a:cubicBezTo>
                      <a:pt x="664" y="700"/>
                      <a:pt x="817" y="538"/>
                      <a:pt x="817" y="351"/>
                    </a:cubicBezTo>
                    <a:cubicBezTo>
                      <a:pt x="817" y="139"/>
                      <a:pt x="646" y="0"/>
                      <a:pt x="4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4"/>
              <p:cNvSpPr/>
              <p:nvPr/>
            </p:nvSpPr>
            <p:spPr>
              <a:xfrm>
                <a:off x="2748364" y="1386751"/>
                <a:ext cx="37356" cy="32013"/>
              </a:xfrm>
              <a:custGeom>
                <a:rect b="b" l="l" r="r" t="t"/>
                <a:pathLst>
                  <a:path extrusionOk="0" h="701" w="818">
                    <a:moveTo>
                      <a:pt x="469" y="190"/>
                    </a:moveTo>
                    <a:cubicBezTo>
                      <a:pt x="562" y="190"/>
                      <a:pt x="630" y="258"/>
                      <a:pt x="630" y="351"/>
                    </a:cubicBezTo>
                    <a:cubicBezTo>
                      <a:pt x="630" y="450"/>
                      <a:pt x="547" y="517"/>
                      <a:pt x="462" y="517"/>
                    </a:cubicBezTo>
                    <a:cubicBezTo>
                      <a:pt x="422" y="517"/>
                      <a:pt x="382" y="503"/>
                      <a:pt x="350" y="470"/>
                    </a:cubicBezTo>
                    <a:cubicBezTo>
                      <a:pt x="247" y="360"/>
                      <a:pt x="324" y="190"/>
                      <a:pt x="469" y="190"/>
                    </a:cubicBezTo>
                    <a:close/>
                    <a:moveTo>
                      <a:pt x="468" y="0"/>
                    </a:moveTo>
                    <a:cubicBezTo>
                      <a:pt x="382" y="0"/>
                      <a:pt x="294" y="33"/>
                      <a:pt x="222" y="105"/>
                    </a:cubicBezTo>
                    <a:cubicBezTo>
                      <a:pt x="1" y="326"/>
                      <a:pt x="154" y="700"/>
                      <a:pt x="469" y="700"/>
                    </a:cubicBezTo>
                    <a:cubicBezTo>
                      <a:pt x="664" y="700"/>
                      <a:pt x="817" y="547"/>
                      <a:pt x="817" y="351"/>
                    </a:cubicBezTo>
                    <a:cubicBezTo>
                      <a:pt x="817" y="139"/>
                      <a:pt x="647" y="0"/>
                      <a:pt x="4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4"/>
              <p:cNvSpPr/>
              <p:nvPr/>
            </p:nvSpPr>
            <p:spPr>
              <a:xfrm>
                <a:off x="2036271" y="623829"/>
                <a:ext cx="737804" cy="767351"/>
              </a:xfrm>
              <a:custGeom>
                <a:rect b="b" l="l" r="r" t="t"/>
                <a:pathLst>
                  <a:path extrusionOk="0" h="16803" w="16156">
                    <a:moveTo>
                      <a:pt x="137" y="1"/>
                    </a:moveTo>
                    <a:lnTo>
                      <a:pt x="0" y="128"/>
                    </a:lnTo>
                    <a:lnTo>
                      <a:pt x="5173" y="5301"/>
                    </a:lnTo>
                    <a:lnTo>
                      <a:pt x="5198" y="5326"/>
                    </a:lnTo>
                    <a:lnTo>
                      <a:pt x="9035" y="5326"/>
                    </a:lnTo>
                    <a:lnTo>
                      <a:pt x="15968" y="12259"/>
                    </a:lnTo>
                    <a:lnTo>
                      <a:pt x="15968" y="16802"/>
                    </a:lnTo>
                    <a:lnTo>
                      <a:pt x="16155" y="16802"/>
                    </a:lnTo>
                    <a:lnTo>
                      <a:pt x="16155" y="12183"/>
                    </a:lnTo>
                    <a:lnTo>
                      <a:pt x="9137" y="5165"/>
                    </a:lnTo>
                    <a:lnTo>
                      <a:pt x="9111" y="5139"/>
                    </a:lnTo>
                    <a:lnTo>
                      <a:pt x="5275" y="5139"/>
                    </a:lnTo>
                    <a:lnTo>
                      <a:pt x="1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4"/>
              <p:cNvSpPr/>
              <p:nvPr/>
            </p:nvSpPr>
            <p:spPr>
              <a:xfrm>
                <a:off x="2506326" y="916786"/>
                <a:ext cx="196233" cy="195822"/>
              </a:xfrm>
              <a:custGeom>
                <a:rect b="b" l="l" r="r" t="t"/>
                <a:pathLst>
                  <a:path extrusionOk="0" h="4288" w="4297">
                    <a:moveTo>
                      <a:pt x="1" y="0"/>
                    </a:moveTo>
                    <a:lnTo>
                      <a:pt x="1" y="77"/>
                    </a:lnTo>
                    <a:lnTo>
                      <a:pt x="1898" y="77"/>
                    </a:lnTo>
                    <a:lnTo>
                      <a:pt x="4220" y="2399"/>
                    </a:lnTo>
                    <a:lnTo>
                      <a:pt x="4220" y="4288"/>
                    </a:lnTo>
                    <a:lnTo>
                      <a:pt x="4297" y="4288"/>
                    </a:lnTo>
                    <a:lnTo>
                      <a:pt x="4297" y="2374"/>
                    </a:lnTo>
                    <a:lnTo>
                      <a:pt x="19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74" name="Google Shape;774;p24"/>
          <p:cNvSpPr txBox="1"/>
          <p:nvPr>
            <p:ph type="title"/>
          </p:nvPr>
        </p:nvSpPr>
        <p:spPr>
          <a:xfrm>
            <a:off x="2646000" y="491162"/>
            <a:ext cx="3852000" cy="972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000"/>
              <a:buNone/>
              <a:defRPr sz="5000"/>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775" name="Google Shape;775;p24"/>
          <p:cNvSpPr txBox="1"/>
          <p:nvPr>
            <p:ph idx="1" type="subTitle"/>
          </p:nvPr>
        </p:nvSpPr>
        <p:spPr>
          <a:xfrm>
            <a:off x="2646000" y="1407566"/>
            <a:ext cx="3852000" cy="1017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776" name="Google Shape;776;p24"/>
          <p:cNvSpPr txBox="1"/>
          <p:nvPr/>
        </p:nvSpPr>
        <p:spPr>
          <a:xfrm>
            <a:off x="2779350" y="3548507"/>
            <a:ext cx="3585300" cy="659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300"/>
              </a:spcBef>
              <a:spcAft>
                <a:spcPts val="0"/>
              </a:spcAft>
              <a:buNone/>
            </a:pPr>
            <a:r>
              <a:rPr lang="en" sz="1200">
                <a:solidFill>
                  <a:schemeClr val="lt1"/>
                </a:solidFill>
                <a:latin typeface="Roboto"/>
                <a:ea typeface="Roboto"/>
                <a:cs typeface="Roboto"/>
                <a:sym typeface="Roboto"/>
              </a:rPr>
              <a:t>CREDITS: This presentation template was created by </a:t>
            </a:r>
            <a:r>
              <a:rPr b="1" lang="en" sz="1200">
                <a:solidFill>
                  <a:schemeClr val="lt1"/>
                </a:solidFill>
                <a:uFill>
                  <a:noFill/>
                </a:uFill>
                <a:latin typeface="Roboto"/>
                <a:ea typeface="Roboto"/>
                <a:cs typeface="Roboto"/>
                <a:sym typeface="Roboto"/>
                <a:hlinkClick r:id="rId2">
                  <a:extLst>
                    <a:ext uri="{A12FA001-AC4F-418D-AE19-62706E023703}">
                      <ahyp:hlinkClr val="tx"/>
                    </a:ext>
                  </a:extLst>
                </a:hlinkClick>
              </a:rPr>
              <a:t>Slidesgo</a:t>
            </a:r>
            <a:r>
              <a:rPr lang="en" sz="1200">
                <a:solidFill>
                  <a:schemeClr val="lt1"/>
                </a:solidFill>
                <a:latin typeface="Roboto"/>
                <a:ea typeface="Roboto"/>
                <a:cs typeface="Roboto"/>
                <a:sym typeface="Roboto"/>
              </a:rPr>
              <a:t>, including icons by </a:t>
            </a:r>
            <a:r>
              <a:rPr b="1" lang="en" sz="1200">
                <a:solidFill>
                  <a:schemeClr val="lt1"/>
                </a:solidFill>
                <a:uFill>
                  <a:noFill/>
                </a:uFill>
                <a:latin typeface="Roboto"/>
                <a:ea typeface="Roboto"/>
                <a:cs typeface="Roboto"/>
                <a:sym typeface="Roboto"/>
                <a:hlinkClick r:id="rId3">
                  <a:extLst>
                    <a:ext uri="{A12FA001-AC4F-418D-AE19-62706E023703}">
                      <ahyp:hlinkClr val="tx"/>
                    </a:ext>
                  </a:extLst>
                </a:hlinkClick>
              </a:rPr>
              <a:t>Flaticon</a:t>
            </a:r>
            <a:r>
              <a:rPr lang="en" sz="1200">
                <a:solidFill>
                  <a:schemeClr val="lt1"/>
                </a:solidFill>
                <a:latin typeface="Roboto"/>
                <a:ea typeface="Roboto"/>
                <a:cs typeface="Roboto"/>
                <a:sym typeface="Roboto"/>
              </a:rPr>
              <a:t>, and infographics &amp; images by </a:t>
            </a:r>
            <a:r>
              <a:rPr b="1" lang="en" sz="1200">
                <a:solidFill>
                  <a:schemeClr val="lt1"/>
                </a:solidFill>
                <a:uFill>
                  <a:noFill/>
                </a:uFill>
                <a:latin typeface="Roboto"/>
                <a:ea typeface="Roboto"/>
                <a:cs typeface="Roboto"/>
                <a:sym typeface="Roboto"/>
                <a:hlinkClick r:id="rId4">
                  <a:extLst>
                    <a:ext uri="{A12FA001-AC4F-418D-AE19-62706E023703}">
                      <ahyp:hlinkClr val="tx"/>
                    </a:ext>
                  </a:extLst>
                </a:hlinkClick>
              </a:rPr>
              <a:t>Freepik</a:t>
            </a:r>
            <a:endParaRPr b="1" sz="1200">
              <a:solidFill>
                <a:schemeClr val="lt1"/>
              </a:solidFill>
              <a:latin typeface="Roboto"/>
              <a:ea typeface="Roboto"/>
              <a:cs typeface="Roboto"/>
              <a:sym typeface="Robot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24">
    <p:spTree>
      <p:nvGrpSpPr>
        <p:cNvPr id="777" name="Shape 777"/>
        <p:cNvGrpSpPr/>
        <p:nvPr/>
      </p:nvGrpSpPr>
      <p:grpSpPr>
        <a:xfrm>
          <a:off x="0" y="0"/>
          <a:ext cx="0" cy="0"/>
          <a:chOff x="0" y="0"/>
          <a:chExt cx="0" cy="0"/>
        </a:xfrm>
      </p:grpSpPr>
      <p:grpSp>
        <p:nvGrpSpPr>
          <p:cNvPr id="778" name="Google Shape;778;p25"/>
          <p:cNvGrpSpPr/>
          <p:nvPr/>
        </p:nvGrpSpPr>
        <p:grpSpPr>
          <a:xfrm>
            <a:off x="-1296571" y="-620648"/>
            <a:ext cx="3482238" cy="4516379"/>
            <a:chOff x="-1296571" y="-620648"/>
            <a:chExt cx="3482238" cy="4516379"/>
          </a:xfrm>
        </p:grpSpPr>
        <p:sp>
          <p:nvSpPr>
            <p:cNvPr id="779" name="Google Shape;779;p25"/>
            <p:cNvSpPr/>
            <p:nvPr/>
          </p:nvSpPr>
          <p:spPr>
            <a:xfrm>
              <a:off x="-1296571" y="0"/>
              <a:ext cx="3031826" cy="2004580"/>
            </a:xfrm>
            <a:custGeom>
              <a:rect b="b" l="l" r="r" t="t"/>
              <a:pathLst>
                <a:path extrusionOk="0" h="15904" w="24054">
                  <a:moveTo>
                    <a:pt x="17228" y="0"/>
                  </a:moveTo>
                  <a:lnTo>
                    <a:pt x="9955" y="7274"/>
                  </a:lnTo>
                  <a:lnTo>
                    <a:pt x="6725" y="7274"/>
                  </a:lnTo>
                  <a:lnTo>
                    <a:pt x="2610" y="11384"/>
                  </a:lnTo>
                  <a:lnTo>
                    <a:pt x="2610" y="13298"/>
                  </a:lnTo>
                  <a:lnTo>
                    <a:pt x="0" y="15904"/>
                  </a:lnTo>
                  <a:lnTo>
                    <a:pt x="7093" y="15904"/>
                  </a:lnTo>
                  <a:lnTo>
                    <a:pt x="12993" y="10003"/>
                  </a:lnTo>
                  <a:lnTo>
                    <a:pt x="15207" y="10003"/>
                  </a:lnTo>
                  <a:lnTo>
                    <a:pt x="19494" y="5716"/>
                  </a:lnTo>
                  <a:lnTo>
                    <a:pt x="19494" y="4560"/>
                  </a:lnTo>
                  <a:lnTo>
                    <a:pt x="2405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0" name="Google Shape;780;p25"/>
            <p:cNvGrpSpPr/>
            <p:nvPr/>
          </p:nvGrpSpPr>
          <p:grpSpPr>
            <a:xfrm>
              <a:off x="-941814" y="-620648"/>
              <a:ext cx="3127481" cy="4516379"/>
              <a:chOff x="278245" y="-184325"/>
              <a:chExt cx="2358228" cy="3405504"/>
            </a:xfrm>
          </p:grpSpPr>
          <p:grpSp>
            <p:nvGrpSpPr>
              <p:cNvPr id="781" name="Google Shape;781;p25"/>
              <p:cNvGrpSpPr/>
              <p:nvPr/>
            </p:nvGrpSpPr>
            <p:grpSpPr>
              <a:xfrm>
                <a:off x="278245" y="-184325"/>
                <a:ext cx="2358228" cy="3336759"/>
                <a:chOff x="1181475" y="2041825"/>
                <a:chExt cx="620325" cy="877725"/>
              </a:xfrm>
            </p:grpSpPr>
            <p:sp>
              <p:nvSpPr>
                <p:cNvPr id="782" name="Google Shape;782;p25"/>
                <p:cNvSpPr/>
                <p:nvPr/>
              </p:nvSpPr>
              <p:spPr>
                <a:xfrm>
                  <a:off x="1185375" y="2377350"/>
                  <a:ext cx="119525" cy="119500"/>
                </a:xfrm>
                <a:custGeom>
                  <a:rect b="b" l="l" r="r" t="t"/>
                  <a:pathLst>
                    <a:path extrusionOk="0" h="4780" w="4781">
                      <a:moveTo>
                        <a:pt x="4780" y="0"/>
                      </a:moveTo>
                      <a:lnTo>
                        <a:pt x="2390" y="2390"/>
                      </a:lnTo>
                      <a:lnTo>
                        <a:pt x="1" y="4780"/>
                      </a:lnTo>
                      <a:lnTo>
                        <a:pt x="1362" y="4780"/>
                      </a:lnTo>
                      <a:lnTo>
                        <a:pt x="3071" y="3071"/>
                      </a:lnTo>
                      <a:lnTo>
                        <a:pt x="4780" y="1361"/>
                      </a:lnTo>
                      <a:lnTo>
                        <a:pt x="478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5"/>
                <p:cNvSpPr/>
                <p:nvPr/>
              </p:nvSpPr>
              <p:spPr>
                <a:xfrm>
                  <a:off x="1767500" y="2041825"/>
                  <a:ext cx="34300" cy="29425"/>
                </a:xfrm>
                <a:custGeom>
                  <a:rect b="b" l="l" r="r" t="t"/>
                  <a:pathLst>
                    <a:path extrusionOk="0" h="1177" w="1372">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25"/>
                <p:cNvSpPr/>
                <p:nvPr/>
              </p:nvSpPr>
              <p:spPr>
                <a:xfrm>
                  <a:off x="1181475" y="2060725"/>
                  <a:ext cx="600250" cy="858825"/>
                </a:xfrm>
                <a:custGeom>
                  <a:rect b="b" l="l" r="r" t="t"/>
                  <a:pathLst>
                    <a:path extrusionOk="0" h="34353" w="24010">
                      <a:moveTo>
                        <a:pt x="23789" y="1"/>
                      </a:moveTo>
                      <a:lnTo>
                        <a:pt x="15584" y="8210"/>
                      </a:lnTo>
                      <a:lnTo>
                        <a:pt x="9043" y="8210"/>
                      </a:lnTo>
                      <a:lnTo>
                        <a:pt x="8995" y="8254"/>
                      </a:lnTo>
                      <a:lnTo>
                        <a:pt x="1" y="17249"/>
                      </a:lnTo>
                      <a:lnTo>
                        <a:pt x="1" y="20091"/>
                      </a:lnTo>
                      <a:lnTo>
                        <a:pt x="5493" y="25583"/>
                      </a:lnTo>
                      <a:lnTo>
                        <a:pt x="5493" y="30098"/>
                      </a:lnTo>
                      <a:lnTo>
                        <a:pt x="1458" y="34137"/>
                      </a:lnTo>
                      <a:lnTo>
                        <a:pt x="1678" y="34353"/>
                      </a:lnTo>
                      <a:lnTo>
                        <a:pt x="5805" y="30226"/>
                      </a:lnTo>
                      <a:lnTo>
                        <a:pt x="5805" y="25454"/>
                      </a:lnTo>
                      <a:lnTo>
                        <a:pt x="313" y="19963"/>
                      </a:lnTo>
                      <a:lnTo>
                        <a:pt x="313" y="17377"/>
                      </a:lnTo>
                      <a:lnTo>
                        <a:pt x="9171" y="8519"/>
                      </a:lnTo>
                      <a:lnTo>
                        <a:pt x="15712" y="8519"/>
                      </a:lnTo>
                      <a:lnTo>
                        <a:pt x="15756" y="8475"/>
                      </a:lnTo>
                      <a:lnTo>
                        <a:pt x="24010" y="221"/>
                      </a:lnTo>
                      <a:lnTo>
                        <a:pt x="2378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5"/>
                <p:cNvSpPr/>
                <p:nvPr/>
              </p:nvSpPr>
              <p:spPr>
                <a:xfrm>
                  <a:off x="1260925" y="2268575"/>
                  <a:ext cx="243200" cy="370575"/>
                </a:xfrm>
                <a:custGeom>
                  <a:rect b="b" l="l" r="r" t="t"/>
                  <a:pathLst>
                    <a:path extrusionOk="0" h="14823" w="9728">
                      <a:moveTo>
                        <a:pt x="9640" y="0"/>
                      </a:moveTo>
                      <a:lnTo>
                        <a:pt x="4148" y="5492"/>
                      </a:lnTo>
                      <a:lnTo>
                        <a:pt x="4148" y="10588"/>
                      </a:lnTo>
                      <a:lnTo>
                        <a:pt x="1" y="14735"/>
                      </a:lnTo>
                      <a:lnTo>
                        <a:pt x="89" y="14823"/>
                      </a:lnTo>
                      <a:lnTo>
                        <a:pt x="4272" y="10640"/>
                      </a:lnTo>
                      <a:lnTo>
                        <a:pt x="4272" y="5544"/>
                      </a:lnTo>
                      <a:lnTo>
                        <a:pt x="9728" y="88"/>
                      </a:lnTo>
                      <a:lnTo>
                        <a:pt x="964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5"/>
                <p:cNvSpPr/>
                <p:nvPr/>
              </p:nvSpPr>
              <p:spPr>
                <a:xfrm>
                  <a:off x="1194400" y="2571875"/>
                  <a:ext cx="129400" cy="204375"/>
                </a:xfrm>
                <a:custGeom>
                  <a:rect b="b" l="l" r="r" t="t"/>
                  <a:pathLst>
                    <a:path extrusionOk="0" h="8175" w="5176">
                      <a:moveTo>
                        <a:pt x="0" y="1"/>
                      </a:moveTo>
                      <a:lnTo>
                        <a:pt x="0" y="3087"/>
                      </a:lnTo>
                      <a:lnTo>
                        <a:pt x="5088" y="8175"/>
                      </a:lnTo>
                      <a:lnTo>
                        <a:pt x="5176" y="8087"/>
                      </a:lnTo>
                      <a:lnTo>
                        <a:pt x="124" y="3035"/>
                      </a:lnTo>
                      <a:lnTo>
                        <a:pt x="1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7" name="Google Shape;787;p25"/>
              <p:cNvSpPr/>
              <p:nvPr/>
            </p:nvSpPr>
            <p:spPr>
              <a:xfrm>
                <a:off x="336260" y="3109317"/>
                <a:ext cx="130395" cy="111862"/>
              </a:xfrm>
              <a:custGeom>
                <a:rect b="b" l="l" r="r" t="t"/>
                <a:pathLst>
                  <a:path extrusionOk="0" h="1177" w="1372">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88" name="Google Shape;788;p25"/>
          <p:cNvGrpSpPr/>
          <p:nvPr/>
        </p:nvGrpSpPr>
        <p:grpSpPr>
          <a:xfrm>
            <a:off x="5245253" y="-441860"/>
            <a:ext cx="6654696" cy="9380356"/>
            <a:chOff x="5245253" y="-441860"/>
            <a:chExt cx="6654696" cy="9380356"/>
          </a:xfrm>
        </p:grpSpPr>
        <p:sp>
          <p:nvSpPr>
            <p:cNvPr id="789" name="Google Shape;789;p25"/>
            <p:cNvSpPr/>
            <p:nvPr/>
          </p:nvSpPr>
          <p:spPr>
            <a:xfrm flipH="1" rot="10800000">
              <a:off x="5245253" y="1301790"/>
              <a:ext cx="6654696" cy="7636707"/>
            </a:xfrm>
            <a:custGeom>
              <a:rect b="b" l="l" r="r" t="t"/>
              <a:pathLst>
                <a:path extrusionOk="0" h="82432" w="71832">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0" name="Google Shape;790;p25"/>
            <p:cNvGrpSpPr/>
            <p:nvPr/>
          </p:nvGrpSpPr>
          <p:grpSpPr>
            <a:xfrm flipH="1">
              <a:off x="8418770" y="-441860"/>
              <a:ext cx="2708843" cy="3931638"/>
              <a:chOff x="6769513" y="299393"/>
              <a:chExt cx="1308620" cy="1899525"/>
            </a:xfrm>
          </p:grpSpPr>
          <p:sp>
            <p:nvSpPr>
              <p:cNvPr id="791" name="Google Shape;791;p25"/>
              <p:cNvSpPr/>
              <p:nvPr/>
            </p:nvSpPr>
            <p:spPr>
              <a:xfrm>
                <a:off x="7817889" y="1007055"/>
                <a:ext cx="252070" cy="252070"/>
              </a:xfrm>
              <a:custGeom>
                <a:rect b="b" l="l" r="r" t="t"/>
                <a:pathLst>
                  <a:path extrusionOk="0" h="4564" w="4564">
                    <a:moveTo>
                      <a:pt x="0" y="1"/>
                    </a:moveTo>
                    <a:lnTo>
                      <a:pt x="0" y="1302"/>
                    </a:lnTo>
                    <a:lnTo>
                      <a:pt x="1629" y="2931"/>
                    </a:lnTo>
                    <a:lnTo>
                      <a:pt x="3263" y="4564"/>
                    </a:lnTo>
                    <a:lnTo>
                      <a:pt x="4563" y="4564"/>
                    </a:lnTo>
                    <a:lnTo>
                      <a:pt x="2282" y="2282"/>
                    </a:ln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25"/>
              <p:cNvSpPr/>
              <p:nvPr/>
            </p:nvSpPr>
            <p:spPr>
              <a:xfrm>
                <a:off x="7983027" y="2137006"/>
                <a:ext cx="72351" cy="61913"/>
              </a:xfrm>
              <a:custGeom>
                <a:rect b="b" l="l" r="r" t="t"/>
                <a:pathLst>
                  <a:path extrusionOk="0" h="1121" w="131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25"/>
              <p:cNvSpPr/>
              <p:nvPr/>
            </p:nvSpPr>
            <p:spPr>
              <a:xfrm>
                <a:off x="6769513" y="299393"/>
                <a:ext cx="61968" cy="61747"/>
              </a:xfrm>
              <a:custGeom>
                <a:rect b="b" l="l" r="r" t="t"/>
                <a:pathLst>
                  <a:path extrusionOk="0" h="1118" w="1122">
                    <a:moveTo>
                      <a:pt x="561" y="293"/>
                    </a:moveTo>
                    <a:cubicBezTo>
                      <a:pt x="705" y="293"/>
                      <a:pt x="825" y="413"/>
                      <a:pt x="825" y="557"/>
                    </a:cubicBezTo>
                    <a:cubicBezTo>
                      <a:pt x="825" y="705"/>
                      <a:pt x="705" y="821"/>
                      <a:pt x="561" y="821"/>
                    </a:cubicBezTo>
                    <a:cubicBezTo>
                      <a:pt x="417" y="821"/>
                      <a:pt x="297" y="705"/>
                      <a:pt x="297" y="557"/>
                    </a:cubicBezTo>
                    <a:cubicBezTo>
                      <a:pt x="297" y="413"/>
                      <a:pt x="417" y="293"/>
                      <a:pt x="561" y="293"/>
                    </a:cubicBezTo>
                    <a:close/>
                    <a:moveTo>
                      <a:pt x="554" y="1"/>
                    </a:moveTo>
                    <a:cubicBezTo>
                      <a:pt x="249" y="1"/>
                      <a:pt x="1" y="251"/>
                      <a:pt x="1" y="557"/>
                    </a:cubicBezTo>
                    <a:cubicBezTo>
                      <a:pt x="1" y="865"/>
                      <a:pt x="253" y="1117"/>
                      <a:pt x="561" y="1117"/>
                    </a:cubicBezTo>
                    <a:cubicBezTo>
                      <a:pt x="869" y="1117"/>
                      <a:pt x="1122" y="865"/>
                      <a:pt x="1122" y="557"/>
                    </a:cubicBezTo>
                    <a:cubicBezTo>
                      <a:pt x="1122" y="249"/>
                      <a:pt x="869" y="1"/>
                      <a:pt x="561" y="1"/>
                    </a:cubicBezTo>
                    <a:cubicBezTo>
                      <a:pt x="559" y="1"/>
                      <a:pt x="556" y="1"/>
                      <a:pt x="5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25"/>
              <p:cNvSpPr/>
              <p:nvPr/>
            </p:nvSpPr>
            <p:spPr>
              <a:xfrm>
                <a:off x="6811985" y="339214"/>
                <a:ext cx="1266148" cy="1811765"/>
              </a:xfrm>
              <a:custGeom>
                <a:rect b="b" l="l" r="r" t="t"/>
                <a:pathLst>
                  <a:path extrusionOk="0" h="32804" w="22925">
                    <a:moveTo>
                      <a:pt x="208" y="0"/>
                    </a:moveTo>
                    <a:lnTo>
                      <a:pt x="0" y="208"/>
                    </a:lnTo>
                    <a:lnTo>
                      <a:pt x="7878" y="8090"/>
                    </a:lnTo>
                    <a:lnTo>
                      <a:pt x="7922" y="8134"/>
                    </a:lnTo>
                    <a:lnTo>
                      <a:pt x="14170" y="8134"/>
                    </a:lnTo>
                    <a:lnTo>
                      <a:pt x="22628" y="16592"/>
                    </a:lnTo>
                    <a:lnTo>
                      <a:pt x="22628" y="19058"/>
                    </a:lnTo>
                    <a:lnTo>
                      <a:pt x="17385" y="24301"/>
                    </a:lnTo>
                    <a:lnTo>
                      <a:pt x="17385" y="28860"/>
                    </a:lnTo>
                    <a:lnTo>
                      <a:pt x="21323" y="32803"/>
                    </a:lnTo>
                    <a:lnTo>
                      <a:pt x="21532" y="32595"/>
                    </a:lnTo>
                    <a:lnTo>
                      <a:pt x="17681" y="28740"/>
                    </a:lnTo>
                    <a:lnTo>
                      <a:pt x="17681" y="24425"/>
                    </a:lnTo>
                    <a:lnTo>
                      <a:pt x="22925" y="19182"/>
                    </a:lnTo>
                    <a:lnTo>
                      <a:pt x="22925" y="16468"/>
                    </a:lnTo>
                    <a:lnTo>
                      <a:pt x="14334" y="7878"/>
                    </a:lnTo>
                    <a:lnTo>
                      <a:pt x="14290" y="7838"/>
                    </a:lnTo>
                    <a:lnTo>
                      <a:pt x="8046" y="7838"/>
                    </a:lnTo>
                    <a:lnTo>
                      <a:pt x="2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5"/>
              <p:cNvSpPr/>
              <p:nvPr/>
            </p:nvSpPr>
            <p:spPr>
              <a:xfrm>
                <a:off x="7397589" y="777575"/>
                <a:ext cx="512976" cy="781781"/>
              </a:xfrm>
              <a:custGeom>
                <a:rect b="b" l="l" r="r" t="t"/>
                <a:pathLst>
                  <a:path extrusionOk="0" h="14155" w="9288">
                    <a:moveTo>
                      <a:pt x="81" y="1"/>
                    </a:moveTo>
                    <a:lnTo>
                      <a:pt x="1" y="85"/>
                    </a:lnTo>
                    <a:lnTo>
                      <a:pt x="5209" y="5292"/>
                    </a:lnTo>
                    <a:lnTo>
                      <a:pt x="5209" y="10160"/>
                    </a:lnTo>
                    <a:lnTo>
                      <a:pt x="9203" y="14155"/>
                    </a:lnTo>
                    <a:lnTo>
                      <a:pt x="9287" y="14071"/>
                    </a:lnTo>
                    <a:lnTo>
                      <a:pt x="5325" y="10108"/>
                    </a:lnTo>
                    <a:lnTo>
                      <a:pt x="5325" y="5244"/>
                    </a:lnTo>
                    <a:lnTo>
                      <a:pt x="8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25"/>
              <p:cNvSpPr/>
              <p:nvPr/>
            </p:nvSpPr>
            <p:spPr>
              <a:xfrm>
                <a:off x="7777847" y="1417359"/>
                <a:ext cx="273112" cy="431181"/>
              </a:xfrm>
              <a:custGeom>
                <a:rect b="b" l="l" r="r" t="t"/>
                <a:pathLst>
                  <a:path extrusionOk="0" h="7807" w="4945">
                    <a:moveTo>
                      <a:pt x="4824" y="1"/>
                    </a:moveTo>
                    <a:lnTo>
                      <a:pt x="4824" y="2899"/>
                    </a:lnTo>
                    <a:lnTo>
                      <a:pt x="1" y="7722"/>
                    </a:lnTo>
                    <a:lnTo>
                      <a:pt x="85" y="7806"/>
                    </a:lnTo>
                    <a:lnTo>
                      <a:pt x="4944" y="2951"/>
                    </a:lnTo>
                    <a:lnTo>
                      <a:pt x="494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7" name="Google Shape;797;p25"/>
            <p:cNvSpPr/>
            <p:nvPr/>
          </p:nvSpPr>
          <p:spPr>
            <a:xfrm flipH="1" rot="10800000">
              <a:off x="8322117" y="3604890"/>
              <a:ext cx="1464987" cy="2586938"/>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5"/>
            <p:cNvSpPr/>
            <p:nvPr/>
          </p:nvSpPr>
          <p:spPr>
            <a:xfrm flipH="1" rot="10800000">
              <a:off x="8796218" y="3575323"/>
              <a:ext cx="727762" cy="727762"/>
            </a:xfrm>
            <a:custGeom>
              <a:rect b="b" l="l" r="r" t="t"/>
              <a:pathLst>
                <a:path extrusionOk="0" fill="none" h="9936" w="9936">
                  <a:moveTo>
                    <a:pt x="8170" y="1770"/>
                  </a:moveTo>
                  <a:cubicBezTo>
                    <a:pt x="9936" y="3535"/>
                    <a:pt x="9936" y="6401"/>
                    <a:pt x="8170" y="8170"/>
                  </a:cubicBezTo>
                  <a:cubicBezTo>
                    <a:pt x="6401" y="9935"/>
                    <a:pt x="3535" y="9935"/>
                    <a:pt x="1770" y="8170"/>
                  </a:cubicBezTo>
                  <a:cubicBezTo>
                    <a:pt x="1" y="6401"/>
                    <a:pt x="1" y="3535"/>
                    <a:pt x="1770" y="1770"/>
                  </a:cubicBezTo>
                  <a:cubicBezTo>
                    <a:pt x="3535" y="0"/>
                    <a:pt x="6401" y="0"/>
                    <a:pt x="8170" y="1770"/>
                  </a:cubicBezTo>
                  <a:close/>
                </a:path>
              </a:pathLst>
            </a:custGeom>
            <a:noFill/>
            <a:ln cap="flat" cmpd="sng" w="19050">
              <a:solidFill>
                <a:schemeClr val="accent3"/>
              </a:solidFill>
              <a:prstDash val="solid"/>
              <a:miter lim="400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25">
    <p:spTree>
      <p:nvGrpSpPr>
        <p:cNvPr id="799" name="Shape 799"/>
        <p:cNvGrpSpPr/>
        <p:nvPr/>
      </p:nvGrpSpPr>
      <p:grpSpPr>
        <a:xfrm>
          <a:off x="0" y="0"/>
          <a:ext cx="0" cy="0"/>
          <a:chOff x="0" y="0"/>
          <a:chExt cx="0" cy="0"/>
        </a:xfrm>
      </p:grpSpPr>
      <p:grpSp>
        <p:nvGrpSpPr>
          <p:cNvPr id="800" name="Google Shape;800;p26"/>
          <p:cNvGrpSpPr/>
          <p:nvPr/>
        </p:nvGrpSpPr>
        <p:grpSpPr>
          <a:xfrm flipH="1" rot="10800000">
            <a:off x="8002875" y="-893617"/>
            <a:ext cx="1599393" cy="2188720"/>
            <a:chOff x="8051125" y="4018221"/>
            <a:chExt cx="1599393" cy="2188720"/>
          </a:xfrm>
        </p:grpSpPr>
        <p:sp>
          <p:nvSpPr>
            <p:cNvPr id="801" name="Google Shape;801;p26"/>
            <p:cNvSpPr/>
            <p:nvPr/>
          </p:nvSpPr>
          <p:spPr>
            <a:xfrm>
              <a:off x="8051125" y="4157250"/>
              <a:ext cx="1311339" cy="1311189"/>
            </a:xfrm>
            <a:custGeom>
              <a:rect b="b" l="l" r="r" t="t"/>
              <a:pathLst>
                <a:path extrusionOk="0" h="8762" w="8763">
                  <a:moveTo>
                    <a:pt x="8762" y="1"/>
                  </a:moveTo>
                  <a:lnTo>
                    <a:pt x="4382" y="4381"/>
                  </a:lnTo>
                  <a:lnTo>
                    <a:pt x="1" y="8762"/>
                  </a:lnTo>
                  <a:lnTo>
                    <a:pt x="2496" y="8762"/>
                  </a:lnTo>
                  <a:lnTo>
                    <a:pt x="5602" y="5657"/>
                  </a:lnTo>
                  <a:lnTo>
                    <a:pt x="8762" y="2496"/>
                  </a:lnTo>
                  <a:lnTo>
                    <a:pt x="876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2" name="Google Shape;802;p26"/>
            <p:cNvGrpSpPr/>
            <p:nvPr/>
          </p:nvGrpSpPr>
          <p:grpSpPr>
            <a:xfrm>
              <a:off x="8421632" y="4018221"/>
              <a:ext cx="1228886" cy="2188720"/>
              <a:chOff x="8389396" y="1055350"/>
              <a:chExt cx="1228886" cy="2188720"/>
            </a:xfrm>
          </p:grpSpPr>
          <p:sp>
            <p:nvSpPr>
              <p:cNvPr id="803" name="Google Shape;803;p26"/>
              <p:cNvSpPr/>
              <p:nvPr/>
            </p:nvSpPr>
            <p:spPr>
              <a:xfrm>
                <a:off x="8421616" y="1130946"/>
                <a:ext cx="1196665" cy="2113124"/>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6"/>
              <p:cNvSpPr/>
              <p:nvPr/>
            </p:nvSpPr>
            <p:spPr>
              <a:xfrm>
                <a:off x="8389396" y="1055350"/>
                <a:ext cx="95651" cy="95575"/>
              </a:xfrm>
              <a:custGeom>
                <a:rect b="b" l="l" r="r" t="t"/>
                <a:pathLst>
                  <a:path extrusionOk="0" h="1373" w="1374">
                    <a:moveTo>
                      <a:pt x="689" y="364"/>
                    </a:moveTo>
                    <a:cubicBezTo>
                      <a:pt x="866" y="364"/>
                      <a:pt x="1010" y="508"/>
                      <a:pt x="1014" y="684"/>
                    </a:cubicBezTo>
                    <a:cubicBezTo>
                      <a:pt x="1014" y="865"/>
                      <a:pt x="866" y="1009"/>
                      <a:pt x="689" y="1009"/>
                    </a:cubicBezTo>
                    <a:cubicBezTo>
                      <a:pt x="509" y="1009"/>
                      <a:pt x="365" y="865"/>
                      <a:pt x="365" y="684"/>
                    </a:cubicBezTo>
                    <a:cubicBezTo>
                      <a:pt x="365" y="508"/>
                      <a:pt x="509" y="364"/>
                      <a:pt x="689" y="364"/>
                    </a:cubicBezTo>
                    <a:close/>
                    <a:moveTo>
                      <a:pt x="689" y="0"/>
                    </a:moveTo>
                    <a:cubicBezTo>
                      <a:pt x="309" y="0"/>
                      <a:pt x="1" y="308"/>
                      <a:pt x="1" y="684"/>
                    </a:cubicBezTo>
                    <a:cubicBezTo>
                      <a:pt x="1" y="1065"/>
                      <a:pt x="309" y="1373"/>
                      <a:pt x="689" y="1373"/>
                    </a:cubicBezTo>
                    <a:cubicBezTo>
                      <a:pt x="1066" y="1373"/>
                      <a:pt x="1374" y="1065"/>
                      <a:pt x="1374" y="684"/>
                    </a:cubicBezTo>
                    <a:cubicBezTo>
                      <a:pt x="1374" y="308"/>
                      <a:pt x="1066" y="0"/>
                      <a:pt x="6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05" name="Google Shape;805;p26"/>
          <p:cNvGrpSpPr/>
          <p:nvPr/>
        </p:nvGrpSpPr>
        <p:grpSpPr>
          <a:xfrm>
            <a:off x="-2361718" y="1128115"/>
            <a:ext cx="6322114" cy="7255046"/>
            <a:chOff x="-2361718" y="747115"/>
            <a:chExt cx="6322114" cy="7255046"/>
          </a:xfrm>
        </p:grpSpPr>
        <p:grpSp>
          <p:nvGrpSpPr>
            <p:cNvPr id="806" name="Google Shape;806;p26"/>
            <p:cNvGrpSpPr/>
            <p:nvPr/>
          </p:nvGrpSpPr>
          <p:grpSpPr>
            <a:xfrm rot="10800000">
              <a:off x="-2361718" y="747115"/>
              <a:ext cx="6322114" cy="7255046"/>
              <a:chOff x="-2504900" y="1005827"/>
              <a:chExt cx="6322114" cy="7255046"/>
            </a:xfrm>
          </p:grpSpPr>
          <p:sp>
            <p:nvSpPr>
              <p:cNvPr id="807" name="Google Shape;807;p26"/>
              <p:cNvSpPr/>
              <p:nvPr/>
            </p:nvSpPr>
            <p:spPr>
              <a:xfrm>
                <a:off x="-2504900" y="1005827"/>
                <a:ext cx="6322114" cy="7255046"/>
              </a:xfrm>
              <a:custGeom>
                <a:rect b="b" l="l" r="r" t="t"/>
                <a:pathLst>
                  <a:path extrusionOk="0" h="82432" w="71832">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6"/>
              <p:cNvSpPr/>
              <p:nvPr/>
            </p:nvSpPr>
            <p:spPr>
              <a:xfrm>
                <a:off x="498666" y="3857823"/>
                <a:ext cx="1196665" cy="2113124"/>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9" name="Google Shape;809;p26"/>
            <p:cNvGrpSpPr/>
            <p:nvPr/>
          </p:nvGrpSpPr>
          <p:grpSpPr>
            <a:xfrm flipH="1" rot="-5400000">
              <a:off x="413271" y="3223016"/>
              <a:ext cx="618213" cy="306426"/>
              <a:chOff x="5989375" y="1843575"/>
              <a:chExt cx="136525" cy="67675"/>
            </a:xfrm>
          </p:grpSpPr>
          <p:sp>
            <p:nvSpPr>
              <p:cNvPr id="810" name="Google Shape;810;p26"/>
              <p:cNvSpPr/>
              <p:nvPr/>
            </p:nvSpPr>
            <p:spPr>
              <a:xfrm>
                <a:off x="6047225" y="1843575"/>
                <a:ext cx="20525" cy="20550"/>
              </a:xfrm>
              <a:custGeom>
                <a:rect b="b" l="l" r="r" t="t"/>
                <a:pathLst>
                  <a:path extrusionOk="0" h="822" w="821">
                    <a:moveTo>
                      <a:pt x="709" y="0"/>
                    </a:moveTo>
                    <a:lnTo>
                      <a:pt x="0" y="709"/>
                    </a:lnTo>
                    <a:lnTo>
                      <a:pt x="112" y="821"/>
                    </a:lnTo>
                    <a:lnTo>
                      <a:pt x="821" y="113"/>
                    </a:lnTo>
                    <a:lnTo>
                      <a:pt x="70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6"/>
              <p:cNvSpPr/>
              <p:nvPr/>
            </p:nvSpPr>
            <p:spPr>
              <a:xfrm>
                <a:off x="6047225" y="1843575"/>
                <a:ext cx="20525" cy="20550"/>
              </a:xfrm>
              <a:custGeom>
                <a:rect b="b" l="l" r="r" t="t"/>
                <a:pathLst>
                  <a:path extrusionOk="0" h="822" w="821">
                    <a:moveTo>
                      <a:pt x="112" y="0"/>
                    </a:moveTo>
                    <a:lnTo>
                      <a:pt x="0" y="113"/>
                    </a:lnTo>
                    <a:lnTo>
                      <a:pt x="709" y="821"/>
                    </a:lnTo>
                    <a:lnTo>
                      <a:pt x="821" y="709"/>
                    </a:lnTo>
                    <a:lnTo>
                      <a:pt x="11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6"/>
              <p:cNvSpPr/>
              <p:nvPr/>
            </p:nvSpPr>
            <p:spPr>
              <a:xfrm>
                <a:off x="5989475" y="1843675"/>
                <a:ext cx="20650" cy="20550"/>
              </a:xfrm>
              <a:custGeom>
                <a:rect b="b" l="l" r="r" t="t"/>
                <a:pathLst>
                  <a:path extrusionOk="0" h="822" w="826">
                    <a:moveTo>
                      <a:pt x="713" y="0"/>
                    </a:moveTo>
                    <a:lnTo>
                      <a:pt x="1" y="709"/>
                    </a:lnTo>
                    <a:lnTo>
                      <a:pt x="113" y="821"/>
                    </a:lnTo>
                    <a:lnTo>
                      <a:pt x="825" y="113"/>
                    </a:lnTo>
                    <a:lnTo>
                      <a:pt x="71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6"/>
              <p:cNvSpPr/>
              <p:nvPr/>
            </p:nvSpPr>
            <p:spPr>
              <a:xfrm>
                <a:off x="5989375" y="1843575"/>
                <a:ext cx="20650" cy="20550"/>
              </a:xfrm>
              <a:custGeom>
                <a:rect b="b" l="l" r="r" t="t"/>
                <a:pathLst>
                  <a:path extrusionOk="0" h="822" w="826">
                    <a:moveTo>
                      <a:pt x="117" y="0"/>
                    </a:moveTo>
                    <a:lnTo>
                      <a:pt x="1" y="113"/>
                    </a:lnTo>
                    <a:lnTo>
                      <a:pt x="713" y="821"/>
                    </a:lnTo>
                    <a:lnTo>
                      <a:pt x="825" y="709"/>
                    </a:lnTo>
                    <a:lnTo>
                      <a:pt x="1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26"/>
              <p:cNvSpPr/>
              <p:nvPr/>
            </p:nvSpPr>
            <p:spPr>
              <a:xfrm>
                <a:off x="6105350" y="1890600"/>
                <a:ext cx="20550" cy="20650"/>
              </a:xfrm>
              <a:custGeom>
                <a:rect b="b" l="l" r="r" t="t"/>
                <a:pathLst>
                  <a:path extrusionOk="0" h="826" w="822">
                    <a:moveTo>
                      <a:pt x="709" y="1"/>
                    </a:moveTo>
                    <a:lnTo>
                      <a:pt x="1" y="713"/>
                    </a:lnTo>
                    <a:lnTo>
                      <a:pt x="113" y="825"/>
                    </a:lnTo>
                    <a:lnTo>
                      <a:pt x="821" y="113"/>
                    </a:lnTo>
                    <a:lnTo>
                      <a:pt x="70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26"/>
              <p:cNvSpPr/>
              <p:nvPr/>
            </p:nvSpPr>
            <p:spPr>
              <a:xfrm>
                <a:off x="6105350" y="1890600"/>
                <a:ext cx="20550" cy="20650"/>
              </a:xfrm>
              <a:custGeom>
                <a:rect b="b" l="l" r="r" t="t"/>
                <a:pathLst>
                  <a:path extrusionOk="0" h="826" w="822">
                    <a:moveTo>
                      <a:pt x="113" y="1"/>
                    </a:moveTo>
                    <a:lnTo>
                      <a:pt x="1" y="113"/>
                    </a:lnTo>
                    <a:lnTo>
                      <a:pt x="709" y="825"/>
                    </a:lnTo>
                    <a:lnTo>
                      <a:pt x="821" y="709"/>
                    </a:lnTo>
                    <a:lnTo>
                      <a:pt x="11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26"/>
              <p:cNvSpPr/>
              <p:nvPr/>
            </p:nvSpPr>
            <p:spPr>
              <a:xfrm>
                <a:off x="6047525" y="1890600"/>
                <a:ext cx="20625" cy="20650"/>
              </a:xfrm>
              <a:custGeom>
                <a:rect b="b" l="l" r="r" t="t"/>
                <a:pathLst>
                  <a:path extrusionOk="0" h="826" w="825">
                    <a:moveTo>
                      <a:pt x="713" y="1"/>
                    </a:moveTo>
                    <a:lnTo>
                      <a:pt x="0" y="709"/>
                    </a:lnTo>
                    <a:lnTo>
                      <a:pt x="116" y="825"/>
                    </a:lnTo>
                    <a:lnTo>
                      <a:pt x="825" y="113"/>
                    </a:lnTo>
                    <a:lnTo>
                      <a:pt x="71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6"/>
              <p:cNvSpPr/>
              <p:nvPr/>
            </p:nvSpPr>
            <p:spPr>
              <a:xfrm>
                <a:off x="6047525" y="1890600"/>
                <a:ext cx="20625" cy="20650"/>
              </a:xfrm>
              <a:custGeom>
                <a:rect b="b" l="l" r="r" t="t"/>
                <a:pathLst>
                  <a:path extrusionOk="0" h="826" w="825">
                    <a:moveTo>
                      <a:pt x="112" y="1"/>
                    </a:moveTo>
                    <a:lnTo>
                      <a:pt x="0" y="113"/>
                    </a:lnTo>
                    <a:lnTo>
                      <a:pt x="713" y="825"/>
                    </a:lnTo>
                    <a:lnTo>
                      <a:pt x="825" y="709"/>
                    </a:lnTo>
                    <a:lnTo>
                      <a:pt x="1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821" name="Shape 821"/>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822" name="Shape 822"/>
        <p:cNvGrpSpPr/>
        <p:nvPr/>
      </p:nvGrpSpPr>
      <p:grpSpPr>
        <a:xfrm>
          <a:off x="0" y="0"/>
          <a:ext cx="0" cy="0"/>
          <a:chOff x="0" y="0"/>
          <a:chExt cx="0" cy="0"/>
        </a:xfrm>
      </p:grpSpPr>
      <p:sp>
        <p:nvSpPr>
          <p:cNvPr id="823" name="Google Shape;823;p29"/>
          <p:cNvSpPr txBox="1"/>
          <p:nvPr>
            <p:ph type="title"/>
          </p:nvPr>
        </p:nvSpPr>
        <p:spPr>
          <a:xfrm>
            <a:off x="1048350" y="323850"/>
            <a:ext cx="7047300" cy="4824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Arial"/>
              <a:buNone/>
              <a:defRPr>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theme" Target="../theme/theme1.xml"/><Relationship Id="rId25" Type="http://schemas.openxmlformats.org/officeDocument/2006/relationships/slideLayout" Target="../slideLayouts/slideLayout25.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slideLayout" Target="../slideLayouts/slideLayout27.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20000" y="387600"/>
            <a:ext cx="7704000" cy="5922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lt1"/>
              </a:buClr>
              <a:buSzPts val="3000"/>
              <a:buFont typeface="Orbitron"/>
              <a:buNone/>
              <a:defRPr b="1" sz="3000">
                <a:solidFill>
                  <a:schemeClr val="lt1"/>
                </a:solidFill>
                <a:latin typeface="Orbitron"/>
                <a:ea typeface="Orbitron"/>
                <a:cs typeface="Orbitron"/>
                <a:sym typeface="Orbitron"/>
              </a:defRPr>
            </a:lvl1pPr>
            <a:lvl2pPr lvl="1" rtl="0" algn="ctr">
              <a:spcBef>
                <a:spcPts val="0"/>
              </a:spcBef>
              <a:spcAft>
                <a:spcPts val="0"/>
              </a:spcAft>
              <a:buClr>
                <a:schemeClr val="lt1"/>
              </a:buClr>
              <a:buSzPts val="3200"/>
              <a:buFont typeface="Orbitron"/>
              <a:buNone/>
              <a:defRPr b="1" sz="3200">
                <a:solidFill>
                  <a:schemeClr val="lt1"/>
                </a:solidFill>
                <a:latin typeface="Orbitron"/>
                <a:ea typeface="Orbitron"/>
                <a:cs typeface="Orbitron"/>
                <a:sym typeface="Orbitron"/>
              </a:defRPr>
            </a:lvl2pPr>
            <a:lvl3pPr lvl="2" rtl="0" algn="ctr">
              <a:spcBef>
                <a:spcPts val="0"/>
              </a:spcBef>
              <a:spcAft>
                <a:spcPts val="0"/>
              </a:spcAft>
              <a:buClr>
                <a:schemeClr val="lt1"/>
              </a:buClr>
              <a:buSzPts val="3200"/>
              <a:buFont typeface="Orbitron"/>
              <a:buNone/>
              <a:defRPr b="1" sz="3200">
                <a:solidFill>
                  <a:schemeClr val="lt1"/>
                </a:solidFill>
                <a:latin typeface="Orbitron"/>
                <a:ea typeface="Orbitron"/>
                <a:cs typeface="Orbitron"/>
                <a:sym typeface="Orbitron"/>
              </a:defRPr>
            </a:lvl3pPr>
            <a:lvl4pPr lvl="3" rtl="0" algn="ctr">
              <a:spcBef>
                <a:spcPts val="0"/>
              </a:spcBef>
              <a:spcAft>
                <a:spcPts val="0"/>
              </a:spcAft>
              <a:buClr>
                <a:schemeClr val="lt1"/>
              </a:buClr>
              <a:buSzPts val="3200"/>
              <a:buFont typeface="Orbitron"/>
              <a:buNone/>
              <a:defRPr b="1" sz="3200">
                <a:solidFill>
                  <a:schemeClr val="lt1"/>
                </a:solidFill>
                <a:latin typeface="Orbitron"/>
                <a:ea typeface="Orbitron"/>
                <a:cs typeface="Orbitron"/>
                <a:sym typeface="Orbitron"/>
              </a:defRPr>
            </a:lvl4pPr>
            <a:lvl5pPr lvl="4" rtl="0" algn="ctr">
              <a:spcBef>
                <a:spcPts val="0"/>
              </a:spcBef>
              <a:spcAft>
                <a:spcPts val="0"/>
              </a:spcAft>
              <a:buClr>
                <a:schemeClr val="lt1"/>
              </a:buClr>
              <a:buSzPts val="3200"/>
              <a:buFont typeface="Orbitron"/>
              <a:buNone/>
              <a:defRPr b="1" sz="3200">
                <a:solidFill>
                  <a:schemeClr val="lt1"/>
                </a:solidFill>
                <a:latin typeface="Orbitron"/>
                <a:ea typeface="Orbitron"/>
                <a:cs typeface="Orbitron"/>
                <a:sym typeface="Orbitron"/>
              </a:defRPr>
            </a:lvl5pPr>
            <a:lvl6pPr lvl="5" rtl="0" algn="ctr">
              <a:spcBef>
                <a:spcPts val="0"/>
              </a:spcBef>
              <a:spcAft>
                <a:spcPts val="0"/>
              </a:spcAft>
              <a:buClr>
                <a:schemeClr val="lt1"/>
              </a:buClr>
              <a:buSzPts val="3200"/>
              <a:buFont typeface="Orbitron"/>
              <a:buNone/>
              <a:defRPr b="1" sz="3200">
                <a:solidFill>
                  <a:schemeClr val="lt1"/>
                </a:solidFill>
                <a:latin typeface="Orbitron"/>
                <a:ea typeface="Orbitron"/>
                <a:cs typeface="Orbitron"/>
                <a:sym typeface="Orbitron"/>
              </a:defRPr>
            </a:lvl6pPr>
            <a:lvl7pPr lvl="6" rtl="0" algn="ctr">
              <a:spcBef>
                <a:spcPts val="0"/>
              </a:spcBef>
              <a:spcAft>
                <a:spcPts val="0"/>
              </a:spcAft>
              <a:buClr>
                <a:schemeClr val="lt1"/>
              </a:buClr>
              <a:buSzPts val="3200"/>
              <a:buFont typeface="Orbitron"/>
              <a:buNone/>
              <a:defRPr b="1" sz="3200">
                <a:solidFill>
                  <a:schemeClr val="lt1"/>
                </a:solidFill>
                <a:latin typeface="Orbitron"/>
                <a:ea typeface="Orbitron"/>
                <a:cs typeface="Orbitron"/>
                <a:sym typeface="Orbitron"/>
              </a:defRPr>
            </a:lvl7pPr>
            <a:lvl8pPr lvl="7" rtl="0" algn="ctr">
              <a:spcBef>
                <a:spcPts val="0"/>
              </a:spcBef>
              <a:spcAft>
                <a:spcPts val="0"/>
              </a:spcAft>
              <a:buClr>
                <a:schemeClr val="lt1"/>
              </a:buClr>
              <a:buSzPts val="3200"/>
              <a:buFont typeface="Orbitron"/>
              <a:buNone/>
              <a:defRPr b="1" sz="3200">
                <a:solidFill>
                  <a:schemeClr val="lt1"/>
                </a:solidFill>
                <a:latin typeface="Orbitron"/>
                <a:ea typeface="Orbitron"/>
                <a:cs typeface="Orbitron"/>
                <a:sym typeface="Orbitron"/>
              </a:defRPr>
            </a:lvl8pPr>
            <a:lvl9pPr lvl="8" rtl="0" algn="ctr">
              <a:spcBef>
                <a:spcPts val="0"/>
              </a:spcBef>
              <a:spcAft>
                <a:spcPts val="0"/>
              </a:spcAft>
              <a:buClr>
                <a:schemeClr val="lt1"/>
              </a:buClr>
              <a:buSzPts val="3200"/>
              <a:buFont typeface="Orbitron"/>
              <a:buNone/>
              <a:defRPr b="1" sz="3200">
                <a:solidFill>
                  <a:schemeClr val="lt1"/>
                </a:solidFill>
                <a:latin typeface="Orbitron"/>
                <a:ea typeface="Orbitron"/>
                <a:cs typeface="Orbitron"/>
                <a:sym typeface="Orbitron"/>
              </a:defRPr>
            </a:lvl9pPr>
          </a:lstStyle>
          <a:p/>
        </p:txBody>
      </p:sp>
      <p:sp>
        <p:nvSpPr>
          <p:cNvPr id="7" name="Google Shape;7;p1"/>
          <p:cNvSpPr txBox="1"/>
          <p:nvPr>
            <p:ph idx="1" type="body"/>
          </p:nvPr>
        </p:nvSpPr>
        <p:spPr>
          <a:xfrm>
            <a:off x="720000" y="1300850"/>
            <a:ext cx="7704000" cy="3267900"/>
          </a:xfrm>
          <a:prstGeom prst="rect">
            <a:avLst/>
          </a:prstGeom>
          <a:noFill/>
          <a:ln>
            <a:noFill/>
          </a:ln>
        </p:spPr>
        <p:txBody>
          <a:bodyPr anchorCtr="0" anchor="ctr" bIns="91425" lIns="91425" spcFirstLastPara="1" rIns="91425" wrap="square" tIns="91425">
            <a:noAutofit/>
          </a:bodyPr>
          <a:lstStyle>
            <a:lvl1pPr indent="-323850" lvl="0" marL="457200">
              <a:lnSpc>
                <a:spcPct val="100000"/>
              </a:lnSpc>
              <a:spcBef>
                <a:spcPts val="0"/>
              </a:spcBef>
              <a:spcAft>
                <a:spcPts val="0"/>
              </a:spcAft>
              <a:buClr>
                <a:schemeClr val="dk2"/>
              </a:buClr>
              <a:buSzPts val="1500"/>
              <a:buFont typeface="Roboto"/>
              <a:buChar char="●"/>
              <a:defRPr sz="1500">
                <a:solidFill>
                  <a:schemeClr val="lt1"/>
                </a:solidFill>
                <a:latin typeface="Roboto"/>
                <a:ea typeface="Roboto"/>
                <a:cs typeface="Roboto"/>
                <a:sym typeface="Roboto"/>
              </a:defRPr>
            </a:lvl1pPr>
            <a:lvl2pPr indent="-323850" lvl="1" marL="914400">
              <a:lnSpc>
                <a:spcPct val="100000"/>
              </a:lnSpc>
              <a:spcBef>
                <a:spcPts val="0"/>
              </a:spcBef>
              <a:spcAft>
                <a:spcPts val="0"/>
              </a:spcAft>
              <a:buClr>
                <a:schemeClr val="lt1"/>
              </a:buClr>
              <a:buSzPts val="1500"/>
              <a:buFont typeface="Roboto"/>
              <a:buChar char="○"/>
              <a:defRPr sz="1500">
                <a:solidFill>
                  <a:schemeClr val="lt1"/>
                </a:solidFill>
                <a:latin typeface="Roboto"/>
                <a:ea typeface="Roboto"/>
                <a:cs typeface="Roboto"/>
                <a:sym typeface="Roboto"/>
              </a:defRPr>
            </a:lvl2pPr>
            <a:lvl3pPr indent="-323850" lvl="2" marL="1371600">
              <a:lnSpc>
                <a:spcPct val="100000"/>
              </a:lnSpc>
              <a:spcBef>
                <a:spcPts val="0"/>
              </a:spcBef>
              <a:spcAft>
                <a:spcPts val="0"/>
              </a:spcAft>
              <a:buClr>
                <a:schemeClr val="lt1"/>
              </a:buClr>
              <a:buSzPts val="1500"/>
              <a:buFont typeface="Roboto"/>
              <a:buChar char="■"/>
              <a:defRPr sz="1500">
                <a:solidFill>
                  <a:schemeClr val="lt1"/>
                </a:solidFill>
                <a:latin typeface="Roboto"/>
                <a:ea typeface="Roboto"/>
                <a:cs typeface="Roboto"/>
                <a:sym typeface="Roboto"/>
              </a:defRPr>
            </a:lvl3pPr>
            <a:lvl4pPr indent="-323850" lvl="3" marL="1828800">
              <a:lnSpc>
                <a:spcPct val="100000"/>
              </a:lnSpc>
              <a:spcBef>
                <a:spcPts val="0"/>
              </a:spcBef>
              <a:spcAft>
                <a:spcPts val="0"/>
              </a:spcAft>
              <a:buClr>
                <a:schemeClr val="lt1"/>
              </a:buClr>
              <a:buSzPts val="1500"/>
              <a:buFont typeface="Roboto"/>
              <a:buChar char="●"/>
              <a:defRPr sz="1500">
                <a:solidFill>
                  <a:schemeClr val="lt1"/>
                </a:solidFill>
                <a:latin typeface="Roboto"/>
                <a:ea typeface="Roboto"/>
                <a:cs typeface="Roboto"/>
                <a:sym typeface="Roboto"/>
              </a:defRPr>
            </a:lvl4pPr>
            <a:lvl5pPr indent="-323850" lvl="4" marL="2286000">
              <a:lnSpc>
                <a:spcPct val="100000"/>
              </a:lnSpc>
              <a:spcBef>
                <a:spcPts val="0"/>
              </a:spcBef>
              <a:spcAft>
                <a:spcPts val="0"/>
              </a:spcAft>
              <a:buClr>
                <a:schemeClr val="lt1"/>
              </a:buClr>
              <a:buSzPts val="1500"/>
              <a:buFont typeface="Roboto"/>
              <a:buChar char="○"/>
              <a:defRPr sz="1500">
                <a:solidFill>
                  <a:schemeClr val="lt1"/>
                </a:solidFill>
                <a:latin typeface="Roboto"/>
                <a:ea typeface="Roboto"/>
                <a:cs typeface="Roboto"/>
                <a:sym typeface="Roboto"/>
              </a:defRPr>
            </a:lvl5pPr>
            <a:lvl6pPr indent="-323850" lvl="5" marL="2743200">
              <a:lnSpc>
                <a:spcPct val="100000"/>
              </a:lnSpc>
              <a:spcBef>
                <a:spcPts val="0"/>
              </a:spcBef>
              <a:spcAft>
                <a:spcPts val="0"/>
              </a:spcAft>
              <a:buClr>
                <a:schemeClr val="lt1"/>
              </a:buClr>
              <a:buSzPts val="1500"/>
              <a:buFont typeface="Roboto"/>
              <a:buChar char="■"/>
              <a:defRPr sz="1500">
                <a:solidFill>
                  <a:schemeClr val="lt1"/>
                </a:solidFill>
                <a:latin typeface="Roboto"/>
                <a:ea typeface="Roboto"/>
                <a:cs typeface="Roboto"/>
                <a:sym typeface="Roboto"/>
              </a:defRPr>
            </a:lvl6pPr>
            <a:lvl7pPr indent="-323850" lvl="6" marL="3200400">
              <a:lnSpc>
                <a:spcPct val="100000"/>
              </a:lnSpc>
              <a:spcBef>
                <a:spcPts val="0"/>
              </a:spcBef>
              <a:spcAft>
                <a:spcPts val="0"/>
              </a:spcAft>
              <a:buClr>
                <a:schemeClr val="lt1"/>
              </a:buClr>
              <a:buSzPts val="1500"/>
              <a:buFont typeface="Roboto"/>
              <a:buChar char="●"/>
              <a:defRPr sz="1500">
                <a:solidFill>
                  <a:schemeClr val="lt1"/>
                </a:solidFill>
                <a:latin typeface="Roboto"/>
                <a:ea typeface="Roboto"/>
                <a:cs typeface="Roboto"/>
                <a:sym typeface="Roboto"/>
              </a:defRPr>
            </a:lvl7pPr>
            <a:lvl8pPr indent="-323850" lvl="7" marL="3657600">
              <a:lnSpc>
                <a:spcPct val="100000"/>
              </a:lnSpc>
              <a:spcBef>
                <a:spcPts val="0"/>
              </a:spcBef>
              <a:spcAft>
                <a:spcPts val="0"/>
              </a:spcAft>
              <a:buClr>
                <a:schemeClr val="lt1"/>
              </a:buClr>
              <a:buSzPts val="1500"/>
              <a:buFont typeface="Roboto"/>
              <a:buChar char="○"/>
              <a:defRPr sz="1500">
                <a:solidFill>
                  <a:schemeClr val="lt1"/>
                </a:solidFill>
                <a:latin typeface="Roboto"/>
                <a:ea typeface="Roboto"/>
                <a:cs typeface="Roboto"/>
                <a:sym typeface="Roboto"/>
              </a:defRPr>
            </a:lvl8pPr>
            <a:lvl9pPr indent="-323850" lvl="8" marL="4114800">
              <a:lnSpc>
                <a:spcPct val="100000"/>
              </a:lnSpc>
              <a:spcBef>
                <a:spcPts val="0"/>
              </a:spcBef>
              <a:spcAft>
                <a:spcPts val="0"/>
              </a:spcAft>
              <a:buClr>
                <a:schemeClr val="lt1"/>
              </a:buClr>
              <a:buSzPts val="1500"/>
              <a:buFont typeface="Roboto"/>
              <a:buChar char="■"/>
              <a:defRPr sz="1500">
                <a:solidFill>
                  <a:schemeClr val="lt1"/>
                </a:solidFill>
                <a:latin typeface="Roboto"/>
                <a:ea typeface="Roboto"/>
                <a:cs typeface="Roboto"/>
                <a:sym typeface="Robo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818" name="Shape 818"/>
        <p:cNvGrpSpPr/>
        <p:nvPr/>
      </p:nvGrpSpPr>
      <p:grpSpPr>
        <a:xfrm>
          <a:off x="0" y="0"/>
          <a:ext cx="0" cy="0"/>
          <a:chOff x="0" y="0"/>
          <a:chExt cx="0" cy="0"/>
        </a:xfrm>
      </p:grpSpPr>
      <p:sp>
        <p:nvSpPr>
          <p:cNvPr id="819" name="Google Shape;819;p27"/>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p:txBody>
      </p:sp>
      <p:sp>
        <p:nvSpPr>
          <p:cNvPr id="820" name="Google Shape;820;p27"/>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bit.ly/2Tynxth" TargetMode="External"/><Relationship Id="rId4" Type="http://schemas.openxmlformats.org/officeDocument/2006/relationships/hyperlink" Target="http://bit.ly/30B07Gq" TargetMode="External"/><Relationship Id="rId9" Type="http://schemas.openxmlformats.org/officeDocument/2006/relationships/slide" Target="/ppt/slides/slide23.xml"/><Relationship Id="rId5" Type="http://schemas.openxmlformats.org/officeDocument/2006/relationships/hyperlink" Target="http://bit.ly/33VAFh3" TargetMode="External"/><Relationship Id="rId6" Type="http://schemas.openxmlformats.org/officeDocument/2006/relationships/slide" Target="/ppt/slides/slide28.xml"/><Relationship Id="rId7" Type="http://schemas.openxmlformats.org/officeDocument/2006/relationships/hyperlink" Target="https://slidesgo.com/slidesgo-school/powerpoint-tutorials/how-to-download-the-fonts-for-our-powerpoint-templates?utm_source=slidesgo_template&amp;utm_medium=referral-link&amp;utm_campaign=sg_credits&amp;utm_content=slidesgo-school" TargetMode="External"/><Relationship Id="rId8" Type="http://schemas.openxmlformats.org/officeDocument/2006/relationships/slide" Target="/ppt/slides/slide24.xml"/><Relationship Id="rId11" Type="http://schemas.openxmlformats.org/officeDocument/2006/relationships/slide" Target="/ppt/slides/slide26.xml"/><Relationship Id="rId10" Type="http://schemas.openxmlformats.org/officeDocument/2006/relationships/slide" Target="/ppt/slides/slide25.xml"/><Relationship Id="rId13" Type="http://schemas.openxmlformats.org/officeDocument/2006/relationships/slide" Target="/ppt/slides/slide29.xml"/><Relationship Id="rId12" Type="http://schemas.openxmlformats.org/officeDocument/2006/relationships/slide" Target="/ppt/slides/slide28.xml"/><Relationship Id="rId15" Type="http://schemas.openxmlformats.org/officeDocument/2006/relationships/slide" Target="/ppt/slides/slide30.xml"/><Relationship Id="rId14" Type="http://schemas.openxmlformats.org/officeDocument/2006/relationships/hyperlink" Target="https://storyset.com/?utm_source=slidesgo_template&amp;utm_medium=referral-link&amp;utm_campaign=slidesgo_contents_of_this_template&amp;utm_term=storyset&amp;utm_content=storyse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3.xml"/><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4" Type="http://schemas.openxmlformats.org/officeDocument/2006/relationships/hyperlink" Target="https://docs.google.com/spreadsheets/d/1wkIO9-dFv23ZjvDYkVSGPfszE68FIhwiH4pS2YoCDNo/copy#gid=0" TargetMode="External"/><Relationship Id="rId5"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1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hyperlink" Target="https://www.freepik.com/free-photo/technology-background-with-chip_12975356.htm#&amp;position=1&amp;from_view=collections/?utm_source=slidesgo_template&amp;utm_medium=referral-link&amp;utm_campaign=sg_resources&amp;utm_content=freepik" TargetMode="External"/><Relationship Id="rId4" Type="http://schemas.openxmlformats.org/officeDocument/2006/relationships/hyperlink" Target="https://www.freepik.com/free-photo/team-meeting-office_12162250.htm#&amp;position=41&amp;from_view=detail#&amp;position=41&amp;from_view=detail/?utm_source=slidesgo_template&amp;utm_medium=referral-link&amp;utm_campaign=sg_resources&amp;utm_content=freepik"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5.xml"/><Relationship Id="rId3" Type="http://schemas.openxmlformats.org/officeDocument/2006/relationships/hyperlink" Target="https://www.freepik.com/free-vector/flat-design-minimal-technology-id-card-template_20781001.htm#&amp;position=12&amp;from_view=collections/?utm_source=slidesgo_template&amp;utm_medium=referral-link&amp;utm_campaign=sg_resources&amp;utm_content=freepik" TargetMode="External"/><Relationship Id="rId4" Type="http://schemas.openxmlformats.org/officeDocument/2006/relationships/hyperlink" Target="https://www.freepik.com/free-vector/flat-design-technology-instagram-stories_20781003.htm#&amp;position=11&amp;from_view=collections/?utm_source=slidesgo_template&amp;utm_medium=referral-link&amp;utm_campaign=sg_resources&amp;utm_content=freepik" TargetMode="External"/><Relationship Id="rId9" Type="http://schemas.openxmlformats.org/officeDocument/2006/relationships/hyperlink" Target="https://www.freepik.com/free-photo/technology-background-button_12975395.htm#&amp;position=0&amp;from_view=collections/?utm_source=slidesgo_template&amp;utm_medium=referral-link&amp;utm_campaign=sg_resources&amp;utm_content=freepik" TargetMode="External"/><Relationship Id="rId5" Type="http://schemas.openxmlformats.org/officeDocument/2006/relationships/hyperlink" Target="https://www.freepik.com/free-vector/flat-design-minimal-technology-instagram-posts_20781010.htm#&amp;position=9&amp;from_view=collections/?utm_source=slidesgo_template&amp;utm_medium=referral-link&amp;utm_campaign=sg_resources&amp;utm_content=freepik" TargetMode="External"/><Relationship Id="rId6" Type="http://schemas.openxmlformats.org/officeDocument/2006/relationships/hyperlink" Target="https://www.freepik.com/free-vector/flat-design-minimal-technology-annual-report-template_20781023.htm#&amp;position=5&amp;from_view=collections/?utm_source=slidesgo_template&amp;utm_medium=referral-link&amp;utm_campaign=sg_resources&amp;utm_content=freepik" TargetMode="External"/><Relationship Id="rId7" Type="http://schemas.openxmlformats.org/officeDocument/2006/relationships/hyperlink" Target="https://www.freepik.com/free-photo/low-angle-businessman_12162282.htm#&amp;position=4&amp;from_view=collections/?utm_source=slidesgo_template&amp;utm_medium=referral-link&amp;utm_campaign=sg_resources&amp;utm_content=freepik" TargetMode="External"/><Relationship Id="rId8" Type="http://schemas.openxmlformats.org/officeDocument/2006/relationships/hyperlink" Target="https://www.freepik.com/free-photo/close-up-green-technological-background_12975350.htm#&amp;position=2&amp;from_view=collections/?utm_source=slidesgo_template&amp;utm_medium=referral-link&amp;utm_campaign=sg_resources&amp;utm_content=freepik"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6.xml"/><Relationship Id="rId3" Type="http://schemas.openxmlformats.org/officeDocument/2006/relationships/hyperlink" Target="http://bit.ly/33VAFh3" TargetMode="External"/><Relationship Id="rId4" Type="http://schemas.openxmlformats.org/officeDocument/2006/relationships/hyperlink" Target="http://bit.ly/30B07Gq" TargetMode="External"/><Relationship Id="rId5" Type="http://schemas.openxmlformats.org/officeDocument/2006/relationships/hyperlink" Target="http://bit.ly/2PfT4lq" TargetMode="External"/><Relationship Id="rId6" Type="http://schemas.openxmlformats.org/officeDocument/2006/relationships/slide" Target="/ppt/slid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7.xml"/><Relationship Id="rId3" Type="http://schemas.openxmlformats.org/officeDocument/2006/relationships/hyperlink" Target="http://bit.ly/2PfT4lq" TargetMode="External"/><Relationship Id="rId4" Type="http://schemas.openxmlformats.org/officeDocument/2006/relationships/slide" Target="/ppt/slides/slide23.xml"/><Relationship Id="rId5" Type="http://schemas.openxmlformats.org/officeDocument/2006/relationships/hyperlink" Target="http://bit.ly/33VAFh3" TargetMode="External"/><Relationship Id="rId6" Type="http://schemas.openxmlformats.org/officeDocument/2006/relationships/hyperlink" Target="http://bit.ly/30B07Gq"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8.xml"/><Relationship Id="rId3" Type="http://schemas.openxmlformats.org/officeDocument/2006/relationships/hyperlink" Target="https://fonts.google.com/specimen/Orbitron" TargetMode="External"/><Relationship Id="rId4" Type="http://schemas.openxmlformats.org/officeDocument/2006/relationships/hyperlink" Target="https://fonts.google.com/specimen/Roboto"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9.xml"/><Relationship Id="rId3" Type="http://schemas.openxmlformats.org/officeDocument/2006/relationships/hyperlink" Target="https://storyset.com/how-it-works?utm_source=slidesgo_template&amp;utm_medium=referral-link&amp;utm_campaign=slidesgo_final_slides&amp;utm_term=how%20it%20works&amp;utm_content=storyset" TargetMode="External"/><Relationship Id="rId4" Type="http://schemas.openxmlformats.org/officeDocument/2006/relationships/image" Target="../media/image1.gif"/><Relationship Id="rId9" Type="http://schemas.openxmlformats.org/officeDocument/2006/relationships/hyperlink" Target="https://storyset.com/bro?utm_source=slidesgo_template&amp;utm_medium=referral-link&amp;utm_campaign=slidesgo_final_slides&amp;utm_term=bro&amp;utm_content=storyset" TargetMode="External"/><Relationship Id="rId5" Type="http://schemas.openxmlformats.org/officeDocument/2006/relationships/hyperlink" Target="https://storyset.com/pana?utm_source=slidesgo_template&amp;utm_medium=referral-link&amp;utm_campaign=slidesgo_final_slides&amp;utm_term=pana&amp;utm_content=storyset" TargetMode="External"/><Relationship Id="rId6" Type="http://schemas.openxmlformats.org/officeDocument/2006/relationships/hyperlink" Target="https://storyset.com/pana?utm_source=slidesgo_template&amp;utm_medium=referral-link&amp;utm_campaign=slidesgo_final_slides&amp;utm_term=pana&amp;utm_content=storyset" TargetMode="External"/><Relationship Id="rId7" Type="http://schemas.openxmlformats.org/officeDocument/2006/relationships/hyperlink" Target="https://storyset.com/amico?utm_source=slidesgo_template&amp;utm_medium=referral-link&amp;utm_campaign=slidesgo_final_slides&amp;utm_term=amico&amp;utm_content=storyset" TargetMode="External"/><Relationship Id="rId8" Type="http://schemas.openxmlformats.org/officeDocument/2006/relationships/hyperlink" Target="https://storyset.com/amico?utm_source=slidesgo_template&amp;utm_medium=referral-link&amp;utm_campaign=slidesgo_final_slides&amp;utm_term=amico&amp;utm_content=storyset" TargetMode="External"/><Relationship Id="rId11" Type="http://schemas.openxmlformats.org/officeDocument/2006/relationships/hyperlink" Target="https://storyset.com/rafiki?utm_source=slidesgo_template&amp;utm_medium=referral-link&amp;utm_campaign=slidesgo_final_slides&amp;utm_term=rafiki&amp;utm_content=storyset" TargetMode="External"/><Relationship Id="rId10" Type="http://schemas.openxmlformats.org/officeDocument/2006/relationships/hyperlink" Target="https://storyset.com/bro?utm_source=slidesgo_template&amp;utm_medium=referral-link&amp;utm_campaign=slidesgo_final_slides&amp;utm_term=bro&amp;utm_content=storyset" TargetMode="External"/><Relationship Id="rId13" Type="http://schemas.openxmlformats.org/officeDocument/2006/relationships/image" Target="../media/image3.gif"/><Relationship Id="rId12" Type="http://schemas.openxmlformats.org/officeDocument/2006/relationships/hyperlink" Target="https://storyset.com/rafiki?utm_source=slidesgo_template&amp;utm_medium=referral-link&amp;utm_campaign=slidesgo_final_slides&amp;utm_term=rafiki&amp;utm_content=storyset" TargetMode="External"/><Relationship Id="rId15" Type="http://schemas.openxmlformats.org/officeDocument/2006/relationships/image" Target="../media/image4.gif"/><Relationship Id="rId14" Type="http://schemas.openxmlformats.org/officeDocument/2006/relationships/image" Target="../media/image5.gif"/><Relationship Id="rId17" Type="http://schemas.openxmlformats.org/officeDocument/2006/relationships/hyperlink" Target="https://storyset.com/cuate?utm_source=slidesgo_template&amp;utm_medium=referral-link&amp;utm_campaign=slidesgo_final_slides&amp;utm_term=cuate&amp;utm_content=storyset" TargetMode="External"/><Relationship Id="rId16" Type="http://schemas.openxmlformats.org/officeDocument/2006/relationships/image" Target="../media/image2.gif"/><Relationship Id="rId18" Type="http://schemas.openxmlformats.org/officeDocument/2006/relationships/hyperlink" Target="https://storyset.com/cuate?utm_source=slidesgo_template&amp;utm_medium=referral-link&amp;utm_campaign=slidesgo_final_slides&amp;utm_term=cuate&amp;utm_content=storyset"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0.xml"/><Relationship Id="rId3" Type="http://schemas.openxmlformats.org/officeDocument/2006/relationships/hyperlink" Target="https://bit.ly/2ZjL1pd"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6.xml"/><Relationship Id="rId3" Type="http://schemas.openxmlformats.org/officeDocument/2006/relationships/hyperlink" Target="http://bit.ly/2PfT4lq" TargetMode="Externa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p30"/>
          <p:cNvSpPr/>
          <p:nvPr/>
        </p:nvSpPr>
        <p:spPr>
          <a:xfrm>
            <a:off x="12812293" y="872774"/>
            <a:ext cx="144983" cy="272315"/>
          </a:xfrm>
          <a:custGeom>
            <a:rect b="b" l="l" r="r" t="t"/>
            <a:pathLst>
              <a:path extrusionOk="0" h="1388" w="739">
                <a:moveTo>
                  <a:pt x="36" y="1"/>
                </a:moveTo>
                <a:cubicBezTo>
                  <a:pt x="27" y="1"/>
                  <a:pt x="18" y="7"/>
                  <a:pt x="12" y="18"/>
                </a:cubicBezTo>
                <a:cubicBezTo>
                  <a:pt x="1" y="30"/>
                  <a:pt x="1" y="42"/>
                  <a:pt x="12" y="54"/>
                </a:cubicBezTo>
                <a:cubicBezTo>
                  <a:pt x="405" y="590"/>
                  <a:pt x="679" y="1352"/>
                  <a:pt x="703" y="1364"/>
                </a:cubicBezTo>
                <a:cubicBezTo>
                  <a:pt x="679" y="1388"/>
                  <a:pt x="715" y="1388"/>
                  <a:pt x="727" y="1388"/>
                </a:cubicBezTo>
                <a:cubicBezTo>
                  <a:pt x="739" y="1364"/>
                  <a:pt x="739" y="1352"/>
                  <a:pt x="739" y="1340"/>
                </a:cubicBezTo>
                <a:cubicBezTo>
                  <a:pt x="739" y="1328"/>
                  <a:pt x="453" y="554"/>
                  <a:pt x="60" y="18"/>
                </a:cubicBezTo>
                <a:cubicBezTo>
                  <a:pt x="54" y="7"/>
                  <a:pt x="45" y="1"/>
                  <a:pt x="36" y="1"/>
                </a:cubicBezTo>
                <a:close/>
              </a:path>
            </a:pathLst>
          </a:custGeom>
          <a:solidFill>
            <a:srgbClr val="FEF8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30"/>
          <p:cNvSpPr/>
          <p:nvPr/>
        </p:nvSpPr>
        <p:spPr>
          <a:xfrm>
            <a:off x="12634741" y="984406"/>
            <a:ext cx="165975" cy="226210"/>
          </a:xfrm>
          <a:custGeom>
            <a:rect b="b" l="l" r="r" t="t"/>
            <a:pathLst>
              <a:path extrusionOk="0" h="1153" w="846">
                <a:moveTo>
                  <a:pt x="804" y="0"/>
                </a:moveTo>
                <a:cubicBezTo>
                  <a:pt x="798" y="0"/>
                  <a:pt x="792" y="3"/>
                  <a:pt x="786" y="9"/>
                </a:cubicBezTo>
                <a:cubicBezTo>
                  <a:pt x="751" y="21"/>
                  <a:pt x="179" y="497"/>
                  <a:pt x="1" y="1116"/>
                </a:cubicBezTo>
                <a:cubicBezTo>
                  <a:pt x="1" y="1128"/>
                  <a:pt x="1" y="1140"/>
                  <a:pt x="24" y="1152"/>
                </a:cubicBezTo>
                <a:cubicBezTo>
                  <a:pt x="24" y="1140"/>
                  <a:pt x="36" y="1140"/>
                  <a:pt x="60" y="1140"/>
                </a:cubicBezTo>
                <a:lnTo>
                  <a:pt x="72" y="1128"/>
                </a:lnTo>
                <a:cubicBezTo>
                  <a:pt x="251" y="533"/>
                  <a:pt x="822" y="57"/>
                  <a:pt x="822" y="57"/>
                </a:cubicBezTo>
                <a:cubicBezTo>
                  <a:pt x="846" y="45"/>
                  <a:pt x="846" y="21"/>
                  <a:pt x="822" y="9"/>
                </a:cubicBezTo>
                <a:cubicBezTo>
                  <a:pt x="816" y="3"/>
                  <a:pt x="810" y="0"/>
                  <a:pt x="804" y="0"/>
                </a:cubicBezTo>
                <a:close/>
              </a:path>
            </a:pathLst>
          </a:custGeom>
          <a:solidFill>
            <a:srgbClr val="FEF8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30"/>
          <p:cNvSpPr/>
          <p:nvPr/>
        </p:nvSpPr>
        <p:spPr>
          <a:xfrm>
            <a:off x="12359096" y="2644566"/>
            <a:ext cx="116928" cy="53953"/>
          </a:xfrm>
          <a:custGeom>
            <a:rect b="b" l="l" r="r" t="t"/>
            <a:pathLst>
              <a:path extrusionOk="0" fill="none" h="275" w="596">
                <a:moveTo>
                  <a:pt x="1" y="274"/>
                </a:moveTo>
                <a:cubicBezTo>
                  <a:pt x="191" y="179"/>
                  <a:pt x="394" y="96"/>
                  <a:pt x="596" y="0"/>
                </a:cubicBezTo>
              </a:path>
            </a:pathLst>
          </a:custGeom>
          <a:noFill/>
          <a:ln cap="rnd" cmpd="sng" w="4475">
            <a:solidFill>
              <a:srgbClr val="2AB5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30"/>
          <p:cNvSpPr txBox="1"/>
          <p:nvPr>
            <p:ph type="ctrTitle"/>
          </p:nvPr>
        </p:nvSpPr>
        <p:spPr>
          <a:xfrm>
            <a:off x="1296163" y="1263600"/>
            <a:ext cx="6551700" cy="2152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THE EVOLUTION OF INVENTION IN CANADA THESIS</a:t>
            </a:r>
            <a:endParaRPr/>
          </a:p>
        </p:txBody>
      </p:sp>
      <p:sp>
        <p:nvSpPr>
          <p:cNvPr id="832" name="Google Shape;832;p30"/>
          <p:cNvSpPr txBox="1"/>
          <p:nvPr>
            <p:ph idx="1" type="subTitle"/>
          </p:nvPr>
        </p:nvSpPr>
        <p:spPr>
          <a:xfrm>
            <a:off x="1296138" y="3416400"/>
            <a:ext cx="6551700" cy="463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Here is where your presentation begins</a:t>
            </a:r>
            <a:endParaRPr/>
          </a:p>
        </p:txBody>
      </p:sp>
      <p:grpSp>
        <p:nvGrpSpPr>
          <p:cNvPr id="833" name="Google Shape;833;p30"/>
          <p:cNvGrpSpPr/>
          <p:nvPr/>
        </p:nvGrpSpPr>
        <p:grpSpPr>
          <a:xfrm>
            <a:off x="888012" y="1440674"/>
            <a:ext cx="300359" cy="299855"/>
            <a:chOff x="1466575" y="2391250"/>
            <a:chExt cx="59575" cy="59475"/>
          </a:xfrm>
        </p:grpSpPr>
        <p:sp>
          <p:nvSpPr>
            <p:cNvPr id="834" name="Google Shape;834;p30"/>
            <p:cNvSpPr/>
            <p:nvPr/>
          </p:nvSpPr>
          <p:spPr>
            <a:xfrm>
              <a:off x="1491600" y="2391250"/>
              <a:ext cx="9425" cy="59475"/>
            </a:xfrm>
            <a:custGeom>
              <a:rect b="b" l="l" r="r" t="t"/>
              <a:pathLst>
                <a:path extrusionOk="0" h="2379" w="377">
                  <a:moveTo>
                    <a:pt x="0" y="1"/>
                  </a:moveTo>
                  <a:lnTo>
                    <a:pt x="0" y="2379"/>
                  </a:lnTo>
                  <a:lnTo>
                    <a:pt x="377" y="2379"/>
                  </a:lnTo>
                  <a:lnTo>
                    <a:pt x="3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30"/>
            <p:cNvSpPr/>
            <p:nvPr/>
          </p:nvSpPr>
          <p:spPr>
            <a:xfrm>
              <a:off x="1466575" y="2416275"/>
              <a:ext cx="59575" cy="9425"/>
            </a:xfrm>
            <a:custGeom>
              <a:rect b="b" l="l" r="r" t="t"/>
              <a:pathLst>
                <a:path extrusionOk="0" h="377" w="2383">
                  <a:moveTo>
                    <a:pt x="1" y="1"/>
                  </a:moveTo>
                  <a:lnTo>
                    <a:pt x="1" y="377"/>
                  </a:lnTo>
                  <a:lnTo>
                    <a:pt x="2382" y="377"/>
                  </a:lnTo>
                  <a:lnTo>
                    <a:pt x="23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31"/>
          <p:cNvSpPr txBox="1"/>
          <p:nvPr>
            <p:ph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CONTENTS OF THIS TEMPLATE</a:t>
            </a:r>
            <a:endParaRPr/>
          </a:p>
        </p:txBody>
      </p:sp>
      <p:sp>
        <p:nvSpPr>
          <p:cNvPr id="841" name="Google Shape;841;p31"/>
          <p:cNvSpPr txBox="1"/>
          <p:nvPr>
            <p:ph idx="1" type="body"/>
          </p:nvPr>
        </p:nvSpPr>
        <p:spPr>
          <a:xfrm>
            <a:off x="720000" y="1098950"/>
            <a:ext cx="7704000" cy="3509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Here’s what you’ll find in this </a:t>
            </a:r>
            <a:r>
              <a:rPr b="1" lang="en">
                <a:uFill>
                  <a:noFill/>
                </a:uFill>
                <a:hlinkClick r:id="rId3"/>
              </a:rPr>
              <a:t>Slidesgo</a:t>
            </a:r>
            <a:r>
              <a:rPr lang="en"/>
              <a:t> template: </a:t>
            </a:r>
            <a:endParaRPr/>
          </a:p>
          <a:p>
            <a:pPr indent="-304800" lvl="0" marL="457200" rtl="0" algn="l">
              <a:spcBef>
                <a:spcPts val="800"/>
              </a:spcBef>
              <a:spcAft>
                <a:spcPts val="0"/>
              </a:spcAft>
              <a:buSzPts val="1200"/>
              <a:buAutoNum type="arabicPeriod"/>
            </a:pPr>
            <a:r>
              <a:rPr lang="en"/>
              <a:t>A slide structure based on a thesis defense, which you can easily adapt to your needs. For more info on how to edit the template, please visit </a:t>
            </a:r>
            <a:r>
              <a:rPr b="1" lang="en">
                <a:uFill>
                  <a:noFill/>
                </a:uFill>
                <a:hlinkClick r:id="rId4"/>
              </a:rPr>
              <a:t>Slidesgo School</a:t>
            </a:r>
            <a:r>
              <a:rPr lang="en"/>
              <a:t> or read our </a:t>
            </a:r>
            <a:r>
              <a:rPr b="1" lang="en">
                <a:uFill>
                  <a:noFill/>
                </a:uFill>
                <a:hlinkClick r:id="rId5"/>
              </a:rPr>
              <a:t>FAQs</a:t>
            </a:r>
            <a:r>
              <a:rPr lang="en"/>
              <a:t>.</a:t>
            </a:r>
            <a:endParaRPr/>
          </a:p>
          <a:p>
            <a:pPr indent="-304800" lvl="0" marL="457200" rtl="0" algn="l">
              <a:spcBef>
                <a:spcPts val="0"/>
              </a:spcBef>
              <a:spcAft>
                <a:spcPts val="0"/>
              </a:spcAft>
              <a:buSzPts val="1200"/>
              <a:buAutoNum type="arabicPeriod"/>
            </a:pPr>
            <a:r>
              <a:rPr lang="en"/>
              <a:t>To view this template in PowerPoint with the correct fonts, download and install on your computer the </a:t>
            </a:r>
            <a:r>
              <a:rPr b="1" lang="en">
                <a:solidFill>
                  <a:schemeClr val="hlink"/>
                </a:solidFill>
                <a:uFill>
                  <a:noFill/>
                </a:uFill>
                <a:hlinkClick action="ppaction://hlinksldjump" r:id="rId6"/>
              </a:rPr>
              <a:t>fonts that we have used</a:t>
            </a:r>
            <a:r>
              <a:rPr lang="en"/>
              <a:t>. You can learn how to download and install fonts </a:t>
            </a:r>
            <a:r>
              <a:rPr b="1" lang="en">
                <a:uFill>
                  <a:noFill/>
                </a:uFill>
                <a:hlinkClick r:id="rId7"/>
              </a:rPr>
              <a:t>here</a:t>
            </a:r>
            <a:r>
              <a:rPr lang="en"/>
              <a:t>.</a:t>
            </a:r>
            <a:endParaRPr/>
          </a:p>
          <a:p>
            <a:pPr indent="-304800" lvl="0" marL="457200" rtl="0" algn="l">
              <a:spcBef>
                <a:spcPts val="0"/>
              </a:spcBef>
              <a:spcAft>
                <a:spcPts val="0"/>
              </a:spcAft>
              <a:buSzPts val="1200"/>
              <a:buAutoNum type="arabicPeriod"/>
            </a:pPr>
            <a:r>
              <a:rPr lang="en"/>
              <a:t>An assortment of graphic resources that are suitable for use in the presentation can be found in the </a:t>
            </a:r>
            <a:r>
              <a:rPr b="1" lang="en">
                <a:solidFill>
                  <a:schemeClr val="hlink"/>
                </a:solidFill>
                <a:uFill>
                  <a:noFill/>
                </a:uFill>
                <a:hlinkClick action="ppaction://hlinksldjump" r:id="rId8"/>
              </a:rPr>
              <a:t>alternative resources slide</a:t>
            </a:r>
            <a:r>
              <a:rPr lang="en"/>
              <a:t>.</a:t>
            </a:r>
            <a:endParaRPr/>
          </a:p>
          <a:p>
            <a:pPr indent="-304800" lvl="0" marL="457200" rtl="0" algn="l">
              <a:spcBef>
                <a:spcPts val="0"/>
              </a:spcBef>
              <a:spcAft>
                <a:spcPts val="0"/>
              </a:spcAft>
              <a:buSzPts val="1200"/>
              <a:buAutoNum type="arabicPeriod"/>
            </a:pPr>
            <a:r>
              <a:rPr lang="en"/>
              <a:t>A </a:t>
            </a:r>
            <a:r>
              <a:rPr b="1" lang="en">
                <a:solidFill>
                  <a:schemeClr val="hlink"/>
                </a:solidFill>
                <a:uFill>
                  <a:noFill/>
                </a:uFill>
                <a:hlinkClick action="ppaction://hlinksldjump" r:id="rId9"/>
              </a:rPr>
              <a:t>thanks slide</a:t>
            </a:r>
            <a:r>
              <a:rPr lang="en"/>
              <a:t>, which you must keep so that proper credits for our design are given.</a:t>
            </a:r>
            <a:endParaRPr/>
          </a:p>
          <a:p>
            <a:pPr indent="-304800" lvl="0" marL="457200" rtl="0" algn="l">
              <a:spcBef>
                <a:spcPts val="0"/>
              </a:spcBef>
              <a:spcAft>
                <a:spcPts val="0"/>
              </a:spcAft>
              <a:buSzPts val="1200"/>
              <a:buAutoNum type="arabicPeriod"/>
            </a:pPr>
            <a:r>
              <a:rPr lang="en"/>
              <a:t>A </a:t>
            </a:r>
            <a:r>
              <a:rPr b="1" lang="en">
                <a:solidFill>
                  <a:schemeClr val="hlink"/>
                </a:solidFill>
                <a:uFill>
                  <a:noFill/>
                </a:uFill>
                <a:hlinkClick action="ppaction://hlinksldjump" r:id="rId10"/>
              </a:rPr>
              <a:t>resources slide</a:t>
            </a:r>
            <a:r>
              <a:rPr lang="en"/>
              <a:t>, where you’ll find links to all the elements used in the template.</a:t>
            </a:r>
            <a:endParaRPr/>
          </a:p>
          <a:p>
            <a:pPr indent="-304800" lvl="0" marL="457200" rtl="0" algn="l">
              <a:spcBef>
                <a:spcPts val="0"/>
              </a:spcBef>
              <a:spcAft>
                <a:spcPts val="0"/>
              </a:spcAft>
              <a:buSzPts val="1200"/>
              <a:buAutoNum type="arabicPeriod"/>
            </a:pPr>
            <a:r>
              <a:rPr b="1" lang="en">
                <a:solidFill>
                  <a:schemeClr val="hlink"/>
                </a:solidFill>
                <a:uFill>
                  <a:noFill/>
                </a:uFill>
                <a:hlinkClick action="ppaction://hlinksldjump" r:id="rId11"/>
              </a:rPr>
              <a:t>Instructions for use</a:t>
            </a:r>
            <a:r>
              <a:rPr lang="en"/>
              <a:t>.</a:t>
            </a:r>
            <a:endParaRPr/>
          </a:p>
          <a:p>
            <a:pPr indent="-304800" lvl="0" marL="457200" rtl="0" algn="l">
              <a:spcBef>
                <a:spcPts val="0"/>
              </a:spcBef>
              <a:spcAft>
                <a:spcPts val="0"/>
              </a:spcAft>
              <a:buSzPts val="1200"/>
              <a:buAutoNum type="arabicPeriod"/>
            </a:pPr>
            <a:r>
              <a:rPr lang="en"/>
              <a:t>Final slides with:</a:t>
            </a:r>
            <a:endParaRPr/>
          </a:p>
          <a:p>
            <a:pPr indent="-304800" lvl="0" marL="914400" rtl="0" algn="l">
              <a:spcBef>
                <a:spcPts val="0"/>
              </a:spcBef>
              <a:spcAft>
                <a:spcPts val="0"/>
              </a:spcAft>
              <a:buSzPts val="1200"/>
              <a:buChar char="●"/>
            </a:pPr>
            <a:r>
              <a:rPr lang="en"/>
              <a:t>The </a:t>
            </a:r>
            <a:r>
              <a:rPr b="1" lang="en">
                <a:solidFill>
                  <a:schemeClr val="hlink"/>
                </a:solidFill>
                <a:uFill>
                  <a:noFill/>
                </a:uFill>
                <a:hlinkClick action="ppaction://hlinksldjump" r:id="rId12"/>
              </a:rPr>
              <a:t>fonts and colors</a:t>
            </a:r>
            <a:r>
              <a:rPr lang="en"/>
              <a:t> used in the template.</a:t>
            </a:r>
            <a:endParaRPr/>
          </a:p>
          <a:p>
            <a:pPr indent="-304800" lvl="0" marL="914400" rtl="0" algn="l">
              <a:spcBef>
                <a:spcPts val="0"/>
              </a:spcBef>
              <a:spcAft>
                <a:spcPts val="0"/>
              </a:spcAft>
              <a:buSzPts val="1200"/>
              <a:buChar char="●"/>
            </a:pPr>
            <a:r>
              <a:rPr lang="en"/>
              <a:t>A </a:t>
            </a:r>
            <a:r>
              <a:rPr b="1" lang="en">
                <a:solidFill>
                  <a:schemeClr val="hlink"/>
                </a:solidFill>
                <a:uFill>
                  <a:noFill/>
                </a:uFill>
                <a:hlinkClick action="ppaction://hlinksldjump" r:id="rId13"/>
              </a:rPr>
              <a:t>selection of illustrations</a:t>
            </a:r>
            <a:r>
              <a:rPr lang="en"/>
              <a:t>. You can also customize and animate them as you wish with the online editor. Visit </a:t>
            </a:r>
            <a:r>
              <a:rPr b="1" lang="en">
                <a:uFill>
                  <a:noFill/>
                </a:uFill>
                <a:hlinkClick r:id="rId14"/>
              </a:rPr>
              <a:t>Storyset</a:t>
            </a:r>
            <a:r>
              <a:rPr lang="en"/>
              <a:t> to find more. </a:t>
            </a:r>
            <a:endParaRPr/>
          </a:p>
          <a:p>
            <a:pPr indent="-304800" lvl="0" marL="914400" rtl="0" algn="l">
              <a:spcBef>
                <a:spcPts val="0"/>
              </a:spcBef>
              <a:spcAft>
                <a:spcPts val="0"/>
              </a:spcAft>
              <a:buSzPts val="1200"/>
              <a:buChar char="●"/>
            </a:pPr>
            <a:r>
              <a:rPr lang="en"/>
              <a:t>More </a:t>
            </a:r>
            <a:r>
              <a:rPr b="1" lang="en">
                <a:solidFill>
                  <a:schemeClr val="hlink"/>
                </a:solidFill>
                <a:uFill>
                  <a:noFill/>
                </a:uFill>
                <a:hlinkClick action="ppaction://hlinksldjump" r:id="rId15"/>
              </a:rPr>
              <a:t>infographic resources</a:t>
            </a:r>
            <a:r>
              <a:rPr lang="en"/>
              <a:t>, whose size and color can be edited. </a:t>
            </a:r>
            <a:endParaRPr/>
          </a:p>
          <a:p>
            <a:pPr indent="-304800" lvl="0" marL="914400" rtl="0" algn="l">
              <a:spcBef>
                <a:spcPts val="0"/>
              </a:spcBef>
              <a:spcAft>
                <a:spcPts val="0"/>
              </a:spcAft>
              <a:buSzPts val="1200"/>
              <a:buChar char="●"/>
            </a:pPr>
            <a:r>
              <a:rPr lang="en"/>
              <a:t>Sets of </a:t>
            </a:r>
            <a:r>
              <a:rPr b="1" lang="en">
                <a:solidFill>
                  <a:schemeClr val="hlink"/>
                </a:solidFill>
                <a:uFill>
                  <a:noFill/>
                </a:uFill>
                <a:hlinkClick/>
              </a:rPr>
              <a:t>customizable icons</a:t>
            </a:r>
            <a:r>
              <a:rPr lang="en"/>
              <a:t> of the following themes: general, business, avatar, creative process, education, help &amp; support, medical, nature, performing arts, SEO &amp; marketing, and teamwork.</a:t>
            </a:r>
            <a:endParaRPr/>
          </a:p>
          <a:p>
            <a:pPr indent="0" lvl="0" marL="0" rtl="0" algn="l">
              <a:spcBef>
                <a:spcPts val="800"/>
              </a:spcBef>
              <a:spcAft>
                <a:spcPts val="0"/>
              </a:spcAft>
              <a:buNone/>
            </a:pPr>
            <a:r>
              <a:rPr lang="en"/>
              <a:t>You can delete this slide when you’re done editing the presentation.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p32"/>
          <p:cNvSpPr txBox="1"/>
          <p:nvPr>
            <p:ph idx="9"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TABLE OF CONTENTS</a:t>
            </a:r>
            <a:endParaRPr/>
          </a:p>
        </p:txBody>
      </p:sp>
      <p:sp>
        <p:nvSpPr>
          <p:cNvPr id="847" name="Google Shape;847;p32"/>
          <p:cNvSpPr txBox="1"/>
          <p:nvPr>
            <p:ph type="title"/>
          </p:nvPr>
        </p:nvSpPr>
        <p:spPr>
          <a:xfrm>
            <a:off x="2100875" y="1278011"/>
            <a:ext cx="10848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848" name="Google Shape;848;p32"/>
          <p:cNvSpPr txBox="1"/>
          <p:nvPr>
            <p:ph idx="1" type="subTitle"/>
          </p:nvPr>
        </p:nvSpPr>
        <p:spPr>
          <a:xfrm>
            <a:off x="1234025" y="1849391"/>
            <a:ext cx="28185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OBJECTIVES</a:t>
            </a:r>
            <a:endParaRPr/>
          </a:p>
        </p:txBody>
      </p:sp>
      <p:sp>
        <p:nvSpPr>
          <p:cNvPr id="849" name="Google Shape;849;p32"/>
          <p:cNvSpPr txBox="1"/>
          <p:nvPr>
            <p:ph idx="2" type="subTitle"/>
          </p:nvPr>
        </p:nvSpPr>
        <p:spPr>
          <a:xfrm>
            <a:off x="1234025" y="2249636"/>
            <a:ext cx="2818500" cy="592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You </a:t>
            </a:r>
            <a:r>
              <a:rPr lang="en"/>
              <a:t>can</a:t>
            </a:r>
            <a:r>
              <a:rPr lang="en"/>
              <a:t> describe the topic of the section here</a:t>
            </a:r>
            <a:endParaRPr/>
          </a:p>
        </p:txBody>
      </p:sp>
      <p:sp>
        <p:nvSpPr>
          <p:cNvPr id="850" name="Google Shape;850;p32"/>
          <p:cNvSpPr txBox="1"/>
          <p:nvPr>
            <p:ph idx="3" type="title"/>
          </p:nvPr>
        </p:nvSpPr>
        <p:spPr>
          <a:xfrm>
            <a:off x="5958325" y="1278011"/>
            <a:ext cx="10848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851" name="Google Shape;851;p32"/>
          <p:cNvSpPr txBox="1"/>
          <p:nvPr>
            <p:ph idx="4" type="subTitle"/>
          </p:nvPr>
        </p:nvSpPr>
        <p:spPr>
          <a:xfrm>
            <a:off x="5091475" y="1849391"/>
            <a:ext cx="28185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METHODOLOGY</a:t>
            </a:r>
            <a:endParaRPr/>
          </a:p>
        </p:txBody>
      </p:sp>
      <p:sp>
        <p:nvSpPr>
          <p:cNvPr id="852" name="Google Shape;852;p32"/>
          <p:cNvSpPr txBox="1"/>
          <p:nvPr>
            <p:ph idx="5" type="subTitle"/>
          </p:nvPr>
        </p:nvSpPr>
        <p:spPr>
          <a:xfrm>
            <a:off x="5091475" y="2249636"/>
            <a:ext cx="2818500" cy="592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You </a:t>
            </a:r>
            <a:r>
              <a:rPr lang="en"/>
              <a:t>can</a:t>
            </a:r>
            <a:r>
              <a:rPr lang="en"/>
              <a:t> describe the topic of the section here</a:t>
            </a:r>
            <a:endParaRPr/>
          </a:p>
        </p:txBody>
      </p:sp>
      <p:sp>
        <p:nvSpPr>
          <p:cNvPr id="853" name="Google Shape;853;p32"/>
          <p:cNvSpPr txBox="1"/>
          <p:nvPr>
            <p:ph idx="6" type="title"/>
          </p:nvPr>
        </p:nvSpPr>
        <p:spPr>
          <a:xfrm>
            <a:off x="2100875" y="3002952"/>
            <a:ext cx="10848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854" name="Google Shape;854;p32"/>
          <p:cNvSpPr txBox="1"/>
          <p:nvPr>
            <p:ph idx="7" type="subTitle"/>
          </p:nvPr>
        </p:nvSpPr>
        <p:spPr>
          <a:xfrm>
            <a:off x="1234025" y="3574317"/>
            <a:ext cx="28185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RESULTS</a:t>
            </a:r>
            <a:endParaRPr/>
          </a:p>
        </p:txBody>
      </p:sp>
      <p:sp>
        <p:nvSpPr>
          <p:cNvPr id="855" name="Google Shape;855;p32"/>
          <p:cNvSpPr txBox="1"/>
          <p:nvPr>
            <p:ph idx="8" type="subTitle"/>
          </p:nvPr>
        </p:nvSpPr>
        <p:spPr>
          <a:xfrm>
            <a:off x="1234025" y="3974562"/>
            <a:ext cx="2818500" cy="592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You </a:t>
            </a:r>
            <a:r>
              <a:rPr lang="en"/>
              <a:t>can</a:t>
            </a:r>
            <a:r>
              <a:rPr lang="en"/>
              <a:t> describe the topic of the section here</a:t>
            </a:r>
            <a:endParaRPr/>
          </a:p>
        </p:txBody>
      </p:sp>
      <p:sp>
        <p:nvSpPr>
          <p:cNvPr id="856" name="Google Shape;856;p32"/>
          <p:cNvSpPr txBox="1"/>
          <p:nvPr>
            <p:ph idx="13" type="title"/>
          </p:nvPr>
        </p:nvSpPr>
        <p:spPr>
          <a:xfrm>
            <a:off x="5958325" y="3002952"/>
            <a:ext cx="10848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857" name="Google Shape;857;p32"/>
          <p:cNvSpPr txBox="1"/>
          <p:nvPr>
            <p:ph idx="14" type="subTitle"/>
          </p:nvPr>
        </p:nvSpPr>
        <p:spPr>
          <a:xfrm>
            <a:off x="5091475" y="3574317"/>
            <a:ext cx="28185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CONCLUSIONS</a:t>
            </a:r>
            <a:endParaRPr/>
          </a:p>
        </p:txBody>
      </p:sp>
      <p:sp>
        <p:nvSpPr>
          <p:cNvPr id="858" name="Google Shape;858;p32"/>
          <p:cNvSpPr txBox="1"/>
          <p:nvPr>
            <p:ph idx="15" type="subTitle"/>
          </p:nvPr>
        </p:nvSpPr>
        <p:spPr>
          <a:xfrm>
            <a:off x="5091475" y="3974562"/>
            <a:ext cx="2818500" cy="592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You </a:t>
            </a:r>
            <a:r>
              <a:rPr lang="en"/>
              <a:t>can</a:t>
            </a:r>
            <a:r>
              <a:rPr lang="en"/>
              <a:t> describe the topic of the section here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33"/>
          <p:cNvSpPr txBox="1"/>
          <p:nvPr>
            <p:ph idx="1" type="subTitle"/>
          </p:nvPr>
        </p:nvSpPr>
        <p:spPr>
          <a:xfrm>
            <a:off x="713225" y="2347452"/>
            <a:ext cx="4732500" cy="117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Y</a:t>
            </a:r>
            <a:r>
              <a:rPr lang="en"/>
              <a:t>ou </a:t>
            </a:r>
            <a:r>
              <a:rPr lang="en"/>
              <a:t>can</a:t>
            </a:r>
            <a:r>
              <a:rPr lang="en"/>
              <a:t> give a brief description of the topic you want to talk about here. For example, if you want to talk about Mercury, you </a:t>
            </a:r>
            <a:r>
              <a:rPr lang="en"/>
              <a:t>can</a:t>
            </a:r>
            <a:r>
              <a:rPr lang="en"/>
              <a:t> say that it’s the smallest planet in the entire Solar System</a:t>
            </a:r>
            <a:endParaRPr/>
          </a:p>
        </p:txBody>
      </p:sp>
      <p:sp>
        <p:nvSpPr>
          <p:cNvPr id="864" name="Google Shape;864;p33"/>
          <p:cNvSpPr txBox="1"/>
          <p:nvPr>
            <p:ph type="title"/>
          </p:nvPr>
        </p:nvSpPr>
        <p:spPr>
          <a:xfrm>
            <a:off x="713370" y="1697025"/>
            <a:ext cx="4732500" cy="472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INTRODUCTION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34"/>
          <p:cNvSpPr/>
          <p:nvPr/>
        </p:nvSpPr>
        <p:spPr>
          <a:xfrm>
            <a:off x="946854" y="915125"/>
            <a:ext cx="3271500" cy="3271500"/>
          </a:xfrm>
          <a:prstGeom prst="rect">
            <a:avLst/>
          </a:prstGeom>
          <a:noFill/>
          <a:ln cap="flat" cmpd="sng" w="19050">
            <a:solidFill>
              <a:schemeClr val="accen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34"/>
          <p:cNvSpPr txBox="1"/>
          <p:nvPr>
            <p:ph type="title"/>
          </p:nvPr>
        </p:nvSpPr>
        <p:spPr>
          <a:xfrm>
            <a:off x="4587168" y="3394725"/>
            <a:ext cx="3621000" cy="402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—SOMEONE FAMOUS</a:t>
            </a:r>
            <a:endParaRPr/>
          </a:p>
        </p:txBody>
      </p:sp>
      <p:sp>
        <p:nvSpPr>
          <p:cNvPr id="871" name="Google Shape;871;p34"/>
          <p:cNvSpPr txBox="1"/>
          <p:nvPr>
            <p:ph idx="1" type="subTitle"/>
          </p:nvPr>
        </p:nvSpPr>
        <p:spPr>
          <a:xfrm>
            <a:off x="4587168" y="1310750"/>
            <a:ext cx="3621000" cy="1936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“This is a quote. Words full of wisdom that someone important said and can make the reader get inspired.”</a:t>
            </a:r>
            <a:endParaRPr/>
          </a:p>
        </p:txBody>
      </p:sp>
      <p:pic>
        <p:nvPicPr>
          <p:cNvPr id="872" name="Google Shape;872;p34"/>
          <p:cNvPicPr preferRelativeResize="0"/>
          <p:nvPr/>
        </p:nvPicPr>
        <p:blipFill rotWithShape="1">
          <a:blip r:embed="rId3">
            <a:alphaModFix/>
          </a:blip>
          <a:srcRect b="15820" l="34608" r="12426" t="4840"/>
          <a:stretch/>
        </p:blipFill>
        <p:spPr>
          <a:xfrm flipH="1">
            <a:off x="1074566" y="1043662"/>
            <a:ext cx="3016076" cy="3014426"/>
          </a:xfrm>
          <a:prstGeom prst="rect">
            <a:avLst/>
          </a:prstGeom>
          <a:noFill/>
          <a:ln>
            <a:noFill/>
          </a:ln>
        </p:spPr>
      </p:pic>
      <p:grpSp>
        <p:nvGrpSpPr>
          <p:cNvPr id="873" name="Google Shape;873;p34"/>
          <p:cNvGrpSpPr/>
          <p:nvPr/>
        </p:nvGrpSpPr>
        <p:grpSpPr>
          <a:xfrm>
            <a:off x="935832" y="4262691"/>
            <a:ext cx="3293462" cy="92817"/>
            <a:chOff x="819025" y="3822075"/>
            <a:chExt cx="891450" cy="25125"/>
          </a:xfrm>
        </p:grpSpPr>
        <p:sp>
          <p:nvSpPr>
            <p:cNvPr id="874" name="Google Shape;874;p34"/>
            <p:cNvSpPr/>
            <p:nvPr/>
          </p:nvSpPr>
          <p:spPr>
            <a:xfrm>
              <a:off x="819025" y="3822375"/>
              <a:ext cx="891450" cy="24825"/>
            </a:xfrm>
            <a:custGeom>
              <a:rect b="b" l="l" r="r" t="t"/>
              <a:pathLst>
                <a:path extrusionOk="0" h="993" w="35658">
                  <a:moveTo>
                    <a:pt x="12093" y="0"/>
                  </a:moveTo>
                  <a:lnTo>
                    <a:pt x="11244" y="849"/>
                  </a:lnTo>
                  <a:lnTo>
                    <a:pt x="0" y="849"/>
                  </a:lnTo>
                  <a:lnTo>
                    <a:pt x="0" y="993"/>
                  </a:lnTo>
                  <a:lnTo>
                    <a:pt x="11304" y="993"/>
                  </a:lnTo>
                  <a:lnTo>
                    <a:pt x="12153" y="144"/>
                  </a:lnTo>
                  <a:lnTo>
                    <a:pt x="35658" y="144"/>
                  </a:lnTo>
                  <a:lnTo>
                    <a:pt x="3565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34"/>
            <p:cNvSpPr/>
            <p:nvPr/>
          </p:nvSpPr>
          <p:spPr>
            <a:xfrm>
              <a:off x="1235525" y="3823575"/>
              <a:ext cx="134825" cy="14025"/>
            </a:xfrm>
            <a:custGeom>
              <a:rect b="b" l="l" r="r" t="t"/>
              <a:pathLst>
                <a:path extrusionOk="0" h="561" w="5393">
                  <a:moveTo>
                    <a:pt x="5348" y="0"/>
                  </a:moveTo>
                  <a:lnTo>
                    <a:pt x="4852" y="497"/>
                  </a:lnTo>
                  <a:lnTo>
                    <a:pt x="509" y="497"/>
                  </a:lnTo>
                  <a:lnTo>
                    <a:pt x="44" y="32"/>
                  </a:lnTo>
                  <a:lnTo>
                    <a:pt x="0" y="80"/>
                  </a:lnTo>
                  <a:lnTo>
                    <a:pt x="481" y="561"/>
                  </a:lnTo>
                  <a:lnTo>
                    <a:pt x="4876" y="561"/>
                  </a:lnTo>
                  <a:lnTo>
                    <a:pt x="5392" y="48"/>
                  </a:lnTo>
                  <a:lnTo>
                    <a:pt x="534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34"/>
            <p:cNvSpPr/>
            <p:nvPr/>
          </p:nvSpPr>
          <p:spPr>
            <a:xfrm>
              <a:off x="1027875" y="3822075"/>
              <a:ext cx="23125" cy="13525"/>
            </a:xfrm>
            <a:custGeom>
              <a:rect b="b" l="l" r="r" t="t"/>
              <a:pathLst>
                <a:path extrusionOk="0" h="541" w="925">
                  <a:moveTo>
                    <a:pt x="609" y="0"/>
                  </a:moveTo>
                  <a:lnTo>
                    <a:pt x="0" y="541"/>
                  </a:lnTo>
                  <a:lnTo>
                    <a:pt x="321" y="541"/>
                  </a:lnTo>
                  <a:lnTo>
                    <a:pt x="92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34"/>
            <p:cNvSpPr/>
            <p:nvPr/>
          </p:nvSpPr>
          <p:spPr>
            <a:xfrm>
              <a:off x="1042475" y="3822075"/>
              <a:ext cx="23150" cy="13525"/>
            </a:xfrm>
            <a:custGeom>
              <a:rect b="b" l="l" r="r" t="t"/>
              <a:pathLst>
                <a:path extrusionOk="0" h="541" w="926">
                  <a:moveTo>
                    <a:pt x="609" y="0"/>
                  </a:moveTo>
                  <a:lnTo>
                    <a:pt x="1" y="541"/>
                  </a:lnTo>
                  <a:lnTo>
                    <a:pt x="321" y="541"/>
                  </a:lnTo>
                  <a:lnTo>
                    <a:pt x="92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34"/>
            <p:cNvSpPr/>
            <p:nvPr/>
          </p:nvSpPr>
          <p:spPr>
            <a:xfrm>
              <a:off x="1057100" y="3822075"/>
              <a:ext cx="23125" cy="13525"/>
            </a:xfrm>
            <a:custGeom>
              <a:rect b="b" l="l" r="r" t="t"/>
              <a:pathLst>
                <a:path extrusionOk="0" h="541" w="925">
                  <a:moveTo>
                    <a:pt x="609" y="0"/>
                  </a:moveTo>
                  <a:lnTo>
                    <a:pt x="0" y="541"/>
                  </a:lnTo>
                  <a:lnTo>
                    <a:pt x="316" y="541"/>
                  </a:lnTo>
                  <a:lnTo>
                    <a:pt x="92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34"/>
            <p:cNvSpPr/>
            <p:nvPr/>
          </p:nvSpPr>
          <p:spPr>
            <a:xfrm>
              <a:off x="1071700" y="3822075"/>
              <a:ext cx="23150" cy="13525"/>
            </a:xfrm>
            <a:custGeom>
              <a:rect b="b" l="l" r="r" t="t"/>
              <a:pathLst>
                <a:path extrusionOk="0" h="541" w="926">
                  <a:moveTo>
                    <a:pt x="605" y="0"/>
                  </a:moveTo>
                  <a:lnTo>
                    <a:pt x="1" y="541"/>
                  </a:lnTo>
                  <a:lnTo>
                    <a:pt x="317" y="541"/>
                  </a:lnTo>
                  <a:lnTo>
                    <a:pt x="92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34"/>
            <p:cNvSpPr/>
            <p:nvPr/>
          </p:nvSpPr>
          <p:spPr>
            <a:xfrm>
              <a:off x="1086300" y="3822075"/>
              <a:ext cx="23150" cy="13525"/>
            </a:xfrm>
            <a:custGeom>
              <a:rect b="b" l="l" r="r" t="t"/>
              <a:pathLst>
                <a:path extrusionOk="0" h="541" w="926">
                  <a:moveTo>
                    <a:pt x="605" y="0"/>
                  </a:moveTo>
                  <a:lnTo>
                    <a:pt x="1" y="541"/>
                  </a:lnTo>
                  <a:lnTo>
                    <a:pt x="317" y="541"/>
                  </a:lnTo>
                  <a:lnTo>
                    <a:pt x="92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35"/>
          <p:cNvSpPr txBox="1"/>
          <p:nvPr>
            <p:ph type="title"/>
          </p:nvPr>
        </p:nvSpPr>
        <p:spPr>
          <a:xfrm>
            <a:off x="1320300" y="2096633"/>
            <a:ext cx="6503400" cy="105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OBJECTIVES</a:t>
            </a:r>
            <a:endParaRPr/>
          </a:p>
        </p:txBody>
      </p:sp>
      <p:sp>
        <p:nvSpPr>
          <p:cNvPr id="886" name="Google Shape;886;p35"/>
          <p:cNvSpPr txBox="1"/>
          <p:nvPr>
            <p:ph idx="2" type="title"/>
          </p:nvPr>
        </p:nvSpPr>
        <p:spPr>
          <a:xfrm>
            <a:off x="3915450" y="1163052"/>
            <a:ext cx="1313100" cy="77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887" name="Google Shape;887;p35"/>
          <p:cNvSpPr txBox="1"/>
          <p:nvPr>
            <p:ph idx="1" type="subTitle"/>
          </p:nvPr>
        </p:nvSpPr>
        <p:spPr>
          <a:xfrm>
            <a:off x="3052350" y="3267278"/>
            <a:ext cx="3039300" cy="699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You </a:t>
            </a:r>
            <a:r>
              <a:rPr lang="en"/>
              <a:t>can</a:t>
            </a:r>
            <a:r>
              <a:rPr lang="en"/>
              <a:t> enter a subtitle here if you need it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cxnSp>
        <p:nvCxnSpPr>
          <p:cNvPr id="892" name="Google Shape;892;p36"/>
          <p:cNvCxnSpPr>
            <a:stCxn id="893" idx="6"/>
            <a:endCxn id="894" idx="2"/>
          </p:cNvCxnSpPr>
          <p:nvPr/>
        </p:nvCxnSpPr>
        <p:spPr>
          <a:xfrm>
            <a:off x="2039709" y="2653590"/>
            <a:ext cx="1144500" cy="0"/>
          </a:xfrm>
          <a:prstGeom prst="straightConnector1">
            <a:avLst/>
          </a:prstGeom>
          <a:noFill/>
          <a:ln cap="rnd" cmpd="sng" w="28575">
            <a:solidFill>
              <a:schemeClr val="accent1"/>
            </a:solidFill>
            <a:prstDash val="solid"/>
            <a:round/>
            <a:headEnd len="med" w="med" type="none"/>
            <a:tailEnd len="med" w="med" type="none"/>
          </a:ln>
        </p:spPr>
      </p:cxnSp>
      <p:sp>
        <p:nvSpPr>
          <p:cNvPr id="895" name="Google Shape;895;p36"/>
          <p:cNvSpPr txBox="1"/>
          <p:nvPr>
            <p:ph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PROBLEM STATEMENT</a:t>
            </a:r>
            <a:endParaRPr/>
          </a:p>
        </p:txBody>
      </p:sp>
      <p:sp>
        <p:nvSpPr>
          <p:cNvPr id="896" name="Google Shape;896;p36"/>
          <p:cNvSpPr txBox="1"/>
          <p:nvPr>
            <p:ph idx="4294967295" type="subTitle"/>
          </p:nvPr>
        </p:nvSpPr>
        <p:spPr>
          <a:xfrm flipH="1">
            <a:off x="722409" y="3274489"/>
            <a:ext cx="18165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chemeClr val="dk2"/>
                </a:solidFill>
                <a:latin typeface="Orbitron"/>
                <a:ea typeface="Orbitron"/>
                <a:cs typeface="Orbitron"/>
                <a:sym typeface="Orbitron"/>
              </a:rPr>
              <a:t>VENUS</a:t>
            </a:r>
            <a:endParaRPr b="1" sz="2200">
              <a:solidFill>
                <a:schemeClr val="dk2"/>
              </a:solidFill>
              <a:latin typeface="Orbitron"/>
              <a:ea typeface="Orbitron"/>
              <a:cs typeface="Orbitron"/>
              <a:sym typeface="Orbitron"/>
            </a:endParaRPr>
          </a:p>
        </p:txBody>
      </p:sp>
      <p:sp>
        <p:nvSpPr>
          <p:cNvPr id="897" name="Google Shape;897;p36"/>
          <p:cNvSpPr txBox="1"/>
          <p:nvPr>
            <p:ph idx="4294967295" type="subTitle"/>
          </p:nvPr>
        </p:nvSpPr>
        <p:spPr>
          <a:xfrm flipH="1">
            <a:off x="722409" y="3759205"/>
            <a:ext cx="1816500" cy="49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Venus has a beautiful name</a:t>
            </a:r>
            <a:endParaRPr/>
          </a:p>
        </p:txBody>
      </p:sp>
      <p:sp>
        <p:nvSpPr>
          <p:cNvPr id="898" name="Google Shape;898;p36"/>
          <p:cNvSpPr txBox="1"/>
          <p:nvPr>
            <p:ph idx="4294967295" type="subTitle"/>
          </p:nvPr>
        </p:nvSpPr>
        <p:spPr>
          <a:xfrm flipH="1">
            <a:off x="4647403" y="3274489"/>
            <a:ext cx="18165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chemeClr val="dk2"/>
                </a:solidFill>
                <a:latin typeface="Orbitron"/>
                <a:ea typeface="Orbitron"/>
                <a:cs typeface="Orbitron"/>
                <a:sym typeface="Orbitron"/>
              </a:rPr>
              <a:t>MERCURY</a:t>
            </a:r>
            <a:endParaRPr b="1" sz="2200">
              <a:solidFill>
                <a:schemeClr val="dk2"/>
              </a:solidFill>
              <a:latin typeface="Orbitron"/>
              <a:ea typeface="Orbitron"/>
              <a:cs typeface="Orbitron"/>
              <a:sym typeface="Orbitron"/>
            </a:endParaRPr>
          </a:p>
        </p:txBody>
      </p:sp>
      <p:sp>
        <p:nvSpPr>
          <p:cNvPr id="899" name="Google Shape;899;p36"/>
          <p:cNvSpPr txBox="1"/>
          <p:nvPr>
            <p:ph idx="4294967295" type="subTitle"/>
          </p:nvPr>
        </p:nvSpPr>
        <p:spPr>
          <a:xfrm flipH="1">
            <a:off x="4647403" y="3759205"/>
            <a:ext cx="1816500" cy="49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Mercury is the smallest planet</a:t>
            </a:r>
            <a:endParaRPr/>
          </a:p>
        </p:txBody>
      </p:sp>
      <p:sp>
        <p:nvSpPr>
          <p:cNvPr id="900" name="Google Shape;900;p36"/>
          <p:cNvSpPr txBox="1"/>
          <p:nvPr>
            <p:ph idx="4294967295" type="subTitle"/>
          </p:nvPr>
        </p:nvSpPr>
        <p:spPr>
          <a:xfrm flipH="1">
            <a:off x="2684906" y="3274489"/>
            <a:ext cx="18165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chemeClr val="dk2"/>
                </a:solidFill>
                <a:latin typeface="Orbitron"/>
                <a:ea typeface="Orbitron"/>
                <a:cs typeface="Orbitron"/>
                <a:sym typeface="Orbitron"/>
              </a:rPr>
              <a:t>MARS</a:t>
            </a:r>
            <a:endParaRPr b="1" sz="2200">
              <a:solidFill>
                <a:schemeClr val="dk2"/>
              </a:solidFill>
              <a:latin typeface="Orbitron"/>
              <a:ea typeface="Orbitron"/>
              <a:cs typeface="Orbitron"/>
              <a:sym typeface="Orbitron"/>
            </a:endParaRPr>
          </a:p>
        </p:txBody>
      </p:sp>
      <p:sp>
        <p:nvSpPr>
          <p:cNvPr id="901" name="Google Shape;901;p36"/>
          <p:cNvSpPr txBox="1"/>
          <p:nvPr>
            <p:ph idx="4294967295" type="subTitle"/>
          </p:nvPr>
        </p:nvSpPr>
        <p:spPr>
          <a:xfrm flipH="1">
            <a:off x="2684906" y="3759205"/>
            <a:ext cx="1816500" cy="49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Mars is actually a very cold place</a:t>
            </a:r>
            <a:endParaRPr/>
          </a:p>
        </p:txBody>
      </p:sp>
      <p:sp>
        <p:nvSpPr>
          <p:cNvPr id="902" name="Google Shape;902;p36"/>
          <p:cNvSpPr txBox="1"/>
          <p:nvPr>
            <p:ph idx="4294967295" type="subTitle"/>
          </p:nvPr>
        </p:nvSpPr>
        <p:spPr>
          <a:xfrm flipH="1">
            <a:off x="6609900" y="3274489"/>
            <a:ext cx="18165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chemeClr val="dk2"/>
                </a:solidFill>
                <a:latin typeface="Orbitron"/>
                <a:ea typeface="Orbitron"/>
                <a:cs typeface="Orbitron"/>
                <a:sym typeface="Orbitron"/>
              </a:rPr>
              <a:t>NEPTUNE</a:t>
            </a:r>
            <a:endParaRPr b="1" sz="2200">
              <a:solidFill>
                <a:schemeClr val="dk2"/>
              </a:solidFill>
              <a:latin typeface="Orbitron"/>
              <a:ea typeface="Orbitron"/>
              <a:cs typeface="Orbitron"/>
              <a:sym typeface="Orbitron"/>
            </a:endParaRPr>
          </a:p>
        </p:txBody>
      </p:sp>
      <p:sp>
        <p:nvSpPr>
          <p:cNvPr id="903" name="Google Shape;903;p36"/>
          <p:cNvSpPr txBox="1"/>
          <p:nvPr>
            <p:ph idx="4294967295" type="subTitle"/>
          </p:nvPr>
        </p:nvSpPr>
        <p:spPr>
          <a:xfrm flipH="1">
            <a:off x="6609900" y="3759205"/>
            <a:ext cx="1816500" cy="49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Neptune is far away from Earth</a:t>
            </a:r>
            <a:endParaRPr/>
          </a:p>
        </p:txBody>
      </p:sp>
      <p:sp>
        <p:nvSpPr>
          <p:cNvPr id="893" name="Google Shape;893;p36"/>
          <p:cNvSpPr/>
          <p:nvPr/>
        </p:nvSpPr>
        <p:spPr>
          <a:xfrm>
            <a:off x="1221609" y="2244540"/>
            <a:ext cx="818100" cy="8181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36"/>
          <p:cNvSpPr/>
          <p:nvPr/>
        </p:nvSpPr>
        <p:spPr>
          <a:xfrm>
            <a:off x="3184106" y="2244540"/>
            <a:ext cx="818100" cy="8181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36"/>
          <p:cNvSpPr/>
          <p:nvPr/>
        </p:nvSpPr>
        <p:spPr>
          <a:xfrm>
            <a:off x="5146603" y="2244540"/>
            <a:ext cx="818100" cy="8181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36"/>
          <p:cNvSpPr/>
          <p:nvPr/>
        </p:nvSpPr>
        <p:spPr>
          <a:xfrm>
            <a:off x="7109100" y="2244540"/>
            <a:ext cx="818100" cy="8181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36"/>
          <p:cNvSpPr txBox="1"/>
          <p:nvPr>
            <p:ph idx="4294967295" type="subTitle"/>
          </p:nvPr>
        </p:nvSpPr>
        <p:spPr>
          <a:xfrm flipH="1">
            <a:off x="858459" y="1543424"/>
            <a:ext cx="15444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000">
                <a:latin typeface="Orbitron"/>
                <a:ea typeface="Orbitron"/>
                <a:cs typeface="Orbitron"/>
                <a:sym typeface="Orbitron"/>
              </a:rPr>
              <a:t>01</a:t>
            </a:r>
            <a:endParaRPr b="1" sz="3000">
              <a:latin typeface="Orbitron"/>
              <a:ea typeface="Orbitron"/>
              <a:cs typeface="Orbitron"/>
              <a:sym typeface="Orbitron"/>
            </a:endParaRPr>
          </a:p>
        </p:txBody>
      </p:sp>
      <p:sp>
        <p:nvSpPr>
          <p:cNvPr id="907" name="Google Shape;907;p36"/>
          <p:cNvSpPr txBox="1"/>
          <p:nvPr>
            <p:ph idx="4294967295" type="subTitle"/>
          </p:nvPr>
        </p:nvSpPr>
        <p:spPr>
          <a:xfrm flipH="1">
            <a:off x="4783453" y="1543424"/>
            <a:ext cx="15444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000">
                <a:latin typeface="Orbitron"/>
                <a:ea typeface="Orbitron"/>
                <a:cs typeface="Orbitron"/>
                <a:sym typeface="Orbitron"/>
              </a:rPr>
              <a:t>03</a:t>
            </a:r>
            <a:endParaRPr b="1" sz="3000">
              <a:latin typeface="Orbitron"/>
              <a:ea typeface="Orbitron"/>
              <a:cs typeface="Orbitron"/>
              <a:sym typeface="Orbitron"/>
            </a:endParaRPr>
          </a:p>
        </p:txBody>
      </p:sp>
      <p:sp>
        <p:nvSpPr>
          <p:cNvPr id="908" name="Google Shape;908;p36"/>
          <p:cNvSpPr txBox="1"/>
          <p:nvPr>
            <p:ph idx="4294967295" type="subTitle"/>
          </p:nvPr>
        </p:nvSpPr>
        <p:spPr>
          <a:xfrm flipH="1">
            <a:off x="2820956" y="1543424"/>
            <a:ext cx="15444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000">
                <a:latin typeface="Orbitron"/>
                <a:ea typeface="Orbitron"/>
                <a:cs typeface="Orbitron"/>
                <a:sym typeface="Orbitron"/>
              </a:rPr>
              <a:t>02</a:t>
            </a:r>
            <a:endParaRPr b="1" sz="3000">
              <a:latin typeface="Orbitron"/>
              <a:ea typeface="Orbitron"/>
              <a:cs typeface="Orbitron"/>
              <a:sym typeface="Orbitron"/>
            </a:endParaRPr>
          </a:p>
        </p:txBody>
      </p:sp>
      <p:sp>
        <p:nvSpPr>
          <p:cNvPr id="909" name="Google Shape;909;p36"/>
          <p:cNvSpPr txBox="1"/>
          <p:nvPr>
            <p:ph idx="4294967295" type="subTitle"/>
          </p:nvPr>
        </p:nvSpPr>
        <p:spPr>
          <a:xfrm flipH="1">
            <a:off x="6745950" y="1543424"/>
            <a:ext cx="15444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000">
                <a:latin typeface="Orbitron"/>
                <a:ea typeface="Orbitron"/>
                <a:cs typeface="Orbitron"/>
                <a:sym typeface="Orbitron"/>
              </a:rPr>
              <a:t>04</a:t>
            </a:r>
            <a:endParaRPr b="1" sz="3000">
              <a:latin typeface="Orbitron"/>
              <a:ea typeface="Orbitron"/>
              <a:cs typeface="Orbitron"/>
              <a:sym typeface="Orbitron"/>
            </a:endParaRPr>
          </a:p>
        </p:txBody>
      </p:sp>
      <p:cxnSp>
        <p:nvCxnSpPr>
          <p:cNvPr id="910" name="Google Shape;910;p36"/>
          <p:cNvCxnSpPr>
            <a:stCxn id="894" idx="6"/>
            <a:endCxn id="904" idx="2"/>
          </p:cNvCxnSpPr>
          <p:nvPr/>
        </p:nvCxnSpPr>
        <p:spPr>
          <a:xfrm>
            <a:off x="4002206" y="2653590"/>
            <a:ext cx="1144500" cy="0"/>
          </a:xfrm>
          <a:prstGeom prst="straightConnector1">
            <a:avLst/>
          </a:prstGeom>
          <a:noFill/>
          <a:ln cap="rnd" cmpd="sng" w="28575">
            <a:solidFill>
              <a:schemeClr val="accent1"/>
            </a:solidFill>
            <a:prstDash val="solid"/>
            <a:round/>
            <a:headEnd len="med" w="med" type="none"/>
            <a:tailEnd len="med" w="med" type="none"/>
          </a:ln>
        </p:spPr>
      </p:cxnSp>
      <p:cxnSp>
        <p:nvCxnSpPr>
          <p:cNvPr id="911" name="Google Shape;911;p36"/>
          <p:cNvCxnSpPr>
            <a:stCxn id="904" idx="6"/>
            <a:endCxn id="905" idx="2"/>
          </p:cNvCxnSpPr>
          <p:nvPr/>
        </p:nvCxnSpPr>
        <p:spPr>
          <a:xfrm>
            <a:off x="5964703" y="2653590"/>
            <a:ext cx="1144500" cy="0"/>
          </a:xfrm>
          <a:prstGeom prst="straightConnector1">
            <a:avLst/>
          </a:prstGeom>
          <a:noFill/>
          <a:ln cap="rnd" cmpd="sng" w="28575">
            <a:solidFill>
              <a:schemeClr val="accent1"/>
            </a:solidFill>
            <a:prstDash val="solid"/>
            <a:round/>
            <a:headEnd len="med" w="med" type="none"/>
            <a:tailEnd len="med" w="med" type="none"/>
          </a:ln>
        </p:spPr>
      </p:cxnSp>
      <p:grpSp>
        <p:nvGrpSpPr>
          <p:cNvPr id="912" name="Google Shape;912;p36"/>
          <p:cNvGrpSpPr/>
          <p:nvPr/>
        </p:nvGrpSpPr>
        <p:grpSpPr>
          <a:xfrm>
            <a:off x="3423503" y="2483964"/>
            <a:ext cx="339306" cy="339253"/>
            <a:chOff x="2685825" y="840375"/>
            <a:chExt cx="481900" cy="481825"/>
          </a:xfrm>
        </p:grpSpPr>
        <p:sp>
          <p:nvSpPr>
            <p:cNvPr id="913" name="Google Shape;913;p36"/>
            <p:cNvSpPr/>
            <p:nvPr/>
          </p:nvSpPr>
          <p:spPr>
            <a:xfrm>
              <a:off x="2685825" y="840375"/>
              <a:ext cx="481900" cy="481825"/>
            </a:xfrm>
            <a:custGeom>
              <a:rect b="b" l="l" r="r" t="t"/>
              <a:pathLst>
                <a:path extrusionOk="0" h="19273" w="19276">
                  <a:moveTo>
                    <a:pt x="9600" y="4592"/>
                  </a:moveTo>
                  <a:cubicBezTo>
                    <a:pt x="12403" y="4592"/>
                    <a:pt x="14683" y="6872"/>
                    <a:pt x="14683" y="9675"/>
                  </a:cubicBezTo>
                  <a:cubicBezTo>
                    <a:pt x="14683" y="12476"/>
                    <a:pt x="12403" y="14755"/>
                    <a:pt x="9600" y="14755"/>
                  </a:cubicBezTo>
                  <a:cubicBezTo>
                    <a:pt x="6799" y="14755"/>
                    <a:pt x="4520" y="12476"/>
                    <a:pt x="4520" y="9675"/>
                  </a:cubicBezTo>
                  <a:cubicBezTo>
                    <a:pt x="4520" y="6872"/>
                    <a:pt x="6799" y="4592"/>
                    <a:pt x="9600" y="4592"/>
                  </a:cubicBezTo>
                  <a:close/>
                  <a:moveTo>
                    <a:pt x="8471" y="0"/>
                  </a:moveTo>
                  <a:cubicBezTo>
                    <a:pt x="8212" y="0"/>
                    <a:pt x="7986" y="175"/>
                    <a:pt x="7923" y="428"/>
                  </a:cubicBezTo>
                  <a:lnTo>
                    <a:pt x="7691" y="1427"/>
                  </a:lnTo>
                  <a:cubicBezTo>
                    <a:pt x="6778" y="1635"/>
                    <a:pt x="5908" y="1993"/>
                    <a:pt x="5116" y="2490"/>
                  </a:cubicBezTo>
                  <a:lnTo>
                    <a:pt x="4300" y="2002"/>
                  </a:lnTo>
                  <a:cubicBezTo>
                    <a:pt x="4210" y="1949"/>
                    <a:pt x="4110" y="1922"/>
                    <a:pt x="4010" y="1922"/>
                  </a:cubicBezTo>
                  <a:cubicBezTo>
                    <a:pt x="3864" y="1922"/>
                    <a:pt x="3719" y="1978"/>
                    <a:pt x="3611" y="2087"/>
                  </a:cubicBezTo>
                  <a:lnTo>
                    <a:pt x="2015" y="3683"/>
                  </a:lnTo>
                  <a:cubicBezTo>
                    <a:pt x="1831" y="3866"/>
                    <a:pt x="1798" y="4153"/>
                    <a:pt x="1930" y="4372"/>
                  </a:cubicBezTo>
                  <a:lnTo>
                    <a:pt x="2418" y="5188"/>
                  </a:lnTo>
                  <a:cubicBezTo>
                    <a:pt x="1921" y="5980"/>
                    <a:pt x="1563" y="6851"/>
                    <a:pt x="1355" y="7766"/>
                  </a:cubicBezTo>
                  <a:lnTo>
                    <a:pt x="431" y="7995"/>
                  </a:lnTo>
                  <a:cubicBezTo>
                    <a:pt x="178" y="8058"/>
                    <a:pt x="0" y="8284"/>
                    <a:pt x="3" y="8546"/>
                  </a:cubicBezTo>
                  <a:lnTo>
                    <a:pt x="3" y="10804"/>
                  </a:lnTo>
                  <a:cubicBezTo>
                    <a:pt x="0" y="11060"/>
                    <a:pt x="178" y="11286"/>
                    <a:pt x="428" y="11349"/>
                  </a:cubicBezTo>
                  <a:lnTo>
                    <a:pt x="1352" y="11581"/>
                  </a:lnTo>
                  <a:cubicBezTo>
                    <a:pt x="1560" y="12494"/>
                    <a:pt x="1921" y="13364"/>
                    <a:pt x="2418" y="14159"/>
                  </a:cubicBezTo>
                  <a:lnTo>
                    <a:pt x="1927" y="14972"/>
                  </a:lnTo>
                  <a:cubicBezTo>
                    <a:pt x="1795" y="15195"/>
                    <a:pt x="1831" y="15478"/>
                    <a:pt x="2012" y="15662"/>
                  </a:cubicBezTo>
                  <a:lnTo>
                    <a:pt x="3611" y="17261"/>
                  </a:lnTo>
                  <a:cubicBezTo>
                    <a:pt x="3720" y="17368"/>
                    <a:pt x="3864" y="17424"/>
                    <a:pt x="4011" y="17424"/>
                  </a:cubicBezTo>
                  <a:cubicBezTo>
                    <a:pt x="4110" y="17424"/>
                    <a:pt x="4210" y="17398"/>
                    <a:pt x="4300" y="17345"/>
                  </a:cubicBezTo>
                  <a:lnTo>
                    <a:pt x="5113" y="16854"/>
                  </a:lnTo>
                  <a:cubicBezTo>
                    <a:pt x="5908" y="17351"/>
                    <a:pt x="6778" y="17712"/>
                    <a:pt x="7691" y="17920"/>
                  </a:cubicBezTo>
                  <a:lnTo>
                    <a:pt x="7923" y="18844"/>
                  </a:lnTo>
                  <a:cubicBezTo>
                    <a:pt x="7983" y="19094"/>
                    <a:pt x="8212" y="19272"/>
                    <a:pt x="8471" y="19272"/>
                  </a:cubicBezTo>
                  <a:lnTo>
                    <a:pt x="10729" y="19272"/>
                  </a:lnTo>
                  <a:cubicBezTo>
                    <a:pt x="10988" y="19272"/>
                    <a:pt x="11214" y="19097"/>
                    <a:pt x="11277" y="18844"/>
                  </a:cubicBezTo>
                  <a:lnTo>
                    <a:pt x="11509" y="17920"/>
                  </a:lnTo>
                  <a:cubicBezTo>
                    <a:pt x="12421" y="17712"/>
                    <a:pt x="13292" y="17354"/>
                    <a:pt x="14084" y="16857"/>
                  </a:cubicBezTo>
                  <a:lnTo>
                    <a:pt x="14900" y="17345"/>
                  </a:lnTo>
                  <a:cubicBezTo>
                    <a:pt x="14989" y="17399"/>
                    <a:pt x="15090" y="17425"/>
                    <a:pt x="15190" y="17425"/>
                  </a:cubicBezTo>
                  <a:cubicBezTo>
                    <a:pt x="15336" y="17425"/>
                    <a:pt x="15480" y="17369"/>
                    <a:pt x="15589" y="17261"/>
                  </a:cubicBezTo>
                  <a:lnTo>
                    <a:pt x="17185" y="15665"/>
                  </a:lnTo>
                  <a:cubicBezTo>
                    <a:pt x="17369" y="15481"/>
                    <a:pt x="17402" y="15195"/>
                    <a:pt x="17270" y="14975"/>
                  </a:cubicBezTo>
                  <a:lnTo>
                    <a:pt x="16782" y="14159"/>
                  </a:lnTo>
                  <a:cubicBezTo>
                    <a:pt x="17279" y="13367"/>
                    <a:pt x="17637" y="12497"/>
                    <a:pt x="17845" y="11584"/>
                  </a:cubicBezTo>
                  <a:lnTo>
                    <a:pt x="18844" y="11352"/>
                  </a:lnTo>
                  <a:cubicBezTo>
                    <a:pt x="19097" y="11289"/>
                    <a:pt x="19275" y="11063"/>
                    <a:pt x="19275" y="10804"/>
                  </a:cubicBezTo>
                  <a:lnTo>
                    <a:pt x="19275" y="8546"/>
                  </a:lnTo>
                  <a:cubicBezTo>
                    <a:pt x="19275" y="8287"/>
                    <a:pt x="19097" y="8061"/>
                    <a:pt x="18847" y="7998"/>
                  </a:cubicBezTo>
                  <a:lnTo>
                    <a:pt x="17848" y="7766"/>
                  </a:lnTo>
                  <a:cubicBezTo>
                    <a:pt x="17640" y="6854"/>
                    <a:pt x="17279" y="5983"/>
                    <a:pt x="16782" y="5188"/>
                  </a:cubicBezTo>
                  <a:lnTo>
                    <a:pt x="17273" y="4375"/>
                  </a:lnTo>
                  <a:cubicBezTo>
                    <a:pt x="17405" y="4153"/>
                    <a:pt x="17369" y="3869"/>
                    <a:pt x="17188" y="3686"/>
                  </a:cubicBezTo>
                  <a:lnTo>
                    <a:pt x="15589" y="2090"/>
                  </a:lnTo>
                  <a:cubicBezTo>
                    <a:pt x="15480" y="1980"/>
                    <a:pt x="15335" y="1923"/>
                    <a:pt x="15188" y="1923"/>
                  </a:cubicBezTo>
                  <a:cubicBezTo>
                    <a:pt x="15089" y="1923"/>
                    <a:pt x="14989" y="1949"/>
                    <a:pt x="14900" y="2002"/>
                  </a:cubicBezTo>
                  <a:lnTo>
                    <a:pt x="14087" y="2493"/>
                  </a:lnTo>
                  <a:cubicBezTo>
                    <a:pt x="13292" y="1996"/>
                    <a:pt x="12421" y="1635"/>
                    <a:pt x="11509" y="1427"/>
                  </a:cubicBezTo>
                  <a:lnTo>
                    <a:pt x="11277" y="428"/>
                  </a:lnTo>
                  <a:cubicBezTo>
                    <a:pt x="11217" y="178"/>
                    <a:pt x="10988" y="0"/>
                    <a:pt x="107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14" name="Google Shape;914;p36"/>
            <p:cNvSpPr/>
            <p:nvPr/>
          </p:nvSpPr>
          <p:spPr>
            <a:xfrm>
              <a:off x="2819200" y="983400"/>
              <a:ext cx="205475" cy="197625"/>
            </a:xfrm>
            <a:custGeom>
              <a:rect b="b" l="l" r="r" t="t"/>
              <a:pathLst>
                <a:path extrusionOk="0" h="7905" w="8219">
                  <a:moveTo>
                    <a:pt x="4265" y="1129"/>
                  </a:moveTo>
                  <a:cubicBezTo>
                    <a:pt x="4629" y="1129"/>
                    <a:pt x="4996" y="1199"/>
                    <a:pt x="5346" y="1343"/>
                  </a:cubicBezTo>
                  <a:cubicBezTo>
                    <a:pt x="6400" y="1780"/>
                    <a:pt x="7089" y="2810"/>
                    <a:pt x="7089" y="3954"/>
                  </a:cubicBezTo>
                  <a:cubicBezTo>
                    <a:pt x="7086" y="5511"/>
                    <a:pt x="5825" y="6773"/>
                    <a:pt x="4265" y="6776"/>
                  </a:cubicBezTo>
                  <a:cubicBezTo>
                    <a:pt x="3124" y="6776"/>
                    <a:pt x="2094" y="6089"/>
                    <a:pt x="1657" y="5032"/>
                  </a:cubicBezTo>
                  <a:cubicBezTo>
                    <a:pt x="1221" y="3978"/>
                    <a:pt x="1461" y="2765"/>
                    <a:pt x="2268" y="1958"/>
                  </a:cubicBezTo>
                  <a:cubicBezTo>
                    <a:pt x="2808" y="1416"/>
                    <a:pt x="3530" y="1129"/>
                    <a:pt x="4265" y="1129"/>
                  </a:cubicBezTo>
                  <a:close/>
                  <a:moveTo>
                    <a:pt x="4265" y="0"/>
                  </a:moveTo>
                  <a:cubicBezTo>
                    <a:pt x="2666" y="0"/>
                    <a:pt x="1227" y="964"/>
                    <a:pt x="612" y="2440"/>
                  </a:cubicBezTo>
                  <a:cubicBezTo>
                    <a:pt x="1" y="3918"/>
                    <a:pt x="341" y="5616"/>
                    <a:pt x="1470" y="6749"/>
                  </a:cubicBezTo>
                  <a:cubicBezTo>
                    <a:pt x="2226" y="7504"/>
                    <a:pt x="3237" y="7905"/>
                    <a:pt x="4265" y="7905"/>
                  </a:cubicBezTo>
                  <a:cubicBezTo>
                    <a:pt x="4774" y="7905"/>
                    <a:pt x="5288" y="7806"/>
                    <a:pt x="5777" y="7604"/>
                  </a:cubicBezTo>
                  <a:cubicBezTo>
                    <a:pt x="7255" y="6993"/>
                    <a:pt x="8219" y="5550"/>
                    <a:pt x="8219" y="3954"/>
                  </a:cubicBezTo>
                  <a:cubicBezTo>
                    <a:pt x="8216" y="1771"/>
                    <a:pt x="6448" y="3"/>
                    <a:pt x="426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915" name="Google Shape;915;p36"/>
          <p:cNvGrpSpPr/>
          <p:nvPr/>
        </p:nvGrpSpPr>
        <p:grpSpPr>
          <a:xfrm>
            <a:off x="7342935" y="2483647"/>
            <a:ext cx="350431" cy="339887"/>
            <a:chOff x="3270675" y="841800"/>
            <a:chExt cx="497700" cy="482725"/>
          </a:xfrm>
        </p:grpSpPr>
        <p:sp>
          <p:nvSpPr>
            <p:cNvPr id="916" name="Google Shape;916;p36"/>
            <p:cNvSpPr/>
            <p:nvPr/>
          </p:nvSpPr>
          <p:spPr>
            <a:xfrm>
              <a:off x="3270675" y="902000"/>
              <a:ext cx="447125" cy="422525"/>
            </a:xfrm>
            <a:custGeom>
              <a:rect b="b" l="l" r="r" t="t"/>
              <a:pathLst>
                <a:path extrusionOk="0" h="16901" w="17885">
                  <a:moveTo>
                    <a:pt x="3454" y="0"/>
                  </a:moveTo>
                  <a:cubicBezTo>
                    <a:pt x="3343" y="0"/>
                    <a:pt x="3231" y="40"/>
                    <a:pt x="3141" y="122"/>
                  </a:cubicBezTo>
                  <a:cubicBezTo>
                    <a:pt x="1160" y="1940"/>
                    <a:pt x="0" y="4548"/>
                    <a:pt x="0" y="7246"/>
                  </a:cubicBezTo>
                  <a:cubicBezTo>
                    <a:pt x="0" y="12579"/>
                    <a:pt x="4325" y="16900"/>
                    <a:pt x="9657" y="16900"/>
                  </a:cubicBezTo>
                  <a:cubicBezTo>
                    <a:pt x="10907" y="16900"/>
                    <a:pt x="12175" y="16662"/>
                    <a:pt x="13331" y="16178"/>
                  </a:cubicBezTo>
                  <a:cubicBezTo>
                    <a:pt x="15126" y="15434"/>
                    <a:pt x="16659" y="14169"/>
                    <a:pt x="17728" y="12546"/>
                  </a:cubicBezTo>
                  <a:cubicBezTo>
                    <a:pt x="17884" y="12305"/>
                    <a:pt x="17788" y="11983"/>
                    <a:pt x="17526" y="11866"/>
                  </a:cubicBezTo>
                  <a:lnTo>
                    <a:pt x="9158" y="8171"/>
                  </a:lnTo>
                  <a:cubicBezTo>
                    <a:pt x="9016" y="8108"/>
                    <a:pt x="8896" y="8005"/>
                    <a:pt x="8811" y="7876"/>
                  </a:cubicBezTo>
                  <a:lnTo>
                    <a:pt x="8405" y="7246"/>
                  </a:lnTo>
                  <a:lnTo>
                    <a:pt x="3846" y="212"/>
                  </a:lnTo>
                  <a:cubicBezTo>
                    <a:pt x="3756" y="73"/>
                    <a:pt x="3606" y="0"/>
                    <a:pt x="34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17" name="Google Shape;917;p36"/>
            <p:cNvSpPr/>
            <p:nvPr/>
          </p:nvSpPr>
          <p:spPr>
            <a:xfrm>
              <a:off x="3385250" y="841800"/>
              <a:ext cx="279700" cy="220925"/>
            </a:xfrm>
            <a:custGeom>
              <a:rect b="b" l="l" r="r" t="t"/>
              <a:pathLst>
                <a:path extrusionOk="0" h="8837" w="11188">
                  <a:moveTo>
                    <a:pt x="5070" y="0"/>
                  </a:moveTo>
                  <a:cubicBezTo>
                    <a:pt x="3434" y="0"/>
                    <a:pt x="1792" y="415"/>
                    <a:pt x="308" y="1256"/>
                  </a:cubicBezTo>
                  <a:cubicBezTo>
                    <a:pt x="76" y="1388"/>
                    <a:pt x="1" y="1690"/>
                    <a:pt x="148" y="1912"/>
                  </a:cubicBezTo>
                  <a:lnTo>
                    <a:pt x="4532" y="8676"/>
                  </a:lnTo>
                  <a:cubicBezTo>
                    <a:pt x="4601" y="8781"/>
                    <a:pt x="4714" y="8837"/>
                    <a:pt x="4828" y="8837"/>
                  </a:cubicBezTo>
                  <a:cubicBezTo>
                    <a:pt x="4919" y="8837"/>
                    <a:pt x="5010" y="8802"/>
                    <a:pt x="5081" y="8730"/>
                  </a:cubicBezTo>
                  <a:lnTo>
                    <a:pt x="10992" y="2683"/>
                  </a:lnTo>
                  <a:cubicBezTo>
                    <a:pt x="11187" y="2482"/>
                    <a:pt x="11163" y="2156"/>
                    <a:pt x="10940" y="1988"/>
                  </a:cubicBezTo>
                  <a:cubicBezTo>
                    <a:pt x="9218" y="670"/>
                    <a:pt x="7149" y="0"/>
                    <a:pt x="507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18" name="Google Shape;918;p36"/>
            <p:cNvSpPr/>
            <p:nvPr/>
          </p:nvSpPr>
          <p:spPr>
            <a:xfrm>
              <a:off x="3530100" y="924750"/>
              <a:ext cx="238275" cy="250200"/>
            </a:xfrm>
            <a:custGeom>
              <a:rect b="b" l="l" r="r" t="t"/>
              <a:pathLst>
                <a:path extrusionOk="0" h="10008" w="9531">
                  <a:moveTo>
                    <a:pt x="6350" y="1"/>
                  </a:moveTo>
                  <a:cubicBezTo>
                    <a:pt x="6230" y="1"/>
                    <a:pt x="6108" y="47"/>
                    <a:pt x="6017" y="142"/>
                  </a:cubicBezTo>
                  <a:lnTo>
                    <a:pt x="172" y="6123"/>
                  </a:lnTo>
                  <a:cubicBezTo>
                    <a:pt x="0" y="6297"/>
                    <a:pt x="57" y="6589"/>
                    <a:pt x="283" y="6689"/>
                  </a:cubicBezTo>
                  <a:lnTo>
                    <a:pt x="7706" y="9968"/>
                  </a:lnTo>
                  <a:cubicBezTo>
                    <a:pt x="7767" y="9995"/>
                    <a:pt x="7830" y="10007"/>
                    <a:pt x="7893" y="10007"/>
                  </a:cubicBezTo>
                  <a:cubicBezTo>
                    <a:pt x="8082" y="10007"/>
                    <a:pt x="8261" y="9890"/>
                    <a:pt x="8329" y="9700"/>
                  </a:cubicBezTo>
                  <a:cubicBezTo>
                    <a:pt x="9531" y="6463"/>
                    <a:pt x="8913" y="2828"/>
                    <a:pt x="6706" y="169"/>
                  </a:cubicBezTo>
                  <a:cubicBezTo>
                    <a:pt x="6615" y="57"/>
                    <a:pt x="6483" y="1"/>
                    <a:pt x="635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919" name="Google Shape;919;p36"/>
          <p:cNvGrpSpPr/>
          <p:nvPr/>
        </p:nvGrpSpPr>
        <p:grpSpPr>
          <a:xfrm>
            <a:off x="5386000" y="2504497"/>
            <a:ext cx="339306" cy="298186"/>
            <a:chOff x="2085450" y="2057100"/>
            <a:chExt cx="481900" cy="423500"/>
          </a:xfrm>
        </p:grpSpPr>
        <p:sp>
          <p:nvSpPr>
            <p:cNvPr id="920" name="Google Shape;920;p36"/>
            <p:cNvSpPr/>
            <p:nvPr/>
          </p:nvSpPr>
          <p:spPr>
            <a:xfrm>
              <a:off x="2085450" y="2061650"/>
              <a:ext cx="141250" cy="418950"/>
            </a:xfrm>
            <a:custGeom>
              <a:rect b="b" l="l" r="r" t="t"/>
              <a:pathLst>
                <a:path extrusionOk="0" h="16758" w="5650">
                  <a:moveTo>
                    <a:pt x="4305" y="6452"/>
                  </a:moveTo>
                  <a:cubicBezTo>
                    <a:pt x="4736" y="6452"/>
                    <a:pt x="5115" y="6999"/>
                    <a:pt x="4728" y="7411"/>
                  </a:cubicBezTo>
                  <a:cubicBezTo>
                    <a:pt x="4520" y="7631"/>
                    <a:pt x="4352" y="7887"/>
                    <a:pt x="4228" y="8164"/>
                  </a:cubicBezTo>
                  <a:cubicBezTo>
                    <a:pt x="4120" y="8402"/>
                    <a:pt x="3927" y="8502"/>
                    <a:pt x="3732" y="8502"/>
                  </a:cubicBezTo>
                  <a:cubicBezTo>
                    <a:pt x="3367" y="8502"/>
                    <a:pt x="2999" y="8150"/>
                    <a:pt x="3195" y="7703"/>
                  </a:cubicBezTo>
                  <a:cubicBezTo>
                    <a:pt x="3373" y="7312"/>
                    <a:pt x="3611" y="6951"/>
                    <a:pt x="3903" y="6637"/>
                  </a:cubicBezTo>
                  <a:cubicBezTo>
                    <a:pt x="4027" y="6506"/>
                    <a:pt x="4169" y="6452"/>
                    <a:pt x="4305" y="6452"/>
                  </a:cubicBezTo>
                  <a:close/>
                  <a:moveTo>
                    <a:pt x="2983" y="9449"/>
                  </a:moveTo>
                  <a:cubicBezTo>
                    <a:pt x="3331" y="9449"/>
                    <a:pt x="3684" y="9752"/>
                    <a:pt x="3539" y="10191"/>
                  </a:cubicBezTo>
                  <a:lnTo>
                    <a:pt x="3361" y="10727"/>
                  </a:lnTo>
                  <a:cubicBezTo>
                    <a:pt x="3270" y="10997"/>
                    <a:pt x="3059" y="11113"/>
                    <a:pt x="2845" y="11113"/>
                  </a:cubicBezTo>
                  <a:cubicBezTo>
                    <a:pt x="2498" y="11113"/>
                    <a:pt x="2143" y="10808"/>
                    <a:pt x="2289" y="10368"/>
                  </a:cubicBezTo>
                  <a:lnTo>
                    <a:pt x="2467" y="9832"/>
                  </a:lnTo>
                  <a:cubicBezTo>
                    <a:pt x="2558" y="9564"/>
                    <a:pt x="2770" y="9449"/>
                    <a:pt x="2983" y="9449"/>
                  </a:cubicBezTo>
                  <a:close/>
                  <a:moveTo>
                    <a:pt x="5649" y="1"/>
                  </a:moveTo>
                  <a:lnTo>
                    <a:pt x="356" y="2117"/>
                  </a:lnTo>
                  <a:cubicBezTo>
                    <a:pt x="142" y="2202"/>
                    <a:pt x="3" y="2410"/>
                    <a:pt x="3" y="2641"/>
                  </a:cubicBezTo>
                  <a:lnTo>
                    <a:pt x="3" y="16192"/>
                  </a:lnTo>
                  <a:cubicBezTo>
                    <a:pt x="1" y="16516"/>
                    <a:pt x="265" y="16758"/>
                    <a:pt x="564" y="16758"/>
                  </a:cubicBezTo>
                  <a:cubicBezTo>
                    <a:pt x="634" y="16758"/>
                    <a:pt x="706" y="16745"/>
                    <a:pt x="777" y="16716"/>
                  </a:cubicBezTo>
                  <a:lnTo>
                    <a:pt x="5649" y="14768"/>
                  </a:lnTo>
                  <a:lnTo>
                    <a:pt x="564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21" name="Google Shape;921;p36"/>
            <p:cNvSpPr/>
            <p:nvPr/>
          </p:nvSpPr>
          <p:spPr>
            <a:xfrm>
              <a:off x="2254900" y="2061050"/>
              <a:ext cx="143050" cy="415650"/>
            </a:xfrm>
            <a:custGeom>
              <a:rect b="b" l="l" r="r" t="t"/>
              <a:pathLst>
                <a:path extrusionOk="0" h="16626" w="5722">
                  <a:moveTo>
                    <a:pt x="2504" y="6585"/>
                  </a:moveTo>
                  <a:cubicBezTo>
                    <a:pt x="2647" y="6585"/>
                    <a:pt x="2794" y="6645"/>
                    <a:pt x="2916" y="6788"/>
                  </a:cubicBezTo>
                  <a:cubicBezTo>
                    <a:pt x="3153" y="7068"/>
                    <a:pt x="3349" y="7378"/>
                    <a:pt x="3500" y="7709"/>
                  </a:cubicBezTo>
                  <a:cubicBezTo>
                    <a:pt x="3766" y="8258"/>
                    <a:pt x="3464" y="8654"/>
                    <a:pt x="3096" y="8654"/>
                  </a:cubicBezTo>
                  <a:cubicBezTo>
                    <a:pt x="2878" y="8654"/>
                    <a:pt x="2636" y="8515"/>
                    <a:pt x="2476" y="8185"/>
                  </a:cubicBezTo>
                  <a:cubicBezTo>
                    <a:pt x="2367" y="7947"/>
                    <a:pt x="2226" y="7724"/>
                    <a:pt x="2057" y="7523"/>
                  </a:cubicBezTo>
                  <a:cubicBezTo>
                    <a:pt x="1694" y="7098"/>
                    <a:pt x="2083" y="6585"/>
                    <a:pt x="2504" y="6585"/>
                  </a:cubicBezTo>
                  <a:close/>
                  <a:moveTo>
                    <a:pt x="1" y="0"/>
                  </a:moveTo>
                  <a:lnTo>
                    <a:pt x="1" y="5475"/>
                  </a:lnTo>
                  <a:cubicBezTo>
                    <a:pt x="217" y="5475"/>
                    <a:pt x="434" y="5496"/>
                    <a:pt x="648" y="5532"/>
                  </a:cubicBezTo>
                  <a:cubicBezTo>
                    <a:pt x="1334" y="5657"/>
                    <a:pt x="1201" y="6655"/>
                    <a:pt x="564" y="6655"/>
                  </a:cubicBezTo>
                  <a:cubicBezTo>
                    <a:pt x="525" y="6655"/>
                    <a:pt x="483" y="6651"/>
                    <a:pt x="440" y="6643"/>
                  </a:cubicBezTo>
                  <a:cubicBezTo>
                    <a:pt x="296" y="6622"/>
                    <a:pt x="148" y="6610"/>
                    <a:pt x="1" y="6604"/>
                  </a:cubicBezTo>
                  <a:lnTo>
                    <a:pt x="1" y="14744"/>
                  </a:lnTo>
                  <a:lnTo>
                    <a:pt x="5722" y="16626"/>
                  </a:lnTo>
                  <a:lnTo>
                    <a:pt x="5722" y="10395"/>
                  </a:lnTo>
                  <a:cubicBezTo>
                    <a:pt x="5704" y="10397"/>
                    <a:pt x="5684" y="10397"/>
                    <a:pt x="5661" y="10397"/>
                  </a:cubicBezTo>
                  <a:cubicBezTo>
                    <a:pt x="5400" y="10397"/>
                    <a:pt x="4871" y="10299"/>
                    <a:pt x="4388" y="10085"/>
                  </a:cubicBezTo>
                  <a:cubicBezTo>
                    <a:pt x="3793" y="9819"/>
                    <a:pt x="4068" y="8997"/>
                    <a:pt x="4603" y="8997"/>
                  </a:cubicBezTo>
                  <a:cubicBezTo>
                    <a:pt x="4680" y="8997"/>
                    <a:pt x="4763" y="9014"/>
                    <a:pt x="4849" y="9052"/>
                  </a:cubicBezTo>
                  <a:cubicBezTo>
                    <a:pt x="5123" y="9176"/>
                    <a:pt x="5418" y="9251"/>
                    <a:pt x="5722" y="9275"/>
                  </a:cubicBezTo>
                  <a:lnTo>
                    <a:pt x="5722" y="1882"/>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22" name="Google Shape;922;p36"/>
            <p:cNvSpPr/>
            <p:nvPr/>
          </p:nvSpPr>
          <p:spPr>
            <a:xfrm>
              <a:off x="2426175" y="2057100"/>
              <a:ext cx="141175" cy="418925"/>
            </a:xfrm>
            <a:custGeom>
              <a:rect b="b" l="l" r="r" t="t"/>
              <a:pathLst>
                <a:path extrusionOk="0" h="16757" w="5647">
                  <a:moveTo>
                    <a:pt x="2800" y="5647"/>
                  </a:moveTo>
                  <a:cubicBezTo>
                    <a:pt x="3154" y="5647"/>
                    <a:pt x="3516" y="5968"/>
                    <a:pt x="3349" y="6410"/>
                  </a:cubicBezTo>
                  <a:lnTo>
                    <a:pt x="3153" y="6937"/>
                  </a:lnTo>
                  <a:cubicBezTo>
                    <a:pt x="3055" y="7196"/>
                    <a:pt x="2850" y="7305"/>
                    <a:pt x="2643" y="7305"/>
                  </a:cubicBezTo>
                  <a:cubicBezTo>
                    <a:pt x="2288" y="7305"/>
                    <a:pt x="1929" y="6984"/>
                    <a:pt x="2096" y="6539"/>
                  </a:cubicBezTo>
                  <a:lnTo>
                    <a:pt x="2295" y="6012"/>
                  </a:lnTo>
                  <a:cubicBezTo>
                    <a:pt x="2390" y="5755"/>
                    <a:pt x="2594" y="5647"/>
                    <a:pt x="2800" y="5647"/>
                  </a:cubicBezTo>
                  <a:close/>
                  <a:moveTo>
                    <a:pt x="1700" y="8178"/>
                  </a:moveTo>
                  <a:cubicBezTo>
                    <a:pt x="2108" y="8178"/>
                    <a:pt x="2500" y="8655"/>
                    <a:pt x="2168" y="9090"/>
                  </a:cubicBezTo>
                  <a:cubicBezTo>
                    <a:pt x="1906" y="9433"/>
                    <a:pt x="1587" y="9725"/>
                    <a:pt x="1226" y="9960"/>
                  </a:cubicBezTo>
                  <a:cubicBezTo>
                    <a:pt x="1118" y="10030"/>
                    <a:pt x="1011" y="10060"/>
                    <a:pt x="911" y="10060"/>
                  </a:cubicBezTo>
                  <a:cubicBezTo>
                    <a:pt x="424" y="10060"/>
                    <a:pt x="97" y="9344"/>
                    <a:pt x="612" y="9012"/>
                  </a:cubicBezTo>
                  <a:cubicBezTo>
                    <a:pt x="867" y="8849"/>
                    <a:pt x="1090" y="8641"/>
                    <a:pt x="1274" y="8403"/>
                  </a:cubicBezTo>
                  <a:cubicBezTo>
                    <a:pt x="1394" y="8244"/>
                    <a:pt x="1548" y="8178"/>
                    <a:pt x="1700" y="8178"/>
                  </a:cubicBezTo>
                  <a:close/>
                  <a:moveTo>
                    <a:pt x="5080" y="0"/>
                  </a:moveTo>
                  <a:cubicBezTo>
                    <a:pt x="5010" y="0"/>
                    <a:pt x="4939" y="13"/>
                    <a:pt x="4869" y="41"/>
                  </a:cubicBezTo>
                  <a:lnTo>
                    <a:pt x="0" y="1989"/>
                  </a:lnTo>
                  <a:lnTo>
                    <a:pt x="0" y="16756"/>
                  </a:lnTo>
                  <a:lnTo>
                    <a:pt x="5291" y="14640"/>
                  </a:lnTo>
                  <a:cubicBezTo>
                    <a:pt x="5505" y="14555"/>
                    <a:pt x="5646" y="14347"/>
                    <a:pt x="5646" y="14116"/>
                  </a:cubicBezTo>
                  <a:lnTo>
                    <a:pt x="5646" y="565"/>
                  </a:lnTo>
                  <a:cubicBezTo>
                    <a:pt x="5644" y="240"/>
                    <a:pt x="5378" y="0"/>
                    <a:pt x="50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923" name="Google Shape;923;p36"/>
          <p:cNvGrpSpPr/>
          <p:nvPr/>
        </p:nvGrpSpPr>
        <p:grpSpPr>
          <a:xfrm>
            <a:off x="1461059" y="2483955"/>
            <a:ext cx="339200" cy="339271"/>
            <a:chOff x="5049725" y="2027900"/>
            <a:chExt cx="481750" cy="481850"/>
          </a:xfrm>
        </p:grpSpPr>
        <p:sp>
          <p:nvSpPr>
            <p:cNvPr id="924" name="Google Shape;924;p36"/>
            <p:cNvSpPr/>
            <p:nvPr/>
          </p:nvSpPr>
          <p:spPr>
            <a:xfrm>
              <a:off x="5191775" y="2394925"/>
              <a:ext cx="197625" cy="114825"/>
            </a:xfrm>
            <a:custGeom>
              <a:rect b="b" l="l" r="r" t="t"/>
              <a:pathLst>
                <a:path extrusionOk="0" h="4593" w="7905">
                  <a:moveTo>
                    <a:pt x="0" y="0"/>
                  </a:moveTo>
                  <a:lnTo>
                    <a:pt x="0" y="566"/>
                  </a:lnTo>
                  <a:cubicBezTo>
                    <a:pt x="3" y="1298"/>
                    <a:pt x="479" y="1949"/>
                    <a:pt x="1178" y="2171"/>
                  </a:cubicBezTo>
                  <a:cubicBezTo>
                    <a:pt x="1407" y="3502"/>
                    <a:pt x="2560" y="4593"/>
                    <a:pt x="3954" y="4593"/>
                  </a:cubicBezTo>
                  <a:cubicBezTo>
                    <a:pt x="5345" y="4593"/>
                    <a:pt x="6499" y="3502"/>
                    <a:pt x="6728" y="2171"/>
                  </a:cubicBezTo>
                  <a:cubicBezTo>
                    <a:pt x="7426" y="1949"/>
                    <a:pt x="7902" y="1298"/>
                    <a:pt x="7905" y="566"/>
                  </a:cubicBezTo>
                  <a:lnTo>
                    <a:pt x="790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25" name="Google Shape;925;p36"/>
            <p:cNvSpPr/>
            <p:nvPr/>
          </p:nvSpPr>
          <p:spPr>
            <a:xfrm>
              <a:off x="5113625" y="2027900"/>
              <a:ext cx="347300" cy="338825"/>
            </a:xfrm>
            <a:custGeom>
              <a:rect b="b" l="l" r="r" t="t"/>
              <a:pathLst>
                <a:path extrusionOk="0" h="13553" w="13892">
                  <a:moveTo>
                    <a:pt x="7080" y="2260"/>
                  </a:moveTo>
                  <a:cubicBezTo>
                    <a:pt x="9574" y="2263"/>
                    <a:pt x="11594" y="4284"/>
                    <a:pt x="11597" y="6777"/>
                  </a:cubicBezTo>
                  <a:cubicBezTo>
                    <a:pt x="11597" y="7090"/>
                    <a:pt x="11344" y="7340"/>
                    <a:pt x="11031" y="7340"/>
                  </a:cubicBezTo>
                  <a:cubicBezTo>
                    <a:pt x="10718" y="7340"/>
                    <a:pt x="10468" y="7090"/>
                    <a:pt x="10468" y="6777"/>
                  </a:cubicBezTo>
                  <a:cubicBezTo>
                    <a:pt x="10465" y="4907"/>
                    <a:pt x="8950" y="3392"/>
                    <a:pt x="7080" y="3389"/>
                  </a:cubicBezTo>
                  <a:cubicBezTo>
                    <a:pt x="6767" y="3389"/>
                    <a:pt x="6514" y="3136"/>
                    <a:pt x="6514" y="2826"/>
                  </a:cubicBezTo>
                  <a:cubicBezTo>
                    <a:pt x="6514" y="2513"/>
                    <a:pt x="6767" y="2260"/>
                    <a:pt x="7080" y="2260"/>
                  </a:cubicBezTo>
                  <a:close/>
                  <a:moveTo>
                    <a:pt x="7070" y="1"/>
                  </a:moveTo>
                  <a:cubicBezTo>
                    <a:pt x="6595" y="1"/>
                    <a:pt x="6111" y="50"/>
                    <a:pt x="5623" y="152"/>
                  </a:cubicBezTo>
                  <a:cubicBezTo>
                    <a:pt x="3075" y="685"/>
                    <a:pt x="1001" y="2754"/>
                    <a:pt x="459" y="5301"/>
                  </a:cubicBezTo>
                  <a:cubicBezTo>
                    <a:pt x="1" y="7469"/>
                    <a:pt x="567" y="9644"/>
                    <a:pt x="2015" y="11270"/>
                  </a:cubicBezTo>
                  <a:cubicBezTo>
                    <a:pt x="2584" y="11908"/>
                    <a:pt x="2952" y="12703"/>
                    <a:pt x="3072" y="13552"/>
                  </a:cubicBezTo>
                  <a:lnTo>
                    <a:pt x="11088" y="13552"/>
                  </a:lnTo>
                  <a:cubicBezTo>
                    <a:pt x="11221" y="12691"/>
                    <a:pt x="11597" y="11887"/>
                    <a:pt x="12175" y="11233"/>
                  </a:cubicBezTo>
                  <a:cubicBezTo>
                    <a:pt x="13259" y="10002"/>
                    <a:pt x="13892" y="8418"/>
                    <a:pt x="13892" y="6777"/>
                  </a:cubicBezTo>
                  <a:cubicBezTo>
                    <a:pt x="13892" y="2969"/>
                    <a:pt x="10766" y="1"/>
                    <a:pt x="707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26" name="Google Shape;926;p36"/>
            <p:cNvSpPr/>
            <p:nvPr/>
          </p:nvSpPr>
          <p:spPr>
            <a:xfrm>
              <a:off x="5049725" y="2197300"/>
              <a:ext cx="56400" cy="28275"/>
            </a:xfrm>
            <a:custGeom>
              <a:rect b="b" l="l" r="r" t="t"/>
              <a:pathLst>
                <a:path extrusionOk="0" h="1131" w="2256">
                  <a:moveTo>
                    <a:pt x="563" y="1"/>
                  </a:moveTo>
                  <a:cubicBezTo>
                    <a:pt x="250" y="1"/>
                    <a:pt x="0" y="254"/>
                    <a:pt x="0" y="567"/>
                  </a:cubicBezTo>
                  <a:cubicBezTo>
                    <a:pt x="0" y="877"/>
                    <a:pt x="250" y="1130"/>
                    <a:pt x="563" y="1130"/>
                  </a:cubicBezTo>
                  <a:lnTo>
                    <a:pt x="1693" y="1130"/>
                  </a:lnTo>
                  <a:cubicBezTo>
                    <a:pt x="2006" y="1130"/>
                    <a:pt x="2256" y="877"/>
                    <a:pt x="2256" y="567"/>
                  </a:cubicBezTo>
                  <a:cubicBezTo>
                    <a:pt x="2256" y="254"/>
                    <a:pt x="2006" y="1"/>
                    <a:pt x="169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27" name="Google Shape;927;p36"/>
            <p:cNvSpPr/>
            <p:nvPr/>
          </p:nvSpPr>
          <p:spPr>
            <a:xfrm>
              <a:off x="5052575" y="2102800"/>
              <a:ext cx="50850" cy="48075"/>
            </a:xfrm>
            <a:custGeom>
              <a:rect b="b" l="l" r="r" t="t"/>
              <a:pathLst>
                <a:path extrusionOk="0" h="1923" w="2034">
                  <a:moveTo>
                    <a:pt x="623" y="0"/>
                  </a:moveTo>
                  <a:cubicBezTo>
                    <a:pt x="478" y="0"/>
                    <a:pt x="333" y="56"/>
                    <a:pt x="224" y="167"/>
                  </a:cubicBezTo>
                  <a:cubicBezTo>
                    <a:pt x="4" y="384"/>
                    <a:pt x="1" y="736"/>
                    <a:pt x="214" y="959"/>
                  </a:cubicBezTo>
                  <a:lnTo>
                    <a:pt x="1015" y="1757"/>
                  </a:lnTo>
                  <a:cubicBezTo>
                    <a:pt x="1125" y="1867"/>
                    <a:pt x="1269" y="1922"/>
                    <a:pt x="1413" y="1922"/>
                  </a:cubicBezTo>
                  <a:cubicBezTo>
                    <a:pt x="1558" y="1922"/>
                    <a:pt x="1702" y="1867"/>
                    <a:pt x="1813" y="1757"/>
                  </a:cubicBezTo>
                  <a:cubicBezTo>
                    <a:pt x="2033" y="1534"/>
                    <a:pt x="2033" y="1179"/>
                    <a:pt x="1813" y="959"/>
                  </a:cubicBezTo>
                  <a:lnTo>
                    <a:pt x="1015" y="158"/>
                  </a:lnTo>
                  <a:cubicBezTo>
                    <a:pt x="906" y="53"/>
                    <a:pt x="764" y="0"/>
                    <a:pt x="62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28" name="Google Shape;928;p36"/>
            <p:cNvSpPr/>
            <p:nvPr/>
          </p:nvSpPr>
          <p:spPr>
            <a:xfrm>
              <a:off x="5052575" y="2272175"/>
              <a:ext cx="50700" cy="47900"/>
            </a:xfrm>
            <a:custGeom>
              <a:rect b="b" l="l" r="r" t="t"/>
              <a:pathLst>
                <a:path extrusionOk="0" h="1916" w="2028">
                  <a:moveTo>
                    <a:pt x="1405" y="0"/>
                  </a:moveTo>
                  <a:cubicBezTo>
                    <a:pt x="1264" y="0"/>
                    <a:pt x="1124" y="53"/>
                    <a:pt x="1015" y="159"/>
                  </a:cubicBezTo>
                  <a:lnTo>
                    <a:pt x="214" y="960"/>
                  </a:lnTo>
                  <a:cubicBezTo>
                    <a:pt x="1" y="1179"/>
                    <a:pt x="4" y="1532"/>
                    <a:pt x="224" y="1749"/>
                  </a:cubicBezTo>
                  <a:cubicBezTo>
                    <a:pt x="333" y="1860"/>
                    <a:pt x="478" y="1916"/>
                    <a:pt x="623" y="1916"/>
                  </a:cubicBezTo>
                  <a:cubicBezTo>
                    <a:pt x="764" y="1916"/>
                    <a:pt x="906" y="1863"/>
                    <a:pt x="1015" y="1758"/>
                  </a:cubicBezTo>
                  <a:lnTo>
                    <a:pt x="1813" y="960"/>
                  </a:lnTo>
                  <a:cubicBezTo>
                    <a:pt x="2027" y="737"/>
                    <a:pt x="2024" y="384"/>
                    <a:pt x="1804" y="168"/>
                  </a:cubicBezTo>
                  <a:cubicBezTo>
                    <a:pt x="1695" y="56"/>
                    <a:pt x="1550" y="0"/>
                    <a:pt x="140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29" name="Google Shape;929;p36"/>
            <p:cNvSpPr/>
            <p:nvPr/>
          </p:nvSpPr>
          <p:spPr>
            <a:xfrm>
              <a:off x="5475050" y="2197300"/>
              <a:ext cx="56425" cy="28275"/>
            </a:xfrm>
            <a:custGeom>
              <a:rect b="b" l="l" r="r" t="t"/>
              <a:pathLst>
                <a:path extrusionOk="0" h="1131" w="2257">
                  <a:moveTo>
                    <a:pt x="564" y="1"/>
                  </a:moveTo>
                  <a:cubicBezTo>
                    <a:pt x="251" y="1"/>
                    <a:pt x="1" y="254"/>
                    <a:pt x="1" y="567"/>
                  </a:cubicBezTo>
                  <a:cubicBezTo>
                    <a:pt x="1" y="877"/>
                    <a:pt x="251" y="1130"/>
                    <a:pt x="564" y="1130"/>
                  </a:cubicBezTo>
                  <a:lnTo>
                    <a:pt x="1693" y="1130"/>
                  </a:lnTo>
                  <a:cubicBezTo>
                    <a:pt x="2006" y="1130"/>
                    <a:pt x="2256" y="877"/>
                    <a:pt x="2256" y="567"/>
                  </a:cubicBezTo>
                  <a:cubicBezTo>
                    <a:pt x="2256" y="254"/>
                    <a:pt x="2006" y="1"/>
                    <a:pt x="169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30" name="Google Shape;930;p36"/>
            <p:cNvSpPr/>
            <p:nvPr/>
          </p:nvSpPr>
          <p:spPr>
            <a:xfrm>
              <a:off x="5477925" y="2102800"/>
              <a:ext cx="50675" cy="47900"/>
            </a:xfrm>
            <a:custGeom>
              <a:rect b="b" l="l" r="r" t="t"/>
              <a:pathLst>
                <a:path extrusionOk="0" h="1916" w="2027">
                  <a:moveTo>
                    <a:pt x="1405" y="0"/>
                  </a:moveTo>
                  <a:cubicBezTo>
                    <a:pt x="1264" y="0"/>
                    <a:pt x="1123" y="53"/>
                    <a:pt x="1015" y="158"/>
                  </a:cubicBezTo>
                  <a:lnTo>
                    <a:pt x="214" y="959"/>
                  </a:lnTo>
                  <a:cubicBezTo>
                    <a:pt x="0" y="1179"/>
                    <a:pt x="3" y="1531"/>
                    <a:pt x="223" y="1748"/>
                  </a:cubicBezTo>
                  <a:cubicBezTo>
                    <a:pt x="333" y="1860"/>
                    <a:pt x="478" y="1915"/>
                    <a:pt x="623" y="1915"/>
                  </a:cubicBezTo>
                  <a:cubicBezTo>
                    <a:pt x="764" y="1915"/>
                    <a:pt x="905" y="1863"/>
                    <a:pt x="1015" y="1757"/>
                  </a:cubicBezTo>
                  <a:lnTo>
                    <a:pt x="1813" y="959"/>
                  </a:lnTo>
                  <a:cubicBezTo>
                    <a:pt x="2027" y="736"/>
                    <a:pt x="2024" y="384"/>
                    <a:pt x="1804" y="167"/>
                  </a:cubicBezTo>
                  <a:cubicBezTo>
                    <a:pt x="1694" y="56"/>
                    <a:pt x="1549" y="0"/>
                    <a:pt x="140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31" name="Google Shape;931;p36"/>
            <p:cNvSpPr/>
            <p:nvPr/>
          </p:nvSpPr>
          <p:spPr>
            <a:xfrm>
              <a:off x="5477775" y="2272000"/>
              <a:ext cx="50825" cy="48075"/>
            </a:xfrm>
            <a:custGeom>
              <a:rect b="b" l="l" r="r" t="t"/>
              <a:pathLst>
                <a:path extrusionOk="0" h="1923" w="2033">
                  <a:moveTo>
                    <a:pt x="621" y="1"/>
                  </a:moveTo>
                  <a:cubicBezTo>
                    <a:pt x="476" y="1"/>
                    <a:pt x="331" y="56"/>
                    <a:pt x="220" y="166"/>
                  </a:cubicBezTo>
                  <a:cubicBezTo>
                    <a:pt x="0" y="388"/>
                    <a:pt x="0" y="744"/>
                    <a:pt x="220" y="967"/>
                  </a:cubicBezTo>
                  <a:lnTo>
                    <a:pt x="1021" y="1765"/>
                  </a:lnTo>
                  <a:cubicBezTo>
                    <a:pt x="1129" y="1870"/>
                    <a:pt x="1270" y="1923"/>
                    <a:pt x="1411" y="1923"/>
                  </a:cubicBezTo>
                  <a:cubicBezTo>
                    <a:pt x="1555" y="1923"/>
                    <a:pt x="1700" y="1867"/>
                    <a:pt x="1810" y="1756"/>
                  </a:cubicBezTo>
                  <a:cubicBezTo>
                    <a:pt x="2030" y="1539"/>
                    <a:pt x="2033" y="1186"/>
                    <a:pt x="1819" y="967"/>
                  </a:cubicBezTo>
                  <a:lnTo>
                    <a:pt x="1021" y="166"/>
                  </a:lnTo>
                  <a:cubicBezTo>
                    <a:pt x="910" y="56"/>
                    <a:pt x="765" y="1"/>
                    <a:pt x="62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p37"/>
          <p:cNvSpPr txBox="1"/>
          <p:nvPr>
            <p:ph idx="1" type="subTitle"/>
          </p:nvPr>
        </p:nvSpPr>
        <p:spPr>
          <a:xfrm>
            <a:off x="777784" y="2601579"/>
            <a:ext cx="22878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MARS</a:t>
            </a:r>
            <a:endParaRPr/>
          </a:p>
        </p:txBody>
      </p:sp>
      <p:sp>
        <p:nvSpPr>
          <p:cNvPr id="937" name="Google Shape;937;p37"/>
          <p:cNvSpPr txBox="1"/>
          <p:nvPr>
            <p:ph idx="4" type="subTitle"/>
          </p:nvPr>
        </p:nvSpPr>
        <p:spPr>
          <a:xfrm>
            <a:off x="3428103" y="2601579"/>
            <a:ext cx="22878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JUPITER</a:t>
            </a:r>
            <a:endParaRPr/>
          </a:p>
        </p:txBody>
      </p:sp>
      <p:sp>
        <p:nvSpPr>
          <p:cNvPr id="938" name="Google Shape;938;p37"/>
          <p:cNvSpPr txBox="1"/>
          <p:nvPr>
            <p:ph idx="2" type="subTitle"/>
          </p:nvPr>
        </p:nvSpPr>
        <p:spPr>
          <a:xfrm>
            <a:off x="777784" y="2972979"/>
            <a:ext cx="2287800" cy="88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Despite being red, Mars is a cold place. It's full of iron oxide dust</a:t>
            </a:r>
            <a:endParaRPr/>
          </a:p>
        </p:txBody>
      </p:sp>
      <p:sp>
        <p:nvSpPr>
          <p:cNvPr id="939" name="Google Shape;939;p37"/>
          <p:cNvSpPr txBox="1"/>
          <p:nvPr>
            <p:ph idx="7" type="subTitle"/>
          </p:nvPr>
        </p:nvSpPr>
        <p:spPr>
          <a:xfrm>
            <a:off x="6078416" y="2601579"/>
            <a:ext cx="22878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MERCURY</a:t>
            </a:r>
            <a:endParaRPr/>
          </a:p>
        </p:txBody>
      </p:sp>
      <p:sp>
        <p:nvSpPr>
          <p:cNvPr id="940" name="Google Shape;940;p37"/>
          <p:cNvSpPr txBox="1"/>
          <p:nvPr>
            <p:ph type="title"/>
          </p:nvPr>
        </p:nvSpPr>
        <p:spPr>
          <a:xfrm>
            <a:off x="1478734" y="2019699"/>
            <a:ext cx="8859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941" name="Google Shape;941;p37"/>
          <p:cNvSpPr txBox="1"/>
          <p:nvPr>
            <p:ph idx="3" type="title"/>
          </p:nvPr>
        </p:nvSpPr>
        <p:spPr>
          <a:xfrm>
            <a:off x="4129048" y="2019699"/>
            <a:ext cx="8859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942" name="Google Shape;942;p37"/>
          <p:cNvSpPr txBox="1"/>
          <p:nvPr>
            <p:ph idx="6" type="title"/>
          </p:nvPr>
        </p:nvSpPr>
        <p:spPr>
          <a:xfrm>
            <a:off x="6779363" y="2019699"/>
            <a:ext cx="8859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943" name="Google Shape;943;p37"/>
          <p:cNvSpPr txBox="1"/>
          <p:nvPr>
            <p:ph idx="5" type="subTitle"/>
          </p:nvPr>
        </p:nvSpPr>
        <p:spPr>
          <a:xfrm>
            <a:off x="3428103" y="2972979"/>
            <a:ext cx="2287800" cy="88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Jupiter is a gas giant and the biggest in the Solar System</a:t>
            </a:r>
            <a:endParaRPr/>
          </a:p>
        </p:txBody>
      </p:sp>
      <p:sp>
        <p:nvSpPr>
          <p:cNvPr id="944" name="Google Shape;944;p37"/>
          <p:cNvSpPr txBox="1"/>
          <p:nvPr>
            <p:ph idx="8" type="subTitle"/>
          </p:nvPr>
        </p:nvSpPr>
        <p:spPr>
          <a:xfrm>
            <a:off x="6078416" y="2972979"/>
            <a:ext cx="2287800" cy="88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Mercury is the closest planet to the Sun and the smallest one</a:t>
            </a:r>
            <a:endParaRPr/>
          </a:p>
        </p:txBody>
      </p:sp>
      <p:sp>
        <p:nvSpPr>
          <p:cNvPr id="945" name="Google Shape;945;p37"/>
          <p:cNvSpPr txBox="1"/>
          <p:nvPr>
            <p:ph idx="9"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STUDY OBJECTIVES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38"/>
          <p:cNvSpPr txBox="1"/>
          <p:nvPr>
            <p:ph idx="1" type="subTitle"/>
          </p:nvPr>
        </p:nvSpPr>
        <p:spPr>
          <a:xfrm>
            <a:off x="1254788" y="2601579"/>
            <a:ext cx="27768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MERCURY</a:t>
            </a:r>
            <a:endParaRPr/>
          </a:p>
        </p:txBody>
      </p:sp>
      <p:sp>
        <p:nvSpPr>
          <p:cNvPr id="951" name="Google Shape;951;p38"/>
          <p:cNvSpPr txBox="1"/>
          <p:nvPr>
            <p:ph idx="2" type="subTitle"/>
          </p:nvPr>
        </p:nvSpPr>
        <p:spPr>
          <a:xfrm>
            <a:off x="1254788" y="2972979"/>
            <a:ext cx="2776800" cy="88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It’</a:t>
            </a:r>
            <a:r>
              <a:rPr lang="en"/>
              <a:t>s the closest planet to the Sun and the smallest one in the Solar System</a:t>
            </a:r>
            <a:endParaRPr/>
          </a:p>
        </p:txBody>
      </p:sp>
      <p:sp>
        <p:nvSpPr>
          <p:cNvPr id="952" name="Google Shape;952;p38"/>
          <p:cNvSpPr txBox="1"/>
          <p:nvPr>
            <p:ph idx="3" type="subTitle"/>
          </p:nvPr>
        </p:nvSpPr>
        <p:spPr>
          <a:xfrm>
            <a:off x="5112413" y="2601579"/>
            <a:ext cx="27768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VENUS</a:t>
            </a:r>
            <a:endParaRPr/>
          </a:p>
        </p:txBody>
      </p:sp>
      <p:sp>
        <p:nvSpPr>
          <p:cNvPr id="953" name="Google Shape;953;p38"/>
          <p:cNvSpPr txBox="1"/>
          <p:nvPr>
            <p:ph idx="4" type="subTitle"/>
          </p:nvPr>
        </p:nvSpPr>
        <p:spPr>
          <a:xfrm>
            <a:off x="5112413" y="2972979"/>
            <a:ext cx="2776800" cy="88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Venus has a beautiful name and is the second planet from the Sun</a:t>
            </a:r>
            <a:endParaRPr/>
          </a:p>
        </p:txBody>
      </p:sp>
      <p:sp>
        <p:nvSpPr>
          <p:cNvPr id="954" name="Google Shape;954;p38"/>
          <p:cNvSpPr txBox="1"/>
          <p:nvPr>
            <p:ph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LITERATURE REVIEW</a:t>
            </a:r>
            <a:endParaRPr/>
          </a:p>
        </p:txBody>
      </p:sp>
      <p:sp>
        <p:nvSpPr>
          <p:cNvPr id="955" name="Google Shape;955;p38"/>
          <p:cNvSpPr txBox="1"/>
          <p:nvPr>
            <p:ph idx="5" type="title"/>
          </p:nvPr>
        </p:nvSpPr>
        <p:spPr>
          <a:xfrm>
            <a:off x="2200238" y="2019699"/>
            <a:ext cx="8859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956" name="Google Shape;956;p38"/>
          <p:cNvSpPr txBox="1"/>
          <p:nvPr>
            <p:ph idx="6" type="title"/>
          </p:nvPr>
        </p:nvSpPr>
        <p:spPr>
          <a:xfrm>
            <a:off x="6057863" y="2019699"/>
            <a:ext cx="8859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p39"/>
          <p:cNvSpPr txBox="1"/>
          <p:nvPr>
            <p:ph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SCHEDULE</a:t>
            </a:r>
            <a:endParaRPr/>
          </a:p>
        </p:txBody>
      </p:sp>
      <p:graphicFrame>
        <p:nvGraphicFramePr>
          <p:cNvPr id="962" name="Google Shape;962;p39"/>
          <p:cNvGraphicFramePr/>
          <p:nvPr/>
        </p:nvGraphicFramePr>
        <p:xfrm>
          <a:off x="820800" y="1401575"/>
          <a:ext cx="3000000" cy="3000000"/>
        </p:xfrm>
        <a:graphic>
          <a:graphicData uri="http://schemas.openxmlformats.org/drawingml/2006/table">
            <a:tbl>
              <a:tblPr>
                <a:noFill/>
                <a:tableStyleId>{8B7C5FA5-025F-4A75-BC27-2797240D234A}</a:tableStyleId>
              </a:tblPr>
              <a:tblGrid>
                <a:gridCol w="1250000"/>
                <a:gridCol w="1250000"/>
                <a:gridCol w="1250000"/>
                <a:gridCol w="1250000"/>
                <a:gridCol w="1250000"/>
                <a:gridCol w="1250000"/>
              </a:tblGrid>
              <a:tr h="473250">
                <a:tc gridSpan="3">
                  <a:txBody>
                    <a:bodyPr/>
                    <a:lstStyle/>
                    <a:p>
                      <a:pPr indent="0" lvl="0" marL="0" rtl="0" algn="ctr">
                        <a:spcBef>
                          <a:spcPts val="0"/>
                        </a:spcBef>
                        <a:spcAft>
                          <a:spcPts val="0"/>
                        </a:spcAft>
                        <a:buNone/>
                      </a:pPr>
                      <a:r>
                        <a:rPr b="1" lang="en" sz="1500">
                          <a:solidFill>
                            <a:schemeClr val="dk1"/>
                          </a:solidFill>
                          <a:latin typeface="Roboto"/>
                          <a:ea typeface="Roboto"/>
                          <a:cs typeface="Roboto"/>
                          <a:sym typeface="Roboto"/>
                        </a:rPr>
                        <a:t>TASK 1:</a:t>
                      </a:r>
                      <a:r>
                        <a:rPr lang="en" sz="1500">
                          <a:solidFill>
                            <a:schemeClr val="dk1"/>
                          </a:solidFill>
                          <a:latin typeface="Roboto"/>
                          <a:ea typeface="Roboto"/>
                          <a:cs typeface="Roboto"/>
                          <a:sym typeface="Roboto"/>
                        </a:rPr>
                        <a:t> Venus has a beautiful name</a:t>
                      </a:r>
                      <a:endParaRPr sz="1500">
                        <a:solidFill>
                          <a:schemeClr val="dk1"/>
                        </a:solidFill>
                        <a:latin typeface="Roboto"/>
                        <a:ea typeface="Roboto"/>
                        <a:cs typeface="Roboto"/>
                        <a:sym typeface="Roboto"/>
                      </a:endParaRPr>
                    </a:p>
                  </a:txBody>
                  <a:tcPr marT="54850" marB="91425" marR="91425" marL="91425" anchor="ctr">
                    <a:lnL cap="flat" cmpd="sng" w="28575">
                      <a:solidFill>
                        <a:schemeClr val="accent1"/>
                      </a:solidFill>
                      <a:prstDash val="dash"/>
                      <a:round/>
                      <a:headEnd len="sm" w="sm" type="none"/>
                      <a:tailEnd len="sm" w="sm" type="none"/>
                    </a:lnL>
                    <a:lnR cap="flat" cmpd="sng" w="28575">
                      <a:solidFill>
                        <a:schemeClr val="accent1"/>
                      </a:solidFill>
                      <a:prstDash val="dash"/>
                      <a:round/>
                      <a:headEnd len="sm" w="sm" type="none"/>
                      <a:tailEnd len="sm" w="sm" type="none"/>
                    </a:lnR>
                    <a:lnT cap="flat" cmpd="sng" w="28575">
                      <a:solidFill>
                        <a:schemeClr val="accent1">
                          <a:alpha val="0"/>
                        </a:schemeClr>
                      </a:solidFill>
                      <a:prstDash val="solid"/>
                      <a:round/>
                      <a:headEnd len="sm" w="sm" type="none"/>
                      <a:tailEnd len="sm" w="sm" type="none"/>
                    </a:lnT>
                    <a:lnB cap="flat" cmpd="sng" w="28575">
                      <a:solidFill>
                        <a:schemeClr val="accent1">
                          <a:alpha val="0"/>
                        </a:schemeClr>
                      </a:solidFill>
                      <a:prstDash val="solid"/>
                      <a:round/>
                      <a:headEnd len="sm" w="sm" type="none"/>
                      <a:tailEnd len="sm" w="sm" type="none"/>
                    </a:lnB>
                    <a:solidFill>
                      <a:schemeClr val="accent2"/>
                    </a:solidFill>
                  </a:tcPr>
                </a:tc>
                <a:tc hMerge="1"/>
                <a:tc hMerge="1"/>
                <a:tc>
                  <a:txBody>
                    <a:bodyPr/>
                    <a:lstStyle/>
                    <a:p>
                      <a:pPr indent="0" lvl="0" marL="0" rtl="0" algn="ctr">
                        <a:spcBef>
                          <a:spcPts val="0"/>
                        </a:spcBef>
                        <a:spcAft>
                          <a:spcPts val="0"/>
                        </a:spcAft>
                        <a:buNone/>
                      </a:pPr>
                      <a:r>
                        <a:t/>
                      </a:r>
                      <a:endParaRPr sz="1500">
                        <a:solidFill>
                          <a:schemeClr val="lt1"/>
                        </a:solidFill>
                        <a:latin typeface="Roboto"/>
                        <a:ea typeface="Roboto"/>
                        <a:cs typeface="Roboto"/>
                        <a:sym typeface="Roboto"/>
                      </a:endParaRPr>
                    </a:p>
                  </a:txBody>
                  <a:tcPr marT="54850" marB="91425" marR="91425" marL="91425" anchor="ctr">
                    <a:lnL cap="flat" cmpd="sng" w="28575">
                      <a:solidFill>
                        <a:schemeClr val="accent1"/>
                      </a:solidFill>
                      <a:prstDash val="dash"/>
                      <a:round/>
                      <a:headEnd len="sm" w="sm" type="none"/>
                      <a:tailEnd len="sm" w="sm" type="none"/>
                    </a:lnL>
                    <a:lnR cap="flat" cmpd="sng" w="28575">
                      <a:solidFill>
                        <a:schemeClr val="accent1"/>
                      </a:solidFill>
                      <a:prstDash val="dash"/>
                      <a:round/>
                      <a:headEnd len="sm" w="sm" type="none"/>
                      <a:tailEnd len="sm" w="sm" type="none"/>
                    </a:lnR>
                    <a:lnT cap="flat" cmpd="sng" w="28575">
                      <a:solidFill>
                        <a:schemeClr val="accent1">
                          <a:alpha val="0"/>
                        </a:schemeClr>
                      </a:solidFill>
                      <a:prstDash val="solid"/>
                      <a:round/>
                      <a:headEnd len="sm" w="sm" type="none"/>
                      <a:tailEnd len="sm" w="sm" type="none"/>
                    </a:lnT>
                    <a:lnB cap="flat" cmpd="sng" w="28575">
                      <a:solidFill>
                        <a:schemeClr val="accent1">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sz="1500">
                        <a:solidFill>
                          <a:schemeClr val="lt1"/>
                        </a:solidFill>
                        <a:latin typeface="Roboto"/>
                        <a:ea typeface="Roboto"/>
                        <a:cs typeface="Roboto"/>
                        <a:sym typeface="Roboto"/>
                      </a:endParaRPr>
                    </a:p>
                  </a:txBody>
                  <a:tcPr marT="54850" marB="91425" marR="91425" marL="91425" anchor="ctr">
                    <a:lnL cap="flat" cmpd="sng" w="28575">
                      <a:solidFill>
                        <a:schemeClr val="accent1"/>
                      </a:solidFill>
                      <a:prstDash val="dash"/>
                      <a:round/>
                      <a:headEnd len="sm" w="sm" type="none"/>
                      <a:tailEnd len="sm" w="sm" type="none"/>
                    </a:lnL>
                    <a:lnR cap="flat" cmpd="sng" w="28575">
                      <a:solidFill>
                        <a:schemeClr val="accent1"/>
                      </a:solidFill>
                      <a:prstDash val="dash"/>
                      <a:round/>
                      <a:headEnd len="sm" w="sm" type="none"/>
                      <a:tailEnd len="sm" w="sm" type="none"/>
                    </a:lnR>
                    <a:lnT cap="flat" cmpd="sng" w="28575">
                      <a:solidFill>
                        <a:schemeClr val="accent1">
                          <a:alpha val="0"/>
                        </a:schemeClr>
                      </a:solidFill>
                      <a:prstDash val="solid"/>
                      <a:round/>
                      <a:headEnd len="sm" w="sm" type="none"/>
                      <a:tailEnd len="sm" w="sm" type="none"/>
                    </a:lnT>
                    <a:lnB cap="flat" cmpd="sng" w="28575">
                      <a:solidFill>
                        <a:schemeClr val="accent1">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sz="1500">
                        <a:solidFill>
                          <a:schemeClr val="lt1"/>
                        </a:solidFill>
                        <a:latin typeface="Roboto"/>
                        <a:ea typeface="Roboto"/>
                        <a:cs typeface="Roboto"/>
                        <a:sym typeface="Roboto"/>
                      </a:endParaRPr>
                    </a:p>
                  </a:txBody>
                  <a:tcPr marT="54850" marB="91425" marR="91425" marL="91425" anchor="ctr">
                    <a:lnL cap="flat" cmpd="sng" w="28575">
                      <a:solidFill>
                        <a:schemeClr val="accent1"/>
                      </a:solidFill>
                      <a:prstDash val="dash"/>
                      <a:round/>
                      <a:headEnd len="sm" w="sm" type="none"/>
                      <a:tailEnd len="sm" w="sm" type="none"/>
                    </a:lnL>
                    <a:lnR cap="flat" cmpd="sng" w="28575">
                      <a:solidFill>
                        <a:schemeClr val="accent1"/>
                      </a:solidFill>
                      <a:prstDash val="dash"/>
                      <a:round/>
                      <a:headEnd len="sm" w="sm" type="none"/>
                      <a:tailEnd len="sm" w="sm" type="none"/>
                    </a:lnR>
                    <a:lnT cap="flat" cmpd="sng" w="28575">
                      <a:solidFill>
                        <a:schemeClr val="accent1">
                          <a:alpha val="0"/>
                        </a:schemeClr>
                      </a:solidFill>
                      <a:prstDash val="solid"/>
                      <a:round/>
                      <a:headEnd len="sm" w="sm" type="none"/>
                      <a:tailEnd len="sm" w="sm" type="none"/>
                    </a:lnT>
                    <a:lnB cap="flat" cmpd="sng" w="28575">
                      <a:solidFill>
                        <a:schemeClr val="accent1">
                          <a:alpha val="0"/>
                        </a:schemeClr>
                      </a:solidFill>
                      <a:prstDash val="solid"/>
                      <a:round/>
                      <a:headEnd len="sm" w="sm" type="none"/>
                      <a:tailEnd len="sm" w="sm" type="none"/>
                    </a:lnB>
                  </a:tcPr>
                </a:tc>
              </a:tr>
              <a:tr h="473250">
                <a:tc>
                  <a:txBody>
                    <a:bodyPr/>
                    <a:lstStyle/>
                    <a:p>
                      <a:pPr indent="0" lvl="0" marL="0" rtl="0" algn="ctr">
                        <a:spcBef>
                          <a:spcPts val="0"/>
                        </a:spcBef>
                        <a:spcAft>
                          <a:spcPts val="0"/>
                        </a:spcAft>
                        <a:buNone/>
                      </a:pPr>
                      <a:r>
                        <a:t/>
                      </a:r>
                      <a:endParaRPr sz="1500">
                        <a:solidFill>
                          <a:schemeClr val="lt1"/>
                        </a:solidFill>
                        <a:latin typeface="Roboto"/>
                        <a:ea typeface="Roboto"/>
                        <a:cs typeface="Roboto"/>
                        <a:sym typeface="Roboto"/>
                      </a:endParaRPr>
                    </a:p>
                  </a:txBody>
                  <a:tcPr marT="54850" marB="91425" marR="91425" marL="91425" anchor="ctr">
                    <a:lnL cap="flat" cmpd="sng" w="28575">
                      <a:solidFill>
                        <a:schemeClr val="accent1"/>
                      </a:solidFill>
                      <a:prstDash val="dash"/>
                      <a:round/>
                      <a:headEnd len="sm" w="sm" type="none"/>
                      <a:tailEnd len="sm" w="sm" type="none"/>
                    </a:lnL>
                    <a:lnR cap="flat" cmpd="sng" w="28575">
                      <a:solidFill>
                        <a:schemeClr val="accent1"/>
                      </a:solidFill>
                      <a:prstDash val="dash"/>
                      <a:round/>
                      <a:headEnd len="sm" w="sm" type="none"/>
                      <a:tailEnd len="sm" w="sm" type="none"/>
                    </a:lnR>
                    <a:lnT cap="flat" cmpd="sng" w="28575">
                      <a:solidFill>
                        <a:schemeClr val="accent1">
                          <a:alpha val="0"/>
                        </a:schemeClr>
                      </a:solidFill>
                      <a:prstDash val="solid"/>
                      <a:round/>
                      <a:headEnd len="sm" w="sm" type="none"/>
                      <a:tailEnd len="sm" w="sm" type="none"/>
                    </a:lnT>
                    <a:lnB cap="flat" cmpd="sng" w="28575">
                      <a:solidFill>
                        <a:schemeClr val="accent1">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sz="1500">
                        <a:solidFill>
                          <a:schemeClr val="lt1"/>
                        </a:solidFill>
                        <a:latin typeface="Roboto"/>
                        <a:ea typeface="Roboto"/>
                        <a:cs typeface="Roboto"/>
                        <a:sym typeface="Roboto"/>
                      </a:endParaRPr>
                    </a:p>
                  </a:txBody>
                  <a:tcPr marT="54850" marB="91425" marR="91425" marL="91425" anchor="ctr">
                    <a:lnL cap="flat" cmpd="sng" w="28575">
                      <a:solidFill>
                        <a:schemeClr val="accent1"/>
                      </a:solidFill>
                      <a:prstDash val="dash"/>
                      <a:round/>
                      <a:headEnd len="sm" w="sm" type="none"/>
                      <a:tailEnd len="sm" w="sm" type="none"/>
                    </a:lnL>
                    <a:lnR cap="flat" cmpd="sng" w="28575">
                      <a:solidFill>
                        <a:schemeClr val="accent1"/>
                      </a:solidFill>
                      <a:prstDash val="dash"/>
                      <a:round/>
                      <a:headEnd len="sm" w="sm" type="none"/>
                      <a:tailEnd len="sm" w="sm" type="none"/>
                    </a:lnR>
                    <a:lnT cap="flat" cmpd="sng" w="28575">
                      <a:solidFill>
                        <a:schemeClr val="accent1">
                          <a:alpha val="0"/>
                        </a:schemeClr>
                      </a:solidFill>
                      <a:prstDash val="solid"/>
                      <a:round/>
                      <a:headEnd len="sm" w="sm" type="none"/>
                      <a:tailEnd len="sm" w="sm" type="none"/>
                    </a:lnT>
                    <a:lnB cap="flat" cmpd="sng" w="28575">
                      <a:solidFill>
                        <a:schemeClr val="accent1">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sz="1500">
                        <a:solidFill>
                          <a:schemeClr val="lt1"/>
                        </a:solidFill>
                        <a:latin typeface="Roboto"/>
                        <a:ea typeface="Roboto"/>
                        <a:cs typeface="Roboto"/>
                        <a:sym typeface="Roboto"/>
                      </a:endParaRPr>
                    </a:p>
                  </a:txBody>
                  <a:tcPr marT="54850" marB="91425" marR="91425" marL="91425" anchor="ctr">
                    <a:lnL cap="flat" cmpd="sng" w="28575">
                      <a:solidFill>
                        <a:schemeClr val="accent1"/>
                      </a:solidFill>
                      <a:prstDash val="dash"/>
                      <a:round/>
                      <a:headEnd len="sm" w="sm" type="none"/>
                      <a:tailEnd len="sm" w="sm" type="none"/>
                    </a:lnL>
                    <a:lnR cap="flat" cmpd="sng" w="28575">
                      <a:solidFill>
                        <a:schemeClr val="accent1"/>
                      </a:solidFill>
                      <a:prstDash val="dash"/>
                      <a:round/>
                      <a:headEnd len="sm" w="sm" type="none"/>
                      <a:tailEnd len="sm" w="sm" type="none"/>
                    </a:lnR>
                    <a:lnT cap="flat" cmpd="sng" w="28575">
                      <a:solidFill>
                        <a:schemeClr val="accent1">
                          <a:alpha val="0"/>
                        </a:schemeClr>
                      </a:solidFill>
                      <a:prstDash val="solid"/>
                      <a:round/>
                      <a:headEnd len="sm" w="sm" type="none"/>
                      <a:tailEnd len="sm" w="sm" type="none"/>
                    </a:lnT>
                    <a:lnB cap="flat" cmpd="sng" w="28575">
                      <a:solidFill>
                        <a:schemeClr val="accent1">
                          <a:alpha val="0"/>
                        </a:schemeClr>
                      </a:solidFill>
                      <a:prstDash val="solid"/>
                      <a:round/>
                      <a:headEnd len="sm" w="sm" type="none"/>
                      <a:tailEnd len="sm" w="sm" type="none"/>
                    </a:lnB>
                  </a:tcPr>
                </a:tc>
                <a:tc gridSpan="3">
                  <a:txBody>
                    <a:bodyPr/>
                    <a:lstStyle/>
                    <a:p>
                      <a:pPr indent="0" lvl="0" marL="0" rtl="0" algn="ctr">
                        <a:spcBef>
                          <a:spcPts val="0"/>
                        </a:spcBef>
                        <a:spcAft>
                          <a:spcPts val="0"/>
                        </a:spcAft>
                        <a:buNone/>
                      </a:pPr>
                      <a:r>
                        <a:rPr b="1" lang="en" sz="1500">
                          <a:solidFill>
                            <a:schemeClr val="dk1"/>
                          </a:solidFill>
                          <a:latin typeface="Roboto"/>
                          <a:ea typeface="Roboto"/>
                          <a:cs typeface="Roboto"/>
                          <a:sym typeface="Roboto"/>
                        </a:rPr>
                        <a:t>TASK 2:</a:t>
                      </a:r>
                      <a:r>
                        <a:rPr lang="en" sz="1500">
                          <a:solidFill>
                            <a:schemeClr val="dk1"/>
                          </a:solidFill>
                          <a:latin typeface="Roboto"/>
                          <a:ea typeface="Roboto"/>
                          <a:cs typeface="Roboto"/>
                          <a:sym typeface="Roboto"/>
                        </a:rPr>
                        <a:t> Earth is where we all live</a:t>
                      </a:r>
                      <a:endParaRPr sz="1500">
                        <a:solidFill>
                          <a:schemeClr val="lt1"/>
                        </a:solidFill>
                        <a:latin typeface="Roboto"/>
                        <a:ea typeface="Roboto"/>
                        <a:cs typeface="Roboto"/>
                        <a:sym typeface="Roboto"/>
                      </a:endParaRPr>
                    </a:p>
                  </a:txBody>
                  <a:tcPr marT="54850" marB="91425" marR="91425" marL="91425" anchor="ctr">
                    <a:lnL cap="flat" cmpd="sng" w="28575">
                      <a:solidFill>
                        <a:schemeClr val="accent1"/>
                      </a:solidFill>
                      <a:prstDash val="dash"/>
                      <a:round/>
                      <a:headEnd len="sm" w="sm" type="none"/>
                      <a:tailEnd len="sm" w="sm" type="none"/>
                    </a:lnL>
                    <a:lnR cap="flat" cmpd="sng" w="28575">
                      <a:solidFill>
                        <a:schemeClr val="accent1"/>
                      </a:solidFill>
                      <a:prstDash val="dash"/>
                      <a:round/>
                      <a:headEnd len="sm" w="sm" type="none"/>
                      <a:tailEnd len="sm" w="sm" type="none"/>
                    </a:lnR>
                    <a:lnT cap="flat" cmpd="sng" w="28575">
                      <a:solidFill>
                        <a:schemeClr val="accent1">
                          <a:alpha val="0"/>
                        </a:schemeClr>
                      </a:solidFill>
                      <a:prstDash val="solid"/>
                      <a:round/>
                      <a:headEnd len="sm" w="sm" type="none"/>
                      <a:tailEnd len="sm" w="sm" type="none"/>
                    </a:lnT>
                    <a:lnB cap="flat" cmpd="sng" w="28575">
                      <a:solidFill>
                        <a:schemeClr val="accent1">
                          <a:alpha val="0"/>
                        </a:schemeClr>
                      </a:solidFill>
                      <a:prstDash val="solid"/>
                      <a:round/>
                      <a:headEnd len="sm" w="sm" type="none"/>
                      <a:tailEnd len="sm" w="sm" type="none"/>
                    </a:lnB>
                    <a:solidFill>
                      <a:schemeClr val="accent3"/>
                    </a:solidFill>
                  </a:tcPr>
                </a:tc>
                <a:tc hMerge="1"/>
                <a:tc hMerge="1"/>
              </a:tr>
              <a:tr h="473250">
                <a:tc>
                  <a:txBody>
                    <a:bodyPr/>
                    <a:lstStyle/>
                    <a:p>
                      <a:pPr indent="0" lvl="0" marL="0" rtl="0" algn="ctr">
                        <a:spcBef>
                          <a:spcPts val="0"/>
                        </a:spcBef>
                        <a:spcAft>
                          <a:spcPts val="0"/>
                        </a:spcAft>
                        <a:buNone/>
                      </a:pPr>
                      <a:r>
                        <a:rPr b="1" lang="en" sz="1700">
                          <a:solidFill>
                            <a:schemeClr val="lt1"/>
                          </a:solidFill>
                          <a:latin typeface="Orbitron"/>
                          <a:ea typeface="Orbitron"/>
                          <a:cs typeface="Orbitron"/>
                          <a:sym typeface="Orbitron"/>
                        </a:rPr>
                        <a:t>JAN</a:t>
                      </a:r>
                      <a:endParaRPr b="1" sz="1700">
                        <a:solidFill>
                          <a:schemeClr val="lt1"/>
                        </a:solidFill>
                        <a:latin typeface="Orbitron"/>
                        <a:ea typeface="Orbitron"/>
                        <a:cs typeface="Orbitron"/>
                        <a:sym typeface="Orbitron"/>
                      </a:endParaRPr>
                    </a:p>
                  </a:txBody>
                  <a:tcPr marT="91425"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alpha val="0"/>
                        </a:schemeClr>
                      </a:solidFill>
                      <a:prstDash val="solid"/>
                      <a:round/>
                      <a:headEnd len="sm" w="sm" type="none"/>
                      <a:tailEnd len="sm" w="sm" type="none"/>
                    </a:lnT>
                    <a:lnB cap="flat" cmpd="sng" w="28575">
                      <a:solidFill>
                        <a:schemeClr val="accen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700">
                          <a:solidFill>
                            <a:schemeClr val="lt1"/>
                          </a:solidFill>
                          <a:latin typeface="Orbitron"/>
                          <a:ea typeface="Orbitron"/>
                          <a:cs typeface="Orbitron"/>
                          <a:sym typeface="Orbitron"/>
                        </a:rPr>
                        <a:t>FEB</a:t>
                      </a:r>
                      <a:endParaRPr b="1" sz="1700">
                        <a:solidFill>
                          <a:schemeClr val="lt1"/>
                        </a:solidFill>
                        <a:latin typeface="Orbitron"/>
                        <a:ea typeface="Orbitron"/>
                        <a:cs typeface="Orbitron"/>
                        <a:sym typeface="Orbitron"/>
                      </a:endParaRPr>
                    </a:p>
                  </a:txBody>
                  <a:tcPr marT="91425"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alpha val="0"/>
                        </a:schemeClr>
                      </a:solidFill>
                      <a:prstDash val="solid"/>
                      <a:round/>
                      <a:headEnd len="sm" w="sm" type="none"/>
                      <a:tailEnd len="sm" w="sm" type="none"/>
                    </a:lnT>
                    <a:lnB cap="flat" cmpd="sng" w="28575">
                      <a:solidFill>
                        <a:schemeClr val="accen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700">
                          <a:solidFill>
                            <a:schemeClr val="lt1"/>
                          </a:solidFill>
                          <a:latin typeface="Orbitron"/>
                          <a:ea typeface="Orbitron"/>
                          <a:cs typeface="Orbitron"/>
                          <a:sym typeface="Orbitron"/>
                        </a:rPr>
                        <a:t>MAR</a:t>
                      </a:r>
                      <a:endParaRPr b="1" sz="1700">
                        <a:solidFill>
                          <a:schemeClr val="lt1"/>
                        </a:solidFill>
                        <a:latin typeface="Orbitron"/>
                        <a:ea typeface="Orbitron"/>
                        <a:cs typeface="Orbitron"/>
                        <a:sym typeface="Orbitron"/>
                      </a:endParaRPr>
                    </a:p>
                  </a:txBody>
                  <a:tcPr marT="91425"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alpha val="0"/>
                        </a:schemeClr>
                      </a:solidFill>
                      <a:prstDash val="solid"/>
                      <a:round/>
                      <a:headEnd len="sm" w="sm" type="none"/>
                      <a:tailEnd len="sm" w="sm" type="none"/>
                    </a:lnT>
                    <a:lnB cap="flat" cmpd="sng" w="28575">
                      <a:solidFill>
                        <a:schemeClr val="accen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700">
                          <a:solidFill>
                            <a:schemeClr val="lt1"/>
                          </a:solidFill>
                          <a:latin typeface="Orbitron"/>
                          <a:ea typeface="Orbitron"/>
                          <a:cs typeface="Orbitron"/>
                          <a:sym typeface="Orbitron"/>
                        </a:rPr>
                        <a:t>APR</a:t>
                      </a:r>
                      <a:endParaRPr b="1" sz="1700">
                        <a:solidFill>
                          <a:schemeClr val="lt1"/>
                        </a:solidFill>
                        <a:latin typeface="Orbitron"/>
                        <a:ea typeface="Orbitron"/>
                        <a:cs typeface="Orbitron"/>
                        <a:sym typeface="Orbitron"/>
                      </a:endParaRPr>
                    </a:p>
                  </a:txBody>
                  <a:tcPr marT="91425"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alpha val="0"/>
                        </a:schemeClr>
                      </a:solidFill>
                      <a:prstDash val="solid"/>
                      <a:round/>
                      <a:headEnd len="sm" w="sm" type="none"/>
                      <a:tailEnd len="sm" w="sm" type="none"/>
                    </a:lnT>
                    <a:lnB cap="flat" cmpd="sng" w="28575">
                      <a:solidFill>
                        <a:schemeClr val="accen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700">
                          <a:solidFill>
                            <a:schemeClr val="lt1"/>
                          </a:solidFill>
                          <a:latin typeface="Orbitron"/>
                          <a:ea typeface="Orbitron"/>
                          <a:cs typeface="Orbitron"/>
                          <a:sym typeface="Orbitron"/>
                        </a:rPr>
                        <a:t>MAY</a:t>
                      </a:r>
                      <a:endParaRPr b="1" sz="1700">
                        <a:solidFill>
                          <a:schemeClr val="lt1"/>
                        </a:solidFill>
                        <a:latin typeface="Orbitron"/>
                        <a:ea typeface="Orbitron"/>
                        <a:cs typeface="Orbitron"/>
                        <a:sym typeface="Orbitron"/>
                      </a:endParaRPr>
                    </a:p>
                  </a:txBody>
                  <a:tcPr marT="91425"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alpha val="0"/>
                        </a:schemeClr>
                      </a:solidFill>
                      <a:prstDash val="solid"/>
                      <a:round/>
                      <a:headEnd len="sm" w="sm" type="none"/>
                      <a:tailEnd len="sm" w="sm" type="none"/>
                    </a:lnT>
                    <a:lnB cap="flat" cmpd="sng" w="28575">
                      <a:solidFill>
                        <a:schemeClr val="accen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700">
                          <a:solidFill>
                            <a:schemeClr val="lt1"/>
                          </a:solidFill>
                          <a:latin typeface="Orbitron"/>
                          <a:ea typeface="Orbitron"/>
                          <a:cs typeface="Orbitron"/>
                          <a:sym typeface="Orbitron"/>
                        </a:rPr>
                        <a:t>JUN</a:t>
                      </a:r>
                      <a:endParaRPr b="1" sz="1700">
                        <a:solidFill>
                          <a:schemeClr val="lt1"/>
                        </a:solidFill>
                        <a:latin typeface="Orbitron"/>
                        <a:ea typeface="Orbitron"/>
                        <a:cs typeface="Orbitron"/>
                        <a:sym typeface="Orbitron"/>
                      </a:endParaRPr>
                    </a:p>
                  </a:txBody>
                  <a:tcPr marT="91425"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alpha val="0"/>
                        </a:schemeClr>
                      </a:solidFill>
                      <a:prstDash val="solid"/>
                      <a:round/>
                      <a:headEnd len="sm" w="sm" type="none"/>
                      <a:tailEnd len="sm" w="sm" type="none"/>
                    </a:lnT>
                    <a:lnB cap="flat" cmpd="sng" w="28575">
                      <a:solidFill>
                        <a:schemeClr val="accent1"/>
                      </a:solidFill>
                      <a:prstDash val="solid"/>
                      <a:round/>
                      <a:headEnd len="sm" w="sm" type="none"/>
                      <a:tailEnd len="sm" w="sm" type="none"/>
                    </a:lnB>
                    <a:solidFill>
                      <a:schemeClr val="lt2"/>
                    </a:solidFill>
                  </a:tcPr>
                </a:tc>
              </a:tr>
              <a:tr h="544975">
                <a:tc>
                  <a:txBody>
                    <a:bodyPr/>
                    <a:lstStyle/>
                    <a:p>
                      <a:pPr indent="0" lvl="0" marL="0" rtl="0" algn="ctr">
                        <a:spcBef>
                          <a:spcPts val="0"/>
                        </a:spcBef>
                        <a:spcAft>
                          <a:spcPts val="0"/>
                        </a:spcAft>
                        <a:buNone/>
                      </a:pPr>
                      <a:r>
                        <a:rPr b="1" lang="en" sz="1700">
                          <a:solidFill>
                            <a:schemeClr val="dk1"/>
                          </a:solidFill>
                          <a:latin typeface="Orbitron"/>
                          <a:ea typeface="Orbitron"/>
                          <a:cs typeface="Orbitron"/>
                          <a:sym typeface="Orbitron"/>
                        </a:rPr>
                        <a:t>TASK</a:t>
                      </a:r>
                      <a:endParaRPr b="1" sz="1700">
                        <a:solidFill>
                          <a:schemeClr val="dk1"/>
                        </a:solidFill>
                        <a:latin typeface="Orbitron"/>
                        <a:ea typeface="Orbitron"/>
                        <a:cs typeface="Orbitron"/>
                        <a:sym typeface="Orbitron"/>
                      </a:endParaRPr>
                    </a:p>
                  </a:txBody>
                  <a:tcPr marT="91425"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solidFill>
                      <a:schemeClr val="accent1"/>
                    </a:solidFill>
                  </a:tcPr>
                </a:tc>
                <a:tc gridSpan="2">
                  <a:txBody>
                    <a:bodyPr/>
                    <a:lstStyle/>
                    <a:p>
                      <a:pPr indent="0" lvl="0" marL="0" rtl="0" algn="ctr">
                        <a:spcBef>
                          <a:spcPts val="0"/>
                        </a:spcBef>
                        <a:spcAft>
                          <a:spcPts val="0"/>
                        </a:spcAft>
                        <a:buNone/>
                      </a:pPr>
                      <a:r>
                        <a:rPr b="1" lang="en" sz="1700">
                          <a:solidFill>
                            <a:schemeClr val="dk1"/>
                          </a:solidFill>
                          <a:latin typeface="Orbitron"/>
                          <a:ea typeface="Orbitron"/>
                          <a:cs typeface="Orbitron"/>
                          <a:sym typeface="Orbitron"/>
                        </a:rPr>
                        <a:t>DESCRIPTION</a:t>
                      </a:r>
                      <a:endParaRPr b="1" sz="1700">
                        <a:solidFill>
                          <a:schemeClr val="dk1"/>
                        </a:solidFill>
                        <a:latin typeface="Orbitron"/>
                        <a:ea typeface="Orbitron"/>
                        <a:cs typeface="Orbitron"/>
                        <a:sym typeface="Orbitron"/>
                      </a:endParaRPr>
                    </a:p>
                  </a:txBody>
                  <a:tcPr marT="91425"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solidFill>
                      <a:schemeClr val="accent1"/>
                    </a:solidFill>
                  </a:tcPr>
                </a:tc>
                <a:tc hMerge="1"/>
                <a:tc gridSpan="2">
                  <a:txBody>
                    <a:bodyPr/>
                    <a:lstStyle/>
                    <a:p>
                      <a:pPr indent="0" lvl="0" marL="0" rtl="0" algn="ctr">
                        <a:spcBef>
                          <a:spcPts val="0"/>
                        </a:spcBef>
                        <a:spcAft>
                          <a:spcPts val="0"/>
                        </a:spcAft>
                        <a:buNone/>
                      </a:pPr>
                      <a:r>
                        <a:rPr b="1" lang="en" sz="1700">
                          <a:solidFill>
                            <a:schemeClr val="dk1"/>
                          </a:solidFill>
                          <a:latin typeface="Orbitron"/>
                          <a:ea typeface="Orbitron"/>
                          <a:cs typeface="Orbitron"/>
                          <a:sym typeface="Orbitron"/>
                        </a:rPr>
                        <a:t>DATE</a:t>
                      </a:r>
                      <a:endParaRPr b="1" sz="1700">
                        <a:solidFill>
                          <a:schemeClr val="dk1"/>
                        </a:solidFill>
                        <a:latin typeface="Orbitron"/>
                        <a:ea typeface="Orbitron"/>
                        <a:cs typeface="Orbitron"/>
                        <a:sym typeface="Orbitron"/>
                      </a:endParaRPr>
                    </a:p>
                  </a:txBody>
                  <a:tcPr marT="91425"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solidFill>
                      <a:schemeClr val="accent1"/>
                    </a:solidFill>
                  </a:tcPr>
                </a:tc>
                <a:tc hMerge="1"/>
                <a:tc>
                  <a:txBody>
                    <a:bodyPr/>
                    <a:lstStyle/>
                    <a:p>
                      <a:pPr indent="0" lvl="0" marL="0" rtl="0" algn="ctr">
                        <a:spcBef>
                          <a:spcPts val="0"/>
                        </a:spcBef>
                        <a:spcAft>
                          <a:spcPts val="0"/>
                        </a:spcAft>
                        <a:buNone/>
                      </a:pPr>
                      <a:r>
                        <a:rPr b="1" lang="en" sz="1700">
                          <a:solidFill>
                            <a:schemeClr val="dk1"/>
                          </a:solidFill>
                          <a:latin typeface="Orbitron"/>
                          <a:ea typeface="Orbitron"/>
                          <a:cs typeface="Orbitron"/>
                          <a:sym typeface="Orbitron"/>
                        </a:rPr>
                        <a:t>STATUS</a:t>
                      </a:r>
                      <a:endParaRPr b="1" sz="1700">
                        <a:solidFill>
                          <a:schemeClr val="dk1"/>
                        </a:solidFill>
                        <a:latin typeface="Orbitron"/>
                        <a:ea typeface="Orbitron"/>
                        <a:cs typeface="Orbitron"/>
                        <a:sym typeface="Orbitron"/>
                      </a:endParaRPr>
                    </a:p>
                  </a:txBody>
                  <a:tcPr marT="91425"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solidFill>
                      <a:schemeClr val="accent1"/>
                    </a:solidFill>
                  </a:tcPr>
                </a:tc>
              </a:tr>
              <a:tr h="544975">
                <a:tc>
                  <a:txBody>
                    <a:bodyPr/>
                    <a:lstStyle/>
                    <a:p>
                      <a:pPr indent="0" lvl="0" marL="0" rtl="0" algn="ctr">
                        <a:spcBef>
                          <a:spcPts val="0"/>
                        </a:spcBef>
                        <a:spcAft>
                          <a:spcPts val="0"/>
                        </a:spcAft>
                        <a:buNone/>
                      </a:pPr>
                      <a:r>
                        <a:rPr b="1" lang="en" sz="2200">
                          <a:solidFill>
                            <a:schemeClr val="accent2"/>
                          </a:solidFill>
                          <a:latin typeface="Orbitron"/>
                          <a:ea typeface="Orbitron"/>
                          <a:cs typeface="Orbitron"/>
                          <a:sym typeface="Orbitron"/>
                        </a:rPr>
                        <a:t>1</a:t>
                      </a:r>
                      <a:endParaRPr b="1" sz="2200">
                        <a:solidFill>
                          <a:schemeClr val="accent2"/>
                        </a:solidFill>
                        <a:latin typeface="Orbitron"/>
                        <a:ea typeface="Orbitron"/>
                        <a:cs typeface="Orbitron"/>
                        <a:sym typeface="Orbitron"/>
                      </a:endParaRPr>
                    </a:p>
                  </a:txBody>
                  <a:tcPr marT="91425"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gridSpan="2">
                  <a:txBody>
                    <a:bodyPr/>
                    <a:lstStyle/>
                    <a:p>
                      <a:pPr indent="0" lvl="0" marL="0" rtl="0" algn="ctr">
                        <a:spcBef>
                          <a:spcPts val="0"/>
                        </a:spcBef>
                        <a:spcAft>
                          <a:spcPts val="0"/>
                        </a:spcAft>
                        <a:buNone/>
                      </a:pPr>
                      <a:r>
                        <a:rPr lang="en" sz="1500">
                          <a:solidFill>
                            <a:schemeClr val="lt1"/>
                          </a:solidFill>
                          <a:latin typeface="Roboto"/>
                          <a:ea typeface="Roboto"/>
                          <a:cs typeface="Roboto"/>
                          <a:sym typeface="Roboto"/>
                        </a:rPr>
                        <a:t>Saturn is a gas giant</a:t>
                      </a:r>
                      <a:r>
                        <a:rPr lang="en" sz="1500">
                          <a:solidFill>
                            <a:schemeClr val="lt1"/>
                          </a:solidFill>
                          <a:latin typeface="Roboto"/>
                          <a:ea typeface="Roboto"/>
                          <a:cs typeface="Roboto"/>
                          <a:sym typeface="Roboto"/>
                        </a:rPr>
                        <a:t> </a:t>
                      </a:r>
                      <a:endParaRPr/>
                    </a:p>
                  </a:txBody>
                  <a:tcPr marT="54850"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hMerge="1"/>
                <a:tc gridSpan="2">
                  <a:txBody>
                    <a:bodyPr/>
                    <a:lstStyle/>
                    <a:p>
                      <a:pPr indent="0" lvl="0" marL="0" rtl="0" algn="ctr">
                        <a:spcBef>
                          <a:spcPts val="0"/>
                        </a:spcBef>
                        <a:spcAft>
                          <a:spcPts val="0"/>
                        </a:spcAft>
                        <a:buNone/>
                      </a:pPr>
                      <a:r>
                        <a:rPr lang="en" sz="1500">
                          <a:solidFill>
                            <a:schemeClr val="lt1"/>
                          </a:solidFill>
                          <a:latin typeface="Roboto"/>
                          <a:ea typeface="Roboto"/>
                          <a:cs typeface="Roboto"/>
                          <a:sym typeface="Roboto"/>
                        </a:rPr>
                        <a:t>January 1 - March 28</a:t>
                      </a:r>
                      <a:endParaRPr sz="1500">
                        <a:solidFill>
                          <a:schemeClr val="lt1"/>
                        </a:solidFill>
                        <a:latin typeface="Roboto"/>
                        <a:ea typeface="Roboto"/>
                        <a:cs typeface="Roboto"/>
                        <a:sym typeface="Roboto"/>
                      </a:endParaRPr>
                    </a:p>
                  </a:txBody>
                  <a:tcPr marT="54850"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hMerge="1"/>
                <a:tc>
                  <a:txBody>
                    <a:bodyPr/>
                    <a:lstStyle/>
                    <a:p>
                      <a:pPr indent="0" lvl="0" marL="0" rtl="0" algn="ctr">
                        <a:spcBef>
                          <a:spcPts val="0"/>
                        </a:spcBef>
                        <a:spcAft>
                          <a:spcPts val="0"/>
                        </a:spcAft>
                        <a:buNone/>
                      </a:pPr>
                      <a:r>
                        <a:rPr lang="en" sz="1500">
                          <a:solidFill>
                            <a:schemeClr val="lt1"/>
                          </a:solidFill>
                          <a:latin typeface="Roboto"/>
                          <a:ea typeface="Roboto"/>
                          <a:cs typeface="Roboto"/>
                          <a:sym typeface="Roboto"/>
                        </a:rPr>
                        <a:t>Completed</a:t>
                      </a:r>
                      <a:endParaRPr sz="1500">
                        <a:solidFill>
                          <a:schemeClr val="lt1"/>
                        </a:solidFill>
                        <a:latin typeface="Roboto"/>
                        <a:ea typeface="Roboto"/>
                        <a:cs typeface="Roboto"/>
                        <a:sym typeface="Roboto"/>
                      </a:endParaRPr>
                    </a:p>
                  </a:txBody>
                  <a:tcPr marT="54850"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r>
              <a:tr h="544975">
                <a:tc>
                  <a:txBody>
                    <a:bodyPr/>
                    <a:lstStyle/>
                    <a:p>
                      <a:pPr indent="0" lvl="0" marL="0" rtl="0" algn="ctr">
                        <a:spcBef>
                          <a:spcPts val="0"/>
                        </a:spcBef>
                        <a:spcAft>
                          <a:spcPts val="0"/>
                        </a:spcAft>
                        <a:buNone/>
                      </a:pPr>
                      <a:r>
                        <a:rPr b="1" lang="en" sz="2200">
                          <a:solidFill>
                            <a:schemeClr val="accent3"/>
                          </a:solidFill>
                          <a:latin typeface="Orbitron"/>
                          <a:ea typeface="Orbitron"/>
                          <a:cs typeface="Orbitron"/>
                          <a:sym typeface="Orbitron"/>
                        </a:rPr>
                        <a:t>2</a:t>
                      </a:r>
                      <a:endParaRPr b="1" sz="2200">
                        <a:solidFill>
                          <a:schemeClr val="accent3"/>
                        </a:solidFill>
                        <a:latin typeface="Orbitron"/>
                        <a:ea typeface="Orbitron"/>
                        <a:cs typeface="Orbitron"/>
                        <a:sym typeface="Orbitron"/>
                      </a:endParaRPr>
                    </a:p>
                  </a:txBody>
                  <a:tcPr marT="91425"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gridSpan="2">
                  <a:txBody>
                    <a:bodyPr/>
                    <a:lstStyle/>
                    <a:p>
                      <a:pPr indent="0" lvl="0" marL="0" rtl="0" algn="ctr">
                        <a:spcBef>
                          <a:spcPts val="0"/>
                        </a:spcBef>
                        <a:spcAft>
                          <a:spcPts val="0"/>
                        </a:spcAft>
                        <a:buNone/>
                      </a:pPr>
                      <a:r>
                        <a:rPr lang="en" sz="1500">
                          <a:solidFill>
                            <a:schemeClr val="lt1"/>
                          </a:solidFill>
                          <a:latin typeface="Roboto"/>
                          <a:ea typeface="Roboto"/>
                          <a:cs typeface="Roboto"/>
                          <a:sym typeface="Roboto"/>
                        </a:rPr>
                        <a:t>Jupiter is a gas giant</a:t>
                      </a:r>
                      <a:endParaRPr/>
                    </a:p>
                  </a:txBody>
                  <a:tcPr marT="54850"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hMerge="1"/>
                <a:tc gridSpan="2">
                  <a:txBody>
                    <a:bodyPr/>
                    <a:lstStyle/>
                    <a:p>
                      <a:pPr indent="0" lvl="0" marL="0" rtl="0" algn="ctr">
                        <a:spcBef>
                          <a:spcPts val="0"/>
                        </a:spcBef>
                        <a:spcAft>
                          <a:spcPts val="0"/>
                        </a:spcAft>
                        <a:buNone/>
                      </a:pPr>
                      <a:r>
                        <a:rPr lang="en" sz="1500">
                          <a:solidFill>
                            <a:schemeClr val="lt1"/>
                          </a:solidFill>
                          <a:latin typeface="Roboto"/>
                          <a:ea typeface="Roboto"/>
                          <a:cs typeface="Roboto"/>
                          <a:sym typeface="Roboto"/>
                        </a:rPr>
                        <a:t>April 1 - June 30</a:t>
                      </a:r>
                      <a:endParaRPr sz="1500">
                        <a:solidFill>
                          <a:schemeClr val="lt1"/>
                        </a:solidFill>
                        <a:latin typeface="Roboto"/>
                        <a:ea typeface="Roboto"/>
                        <a:cs typeface="Roboto"/>
                        <a:sym typeface="Roboto"/>
                      </a:endParaRPr>
                    </a:p>
                  </a:txBody>
                  <a:tcPr marT="54850"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hMerge="1"/>
                <a:tc>
                  <a:txBody>
                    <a:bodyPr/>
                    <a:lstStyle/>
                    <a:p>
                      <a:pPr indent="0" lvl="0" marL="0" rtl="0" algn="ctr">
                        <a:spcBef>
                          <a:spcPts val="0"/>
                        </a:spcBef>
                        <a:spcAft>
                          <a:spcPts val="0"/>
                        </a:spcAft>
                        <a:buNone/>
                      </a:pPr>
                      <a:r>
                        <a:rPr lang="en" sz="1500">
                          <a:solidFill>
                            <a:schemeClr val="lt1"/>
                          </a:solidFill>
                          <a:latin typeface="Roboto"/>
                          <a:ea typeface="Roboto"/>
                          <a:cs typeface="Roboto"/>
                          <a:sym typeface="Roboto"/>
                        </a:rPr>
                        <a:t>In progress</a:t>
                      </a:r>
                      <a:endParaRPr sz="1500">
                        <a:solidFill>
                          <a:schemeClr val="lt1"/>
                        </a:solidFill>
                        <a:latin typeface="Roboto"/>
                        <a:ea typeface="Roboto"/>
                        <a:cs typeface="Roboto"/>
                        <a:sym typeface="Roboto"/>
                      </a:endParaRPr>
                    </a:p>
                  </a:txBody>
                  <a:tcPr marT="54850" marB="91425" marR="91425" marL="91425" anchor="ctr">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40"/>
          <p:cNvSpPr txBox="1"/>
          <p:nvPr>
            <p:ph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METHODOLOGY</a:t>
            </a:r>
            <a:endParaRPr/>
          </a:p>
        </p:txBody>
      </p:sp>
      <p:sp>
        <p:nvSpPr>
          <p:cNvPr id="968" name="Google Shape;968;p40"/>
          <p:cNvSpPr/>
          <p:nvPr/>
        </p:nvSpPr>
        <p:spPr>
          <a:xfrm>
            <a:off x="4953413" y="1736241"/>
            <a:ext cx="807300" cy="8073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40"/>
          <p:cNvSpPr/>
          <p:nvPr/>
        </p:nvSpPr>
        <p:spPr>
          <a:xfrm>
            <a:off x="4953413" y="3314418"/>
            <a:ext cx="807300" cy="8073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40"/>
          <p:cNvSpPr/>
          <p:nvPr/>
        </p:nvSpPr>
        <p:spPr>
          <a:xfrm>
            <a:off x="3383288" y="1736241"/>
            <a:ext cx="807300" cy="8073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40"/>
          <p:cNvSpPr/>
          <p:nvPr/>
        </p:nvSpPr>
        <p:spPr>
          <a:xfrm>
            <a:off x="3383288" y="3314418"/>
            <a:ext cx="807300" cy="8073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40"/>
          <p:cNvSpPr txBox="1"/>
          <p:nvPr>
            <p:ph idx="4294967295" type="subTitle"/>
          </p:nvPr>
        </p:nvSpPr>
        <p:spPr>
          <a:xfrm flipH="1">
            <a:off x="722375" y="1726841"/>
            <a:ext cx="1708800" cy="3714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b="1" lang="en" sz="2200">
                <a:solidFill>
                  <a:schemeClr val="dk2"/>
                </a:solidFill>
                <a:latin typeface="Orbitron"/>
                <a:ea typeface="Orbitron"/>
                <a:cs typeface="Orbitron"/>
                <a:sym typeface="Orbitron"/>
              </a:rPr>
              <a:t>VENUS</a:t>
            </a:r>
            <a:endParaRPr b="1" sz="2200">
              <a:solidFill>
                <a:schemeClr val="dk2"/>
              </a:solidFill>
              <a:latin typeface="Orbitron"/>
              <a:ea typeface="Orbitron"/>
              <a:cs typeface="Orbitron"/>
              <a:sym typeface="Orbitron"/>
            </a:endParaRPr>
          </a:p>
        </p:txBody>
      </p:sp>
      <p:sp>
        <p:nvSpPr>
          <p:cNvPr id="973" name="Google Shape;973;p40"/>
          <p:cNvSpPr txBox="1"/>
          <p:nvPr>
            <p:ph idx="4294967295" type="subTitle"/>
          </p:nvPr>
        </p:nvSpPr>
        <p:spPr>
          <a:xfrm flipH="1">
            <a:off x="722375" y="2107319"/>
            <a:ext cx="1708800" cy="506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Venus has a beautiful name</a:t>
            </a:r>
            <a:endParaRPr/>
          </a:p>
        </p:txBody>
      </p:sp>
      <p:sp>
        <p:nvSpPr>
          <p:cNvPr id="974" name="Google Shape;974;p40"/>
          <p:cNvSpPr txBox="1"/>
          <p:nvPr>
            <p:ph idx="4294967295" type="title"/>
          </p:nvPr>
        </p:nvSpPr>
        <p:spPr>
          <a:xfrm flipH="1">
            <a:off x="2431176" y="1736241"/>
            <a:ext cx="869700" cy="80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975" name="Google Shape;975;p40"/>
          <p:cNvSpPr txBox="1"/>
          <p:nvPr>
            <p:ph idx="4294967295" type="subTitle"/>
          </p:nvPr>
        </p:nvSpPr>
        <p:spPr>
          <a:xfrm flipH="1">
            <a:off x="722375" y="3305362"/>
            <a:ext cx="1708800" cy="3714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b="1" lang="en" sz="2200">
                <a:solidFill>
                  <a:schemeClr val="dk2"/>
                </a:solidFill>
                <a:latin typeface="Orbitron"/>
                <a:ea typeface="Orbitron"/>
                <a:cs typeface="Orbitron"/>
                <a:sym typeface="Orbitron"/>
              </a:rPr>
              <a:t>MARS</a:t>
            </a:r>
            <a:endParaRPr b="1" sz="2200">
              <a:solidFill>
                <a:schemeClr val="dk2"/>
              </a:solidFill>
              <a:latin typeface="Orbitron"/>
              <a:ea typeface="Orbitron"/>
              <a:cs typeface="Orbitron"/>
              <a:sym typeface="Orbitron"/>
            </a:endParaRPr>
          </a:p>
        </p:txBody>
      </p:sp>
      <p:sp>
        <p:nvSpPr>
          <p:cNvPr id="976" name="Google Shape;976;p40"/>
          <p:cNvSpPr txBox="1"/>
          <p:nvPr>
            <p:ph idx="4294967295" type="subTitle"/>
          </p:nvPr>
        </p:nvSpPr>
        <p:spPr>
          <a:xfrm flipH="1">
            <a:off x="722375" y="3685840"/>
            <a:ext cx="1708800" cy="506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Mars is actually a cold place</a:t>
            </a:r>
            <a:endParaRPr/>
          </a:p>
        </p:txBody>
      </p:sp>
      <p:sp>
        <p:nvSpPr>
          <p:cNvPr id="977" name="Google Shape;977;p40"/>
          <p:cNvSpPr txBox="1"/>
          <p:nvPr>
            <p:ph idx="4294967295" type="title"/>
          </p:nvPr>
        </p:nvSpPr>
        <p:spPr>
          <a:xfrm flipH="1">
            <a:off x="2431176" y="3314757"/>
            <a:ext cx="869700" cy="80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978" name="Google Shape;978;p40"/>
          <p:cNvSpPr txBox="1"/>
          <p:nvPr>
            <p:ph idx="4294967295" type="title"/>
          </p:nvPr>
        </p:nvSpPr>
        <p:spPr>
          <a:xfrm flipH="1">
            <a:off x="5843124" y="1735854"/>
            <a:ext cx="869700" cy="80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979" name="Google Shape;979;p40"/>
          <p:cNvSpPr txBox="1"/>
          <p:nvPr>
            <p:ph idx="4294967295" type="title"/>
          </p:nvPr>
        </p:nvSpPr>
        <p:spPr>
          <a:xfrm flipH="1">
            <a:off x="5843124" y="3314757"/>
            <a:ext cx="869700" cy="80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980" name="Google Shape;980;p40"/>
          <p:cNvSpPr txBox="1"/>
          <p:nvPr>
            <p:ph idx="4294967295" type="subTitle"/>
          </p:nvPr>
        </p:nvSpPr>
        <p:spPr>
          <a:xfrm flipH="1">
            <a:off x="6712825" y="1726866"/>
            <a:ext cx="1708800" cy="37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200">
                <a:solidFill>
                  <a:schemeClr val="dk2"/>
                </a:solidFill>
                <a:latin typeface="Orbitron"/>
                <a:ea typeface="Orbitron"/>
                <a:cs typeface="Orbitron"/>
                <a:sym typeface="Orbitron"/>
              </a:rPr>
              <a:t>JUPITER</a:t>
            </a:r>
            <a:endParaRPr b="1" sz="2200">
              <a:solidFill>
                <a:schemeClr val="dk2"/>
              </a:solidFill>
              <a:latin typeface="Orbitron"/>
              <a:ea typeface="Orbitron"/>
              <a:cs typeface="Orbitron"/>
              <a:sym typeface="Orbitron"/>
            </a:endParaRPr>
          </a:p>
        </p:txBody>
      </p:sp>
      <p:sp>
        <p:nvSpPr>
          <p:cNvPr id="981" name="Google Shape;981;p40"/>
          <p:cNvSpPr txBox="1"/>
          <p:nvPr>
            <p:ph idx="4294967295" type="subTitle"/>
          </p:nvPr>
        </p:nvSpPr>
        <p:spPr>
          <a:xfrm flipH="1">
            <a:off x="6712825" y="2107339"/>
            <a:ext cx="1708800" cy="50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Jupiter is the biggest planet</a:t>
            </a:r>
            <a:endParaRPr/>
          </a:p>
        </p:txBody>
      </p:sp>
      <p:sp>
        <p:nvSpPr>
          <p:cNvPr id="982" name="Google Shape;982;p40"/>
          <p:cNvSpPr txBox="1"/>
          <p:nvPr>
            <p:ph idx="4294967295" type="subTitle"/>
          </p:nvPr>
        </p:nvSpPr>
        <p:spPr>
          <a:xfrm flipH="1">
            <a:off x="6712825" y="3305371"/>
            <a:ext cx="1708800" cy="37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200">
                <a:solidFill>
                  <a:schemeClr val="dk2"/>
                </a:solidFill>
                <a:latin typeface="Orbitron"/>
                <a:ea typeface="Orbitron"/>
                <a:cs typeface="Orbitron"/>
                <a:sym typeface="Orbitron"/>
              </a:rPr>
              <a:t>EARTH</a:t>
            </a:r>
            <a:endParaRPr b="1" sz="2200">
              <a:solidFill>
                <a:schemeClr val="dk2"/>
              </a:solidFill>
              <a:latin typeface="Orbitron"/>
              <a:ea typeface="Orbitron"/>
              <a:cs typeface="Orbitron"/>
              <a:sym typeface="Orbitron"/>
            </a:endParaRPr>
          </a:p>
        </p:txBody>
      </p:sp>
      <p:sp>
        <p:nvSpPr>
          <p:cNvPr id="983" name="Google Shape;983;p40"/>
          <p:cNvSpPr txBox="1"/>
          <p:nvPr>
            <p:ph idx="4294967295" type="subTitle"/>
          </p:nvPr>
        </p:nvSpPr>
        <p:spPr>
          <a:xfrm flipH="1">
            <a:off x="6712825" y="3685845"/>
            <a:ext cx="1708800" cy="50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Earth is where we all live</a:t>
            </a:r>
            <a:endParaRPr/>
          </a:p>
        </p:txBody>
      </p:sp>
      <p:cxnSp>
        <p:nvCxnSpPr>
          <p:cNvPr id="984" name="Google Shape;984;p40"/>
          <p:cNvCxnSpPr>
            <a:stCxn id="970" idx="6"/>
            <a:endCxn id="968" idx="2"/>
          </p:cNvCxnSpPr>
          <p:nvPr/>
        </p:nvCxnSpPr>
        <p:spPr>
          <a:xfrm>
            <a:off x="4190588" y="2139891"/>
            <a:ext cx="762900" cy="0"/>
          </a:xfrm>
          <a:prstGeom prst="straightConnector1">
            <a:avLst/>
          </a:prstGeom>
          <a:noFill/>
          <a:ln cap="rnd" cmpd="sng" w="28575">
            <a:solidFill>
              <a:schemeClr val="accent1"/>
            </a:solidFill>
            <a:prstDash val="solid"/>
            <a:round/>
            <a:headEnd len="med" w="med" type="none"/>
            <a:tailEnd len="med" w="med" type="none"/>
          </a:ln>
        </p:spPr>
      </p:cxnSp>
      <p:cxnSp>
        <p:nvCxnSpPr>
          <p:cNvPr id="985" name="Google Shape;985;p40"/>
          <p:cNvCxnSpPr>
            <a:stCxn id="968" idx="4"/>
            <a:endCxn id="971" idx="0"/>
          </p:cNvCxnSpPr>
          <p:nvPr/>
        </p:nvCxnSpPr>
        <p:spPr>
          <a:xfrm flipH="1">
            <a:off x="3786863" y="2543541"/>
            <a:ext cx="1570200" cy="771000"/>
          </a:xfrm>
          <a:prstGeom prst="straightConnector1">
            <a:avLst/>
          </a:prstGeom>
          <a:noFill/>
          <a:ln cap="rnd" cmpd="sng" w="28575">
            <a:solidFill>
              <a:schemeClr val="accent1"/>
            </a:solidFill>
            <a:prstDash val="solid"/>
            <a:round/>
            <a:headEnd len="med" w="med" type="none"/>
            <a:tailEnd len="med" w="med" type="none"/>
          </a:ln>
        </p:spPr>
      </p:cxnSp>
      <p:cxnSp>
        <p:nvCxnSpPr>
          <p:cNvPr id="986" name="Google Shape;986;p40"/>
          <p:cNvCxnSpPr>
            <a:stCxn id="969" idx="2"/>
            <a:endCxn id="971" idx="6"/>
          </p:cNvCxnSpPr>
          <p:nvPr/>
        </p:nvCxnSpPr>
        <p:spPr>
          <a:xfrm rot="10800000">
            <a:off x="4190513" y="3718068"/>
            <a:ext cx="762900" cy="0"/>
          </a:xfrm>
          <a:prstGeom prst="straightConnector1">
            <a:avLst/>
          </a:prstGeom>
          <a:noFill/>
          <a:ln cap="rnd" cmpd="sng" w="28575">
            <a:solidFill>
              <a:schemeClr val="accent1"/>
            </a:solidFill>
            <a:prstDash val="solid"/>
            <a:round/>
            <a:headEnd len="med" w="med" type="none"/>
            <a:tailEnd len="med" w="med" type="none"/>
          </a:ln>
        </p:spPr>
      </p:cxnSp>
      <p:grpSp>
        <p:nvGrpSpPr>
          <p:cNvPr id="987" name="Google Shape;987;p40"/>
          <p:cNvGrpSpPr/>
          <p:nvPr/>
        </p:nvGrpSpPr>
        <p:grpSpPr>
          <a:xfrm>
            <a:off x="3598475" y="1954729"/>
            <a:ext cx="376926" cy="370324"/>
            <a:chOff x="-40748275" y="3238700"/>
            <a:chExt cx="322600" cy="316950"/>
          </a:xfrm>
        </p:grpSpPr>
        <p:sp>
          <p:nvSpPr>
            <p:cNvPr id="988" name="Google Shape;988;p40"/>
            <p:cNvSpPr/>
            <p:nvPr/>
          </p:nvSpPr>
          <p:spPr>
            <a:xfrm>
              <a:off x="-40709675" y="3273750"/>
              <a:ext cx="84300" cy="84300"/>
            </a:xfrm>
            <a:custGeom>
              <a:rect b="b" l="l" r="r" t="t"/>
              <a:pathLst>
                <a:path extrusionOk="0" h="3372" w="3372">
                  <a:moveTo>
                    <a:pt x="2710" y="0"/>
                  </a:moveTo>
                  <a:lnTo>
                    <a:pt x="1" y="2710"/>
                  </a:lnTo>
                  <a:lnTo>
                    <a:pt x="694" y="3371"/>
                  </a:lnTo>
                  <a:lnTo>
                    <a:pt x="3372" y="662"/>
                  </a:lnTo>
                  <a:lnTo>
                    <a:pt x="271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40"/>
            <p:cNvSpPr/>
            <p:nvPr/>
          </p:nvSpPr>
          <p:spPr>
            <a:xfrm>
              <a:off x="-40578925" y="3247175"/>
              <a:ext cx="151250" cy="149475"/>
            </a:xfrm>
            <a:custGeom>
              <a:rect b="b" l="l" r="r" t="t"/>
              <a:pathLst>
                <a:path extrusionOk="0" h="5979" w="6050">
                  <a:moveTo>
                    <a:pt x="2663" y="0"/>
                  </a:moveTo>
                  <a:cubicBezTo>
                    <a:pt x="2552" y="0"/>
                    <a:pt x="2442" y="39"/>
                    <a:pt x="2363" y="118"/>
                  </a:cubicBezTo>
                  <a:lnTo>
                    <a:pt x="1261" y="1221"/>
                  </a:lnTo>
                  <a:lnTo>
                    <a:pt x="2678" y="2639"/>
                  </a:lnTo>
                  <a:cubicBezTo>
                    <a:pt x="2836" y="2796"/>
                    <a:pt x="2836" y="3080"/>
                    <a:pt x="2678" y="3237"/>
                  </a:cubicBezTo>
                  <a:cubicBezTo>
                    <a:pt x="2637" y="3278"/>
                    <a:pt x="2560" y="3302"/>
                    <a:pt x="2473" y="3302"/>
                  </a:cubicBezTo>
                  <a:cubicBezTo>
                    <a:pt x="2360" y="3302"/>
                    <a:pt x="2232" y="3263"/>
                    <a:pt x="2143" y="3174"/>
                  </a:cubicBezTo>
                  <a:lnTo>
                    <a:pt x="725" y="1756"/>
                  </a:lnTo>
                  <a:lnTo>
                    <a:pt x="0" y="2481"/>
                  </a:lnTo>
                  <a:lnTo>
                    <a:pt x="3529" y="5978"/>
                  </a:lnTo>
                  <a:lnTo>
                    <a:pt x="5892" y="3615"/>
                  </a:lnTo>
                  <a:cubicBezTo>
                    <a:pt x="6049" y="3458"/>
                    <a:pt x="6049" y="3174"/>
                    <a:pt x="5892" y="3017"/>
                  </a:cubicBezTo>
                  <a:lnTo>
                    <a:pt x="2962" y="118"/>
                  </a:lnTo>
                  <a:cubicBezTo>
                    <a:pt x="2883" y="39"/>
                    <a:pt x="2773" y="0"/>
                    <a:pt x="266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40"/>
            <p:cNvSpPr/>
            <p:nvPr/>
          </p:nvSpPr>
          <p:spPr>
            <a:xfrm>
              <a:off x="-40678175" y="3305250"/>
              <a:ext cx="213475" cy="213475"/>
            </a:xfrm>
            <a:custGeom>
              <a:rect b="b" l="l" r="r" t="t"/>
              <a:pathLst>
                <a:path extrusionOk="0" h="8539" w="8539">
                  <a:moveTo>
                    <a:pt x="2679" y="0"/>
                  </a:moveTo>
                  <a:lnTo>
                    <a:pt x="1" y="2678"/>
                  </a:lnTo>
                  <a:lnTo>
                    <a:pt x="5861" y="8538"/>
                  </a:lnTo>
                  <a:lnTo>
                    <a:pt x="8539" y="5860"/>
                  </a:lnTo>
                  <a:lnTo>
                    <a:pt x="267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40"/>
            <p:cNvSpPr/>
            <p:nvPr/>
          </p:nvSpPr>
          <p:spPr>
            <a:xfrm>
              <a:off x="-40513550" y="3469850"/>
              <a:ext cx="87875" cy="85800"/>
            </a:xfrm>
            <a:custGeom>
              <a:rect b="b" l="l" r="r" t="t"/>
              <a:pathLst>
                <a:path extrusionOk="0" h="3432" w="3515">
                  <a:moveTo>
                    <a:pt x="2426" y="1"/>
                  </a:moveTo>
                  <a:lnTo>
                    <a:pt x="0" y="2427"/>
                  </a:lnTo>
                  <a:lnTo>
                    <a:pt x="2899" y="3404"/>
                  </a:lnTo>
                  <a:cubicBezTo>
                    <a:pt x="2948" y="3423"/>
                    <a:pt x="2996" y="3432"/>
                    <a:pt x="3044" y="3432"/>
                  </a:cubicBezTo>
                  <a:cubicBezTo>
                    <a:pt x="3302" y="3432"/>
                    <a:pt x="3514" y="3166"/>
                    <a:pt x="3434" y="2899"/>
                  </a:cubicBezTo>
                  <a:lnTo>
                    <a:pt x="242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40"/>
            <p:cNvSpPr/>
            <p:nvPr/>
          </p:nvSpPr>
          <p:spPr>
            <a:xfrm>
              <a:off x="-40738025" y="3404500"/>
              <a:ext cx="150450" cy="149475"/>
            </a:xfrm>
            <a:custGeom>
              <a:rect b="b" l="l" r="r" t="t"/>
              <a:pathLst>
                <a:path extrusionOk="0" h="5979" w="6018">
                  <a:moveTo>
                    <a:pt x="2521" y="0"/>
                  </a:moveTo>
                  <a:lnTo>
                    <a:pt x="1796" y="725"/>
                  </a:lnTo>
                  <a:lnTo>
                    <a:pt x="3308" y="2205"/>
                  </a:lnTo>
                  <a:cubicBezTo>
                    <a:pt x="3466" y="2363"/>
                    <a:pt x="3466" y="2646"/>
                    <a:pt x="3308" y="2804"/>
                  </a:cubicBezTo>
                  <a:cubicBezTo>
                    <a:pt x="3230" y="2883"/>
                    <a:pt x="3119" y="2922"/>
                    <a:pt x="3009" y="2922"/>
                  </a:cubicBezTo>
                  <a:cubicBezTo>
                    <a:pt x="2899" y="2922"/>
                    <a:pt x="2789" y="2883"/>
                    <a:pt x="2710" y="2804"/>
                  </a:cubicBezTo>
                  <a:lnTo>
                    <a:pt x="1229" y="1292"/>
                  </a:lnTo>
                  <a:lnTo>
                    <a:pt x="158" y="2363"/>
                  </a:lnTo>
                  <a:cubicBezTo>
                    <a:pt x="0" y="2520"/>
                    <a:pt x="0" y="2804"/>
                    <a:pt x="158" y="2962"/>
                  </a:cubicBezTo>
                  <a:lnTo>
                    <a:pt x="3056" y="5860"/>
                  </a:lnTo>
                  <a:cubicBezTo>
                    <a:pt x="3135" y="5939"/>
                    <a:pt x="3245" y="5978"/>
                    <a:pt x="3356" y="5978"/>
                  </a:cubicBezTo>
                  <a:cubicBezTo>
                    <a:pt x="3466" y="5978"/>
                    <a:pt x="3576" y="5939"/>
                    <a:pt x="3655" y="5860"/>
                  </a:cubicBezTo>
                  <a:lnTo>
                    <a:pt x="6018" y="3497"/>
                  </a:lnTo>
                  <a:lnTo>
                    <a:pt x="252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40"/>
            <p:cNvSpPr/>
            <p:nvPr/>
          </p:nvSpPr>
          <p:spPr>
            <a:xfrm>
              <a:off x="-40748275" y="3238700"/>
              <a:ext cx="92175" cy="87850"/>
            </a:xfrm>
            <a:custGeom>
              <a:rect b="b" l="l" r="r" t="t"/>
              <a:pathLst>
                <a:path extrusionOk="0" h="3514" w="3687">
                  <a:moveTo>
                    <a:pt x="2281" y="0"/>
                  </a:moveTo>
                  <a:cubicBezTo>
                    <a:pt x="1915" y="0"/>
                    <a:pt x="1545" y="142"/>
                    <a:pt x="1261" y="426"/>
                  </a:cubicBezTo>
                  <a:lnTo>
                    <a:pt x="568" y="1119"/>
                  </a:lnTo>
                  <a:cubicBezTo>
                    <a:pt x="1" y="1686"/>
                    <a:pt x="1" y="2568"/>
                    <a:pt x="568" y="3135"/>
                  </a:cubicBezTo>
                  <a:lnTo>
                    <a:pt x="946" y="3513"/>
                  </a:lnTo>
                  <a:lnTo>
                    <a:pt x="3687" y="804"/>
                  </a:lnTo>
                  <a:lnTo>
                    <a:pt x="3277" y="426"/>
                  </a:lnTo>
                  <a:cubicBezTo>
                    <a:pt x="3010" y="142"/>
                    <a:pt x="2647" y="0"/>
                    <a:pt x="22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4" name="Google Shape;994;p40"/>
          <p:cNvGrpSpPr/>
          <p:nvPr/>
        </p:nvGrpSpPr>
        <p:grpSpPr>
          <a:xfrm>
            <a:off x="5171155" y="1970546"/>
            <a:ext cx="371814" cy="338690"/>
            <a:chOff x="-40745125" y="3632900"/>
            <a:chExt cx="318225" cy="289875"/>
          </a:xfrm>
        </p:grpSpPr>
        <p:sp>
          <p:nvSpPr>
            <p:cNvPr id="995" name="Google Shape;995;p40"/>
            <p:cNvSpPr/>
            <p:nvPr/>
          </p:nvSpPr>
          <p:spPr>
            <a:xfrm>
              <a:off x="-40745125" y="3632900"/>
              <a:ext cx="300125" cy="82725"/>
            </a:xfrm>
            <a:custGeom>
              <a:rect b="b" l="l" r="r" t="t"/>
              <a:pathLst>
                <a:path extrusionOk="0" h="3309" w="12005">
                  <a:moveTo>
                    <a:pt x="1671" y="0"/>
                  </a:moveTo>
                  <a:cubicBezTo>
                    <a:pt x="757" y="0"/>
                    <a:pt x="1" y="757"/>
                    <a:pt x="1" y="1670"/>
                  </a:cubicBezTo>
                  <a:cubicBezTo>
                    <a:pt x="1" y="2552"/>
                    <a:pt x="757" y="3308"/>
                    <a:pt x="1671" y="3308"/>
                  </a:cubicBezTo>
                  <a:lnTo>
                    <a:pt x="11469" y="3308"/>
                  </a:lnTo>
                  <a:cubicBezTo>
                    <a:pt x="11815" y="3308"/>
                    <a:pt x="12004" y="2930"/>
                    <a:pt x="11784" y="2647"/>
                  </a:cubicBezTo>
                  <a:cubicBezTo>
                    <a:pt x="11595" y="2363"/>
                    <a:pt x="11469" y="2017"/>
                    <a:pt x="11469" y="1670"/>
                  </a:cubicBezTo>
                  <a:cubicBezTo>
                    <a:pt x="11469" y="1292"/>
                    <a:pt x="11595" y="946"/>
                    <a:pt x="11784" y="662"/>
                  </a:cubicBezTo>
                  <a:cubicBezTo>
                    <a:pt x="11973" y="410"/>
                    <a:pt x="11784" y="0"/>
                    <a:pt x="114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40"/>
            <p:cNvSpPr/>
            <p:nvPr/>
          </p:nvSpPr>
          <p:spPr>
            <a:xfrm>
              <a:off x="-40508050" y="3736075"/>
              <a:ext cx="21300" cy="82725"/>
            </a:xfrm>
            <a:custGeom>
              <a:rect b="b" l="l" r="r" t="t"/>
              <a:pathLst>
                <a:path extrusionOk="0" h="3309" w="852">
                  <a:moveTo>
                    <a:pt x="1" y="1"/>
                  </a:moveTo>
                  <a:lnTo>
                    <a:pt x="1" y="3309"/>
                  </a:lnTo>
                  <a:lnTo>
                    <a:pt x="852" y="3309"/>
                  </a:lnTo>
                  <a:lnTo>
                    <a:pt x="8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40"/>
            <p:cNvSpPr/>
            <p:nvPr/>
          </p:nvSpPr>
          <p:spPr>
            <a:xfrm>
              <a:off x="-40466300" y="3736875"/>
              <a:ext cx="39400" cy="82725"/>
            </a:xfrm>
            <a:custGeom>
              <a:rect b="b" l="l" r="r" t="t"/>
              <a:pathLst>
                <a:path extrusionOk="0" h="3309" w="1576">
                  <a:moveTo>
                    <a:pt x="1" y="0"/>
                  </a:moveTo>
                  <a:lnTo>
                    <a:pt x="1" y="3308"/>
                  </a:lnTo>
                  <a:lnTo>
                    <a:pt x="1198" y="3308"/>
                  </a:lnTo>
                  <a:cubicBezTo>
                    <a:pt x="1387" y="3277"/>
                    <a:pt x="1576" y="3088"/>
                    <a:pt x="1576" y="2899"/>
                  </a:cubicBezTo>
                  <a:lnTo>
                    <a:pt x="1576" y="410"/>
                  </a:lnTo>
                  <a:cubicBezTo>
                    <a:pt x="1576" y="158"/>
                    <a:pt x="1387" y="0"/>
                    <a:pt x="11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40"/>
            <p:cNvSpPr/>
            <p:nvPr/>
          </p:nvSpPr>
          <p:spPr>
            <a:xfrm>
              <a:off x="-40723050" y="3736075"/>
              <a:ext cx="194550" cy="82725"/>
            </a:xfrm>
            <a:custGeom>
              <a:rect b="b" l="l" r="r" t="t"/>
              <a:pathLst>
                <a:path extrusionOk="0" h="3309" w="7782">
                  <a:moveTo>
                    <a:pt x="441" y="1"/>
                  </a:moveTo>
                  <a:cubicBezTo>
                    <a:pt x="189" y="1"/>
                    <a:pt x="0" y="221"/>
                    <a:pt x="0" y="442"/>
                  </a:cubicBezTo>
                  <a:lnTo>
                    <a:pt x="0" y="2931"/>
                  </a:lnTo>
                  <a:cubicBezTo>
                    <a:pt x="0" y="3151"/>
                    <a:pt x="189" y="3309"/>
                    <a:pt x="441" y="3309"/>
                  </a:cubicBezTo>
                  <a:lnTo>
                    <a:pt x="7782" y="3309"/>
                  </a:lnTo>
                  <a:lnTo>
                    <a:pt x="778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40"/>
            <p:cNvSpPr/>
            <p:nvPr/>
          </p:nvSpPr>
          <p:spPr>
            <a:xfrm>
              <a:off x="-40681325" y="3839250"/>
              <a:ext cx="21300" cy="82725"/>
            </a:xfrm>
            <a:custGeom>
              <a:rect b="b" l="l" r="r" t="t"/>
              <a:pathLst>
                <a:path extrusionOk="0" h="3309" w="852">
                  <a:moveTo>
                    <a:pt x="1" y="1"/>
                  </a:moveTo>
                  <a:lnTo>
                    <a:pt x="1" y="3309"/>
                  </a:lnTo>
                  <a:lnTo>
                    <a:pt x="851" y="3309"/>
                  </a:lnTo>
                  <a:lnTo>
                    <a:pt x="85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40"/>
            <p:cNvSpPr/>
            <p:nvPr/>
          </p:nvSpPr>
          <p:spPr>
            <a:xfrm>
              <a:off x="-40639575" y="3840825"/>
              <a:ext cx="190625" cy="81950"/>
            </a:xfrm>
            <a:custGeom>
              <a:rect b="b" l="l" r="r" t="t"/>
              <a:pathLst>
                <a:path extrusionOk="0" h="3278" w="7625">
                  <a:moveTo>
                    <a:pt x="1" y="1"/>
                  </a:moveTo>
                  <a:lnTo>
                    <a:pt x="1" y="3277"/>
                  </a:lnTo>
                  <a:lnTo>
                    <a:pt x="7247" y="3277"/>
                  </a:lnTo>
                  <a:cubicBezTo>
                    <a:pt x="7467" y="3277"/>
                    <a:pt x="7625" y="3057"/>
                    <a:pt x="7625" y="2868"/>
                  </a:cubicBezTo>
                  <a:lnTo>
                    <a:pt x="7625" y="379"/>
                  </a:lnTo>
                  <a:cubicBezTo>
                    <a:pt x="7625" y="158"/>
                    <a:pt x="7436" y="1"/>
                    <a:pt x="724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40"/>
            <p:cNvSpPr/>
            <p:nvPr/>
          </p:nvSpPr>
          <p:spPr>
            <a:xfrm>
              <a:off x="-40745125" y="3840050"/>
              <a:ext cx="43350" cy="82725"/>
            </a:xfrm>
            <a:custGeom>
              <a:rect b="b" l="l" r="r" t="t"/>
              <a:pathLst>
                <a:path extrusionOk="0" h="3309" w="1734">
                  <a:moveTo>
                    <a:pt x="442" y="0"/>
                  </a:moveTo>
                  <a:cubicBezTo>
                    <a:pt x="190" y="0"/>
                    <a:pt x="1" y="189"/>
                    <a:pt x="1" y="378"/>
                  </a:cubicBezTo>
                  <a:lnTo>
                    <a:pt x="1" y="2867"/>
                  </a:lnTo>
                  <a:cubicBezTo>
                    <a:pt x="1" y="3088"/>
                    <a:pt x="190" y="3308"/>
                    <a:pt x="442" y="3308"/>
                  </a:cubicBezTo>
                  <a:lnTo>
                    <a:pt x="1734" y="3308"/>
                  </a:lnTo>
                  <a:lnTo>
                    <a:pt x="173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2" name="Google Shape;1002;p40"/>
          <p:cNvGrpSpPr/>
          <p:nvPr/>
        </p:nvGrpSpPr>
        <p:grpSpPr>
          <a:xfrm>
            <a:off x="3601027" y="3532869"/>
            <a:ext cx="371820" cy="370398"/>
            <a:chOff x="2085450" y="842250"/>
            <a:chExt cx="483700" cy="481850"/>
          </a:xfrm>
        </p:grpSpPr>
        <p:sp>
          <p:nvSpPr>
            <p:cNvPr id="1003" name="Google Shape;1003;p40"/>
            <p:cNvSpPr/>
            <p:nvPr/>
          </p:nvSpPr>
          <p:spPr>
            <a:xfrm>
              <a:off x="2085525" y="926925"/>
              <a:ext cx="483625" cy="397175"/>
            </a:xfrm>
            <a:custGeom>
              <a:rect b="b" l="l" r="r" t="t"/>
              <a:pathLst>
                <a:path extrusionOk="0" h="15887" w="19345">
                  <a:moveTo>
                    <a:pt x="1693" y="1"/>
                  </a:moveTo>
                  <a:cubicBezTo>
                    <a:pt x="756" y="1"/>
                    <a:pt x="0" y="760"/>
                    <a:pt x="0" y="1696"/>
                  </a:cubicBezTo>
                  <a:cubicBezTo>
                    <a:pt x="0" y="2630"/>
                    <a:pt x="756" y="3389"/>
                    <a:pt x="1693" y="3389"/>
                  </a:cubicBezTo>
                  <a:lnTo>
                    <a:pt x="3990" y="3389"/>
                  </a:lnTo>
                  <a:cubicBezTo>
                    <a:pt x="4924" y="3389"/>
                    <a:pt x="5683" y="4147"/>
                    <a:pt x="5683" y="5084"/>
                  </a:cubicBezTo>
                  <a:lnTo>
                    <a:pt x="5683" y="8547"/>
                  </a:lnTo>
                  <a:cubicBezTo>
                    <a:pt x="5683" y="11347"/>
                    <a:pt x="7962" y="13627"/>
                    <a:pt x="10766" y="13627"/>
                  </a:cubicBezTo>
                  <a:lnTo>
                    <a:pt x="13626" y="13627"/>
                  </a:lnTo>
                  <a:lnTo>
                    <a:pt x="13626" y="15322"/>
                  </a:lnTo>
                  <a:cubicBezTo>
                    <a:pt x="13626" y="15656"/>
                    <a:pt x="13901" y="15887"/>
                    <a:pt x="14194" y="15887"/>
                  </a:cubicBezTo>
                  <a:cubicBezTo>
                    <a:pt x="14308" y="15887"/>
                    <a:pt x="14425" y="15852"/>
                    <a:pt x="14530" y="15774"/>
                  </a:cubicBezTo>
                  <a:lnTo>
                    <a:pt x="19046" y="12386"/>
                  </a:lnTo>
                  <a:cubicBezTo>
                    <a:pt x="19345" y="12160"/>
                    <a:pt x="19345" y="11706"/>
                    <a:pt x="19046" y="11483"/>
                  </a:cubicBezTo>
                  <a:lnTo>
                    <a:pt x="14530" y="8095"/>
                  </a:lnTo>
                  <a:cubicBezTo>
                    <a:pt x="14424" y="8016"/>
                    <a:pt x="14307" y="7981"/>
                    <a:pt x="14192" y="7981"/>
                  </a:cubicBezTo>
                  <a:cubicBezTo>
                    <a:pt x="13899" y="7981"/>
                    <a:pt x="13626" y="8212"/>
                    <a:pt x="13626" y="8547"/>
                  </a:cubicBezTo>
                  <a:lnTo>
                    <a:pt x="13626" y="10239"/>
                  </a:lnTo>
                  <a:lnTo>
                    <a:pt x="10766" y="10239"/>
                  </a:lnTo>
                  <a:cubicBezTo>
                    <a:pt x="9829" y="10239"/>
                    <a:pt x="9070" y="9480"/>
                    <a:pt x="9070" y="8547"/>
                  </a:cubicBezTo>
                  <a:lnTo>
                    <a:pt x="9070" y="5084"/>
                  </a:lnTo>
                  <a:cubicBezTo>
                    <a:pt x="9070" y="2280"/>
                    <a:pt x="6791" y="1"/>
                    <a:pt x="399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004" name="Google Shape;1004;p40"/>
            <p:cNvSpPr/>
            <p:nvPr/>
          </p:nvSpPr>
          <p:spPr>
            <a:xfrm>
              <a:off x="2085450" y="1151875"/>
              <a:ext cx="143650" cy="87575"/>
            </a:xfrm>
            <a:custGeom>
              <a:rect b="b" l="l" r="r" t="t"/>
              <a:pathLst>
                <a:path extrusionOk="0" h="3503" w="5746">
                  <a:moveTo>
                    <a:pt x="4577" y="1"/>
                  </a:moveTo>
                  <a:cubicBezTo>
                    <a:pt x="4391" y="73"/>
                    <a:pt x="4192" y="112"/>
                    <a:pt x="3990" y="115"/>
                  </a:cubicBezTo>
                  <a:lnTo>
                    <a:pt x="1693" y="115"/>
                  </a:lnTo>
                  <a:cubicBezTo>
                    <a:pt x="759" y="115"/>
                    <a:pt x="0" y="871"/>
                    <a:pt x="0" y="1807"/>
                  </a:cubicBezTo>
                  <a:cubicBezTo>
                    <a:pt x="0" y="2744"/>
                    <a:pt x="759" y="3503"/>
                    <a:pt x="1693" y="3503"/>
                  </a:cubicBezTo>
                  <a:lnTo>
                    <a:pt x="1696" y="3500"/>
                  </a:lnTo>
                  <a:lnTo>
                    <a:pt x="3993" y="3500"/>
                  </a:lnTo>
                  <a:cubicBezTo>
                    <a:pt x="4589" y="3500"/>
                    <a:pt x="5183" y="3391"/>
                    <a:pt x="5746" y="3186"/>
                  </a:cubicBezTo>
                  <a:cubicBezTo>
                    <a:pt x="5065" y="2253"/>
                    <a:pt x="4662" y="1151"/>
                    <a:pt x="457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005" name="Google Shape;1005;p40"/>
            <p:cNvSpPr/>
            <p:nvPr/>
          </p:nvSpPr>
          <p:spPr>
            <a:xfrm>
              <a:off x="2274775" y="842250"/>
              <a:ext cx="294375" cy="197650"/>
            </a:xfrm>
            <a:custGeom>
              <a:rect b="b" l="l" r="r" t="t"/>
              <a:pathLst>
                <a:path extrusionOk="0" h="7906" w="11775">
                  <a:moveTo>
                    <a:pt x="6622" y="0"/>
                  </a:moveTo>
                  <a:cubicBezTo>
                    <a:pt x="6329" y="0"/>
                    <a:pt x="6056" y="231"/>
                    <a:pt x="6056" y="566"/>
                  </a:cubicBezTo>
                  <a:lnTo>
                    <a:pt x="6056" y="2259"/>
                  </a:lnTo>
                  <a:lnTo>
                    <a:pt x="3196" y="2259"/>
                  </a:lnTo>
                  <a:cubicBezTo>
                    <a:pt x="2030" y="2265"/>
                    <a:pt x="904" y="2668"/>
                    <a:pt x="1" y="3406"/>
                  </a:cubicBezTo>
                  <a:cubicBezTo>
                    <a:pt x="940" y="4068"/>
                    <a:pt x="1675" y="4978"/>
                    <a:pt x="2130" y="6032"/>
                  </a:cubicBezTo>
                  <a:cubicBezTo>
                    <a:pt x="2431" y="5785"/>
                    <a:pt x="2804" y="5649"/>
                    <a:pt x="3196" y="5646"/>
                  </a:cubicBezTo>
                  <a:lnTo>
                    <a:pt x="6056" y="5646"/>
                  </a:lnTo>
                  <a:lnTo>
                    <a:pt x="6056" y="7342"/>
                  </a:lnTo>
                  <a:cubicBezTo>
                    <a:pt x="6056" y="7679"/>
                    <a:pt x="6334" y="7906"/>
                    <a:pt x="6625" y="7906"/>
                  </a:cubicBezTo>
                  <a:cubicBezTo>
                    <a:pt x="6740" y="7906"/>
                    <a:pt x="6857" y="7871"/>
                    <a:pt x="6960" y="7793"/>
                  </a:cubicBezTo>
                  <a:lnTo>
                    <a:pt x="11476" y="4406"/>
                  </a:lnTo>
                  <a:cubicBezTo>
                    <a:pt x="11775" y="4180"/>
                    <a:pt x="11775" y="3725"/>
                    <a:pt x="11476" y="3502"/>
                  </a:cubicBezTo>
                  <a:lnTo>
                    <a:pt x="6960" y="115"/>
                  </a:lnTo>
                  <a:cubicBezTo>
                    <a:pt x="6854" y="36"/>
                    <a:pt x="6737" y="0"/>
                    <a:pt x="662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006" name="Google Shape;1006;p40"/>
          <p:cNvGrpSpPr/>
          <p:nvPr/>
        </p:nvGrpSpPr>
        <p:grpSpPr>
          <a:xfrm>
            <a:off x="5168588" y="3537832"/>
            <a:ext cx="376949" cy="360472"/>
            <a:chOff x="5045500" y="842250"/>
            <a:chExt cx="503875" cy="481850"/>
          </a:xfrm>
        </p:grpSpPr>
        <p:sp>
          <p:nvSpPr>
            <p:cNvPr id="1007" name="Google Shape;1007;p40"/>
            <p:cNvSpPr/>
            <p:nvPr/>
          </p:nvSpPr>
          <p:spPr>
            <a:xfrm>
              <a:off x="5045500" y="842250"/>
              <a:ext cx="503875" cy="481850"/>
            </a:xfrm>
            <a:custGeom>
              <a:rect b="b" l="l" r="r" t="t"/>
              <a:pathLst>
                <a:path extrusionOk="0" h="19274" w="20155">
                  <a:moveTo>
                    <a:pt x="12103" y="1130"/>
                  </a:moveTo>
                  <a:cubicBezTo>
                    <a:pt x="13694" y="1130"/>
                    <a:pt x="15284" y="1735"/>
                    <a:pt x="16496" y="2945"/>
                  </a:cubicBezTo>
                  <a:cubicBezTo>
                    <a:pt x="18917" y="5366"/>
                    <a:pt x="18917" y="9305"/>
                    <a:pt x="16496" y="11729"/>
                  </a:cubicBezTo>
                  <a:cubicBezTo>
                    <a:pt x="15286" y="12940"/>
                    <a:pt x="13695" y="13545"/>
                    <a:pt x="12104" y="13545"/>
                  </a:cubicBezTo>
                  <a:cubicBezTo>
                    <a:pt x="10514" y="13545"/>
                    <a:pt x="8923" y="12940"/>
                    <a:pt x="7712" y="11729"/>
                  </a:cubicBezTo>
                  <a:cubicBezTo>
                    <a:pt x="5288" y="9305"/>
                    <a:pt x="5288" y="5369"/>
                    <a:pt x="7712" y="2945"/>
                  </a:cubicBezTo>
                  <a:cubicBezTo>
                    <a:pt x="8923" y="1735"/>
                    <a:pt x="10513" y="1130"/>
                    <a:pt x="12103" y="1130"/>
                  </a:cubicBezTo>
                  <a:close/>
                  <a:moveTo>
                    <a:pt x="4918" y="13726"/>
                  </a:moveTo>
                  <a:lnTo>
                    <a:pt x="5716" y="14524"/>
                  </a:lnTo>
                  <a:lnTo>
                    <a:pt x="4918" y="15322"/>
                  </a:lnTo>
                  <a:lnTo>
                    <a:pt x="4120" y="14524"/>
                  </a:lnTo>
                  <a:lnTo>
                    <a:pt x="4918" y="13726"/>
                  </a:lnTo>
                  <a:close/>
                  <a:moveTo>
                    <a:pt x="12106" y="1"/>
                  </a:moveTo>
                  <a:cubicBezTo>
                    <a:pt x="10226" y="1"/>
                    <a:pt x="8345" y="717"/>
                    <a:pt x="6914" y="2147"/>
                  </a:cubicBezTo>
                  <a:cubicBezTo>
                    <a:pt x="4725" y="4333"/>
                    <a:pt x="4240" y="7516"/>
                    <a:pt x="5315" y="10133"/>
                  </a:cubicBezTo>
                  <a:lnTo>
                    <a:pt x="4518" y="10931"/>
                  </a:lnTo>
                  <a:cubicBezTo>
                    <a:pt x="4009" y="11434"/>
                    <a:pt x="3876" y="12208"/>
                    <a:pt x="4192" y="12852"/>
                  </a:cubicBezTo>
                  <a:lnTo>
                    <a:pt x="663" y="16382"/>
                  </a:lnTo>
                  <a:cubicBezTo>
                    <a:pt x="1" y="17044"/>
                    <a:pt x="1" y="18116"/>
                    <a:pt x="663" y="18778"/>
                  </a:cubicBezTo>
                  <a:cubicBezTo>
                    <a:pt x="994" y="19108"/>
                    <a:pt x="1428" y="19273"/>
                    <a:pt x="1862" y="19273"/>
                  </a:cubicBezTo>
                  <a:cubicBezTo>
                    <a:pt x="2295" y="19273"/>
                    <a:pt x="2729" y="19108"/>
                    <a:pt x="3060" y="18778"/>
                  </a:cubicBezTo>
                  <a:lnTo>
                    <a:pt x="6586" y="15249"/>
                  </a:lnTo>
                  <a:cubicBezTo>
                    <a:pt x="6820" y="15363"/>
                    <a:pt x="7071" y="15418"/>
                    <a:pt x="7320" y="15418"/>
                  </a:cubicBezTo>
                  <a:cubicBezTo>
                    <a:pt x="7757" y="15418"/>
                    <a:pt x="8188" y="15247"/>
                    <a:pt x="8510" y="14921"/>
                  </a:cubicBezTo>
                  <a:lnTo>
                    <a:pt x="9308" y="14126"/>
                  </a:lnTo>
                  <a:cubicBezTo>
                    <a:pt x="10192" y="14489"/>
                    <a:pt x="11145" y="14675"/>
                    <a:pt x="12104" y="14675"/>
                  </a:cubicBezTo>
                  <a:cubicBezTo>
                    <a:pt x="13962" y="14675"/>
                    <a:pt x="15843" y="13979"/>
                    <a:pt x="17294" y="12527"/>
                  </a:cubicBezTo>
                  <a:cubicBezTo>
                    <a:pt x="20155" y="9666"/>
                    <a:pt x="20155" y="5008"/>
                    <a:pt x="17294" y="2147"/>
                  </a:cubicBezTo>
                  <a:cubicBezTo>
                    <a:pt x="15864" y="716"/>
                    <a:pt x="13985" y="1"/>
                    <a:pt x="121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008" name="Google Shape;1008;p40"/>
            <p:cNvSpPr/>
            <p:nvPr/>
          </p:nvSpPr>
          <p:spPr>
            <a:xfrm>
              <a:off x="5221050" y="898625"/>
              <a:ext cx="254100" cy="254100"/>
            </a:xfrm>
            <a:custGeom>
              <a:rect b="b" l="l" r="r" t="t"/>
              <a:pathLst>
                <a:path extrusionOk="0" h="10164" w="10164">
                  <a:moveTo>
                    <a:pt x="5081" y="1"/>
                  </a:moveTo>
                  <a:cubicBezTo>
                    <a:pt x="2274" y="1"/>
                    <a:pt x="1" y="2274"/>
                    <a:pt x="1" y="5081"/>
                  </a:cubicBezTo>
                  <a:cubicBezTo>
                    <a:pt x="1" y="7887"/>
                    <a:pt x="2274" y="10164"/>
                    <a:pt x="5081" y="10164"/>
                  </a:cubicBezTo>
                  <a:cubicBezTo>
                    <a:pt x="7887" y="10164"/>
                    <a:pt x="10164" y="7887"/>
                    <a:pt x="10164" y="5081"/>
                  </a:cubicBezTo>
                  <a:cubicBezTo>
                    <a:pt x="10164" y="2274"/>
                    <a:pt x="7887" y="1"/>
                    <a:pt x="508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grpSp>
        <p:nvGrpSpPr>
          <p:cNvPr id="1013" name="Google Shape;1013;p41"/>
          <p:cNvGrpSpPr/>
          <p:nvPr/>
        </p:nvGrpSpPr>
        <p:grpSpPr>
          <a:xfrm>
            <a:off x="820803" y="1401583"/>
            <a:ext cx="4645554" cy="3054793"/>
            <a:chOff x="235800" y="830650"/>
            <a:chExt cx="6978450" cy="4588844"/>
          </a:xfrm>
        </p:grpSpPr>
        <p:sp>
          <p:nvSpPr>
            <p:cNvPr id="1014" name="Google Shape;1014;p41"/>
            <p:cNvSpPr/>
            <p:nvPr/>
          </p:nvSpPr>
          <p:spPr>
            <a:xfrm>
              <a:off x="235800" y="1224769"/>
              <a:ext cx="2592225" cy="4194725"/>
            </a:xfrm>
            <a:custGeom>
              <a:rect b="b" l="l" r="r" t="t"/>
              <a:pathLst>
                <a:path extrusionOk="0" h="167789" w="103689">
                  <a:moveTo>
                    <a:pt x="13807" y="0"/>
                  </a:moveTo>
                  <a:cubicBezTo>
                    <a:pt x="11526" y="0"/>
                    <a:pt x="9194" y="921"/>
                    <a:pt x="7431" y="2357"/>
                  </a:cubicBezTo>
                  <a:cubicBezTo>
                    <a:pt x="6418" y="3183"/>
                    <a:pt x="7559" y="5231"/>
                    <a:pt x="8433" y="6203"/>
                  </a:cubicBezTo>
                  <a:cubicBezTo>
                    <a:pt x="9308" y="7175"/>
                    <a:pt x="10393" y="8259"/>
                    <a:pt x="10189" y="9549"/>
                  </a:cubicBezTo>
                  <a:cubicBezTo>
                    <a:pt x="9355" y="9975"/>
                    <a:pt x="8287" y="10084"/>
                    <a:pt x="7292" y="10084"/>
                  </a:cubicBezTo>
                  <a:cubicBezTo>
                    <a:pt x="7024" y="10084"/>
                    <a:pt x="6762" y="10076"/>
                    <a:pt x="6511" y="10065"/>
                  </a:cubicBezTo>
                  <a:cubicBezTo>
                    <a:pt x="6102" y="10046"/>
                    <a:pt x="5686" y="9992"/>
                    <a:pt x="5277" y="9992"/>
                  </a:cubicBezTo>
                  <a:cubicBezTo>
                    <a:pt x="4990" y="9992"/>
                    <a:pt x="4705" y="10019"/>
                    <a:pt x="4430" y="10104"/>
                  </a:cubicBezTo>
                  <a:cubicBezTo>
                    <a:pt x="3763" y="10310"/>
                    <a:pt x="3182" y="11034"/>
                    <a:pt x="3440" y="11683"/>
                  </a:cubicBezTo>
                  <a:cubicBezTo>
                    <a:pt x="2981" y="12481"/>
                    <a:pt x="2431" y="12899"/>
                    <a:pt x="2962" y="13650"/>
                  </a:cubicBezTo>
                  <a:cubicBezTo>
                    <a:pt x="3377" y="14235"/>
                    <a:pt x="4081" y="14716"/>
                    <a:pt x="4076" y="15434"/>
                  </a:cubicBezTo>
                  <a:cubicBezTo>
                    <a:pt x="4071" y="16003"/>
                    <a:pt x="3591" y="16462"/>
                    <a:pt x="3082" y="16719"/>
                  </a:cubicBezTo>
                  <a:cubicBezTo>
                    <a:pt x="2572" y="16973"/>
                    <a:pt x="2000" y="17102"/>
                    <a:pt x="1518" y="17408"/>
                  </a:cubicBezTo>
                  <a:cubicBezTo>
                    <a:pt x="13" y="18366"/>
                    <a:pt x="0" y="20519"/>
                    <a:pt x="159" y="22295"/>
                  </a:cubicBezTo>
                  <a:cubicBezTo>
                    <a:pt x="1133" y="23491"/>
                    <a:pt x="1285" y="25550"/>
                    <a:pt x="817" y="27017"/>
                  </a:cubicBezTo>
                  <a:cubicBezTo>
                    <a:pt x="639" y="27577"/>
                    <a:pt x="351" y="28172"/>
                    <a:pt x="552" y="28724"/>
                  </a:cubicBezTo>
                  <a:cubicBezTo>
                    <a:pt x="782" y="29356"/>
                    <a:pt x="1526" y="29605"/>
                    <a:pt x="2177" y="29773"/>
                  </a:cubicBezTo>
                  <a:cubicBezTo>
                    <a:pt x="2891" y="29958"/>
                    <a:pt x="3669" y="30130"/>
                    <a:pt x="4408" y="30130"/>
                  </a:cubicBezTo>
                  <a:cubicBezTo>
                    <a:pt x="5109" y="30130"/>
                    <a:pt x="5775" y="29975"/>
                    <a:pt x="6314" y="29528"/>
                  </a:cubicBezTo>
                  <a:cubicBezTo>
                    <a:pt x="7583" y="28478"/>
                    <a:pt x="9157" y="28121"/>
                    <a:pt x="10834" y="28121"/>
                  </a:cubicBezTo>
                  <a:cubicBezTo>
                    <a:pt x="13016" y="28121"/>
                    <a:pt x="15374" y="28725"/>
                    <a:pt x="17464" y="29196"/>
                  </a:cubicBezTo>
                  <a:cubicBezTo>
                    <a:pt x="18740" y="29482"/>
                    <a:pt x="20083" y="29952"/>
                    <a:pt x="20830" y="31028"/>
                  </a:cubicBezTo>
                  <a:cubicBezTo>
                    <a:pt x="21824" y="32461"/>
                    <a:pt x="21400" y="34451"/>
                    <a:pt x="20580" y="35993"/>
                  </a:cubicBezTo>
                  <a:cubicBezTo>
                    <a:pt x="19762" y="37533"/>
                    <a:pt x="18587" y="38903"/>
                    <a:pt x="18068" y="40567"/>
                  </a:cubicBezTo>
                  <a:cubicBezTo>
                    <a:pt x="17582" y="42129"/>
                    <a:pt x="17717" y="43806"/>
                    <a:pt x="17859" y="45436"/>
                  </a:cubicBezTo>
                  <a:cubicBezTo>
                    <a:pt x="18032" y="47441"/>
                    <a:pt x="18242" y="49554"/>
                    <a:pt x="19405" y="51198"/>
                  </a:cubicBezTo>
                  <a:cubicBezTo>
                    <a:pt x="20624" y="52922"/>
                    <a:pt x="21392" y="55494"/>
                    <a:pt x="21294" y="57601"/>
                  </a:cubicBezTo>
                  <a:cubicBezTo>
                    <a:pt x="21216" y="59294"/>
                    <a:pt x="20619" y="60958"/>
                    <a:pt x="20775" y="62645"/>
                  </a:cubicBezTo>
                  <a:cubicBezTo>
                    <a:pt x="21057" y="65704"/>
                    <a:pt x="23699" y="67999"/>
                    <a:pt x="26397" y="69471"/>
                  </a:cubicBezTo>
                  <a:cubicBezTo>
                    <a:pt x="29219" y="71013"/>
                    <a:pt x="31651" y="73637"/>
                    <a:pt x="32623" y="76701"/>
                  </a:cubicBezTo>
                  <a:cubicBezTo>
                    <a:pt x="33112" y="78241"/>
                    <a:pt x="33257" y="79868"/>
                    <a:pt x="33688" y="81425"/>
                  </a:cubicBezTo>
                  <a:cubicBezTo>
                    <a:pt x="34432" y="84119"/>
                    <a:pt x="36051" y="86565"/>
                    <a:pt x="38239" y="88307"/>
                  </a:cubicBezTo>
                  <a:cubicBezTo>
                    <a:pt x="39834" y="89575"/>
                    <a:pt x="42451" y="90023"/>
                    <a:pt x="44455" y="90388"/>
                  </a:cubicBezTo>
                  <a:cubicBezTo>
                    <a:pt x="45495" y="90578"/>
                    <a:pt x="46617" y="90728"/>
                    <a:pt x="47400" y="91437"/>
                  </a:cubicBezTo>
                  <a:cubicBezTo>
                    <a:pt x="47762" y="91764"/>
                    <a:pt x="48023" y="92187"/>
                    <a:pt x="48369" y="92530"/>
                  </a:cubicBezTo>
                  <a:cubicBezTo>
                    <a:pt x="50044" y="94188"/>
                    <a:pt x="53127" y="93507"/>
                    <a:pt x="54821" y="95145"/>
                  </a:cubicBezTo>
                  <a:cubicBezTo>
                    <a:pt x="55259" y="95566"/>
                    <a:pt x="55558" y="96107"/>
                    <a:pt x="55941" y="96579"/>
                  </a:cubicBezTo>
                  <a:cubicBezTo>
                    <a:pt x="56887" y="97736"/>
                    <a:pt x="58370" y="98428"/>
                    <a:pt x="59861" y="98428"/>
                  </a:cubicBezTo>
                  <a:cubicBezTo>
                    <a:pt x="60003" y="98428"/>
                    <a:pt x="60145" y="98421"/>
                    <a:pt x="60286" y="98409"/>
                  </a:cubicBezTo>
                  <a:lnTo>
                    <a:pt x="60286" y="98409"/>
                  </a:lnTo>
                  <a:cubicBezTo>
                    <a:pt x="59905" y="99653"/>
                    <a:pt x="61397" y="101114"/>
                    <a:pt x="60936" y="102330"/>
                  </a:cubicBezTo>
                  <a:cubicBezTo>
                    <a:pt x="60565" y="103312"/>
                    <a:pt x="59445" y="103741"/>
                    <a:pt x="58674" y="104452"/>
                  </a:cubicBezTo>
                  <a:cubicBezTo>
                    <a:pt x="57337" y="105685"/>
                    <a:pt x="57129" y="107795"/>
                    <a:pt x="57705" y="109521"/>
                  </a:cubicBezTo>
                  <a:cubicBezTo>
                    <a:pt x="58282" y="111246"/>
                    <a:pt x="59498" y="112671"/>
                    <a:pt x="60717" y="114022"/>
                  </a:cubicBezTo>
                  <a:cubicBezTo>
                    <a:pt x="62978" y="116530"/>
                    <a:pt x="65696" y="117746"/>
                    <a:pt x="68148" y="120066"/>
                  </a:cubicBezTo>
                  <a:cubicBezTo>
                    <a:pt x="70420" y="122216"/>
                    <a:pt x="70937" y="125696"/>
                    <a:pt x="70438" y="128784"/>
                  </a:cubicBezTo>
                  <a:cubicBezTo>
                    <a:pt x="69938" y="131872"/>
                    <a:pt x="68585" y="134744"/>
                    <a:pt x="67620" y="137718"/>
                  </a:cubicBezTo>
                  <a:cubicBezTo>
                    <a:pt x="65814" y="143276"/>
                    <a:pt x="65376" y="149382"/>
                    <a:pt x="67102" y="154963"/>
                  </a:cubicBezTo>
                  <a:cubicBezTo>
                    <a:pt x="68828" y="160546"/>
                    <a:pt x="72869" y="165522"/>
                    <a:pt x="78283" y="167717"/>
                  </a:cubicBezTo>
                  <a:cubicBezTo>
                    <a:pt x="78404" y="167766"/>
                    <a:pt x="78530" y="167788"/>
                    <a:pt x="78658" y="167788"/>
                  </a:cubicBezTo>
                  <a:cubicBezTo>
                    <a:pt x="79167" y="167788"/>
                    <a:pt x="79705" y="167444"/>
                    <a:pt x="80056" y="167066"/>
                  </a:cubicBezTo>
                  <a:cubicBezTo>
                    <a:pt x="80495" y="166591"/>
                    <a:pt x="80589" y="165833"/>
                    <a:pt x="80281" y="165265"/>
                  </a:cubicBezTo>
                  <a:cubicBezTo>
                    <a:pt x="79304" y="163467"/>
                    <a:pt x="77566" y="161932"/>
                    <a:pt x="76298" y="160326"/>
                  </a:cubicBezTo>
                  <a:cubicBezTo>
                    <a:pt x="75898" y="159821"/>
                    <a:pt x="75478" y="159248"/>
                    <a:pt x="75530" y="158607"/>
                  </a:cubicBezTo>
                  <a:cubicBezTo>
                    <a:pt x="75589" y="157886"/>
                    <a:pt x="76208" y="157367"/>
                    <a:pt x="76666" y="156807"/>
                  </a:cubicBezTo>
                  <a:cubicBezTo>
                    <a:pt x="77361" y="155947"/>
                    <a:pt x="77729" y="154867"/>
                    <a:pt x="77704" y="153762"/>
                  </a:cubicBezTo>
                  <a:cubicBezTo>
                    <a:pt x="77674" y="152733"/>
                    <a:pt x="77075" y="151726"/>
                    <a:pt x="77111" y="150697"/>
                  </a:cubicBezTo>
                  <a:cubicBezTo>
                    <a:pt x="77146" y="149667"/>
                    <a:pt x="77701" y="148583"/>
                    <a:pt x="78676" y="148251"/>
                  </a:cubicBezTo>
                  <a:cubicBezTo>
                    <a:pt x="79120" y="148100"/>
                    <a:pt x="79614" y="148115"/>
                    <a:pt x="80042" y="147926"/>
                  </a:cubicBezTo>
                  <a:cubicBezTo>
                    <a:pt x="81453" y="147303"/>
                    <a:pt x="81228" y="145153"/>
                    <a:pt x="82249" y="143996"/>
                  </a:cubicBezTo>
                  <a:cubicBezTo>
                    <a:pt x="82722" y="143460"/>
                    <a:pt x="83419" y="143193"/>
                    <a:pt x="84064" y="142883"/>
                  </a:cubicBezTo>
                  <a:cubicBezTo>
                    <a:pt x="86792" y="141571"/>
                    <a:pt x="89035" y="138972"/>
                    <a:pt x="89283" y="135957"/>
                  </a:cubicBezTo>
                  <a:cubicBezTo>
                    <a:pt x="89483" y="133544"/>
                    <a:pt x="88605" y="130615"/>
                    <a:pt x="90438" y="129034"/>
                  </a:cubicBezTo>
                  <a:cubicBezTo>
                    <a:pt x="91238" y="128344"/>
                    <a:pt x="92244" y="128199"/>
                    <a:pt x="93314" y="128199"/>
                  </a:cubicBezTo>
                  <a:cubicBezTo>
                    <a:pt x="94087" y="128199"/>
                    <a:pt x="94894" y="128275"/>
                    <a:pt x="95682" y="128275"/>
                  </a:cubicBezTo>
                  <a:cubicBezTo>
                    <a:pt x="96098" y="128275"/>
                    <a:pt x="96509" y="128254"/>
                    <a:pt x="96908" y="128189"/>
                  </a:cubicBezTo>
                  <a:cubicBezTo>
                    <a:pt x="97800" y="128044"/>
                    <a:pt x="98396" y="127214"/>
                    <a:pt x="98814" y="126412"/>
                  </a:cubicBezTo>
                  <a:cubicBezTo>
                    <a:pt x="99231" y="125609"/>
                    <a:pt x="99280" y="124658"/>
                    <a:pt x="99129" y="123766"/>
                  </a:cubicBezTo>
                  <a:cubicBezTo>
                    <a:pt x="98945" y="122668"/>
                    <a:pt x="98473" y="121597"/>
                    <a:pt x="98577" y="120489"/>
                  </a:cubicBezTo>
                  <a:cubicBezTo>
                    <a:pt x="98723" y="118930"/>
                    <a:pt x="99942" y="117730"/>
                    <a:pt x="100886" y="116480"/>
                  </a:cubicBezTo>
                  <a:cubicBezTo>
                    <a:pt x="102003" y="114998"/>
                    <a:pt x="102797" y="113297"/>
                    <a:pt x="103214" y="111488"/>
                  </a:cubicBezTo>
                  <a:cubicBezTo>
                    <a:pt x="103689" y="109429"/>
                    <a:pt x="102371" y="106997"/>
                    <a:pt x="100524" y="105970"/>
                  </a:cubicBezTo>
                  <a:cubicBezTo>
                    <a:pt x="98677" y="104943"/>
                    <a:pt x="96462" y="104915"/>
                    <a:pt x="94350" y="104853"/>
                  </a:cubicBezTo>
                  <a:cubicBezTo>
                    <a:pt x="92237" y="104794"/>
                    <a:pt x="89999" y="104633"/>
                    <a:pt x="88273" y="103414"/>
                  </a:cubicBezTo>
                  <a:cubicBezTo>
                    <a:pt x="86692" y="102296"/>
                    <a:pt x="85799" y="100469"/>
                    <a:pt x="84550" y="98991"/>
                  </a:cubicBezTo>
                  <a:cubicBezTo>
                    <a:pt x="82441" y="96497"/>
                    <a:pt x="79375" y="95057"/>
                    <a:pt x="76410" y="93690"/>
                  </a:cubicBezTo>
                  <a:cubicBezTo>
                    <a:pt x="75559" y="93298"/>
                    <a:pt x="74630" y="92901"/>
                    <a:pt x="73720" y="92901"/>
                  </a:cubicBezTo>
                  <a:cubicBezTo>
                    <a:pt x="73431" y="92901"/>
                    <a:pt x="73144" y="92941"/>
                    <a:pt x="72862" y="93034"/>
                  </a:cubicBezTo>
                  <a:cubicBezTo>
                    <a:pt x="72400" y="93185"/>
                    <a:pt x="71985" y="93473"/>
                    <a:pt x="71508" y="93564"/>
                  </a:cubicBezTo>
                  <a:cubicBezTo>
                    <a:pt x="71390" y="93586"/>
                    <a:pt x="71274" y="93597"/>
                    <a:pt x="71159" y="93597"/>
                  </a:cubicBezTo>
                  <a:cubicBezTo>
                    <a:pt x="70006" y="93597"/>
                    <a:pt x="69033" y="92520"/>
                    <a:pt x="67966" y="91944"/>
                  </a:cubicBezTo>
                  <a:cubicBezTo>
                    <a:pt x="67424" y="91651"/>
                    <a:pt x="66830" y="91518"/>
                    <a:pt x="66231" y="91518"/>
                  </a:cubicBezTo>
                  <a:cubicBezTo>
                    <a:pt x="64138" y="91518"/>
                    <a:pt x="61986" y="93147"/>
                    <a:pt x="61817" y="95293"/>
                  </a:cubicBezTo>
                  <a:cubicBezTo>
                    <a:pt x="61476" y="95410"/>
                    <a:pt x="61056" y="95468"/>
                    <a:pt x="60611" y="95468"/>
                  </a:cubicBezTo>
                  <a:cubicBezTo>
                    <a:pt x="59413" y="95468"/>
                    <a:pt x="58031" y="95047"/>
                    <a:pt x="57510" y="94228"/>
                  </a:cubicBezTo>
                  <a:cubicBezTo>
                    <a:pt x="56995" y="93419"/>
                    <a:pt x="56789" y="92287"/>
                    <a:pt x="55904" y="91918"/>
                  </a:cubicBezTo>
                  <a:cubicBezTo>
                    <a:pt x="55432" y="91722"/>
                    <a:pt x="54840" y="91796"/>
                    <a:pt x="54455" y="91458"/>
                  </a:cubicBezTo>
                  <a:cubicBezTo>
                    <a:pt x="53818" y="90898"/>
                    <a:pt x="54313" y="89881"/>
                    <a:pt x="54428" y="89040"/>
                  </a:cubicBezTo>
                  <a:cubicBezTo>
                    <a:pt x="54609" y="87696"/>
                    <a:pt x="53607" y="86419"/>
                    <a:pt x="52383" y="85834"/>
                  </a:cubicBezTo>
                  <a:cubicBezTo>
                    <a:pt x="51161" y="85249"/>
                    <a:pt x="49761" y="85202"/>
                    <a:pt x="48407" y="85159"/>
                  </a:cubicBezTo>
                  <a:cubicBezTo>
                    <a:pt x="47051" y="85115"/>
                    <a:pt x="45649" y="85054"/>
                    <a:pt x="44436" y="84447"/>
                  </a:cubicBezTo>
                  <a:cubicBezTo>
                    <a:pt x="42077" y="83264"/>
                    <a:pt x="41111" y="80063"/>
                    <a:pt x="42146" y="77635"/>
                  </a:cubicBezTo>
                  <a:cubicBezTo>
                    <a:pt x="43156" y="75267"/>
                    <a:pt x="45760" y="73783"/>
                    <a:pt x="48337" y="73783"/>
                  </a:cubicBezTo>
                  <a:cubicBezTo>
                    <a:pt x="48401" y="73783"/>
                    <a:pt x="48464" y="73784"/>
                    <a:pt x="48528" y="73786"/>
                  </a:cubicBezTo>
                  <a:cubicBezTo>
                    <a:pt x="51112" y="73862"/>
                    <a:pt x="53842" y="75749"/>
                    <a:pt x="53870" y="78335"/>
                  </a:cubicBezTo>
                  <a:cubicBezTo>
                    <a:pt x="53875" y="78746"/>
                    <a:pt x="54287" y="78928"/>
                    <a:pt x="54735" y="78928"/>
                  </a:cubicBezTo>
                  <a:cubicBezTo>
                    <a:pt x="55004" y="78928"/>
                    <a:pt x="55285" y="78863"/>
                    <a:pt x="55498" y="78741"/>
                  </a:cubicBezTo>
                  <a:cubicBezTo>
                    <a:pt x="56067" y="78416"/>
                    <a:pt x="56365" y="77760"/>
                    <a:pt x="56505" y="77119"/>
                  </a:cubicBezTo>
                  <a:cubicBezTo>
                    <a:pt x="56645" y="76478"/>
                    <a:pt x="56664" y="75812"/>
                    <a:pt x="56860" y="75186"/>
                  </a:cubicBezTo>
                  <a:cubicBezTo>
                    <a:pt x="57310" y="73749"/>
                    <a:pt x="58757" y="72690"/>
                    <a:pt x="60261" y="72690"/>
                  </a:cubicBezTo>
                  <a:cubicBezTo>
                    <a:pt x="60273" y="72690"/>
                    <a:pt x="60285" y="72690"/>
                    <a:pt x="60297" y="72690"/>
                  </a:cubicBezTo>
                  <a:cubicBezTo>
                    <a:pt x="60306" y="72690"/>
                    <a:pt x="60314" y="72690"/>
                    <a:pt x="60323" y="72690"/>
                  </a:cubicBezTo>
                  <a:cubicBezTo>
                    <a:pt x="61893" y="72690"/>
                    <a:pt x="62998" y="71122"/>
                    <a:pt x="64116" y="70013"/>
                  </a:cubicBezTo>
                  <a:cubicBezTo>
                    <a:pt x="65241" y="68896"/>
                    <a:pt x="65913" y="67214"/>
                    <a:pt x="65469" y="65693"/>
                  </a:cubicBezTo>
                  <a:cubicBezTo>
                    <a:pt x="65229" y="64873"/>
                    <a:pt x="64683" y="64046"/>
                    <a:pt x="64956" y="63238"/>
                  </a:cubicBezTo>
                  <a:cubicBezTo>
                    <a:pt x="65170" y="62604"/>
                    <a:pt x="65822" y="62237"/>
                    <a:pt x="66438" y="61978"/>
                  </a:cubicBezTo>
                  <a:cubicBezTo>
                    <a:pt x="67992" y="61328"/>
                    <a:pt x="69657" y="60995"/>
                    <a:pt x="71338" y="60995"/>
                  </a:cubicBezTo>
                  <a:cubicBezTo>
                    <a:pt x="71514" y="60995"/>
                    <a:pt x="71689" y="60998"/>
                    <a:pt x="71865" y="61005"/>
                  </a:cubicBezTo>
                  <a:cubicBezTo>
                    <a:pt x="71916" y="61008"/>
                    <a:pt x="71966" y="61009"/>
                    <a:pt x="72016" y="61009"/>
                  </a:cubicBezTo>
                  <a:cubicBezTo>
                    <a:pt x="73530" y="61009"/>
                    <a:pt x="74333" y="60016"/>
                    <a:pt x="75129" y="58671"/>
                  </a:cubicBezTo>
                  <a:cubicBezTo>
                    <a:pt x="75724" y="57667"/>
                    <a:pt x="75988" y="56400"/>
                    <a:pt x="76935" y="55719"/>
                  </a:cubicBezTo>
                  <a:cubicBezTo>
                    <a:pt x="77461" y="55341"/>
                    <a:pt x="78061" y="55227"/>
                    <a:pt x="78697" y="55227"/>
                  </a:cubicBezTo>
                  <a:cubicBezTo>
                    <a:pt x="79669" y="55227"/>
                    <a:pt x="80723" y="55493"/>
                    <a:pt x="81724" y="55493"/>
                  </a:cubicBezTo>
                  <a:cubicBezTo>
                    <a:pt x="81835" y="55493"/>
                    <a:pt x="81945" y="55490"/>
                    <a:pt x="82055" y="55483"/>
                  </a:cubicBezTo>
                  <a:cubicBezTo>
                    <a:pt x="84597" y="55311"/>
                    <a:pt x="86582" y="52458"/>
                    <a:pt x="85860" y="50015"/>
                  </a:cubicBezTo>
                  <a:cubicBezTo>
                    <a:pt x="85517" y="48852"/>
                    <a:pt x="84704" y="47901"/>
                    <a:pt x="84043" y="46884"/>
                  </a:cubicBezTo>
                  <a:cubicBezTo>
                    <a:pt x="83131" y="45481"/>
                    <a:pt x="82492" y="43918"/>
                    <a:pt x="82159" y="42277"/>
                  </a:cubicBezTo>
                  <a:cubicBezTo>
                    <a:pt x="81854" y="40773"/>
                    <a:pt x="81767" y="39118"/>
                    <a:pt x="80776" y="37947"/>
                  </a:cubicBezTo>
                  <a:cubicBezTo>
                    <a:pt x="79227" y="38020"/>
                    <a:pt x="77350" y="37975"/>
                    <a:pt x="75971" y="38686"/>
                  </a:cubicBezTo>
                  <a:cubicBezTo>
                    <a:pt x="75699" y="37108"/>
                    <a:pt x="75398" y="35461"/>
                    <a:pt x="74423" y="34192"/>
                  </a:cubicBezTo>
                  <a:cubicBezTo>
                    <a:pt x="73732" y="33291"/>
                    <a:pt x="72587" y="32657"/>
                    <a:pt x="71488" y="32657"/>
                  </a:cubicBezTo>
                  <a:cubicBezTo>
                    <a:pt x="71039" y="32657"/>
                    <a:pt x="70597" y="32763"/>
                    <a:pt x="70198" y="32999"/>
                  </a:cubicBezTo>
                  <a:cubicBezTo>
                    <a:pt x="68851" y="33794"/>
                    <a:pt x="68559" y="35642"/>
                    <a:pt x="68807" y="37187"/>
                  </a:cubicBezTo>
                  <a:cubicBezTo>
                    <a:pt x="69057" y="38731"/>
                    <a:pt x="69698" y="40227"/>
                    <a:pt x="69655" y="41791"/>
                  </a:cubicBezTo>
                  <a:cubicBezTo>
                    <a:pt x="69615" y="43336"/>
                    <a:pt x="68552" y="45042"/>
                    <a:pt x="67017" y="45042"/>
                  </a:cubicBezTo>
                  <a:cubicBezTo>
                    <a:pt x="66998" y="45042"/>
                    <a:pt x="66979" y="45041"/>
                    <a:pt x="66960" y="45041"/>
                  </a:cubicBezTo>
                  <a:cubicBezTo>
                    <a:pt x="66146" y="45019"/>
                    <a:pt x="65416" y="44522"/>
                    <a:pt x="64843" y="43941"/>
                  </a:cubicBezTo>
                  <a:cubicBezTo>
                    <a:pt x="64022" y="43112"/>
                    <a:pt x="63372" y="42052"/>
                    <a:pt x="62317" y="41553"/>
                  </a:cubicBezTo>
                  <a:cubicBezTo>
                    <a:pt x="61507" y="41171"/>
                    <a:pt x="60577" y="41179"/>
                    <a:pt x="59704" y="40982"/>
                  </a:cubicBezTo>
                  <a:cubicBezTo>
                    <a:pt x="56728" y="40316"/>
                    <a:pt x="54688" y="36902"/>
                    <a:pt x="55510" y="33965"/>
                  </a:cubicBezTo>
                  <a:cubicBezTo>
                    <a:pt x="56182" y="31564"/>
                    <a:pt x="58657" y="29882"/>
                    <a:pt x="61117" y="29882"/>
                  </a:cubicBezTo>
                  <a:cubicBezTo>
                    <a:pt x="61664" y="29882"/>
                    <a:pt x="62211" y="29966"/>
                    <a:pt x="62737" y="30143"/>
                  </a:cubicBezTo>
                  <a:cubicBezTo>
                    <a:pt x="66237" y="28861"/>
                    <a:pt x="67660" y="24447"/>
                    <a:pt x="66265" y="20991"/>
                  </a:cubicBezTo>
                  <a:cubicBezTo>
                    <a:pt x="64868" y="17535"/>
                    <a:pt x="61115" y="15389"/>
                    <a:pt x="57392" y="15226"/>
                  </a:cubicBezTo>
                  <a:cubicBezTo>
                    <a:pt x="56302" y="15179"/>
                    <a:pt x="55191" y="15275"/>
                    <a:pt x="54134" y="15007"/>
                  </a:cubicBezTo>
                  <a:cubicBezTo>
                    <a:pt x="51145" y="14251"/>
                    <a:pt x="49582" y="10965"/>
                    <a:pt x="46980" y="9310"/>
                  </a:cubicBezTo>
                  <a:cubicBezTo>
                    <a:pt x="46287" y="8869"/>
                    <a:pt x="45224" y="8778"/>
                    <a:pt x="44079" y="8778"/>
                  </a:cubicBezTo>
                  <a:cubicBezTo>
                    <a:pt x="43277" y="8778"/>
                    <a:pt x="42435" y="8823"/>
                    <a:pt x="41651" y="8823"/>
                  </a:cubicBezTo>
                  <a:cubicBezTo>
                    <a:pt x="40795" y="8823"/>
                    <a:pt x="40007" y="8769"/>
                    <a:pt x="39418" y="8547"/>
                  </a:cubicBezTo>
                  <a:cubicBezTo>
                    <a:pt x="38499" y="8200"/>
                    <a:pt x="37525" y="8023"/>
                    <a:pt x="36546" y="8023"/>
                  </a:cubicBezTo>
                  <a:cubicBezTo>
                    <a:pt x="36275" y="8023"/>
                    <a:pt x="36003" y="8037"/>
                    <a:pt x="35731" y="8064"/>
                  </a:cubicBezTo>
                  <a:cubicBezTo>
                    <a:pt x="34635" y="9104"/>
                    <a:pt x="32585" y="9398"/>
                    <a:pt x="31077" y="9499"/>
                  </a:cubicBezTo>
                  <a:cubicBezTo>
                    <a:pt x="29526" y="7990"/>
                    <a:pt x="27655" y="6585"/>
                    <a:pt x="25725" y="5605"/>
                  </a:cubicBezTo>
                  <a:cubicBezTo>
                    <a:pt x="24435" y="4951"/>
                    <a:pt x="22930" y="4260"/>
                    <a:pt x="22532" y="2870"/>
                  </a:cubicBezTo>
                  <a:cubicBezTo>
                    <a:pt x="22012" y="1053"/>
                    <a:pt x="19376" y="125"/>
                    <a:pt x="17200" y="125"/>
                  </a:cubicBezTo>
                  <a:cubicBezTo>
                    <a:pt x="16716" y="125"/>
                    <a:pt x="16254" y="171"/>
                    <a:pt x="15844" y="263"/>
                  </a:cubicBezTo>
                  <a:cubicBezTo>
                    <a:pt x="15181" y="84"/>
                    <a:pt x="14496" y="0"/>
                    <a:pt x="138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41"/>
            <p:cNvSpPr/>
            <p:nvPr/>
          </p:nvSpPr>
          <p:spPr>
            <a:xfrm>
              <a:off x="2370225" y="830650"/>
              <a:ext cx="1016975" cy="1158500"/>
            </a:xfrm>
            <a:custGeom>
              <a:rect b="b" l="l" r="r" t="t"/>
              <a:pathLst>
                <a:path extrusionOk="0" h="46340" w="40679">
                  <a:moveTo>
                    <a:pt x="15780" y="0"/>
                  </a:moveTo>
                  <a:cubicBezTo>
                    <a:pt x="14989" y="0"/>
                    <a:pt x="14213" y="109"/>
                    <a:pt x="13470" y="421"/>
                  </a:cubicBezTo>
                  <a:cubicBezTo>
                    <a:pt x="9879" y="1928"/>
                    <a:pt x="10933" y="5468"/>
                    <a:pt x="8580" y="7572"/>
                  </a:cubicBezTo>
                  <a:cubicBezTo>
                    <a:pt x="6546" y="9390"/>
                    <a:pt x="2788" y="7963"/>
                    <a:pt x="1150" y="10460"/>
                  </a:cubicBezTo>
                  <a:cubicBezTo>
                    <a:pt x="0" y="12215"/>
                    <a:pt x="1289" y="14606"/>
                    <a:pt x="2962" y="15871"/>
                  </a:cubicBezTo>
                  <a:cubicBezTo>
                    <a:pt x="4636" y="17135"/>
                    <a:pt x="6731" y="17894"/>
                    <a:pt x="8056" y="19522"/>
                  </a:cubicBezTo>
                  <a:cubicBezTo>
                    <a:pt x="10183" y="22136"/>
                    <a:pt x="9577" y="26004"/>
                    <a:pt x="8413" y="29169"/>
                  </a:cubicBezTo>
                  <a:cubicBezTo>
                    <a:pt x="7247" y="32332"/>
                    <a:pt x="5603" y="35532"/>
                    <a:pt x="6005" y="38881"/>
                  </a:cubicBezTo>
                  <a:cubicBezTo>
                    <a:pt x="6193" y="40459"/>
                    <a:pt x="6837" y="41956"/>
                    <a:pt x="7675" y="43307"/>
                  </a:cubicBezTo>
                  <a:cubicBezTo>
                    <a:pt x="8488" y="44615"/>
                    <a:pt x="9597" y="45873"/>
                    <a:pt x="11095" y="46235"/>
                  </a:cubicBezTo>
                  <a:cubicBezTo>
                    <a:pt x="11391" y="46306"/>
                    <a:pt x="11688" y="46339"/>
                    <a:pt x="11983" y="46339"/>
                  </a:cubicBezTo>
                  <a:cubicBezTo>
                    <a:pt x="13586" y="46339"/>
                    <a:pt x="15150" y="45367"/>
                    <a:pt x="16368" y="44250"/>
                  </a:cubicBezTo>
                  <a:cubicBezTo>
                    <a:pt x="17812" y="42927"/>
                    <a:pt x="19065" y="41325"/>
                    <a:pt x="20822" y="40465"/>
                  </a:cubicBezTo>
                  <a:cubicBezTo>
                    <a:pt x="23353" y="39224"/>
                    <a:pt x="26610" y="39686"/>
                    <a:pt x="28815" y="37929"/>
                  </a:cubicBezTo>
                  <a:cubicBezTo>
                    <a:pt x="31544" y="35754"/>
                    <a:pt x="31140" y="31606"/>
                    <a:pt x="31890" y="28199"/>
                  </a:cubicBezTo>
                  <a:cubicBezTo>
                    <a:pt x="33150" y="22476"/>
                    <a:pt x="38102" y="18249"/>
                    <a:pt x="40038" y="12718"/>
                  </a:cubicBezTo>
                  <a:cubicBezTo>
                    <a:pt x="40418" y="11636"/>
                    <a:pt x="40679" y="10499"/>
                    <a:pt x="40652" y="9352"/>
                  </a:cubicBezTo>
                  <a:cubicBezTo>
                    <a:pt x="40569" y="5649"/>
                    <a:pt x="37449" y="2571"/>
                    <a:pt x="33956" y="1339"/>
                  </a:cubicBezTo>
                  <a:cubicBezTo>
                    <a:pt x="31938" y="627"/>
                    <a:pt x="29911" y="457"/>
                    <a:pt x="27871" y="457"/>
                  </a:cubicBezTo>
                  <a:cubicBezTo>
                    <a:pt x="26007" y="457"/>
                    <a:pt x="24132" y="599"/>
                    <a:pt x="22245" y="599"/>
                  </a:cubicBezTo>
                  <a:cubicBezTo>
                    <a:pt x="21785" y="599"/>
                    <a:pt x="21325" y="591"/>
                    <a:pt x="20863" y="570"/>
                  </a:cubicBezTo>
                  <a:cubicBezTo>
                    <a:pt x="19225" y="496"/>
                    <a:pt x="17470" y="0"/>
                    <a:pt x="157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41"/>
            <p:cNvSpPr/>
            <p:nvPr/>
          </p:nvSpPr>
          <p:spPr>
            <a:xfrm>
              <a:off x="3143325" y="1089650"/>
              <a:ext cx="4064350" cy="3503975"/>
            </a:xfrm>
            <a:custGeom>
              <a:rect b="b" l="l" r="r" t="t"/>
              <a:pathLst>
                <a:path extrusionOk="0" h="140159" w="162574">
                  <a:moveTo>
                    <a:pt x="149391" y="0"/>
                  </a:moveTo>
                  <a:cubicBezTo>
                    <a:pt x="148360" y="0"/>
                    <a:pt x="147330" y="156"/>
                    <a:pt x="146349" y="477"/>
                  </a:cubicBezTo>
                  <a:cubicBezTo>
                    <a:pt x="145329" y="812"/>
                    <a:pt x="144363" y="1309"/>
                    <a:pt x="143326" y="1583"/>
                  </a:cubicBezTo>
                  <a:cubicBezTo>
                    <a:pt x="142494" y="1801"/>
                    <a:pt x="141638" y="1870"/>
                    <a:pt x="140776" y="1870"/>
                  </a:cubicBezTo>
                  <a:cubicBezTo>
                    <a:pt x="140050" y="1870"/>
                    <a:pt x="139319" y="1821"/>
                    <a:pt x="138596" y="1772"/>
                  </a:cubicBezTo>
                  <a:lnTo>
                    <a:pt x="130106" y="1191"/>
                  </a:lnTo>
                  <a:cubicBezTo>
                    <a:pt x="129237" y="1132"/>
                    <a:pt x="128350" y="1076"/>
                    <a:pt x="127469" y="1076"/>
                  </a:cubicBezTo>
                  <a:cubicBezTo>
                    <a:pt x="125783" y="1076"/>
                    <a:pt x="124119" y="1281"/>
                    <a:pt x="122644" y="2056"/>
                  </a:cubicBezTo>
                  <a:cubicBezTo>
                    <a:pt x="119360" y="3782"/>
                    <a:pt x="117499" y="8084"/>
                    <a:pt x="113816" y="8529"/>
                  </a:cubicBezTo>
                  <a:cubicBezTo>
                    <a:pt x="113611" y="8554"/>
                    <a:pt x="113408" y="8566"/>
                    <a:pt x="113207" y="8566"/>
                  </a:cubicBezTo>
                  <a:cubicBezTo>
                    <a:pt x="110853" y="8566"/>
                    <a:pt x="108715" y="6973"/>
                    <a:pt x="106473" y="6087"/>
                  </a:cubicBezTo>
                  <a:cubicBezTo>
                    <a:pt x="105100" y="5543"/>
                    <a:pt x="103627" y="5279"/>
                    <a:pt x="102152" y="5279"/>
                  </a:cubicBezTo>
                  <a:cubicBezTo>
                    <a:pt x="99404" y="5279"/>
                    <a:pt x="96647" y="6196"/>
                    <a:pt x="94512" y="7933"/>
                  </a:cubicBezTo>
                  <a:cubicBezTo>
                    <a:pt x="93279" y="7304"/>
                    <a:pt x="93660" y="5468"/>
                    <a:pt x="93225" y="4153"/>
                  </a:cubicBezTo>
                  <a:cubicBezTo>
                    <a:pt x="92771" y="2782"/>
                    <a:pt x="91297" y="1954"/>
                    <a:pt x="89858" y="1828"/>
                  </a:cubicBezTo>
                  <a:cubicBezTo>
                    <a:pt x="89687" y="1813"/>
                    <a:pt x="89517" y="1806"/>
                    <a:pt x="89348" y="1806"/>
                  </a:cubicBezTo>
                  <a:cubicBezTo>
                    <a:pt x="88082" y="1806"/>
                    <a:pt x="86834" y="2194"/>
                    <a:pt x="85623" y="2590"/>
                  </a:cubicBezTo>
                  <a:cubicBezTo>
                    <a:pt x="82664" y="3556"/>
                    <a:pt x="79224" y="5204"/>
                    <a:pt x="78950" y="8303"/>
                  </a:cubicBezTo>
                  <a:cubicBezTo>
                    <a:pt x="78873" y="9176"/>
                    <a:pt x="79068" y="10104"/>
                    <a:pt x="78702" y="10900"/>
                  </a:cubicBezTo>
                  <a:cubicBezTo>
                    <a:pt x="78178" y="12033"/>
                    <a:pt x="76762" y="12408"/>
                    <a:pt x="75881" y="13291"/>
                  </a:cubicBezTo>
                  <a:cubicBezTo>
                    <a:pt x="74831" y="14345"/>
                    <a:pt x="74664" y="15971"/>
                    <a:pt x="74621" y="17458"/>
                  </a:cubicBezTo>
                  <a:cubicBezTo>
                    <a:pt x="74577" y="18944"/>
                    <a:pt x="74563" y="20541"/>
                    <a:pt x="73703" y="21754"/>
                  </a:cubicBezTo>
                  <a:cubicBezTo>
                    <a:pt x="73148" y="22537"/>
                    <a:pt x="71069" y="23068"/>
                    <a:pt x="69376" y="23068"/>
                  </a:cubicBezTo>
                  <a:cubicBezTo>
                    <a:pt x="68445" y="23068"/>
                    <a:pt x="67630" y="22907"/>
                    <a:pt x="67252" y="22539"/>
                  </a:cubicBezTo>
                  <a:cubicBezTo>
                    <a:pt x="66636" y="21940"/>
                    <a:pt x="65905" y="21693"/>
                    <a:pt x="65124" y="21693"/>
                  </a:cubicBezTo>
                  <a:cubicBezTo>
                    <a:pt x="63293" y="21693"/>
                    <a:pt x="61194" y="23048"/>
                    <a:pt x="59696" y="24392"/>
                  </a:cubicBezTo>
                  <a:lnTo>
                    <a:pt x="53326" y="30110"/>
                  </a:lnTo>
                  <a:cubicBezTo>
                    <a:pt x="51731" y="31541"/>
                    <a:pt x="50013" y="33034"/>
                    <a:pt x="47899" y="33389"/>
                  </a:cubicBezTo>
                  <a:cubicBezTo>
                    <a:pt x="47672" y="33427"/>
                    <a:pt x="47440" y="33446"/>
                    <a:pt x="47206" y="33446"/>
                  </a:cubicBezTo>
                  <a:cubicBezTo>
                    <a:pt x="45267" y="33446"/>
                    <a:pt x="43232" y="32171"/>
                    <a:pt x="43155" y="30259"/>
                  </a:cubicBezTo>
                  <a:cubicBezTo>
                    <a:pt x="43563" y="29875"/>
                    <a:pt x="44085" y="29761"/>
                    <a:pt x="44655" y="29761"/>
                  </a:cubicBezTo>
                  <a:cubicBezTo>
                    <a:pt x="45498" y="29761"/>
                    <a:pt x="46445" y="30012"/>
                    <a:pt x="47276" y="30012"/>
                  </a:cubicBezTo>
                  <a:cubicBezTo>
                    <a:pt x="47872" y="30012"/>
                    <a:pt x="48409" y="29883"/>
                    <a:pt x="48805" y="29438"/>
                  </a:cubicBezTo>
                  <a:cubicBezTo>
                    <a:pt x="49977" y="28121"/>
                    <a:pt x="48243" y="26238"/>
                    <a:pt x="46718" y="25356"/>
                  </a:cubicBezTo>
                  <a:cubicBezTo>
                    <a:pt x="43929" y="23744"/>
                    <a:pt x="41047" y="22101"/>
                    <a:pt x="37854" y="21667"/>
                  </a:cubicBezTo>
                  <a:cubicBezTo>
                    <a:pt x="37395" y="21605"/>
                    <a:pt x="36928" y="21573"/>
                    <a:pt x="36459" y="21573"/>
                  </a:cubicBezTo>
                  <a:cubicBezTo>
                    <a:pt x="33662" y="21573"/>
                    <a:pt x="30804" y="22696"/>
                    <a:pt x="29384" y="25062"/>
                  </a:cubicBezTo>
                  <a:cubicBezTo>
                    <a:pt x="27966" y="27426"/>
                    <a:pt x="28225" y="30512"/>
                    <a:pt x="26820" y="32884"/>
                  </a:cubicBezTo>
                  <a:cubicBezTo>
                    <a:pt x="25941" y="34369"/>
                    <a:pt x="24491" y="35431"/>
                    <a:pt x="23493" y="36839"/>
                  </a:cubicBezTo>
                  <a:cubicBezTo>
                    <a:pt x="22495" y="38247"/>
                    <a:pt x="22067" y="40372"/>
                    <a:pt x="23291" y="41591"/>
                  </a:cubicBezTo>
                  <a:cubicBezTo>
                    <a:pt x="24277" y="42574"/>
                    <a:pt x="25957" y="42576"/>
                    <a:pt x="26934" y="43568"/>
                  </a:cubicBezTo>
                  <a:cubicBezTo>
                    <a:pt x="27686" y="44334"/>
                    <a:pt x="27942" y="45612"/>
                    <a:pt x="28928" y="46032"/>
                  </a:cubicBezTo>
                  <a:cubicBezTo>
                    <a:pt x="29116" y="46112"/>
                    <a:pt x="29308" y="46149"/>
                    <a:pt x="29499" y="46149"/>
                  </a:cubicBezTo>
                  <a:cubicBezTo>
                    <a:pt x="30453" y="46149"/>
                    <a:pt x="31375" y="45228"/>
                    <a:pt x="31599" y="44232"/>
                  </a:cubicBezTo>
                  <a:cubicBezTo>
                    <a:pt x="31870" y="43035"/>
                    <a:pt x="31491" y="41803"/>
                    <a:pt x="31294" y="40594"/>
                  </a:cubicBezTo>
                  <a:cubicBezTo>
                    <a:pt x="30707" y="36976"/>
                    <a:pt x="32524" y="32527"/>
                    <a:pt x="36153" y="32010"/>
                  </a:cubicBezTo>
                  <a:cubicBezTo>
                    <a:pt x="36979" y="32041"/>
                    <a:pt x="37253" y="33221"/>
                    <a:pt x="36881" y="33960"/>
                  </a:cubicBezTo>
                  <a:cubicBezTo>
                    <a:pt x="36512" y="34700"/>
                    <a:pt x="35790" y="35213"/>
                    <a:pt x="35400" y="35941"/>
                  </a:cubicBezTo>
                  <a:cubicBezTo>
                    <a:pt x="34663" y="37314"/>
                    <a:pt x="35518" y="39272"/>
                    <a:pt x="37026" y="39667"/>
                  </a:cubicBezTo>
                  <a:cubicBezTo>
                    <a:pt x="38598" y="40078"/>
                    <a:pt x="41223" y="39748"/>
                    <a:pt x="41017" y="41358"/>
                  </a:cubicBezTo>
                  <a:cubicBezTo>
                    <a:pt x="40797" y="43068"/>
                    <a:pt x="37630" y="41948"/>
                    <a:pt x="36606" y="43336"/>
                  </a:cubicBezTo>
                  <a:cubicBezTo>
                    <a:pt x="36002" y="44155"/>
                    <a:pt x="36537" y="45296"/>
                    <a:pt x="36521" y="46313"/>
                  </a:cubicBezTo>
                  <a:cubicBezTo>
                    <a:pt x="36494" y="48303"/>
                    <a:pt x="34299" y="49599"/>
                    <a:pt x="32313" y="49739"/>
                  </a:cubicBezTo>
                  <a:cubicBezTo>
                    <a:pt x="32097" y="49755"/>
                    <a:pt x="31880" y="49762"/>
                    <a:pt x="31663" y="49762"/>
                  </a:cubicBezTo>
                  <a:cubicBezTo>
                    <a:pt x="30164" y="49762"/>
                    <a:pt x="28664" y="49439"/>
                    <a:pt x="27166" y="49439"/>
                  </a:cubicBezTo>
                  <a:cubicBezTo>
                    <a:pt x="26898" y="49439"/>
                    <a:pt x="26629" y="49449"/>
                    <a:pt x="26361" y="49474"/>
                  </a:cubicBezTo>
                  <a:cubicBezTo>
                    <a:pt x="24379" y="49654"/>
                    <a:pt x="22222" y="51058"/>
                    <a:pt x="22312" y="53044"/>
                  </a:cubicBezTo>
                  <a:cubicBezTo>
                    <a:pt x="19567" y="54331"/>
                    <a:pt x="16715" y="55374"/>
                    <a:pt x="13788" y="56164"/>
                  </a:cubicBezTo>
                  <a:cubicBezTo>
                    <a:pt x="13912" y="58317"/>
                    <a:pt x="17975" y="58517"/>
                    <a:pt x="17960" y="60675"/>
                  </a:cubicBezTo>
                  <a:cubicBezTo>
                    <a:pt x="17949" y="61887"/>
                    <a:pt x="16542" y="62556"/>
                    <a:pt x="15302" y="62556"/>
                  </a:cubicBezTo>
                  <a:cubicBezTo>
                    <a:pt x="15219" y="62556"/>
                    <a:pt x="15137" y="62553"/>
                    <a:pt x="15056" y="62547"/>
                  </a:cubicBezTo>
                  <a:cubicBezTo>
                    <a:pt x="14072" y="62475"/>
                    <a:pt x="13082" y="62160"/>
                    <a:pt x="12113" y="62160"/>
                  </a:cubicBezTo>
                  <a:cubicBezTo>
                    <a:pt x="11810" y="62160"/>
                    <a:pt x="11508" y="62191"/>
                    <a:pt x="11210" y="62270"/>
                  </a:cubicBezTo>
                  <a:cubicBezTo>
                    <a:pt x="9047" y="62839"/>
                    <a:pt x="8290" y="65880"/>
                    <a:pt x="9487" y="67769"/>
                  </a:cubicBezTo>
                  <a:cubicBezTo>
                    <a:pt x="10572" y="69481"/>
                    <a:pt x="12694" y="70258"/>
                    <a:pt x="14741" y="70258"/>
                  </a:cubicBezTo>
                  <a:cubicBezTo>
                    <a:pt x="14954" y="70258"/>
                    <a:pt x="15165" y="70249"/>
                    <a:pt x="15375" y="70233"/>
                  </a:cubicBezTo>
                  <a:cubicBezTo>
                    <a:pt x="16269" y="70162"/>
                    <a:pt x="17225" y="69924"/>
                    <a:pt x="17785" y="69223"/>
                  </a:cubicBezTo>
                  <a:cubicBezTo>
                    <a:pt x="18318" y="68554"/>
                    <a:pt x="18362" y="67634"/>
                    <a:pt x="18586" y="66808"/>
                  </a:cubicBezTo>
                  <a:cubicBezTo>
                    <a:pt x="19089" y="64960"/>
                    <a:pt x="20667" y="63445"/>
                    <a:pt x="22534" y="63019"/>
                  </a:cubicBezTo>
                  <a:cubicBezTo>
                    <a:pt x="23588" y="62778"/>
                    <a:pt x="24878" y="62758"/>
                    <a:pt x="25444" y="61839"/>
                  </a:cubicBezTo>
                  <a:cubicBezTo>
                    <a:pt x="27854" y="63143"/>
                    <a:pt x="29550" y="65685"/>
                    <a:pt x="29826" y="68413"/>
                  </a:cubicBezTo>
                  <a:cubicBezTo>
                    <a:pt x="30020" y="68663"/>
                    <a:pt x="30274" y="68770"/>
                    <a:pt x="30543" y="68770"/>
                  </a:cubicBezTo>
                  <a:cubicBezTo>
                    <a:pt x="31347" y="68770"/>
                    <a:pt x="32287" y="67809"/>
                    <a:pt x="32159" y="66868"/>
                  </a:cubicBezTo>
                  <a:cubicBezTo>
                    <a:pt x="31991" y="65614"/>
                    <a:pt x="30882" y="64743"/>
                    <a:pt x="30003" y="63834"/>
                  </a:cubicBezTo>
                  <a:cubicBezTo>
                    <a:pt x="29122" y="62923"/>
                    <a:pt x="28387" y="61510"/>
                    <a:pt x="29078" y="60448"/>
                  </a:cubicBezTo>
                  <a:lnTo>
                    <a:pt x="29078" y="60448"/>
                  </a:lnTo>
                  <a:cubicBezTo>
                    <a:pt x="33197" y="61658"/>
                    <a:pt x="36527" y="65238"/>
                    <a:pt x="37435" y="69435"/>
                  </a:cubicBezTo>
                  <a:cubicBezTo>
                    <a:pt x="38871" y="69149"/>
                    <a:pt x="39664" y="67205"/>
                    <a:pt x="38838" y="65997"/>
                  </a:cubicBezTo>
                  <a:cubicBezTo>
                    <a:pt x="39003" y="65628"/>
                    <a:pt x="39328" y="65472"/>
                    <a:pt x="39697" y="65472"/>
                  </a:cubicBezTo>
                  <a:cubicBezTo>
                    <a:pt x="40331" y="65472"/>
                    <a:pt x="41094" y="65932"/>
                    <a:pt x="41391" y="66558"/>
                  </a:cubicBezTo>
                  <a:cubicBezTo>
                    <a:pt x="41862" y="67549"/>
                    <a:pt x="41819" y="68770"/>
                    <a:pt x="42492" y="69636"/>
                  </a:cubicBezTo>
                  <a:cubicBezTo>
                    <a:pt x="43175" y="70517"/>
                    <a:pt x="44261" y="70711"/>
                    <a:pt x="45451" y="70711"/>
                  </a:cubicBezTo>
                  <a:cubicBezTo>
                    <a:pt x="46388" y="70711"/>
                    <a:pt x="47390" y="70590"/>
                    <a:pt x="48312" y="70590"/>
                  </a:cubicBezTo>
                  <a:cubicBezTo>
                    <a:pt x="49551" y="70590"/>
                    <a:pt x="50643" y="70808"/>
                    <a:pt x="51235" y="71828"/>
                  </a:cubicBezTo>
                  <a:cubicBezTo>
                    <a:pt x="52336" y="73723"/>
                    <a:pt x="49909" y="75927"/>
                    <a:pt x="47711" y="75927"/>
                  </a:cubicBezTo>
                  <a:cubicBezTo>
                    <a:pt x="47678" y="75927"/>
                    <a:pt x="47645" y="75926"/>
                    <a:pt x="47613" y="75925"/>
                  </a:cubicBezTo>
                  <a:cubicBezTo>
                    <a:pt x="45391" y="75856"/>
                    <a:pt x="43361" y="74585"/>
                    <a:pt x="41147" y="74365"/>
                  </a:cubicBezTo>
                  <a:cubicBezTo>
                    <a:pt x="40897" y="74340"/>
                    <a:pt x="40647" y="74329"/>
                    <a:pt x="40397" y="74329"/>
                  </a:cubicBezTo>
                  <a:cubicBezTo>
                    <a:pt x="38218" y="74329"/>
                    <a:pt x="36082" y="75200"/>
                    <a:pt x="33896" y="75455"/>
                  </a:cubicBezTo>
                  <a:cubicBezTo>
                    <a:pt x="33619" y="75487"/>
                    <a:pt x="33335" y="75503"/>
                    <a:pt x="33048" y="75503"/>
                  </a:cubicBezTo>
                  <a:cubicBezTo>
                    <a:pt x="30807" y="75503"/>
                    <a:pt x="28395" y="74514"/>
                    <a:pt x="27939" y="72388"/>
                  </a:cubicBezTo>
                  <a:cubicBezTo>
                    <a:pt x="27802" y="71741"/>
                    <a:pt x="27855" y="71030"/>
                    <a:pt x="27514" y="70464"/>
                  </a:cubicBezTo>
                  <a:cubicBezTo>
                    <a:pt x="27109" y="69793"/>
                    <a:pt x="26279" y="69553"/>
                    <a:pt x="25473" y="69553"/>
                  </a:cubicBezTo>
                  <a:cubicBezTo>
                    <a:pt x="25313" y="69553"/>
                    <a:pt x="25154" y="69562"/>
                    <a:pt x="24999" y="69580"/>
                  </a:cubicBezTo>
                  <a:cubicBezTo>
                    <a:pt x="21817" y="69942"/>
                    <a:pt x="18598" y="72595"/>
                    <a:pt x="15740" y="72595"/>
                  </a:cubicBezTo>
                  <a:cubicBezTo>
                    <a:pt x="14956" y="72595"/>
                    <a:pt x="14199" y="72395"/>
                    <a:pt x="13478" y="71894"/>
                  </a:cubicBezTo>
                  <a:cubicBezTo>
                    <a:pt x="11337" y="76062"/>
                    <a:pt x="6101" y="77629"/>
                    <a:pt x="3179" y="81294"/>
                  </a:cubicBezTo>
                  <a:cubicBezTo>
                    <a:pt x="0" y="85282"/>
                    <a:pt x="268" y="91440"/>
                    <a:pt x="3354" y="95500"/>
                  </a:cubicBezTo>
                  <a:cubicBezTo>
                    <a:pt x="6050" y="99045"/>
                    <a:pt x="10552" y="100957"/>
                    <a:pt x="15019" y="100957"/>
                  </a:cubicBezTo>
                  <a:cubicBezTo>
                    <a:pt x="15667" y="100957"/>
                    <a:pt x="16314" y="100917"/>
                    <a:pt x="16954" y="100836"/>
                  </a:cubicBezTo>
                  <a:cubicBezTo>
                    <a:pt x="17630" y="100750"/>
                    <a:pt x="18327" y="100626"/>
                    <a:pt x="19005" y="100626"/>
                  </a:cubicBezTo>
                  <a:cubicBezTo>
                    <a:pt x="19489" y="100626"/>
                    <a:pt x="19963" y="100690"/>
                    <a:pt x="20413" y="100875"/>
                  </a:cubicBezTo>
                  <a:cubicBezTo>
                    <a:pt x="21482" y="101317"/>
                    <a:pt x="22166" y="102352"/>
                    <a:pt x="23058" y="103088"/>
                  </a:cubicBezTo>
                  <a:cubicBezTo>
                    <a:pt x="23580" y="103519"/>
                    <a:pt x="24303" y="103823"/>
                    <a:pt x="24961" y="103823"/>
                  </a:cubicBezTo>
                  <a:cubicBezTo>
                    <a:pt x="25427" y="103823"/>
                    <a:pt x="25861" y="103670"/>
                    <a:pt x="26168" y="103301"/>
                  </a:cubicBezTo>
                  <a:lnTo>
                    <a:pt x="26168" y="103301"/>
                  </a:lnTo>
                  <a:cubicBezTo>
                    <a:pt x="25321" y="105399"/>
                    <a:pt x="25557" y="107902"/>
                    <a:pt x="26779" y="109805"/>
                  </a:cubicBezTo>
                  <a:cubicBezTo>
                    <a:pt x="28099" y="111859"/>
                    <a:pt x="30559" y="113484"/>
                    <a:pt x="30509" y="115926"/>
                  </a:cubicBezTo>
                  <a:cubicBezTo>
                    <a:pt x="30482" y="117190"/>
                    <a:pt x="29748" y="118318"/>
                    <a:pt x="29403" y="119536"/>
                  </a:cubicBezTo>
                  <a:cubicBezTo>
                    <a:pt x="27829" y="125109"/>
                    <a:pt x="34415" y="129657"/>
                    <a:pt x="35455" y="135354"/>
                  </a:cubicBezTo>
                  <a:cubicBezTo>
                    <a:pt x="35736" y="136888"/>
                    <a:pt x="35735" y="138735"/>
                    <a:pt x="37029" y="139601"/>
                  </a:cubicBezTo>
                  <a:cubicBezTo>
                    <a:pt x="37625" y="139999"/>
                    <a:pt x="38374" y="140081"/>
                    <a:pt x="39090" y="140127"/>
                  </a:cubicBezTo>
                  <a:cubicBezTo>
                    <a:pt x="39409" y="140148"/>
                    <a:pt x="39736" y="140158"/>
                    <a:pt x="40067" y="140158"/>
                  </a:cubicBezTo>
                  <a:cubicBezTo>
                    <a:pt x="43538" y="140158"/>
                    <a:pt x="47454" y="138962"/>
                    <a:pt x="48151" y="135675"/>
                  </a:cubicBezTo>
                  <a:cubicBezTo>
                    <a:pt x="48366" y="134657"/>
                    <a:pt x="48212" y="133602"/>
                    <a:pt x="48243" y="132560"/>
                  </a:cubicBezTo>
                  <a:cubicBezTo>
                    <a:pt x="48336" y="129451"/>
                    <a:pt x="50239" y="126459"/>
                    <a:pt x="53017" y="125056"/>
                  </a:cubicBezTo>
                  <a:cubicBezTo>
                    <a:pt x="53771" y="124675"/>
                    <a:pt x="54600" y="124390"/>
                    <a:pt x="55202" y="123799"/>
                  </a:cubicBezTo>
                  <a:cubicBezTo>
                    <a:pt x="56528" y="122495"/>
                    <a:pt x="56234" y="120283"/>
                    <a:pt x="55553" y="118553"/>
                  </a:cubicBezTo>
                  <a:cubicBezTo>
                    <a:pt x="54872" y="116821"/>
                    <a:pt x="53881" y="115076"/>
                    <a:pt x="54120" y="113231"/>
                  </a:cubicBezTo>
                  <a:cubicBezTo>
                    <a:pt x="54502" y="110269"/>
                    <a:pt x="57681" y="108706"/>
                    <a:pt x="60090" y="106941"/>
                  </a:cubicBezTo>
                  <a:cubicBezTo>
                    <a:pt x="63716" y="104284"/>
                    <a:pt x="66206" y="100125"/>
                    <a:pt x="66835" y="95675"/>
                  </a:cubicBezTo>
                  <a:lnTo>
                    <a:pt x="66835" y="95675"/>
                  </a:lnTo>
                  <a:cubicBezTo>
                    <a:pt x="65061" y="96232"/>
                    <a:pt x="63075" y="96745"/>
                    <a:pt x="61220" y="96745"/>
                  </a:cubicBezTo>
                  <a:cubicBezTo>
                    <a:pt x="59581" y="96745"/>
                    <a:pt x="58045" y="96344"/>
                    <a:pt x="56849" y="95215"/>
                  </a:cubicBezTo>
                  <a:cubicBezTo>
                    <a:pt x="55965" y="94380"/>
                    <a:pt x="55421" y="93259"/>
                    <a:pt x="54897" y="92162"/>
                  </a:cubicBezTo>
                  <a:lnTo>
                    <a:pt x="50173" y="82291"/>
                  </a:lnTo>
                  <a:cubicBezTo>
                    <a:pt x="49966" y="81857"/>
                    <a:pt x="49755" y="81362"/>
                    <a:pt x="49925" y="80912"/>
                  </a:cubicBezTo>
                  <a:cubicBezTo>
                    <a:pt x="50074" y="80517"/>
                    <a:pt x="50366" y="80356"/>
                    <a:pt x="50717" y="80356"/>
                  </a:cubicBezTo>
                  <a:cubicBezTo>
                    <a:pt x="51453" y="80356"/>
                    <a:pt x="52449" y="81064"/>
                    <a:pt x="52928" y="81807"/>
                  </a:cubicBezTo>
                  <a:cubicBezTo>
                    <a:pt x="55452" y="85724"/>
                    <a:pt x="57718" y="89804"/>
                    <a:pt x="59707" y="94020"/>
                  </a:cubicBezTo>
                  <a:cubicBezTo>
                    <a:pt x="63791" y="93273"/>
                    <a:pt x="67648" y="91596"/>
                    <a:pt x="70980" y="89118"/>
                  </a:cubicBezTo>
                  <a:cubicBezTo>
                    <a:pt x="72037" y="88329"/>
                    <a:pt x="73088" y="87386"/>
                    <a:pt x="73445" y="86117"/>
                  </a:cubicBezTo>
                  <a:cubicBezTo>
                    <a:pt x="73802" y="84846"/>
                    <a:pt x="73146" y="83218"/>
                    <a:pt x="71846" y="82993"/>
                  </a:cubicBezTo>
                  <a:cubicBezTo>
                    <a:pt x="71723" y="82971"/>
                    <a:pt x="71600" y="82963"/>
                    <a:pt x="71476" y="82963"/>
                  </a:cubicBezTo>
                  <a:cubicBezTo>
                    <a:pt x="71093" y="82963"/>
                    <a:pt x="70708" y="83045"/>
                    <a:pt x="70324" y="83086"/>
                  </a:cubicBezTo>
                  <a:cubicBezTo>
                    <a:pt x="70133" y="83106"/>
                    <a:pt x="69943" y="83115"/>
                    <a:pt x="69755" y="83115"/>
                  </a:cubicBezTo>
                  <a:cubicBezTo>
                    <a:pt x="66927" y="83115"/>
                    <a:pt x="64468" y="80925"/>
                    <a:pt x="62588" y="78727"/>
                  </a:cubicBezTo>
                  <a:cubicBezTo>
                    <a:pt x="63132" y="78118"/>
                    <a:pt x="63852" y="77890"/>
                    <a:pt x="64640" y="77890"/>
                  </a:cubicBezTo>
                  <a:cubicBezTo>
                    <a:pt x="65842" y="77890"/>
                    <a:pt x="67201" y="78421"/>
                    <a:pt x="68334" y="78941"/>
                  </a:cubicBezTo>
                  <a:cubicBezTo>
                    <a:pt x="71699" y="80486"/>
                    <a:pt x="75249" y="81588"/>
                    <a:pt x="78895" y="82221"/>
                  </a:cubicBezTo>
                  <a:cubicBezTo>
                    <a:pt x="79803" y="82378"/>
                    <a:pt x="80736" y="82513"/>
                    <a:pt x="81554" y="82936"/>
                  </a:cubicBezTo>
                  <a:cubicBezTo>
                    <a:pt x="82126" y="83232"/>
                    <a:pt x="82622" y="83658"/>
                    <a:pt x="83095" y="84096"/>
                  </a:cubicBezTo>
                  <a:cubicBezTo>
                    <a:pt x="87298" y="87967"/>
                    <a:pt x="90407" y="93013"/>
                    <a:pt x="91975" y="98509"/>
                  </a:cubicBezTo>
                  <a:cubicBezTo>
                    <a:pt x="92104" y="98538"/>
                    <a:pt x="92231" y="98552"/>
                    <a:pt x="92354" y="98552"/>
                  </a:cubicBezTo>
                  <a:cubicBezTo>
                    <a:pt x="93754" y="98552"/>
                    <a:pt x="94717" y="96760"/>
                    <a:pt x="94833" y="95252"/>
                  </a:cubicBezTo>
                  <a:cubicBezTo>
                    <a:pt x="94960" y="93612"/>
                    <a:pt x="94769" y="91722"/>
                    <a:pt x="95948" y="90578"/>
                  </a:cubicBezTo>
                  <a:cubicBezTo>
                    <a:pt x="96875" y="89678"/>
                    <a:pt x="98399" y="89556"/>
                    <a:pt x="99214" y="88552"/>
                  </a:cubicBezTo>
                  <a:cubicBezTo>
                    <a:pt x="100238" y="87289"/>
                    <a:pt x="99703" y="85157"/>
                    <a:pt x="100900" y="84056"/>
                  </a:cubicBezTo>
                  <a:cubicBezTo>
                    <a:pt x="101284" y="83704"/>
                    <a:pt x="101728" y="83552"/>
                    <a:pt x="102190" y="83552"/>
                  </a:cubicBezTo>
                  <a:cubicBezTo>
                    <a:pt x="103537" y="83552"/>
                    <a:pt x="105034" y="84844"/>
                    <a:pt x="105630" y="86240"/>
                  </a:cubicBezTo>
                  <a:cubicBezTo>
                    <a:pt x="106431" y="88116"/>
                    <a:pt x="106723" y="90422"/>
                    <a:pt x="108410" y="91569"/>
                  </a:cubicBezTo>
                  <a:lnTo>
                    <a:pt x="111137" y="91176"/>
                  </a:lnTo>
                  <a:cubicBezTo>
                    <a:pt x="111152" y="95778"/>
                    <a:pt x="112750" y="100362"/>
                    <a:pt x="115602" y="103975"/>
                  </a:cubicBezTo>
                  <a:cubicBezTo>
                    <a:pt x="117157" y="103161"/>
                    <a:pt x="116453" y="100795"/>
                    <a:pt x="115480" y="99330"/>
                  </a:cubicBezTo>
                  <a:cubicBezTo>
                    <a:pt x="114508" y="97866"/>
                    <a:pt x="113554" y="95681"/>
                    <a:pt x="114936" y="94596"/>
                  </a:cubicBezTo>
                  <a:lnTo>
                    <a:pt x="114936" y="94596"/>
                  </a:lnTo>
                  <a:cubicBezTo>
                    <a:pt x="116854" y="94614"/>
                    <a:pt x="117747" y="97259"/>
                    <a:pt x="119611" y="97712"/>
                  </a:cubicBezTo>
                  <a:cubicBezTo>
                    <a:pt x="119777" y="97752"/>
                    <a:pt x="119940" y="97771"/>
                    <a:pt x="120101" y="97771"/>
                  </a:cubicBezTo>
                  <a:cubicBezTo>
                    <a:pt x="121744" y="97771"/>
                    <a:pt x="123089" y="95790"/>
                    <a:pt x="122784" y="94080"/>
                  </a:cubicBezTo>
                  <a:cubicBezTo>
                    <a:pt x="122451" y="92201"/>
                    <a:pt x="120835" y="90820"/>
                    <a:pt x="119169" y="89895"/>
                  </a:cubicBezTo>
                  <a:cubicBezTo>
                    <a:pt x="117675" y="88258"/>
                    <a:pt x="119833" y="85644"/>
                    <a:pt x="122018" y="85274"/>
                  </a:cubicBezTo>
                  <a:cubicBezTo>
                    <a:pt x="122730" y="85153"/>
                    <a:pt x="123464" y="85138"/>
                    <a:pt x="124199" y="85138"/>
                  </a:cubicBezTo>
                  <a:cubicBezTo>
                    <a:pt x="124443" y="85138"/>
                    <a:pt x="124686" y="85140"/>
                    <a:pt x="124930" y="85140"/>
                  </a:cubicBezTo>
                  <a:cubicBezTo>
                    <a:pt x="126201" y="85140"/>
                    <a:pt x="127452" y="85095"/>
                    <a:pt x="128573" y="84531"/>
                  </a:cubicBezTo>
                  <a:cubicBezTo>
                    <a:pt x="130946" y="83339"/>
                    <a:pt x="131739" y="80207"/>
                    <a:pt x="131200" y="77607"/>
                  </a:cubicBezTo>
                  <a:cubicBezTo>
                    <a:pt x="130659" y="75007"/>
                    <a:pt x="129117" y="72748"/>
                    <a:pt x="127857" y="70410"/>
                  </a:cubicBezTo>
                  <a:cubicBezTo>
                    <a:pt x="126781" y="68413"/>
                    <a:pt x="126249" y="65298"/>
                    <a:pt x="128341" y="64420"/>
                  </a:cubicBezTo>
                  <a:cubicBezTo>
                    <a:pt x="128900" y="64186"/>
                    <a:pt x="129528" y="64195"/>
                    <a:pt x="130135" y="64170"/>
                  </a:cubicBezTo>
                  <a:cubicBezTo>
                    <a:pt x="138047" y="63837"/>
                    <a:pt x="144592" y="55459"/>
                    <a:pt x="143005" y="47701"/>
                  </a:cubicBezTo>
                  <a:cubicBezTo>
                    <a:pt x="142706" y="46238"/>
                    <a:pt x="142140" y="44786"/>
                    <a:pt x="141097" y="43719"/>
                  </a:cubicBezTo>
                  <a:cubicBezTo>
                    <a:pt x="139216" y="41800"/>
                    <a:pt x="136024" y="41349"/>
                    <a:pt x="134619" y="39057"/>
                  </a:cubicBezTo>
                  <a:cubicBezTo>
                    <a:pt x="132900" y="36255"/>
                    <a:pt x="135025" y="32537"/>
                    <a:pt x="137778" y="30737"/>
                  </a:cubicBezTo>
                  <a:cubicBezTo>
                    <a:pt x="140529" y="28938"/>
                    <a:pt x="143891" y="28156"/>
                    <a:pt x="146461" y="26105"/>
                  </a:cubicBezTo>
                  <a:cubicBezTo>
                    <a:pt x="147145" y="26087"/>
                    <a:pt x="147512" y="25417"/>
                    <a:pt x="147638" y="24743"/>
                  </a:cubicBezTo>
                  <a:cubicBezTo>
                    <a:pt x="147716" y="24319"/>
                    <a:pt x="147611" y="23887"/>
                    <a:pt x="147608" y="23456"/>
                  </a:cubicBezTo>
                  <a:cubicBezTo>
                    <a:pt x="147598" y="22276"/>
                    <a:pt x="148442" y="21139"/>
                    <a:pt x="149574" y="20805"/>
                  </a:cubicBezTo>
                  <a:cubicBezTo>
                    <a:pt x="149811" y="20736"/>
                    <a:pt x="150056" y="20702"/>
                    <a:pt x="150302" y="20702"/>
                  </a:cubicBezTo>
                  <a:cubicBezTo>
                    <a:pt x="151231" y="20702"/>
                    <a:pt x="152165" y="21179"/>
                    <a:pt x="152664" y="21968"/>
                  </a:cubicBezTo>
                  <a:cubicBezTo>
                    <a:pt x="153442" y="23198"/>
                    <a:pt x="153129" y="24821"/>
                    <a:pt x="152563" y="26163"/>
                  </a:cubicBezTo>
                  <a:cubicBezTo>
                    <a:pt x="151998" y="27505"/>
                    <a:pt x="151199" y="28790"/>
                    <a:pt x="151051" y="30239"/>
                  </a:cubicBezTo>
                  <a:cubicBezTo>
                    <a:pt x="150905" y="31687"/>
                    <a:pt x="151726" y="33391"/>
                    <a:pt x="153173" y="33553"/>
                  </a:cubicBezTo>
                  <a:cubicBezTo>
                    <a:pt x="153252" y="33562"/>
                    <a:pt x="153330" y="33566"/>
                    <a:pt x="153406" y="33566"/>
                  </a:cubicBezTo>
                  <a:cubicBezTo>
                    <a:pt x="155043" y="33566"/>
                    <a:pt x="156090" y="31574"/>
                    <a:pt x="156201" y="29877"/>
                  </a:cubicBezTo>
                  <a:cubicBezTo>
                    <a:pt x="156318" y="28099"/>
                    <a:pt x="155972" y="26160"/>
                    <a:pt x="156925" y="24659"/>
                  </a:cubicBezTo>
                  <a:cubicBezTo>
                    <a:pt x="158377" y="22374"/>
                    <a:pt x="162385" y="21839"/>
                    <a:pt x="162490" y="19133"/>
                  </a:cubicBezTo>
                  <a:cubicBezTo>
                    <a:pt x="162574" y="16945"/>
                    <a:pt x="159821" y="15661"/>
                    <a:pt x="159327" y="13530"/>
                  </a:cubicBezTo>
                  <a:cubicBezTo>
                    <a:pt x="159129" y="12668"/>
                    <a:pt x="159325" y="11773"/>
                    <a:pt x="159405" y="10894"/>
                  </a:cubicBezTo>
                  <a:cubicBezTo>
                    <a:pt x="159709" y="7612"/>
                    <a:pt x="158263" y="4218"/>
                    <a:pt x="155688" y="2163"/>
                  </a:cubicBezTo>
                  <a:cubicBezTo>
                    <a:pt x="153919" y="751"/>
                    <a:pt x="151652" y="0"/>
                    <a:pt x="1493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41"/>
            <p:cNvSpPr/>
            <p:nvPr/>
          </p:nvSpPr>
          <p:spPr>
            <a:xfrm>
              <a:off x="6146600" y="3671525"/>
              <a:ext cx="342925" cy="189500"/>
            </a:xfrm>
            <a:custGeom>
              <a:rect b="b" l="l" r="r" t="t"/>
              <a:pathLst>
                <a:path extrusionOk="0" h="7580" w="13717">
                  <a:moveTo>
                    <a:pt x="9951" y="0"/>
                  </a:moveTo>
                  <a:cubicBezTo>
                    <a:pt x="6355" y="0"/>
                    <a:pt x="1" y="1281"/>
                    <a:pt x="2486" y="4894"/>
                  </a:cubicBezTo>
                  <a:cubicBezTo>
                    <a:pt x="3169" y="5885"/>
                    <a:pt x="4297" y="6467"/>
                    <a:pt x="5404" y="6938"/>
                  </a:cubicBezTo>
                  <a:cubicBezTo>
                    <a:pt x="6217" y="7282"/>
                    <a:pt x="7136" y="7580"/>
                    <a:pt x="8003" y="7580"/>
                  </a:cubicBezTo>
                  <a:cubicBezTo>
                    <a:pt x="8565" y="7580"/>
                    <a:pt x="9106" y="7454"/>
                    <a:pt x="9581" y="7134"/>
                  </a:cubicBezTo>
                  <a:cubicBezTo>
                    <a:pt x="10406" y="6577"/>
                    <a:pt x="13156" y="2774"/>
                    <a:pt x="13348" y="1948"/>
                  </a:cubicBezTo>
                  <a:cubicBezTo>
                    <a:pt x="13716" y="358"/>
                    <a:pt x="13186" y="447"/>
                    <a:pt x="11597" y="126"/>
                  </a:cubicBezTo>
                  <a:cubicBezTo>
                    <a:pt x="11194" y="44"/>
                    <a:pt x="10620" y="0"/>
                    <a:pt x="99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41"/>
            <p:cNvSpPr/>
            <p:nvPr/>
          </p:nvSpPr>
          <p:spPr>
            <a:xfrm>
              <a:off x="5901600" y="3652500"/>
              <a:ext cx="558700" cy="402875"/>
            </a:xfrm>
            <a:custGeom>
              <a:rect b="b" l="l" r="r" t="t"/>
              <a:pathLst>
                <a:path extrusionOk="0" h="16115" w="22348">
                  <a:moveTo>
                    <a:pt x="946" y="1"/>
                  </a:moveTo>
                  <a:cubicBezTo>
                    <a:pt x="616" y="1"/>
                    <a:pt x="299" y="66"/>
                    <a:pt x="1" y="208"/>
                  </a:cubicBezTo>
                  <a:cubicBezTo>
                    <a:pt x="742" y="1762"/>
                    <a:pt x="2032" y="3475"/>
                    <a:pt x="2935" y="5119"/>
                  </a:cubicBezTo>
                  <a:cubicBezTo>
                    <a:pt x="6575" y="11745"/>
                    <a:pt x="13987" y="16115"/>
                    <a:pt x="21544" y="16115"/>
                  </a:cubicBezTo>
                  <a:cubicBezTo>
                    <a:pt x="21635" y="16115"/>
                    <a:pt x="21726" y="16114"/>
                    <a:pt x="21817" y="16113"/>
                  </a:cubicBezTo>
                  <a:cubicBezTo>
                    <a:pt x="22347" y="15571"/>
                    <a:pt x="21564" y="14744"/>
                    <a:pt x="20866" y="14448"/>
                  </a:cubicBezTo>
                  <a:cubicBezTo>
                    <a:pt x="18934" y="13634"/>
                    <a:pt x="16857" y="13226"/>
                    <a:pt x="14879" y="12532"/>
                  </a:cubicBezTo>
                  <a:cubicBezTo>
                    <a:pt x="12900" y="11839"/>
                    <a:pt x="10943" y="10790"/>
                    <a:pt x="9769" y="9051"/>
                  </a:cubicBezTo>
                  <a:cubicBezTo>
                    <a:pt x="9280" y="8326"/>
                    <a:pt x="8945" y="7508"/>
                    <a:pt x="8542" y="6731"/>
                  </a:cubicBezTo>
                  <a:cubicBezTo>
                    <a:pt x="7503" y="4729"/>
                    <a:pt x="3759" y="1"/>
                    <a:pt x="9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41"/>
            <p:cNvSpPr/>
            <p:nvPr/>
          </p:nvSpPr>
          <p:spPr>
            <a:xfrm>
              <a:off x="6249675" y="4061675"/>
              <a:ext cx="964575" cy="811125"/>
            </a:xfrm>
            <a:custGeom>
              <a:rect b="b" l="l" r="r" t="t"/>
              <a:pathLst>
                <a:path extrusionOk="0" h="32445" w="38583">
                  <a:moveTo>
                    <a:pt x="17573" y="0"/>
                  </a:moveTo>
                  <a:cubicBezTo>
                    <a:pt x="14431" y="0"/>
                    <a:pt x="10968" y="2180"/>
                    <a:pt x="9011" y="4369"/>
                  </a:cubicBezTo>
                  <a:cubicBezTo>
                    <a:pt x="8028" y="5468"/>
                    <a:pt x="7111" y="6810"/>
                    <a:pt x="5676" y="7153"/>
                  </a:cubicBezTo>
                  <a:cubicBezTo>
                    <a:pt x="4830" y="7356"/>
                    <a:pt x="3925" y="7164"/>
                    <a:pt x="3076" y="7361"/>
                  </a:cubicBezTo>
                  <a:cubicBezTo>
                    <a:pt x="581" y="7938"/>
                    <a:pt x="1" y="11293"/>
                    <a:pt x="569" y="13791"/>
                  </a:cubicBezTo>
                  <a:cubicBezTo>
                    <a:pt x="1136" y="16289"/>
                    <a:pt x="2307" y="18910"/>
                    <a:pt x="1374" y="21296"/>
                  </a:cubicBezTo>
                  <a:cubicBezTo>
                    <a:pt x="1185" y="21776"/>
                    <a:pt x="913" y="22246"/>
                    <a:pt x="921" y="22762"/>
                  </a:cubicBezTo>
                  <a:cubicBezTo>
                    <a:pt x="932" y="23380"/>
                    <a:pt x="1355" y="23921"/>
                    <a:pt x="1849" y="24293"/>
                  </a:cubicBezTo>
                  <a:cubicBezTo>
                    <a:pt x="2646" y="24890"/>
                    <a:pt x="3559" y="25128"/>
                    <a:pt x="4517" y="25128"/>
                  </a:cubicBezTo>
                  <a:cubicBezTo>
                    <a:pt x="6301" y="25128"/>
                    <a:pt x="8239" y="24301"/>
                    <a:pt x="9868" y="23418"/>
                  </a:cubicBezTo>
                  <a:cubicBezTo>
                    <a:pt x="11665" y="22444"/>
                    <a:pt x="13735" y="21414"/>
                    <a:pt x="15685" y="21414"/>
                  </a:cubicBezTo>
                  <a:cubicBezTo>
                    <a:pt x="16453" y="21414"/>
                    <a:pt x="17203" y="21574"/>
                    <a:pt x="17910" y="21960"/>
                  </a:cubicBezTo>
                  <a:cubicBezTo>
                    <a:pt x="20585" y="23420"/>
                    <a:pt x="20837" y="27119"/>
                    <a:pt x="22486" y="29685"/>
                  </a:cubicBezTo>
                  <a:cubicBezTo>
                    <a:pt x="23522" y="31296"/>
                    <a:pt x="25450" y="32445"/>
                    <a:pt x="27291" y="32445"/>
                  </a:cubicBezTo>
                  <a:cubicBezTo>
                    <a:pt x="28027" y="32445"/>
                    <a:pt x="28749" y="32261"/>
                    <a:pt x="29394" y="31851"/>
                  </a:cubicBezTo>
                  <a:cubicBezTo>
                    <a:pt x="30163" y="31362"/>
                    <a:pt x="30731" y="30624"/>
                    <a:pt x="31285" y="29900"/>
                  </a:cubicBezTo>
                  <a:lnTo>
                    <a:pt x="34684" y="25460"/>
                  </a:lnTo>
                  <a:cubicBezTo>
                    <a:pt x="36183" y="23501"/>
                    <a:pt x="37736" y="21414"/>
                    <a:pt x="38025" y="18965"/>
                  </a:cubicBezTo>
                  <a:cubicBezTo>
                    <a:pt x="38582" y="14235"/>
                    <a:pt x="34390" y="10436"/>
                    <a:pt x="30609" y="7540"/>
                  </a:cubicBezTo>
                  <a:cubicBezTo>
                    <a:pt x="30407" y="6031"/>
                    <a:pt x="30190" y="4479"/>
                    <a:pt x="29421" y="3165"/>
                  </a:cubicBezTo>
                  <a:cubicBezTo>
                    <a:pt x="28683" y="1906"/>
                    <a:pt x="27576" y="1186"/>
                    <a:pt x="26718" y="1186"/>
                  </a:cubicBezTo>
                  <a:cubicBezTo>
                    <a:pt x="25783" y="1186"/>
                    <a:pt x="25141" y="2039"/>
                    <a:pt x="25589" y="3982"/>
                  </a:cubicBezTo>
                  <a:cubicBezTo>
                    <a:pt x="25561" y="3983"/>
                    <a:pt x="25533" y="3983"/>
                    <a:pt x="25505" y="3983"/>
                  </a:cubicBezTo>
                  <a:cubicBezTo>
                    <a:pt x="23077" y="3983"/>
                    <a:pt x="21095" y="399"/>
                    <a:pt x="18382" y="51"/>
                  </a:cubicBezTo>
                  <a:cubicBezTo>
                    <a:pt x="18115" y="17"/>
                    <a:pt x="17846" y="0"/>
                    <a:pt x="175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20" name="Google Shape;1020;p41"/>
          <p:cNvSpPr/>
          <p:nvPr/>
        </p:nvSpPr>
        <p:spPr>
          <a:xfrm>
            <a:off x="1332084" y="1738622"/>
            <a:ext cx="192600" cy="192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41"/>
          <p:cNvSpPr/>
          <p:nvPr/>
        </p:nvSpPr>
        <p:spPr>
          <a:xfrm>
            <a:off x="3356879" y="3190134"/>
            <a:ext cx="192600" cy="192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41"/>
          <p:cNvSpPr txBox="1"/>
          <p:nvPr>
            <p:ph idx="4294967295" type="subTitle"/>
          </p:nvPr>
        </p:nvSpPr>
        <p:spPr>
          <a:xfrm>
            <a:off x="6020932" y="1871700"/>
            <a:ext cx="2298900" cy="37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200">
                <a:solidFill>
                  <a:schemeClr val="dk2"/>
                </a:solidFill>
                <a:latin typeface="Orbitron"/>
                <a:ea typeface="Orbitron"/>
                <a:cs typeface="Orbitron"/>
                <a:sym typeface="Orbitron"/>
              </a:rPr>
              <a:t>JUPITER</a:t>
            </a:r>
            <a:endParaRPr b="1" sz="2200">
              <a:solidFill>
                <a:schemeClr val="dk2"/>
              </a:solidFill>
              <a:latin typeface="Orbitron"/>
              <a:ea typeface="Orbitron"/>
              <a:cs typeface="Orbitron"/>
              <a:sym typeface="Orbitron"/>
            </a:endParaRPr>
          </a:p>
        </p:txBody>
      </p:sp>
      <p:sp>
        <p:nvSpPr>
          <p:cNvPr id="1023" name="Google Shape;1023;p41"/>
          <p:cNvSpPr txBox="1"/>
          <p:nvPr>
            <p:ph idx="4294967295" type="subTitle"/>
          </p:nvPr>
        </p:nvSpPr>
        <p:spPr>
          <a:xfrm>
            <a:off x="6020932" y="2238984"/>
            <a:ext cx="2298900" cy="50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Jupiter is a gas giant and the biggest planet</a:t>
            </a:r>
            <a:endParaRPr/>
          </a:p>
        </p:txBody>
      </p:sp>
      <p:sp>
        <p:nvSpPr>
          <p:cNvPr id="1024" name="Google Shape;1024;p41"/>
          <p:cNvSpPr txBox="1"/>
          <p:nvPr>
            <p:ph idx="4294967295" type="title"/>
          </p:nvPr>
        </p:nvSpPr>
        <p:spPr>
          <a:xfrm>
            <a:off x="6347331" y="1338600"/>
            <a:ext cx="1972500" cy="420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200"/>
              <a:t>3,000</a:t>
            </a:r>
            <a:endParaRPr sz="3200"/>
          </a:p>
        </p:txBody>
      </p:sp>
      <p:sp>
        <p:nvSpPr>
          <p:cNvPr id="1025" name="Google Shape;1025;p41"/>
          <p:cNvSpPr/>
          <p:nvPr/>
        </p:nvSpPr>
        <p:spPr>
          <a:xfrm>
            <a:off x="6123647" y="1456962"/>
            <a:ext cx="183300" cy="1833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41"/>
          <p:cNvSpPr txBox="1"/>
          <p:nvPr>
            <p:ph idx="4294967295" type="subTitle"/>
          </p:nvPr>
        </p:nvSpPr>
        <p:spPr>
          <a:xfrm>
            <a:off x="6020932" y="3574742"/>
            <a:ext cx="2298900" cy="37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200">
                <a:solidFill>
                  <a:schemeClr val="dk2"/>
                </a:solidFill>
                <a:latin typeface="Orbitron"/>
                <a:ea typeface="Orbitron"/>
                <a:cs typeface="Orbitron"/>
                <a:sym typeface="Orbitron"/>
              </a:rPr>
              <a:t>NEPTUNE</a:t>
            </a:r>
            <a:endParaRPr b="1" sz="2200">
              <a:solidFill>
                <a:schemeClr val="dk2"/>
              </a:solidFill>
              <a:latin typeface="Orbitron"/>
              <a:ea typeface="Orbitron"/>
              <a:cs typeface="Orbitron"/>
              <a:sym typeface="Orbitron"/>
            </a:endParaRPr>
          </a:p>
        </p:txBody>
      </p:sp>
      <p:sp>
        <p:nvSpPr>
          <p:cNvPr id="1027" name="Google Shape;1027;p41"/>
          <p:cNvSpPr txBox="1"/>
          <p:nvPr>
            <p:ph idx="4294967295" type="subTitle"/>
          </p:nvPr>
        </p:nvSpPr>
        <p:spPr>
          <a:xfrm>
            <a:off x="6020932" y="3942027"/>
            <a:ext cx="2298900" cy="50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Neptune is the farthest planet from the Sun</a:t>
            </a:r>
            <a:endParaRPr/>
          </a:p>
        </p:txBody>
      </p:sp>
      <p:sp>
        <p:nvSpPr>
          <p:cNvPr id="1028" name="Google Shape;1028;p41"/>
          <p:cNvSpPr txBox="1"/>
          <p:nvPr>
            <p:ph idx="4294967295" type="title"/>
          </p:nvPr>
        </p:nvSpPr>
        <p:spPr>
          <a:xfrm>
            <a:off x="6347331" y="3041650"/>
            <a:ext cx="1972500" cy="420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200"/>
              <a:t>5,600</a:t>
            </a:r>
            <a:endParaRPr sz="3200"/>
          </a:p>
        </p:txBody>
      </p:sp>
      <p:sp>
        <p:nvSpPr>
          <p:cNvPr id="1029" name="Google Shape;1029;p41"/>
          <p:cNvSpPr/>
          <p:nvPr/>
        </p:nvSpPr>
        <p:spPr>
          <a:xfrm>
            <a:off x="6123647" y="3160009"/>
            <a:ext cx="183300" cy="183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41"/>
          <p:cNvSpPr txBox="1"/>
          <p:nvPr>
            <p:ph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STUDY APPLICATION AREA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sp>
        <p:nvSpPr>
          <p:cNvPr id="1035" name="Google Shape;1035;p42"/>
          <p:cNvSpPr txBox="1"/>
          <p:nvPr>
            <p:ph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RESULTS ANALYSIS</a:t>
            </a:r>
            <a:endParaRPr/>
          </a:p>
        </p:txBody>
      </p:sp>
      <p:sp>
        <p:nvSpPr>
          <p:cNvPr id="1036" name="Google Shape;1036;p42"/>
          <p:cNvSpPr txBox="1"/>
          <p:nvPr/>
        </p:nvSpPr>
        <p:spPr>
          <a:xfrm>
            <a:off x="5040400" y="3921200"/>
            <a:ext cx="3280500" cy="592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oboto"/>
                <a:ea typeface="Roboto"/>
                <a:cs typeface="Roboto"/>
                <a:sym typeface="Roboto"/>
              </a:rPr>
              <a:t>Follow the link in the graph to modify its data and then paste the new one here. </a:t>
            </a:r>
            <a:r>
              <a:rPr b="1" lang="en" sz="1200">
                <a:solidFill>
                  <a:schemeClr val="lt1"/>
                </a:solidFill>
                <a:uFill>
                  <a:noFill/>
                </a:uFill>
                <a:latin typeface="Roboto"/>
                <a:ea typeface="Roboto"/>
                <a:cs typeface="Roboto"/>
                <a:sym typeface="Roboto"/>
                <a:hlinkClick r:id="rId3">
                  <a:extLst>
                    <a:ext uri="{A12FA001-AC4F-418D-AE19-62706E023703}">
                      <ahyp:hlinkClr val="tx"/>
                    </a:ext>
                  </a:extLst>
                </a:hlinkClick>
              </a:rPr>
              <a:t>For more info, click here</a:t>
            </a:r>
            <a:endParaRPr sz="1200">
              <a:solidFill>
                <a:schemeClr val="lt1"/>
              </a:solidFill>
              <a:latin typeface="Roboto"/>
              <a:ea typeface="Roboto"/>
              <a:cs typeface="Roboto"/>
              <a:sym typeface="Roboto"/>
            </a:endParaRPr>
          </a:p>
        </p:txBody>
      </p:sp>
      <p:sp>
        <p:nvSpPr>
          <p:cNvPr id="1037" name="Google Shape;1037;p42"/>
          <p:cNvSpPr txBox="1"/>
          <p:nvPr>
            <p:ph idx="4294967295" type="subTitle"/>
          </p:nvPr>
        </p:nvSpPr>
        <p:spPr>
          <a:xfrm>
            <a:off x="820911" y="1947892"/>
            <a:ext cx="1737300" cy="37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200">
                <a:solidFill>
                  <a:schemeClr val="dk2"/>
                </a:solidFill>
                <a:latin typeface="Orbitron"/>
                <a:ea typeface="Orbitron"/>
                <a:cs typeface="Orbitron"/>
                <a:sym typeface="Orbitron"/>
              </a:rPr>
              <a:t>VENUS</a:t>
            </a:r>
            <a:endParaRPr b="1" sz="2200">
              <a:solidFill>
                <a:schemeClr val="dk2"/>
              </a:solidFill>
              <a:latin typeface="Orbitron"/>
              <a:ea typeface="Orbitron"/>
              <a:cs typeface="Orbitron"/>
              <a:sym typeface="Orbitron"/>
            </a:endParaRPr>
          </a:p>
        </p:txBody>
      </p:sp>
      <p:sp>
        <p:nvSpPr>
          <p:cNvPr id="1038" name="Google Shape;1038;p42"/>
          <p:cNvSpPr txBox="1"/>
          <p:nvPr>
            <p:ph idx="4294967295" type="subTitle"/>
          </p:nvPr>
        </p:nvSpPr>
        <p:spPr>
          <a:xfrm>
            <a:off x="820911" y="2315178"/>
            <a:ext cx="1737300" cy="50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Venus has a beautiful name</a:t>
            </a:r>
            <a:endParaRPr/>
          </a:p>
        </p:txBody>
      </p:sp>
      <p:sp>
        <p:nvSpPr>
          <p:cNvPr id="1039" name="Google Shape;1039;p42"/>
          <p:cNvSpPr txBox="1"/>
          <p:nvPr>
            <p:ph idx="4294967295" type="title"/>
          </p:nvPr>
        </p:nvSpPr>
        <p:spPr>
          <a:xfrm>
            <a:off x="1147311" y="1414812"/>
            <a:ext cx="1410900" cy="420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200"/>
              <a:t>380</a:t>
            </a:r>
            <a:endParaRPr sz="3200"/>
          </a:p>
        </p:txBody>
      </p:sp>
      <p:sp>
        <p:nvSpPr>
          <p:cNvPr id="1040" name="Google Shape;1040;p42"/>
          <p:cNvSpPr/>
          <p:nvPr/>
        </p:nvSpPr>
        <p:spPr>
          <a:xfrm>
            <a:off x="923611" y="1533162"/>
            <a:ext cx="183300" cy="1833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42"/>
          <p:cNvSpPr txBox="1"/>
          <p:nvPr>
            <p:ph idx="4294967295" type="subTitle"/>
          </p:nvPr>
        </p:nvSpPr>
        <p:spPr>
          <a:xfrm>
            <a:off x="820911" y="3650940"/>
            <a:ext cx="1737300" cy="37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200">
                <a:solidFill>
                  <a:schemeClr val="dk2"/>
                </a:solidFill>
                <a:latin typeface="Orbitron"/>
                <a:ea typeface="Orbitron"/>
                <a:cs typeface="Orbitron"/>
                <a:sym typeface="Orbitron"/>
              </a:rPr>
              <a:t>MARS</a:t>
            </a:r>
            <a:endParaRPr b="1" sz="2200">
              <a:solidFill>
                <a:schemeClr val="dk2"/>
              </a:solidFill>
              <a:latin typeface="Orbitron"/>
              <a:ea typeface="Orbitron"/>
              <a:cs typeface="Orbitron"/>
              <a:sym typeface="Orbitron"/>
            </a:endParaRPr>
          </a:p>
        </p:txBody>
      </p:sp>
      <p:sp>
        <p:nvSpPr>
          <p:cNvPr id="1042" name="Google Shape;1042;p42"/>
          <p:cNvSpPr txBox="1"/>
          <p:nvPr>
            <p:ph idx="4294967295" type="subTitle"/>
          </p:nvPr>
        </p:nvSpPr>
        <p:spPr>
          <a:xfrm>
            <a:off x="820911" y="4018226"/>
            <a:ext cx="1737300" cy="50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Mars is actually a cold place</a:t>
            </a:r>
            <a:endParaRPr/>
          </a:p>
        </p:txBody>
      </p:sp>
      <p:sp>
        <p:nvSpPr>
          <p:cNvPr id="1043" name="Google Shape;1043;p42"/>
          <p:cNvSpPr txBox="1"/>
          <p:nvPr>
            <p:ph idx="4294967295" type="title"/>
          </p:nvPr>
        </p:nvSpPr>
        <p:spPr>
          <a:xfrm>
            <a:off x="1147311" y="3117859"/>
            <a:ext cx="1410900" cy="420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200"/>
              <a:t>120</a:t>
            </a:r>
            <a:endParaRPr sz="3200"/>
          </a:p>
        </p:txBody>
      </p:sp>
      <p:sp>
        <p:nvSpPr>
          <p:cNvPr id="1044" name="Google Shape;1044;p42"/>
          <p:cNvSpPr/>
          <p:nvPr/>
        </p:nvSpPr>
        <p:spPr>
          <a:xfrm>
            <a:off x="923611" y="3236209"/>
            <a:ext cx="183300" cy="183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42"/>
          <p:cNvSpPr txBox="1"/>
          <p:nvPr>
            <p:ph idx="4294967295" type="subTitle"/>
          </p:nvPr>
        </p:nvSpPr>
        <p:spPr>
          <a:xfrm>
            <a:off x="2930649" y="1947905"/>
            <a:ext cx="1737300" cy="37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200">
                <a:solidFill>
                  <a:schemeClr val="dk2"/>
                </a:solidFill>
                <a:latin typeface="Orbitron"/>
                <a:ea typeface="Orbitron"/>
                <a:cs typeface="Orbitron"/>
                <a:sym typeface="Orbitron"/>
              </a:rPr>
              <a:t>JUPITER</a:t>
            </a:r>
            <a:endParaRPr b="1" sz="2200">
              <a:solidFill>
                <a:schemeClr val="dk2"/>
              </a:solidFill>
              <a:latin typeface="Orbitron"/>
              <a:ea typeface="Orbitron"/>
              <a:cs typeface="Orbitron"/>
              <a:sym typeface="Orbitron"/>
            </a:endParaRPr>
          </a:p>
        </p:txBody>
      </p:sp>
      <p:sp>
        <p:nvSpPr>
          <p:cNvPr id="1046" name="Google Shape;1046;p42"/>
          <p:cNvSpPr txBox="1"/>
          <p:nvPr>
            <p:ph idx="4294967295" type="subTitle"/>
          </p:nvPr>
        </p:nvSpPr>
        <p:spPr>
          <a:xfrm>
            <a:off x="2930649" y="2315190"/>
            <a:ext cx="1737300" cy="50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Jupiter is the biggest planet</a:t>
            </a:r>
            <a:endParaRPr/>
          </a:p>
        </p:txBody>
      </p:sp>
      <p:sp>
        <p:nvSpPr>
          <p:cNvPr id="1047" name="Google Shape;1047;p42"/>
          <p:cNvSpPr txBox="1"/>
          <p:nvPr>
            <p:ph idx="4294967295" type="title"/>
          </p:nvPr>
        </p:nvSpPr>
        <p:spPr>
          <a:xfrm>
            <a:off x="3257049" y="1414812"/>
            <a:ext cx="1410900" cy="420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200"/>
              <a:t>290</a:t>
            </a:r>
            <a:endParaRPr sz="3200"/>
          </a:p>
        </p:txBody>
      </p:sp>
      <p:sp>
        <p:nvSpPr>
          <p:cNvPr id="1048" name="Google Shape;1048;p42"/>
          <p:cNvSpPr/>
          <p:nvPr/>
        </p:nvSpPr>
        <p:spPr>
          <a:xfrm>
            <a:off x="3033349" y="1533162"/>
            <a:ext cx="183300" cy="183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42"/>
          <p:cNvSpPr txBox="1"/>
          <p:nvPr>
            <p:ph idx="4294967295" type="subTitle"/>
          </p:nvPr>
        </p:nvSpPr>
        <p:spPr>
          <a:xfrm>
            <a:off x="2930649" y="3650952"/>
            <a:ext cx="1737300" cy="37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200">
                <a:solidFill>
                  <a:schemeClr val="dk2"/>
                </a:solidFill>
                <a:latin typeface="Orbitron"/>
                <a:ea typeface="Orbitron"/>
                <a:cs typeface="Orbitron"/>
                <a:sym typeface="Orbitron"/>
              </a:rPr>
              <a:t>EARTH</a:t>
            </a:r>
            <a:endParaRPr b="1" sz="2200">
              <a:solidFill>
                <a:schemeClr val="dk2"/>
              </a:solidFill>
              <a:latin typeface="Orbitron"/>
              <a:ea typeface="Orbitron"/>
              <a:cs typeface="Orbitron"/>
              <a:sym typeface="Orbitron"/>
            </a:endParaRPr>
          </a:p>
        </p:txBody>
      </p:sp>
      <p:sp>
        <p:nvSpPr>
          <p:cNvPr id="1050" name="Google Shape;1050;p42"/>
          <p:cNvSpPr txBox="1"/>
          <p:nvPr>
            <p:ph idx="4294967295" type="subTitle"/>
          </p:nvPr>
        </p:nvSpPr>
        <p:spPr>
          <a:xfrm>
            <a:off x="2930649" y="4018238"/>
            <a:ext cx="1737300" cy="50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Earth is where we all live together</a:t>
            </a:r>
            <a:endParaRPr/>
          </a:p>
        </p:txBody>
      </p:sp>
      <p:sp>
        <p:nvSpPr>
          <p:cNvPr id="1051" name="Google Shape;1051;p42"/>
          <p:cNvSpPr txBox="1"/>
          <p:nvPr>
            <p:ph idx="4294967295" type="title"/>
          </p:nvPr>
        </p:nvSpPr>
        <p:spPr>
          <a:xfrm>
            <a:off x="3257049" y="3117859"/>
            <a:ext cx="1410900" cy="420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200"/>
              <a:t>160</a:t>
            </a:r>
            <a:endParaRPr sz="3200"/>
          </a:p>
        </p:txBody>
      </p:sp>
      <p:sp>
        <p:nvSpPr>
          <p:cNvPr id="1052" name="Google Shape;1052;p42"/>
          <p:cNvSpPr/>
          <p:nvPr/>
        </p:nvSpPr>
        <p:spPr>
          <a:xfrm>
            <a:off x="3033349" y="3236209"/>
            <a:ext cx="183300" cy="183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53" name="Google Shape;1053;p42">
            <a:hlinkClick r:id="rId4"/>
          </p:cNvPr>
          <p:cNvPicPr preferRelativeResize="0"/>
          <p:nvPr/>
        </p:nvPicPr>
        <p:blipFill>
          <a:blip r:embed="rId5">
            <a:alphaModFix/>
          </a:blip>
          <a:stretch>
            <a:fillRect/>
          </a:stretch>
        </p:blipFill>
        <p:spPr>
          <a:xfrm>
            <a:off x="5040301" y="1401576"/>
            <a:ext cx="3280499" cy="23085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p43"/>
          <p:cNvSpPr txBox="1"/>
          <p:nvPr>
            <p:ph type="title"/>
          </p:nvPr>
        </p:nvSpPr>
        <p:spPr>
          <a:xfrm>
            <a:off x="775850" y="1434420"/>
            <a:ext cx="22941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25%</a:t>
            </a:r>
            <a:endParaRPr/>
          </a:p>
        </p:txBody>
      </p:sp>
      <p:sp>
        <p:nvSpPr>
          <p:cNvPr id="1059" name="Google Shape;1059;p43"/>
          <p:cNvSpPr txBox="1"/>
          <p:nvPr>
            <p:ph idx="2" type="title"/>
          </p:nvPr>
        </p:nvSpPr>
        <p:spPr>
          <a:xfrm>
            <a:off x="6074050" y="1434420"/>
            <a:ext cx="22941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65%</a:t>
            </a:r>
            <a:endParaRPr/>
          </a:p>
        </p:txBody>
      </p:sp>
      <p:sp>
        <p:nvSpPr>
          <p:cNvPr id="1060" name="Google Shape;1060;p43"/>
          <p:cNvSpPr txBox="1"/>
          <p:nvPr>
            <p:ph idx="3"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PERCENTAGE RESULTS</a:t>
            </a:r>
            <a:endParaRPr/>
          </a:p>
        </p:txBody>
      </p:sp>
      <p:sp>
        <p:nvSpPr>
          <p:cNvPr id="1061" name="Google Shape;1061;p43"/>
          <p:cNvSpPr txBox="1"/>
          <p:nvPr>
            <p:ph idx="1" type="subTitle"/>
          </p:nvPr>
        </p:nvSpPr>
        <p:spPr>
          <a:xfrm flipH="1">
            <a:off x="775850" y="3426272"/>
            <a:ext cx="22941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MERCURY</a:t>
            </a:r>
            <a:endParaRPr/>
          </a:p>
        </p:txBody>
      </p:sp>
      <p:sp>
        <p:nvSpPr>
          <p:cNvPr id="1062" name="Google Shape;1062;p43"/>
          <p:cNvSpPr txBox="1"/>
          <p:nvPr>
            <p:ph idx="4" type="subTitle"/>
          </p:nvPr>
        </p:nvSpPr>
        <p:spPr>
          <a:xfrm flipH="1">
            <a:off x="775850" y="3758780"/>
            <a:ext cx="2294100" cy="69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Mercury is the closest planet to the Sun</a:t>
            </a:r>
            <a:endParaRPr/>
          </a:p>
        </p:txBody>
      </p:sp>
      <p:sp>
        <p:nvSpPr>
          <p:cNvPr id="1063" name="Google Shape;1063;p43"/>
          <p:cNvSpPr txBox="1"/>
          <p:nvPr>
            <p:ph idx="5" type="subTitle"/>
          </p:nvPr>
        </p:nvSpPr>
        <p:spPr>
          <a:xfrm flipH="1">
            <a:off x="6074050" y="3426272"/>
            <a:ext cx="22941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VENUS</a:t>
            </a:r>
            <a:endParaRPr/>
          </a:p>
        </p:txBody>
      </p:sp>
      <p:sp>
        <p:nvSpPr>
          <p:cNvPr id="1064" name="Google Shape;1064;p43"/>
          <p:cNvSpPr txBox="1"/>
          <p:nvPr>
            <p:ph idx="6" type="subTitle"/>
          </p:nvPr>
        </p:nvSpPr>
        <p:spPr>
          <a:xfrm flipH="1">
            <a:off x="6074050" y="3758780"/>
            <a:ext cx="2294100" cy="69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Venus is the second planet from the Sun</a:t>
            </a:r>
            <a:endParaRPr/>
          </a:p>
        </p:txBody>
      </p:sp>
      <p:sp>
        <p:nvSpPr>
          <p:cNvPr id="1065" name="Google Shape;1065;p43"/>
          <p:cNvSpPr txBox="1"/>
          <p:nvPr>
            <p:ph idx="7" type="title"/>
          </p:nvPr>
        </p:nvSpPr>
        <p:spPr>
          <a:xfrm>
            <a:off x="3424975" y="1434420"/>
            <a:ext cx="22941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50%</a:t>
            </a:r>
            <a:endParaRPr/>
          </a:p>
        </p:txBody>
      </p:sp>
      <p:sp>
        <p:nvSpPr>
          <p:cNvPr id="1066" name="Google Shape;1066;p43"/>
          <p:cNvSpPr txBox="1"/>
          <p:nvPr>
            <p:ph idx="8" type="subTitle"/>
          </p:nvPr>
        </p:nvSpPr>
        <p:spPr>
          <a:xfrm flipH="1">
            <a:off x="3424975" y="3426272"/>
            <a:ext cx="22941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SATURN</a:t>
            </a:r>
            <a:endParaRPr/>
          </a:p>
        </p:txBody>
      </p:sp>
      <p:sp>
        <p:nvSpPr>
          <p:cNvPr id="1067" name="Google Shape;1067;p43"/>
          <p:cNvSpPr txBox="1"/>
          <p:nvPr>
            <p:ph idx="9" type="subTitle"/>
          </p:nvPr>
        </p:nvSpPr>
        <p:spPr>
          <a:xfrm flipH="1">
            <a:off x="3424975" y="3758780"/>
            <a:ext cx="2294100" cy="69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Saturn is a gas giant and has several rings</a:t>
            </a:r>
            <a:endParaRPr/>
          </a:p>
        </p:txBody>
      </p:sp>
      <p:grpSp>
        <p:nvGrpSpPr>
          <p:cNvPr id="1068" name="Google Shape;1068;p43"/>
          <p:cNvGrpSpPr/>
          <p:nvPr/>
        </p:nvGrpSpPr>
        <p:grpSpPr>
          <a:xfrm>
            <a:off x="1346439" y="2096237"/>
            <a:ext cx="1152920" cy="1152914"/>
            <a:chOff x="-318675" y="2011048"/>
            <a:chExt cx="1121409" cy="1121402"/>
          </a:xfrm>
        </p:grpSpPr>
        <p:sp>
          <p:nvSpPr>
            <p:cNvPr id="1069" name="Google Shape;1069;p43"/>
            <p:cNvSpPr/>
            <p:nvPr/>
          </p:nvSpPr>
          <p:spPr>
            <a:xfrm flipH="1">
              <a:off x="-318666" y="2011048"/>
              <a:ext cx="1121400" cy="1121400"/>
            </a:xfrm>
            <a:prstGeom prst="donut">
              <a:avLst>
                <a:gd fmla="val 25000" name="adj"/>
              </a:avLst>
            </a:prstGeom>
            <a:solidFill>
              <a:schemeClr val="dk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43"/>
            <p:cNvSpPr/>
            <p:nvPr/>
          </p:nvSpPr>
          <p:spPr>
            <a:xfrm flipH="1">
              <a:off x="-318675" y="2011050"/>
              <a:ext cx="1121400" cy="1121400"/>
            </a:xfrm>
            <a:prstGeom prst="blockArc">
              <a:avLst>
                <a:gd fmla="val 10800000" name="adj1"/>
                <a:gd fmla="val 16200918" name="adj2"/>
                <a:gd fmla="val 24960" name="adj3"/>
              </a:avLst>
            </a:prstGeom>
            <a:solidFill>
              <a:schemeClr val="dk2"/>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1" name="Google Shape;1071;p43"/>
          <p:cNvGrpSpPr/>
          <p:nvPr/>
        </p:nvGrpSpPr>
        <p:grpSpPr>
          <a:xfrm>
            <a:off x="3995565" y="2096237"/>
            <a:ext cx="1152920" cy="1152914"/>
            <a:chOff x="-318675" y="2011048"/>
            <a:chExt cx="1121409" cy="1121402"/>
          </a:xfrm>
        </p:grpSpPr>
        <p:sp>
          <p:nvSpPr>
            <p:cNvPr id="1072" name="Google Shape;1072;p43"/>
            <p:cNvSpPr/>
            <p:nvPr/>
          </p:nvSpPr>
          <p:spPr>
            <a:xfrm flipH="1">
              <a:off x="-318666" y="2011048"/>
              <a:ext cx="1121400" cy="1121400"/>
            </a:xfrm>
            <a:prstGeom prst="donut">
              <a:avLst>
                <a:gd fmla="val 25000" name="adj"/>
              </a:avLst>
            </a:prstGeom>
            <a:solidFill>
              <a:schemeClr val="dk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43"/>
            <p:cNvSpPr/>
            <p:nvPr/>
          </p:nvSpPr>
          <p:spPr>
            <a:xfrm flipH="1">
              <a:off x="-318675" y="2011050"/>
              <a:ext cx="1121400" cy="1121400"/>
            </a:xfrm>
            <a:prstGeom prst="blockArc">
              <a:avLst>
                <a:gd fmla="val 5400789" name="adj1"/>
                <a:gd fmla="val 16200918" name="adj2"/>
                <a:gd fmla="val 24960" name="adj3"/>
              </a:avLst>
            </a:prstGeom>
            <a:solidFill>
              <a:schemeClr val="accent3"/>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4" name="Google Shape;1074;p43"/>
          <p:cNvGrpSpPr/>
          <p:nvPr/>
        </p:nvGrpSpPr>
        <p:grpSpPr>
          <a:xfrm>
            <a:off x="6644640" y="2096237"/>
            <a:ext cx="1152920" cy="1152914"/>
            <a:chOff x="-318675" y="2011048"/>
            <a:chExt cx="1121409" cy="1121402"/>
          </a:xfrm>
        </p:grpSpPr>
        <p:sp>
          <p:nvSpPr>
            <p:cNvPr id="1075" name="Google Shape;1075;p43"/>
            <p:cNvSpPr/>
            <p:nvPr/>
          </p:nvSpPr>
          <p:spPr>
            <a:xfrm flipH="1">
              <a:off x="-318666" y="2011048"/>
              <a:ext cx="1121400" cy="1121400"/>
            </a:xfrm>
            <a:prstGeom prst="donut">
              <a:avLst>
                <a:gd fmla="val 25000" name="adj"/>
              </a:avLst>
            </a:prstGeom>
            <a:solidFill>
              <a:schemeClr val="dk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43"/>
            <p:cNvSpPr/>
            <p:nvPr/>
          </p:nvSpPr>
          <p:spPr>
            <a:xfrm flipH="1">
              <a:off x="-318675" y="2011050"/>
              <a:ext cx="1121400" cy="1121400"/>
            </a:xfrm>
            <a:prstGeom prst="blockArc">
              <a:avLst>
                <a:gd fmla="val 10800000" name="adj1"/>
                <a:gd fmla="val 16200918" name="adj2"/>
                <a:gd fmla="val 24960" name="adj3"/>
              </a:avLst>
            </a:prstGeom>
            <a:solidFill>
              <a:schemeClr val="dk2"/>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p44"/>
          <p:cNvSpPr txBox="1"/>
          <p:nvPr>
            <p:ph type="title"/>
          </p:nvPr>
        </p:nvSpPr>
        <p:spPr>
          <a:xfrm>
            <a:off x="822000" y="1658157"/>
            <a:ext cx="7499700" cy="1255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489,300</a:t>
            </a:r>
            <a:endParaRPr/>
          </a:p>
        </p:txBody>
      </p:sp>
      <p:sp>
        <p:nvSpPr>
          <p:cNvPr id="1082" name="Google Shape;1082;p44"/>
          <p:cNvSpPr txBox="1"/>
          <p:nvPr>
            <p:ph idx="1" type="subTitle"/>
          </p:nvPr>
        </p:nvSpPr>
        <p:spPr>
          <a:xfrm flipH="1">
            <a:off x="822300" y="2899240"/>
            <a:ext cx="7499700" cy="39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Big numbers catch your audience’s attention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45"/>
          <p:cNvSpPr txBox="1"/>
          <p:nvPr>
            <p:ph idx="2" type="subTitle"/>
          </p:nvPr>
        </p:nvSpPr>
        <p:spPr>
          <a:xfrm>
            <a:off x="885175" y="3974562"/>
            <a:ext cx="2070900" cy="592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Saturn is a gas giant with several rings</a:t>
            </a:r>
            <a:endParaRPr/>
          </a:p>
        </p:txBody>
      </p:sp>
      <p:sp>
        <p:nvSpPr>
          <p:cNvPr id="1088" name="Google Shape;1088;p45"/>
          <p:cNvSpPr txBox="1"/>
          <p:nvPr>
            <p:ph idx="7" type="subTitle"/>
          </p:nvPr>
        </p:nvSpPr>
        <p:spPr>
          <a:xfrm>
            <a:off x="885175" y="1849391"/>
            <a:ext cx="20709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MERCURY</a:t>
            </a:r>
            <a:endParaRPr/>
          </a:p>
        </p:txBody>
      </p:sp>
      <p:sp>
        <p:nvSpPr>
          <p:cNvPr id="1089" name="Google Shape;1089;p45"/>
          <p:cNvSpPr txBox="1"/>
          <p:nvPr>
            <p:ph idx="3" type="subTitle"/>
          </p:nvPr>
        </p:nvSpPr>
        <p:spPr>
          <a:xfrm>
            <a:off x="3536543" y="3574317"/>
            <a:ext cx="20709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JUPITER</a:t>
            </a:r>
            <a:endParaRPr/>
          </a:p>
        </p:txBody>
      </p:sp>
      <p:sp>
        <p:nvSpPr>
          <p:cNvPr id="1090" name="Google Shape;1090;p45"/>
          <p:cNvSpPr txBox="1"/>
          <p:nvPr>
            <p:ph idx="4" type="subTitle"/>
          </p:nvPr>
        </p:nvSpPr>
        <p:spPr>
          <a:xfrm>
            <a:off x="3536557" y="3974562"/>
            <a:ext cx="2070900" cy="592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Jupiter is the biggest planet of them all</a:t>
            </a:r>
            <a:endParaRPr/>
          </a:p>
        </p:txBody>
      </p:sp>
      <p:sp>
        <p:nvSpPr>
          <p:cNvPr id="1091" name="Google Shape;1091;p45"/>
          <p:cNvSpPr txBox="1"/>
          <p:nvPr>
            <p:ph idx="5" type="subTitle"/>
          </p:nvPr>
        </p:nvSpPr>
        <p:spPr>
          <a:xfrm>
            <a:off x="6187925" y="3574317"/>
            <a:ext cx="20709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MARS</a:t>
            </a:r>
            <a:endParaRPr/>
          </a:p>
        </p:txBody>
      </p:sp>
      <p:sp>
        <p:nvSpPr>
          <p:cNvPr id="1092" name="Google Shape;1092;p45"/>
          <p:cNvSpPr txBox="1"/>
          <p:nvPr>
            <p:ph idx="6" type="subTitle"/>
          </p:nvPr>
        </p:nvSpPr>
        <p:spPr>
          <a:xfrm>
            <a:off x="6187925" y="3974562"/>
            <a:ext cx="2070900" cy="592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Despite being red, Mars is a cold place</a:t>
            </a:r>
            <a:endParaRPr/>
          </a:p>
        </p:txBody>
      </p:sp>
      <p:sp>
        <p:nvSpPr>
          <p:cNvPr id="1093" name="Google Shape;1093;p45"/>
          <p:cNvSpPr txBox="1"/>
          <p:nvPr>
            <p:ph idx="1" type="subTitle"/>
          </p:nvPr>
        </p:nvSpPr>
        <p:spPr>
          <a:xfrm>
            <a:off x="885175" y="3574317"/>
            <a:ext cx="20709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SATURN</a:t>
            </a:r>
            <a:endParaRPr/>
          </a:p>
        </p:txBody>
      </p:sp>
      <p:sp>
        <p:nvSpPr>
          <p:cNvPr id="1094" name="Google Shape;1094;p45"/>
          <p:cNvSpPr txBox="1"/>
          <p:nvPr>
            <p:ph idx="9" type="subTitle"/>
          </p:nvPr>
        </p:nvSpPr>
        <p:spPr>
          <a:xfrm>
            <a:off x="3536543" y="1849391"/>
            <a:ext cx="20709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VENUS</a:t>
            </a:r>
            <a:endParaRPr/>
          </a:p>
        </p:txBody>
      </p:sp>
      <p:sp>
        <p:nvSpPr>
          <p:cNvPr id="1095" name="Google Shape;1095;p45"/>
          <p:cNvSpPr txBox="1"/>
          <p:nvPr>
            <p:ph idx="14" type="subTitle"/>
          </p:nvPr>
        </p:nvSpPr>
        <p:spPr>
          <a:xfrm>
            <a:off x="6187925" y="1849391"/>
            <a:ext cx="20709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NEPTUNE</a:t>
            </a:r>
            <a:endParaRPr/>
          </a:p>
        </p:txBody>
      </p:sp>
      <p:sp>
        <p:nvSpPr>
          <p:cNvPr id="1096" name="Google Shape;1096;p45"/>
          <p:cNvSpPr txBox="1"/>
          <p:nvPr>
            <p:ph idx="8" type="subTitle"/>
          </p:nvPr>
        </p:nvSpPr>
        <p:spPr>
          <a:xfrm>
            <a:off x="885175" y="2249636"/>
            <a:ext cx="2070900" cy="592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It’s the closest planet to the Sun</a:t>
            </a:r>
            <a:endParaRPr/>
          </a:p>
        </p:txBody>
      </p:sp>
      <p:sp>
        <p:nvSpPr>
          <p:cNvPr id="1097" name="Google Shape;1097;p45"/>
          <p:cNvSpPr txBox="1"/>
          <p:nvPr>
            <p:ph idx="13" type="subTitle"/>
          </p:nvPr>
        </p:nvSpPr>
        <p:spPr>
          <a:xfrm>
            <a:off x="3536557" y="2249636"/>
            <a:ext cx="2070900" cy="592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Venus is the second planet from the Sun</a:t>
            </a:r>
            <a:endParaRPr/>
          </a:p>
        </p:txBody>
      </p:sp>
      <p:sp>
        <p:nvSpPr>
          <p:cNvPr id="1098" name="Google Shape;1098;p45"/>
          <p:cNvSpPr txBox="1"/>
          <p:nvPr>
            <p:ph idx="15" type="subTitle"/>
          </p:nvPr>
        </p:nvSpPr>
        <p:spPr>
          <a:xfrm>
            <a:off x="6187925" y="2249636"/>
            <a:ext cx="2070900" cy="592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It’s the farthest planet from the Sun</a:t>
            </a:r>
            <a:endParaRPr/>
          </a:p>
        </p:txBody>
      </p:sp>
      <p:sp>
        <p:nvSpPr>
          <p:cNvPr id="1099" name="Google Shape;1099;p45"/>
          <p:cNvSpPr txBox="1"/>
          <p:nvPr>
            <p:ph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CONCLUSIONS</a:t>
            </a:r>
            <a:endParaRPr/>
          </a:p>
        </p:txBody>
      </p:sp>
      <p:sp>
        <p:nvSpPr>
          <p:cNvPr id="1100" name="Google Shape;1100;p45"/>
          <p:cNvSpPr txBox="1"/>
          <p:nvPr>
            <p:ph idx="16" type="title"/>
          </p:nvPr>
        </p:nvSpPr>
        <p:spPr>
          <a:xfrm>
            <a:off x="1477675" y="3002952"/>
            <a:ext cx="8859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1101" name="Google Shape;1101;p45"/>
          <p:cNvSpPr txBox="1"/>
          <p:nvPr>
            <p:ph idx="17" type="title"/>
          </p:nvPr>
        </p:nvSpPr>
        <p:spPr>
          <a:xfrm>
            <a:off x="4129043" y="3002952"/>
            <a:ext cx="8859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1102" name="Google Shape;1102;p45"/>
          <p:cNvSpPr txBox="1"/>
          <p:nvPr>
            <p:ph idx="18" type="title"/>
          </p:nvPr>
        </p:nvSpPr>
        <p:spPr>
          <a:xfrm>
            <a:off x="1477675" y="1278011"/>
            <a:ext cx="8859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1103" name="Google Shape;1103;p45"/>
          <p:cNvSpPr txBox="1"/>
          <p:nvPr>
            <p:ph idx="19" type="title"/>
          </p:nvPr>
        </p:nvSpPr>
        <p:spPr>
          <a:xfrm>
            <a:off x="4129043" y="1278011"/>
            <a:ext cx="8859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1104" name="Google Shape;1104;p45"/>
          <p:cNvSpPr txBox="1"/>
          <p:nvPr>
            <p:ph idx="20" type="title"/>
          </p:nvPr>
        </p:nvSpPr>
        <p:spPr>
          <a:xfrm>
            <a:off x="6780425" y="1278011"/>
            <a:ext cx="8859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1105" name="Google Shape;1105;p45"/>
          <p:cNvSpPr txBox="1"/>
          <p:nvPr>
            <p:ph idx="21" type="title"/>
          </p:nvPr>
        </p:nvSpPr>
        <p:spPr>
          <a:xfrm>
            <a:off x="6780425" y="3002952"/>
            <a:ext cx="8859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sp>
        <p:nvSpPr>
          <p:cNvPr id="1110" name="Google Shape;1110;p46"/>
          <p:cNvSpPr txBox="1"/>
          <p:nvPr>
            <p:ph type="title"/>
          </p:nvPr>
        </p:nvSpPr>
        <p:spPr>
          <a:xfrm>
            <a:off x="1269150" y="1483990"/>
            <a:ext cx="6605700" cy="222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AWESOME WORDS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14" name="Shape 1114"/>
        <p:cNvGrpSpPr/>
        <p:nvPr/>
      </p:nvGrpSpPr>
      <p:grpSpPr>
        <a:xfrm>
          <a:off x="0" y="0"/>
          <a:ext cx="0" cy="0"/>
          <a:chOff x="0" y="0"/>
          <a:chExt cx="0" cy="0"/>
        </a:xfrm>
      </p:grpSpPr>
      <p:sp>
        <p:nvSpPr>
          <p:cNvPr id="1115" name="Google Shape;1115;p47"/>
          <p:cNvSpPr/>
          <p:nvPr/>
        </p:nvSpPr>
        <p:spPr>
          <a:xfrm>
            <a:off x="0" y="429080"/>
            <a:ext cx="6206400" cy="1014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47"/>
          <p:cNvSpPr txBox="1"/>
          <p:nvPr>
            <p:ph type="title"/>
          </p:nvPr>
        </p:nvSpPr>
        <p:spPr>
          <a:xfrm>
            <a:off x="720000" y="387600"/>
            <a:ext cx="5781300" cy="101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PICTURE IS WORTH A THOUSAND WORDS</a:t>
            </a:r>
            <a:endParaRPr/>
          </a:p>
        </p:txBody>
      </p:sp>
      <p:grpSp>
        <p:nvGrpSpPr>
          <p:cNvPr id="1117" name="Google Shape;1117;p47"/>
          <p:cNvGrpSpPr/>
          <p:nvPr/>
        </p:nvGrpSpPr>
        <p:grpSpPr>
          <a:xfrm>
            <a:off x="7667993" y="3122764"/>
            <a:ext cx="3128310" cy="3388330"/>
            <a:chOff x="7667993" y="3122764"/>
            <a:chExt cx="3128310" cy="3388330"/>
          </a:xfrm>
        </p:grpSpPr>
        <p:sp>
          <p:nvSpPr>
            <p:cNvPr id="1118" name="Google Shape;1118;p47"/>
            <p:cNvSpPr/>
            <p:nvPr/>
          </p:nvSpPr>
          <p:spPr>
            <a:xfrm flipH="1" rot="-5400000">
              <a:off x="7145125" y="3645632"/>
              <a:ext cx="2552998" cy="1507261"/>
            </a:xfrm>
            <a:custGeom>
              <a:rect b="b" l="l" r="r" t="t"/>
              <a:pathLst>
                <a:path extrusionOk="0" h="10160" w="17209">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9" name="Google Shape;1119;p47"/>
            <p:cNvGrpSpPr/>
            <p:nvPr/>
          </p:nvGrpSpPr>
          <p:grpSpPr>
            <a:xfrm rot="10800000">
              <a:off x="8421626" y="4008544"/>
              <a:ext cx="2374678" cy="2502550"/>
              <a:chOff x="2011428" y="602777"/>
              <a:chExt cx="774292" cy="815987"/>
            </a:xfrm>
          </p:grpSpPr>
          <p:sp>
            <p:nvSpPr>
              <p:cNvPr id="1120" name="Google Shape;1120;p47"/>
              <p:cNvSpPr/>
              <p:nvPr/>
            </p:nvSpPr>
            <p:spPr>
              <a:xfrm>
                <a:off x="2751470" y="1215132"/>
                <a:ext cx="15618" cy="109191"/>
              </a:xfrm>
              <a:custGeom>
                <a:rect b="b" l="l" r="r" t="t"/>
                <a:pathLst>
                  <a:path extrusionOk="0" h="2391" w="342">
                    <a:moveTo>
                      <a:pt x="341" y="0"/>
                    </a:moveTo>
                    <a:lnTo>
                      <a:pt x="1" y="341"/>
                    </a:lnTo>
                    <a:lnTo>
                      <a:pt x="1" y="1191"/>
                    </a:lnTo>
                    <a:lnTo>
                      <a:pt x="1" y="2042"/>
                    </a:lnTo>
                    <a:lnTo>
                      <a:pt x="341" y="2391"/>
                    </a:lnTo>
                    <a:lnTo>
                      <a:pt x="341" y="1191"/>
                    </a:lnTo>
                    <a:lnTo>
                      <a:pt x="34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47"/>
              <p:cNvSpPr/>
              <p:nvPr/>
            </p:nvSpPr>
            <p:spPr>
              <a:xfrm>
                <a:off x="2157107" y="742702"/>
                <a:ext cx="76950" cy="76995"/>
              </a:xfrm>
              <a:custGeom>
                <a:rect b="b" l="l" r="r" t="t"/>
                <a:pathLst>
                  <a:path extrusionOk="0" h="1686" w="1685">
                    <a:moveTo>
                      <a:pt x="0" y="1"/>
                    </a:moveTo>
                    <a:lnTo>
                      <a:pt x="842" y="843"/>
                    </a:lnTo>
                    <a:lnTo>
                      <a:pt x="1685" y="1685"/>
                    </a:lnTo>
                    <a:lnTo>
                      <a:pt x="1685" y="1209"/>
                    </a:lnTo>
                    <a:lnTo>
                      <a:pt x="1081" y="605"/>
                    </a:lnTo>
                    <a:lnTo>
                      <a:pt x="47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47"/>
              <p:cNvSpPr/>
              <p:nvPr/>
            </p:nvSpPr>
            <p:spPr>
              <a:xfrm>
                <a:off x="2011428" y="602777"/>
                <a:ext cx="37310" cy="32013"/>
              </a:xfrm>
              <a:custGeom>
                <a:rect b="b" l="l" r="r" t="t"/>
                <a:pathLst>
                  <a:path extrusionOk="0" h="701" w="817">
                    <a:moveTo>
                      <a:pt x="468" y="181"/>
                    </a:moveTo>
                    <a:cubicBezTo>
                      <a:pt x="561" y="181"/>
                      <a:pt x="630" y="258"/>
                      <a:pt x="630" y="351"/>
                    </a:cubicBezTo>
                    <a:cubicBezTo>
                      <a:pt x="630" y="448"/>
                      <a:pt x="549" y="514"/>
                      <a:pt x="466" y="514"/>
                    </a:cubicBezTo>
                    <a:cubicBezTo>
                      <a:pt x="425" y="514"/>
                      <a:pt x="383" y="498"/>
                      <a:pt x="349" y="462"/>
                    </a:cubicBezTo>
                    <a:cubicBezTo>
                      <a:pt x="247" y="360"/>
                      <a:pt x="323" y="181"/>
                      <a:pt x="468" y="181"/>
                    </a:cubicBezTo>
                    <a:close/>
                    <a:moveTo>
                      <a:pt x="468" y="0"/>
                    </a:moveTo>
                    <a:cubicBezTo>
                      <a:pt x="381" y="0"/>
                      <a:pt x="293" y="33"/>
                      <a:pt x="221" y="105"/>
                    </a:cubicBezTo>
                    <a:cubicBezTo>
                      <a:pt x="0" y="317"/>
                      <a:pt x="153" y="700"/>
                      <a:pt x="468" y="700"/>
                    </a:cubicBezTo>
                    <a:cubicBezTo>
                      <a:pt x="664" y="700"/>
                      <a:pt x="817" y="538"/>
                      <a:pt x="817" y="351"/>
                    </a:cubicBezTo>
                    <a:cubicBezTo>
                      <a:pt x="817" y="139"/>
                      <a:pt x="646" y="0"/>
                      <a:pt x="4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47"/>
              <p:cNvSpPr/>
              <p:nvPr/>
            </p:nvSpPr>
            <p:spPr>
              <a:xfrm>
                <a:off x="2748364" y="1386751"/>
                <a:ext cx="37356" cy="32013"/>
              </a:xfrm>
              <a:custGeom>
                <a:rect b="b" l="l" r="r" t="t"/>
                <a:pathLst>
                  <a:path extrusionOk="0" h="701" w="818">
                    <a:moveTo>
                      <a:pt x="469" y="190"/>
                    </a:moveTo>
                    <a:cubicBezTo>
                      <a:pt x="562" y="190"/>
                      <a:pt x="630" y="258"/>
                      <a:pt x="630" y="351"/>
                    </a:cubicBezTo>
                    <a:cubicBezTo>
                      <a:pt x="630" y="450"/>
                      <a:pt x="547" y="517"/>
                      <a:pt x="462" y="517"/>
                    </a:cubicBezTo>
                    <a:cubicBezTo>
                      <a:pt x="422" y="517"/>
                      <a:pt x="382" y="503"/>
                      <a:pt x="350" y="470"/>
                    </a:cubicBezTo>
                    <a:cubicBezTo>
                      <a:pt x="247" y="360"/>
                      <a:pt x="324" y="190"/>
                      <a:pt x="469" y="190"/>
                    </a:cubicBezTo>
                    <a:close/>
                    <a:moveTo>
                      <a:pt x="468" y="0"/>
                    </a:moveTo>
                    <a:cubicBezTo>
                      <a:pt x="382" y="0"/>
                      <a:pt x="294" y="33"/>
                      <a:pt x="222" y="105"/>
                    </a:cubicBezTo>
                    <a:cubicBezTo>
                      <a:pt x="1" y="326"/>
                      <a:pt x="154" y="700"/>
                      <a:pt x="469" y="700"/>
                    </a:cubicBezTo>
                    <a:cubicBezTo>
                      <a:pt x="664" y="700"/>
                      <a:pt x="817" y="547"/>
                      <a:pt x="817" y="351"/>
                    </a:cubicBezTo>
                    <a:cubicBezTo>
                      <a:pt x="817" y="139"/>
                      <a:pt x="647" y="0"/>
                      <a:pt x="4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47"/>
              <p:cNvSpPr/>
              <p:nvPr/>
            </p:nvSpPr>
            <p:spPr>
              <a:xfrm>
                <a:off x="2036271" y="623829"/>
                <a:ext cx="737804" cy="767351"/>
              </a:xfrm>
              <a:custGeom>
                <a:rect b="b" l="l" r="r" t="t"/>
                <a:pathLst>
                  <a:path extrusionOk="0" h="16803" w="16156">
                    <a:moveTo>
                      <a:pt x="137" y="1"/>
                    </a:moveTo>
                    <a:lnTo>
                      <a:pt x="0" y="128"/>
                    </a:lnTo>
                    <a:lnTo>
                      <a:pt x="5173" y="5301"/>
                    </a:lnTo>
                    <a:lnTo>
                      <a:pt x="5198" y="5326"/>
                    </a:lnTo>
                    <a:lnTo>
                      <a:pt x="9035" y="5326"/>
                    </a:lnTo>
                    <a:lnTo>
                      <a:pt x="15968" y="12259"/>
                    </a:lnTo>
                    <a:lnTo>
                      <a:pt x="15968" y="16802"/>
                    </a:lnTo>
                    <a:lnTo>
                      <a:pt x="16155" y="16802"/>
                    </a:lnTo>
                    <a:lnTo>
                      <a:pt x="16155" y="12183"/>
                    </a:lnTo>
                    <a:lnTo>
                      <a:pt x="9137" y="5165"/>
                    </a:lnTo>
                    <a:lnTo>
                      <a:pt x="9111" y="5139"/>
                    </a:lnTo>
                    <a:lnTo>
                      <a:pt x="5275" y="5139"/>
                    </a:lnTo>
                    <a:lnTo>
                      <a:pt x="1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47"/>
              <p:cNvSpPr/>
              <p:nvPr/>
            </p:nvSpPr>
            <p:spPr>
              <a:xfrm>
                <a:off x="2506326" y="916786"/>
                <a:ext cx="196233" cy="195822"/>
              </a:xfrm>
              <a:custGeom>
                <a:rect b="b" l="l" r="r" t="t"/>
                <a:pathLst>
                  <a:path extrusionOk="0" h="4288" w="4297">
                    <a:moveTo>
                      <a:pt x="1" y="0"/>
                    </a:moveTo>
                    <a:lnTo>
                      <a:pt x="1" y="77"/>
                    </a:lnTo>
                    <a:lnTo>
                      <a:pt x="1898" y="77"/>
                    </a:lnTo>
                    <a:lnTo>
                      <a:pt x="4220" y="2399"/>
                    </a:lnTo>
                    <a:lnTo>
                      <a:pt x="4220" y="4288"/>
                    </a:lnTo>
                    <a:lnTo>
                      <a:pt x="4297" y="4288"/>
                    </a:lnTo>
                    <a:lnTo>
                      <a:pt x="4297" y="2374"/>
                    </a:lnTo>
                    <a:lnTo>
                      <a:pt x="19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126" name="Google Shape;1126;p47"/>
          <p:cNvGrpSpPr/>
          <p:nvPr/>
        </p:nvGrpSpPr>
        <p:grpSpPr>
          <a:xfrm>
            <a:off x="-1140837" y="-1836406"/>
            <a:ext cx="4639853" cy="3002612"/>
            <a:chOff x="-1140837" y="-1836406"/>
            <a:chExt cx="4639853" cy="3002612"/>
          </a:xfrm>
        </p:grpSpPr>
        <p:sp>
          <p:nvSpPr>
            <p:cNvPr id="1127" name="Google Shape;1127;p47"/>
            <p:cNvSpPr/>
            <p:nvPr/>
          </p:nvSpPr>
          <p:spPr>
            <a:xfrm>
              <a:off x="-1140837" y="-341056"/>
              <a:ext cx="2552998" cy="1507261"/>
            </a:xfrm>
            <a:custGeom>
              <a:rect b="b" l="l" r="r" t="t"/>
              <a:pathLst>
                <a:path extrusionOk="0" h="10160" w="17209">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28" name="Google Shape;1128;p47"/>
            <p:cNvGrpSpPr/>
            <p:nvPr/>
          </p:nvGrpSpPr>
          <p:grpSpPr>
            <a:xfrm rot="5400000">
              <a:off x="662742" y="-2296784"/>
              <a:ext cx="2375896" cy="3296652"/>
              <a:chOff x="2132995" y="960308"/>
              <a:chExt cx="496177" cy="688438"/>
            </a:xfrm>
          </p:grpSpPr>
          <p:sp>
            <p:nvSpPr>
              <p:cNvPr id="1129" name="Google Shape;1129;p47"/>
              <p:cNvSpPr/>
              <p:nvPr/>
            </p:nvSpPr>
            <p:spPr>
              <a:xfrm>
                <a:off x="2143863" y="977753"/>
                <a:ext cx="473252" cy="659302"/>
              </a:xfrm>
              <a:custGeom>
                <a:rect b="b" l="l" r="r" t="t"/>
                <a:pathLst>
                  <a:path extrusionOk="0" h="14437" w="10363">
                    <a:moveTo>
                      <a:pt x="1" y="1"/>
                    </a:moveTo>
                    <a:lnTo>
                      <a:pt x="1" y="2663"/>
                    </a:lnTo>
                    <a:lnTo>
                      <a:pt x="4926" y="2663"/>
                    </a:lnTo>
                    <a:lnTo>
                      <a:pt x="7972" y="5709"/>
                    </a:lnTo>
                    <a:lnTo>
                      <a:pt x="7972" y="12123"/>
                    </a:lnTo>
                    <a:lnTo>
                      <a:pt x="10286" y="14437"/>
                    </a:lnTo>
                    <a:lnTo>
                      <a:pt x="10362" y="14352"/>
                    </a:lnTo>
                    <a:lnTo>
                      <a:pt x="8083" y="12081"/>
                    </a:lnTo>
                    <a:lnTo>
                      <a:pt x="8083" y="5658"/>
                    </a:lnTo>
                    <a:lnTo>
                      <a:pt x="4995" y="2561"/>
                    </a:lnTo>
                    <a:lnTo>
                      <a:pt x="4978" y="2544"/>
                    </a:lnTo>
                    <a:lnTo>
                      <a:pt x="120" y="2544"/>
                    </a:lnTo>
                    <a:lnTo>
                      <a:pt x="12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47"/>
              <p:cNvSpPr/>
              <p:nvPr/>
            </p:nvSpPr>
            <p:spPr>
              <a:xfrm>
                <a:off x="2401063" y="1126948"/>
                <a:ext cx="81608" cy="81608"/>
              </a:xfrm>
              <a:custGeom>
                <a:rect b="b" l="l" r="r" t="t"/>
                <a:pathLst>
                  <a:path extrusionOk="0" h="1787" w="1787">
                    <a:moveTo>
                      <a:pt x="1" y="0"/>
                    </a:moveTo>
                    <a:lnTo>
                      <a:pt x="1" y="511"/>
                    </a:lnTo>
                    <a:lnTo>
                      <a:pt x="639" y="1149"/>
                    </a:lnTo>
                    <a:lnTo>
                      <a:pt x="1277" y="1787"/>
                    </a:lnTo>
                    <a:lnTo>
                      <a:pt x="1787" y="1787"/>
                    </a:lnTo>
                    <a:lnTo>
                      <a:pt x="894" y="894"/>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47"/>
              <p:cNvSpPr/>
              <p:nvPr/>
            </p:nvSpPr>
            <p:spPr>
              <a:xfrm>
                <a:off x="2132995" y="960308"/>
                <a:ext cx="23610" cy="20231"/>
              </a:xfrm>
              <a:custGeom>
                <a:rect b="b" l="l" r="r" t="t"/>
                <a:pathLst>
                  <a:path extrusionOk="0" h="443" w="517">
                    <a:moveTo>
                      <a:pt x="298" y="119"/>
                    </a:moveTo>
                    <a:cubicBezTo>
                      <a:pt x="409" y="145"/>
                      <a:pt x="409" y="298"/>
                      <a:pt x="298" y="332"/>
                    </a:cubicBezTo>
                    <a:cubicBezTo>
                      <a:pt x="196" y="298"/>
                      <a:pt x="196" y="145"/>
                      <a:pt x="298" y="119"/>
                    </a:cubicBezTo>
                    <a:close/>
                    <a:moveTo>
                      <a:pt x="295" y="0"/>
                    </a:moveTo>
                    <a:cubicBezTo>
                      <a:pt x="240" y="0"/>
                      <a:pt x="184" y="21"/>
                      <a:pt x="137" y="68"/>
                    </a:cubicBezTo>
                    <a:cubicBezTo>
                      <a:pt x="1" y="204"/>
                      <a:pt x="103" y="442"/>
                      <a:pt x="298" y="442"/>
                    </a:cubicBezTo>
                    <a:cubicBezTo>
                      <a:pt x="418" y="434"/>
                      <a:pt x="511" y="340"/>
                      <a:pt x="511" y="230"/>
                    </a:cubicBezTo>
                    <a:cubicBezTo>
                      <a:pt x="517" y="92"/>
                      <a:pt x="410" y="0"/>
                      <a:pt x="2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47"/>
              <p:cNvSpPr/>
              <p:nvPr/>
            </p:nvSpPr>
            <p:spPr>
              <a:xfrm>
                <a:off x="2605425" y="1628651"/>
                <a:ext cx="23747" cy="20094"/>
              </a:xfrm>
              <a:custGeom>
                <a:rect b="b" l="l" r="r" t="t"/>
                <a:pathLst>
                  <a:path extrusionOk="0" h="440" w="520">
                    <a:moveTo>
                      <a:pt x="298" y="116"/>
                    </a:moveTo>
                    <a:cubicBezTo>
                      <a:pt x="358" y="116"/>
                      <a:pt x="409" y="167"/>
                      <a:pt x="400" y="227"/>
                    </a:cubicBezTo>
                    <a:cubicBezTo>
                      <a:pt x="400" y="290"/>
                      <a:pt x="348" y="331"/>
                      <a:pt x="294" y="331"/>
                    </a:cubicBezTo>
                    <a:cubicBezTo>
                      <a:pt x="269" y="331"/>
                      <a:pt x="243" y="322"/>
                      <a:pt x="221" y="303"/>
                    </a:cubicBezTo>
                    <a:cubicBezTo>
                      <a:pt x="153" y="235"/>
                      <a:pt x="204" y="116"/>
                      <a:pt x="298" y="116"/>
                    </a:cubicBezTo>
                    <a:close/>
                    <a:moveTo>
                      <a:pt x="299" y="1"/>
                    </a:moveTo>
                    <a:cubicBezTo>
                      <a:pt x="244" y="1"/>
                      <a:pt x="189" y="21"/>
                      <a:pt x="145" y="65"/>
                    </a:cubicBezTo>
                    <a:cubicBezTo>
                      <a:pt x="0" y="201"/>
                      <a:pt x="102" y="439"/>
                      <a:pt x="298" y="439"/>
                    </a:cubicBezTo>
                    <a:cubicBezTo>
                      <a:pt x="417" y="439"/>
                      <a:pt x="519" y="337"/>
                      <a:pt x="519" y="218"/>
                    </a:cubicBezTo>
                    <a:cubicBezTo>
                      <a:pt x="519" y="86"/>
                      <a:pt x="411" y="1"/>
                      <a:pt x="29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47"/>
              <p:cNvSpPr/>
              <p:nvPr/>
            </p:nvSpPr>
            <p:spPr>
              <a:xfrm>
                <a:off x="2145827" y="1025155"/>
                <a:ext cx="122024" cy="71515"/>
              </a:xfrm>
              <a:custGeom>
                <a:rect b="b" l="l" r="r" t="t"/>
                <a:pathLst>
                  <a:path extrusionOk="0" h="1566" w="2672">
                    <a:moveTo>
                      <a:pt x="34" y="1"/>
                    </a:moveTo>
                    <a:lnTo>
                      <a:pt x="0" y="26"/>
                    </a:lnTo>
                    <a:lnTo>
                      <a:pt x="800" y="826"/>
                    </a:lnTo>
                    <a:lnTo>
                      <a:pt x="1898" y="826"/>
                    </a:lnTo>
                    <a:lnTo>
                      <a:pt x="2638" y="1566"/>
                    </a:lnTo>
                    <a:lnTo>
                      <a:pt x="2672" y="1532"/>
                    </a:lnTo>
                    <a:lnTo>
                      <a:pt x="1923" y="783"/>
                    </a:lnTo>
                    <a:lnTo>
                      <a:pt x="817" y="783"/>
                    </a:lnTo>
                    <a:lnTo>
                      <a:pt x="3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p48"/>
          <p:cNvSpPr txBox="1"/>
          <p:nvPr>
            <p:ph type="title"/>
          </p:nvPr>
        </p:nvSpPr>
        <p:spPr>
          <a:xfrm>
            <a:off x="945441" y="1323878"/>
            <a:ext cx="3442500" cy="1431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 PICTURE REINFORCES THE CONCEPT</a:t>
            </a:r>
            <a:endParaRPr/>
          </a:p>
        </p:txBody>
      </p:sp>
      <p:sp>
        <p:nvSpPr>
          <p:cNvPr id="1139" name="Google Shape;1139;p48"/>
          <p:cNvSpPr txBox="1"/>
          <p:nvPr>
            <p:ph idx="1" type="subTitle"/>
          </p:nvPr>
        </p:nvSpPr>
        <p:spPr>
          <a:xfrm>
            <a:off x="945450" y="2750728"/>
            <a:ext cx="3442500" cy="1076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Images reveal large amounts of data, so remember: use an image instead of a long text. Your audience will appreciate that</a:t>
            </a:r>
            <a:endParaRPr/>
          </a:p>
        </p:txBody>
      </p:sp>
      <p:sp>
        <p:nvSpPr>
          <p:cNvPr id="1140" name="Google Shape;1140;p48"/>
          <p:cNvSpPr/>
          <p:nvPr/>
        </p:nvSpPr>
        <p:spPr>
          <a:xfrm>
            <a:off x="4916119" y="915125"/>
            <a:ext cx="3271500" cy="3271500"/>
          </a:xfrm>
          <a:prstGeom prst="rect">
            <a:avLst/>
          </a:prstGeom>
          <a:noFill/>
          <a:ln cap="flat" cmpd="sng" w="19050">
            <a:solidFill>
              <a:schemeClr val="accen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41" name="Google Shape;1141;p48"/>
          <p:cNvPicPr preferRelativeResize="0"/>
          <p:nvPr/>
        </p:nvPicPr>
        <p:blipFill rotWithShape="1">
          <a:blip r:embed="rId3">
            <a:alphaModFix/>
          </a:blip>
          <a:srcRect b="0" l="16760" r="16760" t="0"/>
          <a:stretch/>
        </p:blipFill>
        <p:spPr>
          <a:xfrm>
            <a:off x="5043833" y="1043662"/>
            <a:ext cx="3016074" cy="3014426"/>
          </a:xfrm>
          <a:prstGeom prst="rect">
            <a:avLst/>
          </a:prstGeom>
          <a:noFill/>
          <a:ln>
            <a:noFill/>
          </a:ln>
        </p:spPr>
      </p:pic>
      <p:grpSp>
        <p:nvGrpSpPr>
          <p:cNvPr id="1142" name="Google Shape;1142;p48"/>
          <p:cNvGrpSpPr/>
          <p:nvPr/>
        </p:nvGrpSpPr>
        <p:grpSpPr>
          <a:xfrm>
            <a:off x="4905097" y="4262691"/>
            <a:ext cx="3293462" cy="92817"/>
            <a:chOff x="819025" y="3822075"/>
            <a:chExt cx="891450" cy="25125"/>
          </a:xfrm>
        </p:grpSpPr>
        <p:sp>
          <p:nvSpPr>
            <p:cNvPr id="1143" name="Google Shape;1143;p48"/>
            <p:cNvSpPr/>
            <p:nvPr/>
          </p:nvSpPr>
          <p:spPr>
            <a:xfrm>
              <a:off x="819025" y="3822375"/>
              <a:ext cx="891450" cy="24825"/>
            </a:xfrm>
            <a:custGeom>
              <a:rect b="b" l="l" r="r" t="t"/>
              <a:pathLst>
                <a:path extrusionOk="0" h="993" w="35658">
                  <a:moveTo>
                    <a:pt x="12093" y="0"/>
                  </a:moveTo>
                  <a:lnTo>
                    <a:pt x="11244" y="849"/>
                  </a:lnTo>
                  <a:lnTo>
                    <a:pt x="0" y="849"/>
                  </a:lnTo>
                  <a:lnTo>
                    <a:pt x="0" y="993"/>
                  </a:lnTo>
                  <a:lnTo>
                    <a:pt x="11304" y="993"/>
                  </a:lnTo>
                  <a:lnTo>
                    <a:pt x="12153" y="144"/>
                  </a:lnTo>
                  <a:lnTo>
                    <a:pt x="35658" y="144"/>
                  </a:lnTo>
                  <a:lnTo>
                    <a:pt x="3565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48"/>
            <p:cNvSpPr/>
            <p:nvPr/>
          </p:nvSpPr>
          <p:spPr>
            <a:xfrm>
              <a:off x="1235525" y="3823575"/>
              <a:ext cx="134825" cy="14025"/>
            </a:xfrm>
            <a:custGeom>
              <a:rect b="b" l="l" r="r" t="t"/>
              <a:pathLst>
                <a:path extrusionOk="0" h="561" w="5393">
                  <a:moveTo>
                    <a:pt x="5348" y="0"/>
                  </a:moveTo>
                  <a:lnTo>
                    <a:pt x="4852" y="497"/>
                  </a:lnTo>
                  <a:lnTo>
                    <a:pt x="509" y="497"/>
                  </a:lnTo>
                  <a:lnTo>
                    <a:pt x="44" y="32"/>
                  </a:lnTo>
                  <a:lnTo>
                    <a:pt x="0" y="80"/>
                  </a:lnTo>
                  <a:lnTo>
                    <a:pt x="481" y="561"/>
                  </a:lnTo>
                  <a:lnTo>
                    <a:pt x="4876" y="561"/>
                  </a:lnTo>
                  <a:lnTo>
                    <a:pt x="5392" y="48"/>
                  </a:lnTo>
                  <a:lnTo>
                    <a:pt x="534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48"/>
            <p:cNvSpPr/>
            <p:nvPr/>
          </p:nvSpPr>
          <p:spPr>
            <a:xfrm>
              <a:off x="1027875" y="3822075"/>
              <a:ext cx="23125" cy="13525"/>
            </a:xfrm>
            <a:custGeom>
              <a:rect b="b" l="l" r="r" t="t"/>
              <a:pathLst>
                <a:path extrusionOk="0" h="541" w="925">
                  <a:moveTo>
                    <a:pt x="609" y="0"/>
                  </a:moveTo>
                  <a:lnTo>
                    <a:pt x="0" y="541"/>
                  </a:lnTo>
                  <a:lnTo>
                    <a:pt x="321" y="541"/>
                  </a:lnTo>
                  <a:lnTo>
                    <a:pt x="92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48"/>
            <p:cNvSpPr/>
            <p:nvPr/>
          </p:nvSpPr>
          <p:spPr>
            <a:xfrm>
              <a:off x="1042475" y="3822075"/>
              <a:ext cx="23150" cy="13525"/>
            </a:xfrm>
            <a:custGeom>
              <a:rect b="b" l="l" r="r" t="t"/>
              <a:pathLst>
                <a:path extrusionOk="0" h="541" w="926">
                  <a:moveTo>
                    <a:pt x="609" y="0"/>
                  </a:moveTo>
                  <a:lnTo>
                    <a:pt x="1" y="541"/>
                  </a:lnTo>
                  <a:lnTo>
                    <a:pt x="321" y="541"/>
                  </a:lnTo>
                  <a:lnTo>
                    <a:pt x="92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48"/>
            <p:cNvSpPr/>
            <p:nvPr/>
          </p:nvSpPr>
          <p:spPr>
            <a:xfrm>
              <a:off x="1057100" y="3822075"/>
              <a:ext cx="23125" cy="13525"/>
            </a:xfrm>
            <a:custGeom>
              <a:rect b="b" l="l" r="r" t="t"/>
              <a:pathLst>
                <a:path extrusionOk="0" h="541" w="925">
                  <a:moveTo>
                    <a:pt x="609" y="0"/>
                  </a:moveTo>
                  <a:lnTo>
                    <a:pt x="0" y="541"/>
                  </a:lnTo>
                  <a:lnTo>
                    <a:pt x="316" y="541"/>
                  </a:lnTo>
                  <a:lnTo>
                    <a:pt x="92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48"/>
            <p:cNvSpPr/>
            <p:nvPr/>
          </p:nvSpPr>
          <p:spPr>
            <a:xfrm>
              <a:off x="1071700" y="3822075"/>
              <a:ext cx="23150" cy="13525"/>
            </a:xfrm>
            <a:custGeom>
              <a:rect b="b" l="l" r="r" t="t"/>
              <a:pathLst>
                <a:path extrusionOk="0" h="541" w="926">
                  <a:moveTo>
                    <a:pt x="605" y="0"/>
                  </a:moveTo>
                  <a:lnTo>
                    <a:pt x="1" y="541"/>
                  </a:lnTo>
                  <a:lnTo>
                    <a:pt x="317" y="541"/>
                  </a:lnTo>
                  <a:lnTo>
                    <a:pt x="92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48"/>
            <p:cNvSpPr/>
            <p:nvPr/>
          </p:nvSpPr>
          <p:spPr>
            <a:xfrm>
              <a:off x="1086300" y="3822075"/>
              <a:ext cx="23150" cy="13525"/>
            </a:xfrm>
            <a:custGeom>
              <a:rect b="b" l="l" r="r" t="t"/>
              <a:pathLst>
                <a:path extrusionOk="0" h="541" w="926">
                  <a:moveTo>
                    <a:pt x="605" y="0"/>
                  </a:moveTo>
                  <a:lnTo>
                    <a:pt x="1" y="541"/>
                  </a:lnTo>
                  <a:lnTo>
                    <a:pt x="317" y="541"/>
                  </a:lnTo>
                  <a:lnTo>
                    <a:pt x="92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sp>
        <p:nvSpPr>
          <p:cNvPr id="1154" name="Google Shape;1154;p49"/>
          <p:cNvSpPr/>
          <p:nvPr/>
        </p:nvSpPr>
        <p:spPr>
          <a:xfrm>
            <a:off x="4826961" y="3314757"/>
            <a:ext cx="807300" cy="8073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49"/>
          <p:cNvSpPr/>
          <p:nvPr/>
        </p:nvSpPr>
        <p:spPr>
          <a:xfrm>
            <a:off x="4826961" y="1736241"/>
            <a:ext cx="807300" cy="8073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49"/>
          <p:cNvSpPr/>
          <p:nvPr/>
        </p:nvSpPr>
        <p:spPr>
          <a:xfrm>
            <a:off x="820811" y="1736241"/>
            <a:ext cx="807300" cy="8073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49"/>
          <p:cNvSpPr/>
          <p:nvPr/>
        </p:nvSpPr>
        <p:spPr>
          <a:xfrm>
            <a:off x="820811" y="3314757"/>
            <a:ext cx="807300" cy="8073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49"/>
          <p:cNvSpPr txBox="1"/>
          <p:nvPr>
            <p:ph type="title"/>
          </p:nvPr>
        </p:nvSpPr>
        <p:spPr>
          <a:xfrm>
            <a:off x="720000" y="387600"/>
            <a:ext cx="77016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NEXT RESEARCH STEPS</a:t>
            </a:r>
            <a:endParaRPr/>
          </a:p>
        </p:txBody>
      </p:sp>
      <p:sp>
        <p:nvSpPr>
          <p:cNvPr id="1159" name="Google Shape;1159;p49"/>
          <p:cNvSpPr txBox="1"/>
          <p:nvPr>
            <p:ph idx="5" type="subTitle"/>
          </p:nvPr>
        </p:nvSpPr>
        <p:spPr>
          <a:xfrm>
            <a:off x="5741400" y="1726841"/>
            <a:ext cx="2579400" cy="37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MERCURY</a:t>
            </a:r>
            <a:endParaRPr/>
          </a:p>
        </p:txBody>
      </p:sp>
      <p:sp>
        <p:nvSpPr>
          <p:cNvPr id="1160" name="Google Shape;1160;p49"/>
          <p:cNvSpPr txBox="1"/>
          <p:nvPr>
            <p:ph idx="6" type="subTitle"/>
          </p:nvPr>
        </p:nvSpPr>
        <p:spPr>
          <a:xfrm>
            <a:off x="5741400" y="2107319"/>
            <a:ext cx="2579400" cy="50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Mercury is the closest planet to the Sun </a:t>
            </a:r>
            <a:endParaRPr/>
          </a:p>
        </p:txBody>
      </p:sp>
      <p:sp>
        <p:nvSpPr>
          <p:cNvPr id="1161" name="Google Shape;1161;p49"/>
          <p:cNvSpPr txBox="1"/>
          <p:nvPr>
            <p:ph idx="7" type="subTitle"/>
          </p:nvPr>
        </p:nvSpPr>
        <p:spPr>
          <a:xfrm>
            <a:off x="5741400" y="3305362"/>
            <a:ext cx="2579400" cy="37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JUPITER</a:t>
            </a:r>
            <a:endParaRPr/>
          </a:p>
        </p:txBody>
      </p:sp>
      <p:sp>
        <p:nvSpPr>
          <p:cNvPr id="1162" name="Google Shape;1162;p49"/>
          <p:cNvSpPr txBox="1"/>
          <p:nvPr>
            <p:ph idx="8" type="subTitle"/>
          </p:nvPr>
        </p:nvSpPr>
        <p:spPr>
          <a:xfrm>
            <a:off x="5741400" y="3685840"/>
            <a:ext cx="2579400" cy="50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Jupiter is the biggest planet in the Solar System</a:t>
            </a:r>
            <a:endParaRPr/>
          </a:p>
        </p:txBody>
      </p:sp>
      <p:sp>
        <p:nvSpPr>
          <p:cNvPr id="1163" name="Google Shape;1163;p49"/>
          <p:cNvSpPr txBox="1"/>
          <p:nvPr>
            <p:ph idx="1" type="subTitle"/>
          </p:nvPr>
        </p:nvSpPr>
        <p:spPr>
          <a:xfrm>
            <a:off x="1735250" y="1726841"/>
            <a:ext cx="2579400" cy="37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VENUS</a:t>
            </a:r>
            <a:endParaRPr/>
          </a:p>
        </p:txBody>
      </p:sp>
      <p:sp>
        <p:nvSpPr>
          <p:cNvPr id="1164" name="Google Shape;1164;p49"/>
          <p:cNvSpPr txBox="1"/>
          <p:nvPr>
            <p:ph idx="2" type="subTitle"/>
          </p:nvPr>
        </p:nvSpPr>
        <p:spPr>
          <a:xfrm>
            <a:off x="1735250" y="2107319"/>
            <a:ext cx="2579400" cy="50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Venus is the second planet from the Sun</a:t>
            </a:r>
            <a:endParaRPr/>
          </a:p>
        </p:txBody>
      </p:sp>
      <p:sp>
        <p:nvSpPr>
          <p:cNvPr id="1165" name="Google Shape;1165;p49"/>
          <p:cNvSpPr txBox="1"/>
          <p:nvPr>
            <p:ph idx="3" type="subTitle"/>
          </p:nvPr>
        </p:nvSpPr>
        <p:spPr>
          <a:xfrm>
            <a:off x="1735250" y="3305362"/>
            <a:ext cx="2579400" cy="37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MARS</a:t>
            </a:r>
            <a:endParaRPr/>
          </a:p>
        </p:txBody>
      </p:sp>
      <p:sp>
        <p:nvSpPr>
          <p:cNvPr id="1166" name="Google Shape;1166;p49"/>
          <p:cNvSpPr txBox="1"/>
          <p:nvPr>
            <p:ph idx="4" type="subTitle"/>
          </p:nvPr>
        </p:nvSpPr>
        <p:spPr>
          <a:xfrm>
            <a:off x="1735250" y="3685840"/>
            <a:ext cx="2579400" cy="50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Despite being red, Mars is actually a cold place</a:t>
            </a:r>
            <a:endParaRPr/>
          </a:p>
        </p:txBody>
      </p:sp>
      <p:sp>
        <p:nvSpPr>
          <p:cNvPr id="1167" name="Google Shape;1167;p49"/>
          <p:cNvSpPr/>
          <p:nvPr/>
        </p:nvSpPr>
        <p:spPr>
          <a:xfrm>
            <a:off x="1060463" y="3534302"/>
            <a:ext cx="327995" cy="368211"/>
          </a:xfrm>
          <a:custGeom>
            <a:rect b="b" l="l" r="r" t="t"/>
            <a:pathLst>
              <a:path extrusionOk="0" h="19273" w="17168">
                <a:moveTo>
                  <a:pt x="15361" y="1130"/>
                </a:moveTo>
                <a:cubicBezTo>
                  <a:pt x="15671" y="1130"/>
                  <a:pt x="15924" y="1382"/>
                  <a:pt x="15924" y="1696"/>
                </a:cubicBezTo>
                <a:cubicBezTo>
                  <a:pt x="15924" y="2006"/>
                  <a:pt x="15671" y="2259"/>
                  <a:pt x="15361" y="2259"/>
                </a:cubicBezTo>
                <a:lnTo>
                  <a:pt x="1810" y="2259"/>
                </a:lnTo>
                <a:cubicBezTo>
                  <a:pt x="1497" y="2259"/>
                  <a:pt x="1244" y="2006"/>
                  <a:pt x="1244" y="1696"/>
                </a:cubicBezTo>
                <a:cubicBezTo>
                  <a:pt x="1244" y="1382"/>
                  <a:pt x="1497" y="1130"/>
                  <a:pt x="1810" y="1130"/>
                </a:cubicBezTo>
                <a:close/>
                <a:moveTo>
                  <a:pt x="15361" y="11332"/>
                </a:moveTo>
                <a:cubicBezTo>
                  <a:pt x="15671" y="11332"/>
                  <a:pt x="15924" y="11582"/>
                  <a:pt x="15924" y="11895"/>
                </a:cubicBezTo>
                <a:cubicBezTo>
                  <a:pt x="15924" y="12208"/>
                  <a:pt x="15671" y="12461"/>
                  <a:pt x="15361" y="12461"/>
                </a:cubicBezTo>
                <a:lnTo>
                  <a:pt x="1810" y="12461"/>
                </a:lnTo>
                <a:cubicBezTo>
                  <a:pt x="1497" y="12461"/>
                  <a:pt x="1244" y="12208"/>
                  <a:pt x="1244" y="11895"/>
                </a:cubicBezTo>
                <a:cubicBezTo>
                  <a:pt x="1244" y="11582"/>
                  <a:pt x="1497" y="11332"/>
                  <a:pt x="1810" y="11332"/>
                </a:cubicBezTo>
                <a:close/>
                <a:moveTo>
                  <a:pt x="1804" y="0"/>
                </a:moveTo>
                <a:cubicBezTo>
                  <a:pt x="982" y="0"/>
                  <a:pt x="277" y="593"/>
                  <a:pt x="139" y="1404"/>
                </a:cubicBezTo>
                <a:cubicBezTo>
                  <a:pt x="1" y="2217"/>
                  <a:pt x="467" y="3012"/>
                  <a:pt x="1244" y="3286"/>
                </a:cubicBezTo>
                <a:lnTo>
                  <a:pt x="1244" y="10305"/>
                </a:lnTo>
                <a:cubicBezTo>
                  <a:pt x="570" y="10543"/>
                  <a:pt x="118" y="11178"/>
                  <a:pt x="115" y="11895"/>
                </a:cubicBezTo>
                <a:cubicBezTo>
                  <a:pt x="115" y="12831"/>
                  <a:pt x="874" y="13587"/>
                  <a:pt x="1810" y="13590"/>
                </a:cubicBezTo>
                <a:lnTo>
                  <a:pt x="6752" y="13590"/>
                </a:lnTo>
                <a:lnTo>
                  <a:pt x="2518" y="18333"/>
                </a:lnTo>
                <a:cubicBezTo>
                  <a:pt x="2316" y="18565"/>
                  <a:pt x="2337" y="18914"/>
                  <a:pt x="2566" y="19122"/>
                </a:cubicBezTo>
                <a:cubicBezTo>
                  <a:pt x="2674" y="19218"/>
                  <a:pt x="2809" y="19266"/>
                  <a:pt x="2943" y="19266"/>
                </a:cubicBezTo>
                <a:cubicBezTo>
                  <a:pt x="3095" y="19266"/>
                  <a:pt x="3247" y="19205"/>
                  <a:pt x="3358" y="19086"/>
                </a:cubicBezTo>
                <a:lnTo>
                  <a:pt x="8020" y="13867"/>
                </a:lnTo>
                <a:lnTo>
                  <a:pt x="8020" y="18709"/>
                </a:lnTo>
                <a:cubicBezTo>
                  <a:pt x="8020" y="19019"/>
                  <a:pt x="8273" y="19272"/>
                  <a:pt x="8586" y="19272"/>
                </a:cubicBezTo>
                <a:cubicBezTo>
                  <a:pt x="8896" y="19272"/>
                  <a:pt x="9149" y="19019"/>
                  <a:pt x="9149" y="18709"/>
                </a:cubicBezTo>
                <a:lnTo>
                  <a:pt x="9149" y="13867"/>
                </a:lnTo>
                <a:lnTo>
                  <a:pt x="13810" y="19086"/>
                </a:lnTo>
                <a:cubicBezTo>
                  <a:pt x="13922" y="19203"/>
                  <a:pt x="14072" y="19263"/>
                  <a:pt x="14224" y="19263"/>
                </a:cubicBezTo>
                <a:cubicBezTo>
                  <a:pt x="14359" y="19263"/>
                  <a:pt x="14494" y="19215"/>
                  <a:pt x="14602" y="19119"/>
                </a:cubicBezTo>
                <a:cubicBezTo>
                  <a:pt x="14831" y="18914"/>
                  <a:pt x="14852" y="18562"/>
                  <a:pt x="14650" y="18330"/>
                </a:cubicBezTo>
                <a:lnTo>
                  <a:pt x="10417" y="13590"/>
                </a:lnTo>
                <a:lnTo>
                  <a:pt x="15361" y="13590"/>
                </a:lnTo>
                <a:cubicBezTo>
                  <a:pt x="16183" y="13590"/>
                  <a:pt x="16891" y="12997"/>
                  <a:pt x="17029" y="12184"/>
                </a:cubicBezTo>
                <a:cubicBezTo>
                  <a:pt x="17168" y="11374"/>
                  <a:pt x="16701" y="10579"/>
                  <a:pt x="15924" y="10305"/>
                </a:cubicBezTo>
                <a:lnTo>
                  <a:pt x="15924" y="3286"/>
                </a:lnTo>
                <a:cubicBezTo>
                  <a:pt x="16701" y="3012"/>
                  <a:pt x="17168" y="2217"/>
                  <a:pt x="17029" y="1404"/>
                </a:cubicBezTo>
                <a:cubicBezTo>
                  <a:pt x="16891" y="593"/>
                  <a:pt x="16187" y="0"/>
                  <a:pt x="15367" y="0"/>
                </a:cubicBezTo>
                <a:cubicBezTo>
                  <a:pt x="15365" y="0"/>
                  <a:pt x="15363" y="0"/>
                  <a:pt x="15361" y="0"/>
                </a:cubicBezTo>
                <a:lnTo>
                  <a:pt x="1810" y="0"/>
                </a:lnTo>
                <a:cubicBezTo>
                  <a:pt x="1808" y="0"/>
                  <a:pt x="1806" y="0"/>
                  <a:pt x="180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1168" name="Google Shape;1168;p49"/>
          <p:cNvGrpSpPr/>
          <p:nvPr/>
        </p:nvGrpSpPr>
        <p:grpSpPr>
          <a:xfrm>
            <a:off x="1062641" y="1955786"/>
            <a:ext cx="323639" cy="368211"/>
            <a:chOff x="6264525" y="842250"/>
            <a:chExt cx="423500" cy="481825"/>
          </a:xfrm>
        </p:grpSpPr>
        <p:sp>
          <p:nvSpPr>
            <p:cNvPr id="1169" name="Google Shape;1169;p49"/>
            <p:cNvSpPr/>
            <p:nvPr/>
          </p:nvSpPr>
          <p:spPr>
            <a:xfrm>
              <a:off x="6264525" y="1033450"/>
              <a:ext cx="135300" cy="266450"/>
            </a:xfrm>
            <a:custGeom>
              <a:rect b="b" l="l" r="r" t="t"/>
              <a:pathLst>
                <a:path extrusionOk="0" h="10658" w="5412">
                  <a:moveTo>
                    <a:pt x="1" y="1"/>
                  </a:moveTo>
                  <a:lnTo>
                    <a:pt x="1" y="9932"/>
                  </a:lnTo>
                  <a:cubicBezTo>
                    <a:pt x="1" y="10182"/>
                    <a:pt x="61" y="10429"/>
                    <a:pt x="169" y="10658"/>
                  </a:cubicBezTo>
                  <a:lnTo>
                    <a:pt x="5412" y="5415"/>
                  </a:lnTo>
                  <a:lnTo>
                    <a:pt x="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70" name="Google Shape;1170;p49"/>
            <p:cNvSpPr/>
            <p:nvPr/>
          </p:nvSpPr>
          <p:spPr>
            <a:xfrm>
              <a:off x="6552700" y="1033450"/>
              <a:ext cx="135325" cy="266450"/>
            </a:xfrm>
            <a:custGeom>
              <a:rect b="b" l="l" r="r" t="t"/>
              <a:pathLst>
                <a:path extrusionOk="0" h="10658" w="5413">
                  <a:moveTo>
                    <a:pt x="5412" y="1"/>
                  </a:moveTo>
                  <a:lnTo>
                    <a:pt x="1" y="5415"/>
                  </a:lnTo>
                  <a:lnTo>
                    <a:pt x="5243" y="10658"/>
                  </a:lnTo>
                  <a:cubicBezTo>
                    <a:pt x="5352" y="10429"/>
                    <a:pt x="5412" y="10182"/>
                    <a:pt x="5412" y="9932"/>
                  </a:cubicBezTo>
                  <a:lnTo>
                    <a:pt x="541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71" name="Google Shape;1171;p49"/>
            <p:cNvSpPr/>
            <p:nvPr/>
          </p:nvSpPr>
          <p:spPr>
            <a:xfrm>
              <a:off x="6462150" y="985275"/>
              <a:ext cx="28025" cy="28250"/>
            </a:xfrm>
            <a:custGeom>
              <a:rect b="b" l="l" r="r" t="t"/>
              <a:pathLst>
                <a:path extrusionOk="0" h="1130" w="1121">
                  <a:moveTo>
                    <a:pt x="566" y="1"/>
                  </a:moveTo>
                  <a:cubicBezTo>
                    <a:pt x="253" y="1"/>
                    <a:pt x="0" y="254"/>
                    <a:pt x="0" y="567"/>
                  </a:cubicBezTo>
                  <a:cubicBezTo>
                    <a:pt x="0" y="877"/>
                    <a:pt x="253" y="1130"/>
                    <a:pt x="566" y="1130"/>
                  </a:cubicBezTo>
                  <a:cubicBezTo>
                    <a:pt x="955" y="1130"/>
                    <a:pt x="1060" y="862"/>
                    <a:pt x="1120" y="528"/>
                  </a:cubicBezTo>
                  <a:cubicBezTo>
                    <a:pt x="1102" y="233"/>
                    <a:pt x="862" y="4"/>
                    <a:pt x="5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72" name="Google Shape;1172;p49"/>
            <p:cNvSpPr/>
            <p:nvPr/>
          </p:nvSpPr>
          <p:spPr>
            <a:xfrm>
              <a:off x="6288775" y="1182900"/>
              <a:ext cx="375075" cy="141175"/>
            </a:xfrm>
            <a:custGeom>
              <a:rect b="b" l="l" r="r" t="t"/>
              <a:pathLst>
                <a:path extrusionOk="0" h="5647" w="15003">
                  <a:moveTo>
                    <a:pt x="5475" y="0"/>
                  </a:moveTo>
                  <a:lnTo>
                    <a:pt x="0" y="5478"/>
                  </a:lnTo>
                  <a:cubicBezTo>
                    <a:pt x="226" y="5586"/>
                    <a:pt x="473" y="5646"/>
                    <a:pt x="726" y="5646"/>
                  </a:cubicBezTo>
                  <a:lnTo>
                    <a:pt x="14277" y="5646"/>
                  </a:lnTo>
                  <a:cubicBezTo>
                    <a:pt x="14527" y="5646"/>
                    <a:pt x="14774" y="5586"/>
                    <a:pt x="15002" y="5478"/>
                  </a:cubicBezTo>
                  <a:lnTo>
                    <a:pt x="952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73" name="Google Shape;1173;p49"/>
            <p:cNvSpPr/>
            <p:nvPr/>
          </p:nvSpPr>
          <p:spPr>
            <a:xfrm>
              <a:off x="6278675" y="965325"/>
              <a:ext cx="42350" cy="84725"/>
            </a:xfrm>
            <a:custGeom>
              <a:rect b="b" l="l" r="r" t="t"/>
              <a:pathLst>
                <a:path extrusionOk="0" h="3389" w="1694">
                  <a:moveTo>
                    <a:pt x="1693" y="1"/>
                  </a:moveTo>
                  <a:lnTo>
                    <a:pt x="1" y="1693"/>
                  </a:lnTo>
                  <a:lnTo>
                    <a:pt x="1693" y="3388"/>
                  </a:lnTo>
                  <a:lnTo>
                    <a:pt x="169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74" name="Google Shape;1174;p49"/>
            <p:cNvSpPr/>
            <p:nvPr/>
          </p:nvSpPr>
          <p:spPr>
            <a:xfrm>
              <a:off x="6631525" y="965325"/>
              <a:ext cx="42400" cy="84725"/>
            </a:xfrm>
            <a:custGeom>
              <a:rect b="b" l="l" r="r" t="t"/>
              <a:pathLst>
                <a:path extrusionOk="0" h="3389" w="1696">
                  <a:moveTo>
                    <a:pt x="1" y="1"/>
                  </a:moveTo>
                  <a:lnTo>
                    <a:pt x="1" y="3388"/>
                  </a:lnTo>
                  <a:lnTo>
                    <a:pt x="1696" y="1693"/>
                  </a:lnTo>
                  <a:lnTo>
                    <a:pt x="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75" name="Google Shape;1175;p49"/>
            <p:cNvSpPr/>
            <p:nvPr/>
          </p:nvSpPr>
          <p:spPr>
            <a:xfrm>
              <a:off x="6349225" y="842250"/>
              <a:ext cx="254100" cy="312425"/>
            </a:xfrm>
            <a:custGeom>
              <a:rect b="b" l="l" r="r" t="t"/>
              <a:pathLst>
                <a:path extrusionOk="0" h="12497" w="10164">
                  <a:moveTo>
                    <a:pt x="5081" y="2333"/>
                  </a:moveTo>
                  <a:cubicBezTo>
                    <a:pt x="5779" y="2333"/>
                    <a:pt x="6477" y="2518"/>
                    <a:pt x="7098" y="2885"/>
                  </a:cubicBezTo>
                  <a:cubicBezTo>
                    <a:pt x="8299" y="3596"/>
                    <a:pt x="9034" y="4891"/>
                    <a:pt x="9034" y="6288"/>
                  </a:cubicBezTo>
                  <a:cubicBezTo>
                    <a:pt x="9034" y="7293"/>
                    <a:pt x="8207" y="7981"/>
                    <a:pt x="7335" y="7981"/>
                  </a:cubicBezTo>
                  <a:cubicBezTo>
                    <a:pt x="6947" y="7981"/>
                    <a:pt x="6550" y="7845"/>
                    <a:pt x="6213" y="7540"/>
                  </a:cubicBezTo>
                  <a:cubicBezTo>
                    <a:pt x="5894" y="7824"/>
                    <a:pt x="5492" y="7968"/>
                    <a:pt x="5089" y="7968"/>
                  </a:cubicBezTo>
                  <a:cubicBezTo>
                    <a:pt x="4739" y="7968"/>
                    <a:pt x="4388" y="7860"/>
                    <a:pt x="4090" y="7640"/>
                  </a:cubicBezTo>
                  <a:cubicBezTo>
                    <a:pt x="3448" y="7170"/>
                    <a:pt x="3222" y="6315"/>
                    <a:pt x="3551" y="5589"/>
                  </a:cubicBezTo>
                  <a:cubicBezTo>
                    <a:pt x="3826" y="4973"/>
                    <a:pt x="4435" y="4593"/>
                    <a:pt x="5087" y="4593"/>
                  </a:cubicBezTo>
                  <a:cubicBezTo>
                    <a:pt x="5205" y="4593"/>
                    <a:pt x="5325" y="4606"/>
                    <a:pt x="5445" y="4632"/>
                  </a:cubicBezTo>
                  <a:cubicBezTo>
                    <a:pt x="6225" y="4800"/>
                    <a:pt x="6779" y="5490"/>
                    <a:pt x="6776" y="6288"/>
                  </a:cubicBezTo>
                  <a:cubicBezTo>
                    <a:pt x="6776" y="6660"/>
                    <a:pt x="7058" y="6846"/>
                    <a:pt x="7340" y="6846"/>
                  </a:cubicBezTo>
                  <a:cubicBezTo>
                    <a:pt x="7623" y="6846"/>
                    <a:pt x="7905" y="6660"/>
                    <a:pt x="7905" y="6288"/>
                  </a:cubicBezTo>
                  <a:cubicBezTo>
                    <a:pt x="7905" y="5288"/>
                    <a:pt x="7378" y="4367"/>
                    <a:pt x="6520" y="3858"/>
                  </a:cubicBezTo>
                  <a:cubicBezTo>
                    <a:pt x="6076" y="3595"/>
                    <a:pt x="5578" y="3463"/>
                    <a:pt x="5080" y="3463"/>
                  </a:cubicBezTo>
                  <a:cubicBezTo>
                    <a:pt x="4614" y="3463"/>
                    <a:pt x="4147" y="3578"/>
                    <a:pt x="3725" y="3810"/>
                  </a:cubicBezTo>
                  <a:cubicBezTo>
                    <a:pt x="2849" y="4288"/>
                    <a:pt x="2295" y="5195"/>
                    <a:pt x="2262" y="6191"/>
                  </a:cubicBezTo>
                  <a:cubicBezTo>
                    <a:pt x="2226" y="7188"/>
                    <a:pt x="2723" y="8128"/>
                    <a:pt x="3563" y="8667"/>
                  </a:cubicBezTo>
                  <a:cubicBezTo>
                    <a:pt x="4023" y="8960"/>
                    <a:pt x="4541" y="9107"/>
                    <a:pt x="5077" y="9107"/>
                  </a:cubicBezTo>
                  <a:cubicBezTo>
                    <a:pt x="5519" y="9107"/>
                    <a:pt x="5973" y="9007"/>
                    <a:pt x="6414" y="8805"/>
                  </a:cubicBezTo>
                  <a:cubicBezTo>
                    <a:pt x="6502" y="8765"/>
                    <a:pt x="6585" y="8746"/>
                    <a:pt x="6664" y="8746"/>
                  </a:cubicBezTo>
                  <a:cubicBezTo>
                    <a:pt x="7191" y="8746"/>
                    <a:pt x="7476" y="9559"/>
                    <a:pt x="6884" y="9832"/>
                  </a:cubicBezTo>
                  <a:cubicBezTo>
                    <a:pt x="6300" y="10100"/>
                    <a:pt x="5685" y="10239"/>
                    <a:pt x="5077" y="10239"/>
                  </a:cubicBezTo>
                  <a:cubicBezTo>
                    <a:pt x="4340" y="10239"/>
                    <a:pt x="3611" y="10036"/>
                    <a:pt x="2954" y="9615"/>
                  </a:cubicBezTo>
                  <a:cubicBezTo>
                    <a:pt x="1777" y="8865"/>
                    <a:pt x="1084" y="7546"/>
                    <a:pt x="1133" y="6152"/>
                  </a:cubicBezTo>
                  <a:cubicBezTo>
                    <a:pt x="1178" y="4755"/>
                    <a:pt x="1958" y="3490"/>
                    <a:pt x="3183" y="2819"/>
                  </a:cubicBezTo>
                  <a:cubicBezTo>
                    <a:pt x="3775" y="2494"/>
                    <a:pt x="4429" y="2333"/>
                    <a:pt x="5081" y="2333"/>
                  </a:cubicBezTo>
                  <a:close/>
                  <a:moveTo>
                    <a:pt x="618" y="0"/>
                  </a:moveTo>
                  <a:cubicBezTo>
                    <a:pt x="277" y="0"/>
                    <a:pt x="0" y="277"/>
                    <a:pt x="0" y="618"/>
                  </a:cubicBezTo>
                  <a:lnTo>
                    <a:pt x="0" y="9441"/>
                  </a:lnTo>
                  <a:lnTo>
                    <a:pt x="3057" y="12497"/>
                  </a:lnTo>
                  <a:lnTo>
                    <a:pt x="7107" y="12497"/>
                  </a:lnTo>
                  <a:lnTo>
                    <a:pt x="10163" y="9441"/>
                  </a:lnTo>
                  <a:lnTo>
                    <a:pt x="10163" y="723"/>
                  </a:lnTo>
                  <a:cubicBezTo>
                    <a:pt x="10163" y="326"/>
                    <a:pt x="9838" y="0"/>
                    <a:pt x="944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176" name="Google Shape;1176;p49"/>
          <p:cNvGrpSpPr/>
          <p:nvPr/>
        </p:nvGrpSpPr>
        <p:grpSpPr>
          <a:xfrm>
            <a:off x="5049963" y="1959244"/>
            <a:ext cx="361295" cy="361295"/>
            <a:chOff x="6239925" y="2032450"/>
            <a:chExt cx="472775" cy="472775"/>
          </a:xfrm>
        </p:grpSpPr>
        <p:sp>
          <p:nvSpPr>
            <p:cNvPr id="1177" name="Google Shape;1177;p49"/>
            <p:cNvSpPr/>
            <p:nvPr/>
          </p:nvSpPr>
          <p:spPr>
            <a:xfrm>
              <a:off x="6239925" y="2032450"/>
              <a:ext cx="472775" cy="472775"/>
            </a:xfrm>
            <a:custGeom>
              <a:rect b="b" l="l" r="r" t="t"/>
              <a:pathLst>
                <a:path extrusionOk="0" h="18911" w="18911">
                  <a:moveTo>
                    <a:pt x="9455" y="2466"/>
                  </a:moveTo>
                  <a:cubicBezTo>
                    <a:pt x="13307" y="2466"/>
                    <a:pt x="16442" y="5601"/>
                    <a:pt x="16442" y="9456"/>
                  </a:cubicBezTo>
                  <a:cubicBezTo>
                    <a:pt x="16442" y="13310"/>
                    <a:pt x="13307" y="16445"/>
                    <a:pt x="9455" y="16445"/>
                  </a:cubicBezTo>
                  <a:cubicBezTo>
                    <a:pt x="5601" y="16445"/>
                    <a:pt x="2466" y="13310"/>
                    <a:pt x="2466" y="9456"/>
                  </a:cubicBezTo>
                  <a:cubicBezTo>
                    <a:pt x="2466" y="5601"/>
                    <a:pt x="5601" y="2466"/>
                    <a:pt x="9455" y="2466"/>
                  </a:cubicBezTo>
                  <a:close/>
                  <a:moveTo>
                    <a:pt x="9455" y="0"/>
                  </a:moveTo>
                  <a:cubicBezTo>
                    <a:pt x="4228" y="0"/>
                    <a:pt x="0" y="4228"/>
                    <a:pt x="0" y="9456"/>
                  </a:cubicBezTo>
                  <a:cubicBezTo>
                    <a:pt x="0" y="14683"/>
                    <a:pt x="4228" y="18911"/>
                    <a:pt x="9455" y="18911"/>
                  </a:cubicBezTo>
                  <a:cubicBezTo>
                    <a:pt x="14680" y="18911"/>
                    <a:pt x="18911" y="14683"/>
                    <a:pt x="18911" y="9456"/>
                  </a:cubicBezTo>
                  <a:cubicBezTo>
                    <a:pt x="18911" y="4231"/>
                    <a:pt x="14680" y="0"/>
                    <a:pt x="94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78" name="Google Shape;1178;p49"/>
            <p:cNvSpPr/>
            <p:nvPr/>
          </p:nvSpPr>
          <p:spPr>
            <a:xfrm>
              <a:off x="6329800" y="2122325"/>
              <a:ext cx="292950" cy="293025"/>
            </a:xfrm>
            <a:custGeom>
              <a:rect b="b" l="l" r="r" t="t"/>
              <a:pathLst>
                <a:path extrusionOk="0" h="11721" w="11718">
                  <a:moveTo>
                    <a:pt x="5860" y="1043"/>
                  </a:moveTo>
                  <a:cubicBezTo>
                    <a:pt x="6171" y="1043"/>
                    <a:pt x="6424" y="1295"/>
                    <a:pt x="6424" y="1609"/>
                  </a:cubicBezTo>
                  <a:lnTo>
                    <a:pt x="6424" y="2542"/>
                  </a:lnTo>
                  <a:cubicBezTo>
                    <a:pt x="7264" y="2792"/>
                    <a:pt x="7839" y="3566"/>
                    <a:pt x="7842" y="4442"/>
                  </a:cubicBezTo>
                  <a:cubicBezTo>
                    <a:pt x="7842" y="4755"/>
                    <a:pt x="7589" y="5008"/>
                    <a:pt x="7276" y="5008"/>
                  </a:cubicBezTo>
                  <a:cubicBezTo>
                    <a:pt x="6966" y="5008"/>
                    <a:pt x="6713" y="4755"/>
                    <a:pt x="6713" y="4442"/>
                  </a:cubicBezTo>
                  <a:cubicBezTo>
                    <a:pt x="6713" y="3929"/>
                    <a:pt x="6292" y="3588"/>
                    <a:pt x="5853" y="3588"/>
                  </a:cubicBezTo>
                  <a:cubicBezTo>
                    <a:pt x="5644" y="3588"/>
                    <a:pt x="5429" y="3666"/>
                    <a:pt x="5255" y="3840"/>
                  </a:cubicBezTo>
                  <a:cubicBezTo>
                    <a:pt x="4719" y="4376"/>
                    <a:pt x="5099" y="5297"/>
                    <a:pt x="5860" y="5297"/>
                  </a:cubicBezTo>
                  <a:cubicBezTo>
                    <a:pt x="5862" y="5297"/>
                    <a:pt x="5865" y="5297"/>
                    <a:pt x="5867" y="5297"/>
                  </a:cubicBezTo>
                  <a:cubicBezTo>
                    <a:pt x="6849" y="5297"/>
                    <a:pt x="7680" y="6019"/>
                    <a:pt x="7821" y="6993"/>
                  </a:cubicBezTo>
                  <a:cubicBezTo>
                    <a:pt x="7962" y="7968"/>
                    <a:pt x="7369" y="8899"/>
                    <a:pt x="6424" y="9179"/>
                  </a:cubicBezTo>
                  <a:lnTo>
                    <a:pt x="6424" y="10115"/>
                  </a:lnTo>
                  <a:cubicBezTo>
                    <a:pt x="6424" y="10426"/>
                    <a:pt x="6171" y="10679"/>
                    <a:pt x="5860" y="10679"/>
                  </a:cubicBezTo>
                  <a:cubicBezTo>
                    <a:pt x="5547" y="10679"/>
                    <a:pt x="5294" y="10426"/>
                    <a:pt x="5294" y="10115"/>
                  </a:cubicBezTo>
                  <a:lnTo>
                    <a:pt x="5294" y="9179"/>
                  </a:lnTo>
                  <a:cubicBezTo>
                    <a:pt x="4454" y="8929"/>
                    <a:pt x="3879" y="8155"/>
                    <a:pt x="3876" y="7279"/>
                  </a:cubicBezTo>
                  <a:cubicBezTo>
                    <a:pt x="3876" y="6966"/>
                    <a:pt x="4129" y="6713"/>
                    <a:pt x="4442" y="6713"/>
                  </a:cubicBezTo>
                  <a:cubicBezTo>
                    <a:pt x="4752" y="6713"/>
                    <a:pt x="5005" y="6966"/>
                    <a:pt x="5005" y="7279"/>
                  </a:cubicBezTo>
                  <a:cubicBezTo>
                    <a:pt x="5005" y="7792"/>
                    <a:pt x="5426" y="8133"/>
                    <a:pt x="5865" y="8133"/>
                  </a:cubicBezTo>
                  <a:cubicBezTo>
                    <a:pt x="6074" y="8133"/>
                    <a:pt x="6288" y="8055"/>
                    <a:pt x="6463" y="7881"/>
                  </a:cubicBezTo>
                  <a:cubicBezTo>
                    <a:pt x="6999" y="7345"/>
                    <a:pt x="6619" y="6427"/>
                    <a:pt x="5860" y="6427"/>
                  </a:cubicBezTo>
                  <a:cubicBezTo>
                    <a:pt x="4873" y="6427"/>
                    <a:pt x="4039" y="5704"/>
                    <a:pt x="3897" y="4728"/>
                  </a:cubicBezTo>
                  <a:cubicBezTo>
                    <a:pt x="3756" y="3753"/>
                    <a:pt x="4349" y="2822"/>
                    <a:pt x="5294" y="2542"/>
                  </a:cubicBezTo>
                  <a:lnTo>
                    <a:pt x="5294" y="1609"/>
                  </a:lnTo>
                  <a:cubicBezTo>
                    <a:pt x="5294" y="1295"/>
                    <a:pt x="5547" y="1043"/>
                    <a:pt x="5860" y="1043"/>
                  </a:cubicBezTo>
                  <a:close/>
                  <a:moveTo>
                    <a:pt x="5860" y="1"/>
                  </a:moveTo>
                  <a:cubicBezTo>
                    <a:pt x="2629" y="1"/>
                    <a:pt x="1" y="2629"/>
                    <a:pt x="1" y="5861"/>
                  </a:cubicBezTo>
                  <a:cubicBezTo>
                    <a:pt x="1" y="9092"/>
                    <a:pt x="2629" y="11720"/>
                    <a:pt x="5860" y="11720"/>
                  </a:cubicBezTo>
                  <a:cubicBezTo>
                    <a:pt x="9088" y="11720"/>
                    <a:pt x="11717" y="9092"/>
                    <a:pt x="11717" y="5861"/>
                  </a:cubicBezTo>
                  <a:cubicBezTo>
                    <a:pt x="11717" y="2629"/>
                    <a:pt x="9088" y="1"/>
                    <a:pt x="586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179" name="Google Shape;1179;p49"/>
          <p:cNvGrpSpPr/>
          <p:nvPr/>
        </p:nvGrpSpPr>
        <p:grpSpPr>
          <a:xfrm>
            <a:off x="5044700" y="3535028"/>
            <a:ext cx="371822" cy="366759"/>
            <a:chOff x="2084100" y="4400250"/>
            <a:chExt cx="486550" cy="479925"/>
          </a:xfrm>
        </p:grpSpPr>
        <p:sp>
          <p:nvSpPr>
            <p:cNvPr id="1180" name="Google Shape;1180;p49"/>
            <p:cNvSpPr/>
            <p:nvPr/>
          </p:nvSpPr>
          <p:spPr>
            <a:xfrm>
              <a:off x="2084100" y="4652250"/>
              <a:ext cx="105325" cy="90050"/>
            </a:xfrm>
            <a:custGeom>
              <a:rect b="b" l="l" r="r" t="t"/>
              <a:pathLst>
                <a:path extrusionOk="0" h="3602" w="4213">
                  <a:moveTo>
                    <a:pt x="2260" y="1"/>
                  </a:moveTo>
                  <a:cubicBezTo>
                    <a:pt x="2109" y="1"/>
                    <a:pt x="1966" y="60"/>
                    <a:pt x="1858" y="168"/>
                  </a:cubicBezTo>
                  <a:lnTo>
                    <a:pt x="259" y="1764"/>
                  </a:lnTo>
                  <a:cubicBezTo>
                    <a:pt x="0" y="2023"/>
                    <a:pt x="54" y="2457"/>
                    <a:pt x="367" y="2647"/>
                  </a:cubicBezTo>
                  <a:lnTo>
                    <a:pt x="1957" y="3601"/>
                  </a:lnTo>
                  <a:cubicBezTo>
                    <a:pt x="2078" y="3228"/>
                    <a:pt x="2274" y="2885"/>
                    <a:pt x="2533" y="2592"/>
                  </a:cubicBezTo>
                  <a:lnTo>
                    <a:pt x="4213" y="274"/>
                  </a:lnTo>
                  <a:lnTo>
                    <a:pt x="2337" y="6"/>
                  </a:lnTo>
                  <a:cubicBezTo>
                    <a:pt x="2311" y="2"/>
                    <a:pt x="2285" y="1"/>
                    <a:pt x="226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81" name="Google Shape;1181;p49"/>
            <p:cNvSpPr/>
            <p:nvPr/>
          </p:nvSpPr>
          <p:spPr>
            <a:xfrm>
              <a:off x="2372575" y="4644175"/>
              <a:ext cx="175875" cy="226275"/>
            </a:xfrm>
            <a:custGeom>
              <a:rect b="b" l="l" r="r" t="t"/>
              <a:pathLst>
                <a:path extrusionOk="0" h="9051" w="7035">
                  <a:moveTo>
                    <a:pt x="4469" y="1"/>
                  </a:moveTo>
                  <a:cubicBezTo>
                    <a:pt x="3981" y="467"/>
                    <a:pt x="3466" y="901"/>
                    <a:pt x="2927" y="1304"/>
                  </a:cubicBezTo>
                  <a:lnTo>
                    <a:pt x="0" y="3436"/>
                  </a:lnTo>
                  <a:lnTo>
                    <a:pt x="3406" y="8787"/>
                  </a:lnTo>
                  <a:cubicBezTo>
                    <a:pt x="3514" y="8960"/>
                    <a:pt x="3697" y="9050"/>
                    <a:pt x="3882" y="9050"/>
                  </a:cubicBezTo>
                  <a:cubicBezTo>
                    <a:pt x="4025" y="9050"/>
                    <a:pt x="4170" y="8996"/>
                    <a:pt x="4282" y="8884"/>
                  </a:cubicBezTo>
                  <a:cubicBezTo>
                    <a:pt x="5818" y="7348"/>
                    <a:pt x="5990" y="7173"/>
                    <a:pt x="6821" y="6345"/>
                  </a:cubicBezTo>
                  <a:cubicBezTo>
                    <a:pt x="7034" y="6125"/>
                    <a:pt x="7031" y="5773"/>
                    <a:pt x="6812" y="5553"/>
                  </a:cubicBezTo>
                  <a:cubicBezTo>
                    <a:pt x="6702" y="5444"/>
                    <a:pt x="6558" y="5389"/>
                    <a:pt x="6413" y="5389"/>
                  </a:cubicBezTo>
                  <a:cubicBezTo>
                    <a:pt x="6272" y="5389"/>
                    <a:pt x="6130" y="5441"/>
                    <a:pt x="6020" y="5547"/>
                  </a:cubicBezTo>
                  <a:lnTo>
                    <a:pt x="5800" y="5767"/>
                  </a:lnTo>
                  <a:lnTo>
                    <a:pt x="5201" y="3174"/>
                  </a:lnTo>
                  <a:lnTo>
                    <a:pt x="5920" y="2455"/>
                  </a:lnTo>
                  <a:cubicBezTo>
                    <a:pt x="6134" y="2232"/>
                    <a:pt x="6131" y="1880"/>
                    <a:pt x="5914" y="1663"/>
                  </a:cubicBezTo>
                  <a:cubicBezTo>
                    <a:pt x="5804" y="1551"/>
                    <a:pt x="5660" y="1496"/>
                    <a:pt x="5515" y="1496"/>
                  </a:cubicBezTo>
                  <a:cubicBezTo>
                    <a:pt x="5374" y="1496"/>
                    <a:pt x="5232" y="1548"/>
                    <a:pt x="5122" y="1654"/>
                  </a:cubicBezTo>
                  <a:lnTo>
                    <a:pt x="4903" y="1877"/>
                  </a:lnTo>
                  <a:lnTo>
                    <a:pt x="446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82" name="Google Shape;1182;p49"/>
            <p:cNvSpPr/>
            <p:nvPr/>
          </p:nvSpPr>
          <p:spPr>
            <a:xfrm>
              <a:off x="2093950" y="4419400"/>
              <a:ext cx="228500" cy="174750"/>
            </a:xfrm>
            <a:custGeom>
              <a:rect b="b" l="l" r="r" t="t"/>
              <a:pathLst>
                <a:path extrusionOk="0" h="6990" w="9140">
                  <a:moveTo>
                    <a:pt x="3194" y="1"/>
                  </a:moveTo>
                  <a:cubicBezTo>
                    <a:pt x="3049" y="1"/>
                    <a:pt x="2905" y="56"/>
                    <a:pt x="2795" y="166"/>
                  </a:cubicBezTo>
                  <a:lnTo>
                    <a:pt x="257" y="2704"/>
                  </a:lnTo>
                  <a:cubicBezTo>
                    <a:pt x="1" y="2960"/>
                    <a:pt x="46" y="3385"/>
                    <a:pt x="350" y="3580"/>
                  </a:cubicBezTo>
                  <a:lnTo>
                    <a:pt x="5707" y="6989"/>
                  </a:lnTo>
                  <a:lnTo>
                    <a:pt x="7824" y="4071"/>
                  </a:lnTo>
                  <a:cubicBezTo>
                    <a:pt x="8230" y="3526"/>
                    <a:pt x="8670" y="3008"/>
                    <a:pt x="9140" y="2517"/>
                  </a:cubicBezTo>
                  <a:lnTo>
                    <a:pt x="7264" y="2084"/>
                  </a:lnTo>
                  <a:lnTo>
                    <a:pt x="7484" y="1864"/>
                  </a:lnTo>
                  <a:cubicBezTo>
                    <a:pt x="7697" y="1641"/>
                    <a:pt x="7694" y="1289"/>
                    <a:pt x="7478" y="1072"/>
                  </a:cubicBezTo>
                  <a:cubicBezTo>
                    <a:pt x="7368" y="961"/>
                    <a:pt x="7223" y="905"/>
                    <a:pt x="7078" y="905"/>
                  </a:cubicBezTo>
                  <a:cubicBezTo>
                    <a:pt x="6937" y="905"/>
                    <a:pt x="6795" y="958"/>
                    <a:pt x="6686" y="1063"/>
                  </a:cubicBezTo>
                  <a:lnTo>
                    <a:pt x="5966" y="1786"/>
                  </a:lnTo>
                  <a:lnTo>
                    <a:pt x="3370" y="1186"/>
                  </a:lnTo>
                  <a:lnTo>
                    <a:pt x="3593" y="964"/>
                  </a:lnTo>
                  <a:cubicBezTo>
                    <a:pt x="3813" y="744"/>
                    <a:pt x="3813" y="385"/>
                    <a:pt x="3593" y="166"/>
                  </a:cubicBezTo>
                  <a:cubicBezTo>
                    <a:pt x="3483" y="56"/>
                    <a:pt x="3339" y="1"/>
                    <a:pt x="319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83" name="Google Shape;1183;p49"/>
            <p:cNvSpPr/>
            <p:nvPr/>
          </p:nvSpPr>
          <p:spPr>
            <a:xfrm>
              <a:off x="2224425" y="4777500"/>
              <a:ext cx="90425" cy="102675"/>
            </a:xfrm>
            <a:custGeom>
              <a:rect b="b" l="l" r="r" t="t"/>
              <a:pathLst>
                <a:path extrusionOk="0" h="4107" w="3617">
                  <a:moveTo>
                    <a:pt x="3324" y="0"/>
                  </a:moveTo>
                  <a:lnTo>
                    <a:pt x="846" y="1804"/>
                  </a:lnTo>
                  <a:cubicBezTo>
                    <a:pt x="638" y="1994"/>
                    <a:pt x="340" y="2144"/>
                    <a:pt x="0" y="2250"/>
                  </a:cubicBezTo>
                  <a:lnTo>
                    <a:pt x="949" y="3831"/>
                  </a:lnTo>
                  <a:cubicBezTo>
                    <a:pt x="1057" y="4011"/>
                    <a:pt x="1245" y="4106"/>
                    <a:pt x="1435" y="4106"/>
                  </a:cubicBezTo>
                  <a:cubicBezTo>
                    <a:pt x="1578" y="4106"/>
                    <a:pt x="1723" y="4052"/>
                    <a:pt x="1834" y="3939"/>
                  </a:cubicBezTo>
                  <a:lnTo>
                    <a:pt x="3430" y="2343"/>
                  </a:lnTo>
                  <a:cubicBezTo>
                    <a:pt x="3556" y="2217"/>
                    <a:pt x="3617" y="2039"/>
                    <a:pt x="3589" y="1864"/>
                  </a:cubicBezTo>
                  <a:lnTo>
                    <a:pt x="33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84" name="Google Shape;1184;p49"/>
            <p:cNvSpPr/>
            <p:nvPr/>
          </p:nvSpPr>
          <p:spPr>
            <a:xfrm>
              <a:off x="2454100" y="4400250"/>
              <a:ext cx="116550" cy="107300"/>
            </a:xfrm>
            <a:custGeom>
              <a:rect b="b" l="l" r="r" t="t"/>
              <a:pathLst>
                <a:path extrusionOk="0" h="4292" w="4662">
                  <a:moveTo>
                    <a:pt x="2188" y="0"/>
                  </a:moveTo>
                  <a:cubicBezTo>
                    <a:pt x="1911" y="0"/>
                    <a:pt x="1630" y="51"/>
                    <a:pt x="1361" y="155"/>
                  </a:cubicBezTo>
                  <a:cubicBezTo>
                    <a:pt x="1015" y="287"/>
                    <a:pt x="675" y="432"/>
                    <a:pt x="341" y="588"/>
                  </a:cubicBezTo>
                  <a:cubicBezTo>
                    <a:pt x="0" y="1600"/>
                    <a:pt x="265" y="2717"/>
                    <a:pt x="1021" y="3470"/>
                  </a:cubicBezTo>
                  <a:cubicBezTo>
                    <a:pt x="1558" y="4004"/>
                    <a:pt x="2275" y="4291"/>
                    <a:pt x="3007" y="4291"/>
                  </a:cubicBezTo>
                  <a:cubicBezTo>
                    <a:pt x="3307" y="4291"/>
                    <a:pt x="3609" y="4243"/>
                    <a:pt x="3903" y="4145"/>
                  </a:cubicBezTo>
                  <a:cubicBezTo>
                    <a:pt x="4060" y="3813"/>
                    <a:pt x="4204" y="3473"/>
                    <a:pt x="4337" y="3130"/>
                  </a:cubicBezTo>
                  <a:cubicBezTo>
                    <a:pt x="4662" y="2281"/>
                    <a:pt x="4457" y="1320"/>
                    <a:pt x="3816" y="676"/>
                  </a:cubicBezTo>
                  <a:cubicBezTo>
                    <a:pt x="3375" y="235"/>
                    <a:pt x="2787" y="0"/>
                    <a:pt x="21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85" name="Google Shape;1185;p49"/>
            <p:cNvSpPr/>
            <p:nvPr/>
          </p:nvSpPr>
          <p:spPr>
            <a:xfrm>
              <a:off x="2152975" y="4431500"/>
              <a:ext cx="381925" cy="377725"/>
            </a:xfrm>
            <a:custGeom>
              <a:rect b="b" l="l" r="r" t="t"/>
              <a:pathLst>
                <a:path extrusionOk="0" h="15109" w="15277">
                  <a:moveTo>
                    <a:pt x="11062" y="3658"/>
                  </a:moveTo>
                  <a:cubicBezTo>
                    <a:pt x="11207" y="3658"/>
                    <a:pt x="11353" y="3714"/>
                    <a:pt x="11464" y="3825"/>
                  </a:cubicBezTo>
                  <a:cubicBezTo>
                    <a:pt x="11681" y="4042"/>
                    <a:pt x="11684" y="4394"/>
                    <a:pt x="11470" y="4617"/>
                  </a:cubicBezTo>
                  <a:lnTo>
                    <a:pt x="9076" y="7011"/>
                  </a:lnTo>
                  <a:cubicBezTo>
                    <a:pt x="8965" y="7122"/>
                    <a:pt x="8820" y="7178"/>
                    <a:pt x="8675" y="7178"/>
                  </a:cubicBezTo>
                  <a:cubicBezTo>
                    <a:pt x="8530" y="7178"/>
                    <a:pt x="8385" y="7122"/>
                    <a:pt x="8275" y="7011"/>
                  </a:cubicBezTo>
                  <a:cubicBezTo>
                    <a:pt x="8055" y="6791"/>
                    <a:pt x="8055" y="6433"/>
                    <a:pt x="8275" y="6213"/>
                  </a:cubicBezTo>
                  <a:lnTo>
                    <a:pt x="10672" y="3816"/>
                  </a:lnTo>
                  <a:cubicBezTo>
                    <a:pt x="10781" y="3711"/>
                    <a:pt x="10921" y="3658"/>
                    <a:pt x="11062" y="3658"/>
                  </a:cubicBezTo>
                  <a:close/>
                  <a:moveTo>
                    <a:pt x="11136" y="1"/>
                  </a:moveTo>
                  <a:lnTo>
                    <a:pt x="11136" y="1"/>
                  </a:lnTo>
                  <a:cubicBezTo>
                    <a:pt x="9278" y="1079"/>
                    <a:pt x="7658" y="2524"/>
                    <a:pt x="6378" y="4253"/>
                  </a:cubicBezTo>
                  <a:lnTo>
                    <a:pt x="624" y="12169"/>
                  </a:lnTo>
                  <a:cubicBezTo>
                    <a:pt x="0" y="12877"/>
                    <a:pt x="15" y="13979"/>
                    <a:pt x="660" y="14623"/>
                  </a:cubicBezTo>
                  <a:cubicBezTo>
                    <a:pt x="992" y="14957"/>
                    <a:pt x="1464" y="15108"/>
                    <a:pt x="1921" y="15108"/>
                  </a:cubicBezTo>
                  <a:cubicBezTo>
                    <a:pt x="2351" y="15108"/>
                    <a:pt x="2767" y="14974"/>
                    <a:pt x="3039" y="14732"/>
                  </a:cubicBezTo>
                  <a:lnTo>
                    <a:pt x="11037" y="8905"/>
                  </a:lnTo>
                  <a:cubicBezTo>
                    <a:pt x="12759" y="7628"/>
                    <a:pt x="14201" y="6014"/>
                    <a:pt x="15276" y="4162"/>
                  </a:cubicBezTo>
                  <a:lnTo>
                    <a:pt x="15276" y="4162"/>
                  </a:lnTo>
                  <a:cubicBezTo>
                    <a:pt x="15201" y="4166"/>
                    <a:pt x="15126" y="4168"/>
                    <a:pt x="15052" y="4168"/>
                  </a:cubicBezTo>
                  <a:cubicBezTo>
                    <a:pt x="13942" y="4168"/>
                    <a:pt x="12979" y="3729"/>
                    <a:pt x="12265" y="3018"/>
                  </a:cubicBezTo>
                  <a:cubicBezTo>
                    <a:pt x="11446" y="2199"/>
                    <a:pt x="11076" y="1091"/>
                    <a:pt x="111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9" name="Shape 1189"/>
        <p:cNvGrpSpPr/>
        <p:nvPr/>
      </p:nvGrpSpPr>
      <p:grpSpPr>
        <a:xfrm>
          <a:off x="0" y="0"/>
          <a:ext cx="0" cy="0"/>
          <a:chOff x="0" y="0"/>
          <a:chExt cx="0" cy="0"/>
        </a:xfrm>
      </p:grpSpPr>
      <p:sp>
        <p:nvSpPr>
          <p:cNvPr id="1190" name="Google Shape;1190;p50"/>
          <p:cNvSpPr txBox="1"/>
          <p:nvPr>
            <p:ph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PUBLISHED RESULTS</a:t>
            </a:r>
            <a:endParaRPr/>
          </a:p>
        </p:txBody>
      </p:sp>
      <p:sp>
        <p:nvSpPr>
          <p:cNvPr id="1191" name="Google Shape;1191;p50"/>
          <p:cNvSpPr txBox="1"/>
          <p:nvPr>
            <p:ph idx="1" type="subTitle"/>
          </p:nvPr>
        </p:nvSpPr>
        <p:spPr>
          <a:xfrm>
            <a:off x="1918200" y="3972368"/>
            <a:ext cx="5307600" cy="592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You can replace the image on the screen with your own work. Just right-click on it and select “Replace image”</a:t>
            </a:r>
            <a:endParaRPr/>
          </a:p>
        </p:txBody>
      </p:sp>
      <p:grpSp>
        <p:nvGrpSpPr>
          <p:cNvPr id="1192" name="Google Shape;1192;p50"/>
          <p:cNvGrpSpPr/>
          <p:nvPr/>
        </p:nvGrpSpPr>
        <p:grpSpPr>
          <a:xfrm>
            <a:off x="3115863" y="1401590"/>
            <a:ext cx="2681196" cy="2266715"/>
            <a:chOff x="5090400" y="1381750"/>
            <a:chExt cx="2815200" cy="2380003"/>
          </a:xfrm>
        </p:grpSpPr>
        <p:sp>
          <p:nvSpPr>
            <p:cNvPr id="1193" name="Google Shape;1193;p50"/>
            <p:cNvSpPr/>
            <p:nvPr/>
          </p:nvSpPr>
          <p:spPr>
            <a:xfrm>
              <a:off x="5983950" y="3355103"/>
              <a:ext cx="1028100" cy="364800"/>
            </a:xfrm>
            <a:prstGeom prst="trapezoid">
              <a:avLst>
                <a:gd fmla="val 184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50"/>
            <p:cNvSpPr/>
            <p:nvPr/>
          </p:nvSpPr>
          <p:spPr>
            <a:xfrm>
              <a:off x="5090850" y="1381750"/>
              <a:ext cx="2814300" cy="2021100"/>
            </a:xfrm>
            <a:prstGeom prst="roundRect">
              <a:avLst>
                <a:gd fmla="val 581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50"/>
            <p:cNvSpPr/>
            <p:nvPr/>
          </p:nvSpPr>
          <p:spPr>
            <a:xfrm rot="10800000">
              <a:off x="5090400" y="3127925"/>
              <a:ext cx="2815200" cy="274800"/>
            </a:xfrm>
            <a:prstGeom prst="round2SameRect">
              <a:avLst>
                <a:gd fmla="val 41621"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50"/>
            <p:cNvSpPr/>
            <p:nvPr/>
          </p:nvSpPr>
          <p:spPr>
            <a:xfrm>
              <a:off x="6430650" y="3197975"/>
              <a:ext cx="134700" cy="134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50"/>
            <p:cNvSpPr/>
            <p:nvPr/>
          </p:nvSpPr>
          <p:spPr>
            <a:xfrm>
              <a:off x="5929800" y="3694853"/>
              <a:ext cx="1136400" cy="669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8" name="Google Shape;1198;p50"/>
          <p:cNvGrpSpPr/>
          <p:nvPr/>
        </p:nvGrpSpPr>
        <p:grpSpPr>
          <a:xfrm>
            <a:off x="1116246" y="1401538"/>
            <a:ext cx="1407154" cy="2266736"/>
            <a:chOff x="1772117" y="1163998"/>
            <a:chExt cx="1747800" cy="2815471"/>
          </a:xfrm>
        </p:grpSpPr>
        <p:sp>
          <p:nvSpPr>
            <p:cNvPr id="1199" name="Google Shape;1199;p50"/>
            <p:cNvSpPr/>
            <p:nvPr/>
          </p:nvSpPr>
          <p:spPr>
            <a:xfrm>
              <a:off x="1772117" y="1164869"/>
              <a:ext cx="1747800" cy="2814600"/>
            </a:xfrm>
            <a:prstGeom prst="roundRect">
              <a:avLst>
                <a:gd fmla="val 12498"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00" name="Google Shape;1200;p50"/>
            <p:cNvGrpSpPr/>
            <p:nvPr/>
          </p:nvGrpSpPr>
          <p:grpSpPr>
            <a:xfrm>
              <a:off x="2121134" y="1163998"/>
              <a:ext cx="1049700" cy="193800"/>
              <a:chOff x="2121134" y="1164071"/>
              <a:chExt cx="1049700" cy="193800"/>
            </a:xfrm>
          </p:grpSpPr>
          <p:sp>
            <p:nvSpPr>
              <p:cNvPr id="1201" name="Google Shape;1201;p50"/>
              <p:cNvSpPr/>
              <p:nvPr/>
            </p:nvSpPr>
            <p:spPr>
              <a:xfrm rot="10800000">
                <a:off x="2121134" y="1164071"/>
                <a:ext cx="1049700" cy="193800"/>
              </a:xfrm>
              <a:prstGeom prst="round2Same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50"/>
              <p:cNvSpPr/>
              <p:nvPr/>
            </p:nvSpPr>
            <p:spPr>
              <a:xfrm>
                <a:off x="2605778" y="1220764"/>
                <a:ext cx="80400" cy="80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03" name="Google Shape;1203;p50"/>
          <p:cNvGrpSpPr/>
          <p:nvPr/>
        </p:nvGrpSpPr>
        <p:grpSpPr>
          <a:xfrm>
            <a:off x="6389523" y="1401883"/>
            <a:ext cx="1638231" cy="2265890"/>
            <a:chOff x="2392475" y="2383050"/>
            <a:chExt cx="1664700" cy="2302500"/>
          </a:xfrm>
        </p:grpSpPr>
        <p:sp>
          <p:nvSpPr>
            <p:cNvPr id="1204" name="Google Shape;1204;p50"/>
            <p:cNvSpPr/>
            <p:nvPr/>
          </p:nvSpPr>
          <p:spPr>
            <a:xfrm>
              <a:off x="2392475" y="2383050"/>
              <a:ext cx="1664700" cy="2302500"/>
            </a:xfrm>
            <a:prstGeom prst="roundRect">
              <a:avLst>
                <a:gd fmla="val 6586"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50"/>
            <p:cNvSpPr/>
            <p:nvPr/>
          </p:nvSpPr>
          <p:spPr>
            <a:xfrm>
              <a:off x="3165575" y="4492992"/>
              <a:ext cx="118500" cy="118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206" name="Google Shape;1206;p50"/>
          <p:cNvPicPr preferRelativeResize="0"/>
          <p:nvPr/>
        </p:nvPicPr>
        <p:blipFill rotWithShape="1">
          <a:blip r:embed="rId3">
            <a:alphaModFix/>
          </a:blip>
          <a:srcRect b="0" l="2217" r="2217" t="0"/>
          <a:stretch/>
        </p:blipFill>
        <p:spPr>
          <a:xfrm>
            <a:off x="3230299" y="1512359"/>
            <a:ext cx="2452325" cy="1443425"/>
          </a:xfrm>
          <a:prstGeom prst="rect">
            <a:avLst/>
          </a:prstGeom>
          <a:noFill/>
          <a:ln>
            <a:noFill/>
          </a:ln>
        </p:spPr>
      </p:pic>
      <p:pic>
        <p:nvPicPr>
          <p:cNvPr id="1207" name="Google Shape;1207;p50"/>
          <p:cNvPicPr preferRelativeResize="0"/>
          <p:nvPr/>
        </p:nvPicPr>
        <p:blipFill rotWithShape="1">
          <a:blip r:embed="rId4">
            <a:alphaModFix/>
          </a:blip>
          <a:srcRect b="1994" l="35930" r="35933" t="16619"/>
          <a:stretch/>
        </p:blipFill>
        <p:spPr>
          <a:xfrm>
            <a:off x="1243472" y="1646300"/>
            <a:ext cx="1152701" cy="1875525"/>
          </a:xfrm>
          <a:prstGeom prst="rect">
            <a:avLst/>
          </a:prstGeom>
          <a:noFill/>
          <a:ln>
            <a:noFill/>
          </a:ln>
        </p:spPr>
      </p:pic>
      <p:pic>
        <p:nvPicPr>
          <p:cNvPr id="1208" name="Google Shape;1208;p50"/>
          <p:cNvPicPr preferRelativeResize="0"/>
          <p:nvPr/>
        </p:nvPicPr>
        <p:blipFill rotWithShape="1">
          <a:blip r:embed="rId5">
            <a:alphaModFix/>
          </a:blip>
          <a:srcRect b="6029" l="34292" r="34296" t="19539"/>
          <a:stretch/>
        </p:blipFill>
        <p:spPr>
          <a:xfrm>
            <a:off x="6505063" y="1538325"/>
            <a:ext cx="1407151" cy="18755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p51"/>
          <p:cNvSpPr txBox="1"/>
          <p:nvPr>
            <p:ph idx="1" type="body"/>
          </p:nvPr>
        </p:nvSpPr>
        <p:spPr>
          <a:xfrm>
            <a:off x="1370700" y="1401575"/>
            <a:ext cx="6402600" cy="2682600"/>
          </a:xfrm>
          <a:prstGeom prst="rect">
            <a:avLst/>
          </a:prstGeom>
        </p:spPr>
        <p:txBody>
          <a:bodyPr anchorCtr="0" anchor="ctr" bIns="91425" lIns="91425" spcFirstLastPara="1" rIns="91425" wrap="square" tIns="91425">
            <a:noAutofit/>
          </a:bodyPr>
          <a:lstStyle/>
          <a:p>
            <a:pPr indent="-323850" lvl="0" marL="457200" rtl="0" algn="l">
              <a:spcBef>
                <a:spcPts val="0"/>
              </a:spcBef>
              <a:spcAft>
                <a:spcPts val="0"/>
              </a:spcAft>
              <a:buSzPts val="1500"/>
              <a:buChar char="●"/>
            </a:pPr>
            <a:r>
              <a:rPr lang="en"/>
              <a:t>Mercury is the closest planet to the Sun and the smallest one</a:t>
            </a:r>
            <a:endParaRPr/>
          </a:p>
          <a:p>
            <a:pPr indent="-323850" lvl="0" marL="457200" rtl="0" algn="l">
              <a:spcBef>
                <a:spcPts val="1000"/>
              </a:spcBef>
              <a:spcAft>
                <a:spcPts val="0"/>
              </a:spcAft>
              <a:buSzPts val="1500"/>
              <a:buChar char="●"/>
            </a:pPr>
            <a:r>
              <a:rPr lang="en"/>
              <a:t>Neptune is the farthest planet from the Sun</a:t>
            </a:r>
            <a:endParaRPr/>
          </a:p>
          <a:p>
            <a:pPr indent="-323850" lvl="0" marL="457200" rtl="0" algn="l">
              <a:spcBef>
                <a:spcPts val="1000"/>
              </a:spcBef>
              <a:spcAft>
                <a:spcPts val="0"/>
              </a:spcAft>
              <a:buSzPts val="1500"/>
              <a:buChar char="●"/>
            </a:pPr>
            <a:r>
              <a:rPr lang="en"/>
              <a:t>Earth is the third planet from the Sun and where we all live</a:t>
            </a:r>
            <a:endParaRPr/>
          </a:p>
          <a:p>
            <a:pPr indent="-323850" lvl="0" marL="457200" rtl="0" algn="l">
              <a:spcBef>
                <a:spcPts val="1000"/>
              </a:spcBef>
              <a:spcAft>
                <a:spcPts val="0"/>
              </a:spcAft>
              <a:buSzPts val="1500"/>
              <a:buChar char="●"/>
            </a:pPr>
            <a:r>
              <a:rPr lang="en"/>
              <a:t>Venus has a beautiful name and is the second planet from the Sun</a:t>
            </a:r>
            <a:endParaRPr/>
          </a:p>
          <a:p>
            <a:pPr indent="-323850" lvl="0" marL="457200" rtl="0" algn="l">
              <a:spcBef>
                <a:spcPts val="1000"/>
              </a:spcBef>
              <a:spcAft>
                <a:spcPts val="0"/>
              </a:spcAft>
              <a:buSzPts val="1500"/>
              <a:buChar char="●"/>
            </a:pPr>
            <a:r>
              <a:rPr lang="en"/>
              <a:t>Saturn is a gas giant and is composed of hydrogen and helium</a:t>
            </a:r>
            <a:endParaRPr/>
          </a:p>
          <a:p>
            <a:pPr indent="-323850" lvl="0" marL="457200" rtl="0" algn="l">
              <a:spcBef>
                <a:spcPts val="1000"/>
              </a:spcBef>
              <a:spcAft>
                <a:spcPts val="1000"/>
              </a:spcAft>
              <a:buSzPts val="1500"/>
              <a:buChar char="●"/>
            </a:pPr>
            <a:r>
              <a:rPr lang="en"/>
              <a:t>Jupiter is a gas giant and the biggest planet of them all</a:t>
            </a:r>
            <a:endParaRPr/>
          </a:p>
        </p:txBody>
      </p:sp>
      <p:sp>
        <p:nvSpPr>
          <p:cNvPr id="1214" name="Google Shape;1214;p51"/>
          <p:cNvSpPr txBox="1"/>
          <p:nvPr>
            <p:ph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BIBLIOGRAPHICAL REFERENCES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8" name="Shape 1218"/>
        <p:cNvGrpSpPr/>
        <p:nvPr/>
      </p:nvGrpSpPr>
      <p:grpSpPr>
        <a:xfrm>
          <a:off x="0" y="0"/>
          <a:ext cx="0" cy="0"/>
          <a:chOff x="0" y="0"/>
          <a:chExt cx="0" cy="0"/>
        </a:xfrm>
      </p:grpSpPr>
      <p:sp>
        <p:nvSpPr>
          <p:cNvPr id="1219" name="Google Shape;1219;p52"/>
          <p:cNvSpPr/>
          <p:nvPr/>
        </p:nvSpPr>
        <p:spPr>
          <a:xfrm>
            <a:off x="3115888" y="2678386"/>
            <a:ext cx="658200" cy="659700"/>
          </a:xfrm>
          <a:prstGeom prst="ellipse">
            <a:avLst/>
          </a:prstGeom>
          <a:noFill/>
          <a:ln cap="rnd"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52"/>
          <p:cNvSpPr/>
          <p:nvPr/>
        </p:nvSpPr>
        <p:spPr>
          <a:xfrm>
            <a:off x="3867229" y="2678386"/>
            <a:ext cx="658200" cy="659700"/>
          </a:xfrm>
          <a:prstGeom prst="ellipse">
            <a:avLst/>
          </a:prstGeom>
          <a:noFill/>
          <a:ln cap="rnd"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52"/>
          <p:cNvSpPr/>
          <p:nvPr/>
        </p:nvSpPr>
        <p:spPr>
          <a:xfrm>
            <a:off x="4618573" y="2678386"/>
            <a:ext cx="658200" cy="659700"/>
          </a:xfrm>
          <a:prstGeom prst="ellipse">
            <a:avLst/>
          </a:prstGeom>
          <a:noFill/>
          <a:ln cap="rnd"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52"/>
          <p:cNvSpPr/>
          <p:nvPr/>
        </p:nvSpPr>
        <p:spPr>
          <a:xfrm>
            <a:off x="5369919" y="2678386"/>
            <a:ext cx="658200" cy="659700"/>
          </a:xfrm>
          <a:prstGeom prst="ellipse">
            <a:avLst/>
          </a:prstGeom>
          <a:noFill/>
          <a:ln cap="rnd"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52"/>
          <p:cNvSpPr txBox="1"/>
          <p:nvPr/>
        </p:nvSpPr>
        <p:spPr>
          <a:xfrm>
            <a:off x="2779350" y="4208208"/>
            <a:ext cx="3585300" cy="253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200">
                <a:solidFill>
                  <a:schemeClr val="lt1"/>
                </a:solidFill>
                <a:latin typeface="Roboto"/>
                <a:ea typeface="Roboto"/>
                <a:cs typeface="Roboto"/>
                <a:sym typeface="Roboto"/>
              </a:rPr>
              <a:t>Please keep this slide for attribution</a:t>
            </a:r>
            <a:endParaRPr sz="1200">
              <a:solidFill>
                <a:schemeClr val="lt1"/>
              </a:solidFill>
              <a:latin typeface="Roboto"/>
              <a:ea typeface="Roboto"/>
              <a:cs typeface="Roboto"/>
              <a:sym typeface="Roboto"/>
            </a:endParaRPr>
          </a:p>
        </p:txBody>
      </p:sp>
      <p:sp>
        <p:nvSpPr>
          <p:cNvPr id="1224" name="Google Shape;1224;p52"/>
          <p:cNvSpPr txBox="1"/>
          <p:nvPr>
            <p:ph type="title"/>
          </p:nvPr>
        </p:nvSpPr>
        <p:spPr>
          <a:xfrm>
            <a:off x="2646000" y="491162"/>
            <a:ext cx="3852000" cy="972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THANKS!</a:t>
            </a:r>
            <a:endParaRPr/>
          </a:p>
        </p:txBody>
      </p:sp>
      <p:sp>
        <p:nvSpPr>
          <p:cNvPr id="1225" name="Google Shape;1225;p52"/>
          <p:cNvSpPr txBox="1"/>
          <p:nvPr>
            <p:ph idx="1" type="subTitle"/>
          </p:nvPr>
        </p:nvSpPr>
        <p:spPr>
          <a:xfrm>
            <a:off x="2646000" y="1407566"/>
            <a:ext cx="3852000" cy="101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t>Do you have any questions?</a:t>
            </a:r>
            <a:endParaRPr b="1"/>
          </a:p>
          <a:p>
            <a:pPr indent="0" lvl="0" marL="0" rtl="0" algn="ctr">
              <a:spcBef>
                <a:spcPts val="0"/>
              </a:spcBef>
              <a:spcAft>
                <a:spcPts val="0"/>
              </a:spcAft>
              <a:buNone/>
            </a:pPr>
            <a:r>
              <a:rPr lang="en"/>
              <a:t>youremail@freepik.com</a:t>
            </a:r>
            <a:endParaRPr/>
          </a:p>
          <a:p>
            <a:pPr indent="0" lvl="0" marL="0" rtl="0" algn="ctr">
              <a:spcBef>
                <a:spcPts val="0"/>
              </a:spcBef>
              <a:spcAft>
                <a:spcPts val="0"/>
              </a:spcAft>
              <a:buNone/>
            </a:pPr>
            <a:r>
              <a:rPr lang="en"/>
              <a:t>+91 620 421 838</a:t>
            </a:r>
            <a:endParaRPr/>
          </a:p>
          <a:p>
            <a:pPr indent="0" lvl="0" marL="0" rtl="0" algn="ctr">
              <a:spcBef>
                <a:spcPts val="0"/>
              </a:spcBef>
              <a:spcAft>
                <a:spcPts val="0"/>
              </a:spcAft>
              <a:buNone/>
            </a:pPr>
            <a:r>
              <a:rPr lang="en"/>
              <a:t>yourcompany.com</a:t>
            </a:r>
            <a:endParaRPr/>
          </a:p>
        </p:txBody>
      </p:sp>
      <p:grpSp>
        <p:nvGrpSpPr>
          <p:cNvPr id="1226" name="Google Shape;1226;p52"/>
          <p:cNvGrpSpPr/>
          <p:nvPr/>
        </p:nvGrpSpPr>
        <p:grpSpPr>
          <a:xfrm>
            <a:off x="5541149" y="2850353"/>
            <a:ext cx="315740" cy="315740"/>
            <a:chOff x="4933458" y="1687279"/>
            <a:chExt cx="397907" cy="397907"/>
          </a:xfrm>
        </p:grpSpPr>
        <p:sp>
          <p:nvSpPr>
            <p:cNvPr id="1227" name="Google Shape;1227;p52"/>
            <p:cNvSpPr/>
            <p:nvPr/>
          </p:nvSpPr>
          <p:spPr>
            <a:xfrm>
              <a:off x="5071801" y="1766541"/>
              <a:ext cx="125867" cy="241215"/>
            </a:xfrm>
            <a:custGeom>
              <a:rect b="b" l="l" r="r" t="t"/>
              <a:pathLst>
                <a:path extrusionOk="0" h="11558" w="6031">
                  <a:moveTo>
                    <a:pt x="2415" y="1"/>
                  </a:moveTo>
                  <a:cubicBezTo>
                    <a:pt x="2233" y="993"/>
                    <a:pt x="1808" y="2415"/>
                    <a:pt x="0" y="2785"/>
                  </a:cubicBezTo>
                  <a:lnTo>
                    <a:pt x="0" y="4244"/>
                  </a:lnTo>
                  <a:lnTo>
                    <a:pt x="1228" y="4244"/>
                  </a:lnTo>
                  <a:cubicBezTo>
                    <a:pt x="1537" y="4244"/>
                    <a:pt x="1787" y="4496"/>
                    <a:pt x="1787" y="4803"/>
                  </a:cubicBezTo>
                  <a:lnTo>
                    <a:pt x="1787" y="9077"/>
                  </a:lnTo>
                  <a:cubicBezTo>
                    <a:pt x="1787" y="10222"/>
                    <a:pt x="2553" y="11558"/>
                    <a:pt x="4714" y="11558"/>
                  </a:cubicBezTo>
                  <a:cubicBezTo>
                    <a:pt x="5212" y="11558"/>
                    <a:pt x="5689" y="11535"/>
                    <a:pt x="6031" y="11512"/>
                  </a:cubicBezTo>
                  <a:lnTo>
                    <a:pt x="6031" y="9905"/>
                  </a:lnTo>
                  <a:lnTo>
                    <a:pt x="4891" y="9905"/>
                  </a:lnTo>
                  <a:cubicBezTo>
                    <a:pt x="3535" y="9905"/>
                    <a:pt x="3351" y="9125"/>
                    <a:pt x="3351" y="8363"/>
                  </a:cubicBezTo>
                  <a:lnTo>
                    <a:pt x="3351" y="4803"/>
                  </a:lnTo>
                  <a:cubicBezTo>
                    <a:pt x="3351" y="4496"/>
                    <a:pt x="3600" y="4244"/>
                    <a:pt x="3910" y="4244"/>
                  </a:cubicBezTo>
                  <a:lnTo>
                    <a:pt x="6031" y="4244"/>
                  </a:lnTo>
                  <a:lnTo>
                    <a:pt x="6031" y="2681"/>
                  </a:lnTo>
                  <a:lnTo>
                    <a:pt x="3910" y="2681"/>
                  </a:lnTo>
                  <a:cubicBezTo>
                    <a:pt x="3600" y="2681"/>
                    <a:pt x="3351" y="2431"/>
                    <a:pt x="3351" y="2122"/>
                  </a:cubicBezTo>
                  <a:lnTo>
                    <a:pt x="335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52"/>
            <p:cNvSpPr/>
            <p:nvPr/>
          </p:nvSpPr>
          <p:spPr>
            <a:xfrm>
              <a:off x="4933458" y="1687279"/>
              <a:ext cx="397907" cy="397907"/>
            </a:xfrm>
            <a:custGeom>
              <a:rect b="b" l="l" r="r" t="t"/>
              <a:pathLst>
                <a:path extrusionOk="0" h="19066" w="19066">
                  <a:moveTo>
                    <a:pt x="10539" y="2681"/>
                  </a:moveTo>
                  <a:cubicBezTo>
                    <a:pt x="10846" y="2681"/>
                    <a:pt x="11059" y="2932"/>
                    <a:pt x="11059" y="3240"/>
                  </a:cubicBezTo>
                  <a:lnTo>
                    <a:pt x="11059" y="5362"/>
                  </a:lnTo>
                  <a:lnTo>
                    <a:pt x="13219" y="5362"/>
                  </a:lnTo>
                  <a:cubicBezTo>
                    <a:pt x="13528" y="5362"/>
                    <a:pt x="13778" y="5612"/>
                    <a:pt x="13778" y="5921"/>
                  </a:cubicBezTo>
                  <a:lnTo>
                    <a:pt x="13778" y="8601"/>
                  </a:lnTo>
                  <a:cubicBezTo>
                    <a:pt x="13778" y="8911"/>
                    <a:pt x="13528" y="9160"/>
                    <a:pt x="13219" y="9160"/>
                  </a:cubicBezTo>
                  <a:lnTo>
                    <a:pt x="11096" y="9160"/>
                  </a:lnTo>
                  <a:lnTo>
                    <a:pt x="11096" y="12161"/>
                  </a:lnTo>
                  <a:cubicBezTo>
                    <a:pt x="11096" y="12440"/>
                    <a:pt x="11121" y="12520"/>
                    <a:pt x="11133" y="12541"/>
                  </a:cubicBezTo>
                  <a:cubicBezTo>
                    <a:pt x="11140" y="12541"/>
                    <a:pt x="11234" y="12585"/>
                    <a:pt x="11520" y="12585"/>
                  </a:cubicBezTo>
                  <a:lnTo>
                    <a:pt x="13219" y="12585"/>
                  </a:lnTo>
                  <a:cubicBezTo>
                    <a:pt x="13528" y="12585"/>
                    <a:pt x="13741" y="12836"/>
                    <a:pt x="13741" y="13144"/>
                  </a:cubicBezTo>
                  <a:lnTo>
                    <a:pt x="13741" y="15826"/>
                  </a:lnTo>
                  <a:cubicBezTo>
                    <a:pt x="13741" y="16113"/>
                    <a:pt x="13560" y="16351"/>
                    <a:pt x="13273" y="16382"/>
                  </a:cubicBezTo>
                  <a:cubicBezTo>
                    <a:pt x="13236" y="16385"/>
                    <a:pt x="12341" y="16474"/>
                    <a:pt x="11342" y="16474"/>
                  </a:cubicBezTo>
                  <a:cubicBezTo>
                    <a:pt x="8564" y="16474"/>
                    <a:pt x="7298" y="14609"/>
                    <a:pt x="7298" y="12877"/>
                  </a:cubicBezTo>
                  <a:lnTo>
                    <a:pt x="7298" y="9160"/>
                  </a:lnTo>
                  <a:lnTo>
                    <a:pt x="6070" y="9160"/>
                  </a:lnTo>
                  <a:cubicBezTo>
                    <a:pt x="5760" y="9160"/>
                    <a:pt x="5511" y="8911"/>
                    <a:pt x="5511" y="8601"/>
                  </a:cubicBezTo>
                  <a:lnTo>
                    <a:pt x="5511" y="6100"/>
                  </a:lnTo>
                  <a:cubicBezTo>
                    <a:pt x="5511" y="5808"/>
                    <a:pt x="5734" y="5568"/>
                    <a:pt x="6024" y="5543"/>
                  </a:cubicBezTo>
                  <a:cubicBezTo>
                    <a:pt x="7535" y="5417"/>
                    <a:pt x="7797" y="4524"/>
                    <a:pt x="8000" y="3275"/>
                  </a:cubicBezTo>
                  <a:lnTo>
                    <a:pt x="8021" y="3148"/>
                  </a:lnTo>
                  <a:cubicBezTo>
                    <a:pt x="8066" y="2879"/>
                    <a:pt x="8299" y="2681"/>
                    <a:pt x="8571" y="2681"/>
                  </a:cubicBezTo>
                  <a:close/>
                  <a:moveTo>
                    <a:pt x="2794" y="1"/>
                  </a:moveTo>
                  <a:cubicBezTo>
                    <a:pt x="1253" y="1"/>
                    <a:pt x="1" y="1253"/>
                    <a:pt x="1" y="2794"/>
                  </a:cubicBezTo>
                  <a:lnTo>
                    <a:pt x="1" y="16272"/>
                  </a:lnTo>
                  <a:cubicBezTo>
                    <a:pt x="1" y="17811"/>
                    <a:pt x="1253" y="19065"/>
                    <a:pt x="2794" y="19065"/>
                  </a:cubicBezTo>
                  <a:lnTo>
                    <a:pt x="16272" y="19065"/>
                  </a:lnTo>
                  <a:cubicBezTo>
                    <a:pt x="17813" y="19065"/>
                    <a:pt x="19065" y="17811"/>
                    <a:pt x="19065" y="16272"/>
                  </a:cubicBezTo>
                  <a:lnTo>
                    <a:pt x="19065" y="2792"/>
                  </a:lnTo>
                  <a:cubicBezTo>
                    <a:pt x="19065" y="1253"/>
                    <a:pt x="17813" y="1"/>
                    <a:pt x="1627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9" name="Google Shape;1229;p52"/>
          <p:cNvGrpSpPr/>
          <p:nvPr/>
        </p:nvGrpSpPr>
        <p:grpSpPr>
          <a:xfrm>
            <a:off x="4789811" y="2850374"/>
            <a:ext cx="315723" cy="315723"/>
            <a:chOff x="1379798" y="1723250"/>
            <a:chExt cx="397887" cy="397887"/>
          </a:xfrm>
        </p:grpSpPr>
        <p:sp>
          <p:nvSpPr>
            <p:cNvPr id="1230" name="Google Shape;1230;p52"/>
            <p:cNvSpPr/>
            <p:nvPr/>
          </p:nvSpPr>
          <p:spPr>
            <a:xfrm>
              <a:off x="1462169" y="1793977"/>
              <a:ext cx="23354" cy="23312"/>
            </a:xfrm>
            <a:custGeom>
              <a:rect b="b" l="l" r="r" t="t"/>
              <a:pathLst>
                <a:path extrusionOk="0" h="1117" w="1119">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52"/>
            <p:cNvSpPr/>
            <p:nvPr/>
          </p:nvSpPr>
          <p:spPr>
            <a:xfrm>
              <a:off x="1379798" y="1723250"/>
              <a:ext cx="397887" cy="397887"/>
            </a:xfrm>
            <a:custGeom>
              <a:rect b="b" l="l" r="r" t="t"/>
              <a:pathLst>
                <a:path extrusionOk="0" h="19065" w="19065">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52"/>
            <p:cNvSpPr/>
            <p:nvPr/>
          </p:nvSpPr>
          <p:spPr>
            <a:xfrm>
              <a:off x="1555413" y="1886846"/>
              <a:ext cx="139912" cy="163558"/>
            </a:xfrm>
            <a:custGeom>
              <a:rect b="b" l="l" r="r" t="t"/>
              <a:pathLst>
                <a:path extrusionOk="0" h="7837" w="6704">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52"/>
            <p:cNvSpPr/>
            <p:nvPr/>
          </p:nvSpPr>
          <p:spPr>
            <a:xfrm>
              <a:off x="1462169" y="1887200"/>
              <a:ext cx="23354" cy="163203"/>
            </a:xfrm>
            <a:custGeom>
              <a:rect b="b" l="l" r="r" t="t"/>
              <a:pathLst>
                <a:path extrusionOk="0" h="7820" w="1119">
                  <a:moveTo>
                    <a:pt x="0" y="0"/>
                  </a:moveTo>
                  <a:lnTo>
                    <a:pt x="0" y="7819"/>
                  </a:lnTo>
                  <a:lnTo>
                    <a:pt x="1118" y="7819"/>
                  </a:lnTo>
                  <a:lnTo>
                    <a:pt x="11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4" name="Google Shape;1234;p52"/>
          <p:cNvGrpSpPr/>
          <p:nvPr/>
        </p:nvGrpSpPr>
        <p:grpSpPr>
          <a:xfrm>
            <a:off x="3287118" y="2850363"/>
            <a:ext cx="315740" cy="315723"/>
            <a:chOff x="266768" y="1721375"/>
            <a:chExt cx="397907" cy="397887"/>
          </a:xfrm>
        </p:grpSpPr>
        <p:sp>
          <p:nvSpPr>
            <p:cNvPr id="1235" name="Google Shape;1235;p52"/>
            <p:cNvSpPr/>
            <p:nvPr/>
          </p:nvSpPr>
          <p:spPr>
            <a:xfrm>
              <a:off x="454843" y="1791037"/>
              <a:ext cx="136218" cy="328222"/>
            </a:xfrm>
            <a:custGeom>
              <a:rect b="b" l="l" r="r" t="t"/>
              <a:pathLst>
                <a:path extrusionOk="0" h="15727" w="6527">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52"/>
            <p:cNvSpPr/>
            <p:nvPr/>
          </p:nvSpPr>
          <p:spPr>
            <a:xfrm>
              <a:off x="266768" y="1721375"/>
              <a:ext cx="397907" cy="397887"/>
            </a:xfrm>
            <a:custGeom>
              <a:rect b="b" l="l" r="r" t="t"/>
              <a:pathLst>
                <a:path extrusionOk="0" h="19065" w="19066">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7" name="Google Shape;1237;p52"/>
          <p:cNvGrpSpPr/>
          <p:nvPr/>
        </p:nvGrpSpPr>
        <p:grpSpPr>
          <a:xfrm>
            <a:off x="4038479" y="2850363"/>
            <a:ext cx="315706" cy="315723"/>
            <a:chOff x="864491" y="1723250"/>
            <a:chExt cx="397866" cy="397887"/>
          </a:xfrm>
        </p:grpSpPr>
        <p:sp>
          <p:nvSpPr>
            <p:cNvPr id="1238" name="Google Shape;1238;p52"/>
            <p:cNvSpPr/>
            <p:nvPr/>
          </p:nvSpPr>
          <p:spPr>
            <a:xfrm>
              <a:off x="935197" y="1793977"/>
              <a:ext cx="256451" cy="256430"/>
            </a:xfrm>
            <a:custGeom>
              <a:rect b="b" l="l" r="r" t="t"/>
              <a:pathLst>
                <a:path extrusionOk="0" h="12287" w="12288">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52"/>
            <p:cNvSpPr/>
            <p:nvPr/>
          </p:nvSpPr>
          <p:spPr>
            <a:xfrm>
              <a:off x="1005109" y="1863910"/>
              <a:ext cx="116622" cy="116559"/>
            </a:xfrm>
            <a:custGeom>
              <a:rect b="b" l="l" r="r" t="t"/>
              <a:pathLst>
                <a:path extrusionOk="0" h="5585" w="5588">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52"/>
            <p:cNvSpPr/>
            <p:nvPr/>
          </p:nvSpPr>
          <p:spPr>
            <a:xfrm>
              <a:off x="864491" y="1723250"/>
              <a:ext cx="397866" cy="397887"/>
            </a:xfrm>
            <a:custGeom>
              <a:rect b="b" l="l" r="r" t="t"/>
              <a:pathLst>
                <a:path extrusionOk="0" h="19065" w="19064">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4" name="Shape 1244"/>
        <p:cNvGrpSpPr/>
        <p:nvPr/>
      </p:nvGrpSpPr>
      <p:grpSpPr>
        <a:xfrm>
          <a:off x="0" y="0"/>
          <a:ext cx="0" cy="0"/>
          <a:chOff x="0" y="0"/>
          <a:chExt cx="0" cy="0"/>
        </a:xfrm>
      </p:grpSpPr>
      <p:sp>
        <p:nvSpPr>
          <p:cNvPr id="1245" name="Google Shape;1245;p53"/>
          <p:cNvSpPr txBox="1"/>
          <p:nvPr>
            <p:ph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ALTERNATIVE RESOURCES</a:t>
            </a:r>
            <a:endParaRPr/>
          </a:p>
        </p:txBody>
      </p:sp>
      <p:sp>
        <p:nvSpPr>
          <p:cNvPr id="1246" name="Google Shape;1246;p53"/>
          <p:cNvSpPr txBox="1"/>
          <p:nvPr/>
        </p:nvSpPr>
        <p:spPr>
          <a:xfrm>
            <a:off x="720000" y="1172393"/>
            <a:ext cx="7704000" cy="335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lt1"/>
                </a:solidFill>
                <a:latin typeface="Roboto"/>
                <a:ea typeface="Roboto"/>
                <a:cs typeface="Roboto"/>
                <a:sym typeface="Roboto"/>
              </a:rPr>
              <a:t>Here’s an assortment of alternative resources whose style fits the one of this template:</a:t>
            </a:r>
            <a:endParaRPr sz="1500">
              <a:solidFill>
                <a:schemeClr val="lt1"/>
              </a:solidFill>
              <a:latin typeface="Roboto"/>
              <a:ea typeface="Roboto"/>
              <a:cs typeface="Roboto"/>
              <a:sym typeface="Roboto"/>
            </a:endParaRPr>
          </a:p>
        </p:txBody>
      </p:sp>
      <p:sp>
        <p:nvSpPr>
          <p:cNvPr id="1247" name="Google Shape;1247;p53"/>
          <p:cNvSpPr txBox="1"/>
          <p:nvPr/>
        </p:nvSpPr>
        <p:spPr>
          <a:xfrm>
            <a:off x="720000" y="4019568"/>
            <a:ext cx="7704000" cy="51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hlink"/>
                </a:solidFill>
                <a:uFill>
                  <a:noFill/>
                </a:uFill>
                <a:latin typeface="Roboto"/>
                <a:ea typeface="Roboto"/>
                <a:cs typeface="Roboto"/>
                <a:sym typeface="Roboto"/>
                <a:hlinkClick r:id="rId3"/>
              </a:rPr>
              <a:t>Technology background with chip</a:t>
            </a:r>
            <a:endParaRPr sz="1500">
              <a:solidFill>
                <a:schemeClr val="lt1"/>
              </a:solidFill>
              <a:latin typeface="Roboto"/>
              <a:ea typeface="Roboto"/>
              <a:cs typeface="Roboto"/>
              <a:sym typeface="Roboto"/>
            </a:endParaRPr>
          </a:p>
          <a:p>
            <a:pPr indent="0" lvl="0" marL="0" rtl="0" algn="ctr">
              <a:spcBef>
                <a:spcPts val="0"/>
              </a:spcBef>
              <a:spcAft>
                <a:spcPts val="0"/>
              </a:spcAft>
              <a:buNone/>
            </a:pPr>
            <a:r>
              <a:rPr lang="en" sz="1500">
                <a:solidFill>
                  <a:schemeClr val="hlink"/>
                </a:solidFill>
                <a:uFill>
                  <a:noFill/>
                </a:uFill>
                <a:latin typeface="Roboto"/>
                <a:ea typeface="Roboto"/>
                <a:cs typeface="Roboto"/>
                <a:sym typeface="Roboto"/>
                <a:hlinkClick r:id="rId4"/>
              </a:rPr>
              <a:t>Team meeting at office</a:t>
            </a:r>
            <a:endParaRPr sz="1500">
              <a:solidFill>
                <a:schemeClr val="lt1"/>
              </a:solidFill>
              <a:latin typeface="Roboto"/>
              <a:ea typeface="Roboto"/>
              <a:cs typeface="Roboto"/>
              <a:sym typeface="Roboto"/>
            </a:endParaRPr>
          </a:p>
        </p:txBody>
      </p:sp>
      <p:grpSp>
        <p:nvGrpSpPr>
          <p:cNvPr id="1248" name="Google Shape;1248;p53"/>
          <p:cNvGrpSpPr/>
          <p:nvPr/>
        </p:nvGrpSpPr>
        <p:grpSpPr>
          <a:xfrm>
            <a:off x="820882" y="2571716"/>
            <a:ext cx="590858" cy="291598"/>
            <a:chOff x="2505550" y="1111010"/>
            <a:chExt cx="119740" cy="59094"/>
          </a:xfrm>
        </p:grpSpPr>
        <p:sp>
          <p:nvSpPr>
            <p:cNvPr id="1249" name="Google Shape;1249;p53"/>
            <p:cNvSpPr/>
            <p:nvPr/>
          </p:nvSpPr>
          <p:spPr>
            <a:xfrm>
              <a:off x="2556469" y="1152202"/>
              <a:ext cx="17902" cy="17902"/>
            </a:xfrm>
            <a:custGeom>
              <a:rect b="b" l="l" r="r" t="t"/>
              <a:pathLst>
                <a:path extrusionOk="0" h="392" w="392">
                  <a:moveTo>
                    <a:pt x="341" y="0"/>
                  </a:moveTo>
                  <a:lnTo>
                    <a:pt x="0" y="341"/>
                  </a:lnTo>
                  <a:lnTo>
                    <a:pt x="51" y="392"/>
                  </a:lnTo>
                  <a:lnTo>
                    <a:pt x="392" y="51"/>
                  </a:lnTo>
                  <a:lnTo>
                    <a:pt x="34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53"/>
            <p:cNvSpPr/>
            <p:nvPr/>
          </p:nvSpPr>
          <p:spPr>
            <a:xfrm>
              <a:off x="2556469" y="1152202"/>
              <a:ext cx="17902" cy="17902"/>
            </a:xfrm>
            <a:custGeom>
              <a:rect b="b" l="l" r="r" t="t"/>
              <a:pathLst>
                <a:path extrusionOk="0" h="392" w="392">
                  <a:moveTo>
                    <a:pt x="51" y="0"/>
                  </a:moveTo>
                  <a:lnTo>
                    <a:pt x="0" y="51"/>
                  </a:lnTo>
                  <a:lnTo>
                    <a:pt x="341" y="392"/>
                  </a:lnTo>
                  <a:lnTo>
                    <a:pt x="392" y="341"/>
                  </a:lnTo>
                  <a:lnTo>
                    <a:pt x="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53"/>
            <p:cNvSpPr/>
            <p:nvPr/>
          </p:nvSpPr>
          <p:spPr>
            <a:xfrm>
              <a:off x="2606978" y="1152202"/>
              <a:ext cx="17902" cy="17902"/>
            </a:xfrm>
            <a:custGeom>
              <a:rect b="b" l="l" r="r" t="t"/>
              <a:pathLst>
                <a:path extrusionOk="0" h="392" w="392">
                  <a:moveTo>
                    <a:pt x="341" y="0"/>
                  </a:moveTo>
                  <a:lnTo>
                    <a:pt x="0" y="341"/>
                  </a:lnTo>
                  <a:lnTo>
                    <a:pt x="60" y="392"/>
                  </a:lnTo>
                  <a:lnTo>
                    <a:pt x="392" y="51"/>
                  </a:lnTo>
                  <a:lnTo>
                    <a:pt x="34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53"/>
            <p:cNvSpPr/>
            <p:nvPr/>
          </p:nvSpPr>
          <p:spPr>
            <a:xfrm>
              <a:off x="2606978" y="1152202"/>
              <a:ext cx="18313" cy="17902"/>
            </a:xfrm>
            <a:custGeom>
              <a:rect b="b" l="l" r="r" t="t"/>
              <a:pathLst>
                <a:path extrusionOk="0" h="392" w="401">
                  <a:moveTo>
                    <a:pt x="60" y="0"/>
                  </a:moveTo>
                  <a:lnTo>
                    <a:pt x="0" y="51"/>
                  </a:lnTo>
                  <a:lnTo>
                    <a:pt x="341" y="392"/>
                  </a:lnTo>
                  <a:lnTo>
                    <a:pt x="400" y="341"/>
                  </a:lnTo>
                  <a:lnTo>
                    <a:pt x="6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53"/>
            <p:cNvSpPr/>
            <p:nvPr/>
          </p:nvSpPr>
          <p:spPr>
            <a:xfrm>
              <a:off x="2505550" y="1111010"/>
              <a:ext cx="17947" cy="17902"/>
            </a:xfrm>
            <a:custGeom>
              <a:rect b="b" l="l" r="r" t="t"/>
              <a:pathLst>
                <a:path extrusionOk="0" h="392" w="393">
                  <a:moveTo>
                    <a:pt x="341" y="1"/>
                  </a:moveTo>
                  <a:lnTo>
                    <a:pt x="1" y="341"/>
                  </a:lnTo>
                  <a:lnTo>
                    <a:pt x="52" y="392"/>
                  </a:lnTo>
                  <a:lnTo>
                    <a:pt x="392" y="52"/>
                  </a:lnTo>
                  <a:lnTo>
                    <a:pt x="34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53"/>
            <p:cNvSpPr/>
            <p:nvPr/>
          </p:nvSpPr>
          <p:spPr>
            <a:xfrm>
              <a:off x="2505550" y="1111010"/>
              <a:ext cx="17947" cy="17902"/>
            </a:xfrm>
            <a:custGeom>
              <a:rect b="b" l="l" r="r" t="t"/>
              <a:pathLst>
                <a:path extrusionOk="0" h="392" w="393">
                  <a:moveTo>
                    <a:pt x="52" y="1"/>
                  </a:moveTo>
                  <a:lnTo>
                    <a:pt x="1" y="52"/>
                  </a:lnTo>
                  <a:lnTo>
                    <a:pt x="341" y="392"/>
                  </a:lnTo>
                  <a:lnTo>
                    <a:pt x="392" y="341"/>
                  </a:lnTo>
                  <a:lnTo>
                    <a:pt x="5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53"/>
            <p:cNvSpPr/>
            <p:nvPr/>
          </p:nvSpPr>
          <p:spPr>
            <a:xfrm>
              <a:off x="2556058" y="1111010"/>
              <a:ext cx="17947" cy="17902"/>
            </a:xfrm>
            <a:custGeom>
              <a:rect b="b" l="l" r="r" t="t"/>
              <a:pathLst>
                <a:path extrusionOk="0" h="392" w="393">
                  <a:moveTo>
                    <a:pt x="341" y="1"/>
                  </a:moveTo>
                  <a:lnTo>
                    <a:pt x="1" y="341"/>
                  </a:lnTo>
                  <a:lnTo>
                    <a:pt x="52" y="392"/>
                  </a:lnTo>
                  <a:lnTo>
                    <a:pt x="392" y="52"/>
                  </a:lnTo>
                  <a:lnTo>
                    <a:pt x="34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53"/>
            <p:cNvSpPr/>
            <p:nvPr/>
          </p:nvSpPr>
          <p:spPr>
            <a:xfrm>
              <a:off x="2556058" y="1111010"/>
              <a:ext cx="17947" cy="17902"/>
            </a:xfrm>
            <a:custGeom>
              <a:rect b="b" l="l" r="r" t="t"/>
              <a:pathLst>
                <a:path extrusionOk="0" h="392" w="393">
                  <a:moveTo>
                    <a:pt x="52" y="1"/>
                  </a:moveTo>
                  <a:lnTo>
                    <a:pt x="1" y="52"/>
                  </a:lnTo>
                  <a:lnTo>
                    <a:pt x="341" y="392"/>
                  </a:lnTo>
                  <a:lnTo>
                    <a:pt x="392" y="341"/>
                  </a:lnTo>
                  <a:lnTo>
                    <a:pt x="5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7" name="Google Shape;1257;p53"/>
          <p:cNvGrpSpPr/>
          <p:nvPr/>
        </p:nvGrpSpPr>
        <p:grpSpPr>
          <a:xfrm>
            <a:off x="4573410" y="1654836"/>
            <a:ext cx="2099804" cy="2212956"/>
            <a:chOff x="2184690" y="256708"/>
            <a:chExt cx="774292" cy="815987"/>
          </a:xfrm>
        </p:grpSpPr>
        <p:sp>
          <p:nvSpPr>
            <p:cNvPr id="1258" name="Google Shape;1258;p53"/>
            <p:cNvSpPr/>
            <p:nvPr/>
          </p:nvSpPr>
          <p:spPr>
            <a:xfrm>
              <a:off x="2203323" y="351514"/>
              <a:ext cx="15573" cy="108826"/>
            </a:xfrm>
            <a:custGeom>
              <a:rect b="b" l="l" r="r" t="t"/>
              <a:pathLst>
                <a:path extrusionOk="0" h="2383" w="341">
                  <a:moveTo>
                    <a:pt x="0" y="0"/>
                  </a:moveTo>
                  <a:lnTo>
                    <a:pt x="0" y="1191"/>
                  </a:lnTo>
                  <a:lnTo>
                    <a:pt x="0" y="2382"/>
                  </a:lnTo>
                  <a:lnTo>
                    <a:pt x="341" y="2042"/>
                  </a:lnTo>
                  <a:lnTo>
                    <a:pt x="341" y="1191"/>
                  </a:lnTo>
                  <a:lnTo>
                    <a:pt x="341" y="341"/>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53"/>
            <p:cNvSpPr/>
            <p:nvPr/>
          </p:nvSpPr>
          <p:spPr>
            <a:xfrm>
              <a:off x="2736354" y="855775"/>
              <a:ext cx="77315" cy="76950"/>
            </a:xfrm>
            <a:custGeom>
              <a:rect b="b" l="l" r="r" t="t"/>
              <a:pathLst>
                <a:path extrusionOk="0" h="1685" w="1693">
                  <a:moveTo>
                    <a:pt x="0" y="1"/>
                  </a:moveTo>
                  <a:lnTo>
                    <a:pt x="0" y="477"/>
                  </a:lnTo>
                  <a:lnTo>
                    <a:pt x="604" y="1081"/>
                  </a:lnTo>
                  <a:lnTo>
                    <a:pt x="1208" y="1685"/>
                  </a:lnTo>
                  <a:lnTo>
                    <a:pt x="1693" y="1685"/>
                  </a:lnTo>
                  <a:lnTo>
                    <a:pt x="842" y="843"/>
                  </a:ln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53"/>
            <p:cNvSpPr/>
            <p:nvPr/>
          </p:nvSpPr>
          <p:spPr>
            <a:xfrm>
              <a:off x="2922038" y="1040682"/>
              <a:ext cx="36945" cy="32013"/>
            </a:xfrm>
            <a:custGeom>
              <a:rect b="b" l="l" r="r" t="t"/>
              <a:pathLst>
                <a:path extrusionOk="0" h="701" w="809">
                  <a:moveTo>
                    <a:pt x="343" y="186"/>
                  </a:moveTo>
                  <a:cubicBezTo>
                    <a:pt x="384" y="186"/>
                    <a:pt x="426" y="203"/>
                    <a:pt x="460" y="239"/>
                  </a:cubicBezTo>
                  <a:cubicBezTo>
                    <a:pt x="562" y="341"/>
                    <a:pt x="494" y="520"/>
                    <a:pt x="349" y="520"/>
                  </a:cubicBezTo>
                  <a:cubicBezTo>
                    <a:pt x="256" y="520"/>
                    <a:pt x="179" y="443"/>
                    <a:pt x="179" y="350"/>
                  </a:cubicBezTo>
                  <a:cubicBezTo>
                    <a:pt x="179" y="253"/>
                    <a:pt x="259" y="186"/>
                    <a:pt x="343" y="186"/>
                  </a:cubicBezTo>
                  <a:close/>
                  <a:moveTo>
                    <a:pt x="349" y="1"/>
                  </a:moveTo>
                  <a:cubicBezTo>
                    <a:pt x="154" y="1"/>
                    <a:pt x="0" y="162"/>
                    <a:pt x="0" y="350"/>
                  </a:cubicBezTo>
                  <a:cubicBezTo>
                    <a:pt x="0" y="562"/>
                    <a:pt x="171" y="701"/>
                    <a:pt x="347" y="701"/>
                  </a:cubicBezTo>
                  <a:cubicBezTo>
                    <a:pt x="432" y="701"/>
                    <a:pt x="518" y="668"/>
                    <a:pt x="587" y="596"/>
                  </a:cubicBezTo>
                  <a:cubicBezTo>
                    <a:pt x="809" y="384"/>
                    <a:pt x="655" y="1"/>
                    <a:pt x="34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53"/>
            <p:cNvSpPr/>
            <p:nvPr/>
          </p:nvSpPr>
          <p:spPr>
            <a:xfrm>
              <a:off x="2184690" y="256708"/>
              <a:ext cx="37310" cy="32013"/>
            </a:xfrm>
            <a:custGeom>
              <a:rect b="b" l="l" r="r" t="t"/>
              <a:pathLst>
                <a:path extrusionOk="0" h="701" w="817">
                  <a:moveTo>
                    <a:pt x="356" y="184"/>
                  </a:moveTo>
                  <a:cubicBezTo>
                    <a:pt x="396" y="184"/>
                    <a:pt x="436" y="198"/>
                    <a:pt x="468" y="230"/>
                  </a:cubicBezTo>
                  <a:cubicBezTo>
                    <a:pt x="570" y="333"/>
                    <a:pt x="502" y="511"/>
                    <a:pt x="349" y="511"/>
                  </a:cubicBezTo>
                  <a:cubicBezTo>
                    <a:pt x="264" y="511"/>
                    <a:pt x="187" y="443"/>
                    <a:pt x="187" y="350"/>
                  </a:cubicBezTo>
                  <a:cubicBezTo>
                    <a:pt x="187" y="251"/>
                    <a:pt x="271" y="184"/>
                    <a:pt x="356" y="184"/>
                  </a:cubicBezTo>
                  <a:close/>
                  <a:moveTo>
                    <a:pt x="349" y="1"/>
                  </a:moveTo>
                  <a:cubicBezTo>
                    <a:pt x="162" y="1"/>
                    <a:pt x="0" y="162"/>
                    <a:pt x="0" y="350"/>
                  </a:cubicBezTo>
                  <a:cubicBezTo>
                    <a:pt x="0" y="562"/>
                    <a:pt x="174" y="701"/>
                    <a:pt x="353" y="701"/>
                  </a:cubicBezTo>
                  <a:cubicBezTo>
                    <a:pt x="439" y="701"/>
                    <a:pt x="526" y="668"/>
                    <a:pt x="596" y="596"/>
                  </a:cubicBezTo>
                  <a:cubicBezTo>
                    <a:pt x="817" y="375"/>
                    <a:pt x="664" y="1"/>
                    <a:pt x="34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53"/>
            <p:cNvSpPr/>
            <p:nvPr/>
          </p:nvSpPr>
          <p:spPr>
            <a:xfrm>
              <a:off x="2196701" y="284292"/>
              <a:ext cx="737439" cy="767351"/>
            </a:xfrm>
            <a:custGeom>
              <a:rect b="b" l="l" r="r" t="t"/>
              <a:pathLst>
                <a:path extrusionOk="0" h="16803" w="16148">
                  <a:moveTo>
                    <a:pt x="1" y="1"/>
                  </a:moveTo>
                  <a:lnTo>
                    <a:pt x="1" y="4620"/>
                  </a:lnTo>
                  <a:lnTo>
                    <a:pt x="7019" y="11638"/>
                  </a:lnTo>
                  <a:lnTo>
                    <a:pt x="7045" y="11664"/>
                  </a:lnTo>
                  <a:lnTo>
                    <a:pt x="10881" y="11664"/>
                  </a:lnTo>
                  <a:lnTo>
                    <a:pt x="16020" y="16802"/>
                  </a:lnTo>
                  <a:lnTo>
                    <a:pt x="16147" y="16674"/>
                  </a:lnTo>
                  <a:lnTo>
                    <a:pt x="10983" y="11502"/>
                  </a:lnTo>
                  <a:lnTo>
                    <a:pt x="10949" y="11477"/>
                  </a:lnTo>
                  <a:lnTo>
                    <a:pt x="7121" y="11477"/>
                  </a:lnTo>
                  <a:lnTo>
                    <a:pt x="180" y="4544"/>
                  </a:lnTo>
                  <a:lnTo>
                    <a:pt x="18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53"/>
            <p:cNvSpPr/>
            <p:nvPr/>
          </p:nvSpPr>
          <p:spPr>
            <a:xfrm>
              <a:off x="2267805" y="562863"/>
              <a:ext cx="196644" cy="195822"/>
            </a:xfrm>
            <a:custGeom>
              <a:rect b="b" l="l" r="r" t="t"/>
              <a:pathLst>
                <a:path extrusionOk="0" h="4288" w="4306">
                  <a:moveTo>
                    <a:pt x="1" y="0"/>
                  </a:moveTo>
                  <a:lnTo>
                    <a:pt x="1" y="1923"/>
                  </a:lnTo>
                  <a:lnTo>
                    <a:pt x="2374" y="4288"/>
                  </a:lnTo>
                  <a:lnTo>
                    <a:pt x="4305" y="4288"/>
                  </a:lnTo>
                  <a:lnTo>
                    <a:pt x="4305" y="4211"/>
                  </a:lnTo>
                  <a:lnTo>
                    <a:pt x="2400" y="4211"/>
                  </a:lnTo>
                  <a:lnTo>
                    <a:pt x="77" y="1889"/>
                  </a:lnTo>
                  <a:lnTo>
                    <a:pt x="7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64" name="Google Shape;1264;p53"/>
          <p:cNvGrpSpPr/>
          <p:nvPr/>
        </p:nvGrpSpPr>
        <p:grpSpPr>
          <a:xfrm>
            <a:off x="2363418" y="1654854"/>
            <a:ext cx="2099804" cy="2212875"/>
            <a:chOff x="2011428" y="602777"/>
            <a:chExt cx="774292" cy="815987"/>
          </a:xfrm>
        </p:grpSpPr>
        <p:sp>
          <p:nvSpPr>
            <p:cNvPr id="1265" name="Google Shape;1265;p53"/>
            <p:cNvSpPr/>
            <p:nvPr/>
          </p:nvSpPr>
          <p:spPr>
            <a:xfrm>
              <a:off x="2751470" y="1215132"/>
              <a:ext cx="15618" cy="109191"/>
            </a:xfrm>
            <a:custGeom>
              <a:rect b="b" l="l" r="r" t="t"/>
              <a:pathLst>
                <a:path extrusionOk="0" h="2391" w="342">
                  <a:moveTo>
                    <a:pt x="341" y="0"/>
                  </a:moveTo>
                  <a:lnTo>
                    <a:pt x="1" y="341"/>
                  </a:lnTo>
                  <a:lnTo>
                    <a:pt x="1" y="1191"/>
                  </a:lnTo>
                  <a:lnTo>
                    <a:pt x="1" y="2042"/>
                  </a:lnTo>
                  <a:lnTo>
                    <a:pt x="341" y="2391"/>
                  </a:lnTo>
                  <a:lnTo>
                    <a:pt x="341" y="1191"/>
                  </a:lnTo>
                  <a:lnTo>
                    <a:pt x="34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53"/>
            <p:cNvSpPr/>
            <p:nvPr/>
          </p:nvSpPr>
          <p:spPr>
            <a:xfrm>
              <a:off x="2157107" y="742702"/>
              <a:ext cx="76950" cy="76995"/>
            </a:xfrm>
            <a:custGeom>
              <a:rect b="b" l="l" r="r" t="t"/>
              <a:pathLst>
                <a:path extrusionOk="0" h="1686" w="1685">
                  <a:moveTo>
                    <a:pt x="0" y="1"/>
                  </a:moveTo>
                  <a:lnTo>
                    <a:pt x="842" y="843"/>
                  </a:lnTo>
                  <a:lnTo>
                    <a:pt x="1685" y="1685"/>
                  </a:lnTo>
                  <a:lnTo>
                    <a:pt x="1685" y="1209"/>
                  </a:lnTo>
                  <a:lnTo>
                    <a:pt x="1081" y="605"/>
                  </a:lnTo>
                  <a:lnTo>
                    <a:pt x="47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53"/>
            <p:cNvSpPr/>
            <p:nvPr/>
          </p:nvSpPr>
          <p:spPr>
            <a:xfrm>
              <a:off x="2011428" y="602777"/>
              <a:ext cx="37310" cy="32013"/>
            </a:xfrm>
            <a:custGeom>
              <a:rect b="b" l="l" r="r" t="t"/>
              <a:pathLst>
                <a:path extrusionOk="0" h="701" w="817">
                  <a:moveTo>
                    <a:pt x="468" y="181"/>
                  </a:moveTo>
                  <a:cubicBezTo>
                    <a:pt x="561" y="181"/>
                    <a:pt x="630" y="258"/>
                    <a:pt x="630" y="351"/>
                  </a:cubicBezTo>
                  <a:cubicBezTo>
                    <a:pt x="630" y="448"/>
                    <a:pt x="549" y="514"/>
                    <a:pt x="466" y="514"/>
                  </a:cubicBezTo>
                  <a:cubicBezTo>
                    <a:pt x="425" y="514"/>
                    <a:pt x="383" y="498"/>
                    <a:pt x="349" y="462"/>
                  </a:cubicBezTo>
                  <a:cubicBezTo>
                    <a:pt x="247" y="360"/>
                    <a:pt x="323" y="181"/>
                    <a:pt x="468" y="181"/>
                  </a:cubicBezTo>
                  <a:close/>
                  <a:moveTo>
                    <a:pt x="468" y="0"/>
                  </a:moveTo>
                  <a:cubicBezTo>
                    <a:pt x="381" y="0"/>
                    <a:pt x="293" y="33"/>
                    <a:pt x="221" y="105"/>
                  </a:cubicBezTo>
                  <a:cubicBezTo>
                    <a:pt x="0" y="317"/>
                    <a:pt x="153" y="700"/>
                    <a:pt x="468" y="700"/>
                  </a:cubicBezTo>
                  <a:cubicBezTo>
                    <a:pt x="664" y="700"/>
                    <a:pt x="817" y="538"/>
                    <a:pt x="817" y="351"/>
                  </a:cubicBezTo>
                  <a:cubicBezTo>
                    <a:pt x="817" y="139"/>
                    <a:pt x="646" y="0"/>
                    <a:pt x="4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53"/>
            <p:cNvSpPr/>
            <p:nvPr/>
          </p:nvSpPr>
          <p:spPr>
            <a:xfrm>
              <a:off x="2748364" y="1386751"/>
              <a:ext cx="37356" cy="32013"/>
            </a:xfrm>
            <a:custGeom>
              <a:rect b="b" l="l" r="r" t="t"/>
              <a:pathLst>
                <a:path extrusionOk="0" h="701" w="818">
                  <a:moveTo>
                    <a:pt x="469" y="190"/>
                  </a:moveTo>
                  <a:cubicBezTo>
                    <a:pt x="562" y="190"/>
                    <a:pt x="630" y="258"/>
                    <a:pt x="630" y="351"/>
                  </a:cubicBezTo>
                  <a:cubicBezTo>
                    <a:pt x="630" y="450"/>
                    <a:pt x="547" y="517"/>
                    <a:pt x="462" y="517"/>
                  </a:cubicBezTo>
                  <a:cubicBezTo>
                    <a:pt x="422" y="517"/>
                    <a:pt x="382" y="503"/>
                    <a:pt x="350" y="470"/>
                  </a:cubicBezTo>
                  <a:cubicBezTo>
                    <a:pt x="247" y="360"/>
                    <a:pt x="324" y="190"/>
                    <a:pt x="469" y="190"/>
                  </a:cubicBezTo>
                  <a:close/>
                  <a:moveTo>
                    <a:pt x="468" y="0"/>
                  </a:moveTo>
                  <a:cubicBezTo>
                    <a:pt x="382" y="0"/>
                    <a:pt x="294" y="33"/>
                    <a:pt x="222" y="105"/>
                  </a:cubicBezTo>
                  <a:cubicBezTo>
                    <a:pt x="1" y="326"/>
                    <a:pt x="154" y="700"/>
                    <a:pt x="469" y="700"/>
                  </a:cubicBezTo>
                  <a:cubicBezTo>
                    <a:pt x="664" y="700"/>
                    <a:pt x="817" y="547"/>
                    <a:pt x="817" y="351"/>
                  </a:cubicBezTo>
                  <a:cubicBezTo>
                    <a:pt x="817" y="139"/>
                    <a:pt x="647" y="0"/>
                    <a:pt x="4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53"/>
            <p:cNvSpPr/>
            <p:nvPr/>
          </p:nvSpPr>
          <p:spPr>
            <a:xfrm>
              <a:off x="2036271" y="623829"/>
              <a:ext cx="737804" cy="767351"/>
            </a:xfrm>
            <a:custGeom>
              <a:rect b="b" l="l" r="r" t="t"/>
              <a:pathLst>
                <a:path extrusionOk="0" h="16803" w="16156">
                  <a:moveTo>
                    <a:pt x="137" y="1"/>
                  </a:moveTo>
                  <a:lnTo>
                    <a:pt x="0" y="128"/>
                  </a:lnTo>
                  <a:lnTo>
                    <a:pt x="5173" y="5301"/>
                  </a:lnTo>
                  <a:lnTo>
                    <a:pt x="5198" y="5326"/>
                  </a:lnTo>
                  <a:lnTo>
                    <a:pt x="9035" y="5326"/>
                  </a:lnTo>
                  <a:lnTo>
                    <a:pt x="15968" y="12259"/>
                  </a:lnTo>
                  <a:lnTo>
                    <a:pt x="15968" y="16802"/>
                  </a:lnTo>
                  <a:lnTo>
                    <a:pt x="16155" y="16802"/>
                  </a:lnTo>
                  <a:lnTo>
                    <a:pt x="16155" y="12183"/>
                  </a:lnTo>
                  <a:lnTo>
                    <a:pt x="9137" y="5165"/>
                  </a:lnTo>
                  <a:lnTo>
                    <a:pt x="9111" y="5139"/>
                  </a:lnTo>
                  <a:lnTo>
                    <a:pt x="5275" y="5139"/>
                  </a:lnTo>
                  <a:lnTo>
                    <a:pt x="1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53"/>
            <p:cNvSpPr/>
            <p:nvPr/>
          </p:nvSpPr>
          <p:spPr>
            <a:xfrm>
              <a:off x="2506326" y="916786"/>
              <a:ext cx="196233" cy="195822"/>
            </a:xfrm>
            <a:custGeom>
              <a:rect b="b" l="l" r="r" t="t"/>
              <a:pathLst>
                <a:path extrusionOk="0" h="4288" w="4297">
                  <a:moveTo>
                    <a:pt x="1" y="0"/>
                  </a:moveTo>
                  <a:lnTo>
                    <a:pt x="1" y="77"/>
                  </a:lnTo>
                  <a:lnTo>
                    <a:pt x="1898" y="77"/>
                  </a:lnTo>
                  <a:lnTo>
                    <a:pt x="4220" y="2399"/>
                  </a:lnTo>
                  <a:lnTo>
                    <a:pt x="4220" y="4288"/>
                  </a:lnTo>
                  <a:lnTo>
                    <a:pt x="4297" y="4288"/>
                  </a:lnTo>
                  <a:lnTo>
                    <a:pt x="4297" y="2374"/>
                  </a:lnTo>
                  <a:lnTo>
                    <a:pt x="19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1" name="Google Shape;1271;p53"/>
          <p:cNvGrpSpPr/>
          <p:nvPr/>
        </p:nvGrpSpPr>
        <p:grpSpPr>
          <a:xfrm>
            <a:off x="820720" y="1654868"/>
            <a:ext cx="1594863" cy="2212914"/>
            <a:chOff x="2132995" y="960308"/>
            <a:chExt cx="496177" cy="688438"/>
          </a:xfrm>
        </p:grpSpPr>
        <p:sp>
          <p:nvSpPr>
            <p:cNvPr id="1272" name="Google Shape;1272;p53"/>
            <p:cNvSpPr/>
            <p:nvPr/>
          </p:nvSpPr>
          <p:spPr>
            <a:xfrm>
              <a:off x="2143863" y="977753"/>
              <a:ext cx="473252" cy="659302"/>
            </a:xfrm>
            <a:custGeom>
              <a:rect b="b" l="l" r="r" t="t"/>
              <a:pathLst>
                <a:path extrusionOk="0" h="14437" w="10363">
                  <a:moveTo>
                    <a:pt x="1" y="1"/>
                  </a:moveTo>
                  <a:lnTo>
                    <a:pt x="1" y="2663"/>
                  </a:lnTo>
                  <a:lnTo>
                    <a:pt x="4926" y="2663"/>
                  </a:lnTo>
                  <a:lnTo>
                    <a:pt x="7972" y="5709"/>
                  </a:lnTo>
                  <a:lnTo>
                    <a:pt x="7972" y="12123"/>
                  </a:lnTo>
                  <a:lnTo>
                    <a:pt x="10286" y="14437"/>
                  </a:lnTo>
                  <a:lnTo>
                    <a:pt x="10362" y="14352"/>
                  </a:lnTo>
                  <a:lnTo>
                    <a:pt x="8083" y="12081"/>
                  </a:lnTo>
                  <a:lnTo>
                    <a:pt x="8083" y="5658"/>
                  </a:lnTo>
                  <a:lnTo>
                    <a:pt x="4995" y="2561"/>
                  </a:lnTo>
                  <a:lnTo>
                    <a:pt x="4978" y="2544"/>
                  </a:lnTo>
                  <a:lnTo>
                    <a:pt x="120" y="2544"/>
                  </a:lnTo>
                  <a:lnTo>
                    <a:pt x="12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53"/>
            <p:cNvSpPr/>
            <p:nvPr/>
          </p:nvSpPr>
          <p:spPr>
            <a:xfrm>
              <a:off x="2401063" y="1126948"/>
              <a:ext cx="81608" cy="81608"/>
            </a:xfrm>
            <a:custGeom>
              <a:rect b="b" l="l" r="r" t="t"/>
              <a:pathLst>
                <a:path extrusionOk="0" h="1787" w="1787">
                  <a:moveTo>
                    <a:pt x="1" y="0"/>
                  </a:moveTo>
                  <a:lnTo>
                    <a:pt x="1" y="511"/>
                  </a:lnTo>
                  <a:lnTo>
                    <a:pt x="639" y="1149"/>
                  </a:lnTo>
                  <a:lnTo>
                    <a:pt x="1277" y="1787"/>
                  </a:lnTo>
                  <a:lnTo>
                    <a:pt x="1787" y="1787"/>
                  </a:lnTo>
                  <a:lnTo>
                    <a:pt x="894" y="894"/>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53"/>
            <p:cNvSpPr/>
            <p:nvPr/>
          </p:nvSpPr>
          <p:spPr>
            <a:xfrm>
              <a:off x="2132995" y="960308"/>
              <a:ext cx="23610" cy="20231"/>
            </a:xfrm>
            <a:custGeom>
              <a:rect b="b" l="l" r="r" t="t"/>
              <a:pathLst>
                <a:path extrusionOk="0" h="443" w="517">
                  <a:moveTo>
                    <a:pt x="298" y="119"/>
                  </a:moveTo>
                  <a:cubicBezTo>
                    <a:pt x="409" y="145"/>
                    <a:pt x="409" y="298"/>
                    <a:pt x="298" y="332"/>
                  </a:cubicBezTo>
                  <a:cubicBezTo>
                    <a:pt x="196" y="298"/>
                    <a:pt x="196" y="145"/>
                    <a:pt x="298" y="119"/>
                  </a:cubicBezTo>
                  <a:close/>
                  <a:moveTo>
                    <a:pt x="295" y="0"/>
                  </a:moveTo>
                  <a:cubicBezTo>
                    <a:pt x="240" y="0"/>
                    <a:pt x="184" y="21"/>
                    <a:pt x="137" y="68"/>
                  </a:cubicBezTo>
                  <a:cubicBezTo>
                    <a:pt x="1" y="204"/>
                    <a:pt x="103" y="442"/>
                    <a:pt x="298" y="442"/>
                  </a:cubicBezTo>
                  <a:cubicBezTo>
                    <a:pt x="418" y="434"/>
                    <a:pt x="511" y="340"/>
                    <a:pt x="511" y="230"/>
                  </a:cubicBezTo>
                  <a:cubicBezTo>
                    <a:pt x="517" y="92"/>
                    <a:pt x="410" y="0"/>
                    <a:pt x="2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53"/>
            <p:cNvSpPr/>
            <p:nvPr/>
          </p:nvSpPr>
          <p:spPr>
            <a:xfrm>
              <a:off x="2605425" y="1628651"/>
              <a:ext cx="23747" cy="20094"/>
            </a:xfrm>
            <a:custGeom>
              <a:rect b="b" l="l" r="r" t="t"/>
              <a:pathLst>
                <a:path extrusionOk="0" h="440" w="520">
                  <a:moveTo>
                    <a:pt x="298" y="116"/>
                  </a:moveTo>
                  <a:cubicBezTo>
                    <a:pt x="358" y="116"/>
                    <a:pt x="409" y="167"/>
                    <a:pt x="400" y="227"/>
                  </a:cubicBezTo>
                  <a:cubicBezTo>
                    <a:pt x="400" y="290"/>
                    <a:pt x="348" y="331"/>
                    <a:pt x="294" y="331"/>
                  </a:cubicBezTo>
                  <a:cubicBezTo>
                    <a:pt x="269" y="331"/>
                    <a:pt x="243" y="322"/>
                    <a:pt x="221" y="303"/>
                  </a:cubicBezTo>
                  <a:cubicBezTo>
                    <a:pt x="153" y="235"/>
                    <a:pt x="204" y="116"/>
                    <a:pt x="298" y="116"/>
                  </a:cubicBezTo>
                  <a:close/>
                  <a:moveTo>
                    <a:pt x="299" y="1"/>
                  </a:moveTo>
                  <a:cubicBezTo>
                    <a:pt x="244" y="1"/>
                    <a:pt x="189" y="21"/>
                    <a:pt x="145" y="65"/>
                  </a:cubicBezTo>
                  <a:cubicBezTo>
                    <a:pt x="0" y="201"/>
                    <a:pt x="102" y="439"/>
                    <a:pt x="298" y="439"/>
                  </a:cubicBezTo>
                  <a:cubicBezTo>
                    <a:pt x="417" y="439"/>
                    <a:pt x="519" y="337"/>
                    <a:pt x="519" y="218"/>
                  </a:cubicBezTo>
                  <a:cubicBezTo>
                    <a:pt x="519" y="86"/>
                    <a:pt x="411" y="1"/>
                    <a:pt x="29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53"/>
            <p:cNvSpPr/>
            <p:nvPr/>
          </p:nvSpPr>
          <p:spPr>
            <a:xfrm>
              <a:off x="2145827" y="1025155"/>
              <a:ext cx="122024" cy="71515"/>
            </a:xfrm>
            <a:custGeom>
              <a:rect b="b" l="l" r="r" t="t"/>
              <a:pathLst>
                <a:path extrusionOk="0" h="1566" w="2672">
                  <a:moveTo>
                    <a:pt x="34" y="1"/>
                  </a:moveTo>
                  <a:lnTo>
                    <a:pt x="0" y="26"/>
                  </a:lnTo>
                  <a:lnTo>
                    <a:pt x="800" y="826"/>
                  </a:lnTo>
                  <a:lnTo>
                    <a:pt x="1898" y="826"/>
                  </a:lnTo>
                  <a:lnTo>
                    <a:pt x="2638" y="1566"/>
                  </a:lnTo>
                  <a:lnTo>
                    <a:pt x="2672" y="1532"/>
                  </a:lnTo>
                  <a:lnTo>
                    <a:pt x="1923" y="783"/>
                  </a:lnTo>
                  <a:lnTo>
                    <a:pt x="817" y="783"/>
                  </a:lnTo>
                  <a:lnTo>
                    <a:pt x="3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7" name="Google Shape;1277;p53"/>
          <p:cNvGrpSpPr/>
          <p:nvPr/>
        </p:nvGrpSpPr>
        <p:grpSpPr>
          <a:xfrm>
            <a:off x="821771" y="3387923"/>
            <a:ext cx="588624" cy="102927"/>
            <a:chOff x="2974099" y="851893"/>
            <a:chExt cx="129011" cy="22560"/>
          </a:xfrm>
        </p:grpSpPr>
        <p:sp>
          <p:nvSpPr>
            <p:cNvPr id="1278" name="Google Shape;1278;p53"/>
            <p:cNvSpPr/>
            <p:nvPr/>
          </p:nvSpPr>
          <p:spPr>
            <a:xfrm>
              <a:off x="3071233" y="851893"/>
              <a:ext cx="31876" cy="22560"/>
            </a:xfrm>
            <a:custGeom>
              <a:rect b="b" l="l" r="r" t="t"/>
              <a:pathLst>
                <a:path extrusionOk="0" h="494" w="698">
                  <a:moveTo>
                    <a:pt x="408" y="0"/>
                  </a:moveTo>
                  <a:lnTo>
                    <a:pt x="0" y="494"/>
                  </a:lnTo>
                  <a:lnTo>
                    <a:pt x="289" y="494"/>
                  </a:lnTo>
                  <a:lnTo>
                    <a:pt x="6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53"/>
            <p:cNvSpPr/>
            <p:nvPr/>
          </p:nvSpPr>
          <p:spPr>
            <a:xfrm>
              <a:off x="3046756" y="851893"/>
              <a:ext cx="31876" cy="22560"/>
            </a:xfrm>
            <a:custGeom>
              <a:rect b="b" l="l" r="r" t="t"/>
              <a:pathLst>
                <a:path extrusionOk="0" h="494" w="698">
                  <a:moveTo>
                    <a:pt x="409" y="0"/>
                  </a:moveTo>
                  <a:lnTo>
                    <a:pt x="0" y="494"/>
                  </a:lnTo>
                  <a:lnTo>
                    <a:pt x="289" y="494"/>
                  </a:lnTo>
                  <a:lnTo>
                    <a:pt x="6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53"/>
            <p:cNvSpPr/>
            <p:nvPr/>
          </p:nvSpPr>
          <p:spPr>
            <a:xfrm>
              <a:off x="3022643" y="851893"/>
              <a:ext cx="31922" cy="22560"/>
            </a:xfrm>
            <a:custGeom>
              <a:rect b="b" l="l" r="r" t="t"/>
              <a:pathLst>
                <a:path extrusionOk="0" h="494" w="699">
                  <a:moveTo>
                    <a:pt x="409" y="0"/>
                  </a:moveTo>
                  <a:lnTo>
                    <a:pt x="1" y="494"/>
                  </a:lnTo>
                  <a:lnTo>
                    <a:pt x="290" y="494"/>
                  </a:lnTo>
                  <a:lnTo>
                    <a:pt x="6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53"/>
            <p:cNvSpPr/>
            <p:nvPr/>
          </p:nvSpPr>
          <p:spPr>
            <a:xfrm>
              <a:off x="2998576" y="851893"/>
              <a:ext cx="31511" cy="22560"/>
            </a:xfrm>
            <a:custGeom>
              <a:rect b="b" l="l" r="r" t="t"/>
              <a:pathLst>
                <a:path extrusionOk="0" h="494" w="690">
                  <a:moveTo>
                    <a:pt x="400" y="0"/>
                  </a:moveTo>
                  <a:lnTo>
                    <a:pt x="0" y="494"/>
                  </a:lnTo>
                  <a:lnTo>
                    <a:pt x="290" y="494"/>
                  </a:lnTo>
                  <a:lnTo>
                    <a:pt x="68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53"/>
            <p:cNvSpPr/>
            <p:nvPr/>
          </p:nvSpPr>
          <p:spPr>
            <a:xfrm>
              <a:off x="2974099" y="851893"/>
              <a:ext cx="31876" cy="22560"/>
            </a:xfrm>
            <a:custGeom>
              <a:rect b="b" l="l" r="r" t="t"/>
              <a:pathLst>
                <a:path extrusionOk="0" h="494" w="698">
                  <a:moveTo>
                    <a:pt x="409" y="0"/>
                  </a:moveTo>
                  <a:lnTo>
                    <a:pt x="0" y="494"/>
                  </a:lnTo>
                  <a:lnTo>
                    <a:pt x="290" y="494"/>
                  </a:lnTo>
                  <a:lnTo>
                    <a:pt x="6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3" name="Google Shape;1283;p53"/>
          <p:cNvGrpSpPr/>
          <p:nvPr/>
        </p:nvGrpSpPr>
        <p:grpSpPr>
          <a:xfrm>
            <a:off x="821840" y="3102420"/>
            <a:ext cx="588640" cy="46458"/>
            <a:chOff x="2850157" y="755169"/>
            <a:chExt cx="123211" cy="9727"/>
          </a:xfrm>
        </p:grpSpPr>
        <p:sp>
          <p:nvSpPr>
            <p:cNvPr id="1284" name="Google Shape;1284;p53"/>
            <p:cNvSpPr/>
            <p:nvPr/>
          </p:nvSpPr>
          <p:spPr>
            <a:xfrm>
              <a:off x="2911945" y="755169"/>
              <a:ext cx="61423" cy="9727"/>
            </a:xfrm>
            <a:custGeom>
              <a:rect b="b" l="l" r="r" t="t"/>
              <a:pathLst>
                <a:path extrusionOk="0" h="213" w="1345">
                  <a:moveTo>
                    <a:pt x="0" y="0"/>
                  </a:moveTo>
                  <a:lnTo>
                    <a:pt x="0" y="213"/>
                  </a:lnTo>
                  <a:lnTo>
                    <a:pt x="1344" y="213"/>
                  </a:lnTo>
                  <a:lnTo>
                    <a:pt x="134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53"/>
            <p:cNvSpPr/>
            <p:nvPr/>
          </p:nvSpPr>
          <p:spPr>
            <a:xfrm>
              <a:off x="2869200" y="755169"/>
              <a:ext cx="30734" cy="9727"/>
            </a:xfrm>
            <a:custGeom>
              <a:rect b="b" l="l" r="r" t="t"/>
              <a:pathLst>
                <a:path extrusionOk="0" h="213" w="673">
                  <a:moveTo>
                    <a:pt x="0" y="0"/>
                  </a:moveTo>
                  <a:lnTo>
                    <a:pt x="0" y="213"/>
                  </a:lnTo>
                  <a:lnTo>
                    <a:pt x="673" y="213"/>
                  </a:lnTo>
                  <a:lnTo>
                    <a:pt x="67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53"/>
            <p:cNvSpPr/>
            <p:nvPr/>
          </p:nvSpPr>
          <p:spPr>
            <a:xfrm>
              <a:off x="2850157" y="755169"/>
              <a:ext cx="10138" cy="9727"/>
            </a:xfrm>
            <a:custGeom>
              <a:rect b="b" l="l" r="r" t="t"/>
              <a:pathLst>
                <a:path extrusionOk="0" h="213" w="222">
                  <a:moveTo>
                    <a:pt x="1" y="0"/>
                  </a:moveTo>
                  <a:lnTo>
                    <a:pt x="1" y="213"/>
                  </a:lnTo>
                  <a:lnTo>
                    <a:pt x="222" y="213"/>
                  </a:lnTo>
                  <a:lnTo>
                    <a:pt x="22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7" name="Google Shape;1287;p53"/>
          <p:cNvGrpSpPr/>
          <p:nvPr/>
        </p:nvGrpSpPr>
        <p:grpSpPr>
          <a:xfrm>
            <a:off x="821874" y="3729867"/>
            <a:ext cx="588629" cy="137871"/>
            <a:chOff x="1314792" y="3620808"/>
            <a:chExt cx="638772" cy="149616"/>
          </a:xfrm>
        </p:grpSpPr>
        <p:grpSp>
          <p:nvGrpSpPr>
            <p:cNvPr id="1288" name="Google Shape;1288;p53"/>
            <p:cNvGrpSpPr/>
            <p:nvPr/>
          </p:nvGrpSpPr>
          <p:grpSpPr>
            <a:xfrm>
              <a:off x="1314792" y="3620808"/>
              <a:ext cx="149622" cy="149616"/>
              <a:chOff x="3126765" y="851893"/>
              <a:chExt cx="32698" cy="32698"/>
            </a:xfrm>
          </p:grpSpPr>
          <p:sp>
            <p:nvSpPr>
              <p:cNvPr id="1289" name="Google Shape;1289;p53"/>
              <p:cNvSpPr/>
              <p:nvPr/>
            </p:nvSpPr>
            <p:spPr>
              <a:xfrm>
                <a:off x="3140374" y="851893"/>
                <a:ext cx="5480" cy="32698"/>
              </a:xfrm>
              <a:custGeom>
                <a:rect b="b" l="l" r="r" t="t"/>
                <a:pathLst>
                  <a:path extrusionOk="0" h="716" w="120">
                    <a:moveTo>
                      <a:pt x="0" y="0"/>
                    </a:moveTo>
                    <a:lnTo>
                      <a:pt x="0" y="715"/>
                    </a:lnTo>
                    <a:lnTo>
                      <a:pt x="119" y="715"/>
                    </a:lnTo>
                    <a:lnTo>
                      <a:pt x="1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53"/>
              <p:cNvSpPr/>
              <p:nvPr/>
            </p:nvSpPr>
            <p:spPr>
              <a:xfrm>
                <a:off x="3126765" y="865502"/>
                <a:ext cx="32698" cy="5480"/>
              </a:xfrm>
              <a:custGeom>
                <a:rect b="b" l="l" r="r" t="t"/>
                <a:pathLst>
                  <a:path extrusionOk="0" h="120" w="716">
                    <a:moveTo>
                      <a:pt x="1" y="0"/>
                    </a:moveTo>
                    <a:lnTo>
                      <a:pt x="1" y="119"/>
                    </a:lnTo>
                    <a:lnTo>
                      <a:pt x="715" y="119"/>
                    </a:lnTo>
                    <a:lnTo>
                      <a:pt x="71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1" name="Google Shape;1291;p53"/>
            <p:cNvGrpSpPr/>
            <p:nvPr/>
          </p:nvGrpSpPr>
          <p:grpSpPr>
            <a:xfrm>
              <a:off x="1559367" y="3620808"/>
              <a:ext cx="149622" cy="149616"/>
              <a:chOff x="3126765" y="851893"/>
              <a:chExt cx="32698" cy="32698"/>
            </a:xfrm>
          </p:grpSpPr>
          <p:sp>
            <p:nvSpPr>
              <p:cNvPr id="1292" name="Google Shape;1292;p53"/>
              <p:cNvSpPr/>
              <p:nvPr/>
            </p:nvSpPr>
            <p:spPr>
              <a:xfrm>
                <a:off x="3140374" y="851893"/>
                <a:ext cx="5480" cy="32698"/>
              </a:xfrm>
              <a:custGeom>
                <a:rect b="b" l="l" r="r" t="t"/>
                <a:pathLst>
                  <a:path extrusionOk="0" h="716" w="120">
                    <a:moveTo>
                      <a:pt x="0" y="0"/>
                    </a:moveTo>
                    <a:lnTo>
                      <a:pt x="0" y="715"/>
                    </a:lnTo>
                    <a:lnTo>
                      <a:pt x="119" y="715"/>
                    </a:lnTo>
                    <a:lnTo>
                      <a:pt x="1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53"/>
              <p:cNvSpPr/>
              <p:nvPr/>
            </p:nvSpPr>
            <p:spPr>
              <a:xfrm>
                <a:off x="3126765" y="865502"/>
                <a:ext cx="32698" cy="5480"/>
              </a:xfrm>
              <a:custGeom>
                <a:rect b="b" l="l" r="r" t="t"/>
                <a:pathLst>
                  <a:path extrusionOk="0" h="120" w="716">
                    <a:moveTo>
                      <a:pt x="1" y="0"/>
                    </a:moveTo>
                    <a:lnTo>
                      <a:pt x="1" y="119"/>
                    </a:lnTo>
                    <a:lnTo>
                      <a:pt x="715" y="119"/>
                    </a:lnTo>
                    <a:lnTo>
                      <a:pt x="71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4" name="Google Shape;1294;p53"/>
            <p:cNvGrpSpPr/>
            <p:nvPr/>
          </p:nvGrpSpPr>
          <p:grpSpPr>
            <a:xfrm>
              <a:off x="1803942" y="3620808"/>
              <a:ext cx="149622" cy="149616"/>
              <a:chOff x="3126765" y="851893"/>
              <a:chExt cx="32698" cy="32698"/>
            </a:xfrm>
          </p:grpSpPr>
          <p:sp>
            <p:nvSpPr>
              <p:cNvPr id="1295" name="Google Shape;1295;p53"/>
              <p:cNvSpPr/>
              <p:nvPr/>
            </p:nvSpPr>
            <p:spPr>
              <a:xfrm>
                <a:off x="3140374" y="851893"/>
                <a:ext cx="5480" cy="32698"/>
              </a:xfrm>
              <a:custGeom>
                <a:rect b="b" l="l" r="r" t="t"/>
                <a:pathLst>
                  <a:path extrusionOk="0" h="716" w="120">
                    <a:moveTo>
                      <a:pt x="0" y="0"/>
                    </a:moveTo>
                    <a:lnTo>
                      <a:pt x="0" y="715"/>
                    </a:lnTo>
                    <a:lnTo>
                      <a:pt x="119" y="715"/>
                    </a:lnTo>
                    <a:lnTo>
                      <a:pt x="1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53"/>
              <p:cNvSpPr/>
              <p:nvPr/>
            </p:nvSpPr>
            <p:spPr>
              <a:xfrm>
                <a:off x="3126765" y="865502"/>
                <a:ext cx="32698" cy="5480"/>
              </a:xfrm>
              <a:custGeom>
                <a:rect b="b" l="l" r="r" t="t"/>
                <a:pathLst>
                  <a:path extrusionOk="0" h="120" w="716">
                    <a:moveTo>
                      <a:pt x="1" y="0"/>
                    </a:moveTo>
                    <a:lnTo>
                      <a:pt x="1" y="119"/>
                    </a:lnTo>
                    <a:lnTo>
                      <a:pt x="715" y="119"/>
                    </a:lnTo>
                    <a:lnTo>
                      <a:pt x="71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97" name="Google Shape;1297;p53"/>
          <p:cNvGrpSpPr/>
          <p:nvPr/>
        </p:nvGrpSpPr>
        <p:grpSpPr>
          <a:xfrm>
            <a:off x="6796132" y="1657028"/>
            <a:ext cx="1524590" cy="2213018"/>
            <a:chOff x="8227025" y="1937275"/>
            <a:chExt cx="592350" cy="859825"/>
          </a:xfrm>
        </p:grpSpPr>
        <p:sp>
          <p:nvSpPr>
            <p:cNvPr id="1298" name="Google Shape;1298;p53"/>
            <p:cNvSpPr/>
            <p:nvPr/>
          </p:nvSpPr>
          <p:spPr>
            <a:xfrm>
              <a:off x="8701575" y="2257600"/>
              <a:ext cx="114100" cy="114100"/>
            </a:xfrm>
            <a:custGeom>
              <a:rect b="b" l="l" r="r" t="t"/>
              <a:pathLst>
                <a:path extrusionOk="0" h="4564" w="4564">
                  <a:moveTo>
                    <a:pt x="0" y="1"/>
                  </a:moveTo>
                  <a:lnTo>
                    <a:pt x="0" y="1302"/>
                  </a:lnTo>
                  <a:lnTo>
                    <a:pt x="1629" y="2931"/>
                  </a:lnTo>
                  <a:lnTo>
                    <a:pt x="3263" y="4564"/>
                  </a:lnTo>
                  <a:lnTo>
                    <a:pt x="4563" y="4564"/>
                  </a:lnTo>
                  <a:lnTo>
                    <a:pt x="2282" y="2282"/>
                  </a:ln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53"/>
            <p:cNvSpPr/>
            <p:nvPr/>
          </p:nvSpPr>
          <p:spPr>
            <a:xfrm>
              <a:off x="8776325" y="2769075"/>
              <a:ext cx="32750" cy="28025"/>
            </a:xfrm>
            <a:custGeom>
              <a:rect b="b" l="l" r="r" t="t"/>
              <a:pathLst>
                <a:path extrusionOk="0" h="1121" w="131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53"/>
            <p:cNvSpPr/>
            <p:nvPr/>
          </p:nvSpPr>
          <p:spPr>
            <a:xfrm>
              <a:off x="8227025" y="1937275"/>
              <a:ext cx="28050" cy="27950"/>
            </a:xfrm>
            <a:custGeom>
              <a:rect b="b" l="l" r="r" t="t"/>
              <a:pathLst>
                <a:path extrusionOk="0" h="1118" w="1122">
                  <a:moveTo>
                    <a:pt x="561" y="293"/>
                  </a:moveTo>
                  <a:cubicBezTo>
                    <a:pt x="705" y="293"/>
                    <a:pt x="825" y="413"/>
                    <a:pt x="825" y="557"/>
                  </a:cubicBezTo>
                  <a:cubicBezTo>
                    <a:pt x="825" y="705"/>
                    <a:pt x="705" y="821"/>
                    <a:pt x="561" y="821"/>
                  </a:cubicBezTo>
                  <a:cubicBezTo>
                    <a:pt x="417" y="821"/>
                    <a:pt x="297" y="705"/>
                    <a:pt x="297" y="557"/>
                  </a:cubicBezTo>
                  <a:cubicBezTo>
                    <a:pt x="297" y="413"/>
                    <a:pt x="417" y="293"/>
                    <a:pt x="561" y="293"/>
                  </a:cubicBezTo>
                  <a:close/>
                  <a:moveTo>
                    <a:pt x="554" y="1"/>
                  </a:moveTo>
                  <a:cubicBezTo>
                    <a:pt x="249" y="1"/>
                    <a:pt x="1" y="251"/>
                    <a:pt x="1" y="557"/>
                  </a:cubicBezTo>
                  <a:cubicBezTo>
                    <a:pt x="1" y="865"/>
                    <a:pt x="253" y="1117"/>
                    <a:pt x="561" y="1117"/>
                  </a:cubicBezTo>
                  <a:cubicBezTo>
                    <a:pt x="869" y="1117"/>
                    <a:pt x="1122" y="865"/>
                    <a:pt x="1122" y="557"/>
                  </a:cubicBezTo>
                  <a:cubicBezTo>
                    <a:pt x="1122" y="249"/>
                    <a:pt x="869" y="1"/>
                    <a:pt x="561" y="1"/>
                  </a:cubicBezTo>
                  <a:cubicBezTo>
                    <a:pt x="559" y="1"/>
                    <a:pt x="556" y="1"/>
                    <a:pt x="5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53"/>
            <p:cNvSpPr/>
            <p:nvPr/>
          </p:nvSpPr>
          <p:spPr>
            <a:xfrm>
              <a:off x="8246250" y="1955300"/>
              <a:ext cx="573125" cy="820100"/>
            </a:xfrm>
            <a:custGeom>
              <a:rect b="b" l="l" r="r" t="t"/>
              <a:pathLst>
                <a:path extrusionOk="0" h="32804" w="22925">
                  <a:moveTo>
                    <a:pt x="208" y="0"/>
                  </a:moveTo>
                  <a:lnTo>
                    <a:pt x="0" y="208"/>
                  </a:lnTo>
                  <a:lnTo>
                    <a:pt x="7878" y="8090"/>
                  </a:lnTo>
                  <a:lnTo>
                    <a:pt x="7922" y="8134"/>
                  </a:lnTo>
                  <a:lnTo>
                    <a:pt x="14170" y="8134"/>
                  </a:lnTo>
                  <a:lnTo>
                    <a:pt x="22628" y="16592"/>
                  </a:lnTo>
                  <a:lnTo>
                    <a:pt x="22628" y="19058"/>
                  </a:lnTo>
                  <a:lnTo>
                    <a:pt x="17385" y="24301"/>
                  </a:lnTo>
                  <a:lnTo>
                    <a:pt x="17385" y="28860"/>
                  </a:lnTo>
                  <a:lnTo>
                    <a:pt x="21323" y="32803"/>
                  </a:lnTo>
                  <a:lnTo>
                    <a:pt x="21532" y="32595"/>
                  </a:lnTo>
                  <a:lnTo>
                    <a:pt x="17681" y="28740"/>
                  </a:lnTo>
                  <a:lnTo>
                    <a:pt x="17681" y="24425"/>
                  </a:lnTo>
                  <a:lnTo>
                    <a:pt x="22925" y="19182"/>
                  </a:lnTo>
                  <a:lnTo>
                    <a:pt x="22925" y="16468"/>
                  </a:lnTo>
                  <a:lnTo>
                    <a:pt x="14334" y="7878"/>
                  </a:lnTo>
                  <a:lnTo>
                    <a:pt x="14290" y="7838"/>
                  </a:lnTo>
                  <a:lnTo>
                    <a:pt x="8046" y="7838"/>
                  </a:lnTo>
                  <a:lnTo>
                    <a:pt x="2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53"/>
            <p:cNvSpPr/>
            <p:nvPr/>
          </p:nvSpPr>
          <p:spPr>
            <a:xfrm>
              <a:off x="8511325" y="2153725"/>
              <a:ext cx="232200" cy="353875"/>
            </a:xfrm>
            <a:custGeom>
              <a:rect b="b" l="l" r="r" t="t"/>
              <a:pathLst>
                <a:path extrusionOk="0" h="14155" w="9288">
                  <a:moveTo>
                    <a:pt x="81" y="1"/>
                  </a:moveTo>
                  <a:lnTo>
                    <a:pt x="1" y="85"/>
                  </a:lnTo>
                  <a:lnTo>
                    <a:pt x="5209" y="5292"/>
                  </a:lnTo>
                  <a:lnTo>
                    <a:pt x="5209" y="10160"/>
                  </a:lnTo>
                  <a:lnTo>
                    <a:pt x="9203" y="14155"/>
                  </a:lnTo>
                  <a:lnTo>
                    <a:pt x="9287" y="14071"/>
                  </a:lnTo>
                  <a:lnTo>
                    <a:pt x="5325" y="10108"/>
                  </a:lnTo>
                  <a:lnTo>
                    <a:pt x="5325" y="5244"/>
                  </a:lnTo>
                  <a:lnTo>
                    <a:pt x="8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53"/>
            <p:cNvSpPr/>
            <p:nvPr/>
          </p:nvSpPr>
          <p:spPr>
            <a:xfrm>
              <a:off x="8683450" y="2443325"/>
              <a:ext cx="123625" cy="195175"/>
            </a:xfrm>
            <a:custGeom>
              <a:rect b="b" l="l" r="r" t="t"/>
              <a:pathLst>
                <a:path extrusionOk="0" h="7807" w="4945">
                  <a:moveTo>
                    <a:pt x="4824" y="1"/>
                  </a:moveTo>
                  <a:lnTo>
                    <a:pt x="4824" y="2899"/>
                  </a:lnTo>
                  <a:lnTo>
                    <a:pt x="1" y="7722"/>
                  </a:lnTo>
                  <a:lnTo>
                    <a:pt x="85" y="7806"/>
                  </a:lnTo>
                  <a:lnTo>
                    <a:pt x="4944" y="2951"/>
                  </a:lnTo>
                  <a:lnTo>
                    <a:pt x="494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04" name="Google Shape;1304;p53"/>
          <p:cNvSpPr/>
          <p:nvPr/>
        </p:nvSpPr>
        <p:spPr>
          <a:xfrm>
            <a:off x="5351609" y="1654825"/>
            <a:ext cx="2464545" cy="2213090"/>
          </a:xfrm>
          <a:custGeom>
            <a:rect b="b" l="l" r="r" t="t"/>
            <a:pathLst>
              <a:path extrusionOk="0" h="64222" w="71519">
                <a:moveTo>
                  <a:pt x="160" y="0"/>
                </a:moveTo>
                <a:lnTo>
                  <a:pt x="0" y="160"/>
                </a:lnTo>
                <a:lnTo>
                  <a:pt x="26919" y="27079"/>
                </a:lnTo>
                <a:lnTo>
                  <a:pt x="26919" y="27956"/>
                </a:lnTo>
                <a:lnTo>
                  <a:pt x="30762" y="31798"/>
                </a:lnTo>
                <a:lnTo>
                  <a:pt x="32743" y="31798"/>
                </a:lnTo>
                <a:lnTo>
                  <a:pt x="38031" y="37086"/>
                </a:lnTo>
                <a:lnTo>
                  <a:pt x="44224" y="37086"/>
                </a:lnTo>
                <a:lnTo>
                  <a:pt x="71359" y="64221"/>
                </a:lnTo>
                <a:lnTo>
                  <a:pt x="71519" y="64061"/>
                </a:lnTo>
                <a:lnTo>
                  <a:pt x="42046" y="34588"/>
                </a:lnTo>
                <a:lnTo>
                  <a:pt x="42046" y="33035"/>
                </a:lnTo>
                <a:lnTo>
                  <a:pt x="38359" y="29353"/>
                </a:lnTo>
                <a:lnTo>
                  <a:pt x="35465" y="29353"/>
                </a:lnTo>
                <a:lnTo>
                  <a:pt x="28949" y="22836"/>
                </a:lnTo>
                <a:lnTo>
                  <a:pt x="22993" y="22836"/>
                </a:lnTo>
                <a:lnTo>
                  <a:pt x="16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05" name="Google Shape;1305;p53"/>
          <p:cNvGrpSpPr/>
          <p:nvPr/>
        </p:nvGrpSpPr>
        <p:grpSpPr>
          <a:xfrm>
            <a:off x="2563826" y="2571834"/>
            <a:ext cx="735186" cy="1298268"/>
            <a:chOff x="6435363" y="2097900"/>
            <a:chExt cx="249300" cy="440225"/>
          </a:xfrm>
        </p:grpSpPr>
        <p:sp>
          <p:nvSpPr>
            <p:cNvPr id="1306" name="Google Shape;1306;p53"/>
            <p:cNvSpPr/>
            <p:nvPr/>
          </p:nvSpPr>
          <p:spPr>
            <a:xfrm>
              <a:off x="6476813" y="2158725"/>
              <a:ext cx="30525" cy="30550"/>
            </a:xfrm>
            <a:custGeom>
              <a:rect b="b" l="l" r="r" t="t"/>
              <a:pathLst>
                <a:path extrusionOk="0" h="1222" w="1221">
                  <a:moveTo>
                    <a:pt x="1053" y="1"/>
                  </a:moveTo>
                  <a:lnTo>
                    <a:pt x="0" y="1054"/>
                  </a:lnTo>
                  <a:lnTo>
                    <a:pt x="168" y="1222"/>
                  </a:lnTo>
                  <a:lnTo>
                    <a:pt x="1221" y="165"/>
                  </a:lnTo>
                  <a:lnTo>
                    <a:pt x="105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53"/>
            <p:cNvSpPr/>
            <p:nvPr/>
          </p:nvSpPr>
          <p:spPr>
            <a:xfrm>
              <a:off x="6476713" y="2158625"/>
              <a:ext cx="30625" cy="30550"/>
            </a:xfrm>
            <a:custGeom>
              <a:rect b="b" l="l" r="r" t="t"/>
              <a:pathLst>
                <a:path extrusionOk="0" h="1222" w="1225">
                  <a:moveTo>
                    <a:pt x="168" y="1"/>
                  </a:moveTo>
                  <a:lnTo>
                    <a:pt x="0" y="169"/>
                  </a:lnTo>
                  <a:lnTo>
                    <a:pt x="1057" y="1222"/>
                  </a:lnTo>
                  <a:lnTo>
                    <a:pt x="1225" y="1054"/>
                  </a:lnTo>
                  <a:lnTo>
                    <a:pt x="1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53"/>
            <p:cNvSpPr/>
            <p:nvPr/>
          </p:nvSpPr>
          <p:spPr>
            <a:xfrm>
              <a:off x="6511238" y="2216375"/>
              <a:ext cx="43850" cy="13825"/>
            </a:xfrm>
            <a:custGeom>
              <a:rect b="b" l="l" r="r" t="t"/>
              <a:pathLst>
                <a:path extrusionOk="0" h="553" w="1754">
                  <a:moveTo>
                    <a:pt x="1329" y="0"/>
                  </a:moveTo>
                  <a:lnTo>
                    <a:pt x="0" y="128"/>
                  </a:lnTo>
                  <a:lnTo>
                    <a:pt x="428" y="553"/>
                  </a:lnTo>
                  <a:lnTo>
                    <a:pt x="1753" y="429"/>
                  </a:lnTo>
                  <a:lnTo>
                    <a:pt x="132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53"/>
            <p:cNvSpPr/>
            <p:nvPr/>
          </p:nvSpPr>
          <p:spPr>
            <a:xfrm>
              <a:off x="6530838" y="2235975"/>
              <a:ext cx="43850" cy="13850"/>
            </a:xfrm>
            <a:custGeom>
              <a:rect b="b" l="l" r="r" t="t"/>
              <a:pathLst>
                <a:path extrusionOk="0" h="554" w="1754">
                  <a:moveTo>
                    <a:pt x="1326" y="1"/>
                  </a:moveTo>
                  <a:lnTo>
                    <a:pt x="1" y="125"/>
                  </a:lnTo>
                  <a:lnTo>
                    <a:pt x="425" y="553"/>
                  </a:lnTo>
                  <a:lnTo>
                    <a:pt x="1754" y="425"/>
                  </a:lnTo>
                  <a:lnTo>
                    <a:pt x="132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53"/>
            <p:cNvSpPr/>
            <p:nvPr/>
          </p:nvSpPr>
          <p:spPr>
            <a:xfrm>
              <a:off x="6550463" y="2255500"/>
              <a:ext cx="43750" cy="13825"/>
            </a:xfrm>
            <a:custGeom>
              <a:rect b="b" l="l" r="r" t="t"/>
              <a:pathLst>
                <a:path extrusionOk="0" h="553" w="1750">
                  <a:moveTo>
                    <a:pt x="1325" y="0"/>
                  </a:moveTo>
                  <a:lnTo>
                    <a:pt x="0" y="129"/>
                  </a:lnTo>
                  <a:lnTo>
                    <a:pt x="424" y="553"/>
                  </a:lnTo>
                  <a:lnTo>
                    <a:pt x="1749" y="429"/>
                  </a:lnTo>
                  <a:lnTo>
                    <a:pt x="132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53"/>
            <p:cNvSpPr/>
            <p:nvPr/>
          </p:nvSpPr>
          <p:spPr>
            <a:xfrm>
              <a:off x="6569963" y="2275125"/>
              <a:ext cx="43850" cy="13825"/>
            </a:xfrm>
            <a:custGeom>
              <a:rect b="b" l="l" r="r" t="t"/>
              <a:pathLst>
                <a:path extrusionOk="0" h="553" w="1754">
                  <a:moveTo>
                    <a:pt x="1330" y="0"/>
                  </a:moveTo>
                  <a:lnTo>
                    <a:pt x="1" y="124"/>
                  </a:lnTo>
                  <a:lnTo>
                    <a:pt x="429" y="552"/>
                  </a:lnTo>
                  <a:lnTo>
                    <a:pt x="1754" y="424"/>
                  </a:lnTo>
                  <a:lnTo>
                    <a:pt x="133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53"/>
            <p:cNvSpPr/>
            <p:nvPr/>
          </p:nvSpPr>
          <p:spPr>
            <a:xfrm>
              <a:off x="6589588" y="2294725"/>
              <a:ext cx="43850" cy="13825"/>
            </a:xfrm>
            <a:custGeom>
              <a:rect b="b" l="l" r="r" t="t"/>
              <a:pathLst>
                <a:path extrusionOk="0" h="553" w="1754">
                  <a:moveTo>
                    <a:pt x="1325" y="1"/>
                  </a:moveTo>
                  <a:lnTo>
                    <a:pt x="0" y="125"/>
                  </a:lnTo>
                  <a:lnTo>
                    <a:pt x="425" y="553"/>
                  </a:lnTo>
                  <a:lnTo>
                    <a:pt x="1754" y="425"/>
                  </a:lnTo>
                  <a:lnTo>
                    <a:pt x="132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53"/>
            <p:cNvSpPr/>
            <p:nvPr/>
          </p:nvSpPr>
          <p:spPr>
            <a:xfrm>
              <a:off x="6537638" y="2394300"/>
              <a:ext cx="57775" cy="57675"/>
            </a:xfrm>
            <a:custGeom>
              <a:rect b="b" l="l" r="r" t="t"/>
              <a:pathLst>
                <a:path extrusionOk="0" h="2307" w="2311">
                  <a:moveTo>
                    <a:pt x="321" y="0"/>
                  </a:moveTo>
                  <a:lnTo>
                    <a:pt x="1" y="317"/>
                  </a:lnTo>
                  <a:lnTo>
                    <a:pt x="1990" y="2306"/>
                  </a:lnTo>
                  <a:lnTo>
                    <a:pt x="2310" y="1986"/>
                  </a:lnTo>
                  <a:lnTo>
                    <a:pt x="32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53"/>
            <p:cNvSpPr/>
            <p:nvPr/>
          </p:nvSpPr>
          <p:spPr>
            <a:xfrm>
              <a:off x="6596988" y="2453550"/>
              <a:ext cx="32950" cy="32925"/>
            </a:xfrm>
            <a:custGeom>
              <a:rect b="b" l="l" r="r" t="t"/>
              <a:pathLst>
                <a:path extrusionOk="0" h="1317" w="1318">
                  <a:moveTo>
                    <a:pt x="321" y="0"/>
                  </a:moveTo>
                  <a:lnTo>
                    <a:pt x="1" y="320"/>
                  </a:lnTo>
                  <a:lnTo>
                    <a:pt x="997" y="1317"/>
                  </a:lnTo>
                  <a:lnTo>
                    <a:pt x="1317" y="997"/>
                  </a:lnTo>
                  <a:lnTo>
                    <a:pt x="32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53"/>
            <p:cNvSpPr/>
            <p:nvPr/>
          </p:nvSpPr>
          <p:spPr>
            <a:xfrm>
              <a:off x="6629213" y="2485750"/>
              <a:ext cx="16025" cy="16050"/>
            </a:xfrm>
            <a:custGeom>
              <a:rect b="b" l="l" r="r" t="t"/>
              <a:pathLst>
                <a:path extrusionOk="0" h="642" w="641">
                  <a:moveTo>
                    <a:pt x="321" y="1"/>
                  </a:moveTo>
                  <a:lnTo>
                    <a:pt x="0" y="321"/>
                  </a:lnTo>
                  <a:lnTo>
                    <a:pt x="321" y="641"/>
                  </a:lnTo>
                  <a:lnTo>
                    <a:pt x="641" y="321"/>
                  </a:lnTo>
                  <a:lnTo>
                    <a:pt x="3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53"/>
            <p:cNvSpPr/>
            <p:nvPr/>
          </p:nvSpPr>
          <p:spPr>
            <a:xfrm>
              <a:off x="6435363" y="2097900"/>
              <a:ext cx="249300" cy="440225"/>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0" name="Shape 1320"/>
        <p:cNvGrpSpPr/>
        <p:nvPr/>
      </p:nvGrpSpPr>
      <p:grpSpPr>
        <a:xfrm>
          <a:off x="0" y="0"/>
          <a:ext cx="0" cy="0"/>
          <a:chOff x="0" y="0"/>
          <a:chExt cx="0" cy="0"/>
        </a:xfrm>
      </p:grpSpPr>
      <p:sp>
        <p:nvSpPr>
          <p:cNvPr id="1321" name="Google Shape;1321;p54"/>
          <p:cNvSpPr txBox="1"/>
          <p:nvPr>
            <p:ph idx="1" type="body"/>
          </p:nvPr>
        </p:nvSpPr>
        <p:spPr>
          <a:xfrm>
            <a:off x="722375" y="1129950"/>
            <a:ext cx="7704000" cy="347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Did you like the resources on this template? Get them for free at our other websites:</a:t>
            </a:r>
            <a:endParaRPr/>
          </a:p>
          <a:p>
            <a:pPr indent="0" lvl="0" marL="0" rtl="0" algn="l">
              <a:spcBef>
                <a:spcPts val="1000"/>
              </a:spcBef>
              <a:spcAft>
                <a:spcPts val="0"/>
              </a:spcAft>
              <a:buNone/>
            </a:pPr>
            <a:r>
              <a:rPr b="1" lang="en" sz="2200">
                <a:solidFill>
                  <a:schemeClr val="dk2"/>
                </a:solidFill>
                <a:latin typeface="Orbitron"/>
                <a:ea typeface="Orbitron"/>
                <a:cs typeface="Orbitron"/>
                <a:sym typeface="Orbitron"/>
              </a:rPr>
              <a:t>VECTORS</a:t>
            </a:r>
            <a:endParaRPr b="1" sz="2200">
              <a:solidFill>
                <a:schemeClr val="dk2"/>
              </a:solidFill>
              <a:latin typeface="Orbitron"/>
              <a:ea typeface="Orbitron"/>
              <a:cs typeface="Orbitron"/>
              <a:sym typeface="Orbitron"/>
            </a:endParaRPr>
          </a:p>
          <a:p>
            <a:pPr indent="-323850" lvl="0" marL="457200" rtl="0" algn="l">
              <a:spcBef>
                <a:spcPts val="1000"/>
              </a:spcBef>
              <a:spcAft>
                <a:spcPts val="0"/>
              </a:spcAft>
              <a:buSzPts val="1500"/>
              <a:buChar char="●"/>
            </a:pPr>
            <a:r>
              <a:rPr lang="en">
                <a:solidFill>
                  <a:schemeClr val="hlink"/>
                </a:solidFill>
                <a:uFill>
                  <a:noFill/>
                </a:uFill>
                <a:hlinkClick r:id="rId3"/>
              </a:rPr>
              <a:t>Flat design minimal technology id card template</a:t>
            </a:r>
            <a:endParaRPr/>
          </a:p>
          <a:p>
            <a:pPr indent="-323850" lvl="0" marL="457200" rtl="0" algn="l">
              <a:spcBef>
                <a:spcPts val="0"/>
              </a:spcBef>
              <a:spcAft>
                <a:spcPts val="0"/>
              </a:spcAft>
              <a:buSzPts val="1500"/>
              <a:buChar char="●"/>
            </a:pPr>
            <a:r>
              <a:rPr lang="en">
                <a:solidFill>
                  <a:schemeClr val="hlink"/>
                </a:solidFill>
                <a:uFill>
                  <a:noFill/>
                </a:uFill>
                <a:hlinkClick r:id="rId4"/>
              </a:rPr>
              <a:t>Flat design technology stories</a:t>
            </a:r>
            <a:endParaRPr/>
          </a:p>
          <a:p>
            <a:pPr indent="-323850" lvl="0" marL="457200" rtl="0" algn="l">
              <a:spcBef>
                <a:spcPts val="0"/>
              </a:spcBef>
              <a:spcAft>
                <a:spcPts val="0"/>
              </a:spcAft>
              <a:buSzPts val="1500"/>
              <a:buChar char="●"/>
            </a:pPr>
            <a:r>
              <a:rPr lang="en">
                <a:solidFill>
                  <a:schemeClr val="hlink"/>
                </a:solidFill>
                <a:uFill>
                  <a:noFill/>
                </a:uFill>
                <a:hlinkClick r:id="rId5"/>
              </a:rPr>
              <a:t>Flat design minimal technology instagram posts</a:t>
            </a:r>
            <a:endParaRPr/>
          </a:p>
          <a:p>
            <a:pPr indent="-323850" lvl="0" marL="457200" rtl="0" algn="l">
              <a:spcBef>
                <a:spcPts val="0"/>
              </a:spcBef>
              <a:spcAft>
                <a:spcPts val="0"/>
              </a:spcAft>
              <a:buSzPts val="1500"/>
              <a:buChar char="●"/>
            </a:pPr>
            <a:r>
              <a:rPr lang="en">
                <a:solidFill>
                  <a:schemeClr val="hlink"/>
                </a:solidFill>
                <a:uFill>
                  <a:noFill/>
                </a:uFill>
                <a:hlinkClick r:id="rId6"/>
              </a:rPr>
              <a:t>Flat design minimal technology annual report template</a:t>
            </a:r>
            <a:endParaRPr/>
          </a:p>
          <a:p>
            <a:pPr indent="0" lvl="0" marL="0" rtl="0" algn="l">
              <a:spcBef>
                <a:spcPts val="1000"/>
              </a:spcBef>
              <a:spcAft>
                <a:spcPts val="0"/>
              </a:spcAft>
              <a:buNone/>
            </a:pPr>
            <a:r>
              <a:rPr b="1" lang="en" sz="2200">
                <a:solidFill>
                  <a:schemeClr val="dk2"/>
                </a:solidFill>
                <a:latin typeface="Orbitron"/>
                <a:ea typeface="Orbitron"/>
                <a:cs typeface="Orbitron"/>
                <a:sym typeface="Orbitron"/>
              </a:rPr>
              <a:t>PHOTOS</a:t>
            </a:r>
            <a:endParaRPr b="1" sz="2200">
              <a:solidFill>
                <a:schemeClr val="dk2"/>
              </a:solidFill>
              <a:latin typeface="Orbitron"/>
              <a:ea typeface="Orbitron"/>
              <a:cs typeface="Orbitron"/>
              <a:sym typeface="Orbitron"/>
            </a:endParaRPr>
          </a:p>
          <a:p>
            <a:pPr indent="-323850" lvl="0" marL="457200" rtl="0" algn="l">
              <a:spcBef>
                <a:spcPts val="1000"/>
              </a:spcBef>
              <a:spcAft>
                <a:spcPts val="0"/>
              </a:spcAft>
              <a:buSzPts val="1500"/>
              <a:buChar char="●"/>
            </a:pPr>
            <a:r>
              <a:rPr lang="en">
                <a:solidFill>
                  <a:schemeClr val="hlink"/>
                </a:solidFill>
                <a:uFill>
                  <a:noFill/>
                </a:uFill>
                <a:hlinkClick r:id="rId7"/>
              </a:rPr>
              <a:t>Low angle businessman</a:t>
            </a:r>
            <a:endParaRPr/>
          </a:p>
          <a:p>
            <a:pPr indent="-323850" lvl="0" marL="457200" rtl="0" algn="l">
              <a:spcBef>
                <a:spcPts val="0"/>
              </a:spcBef>
              <a:spcAft>
                <a:spcPts val="0"/>
              </a:spcAft>
              <a:buSzPts val="1500"/>
              <a:buChar char="●"/>
            </a:pPr>
            <a:r>
              <a:rPr lang="en">
                <a:solidFill>
                  <a:schemeClr val="hlink"/>
                </a:solidFill>
                <a:uFill>
                  <a:noFill/>
                </a:uFill>
                <a:hlinkClick r:id="rId8"/>
              </a:rPr>
              <a:t>Close up green technological background</a:t>
            </a:r>
            <a:endParaRPr/>
          </a:p>
          <a:p>
            <a:pPr indent="-323850" lvl="0" marL="457200" rtl="0" algn="l">
              <a:spcBef>
                <a:spcPts val="0"/>
              </a:spcBef>
              <a:spcAft>
                <a:spcPts val="0"/>
              </a:spcAft>
              <a:buSzPts val="1500"/>
              <a:buChar char="●"/>
            </a:pPr>
            <a:r>
              <a:rPr lang="en">
                <a:solidFill>
                  <a:schemeClr val="hlink"/>
                </a:solidFill>
                <a:uFill>
                  <a:noFill/>
                </a:uFill>
                <a:hlinkClick r:id="rId9"/>
              </a:rPr>
              <a:t>Technology background button</a:t>
            </a:r>
            <a:endParaRPr/>
          </a:p>
        </p:txBody>
      </p:sp>
      <p:sp>
        <p:nvSpPr>
          <p:cNvPr id="1322" name="Google Shape;1322;p54"/>
          <p:cNvSpPr txBox="1"/>
          <p:nvPr>
            <p:ph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RESOURCES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326" name="Shape 1326"/>
        <p:cNvGrpSpPr/>
        <p:nvPr/>
      </p:nvGrpSpPr>
      <p:grpSpPr>
        <a:xfrm>
          <a:off x="0" y="0"/>
          <a:ext cx="0" cy="0"/>
          <a:chOff x="0" y="0"/>
          <a:chExt cx="0" cy="0"/>
        </a:xfrm>
      </p:grpSpPr>
      <p:sp>
        <p:nvSpPr>
          <p:cNvPr id="1327" name="Google Shape;1327;p55"/>
          <p:cNvSpPr txBox="1"/>
          <p:nvPr/>
        </p:nvSpPr>
        <p:spPr>
          <a:xfrm>
            <a:off x="1048350" y="4314290"/>
            <a:ext cx="7047300" cy="440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000">
                <a:solidFill>
                  <a:srgbClr val="FFFFFF"/>
                </a:solidFill>
              </a:rPr>
              <a:t>For more information about editing slides, please read</a:t>
            </a:r>
            <a:r>
              <a:rPr lang="en" sz="900">
                <a:solidFill>
                  <a:srgbClr val="FFFFFF"/>
                </a:solidFill>
              </a:rPr>
              <a:t> </a:t>
            </a:r>
            <a:r>
              <a:rPr lang="en" sz="1000">
                <a:solidFill>
                  <a:srgbClr val="FFFFFF"/>
                </a:solidFill>
              </a:rPr>
              <a:t>our FAQs or visit Slidesgo School:</a:t>
            </a:r>
            <a:endParaRPr sz="1000">
              <a:solidFill>
                <a:srgbClr val="FFFFFF"/>
              </a:solidFill>
            </a:endParaRPr>
          </a:p>
          <a:p>
            <a:pPr indent="0" lvl="0" marL="0" rtl="0" algn="ctr">
              <a:lnSpc>
                <a:spcPct val="115000"/>
              </a:lnSpc>
              <a:spcBef>
                <a:spcPts val="0"/>
              </a:spcBef>
              <a:spcAft>
                <a:spcPts val="0"/>
              </a:spcAft>
              <a:buNone/>
            </a:pPr>
            <a:r>
              <a:rPr lang="en" sz="1000" u="sng">
                <a:solidFill>
                  <a:srgbClr val="869FB2"/>
                </a:solidFill>
                <a:hlinkClick r:id="rId3">
                  <a:extLst>
                    <a:ext uri="{A12FA001-AC4F-418D-AE19-62706E023703}">
                      <ahyp:hlinkClr val="tx"/>
                    </a:ext>
                  </a:extLst>
                </a:hlinkClick>
              </a:rPr>
              <a:t>https://slidesgo.com/faqs</a:t>
            </a:r>
            <a:r>
              <a:rPr lang="en" sz="1200">
                <a:solidFill>
                  <a:srgbClr val="FFFFFF"/>
                </a:solidFill>
              </a:rPr>
              <a:t> </a:t>
            </a:r>
            <a:r>
              <a:rPr lang="en" sz="1000">
                <a:solidFill>
                  <a:srgbClr val="FFFFFF"/>
                </a:solidFill>
              </a:rPr>
              <a:t>and</a:t>
            </a:r>
            <a:r>
              <a:rPr lang="en" sz="1200">
                <a:solidFill>
                  <a:srgbClr val="FFFFFF"/>
                </a:solidFill>
              </a:rPr>
              <a:t> </a:t>
            </a:r>
            <a:r>
              <a:rPr lang="en" sz="1000" u="sng">
                <a:solidFill>
                  <a:srgbClr val="869FB2"/>
                </a:solidFill>
                <a:hlinkClick r:id="rId4">
                  <a:extLst>
                    <a:ext uri="{A12FA001-AC4F-418D-AE19-62706E023703}">
                      <ahyp:hlinkClr val="tx"/>
                    </a:ext>
                  </a:extLst>
                </a:hlinkClick>
              </a:rPr>
              <a:t>https://slidesgo.com/slidesgo-school</a:t>
            </a:r>
            <a:endParaRPr sz="1000" u="sng">
              <a:solidFill>
                <a:srgbClr val="869FB2"/>
              </a:solidFill>
            </a:endParaRPr>
          </a:p>
        </p:txBody>
      </p:sp>
      <p:sp>
        <p:nvSpPr>
          <p:cNvPr id="1328" name="Google Shape;1328;p55"/>
          <p:cNvSpPr txBox="1"/>
          <p:nvPr>
            <p:ph type="title"/>
          </p:nvPr>
        </p:nvSpPr>
        <p:spPr>
          <a:xfrm>
            <a:off x="1048350" y="323850"/>
            <a:ext cx="70473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Instructions for use</a:t>
            </a:r>
            <a:endParaRPr/>
          </a:p>
        </p:txBody>
      </p:sp>
      <p:sp>
        <p:nvSpPr>
          <p:cNvPr id="1329" name="Google Shape;1329;p55"/>
          <p:cNvSpPr txBox="1"/>
          <p:nvPr/>
        </p:nvSpPr>
        <p:spPr>
          <a:xfrm>
            <a:off x="1048350" y="902900"/>
            <a:ext cx="7047300" cy="268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rgbClr val="000000"/>
              </a:buClr>
              <a:buSzPts val="1100"/>
              <a:buFont typeface="Arial"/>
              <a:buNone/>
            </a:pPr>
            <a:r>
              <a:rPr lang="en" sz="1000">
                <a:solidFill>
                  <a:srgbClr val="FFFFFF"/>
                </a:solidFill>
              </a:rPr>
              <a:t>If you have a free account, in order to use this template, you must credit </a:t>
            </a:r>
            <a:r>
              <a:rPr b="1" lang="en" sz="1000" u="sng">
                <a:solidFill>
                  <a:srgbClr val="869FB2"/>
                </a:solidFill>
                <a:hlinkClick r:id="rId5">
                  <a:extLst>
                    <a:ext uri="{A12FA001-AC4F-418D-AE19-62706E023703}">
                      <ahyp:hlinkClr val="tx"/>
                    </a:ext>
                  </a:extLst>
                </a:hlinkClick>
              </a:rPr>
              <a:t>Slidesgo</a:t>
            </a:r>
            <a:r>
              <a:rPr lang="en" sz="1000">
                <a:solidFill>
                  <a:srgbClr val="435D74"/>
                </a:solidFill>
              </a:rPr>
              <a:t> </a:t>
            </a:r>
            <a:r>
              <a:rPr lang="en" sz="1000">
                <a:solidFill>
                  <a:srgbClr val="FFFFFF"/>
                </a:solidFill>
              </a:rPr>
              <a:t>by keeping the </a:t>
            </a:r>
            <a:r>
              <a:rPr b="1" lang="en" sz="1000" u="sng">
                <a:solidFill>
                  <a:schemeClr val="hlink"/>
                </a:solidFill>
                <a:hlinkClick action="ppaction://hlinksldjump" r:id="rId6"/>
              </a:rPr>
              <a:t>Thanks</a:t>
            </a:r>
            <a:r>
              <a:rPr lang="en" sz="1000">
                <a:solidFill>
                  <a:srgbClr val="869FB2"/>
                </a:solidFill>
              </a:rPr>
              <a:t> </a:t>
            </a:r>
            <a:r>
              <a:rPr lang="en" sz="1000">
                <a:solidFill>
                  <a:srgbClr val="FFFFFF"/>
                </a:solidFill>
              </a:rPr>
              <a:t>slide. Please refer to the next slide to read the instructions for premium users.</a:t>
            </a:r>
            <a:endParaRPr sz="1000">
              <a:solidFill>
                <a:srgbClr val="FFFFFF"/>
              </a:solidFill>
            </a:endParaRPr>
          </a:p>
          <a:p>
            <a:pPr indent="0" lvl="0" marL="0" rtl="0" algn="l">
              <a:lnSpc>
                <a:spcPct val="115000"/>
              </a:lnSpc>
              <a:spcBef>
                <a:spcPts val="1400"/>
              </a:spcBef>
              <a:spcAft>
                <a:spcPts val="0"/>
              </a:spcAft>
              <a:buClr>
                <a:srgbClr val="000000"/>
              </a:buClr>
              <a:buSzPts val="1100"/>
              <a:buFont typeface="Arial"/>
              <a:buNone/>
            </a:pPr>
            <a:r>
              <a:rPr b="1" lang="en" sz="1000">
                <a:solidFill>
                  <a:srgbClr val="869FB2"/>
                </a:solidFill>
              </a:rPr>
              <a:t>As a Free user, you are allowed to:</a:t>
            </a:r>
            <a:endParaRPr b="1" sz="1000">
              <a:solidFill>
                <a:srgbClr val="869FB2"/>
              </a:solidFill>
            </a:endParaRPr>
          </a:p>
          <a:p>
            <a:pPr indent="0" lvl="0" marL="0" rtl="0" algn="l">
              <a:lnSpc>
                <a:spcPct val="115000"/>
              </a:lnSpc>
              <a:spcBef>
                <a:spcPts val="400"/>
              </a:spcBef>
              <a:spcAft>
                <a:spcPts val="0"/>
              </a:spcAft>
              <a:buClr>
                <a:srgbClr val="000000"/>
              </a:buClr>
              <a:buSzPts val="1100"/>
              <a:buFont typeface="Arial"/>
              <a:buNone/>
            </a:pPr>
            <a:r>
              <a:rPr lang="en" sz="1000">
                <a:solidFill>
                  <a:srgbClr val="FFFFFF"/>
                </a:solidFill>
              </a:rPr>
              <a:t>- Modify this template.</a:t>
            </a:r>
            <a:endParaRPr sz="1000">
              <a:solidFill>
                <a:srgbClr val="FFFFFF"/>
              </a:solidFill>
            </a:endParaRPr>
          </a:p>
          <a:p>
            <a:pPr indent="0" lvl="0" marL="0" rtl="0" algn="l">
              <a:lnSpc>
                <a:spcPct val="115000"/>
              </a:lnSpc>
              <a:spcBef>
                <a:spcPts val="0"/>
              </a:spcBef>
              <a:spcAft>
                <a:spcPts val="0"/>
              </a:spcAft>
              <a:buClr>
                <a:srgbClr val="000000"/>
              </a:buClr>
              <a:buSzPts val="1100"/>
              <a:buFont typeface="Arial"/>
              <a:buNone/>
            </a:pPr>
            <a:r>
              <a:rPr lang="en" sz="1000">
                <a:solidFill>
                  <a:srgbClr val="FFFFFF"/>
                </a:solidFill>
              </a:rPr>
              <a:t>- Use it for both personal and commercial projects.</a:t>
            </a:r>
            <a:endParaRPr sz="1000">
              <a:solidFill>
                <a:srgbClr val="FFFFFF"/>
              </a:solidFill>
            </a:endParaRPr>
          </a:p>
          <a:p>
            <a:pPr indent="0" lvl="0" marL="0" rtl="0" algn="l">
              <a:lnSpc>
                <a:spcPct val="115000"/>
              </a:lnSpc>
              <a:spcBef>
                <a:spcPts val="1400"/>
              </a:spcBef>
              <a:spcAft>
                <a:spcPts val="0"/>
              </a:spcAft>
              <a:buClr>
                <a:srgbClr val="000000"/>
              </a:buClr>
              <a:buSzPts val="1100"/>
              <a:buFont typeface="Arial"/>
              <a:buNone/>
            </a:pPr>
            <a:r>
              <a:rPr b="1" lang="en" sz="1000">
                <a:solidFill>
                  <a:srgbClr val="869FB2"/>
                </a:solidFill>
              </a:rPr>
              <a:t>You are not allowed to:</a:t>
            </a:r>
            <a:endParaRPr b="1" sz="1000">
              <a:solidFill>
                <a:srgbClr val="869FB2"/>
              </a:solidFill>
            </a:endParaRPr>
          </a:p>
          <a:p>
            <a:pPr indent="0" lvl="0" marL="0" rtl="0" algn="l">
              <a:lnSpc>
                <a:spcPct val="115000"/>
              </a:lnSpc>
              <a:spcBef>
                <a:spcPts val="400"/>
              </a:spcBef>
              <a:spcAft>
                <a:spcPts val="0"/>
              </a:spcAft>
              <a:buClr>
                <a:srgbClr val="000000"/>
              </a:buClr>
              <a:buSzPts val="1100"/>
              <a:buFont typeface="Arial"/>
              <a:buNone/>
            </a:pPr>
            <a:r>
              <a:rPr lang="en" sz="1000">
                <a:solidFill>
                  <a:srgbClr val="FFFFFF"/>
                </a:solidFill>
              </a:rPr>
              <a:t>- Sublicense, sell or rent any of Slidesgo Content (or a modified version of Slidesgo Content).</a:t>
            </a:r>
            <a:endParaRPr sz="1000">
              <a:solidFill>
                <a:srgbClr val="FFFFFF"/>
              </a:solidFill>
            </a:endParaRPr>
          </a:p>
          <a:p>
            <a:pPr indent="0" lvl="0" marL="0" rtl="0" algn="l">
              <a:lnSpc>
                <a:spcPct val="115000"/>
              </a:lnSpc>
              <a:spcBef>
                <a:spcPts val="0"/>
              </a:spcBef>
              <a:spcAft>
                <a:spcPts val="0"/>
              </a:spcAft>
              <a:buClr>
                <a:srgbClr val="000000"/>
              </a:buClr>
              <a:buSzPts val="1100"/>
              <a:buFont typeface="Arial"/>
              <a:buNone/>
            </a:pPr>
            <a:r>
              <a:rPr lang="en" sz="1000">
                <a:solidFill>
                  <a:srgbClr val="FFFFFF"/>
                </a:solidFill>
              </a:rPr>
              <a:t>- Distribute Slidesgo Content unless it has been expressly authorized by Slidesgo.</a:t>
            </a:r>
            <a:endParaRPr sz="1000">
              <a:solidFill>
                <a:srgbClr val="FFFFFF"/>
              </a:solidFill>
            </a:endParaRPr>
          </a:p>
          <a:p>
            <a:pPr indent="0" lvl="0" marL="0" rtl="0" algn="l">
              <a:lnSpc>
                <a:spcPct val="115000"/>
              </a:lnSpc>
              <a:spcBef>
                <a:spcPts val="0"/>
              </a:spcBef>
              <a:spcAft>
                <a:spcPts val="0"/>
              </a:spcAft>
              <a:buClr>
                <a:srgbClr val="000000"/>
              </a:buClr>
              <a:buSzPts val="1100"/>
              <a:buFont typeface="Arial"/>
              <a:buNone/>
            </a:pPr>
            <a:r>
              <a:rPr lang="en" sz="1000">
                <a:solidFill>
                  <a:srgbClr val="FFFFFF"/>
                </a:solidFill>
              </a:rPr>
              <a:t>- Include Slidesgo Content in an online or offline database or file.</a:t>
            </a:r>
            <a:endParaRPr sz="1000">
              <a:solidFill>
                <a:srgbClr val="FFFFFF"/>
              </a:solidFill>
            </a:endParaRPr>
          </a:p>
          <a:p>
            <a:pPr indent="0" lvl="0" marL="0" rtl="0" algn="l">
              <a:lnSpc>
                <a:spcPct val="115000"/>
              </a:lnSpc>
              <a:spcBef>
                <a:spcPts val="0"/>
              </a:spcBef>
              <a:spcAft>
                <a:spcPts val="0"/>
              </a:spcAft>
              <a:buClr>
                <a:srgbClr val="000000"/>
              </a:buClr>
              <a:buSzPts val="1100"/>
              <a:buFont typeface="Arial"/>
              <a:buNone/>
            </a:pPr>
            <a:r>
              <a:rPr lang="en" sz="1000">
                <a:solidFill>
                  <a:srgbClr val="FFFFFF"/>
                </a:solidFill>
              </a:rPr>
              <a:t>- Offer Slidesgo templates (or modified versions of Slidesgo templates) for download.</a:t>
            </a:r>
            <a:endParaRPr sz="1000">
              <a:solidFill>
                <a:srgbClr val="FFFFFF"/>
              </a:solidFill>
            </a:endParaRPr>
          </a:p>
          <a:p>
            <a:pPr indent="0" lvl="0" marL="0" rtl="0" algn="l">
              <a:lnSpc>
                <a:spcPct val="115000"/>
              </a:lnSpc>
              <a:spcBef>
                <a:spcPts val="0"/>
              </a:spcBef>
              <a:spcAft>
                <a:spcPts val="0"/>
              </a:spcAft>
              <a:buClr>
                <a:srgbClr val="000000"/>
              </a:buClr>
              <a:buSzPts val="1100"/>
              <a:buFont typeface="Arial"/>
              <a:buNone/>
            </a:pPr>
            <a:r>
              <a:rPr lang="en" sz="1000">
                <a:solidFill>
                  <a:srgbClr val="FFFFFF"/>
                </a:solidFill>
              </a:rPr>
              <a:t>- Acquire the copyright of Slidesgo Content.</a:t>
            </a:r>
            <a:endParaRPr sz="1000">
              <a:solidFill>
                <a:srgbClr val="FFFFFF"/>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333" name="Shape 1333"/>
        <p:cNvGrpSpPr/>
        <p:nvPr/>
      </p:nvGrpSpPr>
      <p:grpSpPr>
        <a:xfrm>
          <a:off x="0" y="0"/>
          <a:ext cx="0" cy="0"/>
          <a:chOff x="0" y="0"/>
          <a:chExt cx="0" cy="0"/>
        </a:xfrm>
      </p:grpSpPr>
      <p:sp>
        <p:nvSpPr>
          <p:cNvPr id="1334" name="Google Shape;1334;p56"/>
          <p:cNvSpPr txBox="1"/>
          <p:nvPr/>
        </p:nvSpPr>
        <p:spPr>
          <a:xfrm>
            <a:off x="1048350" y="902900"/>
            <a:ext cx="7047300" cy="3929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lang="en" sz="1000">
                <a:solidFill>
                  <a:schemeClr val="lt1"/>
                </a:solidFill>
              </a:rPr>
              <a:t>As a Premium user, you can use this template without attributing </a:t>
            </a:r>
            <a:r>
              <a:rPr b="1" lang="en" sz="1000" u="sng">
                <a:solidFill>
                  <a:schemeClr val="hlink"/>
                </a:solidFill>
                <a:hlinkClick r:id="rId3"/>
              </a:rPr>
              <a:t>Slidesgo</a:t>
            </a:r>
            <a:r>
              <a:rPr lang="en" sz="1000">
                <a:solidFill>
                  <a:schemeClr val="lt1"/>
                </a:solidFill>
              </a:rPr>
              <a:t> or keeping the "</a:t>
            </a:r>
            <a:r>
              <a:rPr b="1" lang="en" sz="1000" u="sng">
                <a:solidFill>
                  <a:schemeClr val="hlink"/>
                </a:solidFill>
                <a:hlinkClick action="ppaction://hlinksldjump" r:id="rId4"/>
              </a:rPr>
              <a:t>Thanks</a:t>
            </a:r>
            <a:r>
              <a:rPr lang="en" sz="1000">
                <a:solidFill>
                  <a:schemeClr val="lt1"/>
                </a:solidFill>
              </a:rPr>
              <a:t>" slide.</a:t>
            </a:r>
            <a:endParaRPr sz="1000">
              <a:solidFill>
                <a:srgbClr val="FFFFFF"/>
              </a:solidFill>
            </a:endParaRPr>
          </a:p>
          <a:p>
            <a:pPr indent="0" lvl="0" marL="0" rtl="0" algn="l">
              <a:lnSpc>
                <a:spcPct val="115000"/>
              </a:lnSpc>
              <a:spcBef>
                <a:spcPts val="1400"/>
              </a:spcBef>
              <a:spcAft>
                <a:spcPts val="0"/>
              </a:spcAft>
              <a:buNone/>
            </a:pPr>
            <a:r>
              <a:rPr b="1" lang="en" sz="1000">
                <a:solidFill>
                  <a:srgbClr val="869FB2"/>
                </a:solidFill>
              </a:rPr>
              <a:t>You are allowed to:</a:t>
            </a:r>
            <a:endParaRPr b="1" sz="1000">
              <a:solidFill>
                <a:srgbClr val="869FB2"/>
              </a:solidFill>
            </a:endParaRPr>
          </a:p>
          <a:p>
            <a:pPr indent="-292100" lvl="0" marL="457200" rtl="0" algn="l">
              <a:lnSpc>
                <a:spcPct val="115000"/>
              </a:lnSpc>
              <a:spcBef>
                <a:spcPts val="400"/>
              </a:spcBef>
              <a:spcAft>
                <a:spcPts val="0"/>
              </a:spcAft>
              <a:buClr>
                <a:srgbClr val="FFFFFF"/>
              </a:buClr>
              <a:buSzPts val="1000"/>
              <a:buFont typeface="Arial"/>
              <a:buChar char="●"/>
            </a:pPr>
            <a:r>
              <a:rPr lang="en" sz="1000">
                <a:solidFill>
                  <a:srgbClr val="FFFFFF"/>
                </a:solidFill>
              </a:rPr>
              <a:t>Modify this template.</a:t>
            </a:r>
            <a:endParaRPr sz="1000">
              <a:solidFill>
                <a:srgbClr val="FFFFFF"/>
              </a:solidFil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rPr>
              <a:t>Use it for both personal and commercial purposes.</a:t>
            </a:r>
            <a:endParaRPr sz="1000">
              <a:solidFill>
                <a:srgbClr val="FFFFFF"/>
              </a:solidFil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rPr>
              <a:t>Hide or delete the “Thanks” slide and the mention to Slidesgo in the credits.</a:t>
            </a:r>
            <a:endParaRPr sz="1000">
              <a:solidFill>
                <a:srgbClr val="FFFFFF"/>
              </a:solidFil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rPr>
              <a:t>Share this template in an editable format with people who are not part of your team.</a:t>
            </a:r>
            <a:endParaRPr sz="1000">
              <a:solidFill>
                <a:srgbClr val="FFFFFF"/>
              </a:solidFill>
            </a:endParaRPr>
          </a:p>
          <a:p>
            <a:pPr indent="0" lvl="0" marL="0" rtl="0" algn="l">
              <a:lnSpc>
                <a:spcPct val="115000"/>
              </a:lnSpc>
              <a:spcBef>
                <a:spcPts val="1400"/>
              </a:spcBef>
              <a:spcAft>
                <a:spcPts val="0"/>
              </a:spcAft>
              <a:buNone/>
            </a:pPr>
            <a:r>
              <a:rPr b="1" lang="en" sz="1000">
                <a:solidFill>
                  <a:srgbClr val="869FB2"/>
                </a:solidFill>
              </a:rPr>
              <a:t>You are not allowed to:</a:t>
            </a:r>
            <a:endParaRPr b="1" sz="1000">
              <a:solidFill>
                <a:srgbClr val="869FB2"/>
              </a:solidFill>
            </a:endParaRPr>
          </a:p>
          <a:p>
            <a:pPr indent="-292100" lvl="0" marL="457200" rtl="0" algn="l">
              <a:lnSpc>
                <a:spcPct val="115000"/>
              </a:lnSpc>
              <a:spcBef>
                <a:spcPts val="400"/>
              </a:spcBef>
              <a:spcAft>
                <a:spcPts val="0"/>
              </a:spcAft>
              <a:buClr>
                <a:srgbClr val="FFFFFF"/>
              </a:buClr>
              <a:buSzPts val="1000"/>
              <a:buFont typeface="Arial"/>
              <a:buChar char="●"/>
            </a:pPr>
            <a:r>
              <a:rPr lang="en" sz="1000">
                <a:solidFill>
                  <a:srgbClr val="FFFFFF"/>
                </a:solidFill>
              </a:rPr>
              <a:t>Sublicense, sell or rent this Slidesgo Template (or a modified version of this Slidesgo Template).</a:t>
            </a:r>
            <a:endParaRPr sz="1000">
              <a:solidFill>
                <a:srgbClr val="FFFFFF"/>
              </a:solidFil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rPr>
              <a:t>Distribute this Slidesgo Template (or a modified version of this Slidesgo Template) or include it in a database or in any other product or service that offers downloadable images, icons or presentations that may be subject to distribution or resale.</a:t>
            </a:r>
            <a:endParaRPr sz="1000">
              <a:solidFill>
                <a:srgbClr val="FFFFFF"/>
              </a:solidFil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rPr>
              <a:t>Use any of the elements that are part of this Slidesgo Template in an isolated and separated way from this Template.</a:t>
            </a:r>
            <a:endParaRPr sz="1000">
              <a:solidFill>
                <a:srgbClr val="FFFFFF"/>
              </a:solidFil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rPr>
              <a:t>Register any of the elements that are part of this template as a trademark or logo, or register it as a work in an intellectual property registry or similar.</a:t>
            </a:r>
            <a:endParaRPr sz="1000">
              <a:solidFill>
                <a:srgbClr val="FFFFFF"/>
              </a:solidFill>
            </a:endParaRPr>
          </a:p>
          <a:p>
            <a:pPr indent="0" lvl="0" marL="0" rtl="0" algn="l">
              <a:lnSpc>
                <a:spcPct val="115000"/>
              </a:lnSpc>
              <a:spcBef>
                <a:spcPts val="0"/>
              </a:spcBef>
              <a:spcAft>
                <a:spcPts val="0"/>
              </a:spcAft>
              <a:buNone/>
            </a:pPr>
            <a:r>
              <a:t/>
            </a:r>
            <a:endParaRPr sz="1000">
              <a:solidFill>
                <a:srgbClr val="FFFFFF"/>
              </a:solidFill>
            </a:endParaRPr>
          </a:p>
          <a:p>
            <a:pPr indent="0" lvl="0" marL="0" rtl="0" algn="l">
              <a:lnSpc>
                <a:spcPct val="115000"/>
              </a:lnSpc>
              <a:spcBef>
                <a:spcPts val="0"/>
              </a:spcBef>
              <a:spcAft>
                <a:spcPts val="0"/>
              </a:spcAft>
              <a:buNone/>
            </a:pPr>
            <a:r>
              <a:t/>
            </a:r>
            <a:endParaRPr sz="1000">
              <a:solidFill>
                <a:srgbClr val="FFFFFF"/>
              </a:solidFill>
            </a:endParaRPr>
          </a:p>
        </p:txBody>
      </p:sp>
      <p:sp>
        <p:nvSpPr>
          <p:cNvPr id="1335" name="Google Shape;1335;p56"/>
          <p:cNvSpPr txBox="1"/>
          <p:nvPr/>
        </p:nvSpPr>
        <p:spPr>
          <a:xfrm>
            <a:off x="1048350" y="4314290"/>
            <a:ext cx="7047300" cy="440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000">
                <a:solidFill>
                  <a:srgbClr val="FFFFFF"/>
                </a:solidFill>
              </a:rPr>
              <a:t>For more information about editing slides, please read</a:t>
            </a:r>
            <a:r>
              <a:rPr lang="en" sz="900">
                <a:solidFill>
                  <a:srgbClr val="FFFFFF"/>
                </a:solidFill>
              </a:rPr>
              <a:t> </a:t>
            </a:r>
            <a:r>
              <a:rPr lang="en" sz="1000">
                <a:solidFill>
                  <a:srgbClr val="FFFFFF"/>
                </a:solidFill>
              </a:rPr>
              <a:t>our FAQs or visit Slidesgo School:</a:t>
            </a:r>
            <a:endParaRPr sz="1000">
              <a:solidFill>
                <a:srgbClr val="FFFFFF"/>
              </a:solidFill>
            </a:endParaRPr>
          </a:p>
          <a:p>
            <a:pPr indent="0" lvl="0" marL="0" rtl="0" algn="ctr">
              <a:lnSpc>
                <a:spcPct val="115000"/>
              </a:lnSpc>
              <a:spcBef>
                <a:spcPts val="0"/>
              </a:spcBef>
              <a:spcAft>
                <a:spcPts val="0"/>
              </a:spcAft>
              <a:buNone/>
            </a:pPr>
            <a:r>
              <a:rPr lang="en" sz="1000" u="sng">
                <a:solidFill>
                  <a:srgbClr val="869FB2"/>
                </a:solidFill>
                <a:hlinkClick r:id="rId5">
                  <a:extLst>
                    <a:ext uri="{A12FA001-AC4F-418D-AE19-62706E023703}">
                      <ahyp:hlinkClr val="tx"/>
                    </a:ext>
                  </a:extLst>
                </a:hlinkClick>
              </a:rPr>
              <a:t>https://slidesgo.com/faqs</a:t>
            </a:r>
            <a:r>
              <a:rPr lang="en" sz="1200">
                <a:solidFill>
                  <a:srgbClr val="FFFFFF"/>
                </a:solidFill>
              </a:rPr>
              <a:t> </a:t>
            </a:r>
            <a:r>
              <a:rPr lang="en" sz="1000">
                <a:solidFill>
                  <a:srgbClr val="FFFFFF"/>
                </a:solidFill>
              </a:rPr>
              <a:t>and</a:t>
            </a:r>
            <a:r>
              <a:rPr lang="en" sz="1200">
                <a:solidFill>
                  <a:srgbClr val="FFFFFF"/>
                </a:solidFill>
              </a:rPr>
              <a:t> </a:t>
            </a:r>
            <a:r>
              <a:rPr lang="en" sz="1000" u="sng">
                <a:solidFill>
                  <a:srgbClr val="869FB2"/>
                </a:solidFill>
                <a:hlinkClick r:id="rId6">
                  <a:extLst>
                    <a:ext uri="{A12FA001-AC4F-418D-AE19-62706E023703}">
                      <ahyp:hlinkClr val="tx"/>
                    </a:ext>
                  </a:extLst>
                </a:hlinkClick>
              </a:rPr>
              <a:t>https://slidesgo.com/slidesgo-school</a:t>
            </a:r>
            <a:endParaRPr sz="1000" u="sng">
              <a:solidFill>
                <a:srgbClr val="869FB2"/>
              </a:solidFill>
            </a:endParaRPr>
          </a:p>
        </p:txBody>
      </p:sp>
      <p:sp>
        <p:nvSpPr>
          <p:cNvPr id="1336" name="Google Shape;1336;p56"/>
          <p:cNvSpPr txBox="1"/>
          <p:nvPr>
            <p:ph type="title"/>
          </p:nvPr>
        </p:nvSpPr>
        <p:spPr>
          <a:xfrm>
            <a:off x="1048350" y="323850"/>
            <a:ext cx="70473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Instructions for use (premium users)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340" name="Shape 1340"/>
        <p:cNvGrpSpPr/>
        <p:nvPr/>
      </p:nvGrpSpPr>
      <p:grpSpPr>
        <a:xfrm>
          <a:off x="0" y="0"/>
          <a:ext cx="0" cy="0"/>
          <a:chOff x="0" y="0"/>
          <a:chExt cx="0" cy="0"/>
        </a:xfrm>
      </p:grpSpPr>
      <p:sp>
        <p:nvSpPr>
          <p:cNvPr id="1341" name="Google Shape;1341;p57"/>
          <p:cNvSpPr txBox="1"/>
          <p:nvPr/>
        </p:nvSpPr>
        <p:spPr>
          <a:xfrm>
            <a:off x="1068100" y="1087849"/>
            <a:ext cx="7047300" cy="440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100">
                <a:solidFill>
                  <a:srgbClr val="FFFFFF"/>
                </a:solidFill>
              </a:rPr>
              <a:t>This presentation has been made using the following fonts:</a:t>
            </a:r>
            <a:endParaRPr sz="1100">
              <a:solidFill>
                <a:srgbClr val="FFFFFF"/>
              </a:solidFill>
            </a:endParaRPr>
          </a:p>
          <a:p>
            <a:pPr indent="0" lvl="0" marL="0" rtl="0" algn="l">
              <a:lnSpc>
                <a:spcPct val="115000"/>
              </a:lnSpc>
              <a:spcBef>
                <a:spcPts val="0"/>
              </a:spcBef>
              <a:spcAft>
                <a:spcPts val="0"/>
              </a:spcAft>
              <a:buNone/>
            </a:pPr>
            <a:r>
              <a:t/>
            </a:r>
            <a:endParaRPr sz="1300">
              <a:solidFill>
                <a:srgbClr val="435D74"/>
              </a:solidFill>
            </a:endParaRPr>
          </a:p>
        </p:txBody>
      </p:sp>
      <p:sp>
        <p:nvSpPr>
          <p:cNvPr id="1342" name="Google Shape;1342;p57"/>
          <p:cNvSpPr txBox="1"/>
          <p:nvPr/>
        </p:nvSpPr>
        <p:spPr>
          <a:xfrm>
            <a:off x="1068100" y="1610422"/>
            <a:ext cx="7047300" cy="1254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100">
                <a:solidFill>
                  <a:schemeClr val="lt1"/>
                </a:solidFill>
              </a:rPr>
              <a:t>Orbitron</a:t>
            </a:r>
            <a:endParaRPr b="1" sz="1100">
              <a:solidFill>
                <a:schemeClr val="lt1"/>
              </a:solidFill>
            </a:endParaRPr>
          </a:p>
          <a:p>
            <a:pPr indent="0" lvl="0" marL="0" rtl="0" algn="ctr">
              <a:lnSpc>
                <a:spcPct val="115000"/>
              </a:lnSpc>
              <a:spcBef>
                <a:spcPts val="0"/>
              </a:spcBef>
              <a:spcAft>
                <a:spcPts val="0"/>
              </a:spcAft>
              <a:buNone/>
            </a:pPr>
            <a:r>
              <a:rPr lang="en" sz="1100">
                <a:solidFill>
                  <a:schemeClr val="lt1"/>
                </a:solidFill>
              </a:rPr>
              <a:t>(</a:t>
            </a:r>
            <a:r>
              <a:rPr lang="en" sz="1100">
                <a:solidFill>
                  <a:schemeClr val="lt1"/>
                </a:solidFill>
                <a:uFill>
                  <a:noFill/>
                </a:uFill>
                <a:hlinkClick r:id="rId3">
                  <a:extLst>
                    <a:ext uri="{A12FA001-AC4F-418D-AE19-62706E023703}">
                      <ahyp:hlinkClr val="tx"/>
                    </a:ext>
                  </a:extLst>
                </a:hlinkClick>
              </a:rPr>
              <a:t>https://fonts.google.com/specimen/Orbitron</a:t>
            </a:r>
            <a:r>
              <a:rPr lang="en" sz="1100">
                <a:solidFill>
                  <a:schemeClr val="lt1"/>
                </a:solidFill>
              </a:rPr>
              <a:t>)</a:t>
            </a:r>
            <a:endParaRPr sz="1100">
              <a:solidFill>
                <a:schemeClr val="lt1"/>
              </a:solidFill>
            </a:endParaRPr>
          </a:p>
          <a:p>
            <a:pPr indent="0" lvl="0" marL="0" rtl="0" algn="ctr">
              <a:lnSpc>
                <a:spcPct val="115000"/>
              </a:lnSpc>
              <a:spcBef>
                <a:spcPts val="0"/>
              </a:spcBef>
              <a:spcAft>
                <a:spcPts val="0"/>
              </a:spcAft>
              <a:buNone/>
            </a:pPr>
            <a:r>
              <a:t/>
            </a:r>
            <a:endParaRPr sz="800">
              <a:solidFill>
                <a:schemeClr val="lt1"/>
              </a:solidFill>
            </a:endParaRPr>
          </a:p>
          <a:p>
            <a:pPr indent="0" lvl="0" marL="0" rtl="0" algn="ctr">
              <a:lnSpc>
                <a:spcPct val="115000"/>
              </a:lnSpc>
              <a:spcBef>
                <a:spcPts val="0"/>
              </a:spcBef>
              <a:spcAft>
                <a:spcPts val="0"/>
              </a:spcAft>
              <a:buNone/>
            </a:pPr>
            <a:r>
              <a:rPr b="1" lang="en" sz="1100">
                <a:solidFill>
                  <a:schemeClr val="lt1"/>
                </a:solidFill>
              </a:rPr>
              <a:t>Roboto</a:t>
            </a:r>
            <a:endParaRPr b="1" sz="1100">
              <a:solidFill>
                <a:schemeClr val="lt1"/>
              </a:solidFill>
            </a:endParaRPr>
          </a:p>
          <a:p>
            <a:pPr indent="0" lvl="0" marL="0" rtl="0" algn="ctr">
              <a:lnSpc>
                <a:spcPct val="115000"/>
              </a:lnSpc>
              <a:spcBef>
                <a:spcPts val="0"/>
              </a:spcBef>
              <a:spcAft>
                <a:spcPts val="0"/>
              </a:spcAft>
              <a:buNone/>
            </a:pPr>
            <a:r>
              <a:rPr lang="en" sz="1100">
                <a:solidFill>
                  <a:schemeClr val="lt1"/>
                </a:solidFill>
              </a:rPr>
              <a:t>(</a:t>
            </a:r>
            <a:r>
              <a:rPr lang="en" sz="1100">
                <a:solidFill>
                  <a:schemeClr val="lt1"/>
                </a:solidFill>
                <a:uFill>
                  <a:noFill/>
                </a:uFill>
                <a:hlinkClick r:id="rId4">
                  <a:extLst>
                    <a:ext uri="{A12FA001-AC4F-418D-AE19-62706E023703}">
                      <ahyp:hlinkClr val="tx"/>
                    </a:ext>
                  </a:extLst>
                </a:hlinkClick>
              </a:rPr>
              <a:t>https://fonts.google.com/specimen/Roboto</a:t>
            </a:r>
            <a:r>
              <a:rPr lang="en" sz="1100">
                <a:solidFill>
                  <a:schemeClr val="lt1"/>
                </a:solidFill>
              </a:rPr>
              <a:t>)</a:t>
            </a:r>
            <a:endParaRPr sz="1100">
              <a:solidFill>
                <a:schemeClr val="lt1"/>
              </a:solidFill>
            </a:endParaRPr>
          </a:p>
        </p:txBody>
      </p:sp>
      <p:sp>
        <p:nvSpPr>
          <p:cNvPr id="1343" name="Google Shape;1343;p57"/>
          <p:cNvSpPr txBox="1"/>
          <p:nvPr>
            <p:ph type="title"/>
          </p:nvPr>
        </p:nvSpPr>
        <p:spPr>
          <a:xfrm>
            <a:off x="1048350" y="323850"/>
            <a:ext cx="70473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Fonts &amp; colors used</a:t>
            </a:r>
            <a:endParaRPr/>
          </a:p>
        </p:txBody>
      </p:sp>
      <p:sp>
        <p:nvSpPr>
          <p:cNvPr id="1344" name="Google Shape;1344;p57"/>
          <p:cNvSpPr/>
          <p:nvPr/>
        </p:nvSpPr>
        <p:spPr>
          <a:xfrm>
            <a:off x="2052650" y="2988225"/>
            <a:ext cx="791400" cy="754200"/>
          </a:xfrm>
          <a:prstGeom prst="roundRect">
            <a:avLst>
              <a:gd fmla="val 16667" name="adj"/>
            </a:avLst>
          </a:prstGeom>
          <a:solidFill>
            <a:srgbClr val="E3EEED"/>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57"/>
          <p:cNvSpPr/>
          <p:nvPr/>
        </p:nvSpPr>
        <p:spPr>
          <a:xfrm>
            <a:off x="3114470" y="2988225"/>
            <a:ext cx="791400" cy="754200"/>
          </a:xfrm>
          <a:prstGeom prst="roundRect">
            <a:avLst>
              <a:gd fmla="val 16667" name="adj"/>
            </a:avLst>
          </a:prstGeom>
          <a:solidFill>
            <a:srgbClr val="38353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57"/>
          <p:cNvSpPr/>
          <p:nvPr/>
        </p:nvSpPr>
        <p:spPr>
          <a:xfrm>
            <a:off x="4176289" y="2988225"/>
            <a:ext cx="791400" cy="754200"/>
          </a:xfrm>
          <a:prstGeom prst="roundRect">
            <a:avLst>
              <a:gd fmla="val 16667" name="adj"/>
            </a:avLst>
          </a:prstGeom>
          <a:solidFill>
            <a:srgbClr val="FC2E1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57"/>
          <p:cNvSpPr txBox="1"/>
          <p:nvPr/>
        </p:nvSpPr>
        <p:spPr>
          <a:xfrm>
            <a:off x="2052650" y="314527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#e3eeedff</a:t>
            </a:r>
            <a:endParaRPr sz="1000"/>
          </a:p>
        </p:txBody>
      </p:sp>
      <p:sp>
        <p:nvSpPr>
          <p:cNvPr id="1348" name="Google Shape;1348;p57"/>
          <p:cNvSpPr txBox="1"/>
          <p:nvPr/>
        </p:nvSpPr>
        <p:spPr>
          <a:xfrm>
            <a:off x="3114475" y="314527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#383536ff</a:t>
            </a:r>
            <a:endParaRPr sz="1000">
              <a:solidFill>
                <a:srgbClr val="FFFFFF"/>
              </a:solidFill>
            </a:endParaRPr>
          </a:p>
        </p:txBody>
      </p:sp>
      <p:sp>
        <p:nvSpPr>
          <p:cNvPr id="1349" name="Google Shape;1349;p57"/>
          <p:cNvSpPr txBox="1"/>
          <p:nvPr/>
        </p:nvSpPr>
        <p:spPr>
          <a:xfrm>
            <a:off x="4176300" y="314527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#fc2e12ff</a:t>
            </a:r>
            <a:endParaRPr sz="1000">
              <a:solidFill>
                <a:srgbClr val="FFFFFF"/>
              </a:solidFill>
            </a:endParaRPr>
          </a:p>
        </p:txBody>
      </p:sp>
      <p:sp>
        <p:nvSpPr>
          <p:cNvPr id="1350" name="Google Shape;1350;p57"/>
          <p:cNvSpPr/>
          <p:nvPr/>
        </p:nvSpPr>
        <p:spPr>
          <a:xfrm>
            <a:off x="5238125" y="2988225"/>
            <a:ext cx="791400" cy="754200"/>
          </a:xfrm>
          <a:prstGeom prst="roundRect">
            <a:avLst>
              <a:gd fmla="val 16667" name="adj"/>
            </a:avLst>
          </a:prstGeom>
          <a:solidFill>
            <a:srgbClr val="C1D6CE"/>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57"/>
          <p:cNvSpPr txBox="1"/>
          <p:nvPr/>
        </p:nvSpPr>
        <p:spPr>
          <a:xfrm>
            <a:off x="5238125" y="314527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#c1d6ceff</a:t>
            </a:r>
            <a:endParaRPr sz="1000"/>
          </a:p>
        </p:txBody>
      </p:sp>
      <p:sp>
        <p:nvSpPr>
          <p:cNvPr id="1352" name="Google Shape;1352;p57"/>
          <p:cNvSpPr/>
          <p:nvPr/>
        </p:nvSpPr>
        <p:spPr>
          <a:xfrm>
            <a:off x="3645388" y="3919325"/>
            <a:ext cx="791400" cy="754200"/>
          </a:xfrm>
          <a:prstGeom prst="roundRect">
            <a:avLst>
              <a:gd fmla="val 16667" name="adj"/>
            </a:avLst>
          </a:prstGeom>
          <a:solidFill>
            <a:srgbClr val="DD4815"/>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57"/>
          <p:cNvSpPr/>
          <p:nvPr/>
        </p:nvSpPr>
        <p:spPr>
          <a:xfrm>
            <a:off x="4707207" y="3919325"/>
            <a:ext cx="791400" cy="754200"/>
          </a:xfrm>
          <a:prstGeom prst="roundRect">
            <a:avLst>
              <a:gd fmla="val 16667" name="adj"/>
            </a:avLst>
          </a:prstGeom>
          <a:solidFill>
            <a:srgbClr val="24A36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57"/>
          <p:cNvSpPr txBox="1"/>
          <p:nvPr/>
        </p:nvSpPr>
        <p:spPr>
          <a:xfrm>
            <a:off x="3645388" y="407637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#dd4815ff</a:t>
            </a:r>
            <a:endParaRPr sz="1000">
              <a:solidFill>
                <a:srgbClr val="FFFFFF"/>
              </a:solidFill>
            </a:endParaRPr>
          </a:p>
        </p:txBody>
      </p:sp>
      <p:sp>
        <p:nvSpPr>
          <p:cNvPr id="1355" name="Google Shape;1355;p57"/>
          <p:cNvSpPr txBox="1"/>
          <p:nvPr/>
        </p:nvSpPr>
        <p:spPr>
          <a:xfrm>
            <a:off x="4707213" y="407637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#24a364ff</a:t>
            </a:r>
            <a:endParaRPr sz="1000">
              <a:solidFill>
                <a:srgbClr val="FFFFFF"/>
              </a:solidFill>
            </a:endParaRPr>
          </a:p>
        </p:txBody>
      </p:sp>
      <p:sp>
        <p:nvSpPr>
          <p:cNvPr id="1356" name="Google Shape;1356;p57"/>
          <p:cNvSpPr/>
          <p:nvPr/>
        </p:nvSpPr>
        <p:spPr>
          <a:xfrm>
            <a:off x="6299950" y="2988225"/>
            <a:ext cx="791400" cy="754200"/>
          </a:xfrm>
          <a:prstGeom prst="roundRect">
            <a:avLst>
              <a:gd fmla="val 16667" name="adj"/>
            </a:avLst>
          </a:prstGeom>
          <a:solidFill>
            <a:srgbClr val="64818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57"/>
          <p:cNvSpPr txBox="1"/>
          <p:nvPr/>
        </p:nvSpPr>
        <p:spPr>
          <a:xfrm>
            <a:off x="6299950" y="314527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#64818cff</a:t>
            </a:r>
            <a:endParaRPr sz="1000">
              <a:solidFill>
                <a:srgbClr val="FFFFFF"/>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361" name="Shape 1361"/>
        <p:cNvGrpSpPr/>
        <p:nvPr/>
      </p:nvGrpSpPr>
      <p:grpSpPr>
        <a:xfrm>
          <a:off x="0" y="0"/>
          <a:ext cx="0" cy="0"/>
          <a:chOff x="0" y="0"/>
          <a:chExt cx="0" cy="0"/>
        </a:xfrm>
      </p:grpSpPr>
      <p:sp>
        <p:nvSpPr>
          <p:cNvPr id="1362" name="Google Shape;1362;p58"/>
          <p:cNvSpPr txBox="1"/>
          <p:nvPr/>
        </p:nvSpPr>
        <p:spPr>
          <a:xfrm>
            <a:off x="1252425" y="1086401"/>
            <a:ext cx="6630900" cy="852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100">
                <a:solidFill>
                  <a:srgbClr val="FFFFFF"/>
                </a:solidFill>
              </a:rPr>
              <a:t>Create your Story with our illustrated concepts. Choose the style you like the most, edit its colors, pick the background and layers you want to show and bring them to life with the animator panel! It will boost your presentation. Check out</a:t>
            </a:r>
            <a:r>
              <a:rPr lang="en" sz="1100">
                <a:solidFill>
                  <a:srgbClr val="869FB2"/>
                </a:solidFill>
              </a:rPr>
              <a:t> h</a:t>
            </a:r>
            <a:r>
              <a:rPr lang="en" sz="1100">
                <a:solidFill>
                  <a:srgbClr val="869FB2"/>
                </a:solidFill>
                <a:uFill>
                  <a:noFill/>
                </a:uFill>
                <a:hlinkClick r:id="rId3">
                  <a:extLst>
                    <a:ext uri="{A12FA001-AC4F-418D-AE19-62706E023703}">
                      <ahyp:hlinkClr val="tx"/>
                    </a:ext>
                  </a:extLst>
                </a:hlinkClick>
              </a:rPr>
              <a:t>ow it works.</a:t>
            </a:r>
            <a:endParaRPr sz="1100">
              <a:solidFill>
                <a:srgbClr val="869FB2"/>
              </a:solidFill>
            </a:endParaRPr>
          </a:p>
        </p:txBody>
      </p:sp>
      <p:pic>
        <p:nvPicPr>
          <p:cNvPr id="1363" name="Google Shape;1363;p58"/>
          <p:cNvPicPr preferRelativeResize="0"/>
          <p:nvPr/>
        </p:nvPicPr>
        <p:blipFill rotWithShape="1">
          <a:blip r:embed="rId4">
            <a:alphaModFix/>
          </a:blip>
          <a:srcRect b="16547" l="0" r="0" t="16541"/>
          <a:stretch/>
        </p:blipFill>
        <p:spPr>
          <a:xfrm>
            <a:off x="510820" y="2688639"/>
            <a:ext cx="1606719" cy="1075073"/>
          </a:xfrm>
          <a:prstGeom prst="rect">
            <a:avLst/>
          </a:prstGeom>
          <a:noFill/>
          <a:ln>
            <a:noFill/>
          </a:ln>
        </p:spPr>
      </p:pic>
      <p:sp>
        <p:nvSpPr>
          <p:cNvPr id="1364" name="Google Shape;1364;p58">
            <a:hlinkClick r:id="rId5"/>
          </p:cNvPr>
          <p:cNvSpPr txBox="1"/>
          <p:nvPr/>
        </p:nvSpPr>
        <p:spPr>
          <a:xfrm>
            <a:off x="678041" y="3976375"/>
            <a:ext cx="1272300" cy="318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rgbClr val="869FB2"/>
                </a:solidFill>
                <a:uFill>
                  <a:noFill/>
                </a:uFill>
                <a:hlinkClick r:id="rId6">
                  <a:extLst>
                    <a:ext uri="{A12FA001-AC4F-418D-AE19-62706E023703}">
                      <ahyp:hlinkClr val="tx"/>
                    </a:ext>
                  </a:extLst>
                </a:hlinkClick>
              </a:rPr>
              <a:t>Pana</a:t>
            </a:r>
            <a:endParaRPr>
              <a:solidFill>
                <a:srgbClr val="869FB2"/>
              </a:solidFill>
            </a:endParaRPr>
          </a:p>
        </p:txBody>
      </p:sp>
      <p:sp>
        <p:nvSpPr>
          <p:cNvPr id="1365" name="Google Shape;1365;p58">
            <a:hlinkClick r:id="rId7"/>
          </p:cNvPr>
          <p:cNvSpPr txBox="1"/>
          <p:nvPr/>
        </p:nvSpPr>
        <p:spPr>
          <a:xfrm>
            <a:off x="2289219" y="3976375"/>
            <a:ext cx="1272300" cy="318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rgbClr val="869FB2"/>
                </a:solidFill>
                <a:uFill>
                  <a:noFill/>
                </a:uFill>
                <a:hlinkClick r:id="rId8">
                  <a:extLst>
                    <a:ext uri="{A12FA001-AC4F-418D-AE19-62706E023703}">
                      <ahyp:hlinkClr val="tx"/>
                    </a:ext>
                  </a:extLst>
                </a:hlinkClick>
              </a:rPr>
              <a:t>Amico</a:t>
            </a:r>
            <a:endParaRPr>
              <a:solidFill>
                <a:srgbClr val="869FB2"/>
              </a:solidFill>
            </a:endParaRPr>
          </a:p>
        </p:txBody>
      </p:sp>
      <p:sp>
        <p:nvSpPr>
          <p:cNvPr id="1366" name="Google Shape;1366;p58">
            <a:hlinkClick r:id="rId9"/>
          </p:cNvPr>
          <p:cNvSpPr txBox="1"/>
          <p:nvPr/>
        </p:nvSpPr>
        <p:spPr>
          <a:xfrm>
            <a:off x="3900404" y="3976375"/>
            <a:ext cx="1272300" cy="318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rgbClr val="869FB2"/>
                </a:solidFill>
                <a:uFill>
                  <a:noFill/>
                </a:uFill>
                <a:hlinkClick r:id="rId10">
                  <a:extLst>
                    <a:ext uri="{A12FA001-AC4F-418D-AE19-62706E023703}">
                      <ahyp:hlinkClr val="tx"/>
                    </a:ext>
                  </a:extLst>
                </a:hlinkClick>
              </a:rPr>
              <a:t>Bro</a:t>
            </a:r>
            <a:endParaRPr>
              <a:solidFill>
                <a:srgbClr val="869FB2"/>
              </a:solidFill>
            </a:endParaRPr>
          </a:p>
        </p:txBody>
      </p:sp>
      <p:sp>
        <p:nvSpPr>
          <p:cNvPr id="1367" name="Google Shape;1367;p58">
            <a:hlinkClick r:id="rId11"/>
          </p:cNvPr>
          <p:cNvSpPr txBox="1"/>
          <p:nvPr/>
        </p:nvSpPr>
        <p:spPr>
          <a:xfrm>
            <a:off x="5511563" y="3976375"/>
            <a:ext cx="1272300" cy="318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rgbClr val="869FB2"/>
                </a:solidFill>
                <a:uFill>
                  <a:noFill/>
                </a:uFill>
                <a:hlinkClick r:id="rId12">
                  <a:extLst>
                    <a:ext uri="{A12FA001-AC4F-418D-AE19-62706E023703}">
                      <ahyp:hlinkClr val="tx"/>
                    </a:ext>
                  </a:extLst>
                </a:hlinkClick>
              </a:rPr>
              <a:t>Rafiki</a:t>
            </a:r>
            <a:endParaRPr>
              <a:solidFill>
                <a:srgbClr val="869FB2"/>
              </a:solidFill>
            </a:endParaRPr>
          </a:p>
        </p:txBody>
      </p:sp>
      <p:pic>
        <p:nvPicPr>
          <p:cNvPr id="1368" name="Google Shape;1368;p58"/>
          <p:cNvPicPr preferRelativeResize="0"/>
          <p:nvPr/>
        </p:nvPicPr>
        <p:blipFill rotWithShape="1">
          <a:blip r:embed="rId13">
            <a:alphaModFix/>
          </a:blip>
          <a:srcRect b="0" l="0" r="0" t="0"/>
          <a:stretch/>
        </p:blipFill>
        <p:spPr>
          <a:xfrm>
            <a:off x="2255077" y="2410850"/>
            <a:ext cx="1340595" cy="1340603"/>
          </a:xfrm>
          <a:prstGeom prst="rect">
            <a:avLst/>
          </a:prstGeom>
          <a:noFill/>
          <a:ln>
            <a:noFill/>
          </a:ln>
        </p:spPr>
      </p:pic>
      <p:pic>
        <p:nvPicPr>
          <p:cNvPr id="1369" name="Google Shape;1369;p58"/>
          <p:cNvPicPr preferRelativeResize="0"/>
          <p:nvPr/>
        </p:nvPicPr>
        <p:blipFill rotWithShape="1">
          <a:blip r:embed="rId14">
            <a:alphaModFix/>
          </a:blip>
          <a:srcRect b="8855" l="4195" r="4213" t="11228"/>
          <a:stretch/>
        </p:blipFill>
        <p:spPr>
          <a:xfrm>
            <a:off x="3774275" y="2532512"/>
            <a:ext cx="1448304" cy="1263588"/>
          </a:xfrm>
          <a:prstGeom prst="rect">
            <a:avLst/>
          </a:prstGeom>
          <a:noFill/>
          <a:ln>
            <a:noFill/>
          </a:ln>
        </p:spPr>
      </p:pic>
      <p:pic>
        <p:nvPicPr>
          <p:cNvPr id="1370" name="Google Shape;1370;p58"/>
          <p:cNvPicPr preferRelativeResize="0"/>
          <p:nvPr/>
        </p:nvPicPr>
        <p:blipFill rotWithShape="1">
          <a:blip r:embed="rId15">
            <a:alphaModFix/>
          </a:blip>
          <a:srcRect b="11946" l="0" r="0" t="6568"/>
          <a:stretch/>
        </p:blipFill>
        <p:spPr>
          <a:xfrm>
            <a:off x="5347337" y="2581527"/>
            <a:ext cx="1448284" cy="1180164"/>
          </a:xfrm>
          <a:prstGeom prst="rect">
            <a:avLst/>
          </a:prstGeom>
          <a:noFill/>
          <a:ln>
            <a:noFill/>
          </a:ln>
        </p:spPr>
      </p:pic>
      <p:pic>
        <p:nvPicPr>
          <p:cNvPr id="1371" name="Google Shape;1371;p58"/>
          <p:cNvPicPr preferRelativeResize="0"/>
          <p:nvPr/>
        </p:nvPicPr>
        <p:blipFill rotWithShape="1">
          <a:blip r:embed="rId16">
            <a:alphaModFix/>
          </a:blip>
          <a:srcRect b="17968" l="0" r="0" t="11709"/>
          <a:stretch/>
        </p:blipFill>
        <p:spPr>
          <a:xfrm>
            <a:off x="6836257" y="2523903"/>
            <a:ext cx="1796923" cy="1263600"/>
          </a:xfrm>
          <a:prstGeom prst="rect">
            <a:avLst/>
          </a:prstGeom>
          <a:noFill/>
          <a:ln>
            <a:noFill/>
          </a:ln>
        </p:spPr>
      </p:pic>
      <p:sp>
        <p:nvSpPr>
          <p:cNvPr id="1372" name="Google Shape;1372;p58">
            <a:hlinkClick r:id="rId17"/>
          </p:cNvPr>
          <p:cNvSpPr txBox="1"/>
          <p:nvPr/>
        </p:nvSpPr>
        <p:spPr>
          <a:xfrm>
            <a:off x="7122738" y="3976375"/>
            <a:ext cx="1272300" cy="318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rgbClr val="869FB2"/>
                </a:solidFill>
                <a:uFill>
                  <a:noFill/>
                </a:uFill>
                <a:hlinkClick r:id="rId18">
                  <a:extLst>
                    <a:ext uri="{A12FA001-AC4F-418D-AE19-62706E023703}">
                      <ahyp:hlinkClr val="tx"/>
                    </a:ext>
                  </a:extLst>
                </a:hlinkClick>
              </a:rPr>
              <a:t>Cuate</a:t>
            </a:r>
            <a:endParaRPr>
              <a:solidFill>
                <a:srgbClr val="869FB2"/>
              </a:solidFill>
            </a:endParaRPr>
          </a:p>
        </p:txBody>
      </p:sp>
      <p:sp>
        <p:nvSpPr>
          <p:cNvPr id="1373" name="Google Shape;1373;p58"/>
          <p:cNvSpPr txBox="1"/>
          <p:nvPr>
            <p:ph type="title"/>
          </p:nvPr>
        </p:nvSpPr>
        <p:spPr>
          <a:xfrm>
            <a:off x="1048350" y="323850"/>
            <a:ext cx="70473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Storyset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377" name="Shape 1377"/>
        <p:cNvGrpSpPr/>
        <p:nvPr/>
      </p:nvGrpSpPr>
      <p:grpSpPr>
        <a:xfrm>
          <a:off x="0" y="0"/>
          <a:ext cx="0" cy="0"/>
          <a:chOff x="0" y="0"/>
          <a:chExt cx="0" cy="0"/>
        </a:xfrm>
      </p:grpSpPr>
      <p:grpSp>
        <p:nvGrpSpPr>
          <p:cNvPr id="1378" name="Google Shape;1378;p59"/>
          <p:cNvGrpSpPr/>
          <p:nvPr/>
        </p:nvGrpSpPr>
        <p:grpSpPr>
          <a:xfrm>
            <a:off x="5082708" y="3095784"/>
            <a:ext cx="442841" cy="514271"/>
            <a:chOff x="4727025" y="1332775"/>
            <a:chExt cx="59900" cy="69625"/>
          </a:xfrm>
        </p:grpSpPr>
        <p:sp>
          <p:nvSpPr>
            <p:cNvPr id="1379" name="Google Shape;1379;p59"/>
            <p:cNvSpPr/>
            <p:nvPr/>
          </p:nvSpPr>
          <p:spPr>
            <a:xfrm>
              <a:off x="4727025" y="1332775"/>
              <a:ext cx="36450" cy="33200"/>
            </a:xfrm>
            <a:custGeom>
              <a:rect b="b" l="l" r="r" t="t"/>
              <a:pathLst>
                <a:path extrusionOk="0" h="1328" w="1458">
                  <a:moveTo>
                    <a:pt x="1047" y="1"/>
                  </a:moveTo>
                  <a:lnTo>
                    <a:pt x="1047" y="188"/>
                  </a:lnTo>
                  <a:cubicBezTo>
                    <a:pt x="484" y="289"/>
                    <a:pt x="51" y="758"/>
                    <a:pt x="1" y="1328"/>
                  </a:cubicBezTo>
                  <a:lnTo>
                    <a:pt x="477" y="1328"/>
                  </a:lnTo>
                  <a:cubicBezTo>
                    <a:pt x="527" y="1018"/>
                    <a:pt x="751" y="765"/>
                    <a:pt x="1047" y="679"/>
                  </a:cubicBezTo>
                  <a:lnTo>
                    <a:pt x="1047" y="845"/>
                  </a:lnTo>
                  <a:lnTo>
                    <a:pt x="1458" y="433"/>
                  </a:lnTo>
                  <a:lnTo>
                    <a:pt x="104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59"/>
            <p:cNvSpPr/>
            <p:nvPr/>
          </p:nvSpPr>
          <p:spPr>
            <a:xfrm>
              <a:off x="4750475" y="1369025"/>
              <a:ext cx="36450" cy="33375"/>
            </a:xfrm>
            <a:custGeom>
              <a:rect b="b" l="l" r="r" t="t"/>
              <a:pathLst>
                <a:path extrusionOk="0" h="1335" w="1458">
                  <a:moveTo>
                    <a:pt x="974" y="0"/>
                  </a:moveTo>
                  <a:cubicBezTo>
                    <a:pt x="931" y="311"/>
                    <a:pt x="707" y="570"/>
                    <a:pt x="404" y="657"/>
                  </a:cubicBezTo>
                  <a:lnTo>
                    <a:pt x="404" y="491"/>
                  </a:lnTo>
                  <a:lnTo>
                    <a:pt x="0" y="902"/>
                  </a:lnTo>
                  <a:lnTo>
                    <a:pt x="404" y="1335"/>
                  </a:lnTo>
                  <a:lnTo>
                    <a:pt x="404" y="1140"/>
                  </a:lnTo>
                  <a:cubicBezTo>
                    <a:pt x="967" y="1039"/>
                    <a:pt x="1400" y="577"/>
                    <a:pt x="145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1" name="Google Shape;1381;p59"/>
          <p:cNvGrpSpPr/>
          <p:nvPr/>
        </p:nvGrpSpPr>
        <p:grpSpPr>
          <a:xfrm>
            <a:off x="5758025" y="2343272"/>
            <a:ext cx="500909" cy="500899"/>
            <a:chOff x="4820425" y="1329900"/>
            <a:chExt cx="70175" cy="70350"/>
          </a:xfrm>
        </p:grpSpPr>
        <p:sp>
          <p:nvSpPr>
            <p:cNvPr id="1382" name="Google Shape;1382;p59"/>
            <p:cNvSpPr/>
            <p:nvPr/>
          </p:nvSpPr>
          <p:spPr>
            <a:xfrm>
              <a:off x="4862975" y="1335475"/>
              <a:ext cx="27625" cy="34650"/>
            </a:xfrm>
            <a:custGeom>
              <a:rect b="b" l="l" r="r" t="t"/>
              <a:pathLst>
                <a:path extrusionOk="0" h="1386" w="1105">
                  <a:moveTo>
                    <a:pt x="1" y="1"/>
                  </a:moveTo>
                  <a:lnTo>
                    <a:pt x="1" y="491"/>
                  </a:lnTo>
                  <a:cubicBezTo>
                    <a:pt x="217" y="585"/>
                    <a:pt x="376" y="765"/>
                    <a:pt x="441" y="989"/>
                  </a:cubicBezTo>
                  <a:lnTo>
                    <a:pt x="275" y="989"/>
                  </a:lnTo>
                  <a:lnTo>
                    <a:pt x="679" y="1386"/>
                  </a:lnTo>
                  <a:lnTo>
                    <a:pt x="1104" y="989"/>
                  </a:lnTo>
                  <a:lnTo>
                    <a:pt x="917" y="989"/>
                  </a:lnTo>
                  <a:cubicBezTo>
                    <a:pt x="830" y="513"/>
                    <a:pt x="470" y="123"/>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59"/>
            <p:cNvSpPr/>
            <p:nvPr/>
          </p:nvSpPr>
          <p:spPr>
            <a:xfrm>
              <a:off x="4820425" y="1360000"/>
              <a:ext cx="27625" cy="34650"/>
            </a:xfrm>
            <a:custGeom>
              <a:rect b="b" l="l" r="r" t="t"/>
              <a:pathLst>
                <a:path extrusionOk="0" h="1386" w="1105">
                  <a:moveTo>
                    <a:pt x="426" y="1"/>
                  </a:moveTo>
                  <a:lnTo>
                    <a:pt x="1" y="397"/>
                  </a:lnTo>
                  <a:lnTo>
                    <a:pt x="188" y="397"/>
                  </a:lnTo>
                  <a:cubicBezTo>
                    <a:pt x="275" y="873"/>
                    <a:pt x="628" y="1263"/>
                    <a:pt x="1097" y="1386"/>
                  </a:cubicBezTo>
                  <a:lnTo>
                    <a:pt x="1104" y="895"/>
                  </a:lnTo>
                  <a:cubicBezTo>
                    <a:pt x="888" y="801"/>
                    <a:pt x="729" y="621"/>
                    <a:pt x="664" y="397"/>
                  </a:cubicBezTo>
                  <a:lnTo>
                    <a:pt x="830" y="397"/>
                  </a:lnTo>
                  <a:lnTo>
                    <a:pt x="426"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59"/>
            <p:cNvSpPr/>
            <p:nvPr/>
          </p:nvSpPr>
          <p:spPr>
            <a:xfrm>
              <a:off x="4850375" y="1372800"/>
              <a:ext cx="34625" cy="27450"/>
            </a:xfrm>
            <a:custGeom>
              <a:rect b="b" l="l" r="r" t="t"/>
              <a:pathLst>
                <a:path extrusionOk="0" h="1098" w="1385">
                  <a:moveTo>
                    <a:pt x="894" y="1"/>
                  </a:moveTo>
                  <a:cubicBezTo>
                    <a:pt x="801" y="210"/>
                    <a:pt x="620" y="369"/>
                    <a:pt x="397" y="434"/>
                  </a:cubicBezTo>
                  <a:lnTo>
                    <a:pt x="397" y="275"/>
                  </a:lnTo>
                  <a:lnTo>
                    <a:pt x="0" y="672"/>
                  </a:lnTo>
                  <a:lnTo>
                    <a:pt x="397" y="1097"/>
                  </a:lnTo>
                  <a:lnTo>
                    <a:pt x="397" y="910"/>
                  </a:lnTo>
                  <a:cubicBezTo>
                    <a:pt x="873" y="823"/>
                    <a:pt x="1262" y="470"/>
                    <a:pt x="1385" y="1"/>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59"/>
            <p:cNvSpPr/>
            <p:nvPr/>
          </p:nvSpPr>
          <p:spPr>
            <a:xfrm>
              <a:off x="4825850" y="1329900"/>
              <a:ext cx="34625" cy="27975"/>
            </a:xfrm>
            <a:custGeom>
              <a:rect b="b" l="l" r="r" t="t"/>
              <a:pathLst>
                <a:path extrusionOk="0" h="1119" w="1385">
                  <a:moveTo>
                    <a:pt x="988" y="0"/>
                  </a:moveTo>
                  <a:lnTo>
                    <a:pt x="988" y="188"/>
                  </a:lnTo>
                  <a:cubicBezTo>
                    <a:pt x="505" y="274"/>
                    <a:pt x="123" y="635"/>
                    <a:pt x="0" y="1118"/>
                  </a:cubicBezTo>
                  <a:lnTo>
                    <a:pt x="491" y="1118"/>
                  </a:lnTo>
                  <a:cubicBezTo>
                    <a:pt x="584" y="895"/>
                    <a:pt x="765" y="729"/>
                    <a:pt x="995" y="664"/>
                  </a:cubicBezTo>
                  <a:lnTo>
                    <a:pt x="995" y="830"/>
                  </a:lnTo>
                  <a:lnTo>
                    <a:pt x="1385" y="426"/>
                  </a:lnTo>
                  <a:lnTo>
                    <a:pt x="988"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6" name="Google Shape;1386;p59"/>
          <p:cNvGrpSpPr/>
          <p:nvPr/>
        </p:nvGrpSpPr>
        <p:grpSpPr>
          <a:xfrm>
            <a:off x="6410648" y="2355062"/>
            <a:ext cx="538135" cy="493119"/>
            <a:chOff x="4903200" y="1331525"/>
            <a:chExt cx="73575" cy="67425"/>
          </a:xfrm>
        </p:grpSpPr>
        <p:sp>
          <p:nvSpPr>
            <p:cNvPr id="1387" name="Google Shape;1387;p59"/>
            <p:cNvSpPr/>
            <p:nvPr/>
          </p:nvSpPr>
          <p:spPr>
            <a:xfrm>
              <a:off x="4903200" y="1331525"/>
              <a:ext cx="73575" cy="67425"/>
            </a:xfrm>
            <a:custGeom>
              <a:rect b="b" l="l" r="r" t="t"/>
              <a:pathLst>
                <a:path extrusionOk="0" h="2697" w="2943">
                  <a:moveTo>
                    <a:pt x="1652" y="0"/>
                  </a:moveTo>
                  <a:lnTo>
                    <a:pt x="1652" y="173"/>
                  </a:lnTo>
                  <a:cubicBezTo>
                    <a:pt x="534" y="195"/>
                    <a:pt x="0" y="1551"/>
                    <a:pt x="794" y="2330"/>
                  </a:cubicBezTo>
                  <a:cubicBezTo>
                    <a:pt x="1051" y="2583"/>
                    <a:pt x="1366" y="2696"/>
                    <a:pt x="1674" y="2696"/>
                  </a:cubicBezTo>
                  <a:cubicBezTo>
                    <a:pt x="2323" y="2696"/>
                    <a:pt x="2943" y="2194"/>
                    <a:pt x="2943" y="1435"/>
                  </a:cubicBezTo>
                  <a:lnTo>
                    <a:pt x="2503" y="1435"/>
                  </a:lnTo>
                  <a:cubicBezTo>
                    <a:pt x="2503" y="1928"/>
                    <a:pt x="2093" y="2259"/>
                    <a:pt x="1668" y="2259"/>
                  </a:cubicBezTo>
                  <a:cubicBezTo>
                    <a:pt x="1470" y="2259"/>
                    <a:pt x="1269" y="2187"/>
                    <a:pt x="1104" y="2027"/>
                  </a:cubicBezTo>
                  <a:cubicBezTo>
                    <a:pt x="577" y="1515"/>
                    <a:pt x="923" y="628"/>
                    <a:pt x="1652" y="613"/>
                  </a:cubicBezTo>
                  <a:lnTo>
                    <a:pt x="1652" y="765"/>
                  </a:lnTo>
                  <a:lnTo>
                    <a:pt x="2020" y="390"/>
                  </a:lnTo>
                  <a:lnTo>
                    <a:pt x="1652" y="0"/>
                  </a:lnTo>
                  <a:close/>
                </a:path>
              </a:pathLst>
            </a:custGeom>
            <a:solidFill>
              <a:srgbClr val="A5B7C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8" name="Google Shape;1388;p59"/>
            <p:cNvSpPr/>
            <p:nvPr/>
          </p:nvSpPr>
          <p:spPr>
            <a:xfrm>
              <a:off x="4930250" y="1353150"/>
              <a:ext cx="29775" cy="32475"/>
            </a:xfrm>
            <a:custGeom>
              <a:rect b="b" l="l" r="r" t="t"/>
              <a:pathLst>
                <a:path extrusionOk="0" h="1299" w="1191">
                  <a:moveTo>
                    <a:pt x="592" y="1"/>
                  </a:moveTo>
                  <a:cubicBezTo>
                    <a:pt x="274" y="1"/>
                    <a:pt x="15" y="246"/>
                    <a:pt x="0" y="570"/>
                  </a:cubicBezTo>
                  <a:lnTo>
                    <a:pt x="447" y="570"/>
                  </a:lnTo>
                  <a:cubicBezTo>
                    <a:pt x="447" y="479"/>
                    <a:pt x="519" y="416"/>
                    <a:pt x="597" y="416"/>
                  </a:cubicBezTo>
                  <a:cubicBezTo>
                    <a:pt x="624" y="416"/>
                    <a:pt x="652" y="424"/>
                    <a:pt x="678" y="441"/>
                  </a:cubicBezTo>
                  <a:cubicBezTo>
                    <a:pt x="779" y="506"/>
                    <a:pt x="765" y="657"/>
                    <a:pt x="656" y="707"/>
                  </a:cubicBezTo>
                  <a:lnTo>
                    <a:pt x="656" y="534"/>
                  </a:lnTo>
                  <a:lnTo>
                    <a:pt x="289" y="902"/>
                  </a:lnTo>
                  <a:lnTo>
                    <a:pt x="656" y="1299"/>
                  </a:lnTo>
                  <a:lnTo>
                    <a:pt x="656" y="1155"/>
                  </a:lnTo>
                  <a:cubicBezTo>
                    <a:pt x="959" y="1126"/>
                    <a:pt x="1190" y="873"/>
                    <a:pt x="1190" y="570"/>
                  </a:cubicBezTo>
                  <a:cubicBezTo>
                    <a:pt x="1176" y="246"/>
                    <a:pt x="916" y="1"/>
                    <a:pt x="59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9" name="Google Shape;1389;p59"/>
          <p:cNvGrpSpPr/>
          <p:nvPr/>
        </p:nvGrpSpPr>
        <p:grpSpPr>
          <a:xfrm>
            <a:off x="5670599" y="3097040"/>
            <a:ext cx="544563" cy="511895"/>
            <a:chOff x="4815575" y="1416800"/>
            <a:chExt cx="73750" cy="71400"/>
          </a:xfrm>
        </p:grpSpPr>
        <p:sp>
          <p:nvSpPr>
            <p:cNvPr id="1390" name="Google Shape;1390;p59"/>
            <p:cNvSpPr/>
            <p:nvPr/>
          </p:nvSpPr>
          <p:spPr>
            <a:xfrm>
              <a:off x="4815575" y="1416800"/>
              <a:ext cx="43100" cy="52150"/>
            </a:xfrm>
            <a:custGeom>
              <a:rect b="b" l="l" r="r" t="t"/>
              <a:pathLst>
                <a:path extrusionOk="0" h="2086" w="1724">
                  <a:moveTo>
                    <a:pt x="1327" y="1"/>
                  </a:moveTo>
                  <a:lnTo>
                    <a:pt x="1327" y="181"/>
                  </a:lnTo>
                  <a:cubicBezTo>
                    <a:pt x="469" y="361"/>
                    <a:pt x="0" y="1299"/>
                    <a:pt x="375" y="2085"/>
                  </a:cubicBezTo>
                  <a:lnTo>
                    <a:pt x="772" y="1818"/>
                  </a:lnTo>
                  <a:cubicBezTo>
                    <a:pt x="729" y="1717"/>
                    <a:pt x="707" y="1609"/>
                    <a:pt x="707" y="1501"/>
                  </a:cubicBezTo>
                  <a:cubicBezTo>
                    <a:pt x="714" y="1111"/>
                    <a:pt x="959" y="772"/>
                    <a:pt x="1327" y="657"/>
                  </a:cubicBezTo>
                  <a:lnTo>
                    <a:pt x="1327" y="823"/>
                  </a:lnTo>
                  <a:lnTo>
                    <a:pt x="1724" y="426"/>
                  </a:lnTo>
                  <a:lnTo>
                    <a:pt x="132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59"/>
            <p:cNvSpPr/>
            <p:nvPr/>
          </p:nvSpPr>
          <p:spPr>
            <a:xfrm>
              <a:off x="4861725" y="1421125"/>
              <a:ext cx="27600" cy="51250"/>
            </a:xfrm>
            <a:custGeom>
              <a:rect b="b" l="l" r="r" t="t"/>
              <a:pathLst>
                <a:path extrusionOk="0" h="2050" w="1104">
                  <a:moveTo>
                    <a:pt x="0" y="1"/>
                  </a:moveTo>
                  <a:lnTo>
                    <a:pt x="0" y="477"/>
                  </a:lnTo>
                  <a:cubicBezTo>
                    <a:pt x="375" y="592"/>
                    <a:pt x="635" y="938"/>
                    <a:pt x="635" y="1328"/>
                  </a:cubicBezTo>
                  <a:cubicBezTo>
                    <a:pt x="635" y="1429"/>
                    <a:pt x="621" y="1530"/>
                    <a:pt x="585" y="1624"/>
                  </a:cubicBezTo>
                  <a:lnTo>
                    <a:pt x="404" y="1494"/>
                  </a:lnTo>
                  <a:lnTo>
                    <a:pt x="513" y="2049"/>
                  </a:lnTo>
                  <a:lnTo>
                    <a:pt x="1089" y="1963"/>
                  </a:lnTo>
                  <a:lnTo>
                    <a:pt x="981" y="1883"/>
                  </a:lnTo>
                  <a:cubicBezTo>
                    <a:pt x="1061" y="1710"/>
                    <a:pt x="1104" y="1523"/>
                    <a:pt x="1104" y="1328"/>
                  </a:cubicBezTo>
                  <a:cubicBezTo>
                    <a:pt x="1104" y="679"/>
                    <a:pt x="635" y="123"/>
                    <a:pt x="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59"/>
            <p:cNvSpPr/>
            <p:nvPr/>
          </p:nvSpPr>
          <p:spPr>
            <a:xfrm>
              <a:off x="4829450" y="1467825"/>
              <a:ext cx="49250" cy="20375"/>
            </a:xfrm>
            <a:custGeom>
              <a:rect b="b" l="l" r="r" t="t"/>
              <a:pathLst>
                <a:path extrusionOk="0" h="815" w="1970">
                  <a:moveTo>
                    <a:pt x="109" y="1"/>
                  </a:moveTo>
                  <a:lnTo>
                    <a:pt x="0" y="556"/>
                  </a:lnTo>
                  <a:lnTo>
                    <a:pt x="137" y="462"/>
                  </a:lnTo>
                  <a:cubicBezTo>
                    <a:pt x="394" y="698"/>
                    <a:pt x="720" y="815"/>
                    <a:pt x="1045" y="815"/>
                  </a:cubicBezTo>
                  <a:cubicBezTo>
                    <a:pt x="1378" y="815"/>
                    <a:pt x="1710" y="692"/>
                    <a:pt x="1969" y="448"/>
                  </a:cubicBezTo>
                  <a:lnTo>
                    <a:pt x="1969" y="441"/>
                  </a:lnTo>
                  <a:lnTo>
                    <a:pt x="1573" y="174"/>
                  </a:lnTo>
                  <a:cubicBezTo>
                    <a:pt x="1418" y="292"/>
                    <a:pt x="1232" y="352"/>
                    <a:pt x="1046" y="352"/>
                  </a:cubicBezTo>
                  <a:cubicBezTo>
                    <a:pt x="868" y="352"/>
                    <a:pt x="689" y="297"/>
                    <a:pt x="534" y="188"/>
                  </a:cubicBezTo>
                  <a:lnTo>
                    <a:pt x="678" y="95"/>
                  </a:lnTo>
                  <a:lnTo>
                    <a:pt x="1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3" name="Google Shape;1393;p59"/>
          <p:cNvGrpSpPr/>
          <p:nvPr/>
        </p:nvGrpSpPr>
        <p:grpSpPr>
          <a:xfrm>
            <a:off x="6367224" y="3096746"/>
            <a:ext cx="602914" cy="512477"/>
            <a:chOff x="4902475" y="1418875"/>
            <a:chExt cx="74500" cy="63775"/>
          </a:xfrm>
        </p:grpSpPr>
        <p:sp>
          <p:nvSpPr>
            <p:cNvPr id="1394" name="Google Shape;1394;p59"/>
            <p:cNvSpPr/>
            <p:nvPr/>
          </p:nvSpPr>
          <p:spPr>
            <a:xfrm>
              <a:off x="4902475" y="1418875"/>
              <a:ext cx="74500" cy="63775"/>
            </a:xfrm>
            <a:custGeom>
              <a:rect b="b" l="l" r="r" t="t"/>
              <a:pathLst>
                <a:path extrusionOk="0" h="2551" w="2980">
                  <a:moveTo>
                    <a:pt x="1703" y="444"/>
                  </a:moveTo>
                  <a:cubicBezTo>
                    <a:pt x="2164" y="444"/>
                    <a:pt x="2539" y="819"/>
                    <a:pt x="2539" y="1281"/>
                  </a:cubicBezTo>
                  <a:cubicBezTo>
                    <a:pt x="2539" y="1784"/>
                    <a:pt x="2126" y="2118"/>
                    <a:pt x="1695" y="2118"/>
                  </a:cubicBezTo>
                  <a:cubicBezTo>
                    <a:pt x="1490" y="2118"/>
                    <a:pt x="1281" y="2042"/>
                    <a:pt x="1111" y="1872"/>
                  </a:cubicBezTo>
                  <a:cubicBezTo>
                    <a:pt x="585" y="1346"/>
                    <a:pt x="960" y="444"/>
                    <a:pt x="1703" y="444"/>
                  </a:cubicBezTo>
                  <a:close/>
                  <a:moveTo>
                    <a:pt x="1697" y="0"/>
                  </a:moveTo>
                  <a:cubicBezTo>
                    <a:pt x="1383" y="0"/>
                    <a:pt x="1063" y="118"/>
                    <a:pt x="801" y="379"/>
                  </a:cubicBezTo>
                  <a:cubicBezTo>
                    <a:pt x="0" y="1180"/>
                    <a:pt x="570" y="2550"/>
                    <a:pt x="1703" y="2550"/>
                  </a:cubicBezTo>
                  <a:cubicBezTo>
                    <a:pt x="2409" y="2550"/>
                    <a:pt x="2979" y="1980"/>
                    <a:pt x="2979" y="1281"/>
                  </a:cubicBezTo>
                  <a:cubicBezTo>
                    <a:pt x="2979" y="510"/>
                    <a:pt x="2353" y="0"/>
                    <a:pt x="1697"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59"/>
            <p:cNvSpPr/>
            <p:nvPr/>
          </p:nvSpPr>
          <p:spPr>
            <a:xfrm>
              <a:off x="4916811" y="1418975"/>
              <a:ext cx="59725" cy="63675"/>
            </a:xfrm>
            <a:custGeom>
              <a:rect b="b" l="l" r="r" t="t"/>
              <a:pathLst>
                <a:path extrusionOk="0" h="2547" w="2389">
                  <a:moveTo>
                    <a:pt x="1148" y="0"/>
                  </a:moveTo>
                  <a:cubicBezTo>
                    <a:pt x="765" y="0"/>
                    <a:pt x="397" y="173"/>
                    <a:pt x="159" y="476"/>
                  </a:cubicBezTo>
                  <a:lnTo>
                    <a:pt x="1" y="354"/>
                  </a:lnTo>
                  <a:lnTo>
                    <a:pt x="116" y="967"/>
                  </a:lnTo>
                  <a:lnTo>
                    <a:pt x="700" y="909"/>
                  </a:lnTo>
                  <a:lnTo>
                    <a:pt x="498" y="750"/>
                  </a:lnTo>
                  <a:cubicBezTo>
                    <a:pt x="669" y="541"/>
                    <a:pt x="910" y="441"/>
                    <a:pt x="1149" y="441"/>
                  </a:cubicBezTo>
                  <a:cubicBezTo>
                    <a:pt x="1454" y="441"/>
                    <a:pt x="1755" y="605"/>
                    <a:pt x="1905" y="916"/>
                  </a:cubicBezTo>
                  <a:cubicBezTo>
                    <a:pt x="2165" y="1472"/>
                    <a:pt x="1768" y="2106"/>
                    <a:pt x="1148" y="2106"/>
                  </a:cubicBezTo>
                  <a:lnTo>
                    <a:pt x="1148" y="2546"/>
                  </a:lnTo>
                  <a:cubicBezTo>
                    <a:pt x="1840" y="2532"/>
                    <a:pt x="2388" y="1962"/>
                    <a:pt x="2388" y="1277"/>
                  </a:cubicBezTo>
                  <a:cubicBezTo>
                    <a:pt x="2388" y="584"/>
                    <a:pt x="1840" y="22"/>
                    <a:pt x="1148"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6" name="Google Shape;1396;p59"/>
          <p:cNvGrpSpPr/>
          <p:nvPr/>
        </p:nvGrpSpPr>
        <p:grpSpPr>
          <a:xfrm>
            <a:off x="5783096" y="3835985"/>
            <a:ext cx="515391" cy="525699"/>
            <a:chOff x="4818100" y="1507675"/>
            <a:chExt cx="71225" cy="71625"/>
          </a:xfrm>
        </p:grpSpPr>
        <p:sp>
          <p:nvSpPr>
            <p:cNvPr id="1397" name="Google Shape;1397;p59"/>
            <p:cNvSpPr/>
            <p:nvPr/>
          </p:nvSpPr>
          <p:spPr>
            <a:xfrm>
              <a:off x="4818100" y="1507675"/>
              <a:ext cx="46000" cy="56300"/>
            </a:xfrm>
            <a:custGeom>
              <a:rect b="b" l="l" r="r" t="t"/>
              <a:pathLst>
                <a:path extrusionOk="0" h="2252" w="1840">
                  <a:moveTo>
                    <a:pt x="1457" y="1"/>
                  </a:moveTo>
                  <a:lnTo>
                    <a:pt x="1457" y="159"/>
                  </a:lnTo>
                  <a:cubicBezTo>
                    <a:pt x="606" y="188"/>
                    <a:pt x="0" y="989"/>
                    <a:pt x="195" y="1818"/>
                  </a:cubicBezTo>
                  <a:cubicBezTo>
                    <a:pt x="188" y="1818"/>
                    <a:pt x="188" y="1825"/>
                    <a:pt x="188" y="1833"/>
                  </a:cubicBezTo>
                  <a:lnTo>
                    <a:pt x="195" y="1869"/>
                  </a:lnTo>
                  <a:cubicBezTo>
                    <a:pt x="195" y="1876"/>
                    <a:pt x="202" y="1883"/>
                    <a:pt x="202" y="1898"/>
                  </a:cubicBezTo>
                  <a:cubicBezTo>
                    <a:pt x="202" y="1905"/>
                    <a:pt x="209" y="1912"/>
                    <a:pt x="209" y="1919"/>
                  </a:cubicBezTo>
                  <a:cubicBezTo>
                    <a:pt x="209" y="1934"/>
                    <a:pt x="216" y="1948"/>
                    <a:pt x="224" y="1955"/>
                  </a:cubicBezTo>
                  <a:lnTo>
                    <a:pt x="231" y="1977"/>
                  </a:lnTo>
                  <a:cubicBezTo>
                    <a:pt x="245" y="2013"/>
                    <a:pt x="260" y="2056"/>
                    <a:pt x="274" y="2092"/>
                  </a:cubicBezTo>
                  <a:lnTo>
                    <a:pt x="281" y="2100"/>
                  </a:lnTo>
                  <a:cubicBezTo>
                    <a:pt x="289" y="2114"/>
                    <a:pt x="296" y="2128"/>
                    <a:pt x="303" y="2143"/>
                  </a:cubicBezTo>
                  <a:lnTo>
                    <a:pt x="317" y="2157"/>
                  </a:lnTo>
                  <a:cubicBezTo>
                    <a:pt x="317" y="2172"/>
                    <a:pt x="325" y="2186"/>
                    <a:pt x="332" y="2201"/>
                  </a:cubicBezTo>
                  <a:lnTo>
                    <a:pt x="346" y="2215"/>
                  </a:lnTo>
                  <a:cubicBezTo>
                    <a:pt x="353" y="2229"/>
                    <a:pt x="361" y="2237"/>
                    <a:pt x="368" y="2251"/>
                  </a:cubicBezTo>
                  <a:lnTo>
                    <a:pt x="743" y="1970"/>
                  </a:lnTo>
                  <a:lnTo>
                    <a:pt x="721" y="1934"/>
                  </a:lnTo>
                  <a:lnTo>
                    <a:pt x="700" y="1898"/>
                  </a:lnTo>
                  <a:lnTo>
                    <a:pt x="692" y="1883"/>
                  </a:lnTo>
                  <a:cubicBezTo>
                    <a:pt x="685" y="1862"/>
                    <a:pt x="678" y="1847"/>
                    <a:pt x="671" y="1825"/>
                  </a:cubicBezTo>
                  <a:cubicBezTo>
                    <a:pt x="671" y="1818"/>
                    <a:pt x="664" y="1811"/>
                    <a:pt x="664" y="1804"/>
                  </a:cubicBezTo>
                  <a:cubicBezTo>
                    <a:pt x="664" y="1797"/>
                    <a:pt x="656" y="1782"/>
                    <a:pt x="649" y="1775"/>
                  </a:cubicBezTo>
                  <a:lnTo>
                    <a:pt x="642" y="1732"/>
                  </a:lnTo>
                  <a:lnTo>
                    <a:pt x="635" y="1703"/>
                  </a:lnTo>
                  <a:lnTo>
                    <a:pt x="628" y="1667"/>
                  </a:lnTo>
                  <a:lnTo>
                    <a:pt x="628" y="1645"/>
                  </a:lnTo>
                  <a:cubicBezTo>
                    <a:pt x="628" y="1638"/>
                    <a:pt x="620" y="1609"/>
                    <a:pt x="620" y="1587"/>
                  </a:cubicBezTo>
                  <a:lnTo>
                    <a:pt x="620" y="1573"/>
                  </a:lnTo>
                  <a:lnTo>
                    <a:pt x="620" y="1508"/>
                  </a:lnTo>
                  <a:cubicBezTo>
                    <a:pt x="620" y="1039"/>
                    <a:pt x="988" y="650"/>
                    <a:pt x="1457" y="628"/>
                  </a:cubicBezTo>
                  <a:lnTo>
                    <a:pt x="1457" y="809"/>
                  </a:lnTo>
                  <a:lnTo>
                    <a:pt x="1839" y="419"/>
                  </a:lnTo>
                  <a:lnTo>
                    <a:pt x="145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59"/>
            <p:cNvSpPr/>
            <p:nvPr/>
          </p:nvSpPr>
          <p:spPr>
            <a:xfrm>
              <a:off x="4869825" y="1519575"/>
              <a:ext cx="19500" cy="23825"/>
            </a:xfrm>
            <a:custGeom>
              <a:rect b="b" l="l" r="r" t="t"/>
              <a:pathLst>
                <a:path extrusionOk="0" h="953" w="780">
                  <a:moveTo>
                    <a:pt x="304" y="1"/>
                  </a:moveTo>
                  <a:lnTo>
                    <a:pt x="1" y="354"/>
                  </a:lnTo>
                  <a:cubicBezTo>
                    <a:pt x="181" y="506"/>
                    <a:pt x="289" y="722"/>
                    <a:pt x="311" y="953"/>
                  </a:cubicBezTo>
                  <a:lnTo>
                    <a:pt x="780" y="953"/>
                  </a:lnTo>
                  <a:cubicBezTo>
                    <a:pt x="751" y="585"/>
                    <a:pt x="585" y="239"/>
                    <a:pt x="304"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59"/>
            <p:cNvSpPr/>
            <p:nvPr/>
          </p:nvSpPr>
          <p:spPr>
            <a:xfrm>
              <a:off x="4857575" y="1547700"/>
              <a:ext cx="31575" cy="31600"/>
            </a:xfrm>
            <a:custGeom>
              <a:rect b="b" l="l" r="r" t="t"/>
              <a:pathLst>
                <a:path extrusionOk="0" h="1264" w="1263">
                  <a:moveTo>
                    <a:pt x="801" y="1"/>
                  </a:moveTo>
                  <a:cubicBezTo>
                    <a:pt x="758" y="419"/>
                    <a:pt x="426" y="751"/>
                    <a:pt x="1" y="794"/>
                  </a:cubicBezTo>
                  <a:lnTo>
                    <a:pt x="1" y="1263"/>
                  </a:lnTo>
                  <a:cubicBezTo>
                    <a:pt x="679" y="1213"/>
                    <a:pt x="1219" y="679"/>
                    <a:pt x="126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59"/>
            <p:cNvSpPr/>
            <p:nvPr/>
          </p:nvSpPr>
          <p:spPr>
            <a:xfrm>
              <a:off x="4829800" y="1560150"/>
              <a:ext cx="23650" cy="18950"/>
            </a:xfrm>
            <a:custGeom>
              <a:rect b="b" l="l" r="r" t="t"/>
              <a:pathLst>
                <a:path extrusionOk="0" h="758" w="946">
                  <a:moveTo>
                    <a:pt x="376" y="1"/>
                  </a:moveTo>
                  <a:lnTo>
                    <a:pt x="1" y="282"/>
                  </a:lnTo>
                  <a:cubicBezTo>
                    <a:pt x="239" y="563"/>
                    <a:pt x="578" y="736"/>
                    <a:pt x="946" y="758"/>
                  </a:cubicBezTo>
                  <a:lnTo>
                    <a:pt x="946" y="289"/>
                  </a:lnTo>
                  <a:cubicBezTo>
                    <a:pt x="722" y="267"/>
                    <a:pt x="520" y="166"/>
                    <a:pt x="37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1" name="Google Shape;1401;p59"/>
          <p:cNvGrpSpPr/>
          <p:nvPr/>
        </p:nvGrpSpPr>
        <p:grpSpPr>
          <a:xfrm>
            <a:off x="5121199" y="3857517"/>
            <a:ext cx="522956" cy="489869"/>
            <a:chOff x="4721450" y="1509475"/>
            <a:chExt cx="79350" cy="74325"/>
          </a:xfrm>
        </p:grpSpPr>
        <p:sp>
          <p:nvSpPr>
            <p:cNvPr id="1402" name="Google Shape;1402;p59"/>
            <p:cNvSpPr/>
            <p:nvPr/>
          </p:nvSpPr>
          <p:spPr>
            <a:xfrm>
              <a:off x="4729025" y="1509475"/>
              <a:ext cx="27050" cy="26725"/>
            </a:xfrm>
            <a:custGeom>
              <a:rect b="b" l="l" r="r" t="t"/>
              <a:pathLst>
                <a:path extrusionOk="0" h="1069" w="1082">
                  <a:moveTo>
                    <a:pt x="440" y="1"/>
                  </a:moveTo>
                  <a:lnTo>
                    <a:pt x="570" y="224"/>
                  </a:lnTo>
                  <a:cubicBezTo>
                    <a:pt x="296" y="405"/>
                    <a:pt x="94" y="672"/>
                    <a:pt x="0" y="989"/>
                  </a:cubicBezTo>
                  <a:lnTo>
                    <a:pt x="188" y="809"/>
                  </a:lnTo>
                  <a:lnTo>
                    <a:pt x="462" y="1068"/>
                  </a:lnTo>
                  <a:cubicBezTo>
                    <a:pt x="527" y="888"/>
                    <a:pt x="649" y="737"/>
                    <a:pt x="808" y="628"/>
                  </a:cubicBezTo>
                  <a:lnTo>
                    <a:pt x="923" y="823"/>
                  </a:lnTo>
                  <a:lnTo>
                    <a:pt x="1082" y="188"/>
                  </a:lnTo>
                  <a:lnTo>
                    <a:pt x="440" y="1"/>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59"/>
            <p:cNvSpPr/>
            <p:nvPr/>
          </p:nvSpPr>
          <p:spPr>
            <a:xfrm>
              <a:off x="4721450" y="1533275"/>
              <a:ext cx="32300" cy="42600"/>
            </a:xfrm>
            <a:custGeom>
              <a:rect b="b" l="l" r="r" t="t"/>
              <a:pathLst>
                <a:path extrusionOk="0" h="1704" w="1292">
                  <a:moveTo>
                    <a:pt x="491" y="1"/>
                  </a:moveTo>
                  <a:lnTo>
                    <a:pt x="0" y="455"/>
                  </a:lnTo>
                  <a:lnTo>
                    <a:pt x="238" y="455"/>
                  </a:lnTo>
                  <a:cubicBezTo>
                    <a:pt x="253" y="1025"/>
                    <a:pt x="635" y="1530"/>
                    <a:pt x="1183" y="1703"/>
                  </a:cubicBezTo>
                  <a:lnTo>
                    <a:pt x="1024" y="1530"/>
                  </a:lnTo>
                  <a:lnTo>
                    <a:pt x="1291" y="1256"/>
                  </a:lnTo>
                  <a:cubicBezTo>
                    <a:pt x="952" y="1133"/>
                    <a:pt x="721" y="816"/>
                    <a:pt x="707" y="455"/>
                  </a:cubicBezTo>
                  <a:lnTo>
                    <a:pt x="945" y="455"/>
                  </a:lnTo>
                  <a:lnTo>
                    <a:pt x="49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59"/>
            <p:cNvSpPr/>
            <p:nvPr/>
          </p:nvSpPr>
          <p:spPr>
            <a:xfrm>
              <a:off x="4750650" y="1551675"/>
              <a:ext cx="42950" cy="32125"/>
            </a:xfrm>
            <a:custGeom>
              <a:rect b="b" l="l" r="r" t="t"/>
              <a:pathLst>
                <a:path extrusionOk="0" h="1285" w="1718">
                  <a:moveTo>
                    <a:pt x="1256" y="1"/>
                  </a:moveTo>
                  <a:cubicBezTo>
                    <a:pt x="1126" y="332"/>
                    <a:pt x="808" y="556"/>
                    <a:pt x="448" y="570"/>
                  </a:cubicBezTo>
                  <a:lnTo>
                    <a:pt x="448" y="340"/>
                  </a:lnTo>
                  <a:lnTo>
                    <a:pt x="1" y="794"/>
                  </a:lnTo>
                  <a:lnTo>
                    <a:pt x="448" y="1284"/>
                  </a:lnTo>
                  <a:lnTo>
                    <a:pt x="448" y="1032"/>
                  </a:lnTo>
                  <a:cubicBezTo>
                    <a:pt x="1039" y="1025"/>
                    <a:pt x="1551" y="635"/>
                    <a:pt x="1717" y="73"/>
                  </a:cubicBezTo>
                  <a:lnTo>
                    <a:pt x="1717" y="73"/>
                  </a:lnTo>
                  <a:lnTo>
                    <a:pt x="1515" y="260"/>
                  </a:lnTo>
                  <a:lnTo>
                    <a:pt x="125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59"/>
            <p:cNvSpPr/>
            <p:nvPr/>
          </p:nvSpPr>
          <p:spPr>
            <a:xfrm>
              <a:off x="4761300" y="1510025"/>
              <a:ext cx="39500" cy="44375"/>
            </a:xfrm>
            <a:custGeom>
              <a:rect b="b" l="l" r="r" t="t"/>
              <a:pathLst>
                <a:path extrusionOk="0" h="1775" w="1580">
                  <a:moveTo>
                    <a:pt x="13" y="0"/>
                  </a:moveTo>
                  <a:cubicBezTo>
                    <a:pt x="9" y="0"/>
                    <a:pt x="5" y="0"/>
                    <a:pt x="0" y="0"/>
                  </a:cubicBezTo>
                  <a:lnTo>
                    <a:pt x="0" y="462"/>
                  </a:lnTo>
                  <a:cubicBezTo>
                    <a:pt x="476" y="462"/>
                    <a:pt x="873" y="844"/>
                    <a:pt x="880" y="1328"/>
                  </a:cubicBezTo>
                  <a:lnTo>
                    <a:pt x="635" y="1328"/>
                  </a:lnTo>
                  <a:lnTo>
                    <a:pt x="1089" y="1775"/>
                  </a:lnTo>
                  <a:lnTo>
                    <a:pt x="1580" y="1328"/>
                  </a:lnTo>
                  <a:lnTo>
                    <a:pt x="1349" y="1328"/>
                  </a:lnTo>
                  <a:cubicBezTo>
                    <a:pt x="1335" y="589"/>
                    <a:pt x="743" y="0"/>
                    <a:pt x="13"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6" name="Google Shape;1406;p59"/>
          <p:cNvGrpSpPr/>
          <p:nvPr/>
        </p:nvGrpSpPr>
        <p:grpSpPr>
          <a:xfrm>
            <a:off x="6444441" y="3837269"/>
            <a:ext cx="525704" cy="535436"/>
            <a:chOff x="4906800" y="1507500"/>
            <a:chExt cx="70350" cy="71075"/>
          </a:xfrm>
        </p:grpSpPr>
        <p:sp>
          <p:nvSpPr>
            <p:cNvPr id="1407" name="Google Shape;1407;p59"/>
            <p:cNvSpPr/>
            <p:nvPr/>
          </p:nvSpPr>
          <p:spPr>
            <a:xfrm>
              <a:off x="4916000" y="1507500"/>
              <a:ext cx="30850" cy="24000"/>
            </a:xfrm>
            <a:custGeom>
              <a:rect b="b" l="l" r="r" t="t"/>
              <a:pathLst>
                <a:path extrusionOk="0" h="960" w="1234">
                  <a:moveTo>
                    <a:pt x="837" y="1"/>
                  </a:moveTo>
                  <a:lnTo>
                    <a:pt x="837" y="202"/>
                  </a:lnTo>
                  <a:cubicBezTo>
                    <a:pt x="484" y="282"/>
                    <a:pt x="181" y="498"/>
                    <a:pt x="0" y="808"/>
                  </a:cubicBezTo>
                  <a:lnTo>
                    <a:pt x="455" y="960"/>
                  </a:lnTo>
                  <a:cubicBezTo>
                    <a:pt x="556" y="837"/>
                    <a:pt x="686" y="736"/>
                    <a:pt x="837" y="686"/>
                  </a:cubicBezTo>
                  <a:lnTo>
                    <a:pt x="837" y="823"/>
                  </a:lnTo>
                  <a:lnTo>
                    <a:pt x="1234" y="426"/>
                  </a:lnTo>
                  <a:lnTo>
                    <a:pt x="837"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59"/>
            <p:cNvSpPr/>
            <p:nvPr/>
          </p:nvSpPr>
          <p:spPr>
            <a:xfrm>
              <a:off x="4906800" y="1533825"/>
              <a:ext cx="19675" cy="32475"/>
            </a:xfrm>
            <a:custGeom>
              <a:rect b="b" l="l" r="r" t="t"/>
              <a:pathLst>
                <a:path extrusionOk="0" h="1299" w="787">
                  <a:moveTo>
                    <a:pt x="527" y="1"/>
                  </a:moveTo>
                  <a:lnTo>
                    <a:pt x="1" y="246"/>
                  </a:lnTo>
                  <a:lnTo>
                    <a:pt x="181" y="303"/>
                  </a:lnTo>
                  <a:cubicBezTo>
                    <a:pt x="181" y="347"/>
                    <a:pt x="174" y="390"/>
                    <a:pt x="174" y="433"/>
                  </a:cubicBezTo>
                  <a:cubicBezTo>
                    <a:pt x="174" y="751"/>
                    <a:pt x="289" y="1061"/>
                    <a:pt x="498" y="1299"/>
                  </a:cubicBezTo>
                  <a:lnTo>
                    <a:pt x="787" y="909"/>
                  </a:lnTo>
                  <a:cubicBezTo>
                    <a:pt x="693" y="772"/>
                    <a:pt x="650" y="614"/>
                    <a:pt x="642" y="455"/>
                  </a:cubicBezTo>
                  <a:lnTo>
                    <a:pt x="642" y="455"/>
                  </a:lnTo>
                  <a:lnTo>
                    <a:pt x="787" y="498"/>
                  </a:lnTo>
                  <a:lnTo>
                    <a:pt x="52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59"/>
            <p:cNvSpPr/>
            <p:nvPr/>
          </p:nvSpPr>
          <p:spPr>
            <a:xfrm>
              <a:off x="4926625" y="1561950"/>
              <a:ext cx="30675" cy="16625"/>
            </a:xfrm>
            <a:custGeom>
              <a:rect b="b" l="l" r="r" t="t"/>
              <a:pathLst>
                <a:path extrusionOk="0" h="665" w="1227">
                  <a:moveTo>
                    <a:pt x="556" y="1"/>
                  </a:moveTo>
                  <a:lnTo>
                    <a:pt x="1" y="87"/>
                  </a:lnTo>
                  <a:lnTo>
                    <a:pt x="66" y="664"/>
                  </a:lnTo>
                  <a:lnTo>
                    <a:pt x="181" y="513"/>
                  </a:lnTo>
                  <a:cubicBezTo>
                    <a:pt x="347" y="585"/>
                    <a:pt x="526" y="621"/>
                    <a:pt x="704" y="621"/>
                  </a:cubicBezTo>
                  <a:cubicBezTo>
                    <a:pt x="883" y="621"/>
                    <a:pt x="1061" y="585"/>
                    <a:pt x="1227" y="513"/>
                  </a:cubicBezTo>
                  <a:lnTo>
                    <a:pt x="946" y="123"/>
                  </a:lnTo>
                  <a:cubicBezTo>
                    <a:pt x="866" y="149"/>
                    <a:pt x="785" y="161"/>
                    <a:pt x="704" y="161"/>
                  </a:cubicBezTo>
                  <a:cubicBezTo>
                    <a:pt x="623" y="161"/>
                    <a:pt x="542" y="149"/>
                    <a:pt x="462" y="123"/>
                  </a:cubicBezTo>
                  <a:lnTo>
                    <a:pt x="55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59"/>
            <p:cNvSpPr/>
            <p:nvPr/>
          </p:nvSpPr>
          <p:spPr>
            <a:xfrm>
              <a:off x="4957475" y="1541400"/>
              <a:ext cx="19675" cy="27800"/>
            </a:xfrm>
            <a:custGeom>
              <a:rect b="b" l="l" r="r" t="t"/>
              <a:pathLst>
                <a:path extrusionOk="0" h="1112" w="787">
                  <a:moveTo>
                    <a:pt x="779" y="0"/>
                  </a:moveTo>
                  <a:lnTo>
                    <a:pt x="318" y="145"/>
                  </a:lnTo>
                  <a:cubicBezTo>
                    <a:pt x="318" y="303"/>
                    <a:pt x="274" y="455"/>
                    <a:pt x="188" y="592"/>
                  </a:cubicBezTo>
                  <a:lnTo>
                    <a:pt x="80" y="448"/>
                  </a:lnTo>
                  <a:lnTo>
                    <a:pt x="0" y="1003"/>
                  </a:lnTo>
                  <a:lnTo>
                    <a:pt x="570" y="1111"/>
                  </a:lnTo>
                  <a:lnTo>
                    <a:pt x="469" y="981"/>
                  </a:lnTo>
                  <a:cubicBezTo>
                    <a:pt x="671" y="743"/>
                    <a:pt x="786" y="440"/>
                    <a:pt x="786" y="130"/>
                  </a:cubicBezTo>
                  <a:cubicBezTo>
                    <a:pt x="786" y="87"/>
                    <a:pt x="786" y="44"/>
                    <a:pt x="77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59"/>
            <p:cNvSpPr/>
            <p:nvPr/>
          </p:nvSpPr>
          <p:spPr>
            <a:xfrm>
              <a:off x="4951325" y="1512550"/>
              <a:ext cx="24925" cy="26350"/>
            </a:xfrm>
            <a:custGeom>
              <a:rect b="b" l="l" r="r" t="t"/>
              <a:pathLst>
                <a:path extrusionOk="0" h="1054" w="997">
                  <a:moveTo>
                    <a:pt x="1" y="0"/>
                  </a:moveTo>
                  <a:lnTo>
                    <a:pt x="1" y="476"/>
                  </a:lnTo>
                  <a:cubicBezTo>
                    <a:pt x="145" y="534"/>
                    <a:pt x="282" y="628"/>
                    <a:pt x="376" y="751"/>
                  </a:cubicBezTo>
                  <a:lnTo>
                    <a:pt x="210" y="801"/>
                  </a:lnTo>
                  <a:lnTo>
                    <a:pt x="715" y="1053"/>
                  </a:lnTo>
                  <a:lnTo>
                    <a:pt x="996" y="549"/>
                  </a:lnTo>
                  <a:lnTo>
                    <a:pt x="996" y="549"/>
                  </a:lnTo>
                  <a:lnTo>
                    <a:pt x="838" y="599"/>
                  </a:lnTo>
                  <a:cubicBezTo>
                    <a:pt x="650" y="296"/>
                    <a:pt x="347" y="73"/>
                    <a:pt x="1"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2" name="Google Shape;1412;p59"/>
          <p:cNvGrpSpPr/>
          <p:nvPr/>
        </p:nvGrpSpPr>
        <p:grpSpPr>
          <a:xfrm>
            <a:off x="4477263" y="2343250"/>
            <a:ext cx="508054" cy="508095"/>
            <a:chOff x="3736598" y="2170606"/>
            <a:chExt cx="404889" cy="404889"/>
          </a:xfrm>
        </p:grpSpPr>
        <p:sp>
          <p:nvSpPr>
            <p:cNvPr id="1413" name="Google Shape;1413;p59"/>
            <p:cNvSpPr/>
            <p:nvPr/>
          </p:nvSpPr>
          <p:spPr>
            <a:xfrm>
              <a:off x="3950281" y="2170846"/>
              <a:ext cx="191206" cy="231947"/>
            </a:xfrm>
            <a:custGeom>
              <a:rect b="b" l="l" r="r" t="t"/>
              <a:pathLst>
                <a:path extrusionOk="0" h="10652" w="8781">
                  <a:moveTo>
                    <a:pt x="23" y="1"/>
                  </a:moveTo>
                  <a:lnTo>
                    <a:pt x="1435" y="2583"/>
                  </a:lnTo>
                  <a:lnTo>
                    <a:pt x="0" y="5246"/>
                  </a:lnTo>
                  <a:cubicBezTo>
                    <a:pt x="1997" y="5498"/>
                    <a:pt x="3512" y="7186"/>
                    <a:pt x="3547" y="9217"/>
                  </a:cubicBezTo>
                  <a:lnTo>
                    <a:pt x="6187" y="10652"/>
                  </a:lnTo>
                  <a:lnTo>
                    <a:pt x="8780" y="9217"/>
                  </a:lnTo>
                  <a:cubicBezTo>
                    <a:pt x="8746" y="4305"/>
                    <a:pt x="4913" y="276"/>
                    <a:pt x="23" y="1"/>
                  </a:cubicBez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59"/>
            <p:cNvSpPr/>
            <p:nvPr/>
          </p:nvSpPr>
          <p:spPr>
            <a:xfrm>
              <a:off x="3737099" y="2170606"/>
              <a:ext cx="231947" cy="191446"/>
            </a:xfrm>
            <a:custGeom>
              <a:rect b="b" l="l" r="r" t="t"/>
              <a:pathLst>
                <a:path extrusionOk="0" h="8792" w="10652">
                  <a:moveTo>
                    <a:pt x="9216" y="0"/>
                  </a:moveTo>
                  <a:cubicBezTo>
                    <a:pt x="4304" y="35"/>
                    <a:pt x="276" y="3868"/>
                    <a:pt x="0" y="8769"/>
                  </a:cubicBezTo>
                  <a:lnTo>
                    <a:pt x="2583" y="7346"/>
                  </a:lnTo>
                  <a:lnTo>
                    <a:pt x="5245" y="8792"/>
                  </a:lnTo>
                  <a:cubicBezTo>
                    <a:pt x="5498" y="6783"/>
                    <a:pt x="7185" y="5268"/>
                    <a:pt x="9216" y="5234"/>
                  </a:cubicBezTo>
                  <a:lnTo>
                    <a:pt x="10651" y="2594"/>
                  </a:lnTo>
                  <a:lnTo>
                    <a:pt x="9216" y="0"/>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59"/>
            <p:cNvSpPr/>
            <p:nvPr/>
          </p:nvSpPr>
          <p:spPr>
            <a:xfrm>
              <a:off x="3909539" y="2384027"/>
              <a:ext cx="231686" cy="191468"/>
            </a:xfrm>
            <a:custGeom>
              <a:rect b="b" l="l" r="r" t="t"/>
              <a:pathLst>
                <a:path extrusionOk="0" h="8793" w="10640">
                  <a:moveTo>
                    <a:pt x="5395" y="1"/>
                  </a:moveTo>
                  <a:cubicBezTo>
                    <a:pt x="5142" y="1998"/>
                    <a:pt x="3455" y="3513"/>
                    <a:pt x="1435" y="3559"/>
                  </a:cubicBezTo>
                  <a:lnTo>
                    <a:pt x="0" y="6187"/>
                  </a:lnTo>
                  <a:lnTo>
                    <a:pt x="1424" y="8792"/>
                  </a:lnTo>
                  <a:cubicBezTo>
                    <a:pt x="6324" y="8758"/>
                    <a:pt x="10364" y="4913"/>
                    <a:pt x="10640" y="24"/>
                  </a:cubicBezTo>
                  <a:lnTo>
                    <a:pt x="10640" y="24"/>
                  </a:lnTo>
                  <a:lnTo>
                    <a:pt x="8058" y="1436"/>
                  </a:lnTo>
                  <a:lnTo>
                    <a:pt x="5395"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59"/>
            <p:cNvSpPr/>
            <p:nvPr/>
          </p:nvSpPr>
          <p:spPr>
            <a:xfrm>
              <a:off x="3736598" y="2343307"/>
              <a:ext cx="191707" cy="231686"/>
            </a:xfrm>
            <a:custGeom>
              <a:rect b="b" l="l" r="r" t="t"/>
              <a:pathLst>
                <a:path extrusionOk="0" h="10640" w="8804">
                  <a:moveTo>
                    <a:pt x="2606" y="0"/>
                  </a:moveTo>
                  <a:lnTo>
                    <a:pt x="0" y="1435"/>
                  </a:lnTo>
                  <a:cubicBezTo>
                    <a:pt x="46" y="6335"/>
                    <a:pt x="3880" y="10364"/>
                    <a:pt x="8769" y="10639"/>
                  </a:cubicBezTo>
                  <a:lnTo>
                    <a:pt x="7357" y="8057"/>
                  </a:lnTo>
                  <a:lnTo>
                    <a:pt x="8803" y="5394"/>
                  </a:lnTo>
                  <a:cubicBezTo>
                    <a:pt x="6795" y="5142"/>
                    <a:pt x="5280" y="3455"/>
                    <a:pt x="5245" y="1435"/>
                  </a:cubicBezTo>
                  <a:lnTo>
                    <a:pt x="260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7" name="Google Shape;1417;p59"/>
          <p:cNvGrpSpPr/>
          <p:nvPr/>
        </p:nvGrpSpPr>
        <p:grpSpPr>
          <a:xfrm>
            <a:off x="3765303" y="2343345"/>
            <a:ext cx="575790" cy="507904"/>
            <a:chOff x="3161917" y="2170682"/>
            <a:chExt cx="458870" cy="404737"/>
          </a:xfrm>
        </p:grpSpPr>
        <p:sp>
          <p:nvSpPr>
            <p:cNvPr id="1418" name="Google Shape;1418;p59"/>
            <p:cNvSpPr/>
            <p:nvPr/>
          </p:nvSpPr>
          <p:spPr>
            <a:xfrm>
              <a:off x="3161917" y="2170682"/>
              <a:ext cx="277174" cy="291676"/>
            </a:xfrm>
            <a:custGeom>
              <a:rect b="b" l="l" r="r" t="t"/>
              <a:pathLst>
                <a:path extrusionOk="0" h="13395" w="12729">
                  <a:moveTo>
                    <a:pt x="11294" y="0"/>
                  </a:moveTo>
                  <a:cubicBezTo>
                    <a:pt x="4442" y="46"/>
                    <a:pt x="0" y="7242"/>
                    <a:pt x="3019" y="13394"/>
                  </a:cubicBezTo>
                  <a:lnTo>
                    <a:pt x="4522" y="10915"/>
                  </a:lnTo>
                  <a:lnTo>
                    <a:pt x="7598" y="10835"/>
                  </a:lnTo>
                  <a:cubicBezTo>
                    <a:pt x="6531" y="8195"/>
                    <a:pt x="8436" y="5291"/>
                    <a:pt x="11294" y="5234"/>
                  </a:cubicBezTo>
                  <a:lnTo>
                    <a:pt x="12729" y="2606"/>
                  </a:lnTo>
                  <a:lnTo>
                    <a:pt x="11294" y="0"/>
                  </a:lnTo>
                  <a:close/>
                </a:path>
              </a:pathLst>
            </a:custGeom>
            <a:solidFill>
              <a:srgbClr val="37495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9" name="Google Shape;1419;p59"/>
            <p:cNvSpPr/>
            <p:nvPr/>
          </p:nvSpPr>
          <p:spPr>
            <a:xfrm>
              <a:off x="3420326" y="2170922"/>
              <a:ext cx="200461" cy="302934"/>
            </a:xfrm>
            <a:custGeom>
              <a:rect b="b" l="l" r="r" t="t"/>
              <a:pathLst>
                <a:path extrusionOk="0" h="13912" w="9206">
                  <a:moveTo>
                    <a:pt x="24" y="1"/>
                  </a:moveTo>
                  <a:lnTo>
                    <a:pt x="1447" y="2583"/>
                  </a:lnTo>
                  <a:lnTo>
                    <a:pt x="1" y="5246"/>
                  </a:lnTo>
                  <a:cubicBezTo>
                    <a:pt x="2893" y="5602"/>
                    <a:pt x="4488" y="8815"/>
                    <a:pt x="3008" y="11329"/>
                  </a:cubicBezTo>
                  <a:lnTo>
                    <a:pt x="4557" y="13854"/>
                  </a:lnTo>
                  <a:lnTo>
                    <a:pt x="7564" y="13911"/>
                  </a:lnTo>
                  <a:cubicBezTo>
                    <a:pt x="9171" y="11122"/>
                    <a:pt x="9206" y="7691"/>
                    <a:pt x="7679" y="4856"/>
                  </a:cubicBezTo>
                  <a:cubicBezTo>
                    <a:pt x="6141" y="2021"/>
                    <a:pt x="3237" y="184"/>
                    <a:pt x="24" y="1"/>
                  </a:cubicBez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59"/>
            <p:cNvSpPr/>
            <p:nvPr/>
          </p:nvSpPr>
          <p:spPr>
            <a:xfrm>
              <a:off x="3233645" y="2417594"/>
              <a:ext cx="344393" cy="157825"/>
            </a:xfrm>
            <a:custGeom>
              <a:rect b="b" l="l" r="r" t="t"/>
              <a:pathLst>
                <a:path extrusionOk="0" h="7248" w="15816">
                  <a:moveTo>
                    <a:pt x="4557" y="1"/>
                  </a:moveTo>
                  <a:lnTo>
                    <a:pt x="1515" y="81"/>
                  </a:lnTo>
                  <a:lnTo>
                    <a:pt x="0" y="2583"/>
                  </a:lnTo>
                  <a:cubicBezTo>
                    <a:pt x="1607" y="5372"/>
                    <a:pt x="4545" y="7140"/>
                    <a:pt x="7770" y="7243"/>
                  </a:cubicBezTo>
                  <a:cubicBezTo>
                    <a:pt x="7870" y="7246"/>
                    <a:pt x="7970" y="7248"/>
                    <a:pt x="8070" y="7248"/>
                  </a:cubicBezTo>
                  <a:cubicBezTo>
                    <a:pt x="11183" y="7248"/>
                    <a:pt x="14092" y="5691"/>
                    <a:pt x="15816" y="3088"/>
                  </a:cubicBezTo>
                  <a:lnTo>
                    <a:pt x="12832" y="3019"/>
                  </a:lnTo>
                  <a:lnTo>
                    <a:pt x="11260" y="471"/>
                  </a:lnTo>
                  <a:cubicBezTo>
                    <a:pt x="10437" y="1506"/>
                    <a:pt x="9252" y="2011"/>
                    <a:pt x="8072" y="2011"/>
                  </a:cubicBezTo>
                  <a:cubicBezTo>
                    <a:pt x="6699" y="2011"/>
                    <a:pt x="5334" y="1328"/>
                    <a:pt x="4557"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21" name="Google Shape;1421;p59"/>
          <p:cNvGrpSpPr/>
          <p:nvPr/>
        </p:nvGrpSpPr>
        <p:grpSpPr>
          <a:xfrm>
            <a:off x="3792833" y="3103717"/>
            <a:ext cx="520730" cy="498567"/>
            <a:chOff x="3179914" y="2889488"/>
            <a:chExt cx="422876" cy="404911"/>
          </a:xfrm>
        </p:grpSpPr>
        <p:sp>
          <p:nvSpPr>
            <p:cNvPr id="1422" name="Google Shape;1422;p59"/>
            <p:cNvSpPr/>
            <p:nvPr/>
          </p:nvSpPr>
          <p:spPr>
            <a:xfrm>
              <a:off x="3402328" y="2889749"/>
              <a:ext cx="163726" cy="157477"/>
            </a:xfrm>
            <a:custGeom>
              <a:rect b="b" l="l" r="r" t="t"/>
              <a:pathLst>
                <a:path extrusionOk="0" h="7232" w="7519">
                  <a:moveTo>
                    <a:pt x="24" y="0"/>
                  </a:moveTo>
                  <a:lnTo>
                    <a:pt x="1447" y="2583"/>
                  </a:lnTo>
                  <a:lnTo>
                    <a:pt x="1" y="5257"/>
                  </a:lnTo>
                  <a:cubicBezTo>
                    <a:pt x="1252" y="5418"/>
                    <a:pt x="2365" y="6141"/>
                    <a:pt x="2996" y="7231"/>
                  </a:cubicBezTo>
                  <a:lnTo>
                    <a:pt x="5958" y="7151"/>
                  </a:lnTo>
                  <a:lnTo>
                    <a:pt x="7518" y="4580"/>
                  </a:lnTo>
                  <a:cubicBezTo>
                    <a:pt x="5946" y="1894"/>
                    <a:pt x="3134" y="184"/>
                    <a:pt x="2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59"/>
            <p:cNvSpPr/>
            <p:nvPr/>
          </p:nvSpPr>
          <p:spPr>
            <a:xfrm>
              <a:off x="3467807" y="3000956"/>
              <a:ext cx="134983" cy="191707"/>
            </a:xfrm>
            <a:custGeom>
              <a:rect b="b" l="l" r="r" t="t"/>
              <a:pathLst>
                <a:path extrusionOk="0" h="8804" w="6199">
                  <a:moveTo>
                    <a:pt x="4798" y="1"/>
                  </a:moveTo>
                  <a:lnTo>
                    <a:pt x="3249" y="2549"/>
                  </a:lnTo>
                  <a:lnTo>
                    <a:pt x="242" y="2629"/>
                  </a:lnTo>
                  <a:cubicBezTo>
                    <a:pt x="724" y="3800"/>
                    <a:pt x="644" y="5131"/>
                    <a:pt x="1" y="6221"/>
                  </a:cubicBezTo>
                  <a:lnTo>
                    <a:pt x="1550" y="8746"/>
                  </a:lnTo>
                  <a:lnTo>
                    <a:pt x="4557" y="8804"/>
                  </a:lnTo>
                  <a:cubicBezTo>
                    <a:pt x="6107" y="6095"/>
                    <a:pt x="6199" y="2790"/>
                    <a:pt x="4798"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59"/>
            <p:cNvSpPr/>
            <p:nvPr/>
          </p:nvSpPr>
          <p:spPr>
            <a:xfrm>
              <a:off x="3222637" y="2889488"/>
              <a:ext cx="198457" cy="149224"/>
            </a:xfrm>
            <a:custGeom>
              <a:rect b="b" l="l" r="r" t="t"/>
              <a:pathLst>
                <a:path extrusionOk="0" h="6853" w="9114">
                  <a:moveTo>
                    <a:pt x="7690" y="1"/>
                  </a:moveTo>
                  <a:cubicBezTo>
                    <a:pt x="4592" y="24"/>
                    <a:pt x="1711" y="1585"/>
                    <a:pt x="1" y="4156"/>
                  </a:cubicBezTo>
                  <a:lnTo>
                    <a:pt x="2904" y="4225"/>
                  </a:lnTo>
                  <a:lnTo>
                    <a:pt x="4511" y="6853"/>
                  </a:lnTo>
                  <a:cubicBezTo>
                    <a:pt x="5257" y="5854"/>
                    <a:pt x="6428" y="5258"/>
                    <a:pt x="7679" y="5235"/>
                  </a:cubicBezTo>
                  <a:lnTo>
                    <a:pt x="9114" y="2606"/>
                  </a:lnTo>
                  <a:lnTo>
                    <a:pt x="7690" y="1"/>
                  </a:ln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59"/>
            <p:cNvSpPr/>
            <p:nvPr/>
          </p:nvSpPr>
          <p:spPr>
            <a:xfrm>
              <a:off x="3179914" y="2991462"/>
              <a:ext cx="133960" cy="190205"/>
            </a:xfrm>
            <a:custGeom>
              <a:rect b="b" l="l" r="r" t="t"/>
              <a:pathLst>
                <a:path extrusionOk="0" h="8735" w="6152">
                  <a:moveTo>
                    <a:pt x="1641" y="1"/>
                  </a:moveTo>
                  <a:cubicBezTo>
                    <a:pt x="103" y="2686"/>
                    <a:pt x="0" y="5957"/>
                    <a:pt x="1366" y="8735"/>
                  </a:cubicBezTo>
                  <a:lnTo>
                    <a:pt x="2869" y="6244"/>
                  </a:lnTo>
                  <a:lnTo>
                    <a:pt x="5957" y="6164"/>
                  </a:lnTo>
                  <a:cubicBezTo>
                    <a:pt x="5486" y="5016"/>
                    <a:pt x="5555" y="3731"/>
                    <a:pt x="6152" y="2640"/>
                  </a:cubicBezTo>
                  <a:lnTo>
                    <a:pt x="4568" y="58"/>
                  </a:lnTo>
                  <a:lnTo>
                    <a:pt x="1641" y="1"/>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59"/>
            <p:cNvSpPr/>
            <p:nvPr/>
          </p:nvSpPr>
          <p:spPr>
            <a:xfrm>
              <a:off x="3215887" y="3136661"/>
              <a:ext cx="162725" cy="157477"/>
            </a:xfrm>
            <a:custGeom>
              <a:rect b="b" l="l" r="r" t="t"/>
              <a:pathLst>
                <a:path extrusionOk="0" h="7232" w="7473">
                  <a:moveTo>
                    <a:pt x="4546" y="1"/>
                  </a:moveTo>
                  <a:lnTo>
                    <a:pt x="1516" y="81"/>
                  </a:lnTo>
                  <a:lnTo>
                    <a:pt x="1" y="2583"/>
                  </a:lnTo>
                  <a:cubicBezTo>
                    <a:pt x="1550" y="5280"/>
                    <a:pt x="4339" y="7025"/>
                    <a:pt x="7438" y="7232"/>
                  </a:cubicBezTo>
                  <a:lnTo>
                    <a:pt x="6026" y="4649"/>
                  </a:lnTo>
                  <a:lnTo>
                    <a:pt x="7472" y="1964"/>
                  </a:lnTo>
                  <a:cubicBezTo>
                    <a:pt x="6256" y="1791"/>
                    <a:pt x="5177" y="1068"/>
                    <a:pt x="454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59"/>
            <p:cNvSpPr/>
            <p:nvPr/>
          </p:nvSpPr>
          <p:spPr>
            <a:xfrm>
              <a:off x="3359605" y="3146677"/>
              <a:ext cx="200439" cy="147722"/>
            </a:xfrm>
            <a:custGeom>
              <a:rect b="b" l="l" r="r" t="t"/>
              <a:pathLst>
                <a:path extrusionOk="0" h="6784" w="9205">
                  <a:moveTo>
                    <a:pt x="4649" y="0"/>
                  </a:moveTo>
                  <a:cubicBezTo>
                    <a:pt x="3880" y="976"/>
                    <a:pt x="2697" y="1549"/>
                    <a:pt x="1446" y="1549"/>
                  </a:cubicBezTo>
                  <a:lnTo>
                    <a:pt x="1435" y="1549"/>
                  </a:lnTo>
                  <a:lnTo>
                    <a:pt x="0" y="4189"/>
                  </a:lnTo>
                  <a:lnTo>
                    <a:pt x="1435" y="6783"/>
                  </a:lnTo>
                  <a:lnTo>
                    <a:pt x="1446" y="6783"/>
                  </a:lnTo>
                  <a:cubicBezTo>
                    <a:pt x="1458" y="6783"/>
                    <a:pt x="1469" y="6783"/>
                    <a:pt x="1481" y="6783"/>
                  </a:cubicBezTo>
                  <a:cubicBezTo>
                    <a:pt x="4589" y="6783"/>
                    <a:pt x="7490" y="5224"/>
                    <a:pt x="9205" y="2628"/>
                  </a:cubicBezTo>
                  <a:lnTo>
                    <a:pt x="6221" y="2559"/>
                  </a:lnTo>
                  <a:lnTo>
                    <a:pt x="4649"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28" name="Google Shape;1428;p59"/>
          <p:cNvGrpSpPr/>
          <p:nvPr/>
        </p:nvGrpSpPr>
        <p:grpSpPr>
          <a:xfrm>
            <a:off x="4421513" y="3103677"/>
            <a:ext cx="516145" cy="498648"/>
            <a:chOff x="3729467" y="2889422"/>
            <a:chExt cx="419153" cy="404977"/>
          </a:xfrm>
        </p:grpSpPr>
        <p:sp>
          <p:nvSpPr>
            <p:cNvPr id="1429" name="Google Shape;1429;p59"/>
            <p:cNvSpPr/>
            <p:nvPr/>
          </p:nvSpPr>
          <p:spPr>
            <a:xfrm>
              <a:off x="4014137" y="2974913"/>
              <a:ext cx="134482" cy="178707"/>
            </a:xfrm>
            <a:custGeom>
              <a:rect b="b" l="l" r="r" t="t"/>
              <a:pathLst>
                <a:path extrusionOk="0" h="8207" w="6176">
                  <a:moveTo>
                    <a:pt x="4121" y="0"/>
                  </a:moveTo>
                  <a:lnTo>
                    <a:pt x="2973" y="2732"/>
                  </a:lnTo>
                  <a:lnTo>
                    <a:pt x="0" y="3260"/>
                  </a:lnTo>
                  <a:cubicBezTo>
                    <a:pt x="391" y="3891"/>
                    <a:pt x="586" y="4625"/>
                    <a:pt x="586" y="5372"/>
                  </a:cubicBezTo>
                  <a:cubicBezTo>
                    <a:pt x="586" y="5658"/>
                    <a:pt x="563" y="5945"/>
                    <a:pt x="494" y="6232"/>
                  </a:cubicBezTo>
                  <a:lnTo>
                    <a:pt x="2743" y="8206"/>
                  </a:lnTo>
                  <a:lnTo>
                    <a:pt x="5613" y="7392"/>
                  </a:lnTo>
                  <a:cubicBezTo>
                    <a:pt x="6175" y="4832"/>
                    <a:pt x="5636" y="2146"/>
                    <a:pt x="412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59"/>
            <p:cNvSpPr/>
            <p:nvPr/>
          </p:nvSpPr>
          <p:spPr>
            <a:xfrm>
              <a:off x="3741225" y="3095375"/>
              <a:ext cx="148963" cy="173460"/>
            </a:xfrm>
            <a:custGeom>
              <a:rect b="b" l="l" r="r" t="t"/>
              <a:pathLst>
                <a:path extrusionOk="0" h="7966" w="6841">
                  <a:moveTo>
                    <a:pt x="2215" y="0"/>
                  </a:moveTo>
                  <a:lnTo>
                    <a:pt x="0" y="1963"/>
                  </a:lnTo>
                  <a:cubicBezTo>
                    <a:pt x="597" y="4511"/>
                    <a:pt x="2250" y="6691"/>
                    <a:pt x="4534" y="7965"/>
                  </a:cubicBezTo>
                  <a:lnTo>
                    <a:pt x="4373" y="5027"/>
                  </a:lnTo>
                  <a:lnTo>
                    <a:pt x="6841" y="3248"/>
                  </a:lnTo>
                  <a:cubicBezTo>
                    <a:pt x="5980" y="2686"/>
                    <a:pt x="5360" y="1814"/>
                    <a:pt x="5108" y="804"/>
                  </a:cubicBezTo>
                  <a:lnTo>
                    <a:pt x="2215"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59"/>
            <p:cNvSpPr/>
            <p:nvPr/>
          </p:nvSpPr>
          <p:spPr>
            <a:xfrm>
              <a:off x="3949660" y="2889684"/>
              <a:ext cx="146219" cy="145980"/>
            </a:xfrm>
            <a:custGeom>
              <a:rect b="b" l="l" r="r" t="t"/>
              <a:pathLst>
                <a:path extrusionOk="0" h="6704" w="6715">
                  <a:moveTo>
                    <a:pt x="12" y="0"/>
                  </a:moveTo>
                  <a:lnTo>
                    <a:pt x="1435" y="2583"/>
                  </a:lnTo>
                  <a:lnTo>
                    <a:pt x="0" y="5257"/>
                  </a:lnTo>
                  <a:cubicBezTo>
                    <a:pt x="1022" y="5383"/>
                    <a:pt x="1963" y="5900"/>
                    <a:pt x="2629" y="6703"/>
                  </a:cubicBezTo>
                  <a:lnTo>
                    <a:pt x="5567" y="6187"/>
                  </a:lnTo>
                  <a:lnTo>
                    <a:pt x="6714" y="3432"/>
                  </a:lnTo>
                  <a:cubicBezTo>
                    <a:pt x="5062" y="1401"/>
                    <a:pt x="2629" y="150"/>
                    <a:pt x="1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59"/>
            <p:cNvSpPr/>
            <p:nvPr/>
          </p:nvSpPr>
          <p:spPr>
            <a:xfrm>
              <a:off x="3847947" y="3172089"/>
              <a:ext cx="167210" cy="122310"/>
            </a:xfrm>
            <a:custGeom>
              <a:rect b="b" l="l" r="r" t="t"/>
              <a:pathLst>
                <a:path extrusionOk="0" h="5617" w="7679">
                  <a:moveTo>
                    <a:pt x="2433" y="1"/>
                  </a:moveTo>
                  <a:lnTo>
                    <a:pt x="0" y="1757"/>
                  </a:lnTo>
                  <a:lnTo>
                    <a:pt x="149" y="4718"/>
                  </a:lnTo>
                  <a:cubicBezTo>
                    <a:pt x="1415" y="5317"/>
                    <a:pt x="2781" y="5616"/>
                    <a:pt x="4148" y="5616"/>
                  </a:cubicBezTo>
                  <a:cubicBezTo>
                    <a:pt x="5347" y="5616"/>
                    <a:pt x="6546" y="5386"/>
                    <a:pt x="7678" y="4924"/>
                  </a:cubicBezTo>
                  <a:lnTo>
                    <a:pt x="5280" y="3203"/>
                  </a:lnTo>
                  <a:lnTo>
                    <a:pt x="5417" y="173"/>
                  </a:lnTo>
                  <a:lnTo>
                    <a:pt x="5417" y="173"/>
                  </a:lnTo>
                  <a:cubicBezTo>
                    <a:pt x="5016" y="311"/>
                    <a:pt x="4591" y="379"/>
                    <a:pt x="4155" y="379"/>
                  </a:cubicBezTo>
                  <a:cubicBezTo>
                    <a:pt x="3558" y="379"/>
                    <a:pt x="2973" y="253"/>
                    <a:pt x="2433" y="1"/>
                  </a:cubicBez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59"/>
            <p:cNvSpPr/>
            <p:nvPr/>
          </p:nvSpPr>
          <p:spPr>
            <a:xfrm>
              <a:off x="3974658" y="3122616"/>
              <a:ext cx="158457" cy="151206"/>
            </a:xfrm>
            <a:custGeom>
              <a:rect b="b" l="l" r="r" t="t"/>
              <a:pathLst>
                <a:path extrusionOk="0" h="6944" w="7277">
                  <a:moveTo>
                    <a:pt x="2158" y="0"/>
                  </a:moveTo>
                  <a:cubicBezTo>
                    <a:pt x="1790" y="964"/>
                    <a:pt x="1079" y="1768"/>
                    <a:pt x="149" y="2227"/>
                  </a:cubicBezTo>
                  <a:lnTo>
                    <a:pt x="0" y="5222"/>
                  </a:lnTo>
                  <a:lnTo>
                    <a:pt x="2422" y="6944"/>
                  </a:lnTo>
                  <a:cubicBezTo>
                    <a:pt x="4775" y="5785"/>
                    <a:pt x="6542" y="3696"/>
                    <a:pt x="7277" y="1171"/>
                  </a:cubicBezTo>
                  <a:lnTo>
                    <a:pt x="7277" y="1171"/>
                  </a:lnTo>
                  <a:lnTo>
                    <a:pt x="4430" y="1986"/>
                  </a:lnTo>
                  <a:lnTo>
                    <a:pt x="2158" y="0"/>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59"/>
            <p:cNvSpPr/>
            <p:nvPr/>
          </p:nvSpPr>
          <p:spPr>
            <a:xfrm>
              <a:off x="3729467" y="2966660"/>
              <a:ext cx="138990" cy="158718"/>
            </a:xfrm>
            <a:custGeom>
              <a:rect b="b" l="l" r="r" t="t"/>
              <a:pathLst>
                <a:path extrusionOk="0" h="7289" w="6383">
                  <a:moveTo>
                    <a:pt x="2296" y="0"/>
                  </a:moveTo>
                  <a:cubicBezTo>
                    <a:pt x="678" y="2055"/>
                    <a:pt x="1" y="4706"/>
                    <a:pt x="425" y="7288"/>
                  </a:cubicBezTo>
                  <a:lnTo>
                    <a:pt x="2618" y="5337"/>
                  </a:lnTo>
                  <a:lnTo>
                    <a:pt x="5556" y="6152"/>
                  </a:lnTo>
                  <a:cubicBezTo>
                    <a:pt x="5544" y="6026"/>
                    <a:pt x="5533" y="5888"/>
                    <a:pt x="5533" y="5751"/>
                  </a:cubicBezTo>
                  <a:cubicBezTo>
                    <a:pt x="5533" y="4855"/>
                    <a:pt x="5831" y="3983"/>
                    <a:pt x="6382" y="3271"/>
                  </a:cubicBezTo>
                  <a:lnTo>
                    <a:pt x="5211" y="505"/>
                  </a:lnTo>
                  <a:lnTo>
                    <a:pt x="2296"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59"/>
            <p:cNvSpPr/>
            <p:nvPr/>
          </p:nvSpPr>
          <p:spPr>
            <a:xfrm>
              <a:off x="3787716" y="2889422"/>
              <a:ext cx="180449" cy="139229"/>
            </a:xfrm>
            <a:custGeom>
              <a:rect b="b" l="l" r="r" t="t"/>
              <a:pathLst>
                <a:path extrusionOk="0" h="6394" w="8287">
                  <a:moveTo>
                    <a:pt x="6863" y="1"/>
                  </a:moveTo>
                  <a:cubicBezTo>
                    <a:pt x="4235" y="12"/>
                    <a:pt x="1756" y="1137"/>
                    <a:pt x="0" y="3088"/>
                  </a:cubicBezTo>
                  <a:lnTo>
                    <a:pt x="2904" y="3593"/>
                  </a:lnTo>
                  <a:lnTo>
                    <a:pt x="4086" y="6394"/>
                  </a:lnTo>
                  <a:cubicBezTo>
                    <a:pt x="4820" y="5671"/>
                    <a:pt x="5819" y="5258"/>
                    <a:pt x="6852" y="5235"/>
                  </a:cubicBezTo>
                  <a:lnTo>
                    <a:pt x="8287" y="2606"/>
                  </a:lnTo>
                  <a:lnTo>
                    <a:pt x="6863"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6" name="Google Shape;1436;p59"/>
          <p:cNvSpPr/>
          <p:nvPr/>
        </p:nvSpPr>
        <p:spPr>
          <a:xfrm>
            <a:off x="7439738" y="2350672"/>
            <a:ext cx="185410" cy="94006"/>
          </a:xfrm>
          <a:custGeom>
            <a:rect b="b" l="l" r="r" t="t"/>
            <a:pathLst>
              <a:path extrusionOk="0" h="1544" w="3045">
                <a:moveTo>
                  <a:pt x="1645" y="0"/>
                </a:moveTo>
                <a:lnTo>
                  <a:pt x="2143" y="505"/>
                </a:lnTo>
                <a:lnTo>
                  <a:pt x="0" y="505"/>
                </a:lnTo>
                <a:lnTo>
                  <a:pt x="0" y="1046"/>
                </a:lnTo>
                <a:lnTo>
                  <a:pt x="2143" y="1046"/>
                </a:lnTo>
                <a:lnTo>
                  <a:pt x="1645" y="1544"/>
                </a:lnTo>
                <a:lnTo>
                  <a:pt x="2272" y="1544"/>
                </a:lnTo>
                <a:lnTo>
                  <a:pt x="3044" y="772"/>
                </a:lnTo>
                <a:lnTo>
                  <a:pt x="2272"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59"/>
          <p:cNvSpPr/>
          <p:nvPr/>
        </p:nvSpPr>
        <p:spPr>
          <a:xfrm>
            <a:off x="7139193" y="2333075"/>
            <a:ext cx="171771" cy="129198"/>
          </a:xfrm>
          <a:custGeom>
            <a:rect b="b" l="l" r="r" t="t"/>
            <a:pathLst>
              <a:path extrusionOk="0" h="2122" w="2821">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59"/>
          <p:cNvSpPr/>
          <p:nvPr/>
        </p:nvSpPr>
        <p:spPr>
          <a:xfrm>
            <a:off x="7761482" y="2339529"/>
            <a:ext cx="167813" cy="116777"/>
          </a:xfrm>
          <a:custGeom>
            <a:rect b="b" l="l" r="r" t="t"/>
            <a:pathLst>
              <a:path extrusionOk="0" h="1918" w="2756">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59"/>
          <p:cNvSpPr/>
          <p:nvPr/>
        </p:nvSpPr>
        <p:spPr>
          <a:xfrm>
            <a:off x="8056187" y="2333075"/>
            <a:ext cx="163855" cy="129198"/>
          </a:xfrm>
          <a:custGeom>
            <a:rect b="b" l="l" r="r" t="t"/>
            <a:pathLst>
              <a:path extrusionOk="0" h="2122" w="2691">
                <a:moveTo>
                  <a:pt x="1630" y="1"/>
                </a:moveTo>
                <a:lnTo>
                  <a:pt x="1630" y="722"/>
                </a:lnTo>
                <a:lnTo>
                  <a:pt x="1630" y="808"/>
                </a:lnTo>
                <a:lnTo>
                  <a:pt x="0" y="808"/>
                </a:lnTo>
                <a:lnTo>
                  <a:pt x="0" y="1321"/>
                </a:lnTo>
                <a:lnTo>
                  <a:pt x="1630" y="1321"/>
                </a:lnTo>
                <a:lnTo>
                  <a:pt x="1630" y="1407"/>
                </a:lnTo>
                <a:lnTo>
                  <a:pt x="1630" y="2121"/>
                </a:lnTo>
                <a:lnTo>
                  <a:pt x="2691" y="1061"/>
                </a:lnTo>
                <a:lnTo>
                  <a:pt x="163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40" name="Google Shape;1440;p59"/>
          <p:cNvGrpSpPr/>
          <p:nvPr/>
        </p:nvGrpSpPr>
        <p:grpSpPr>
          <a:xfrm>
            <a:off x="7141841" y="2550562"/>
            <a:ext cx="166473" cy="141497"/>
            <a:chOff x="4660325" y="1866850"/>
            <a:chExt cx="68350" cy="58100"/>
          </a:xfrm>
        </p:grpSpPr>
        <p:sp>
          <p:nvSpPr>
            <p:cNvPr id="1441" name="Google Shape;1441;p59"/>
            <p:cNvSpPr/>
            <p:nvPr/>
          </p:nvSpPr>
          <p:spPr>
            <a:xfrm>
              <a:off x="4660325" y="1866850"/>
              <a:ext cx="37700" cy="58100"/>
            </a:xfrm>
            <a:custGeom>
              <a:rect b="b" l="l" r="r" t="t"/>
              <a:pathLst>
                <a:path extrusionOk="0" h="2324" w="1508">
                  <a:moveTo>
                    <a:pt x="346" y="1"/>
                  </a:moveTo>
                  <a:lnTo>
                    <a:pt x="0" y="354"/>
                  </a:lnTo>
                  <a:lnTo>
                    <a:pt x="815" y="1162"/>
                  </a:lnTo>
                  <a:lnTo>
                    <a:pt x="0" y="1977"/>
                  </a:lnTo>
                  <a:lnTo>
                    <a:pt x="346" y="2323"/>
                  </a:lnTo>
                  <a:lnTo>
                    <a:pt x="1508" y="1162"/>
                  </a:lnTo>
                  <a:lnTo>
                    <a:pt x="34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59"/>
            <p:cNvSpPr/>
            <p:nvPr/>
          </p:nvSpPr>
          <p:spPr>
            <a:xfrm>
              <a:off x="4690975" y="1866850"/>
              <a:ext cx="37700" cy="58100"/>
            </a:xfrm>
            <a:custGeom>
              <a:rect b="b" l="l" r="r" t="t"/>
              <a:pathLst>
                <a:path extrusionOk="0" h="2324" w="1508">
                  <a:moveTo>
                    <a:pt x="346" y="1"/>
                  </a:moveTo>
                  <a:lnTo>
                    <a:pt x="0" y="354"/>
                  </a:lnTo>
                  <a:lnTo>
                    <a:pt x="808" y="1162"/>
                  </a:lnTo>
                  <a:lnTo>
                    <a:pt x="0" y="1977"/>
                  </a:lnTo>
                  <a:lnTo>
                    <a:pt x="346" y="2323"/>
                  </a:lnTo>
                  <a:lnTo>
                    <a:pt x="1508" y="1162"/>
                  </a:lnTo>
                  <a:lnTo>
                    <a:pt x="34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3" name="Google Shape;1443;p59"/>
          <p:cNvGrpSpPr/>
          <p:nvPr/>
        </p:nvGrpSpPr>
        <p:grpSpPr>
          <a:xfrm>
            <a:off x="7451186" y="2576286"/>
            <a:ext cx="162515" cy="90049"/>
            <a:chOff x="4791775" y="1877500"/>
            <a:chExt cx="66725" cy="36975"/>
          </a:xfrm>
        </p:grpSpPr>
        <p:sp>
          <p:nvSpPr>
            <p:cNvPr id="1444" name="Google Shape;1444;p59"/>
            <p:cNvSpPr/>
            <p:nvPr/>
          </p:nvSpPr>
          <p:spPr>
            <a:xfrm>
              <a:off x="4791775" y="1877500"/>
              <a:ext cx="36075" cy="36975"/>
            </a:xfrm>
            <a:custGeom>
              <a:rect b="b" l="l" r="r" t="t"/>
              <a:pathLst>
                <a:path extrusionOk="0" h="1479" w="1443">
                  <a:moveTo>
                    <a:pt x="0" y="0"/>
                  </a:moveTo>
                  <a:lnTo>
                    <a:pt x="743" y="736"/>
                  </a:lnTo>
                  <a:lnTo>
                    <a:pt x="0" y="1479"/>
                  </a:lnTo>
                  <a:lnTo>
                    <a:pt x="700" y="1479"/>
                  </a:lnTo>
                  <a:lnTo>
                    <a:pt x="1442" y="736"/>
                  </a:lnTo>
                  <a:lnTo>
                    <a:pt x="70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59"/>
            <p:cNvSpPr/>
            <p:nvPr/>
          </p:nvSpPr>
          <p:spPr>
            <a:xfrm>
              <a:off x="4822425" y="1877500"/>
              <a:ext cx="36075" cy="36975"/>
            </a:xfrm>
            <a:custGeom>
              <a:rect b="b" l="l" r="r" t="t"/>
              <a:pathLst>
                <a:path extrusionOk="0" h="1479" w="1443">
                  <a:moveTo>
                    <a:pt x="0" y="0"/>
                  </a:moveTo>
                  <a:lnTo>
                    <a:pt x="743" y="736"/>
                  </a:lnTo>
                  <a:lnTo>
                    <a:pt x="0" y="1479"/>
                  </a:lnTo>
                  <a:lnTo>
                    <a:pt x="700" y="1479"/>
                  </a:lnTo>
                  <a:lnTo>
                    <a:pt x="1443" y="736"/>
                  </a:lnTo>
                  <a:lnTo>
                    <a:pt x="70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6" name="Google Shape;1446;p59"/>
          <p:cNvGrpSpPr/>
          <p:nvPr/>
        </p:nvGrpSpPr>
        <p:grpSpPr>
          <a:xfrm>
            <a:off x="7772899" y="2576286"/>
            <a:ext cx="144979" cy="90049"/>
            <a:chOff x="4923925" y="1877500"/>
            <a:chExt cx="59525" cy="36975"/>
          </a:xfrm>
        </p:grpSpPr>
        <p:sp>
          <p:nvSpPr>
            <p:cNvPr id="1447" name="Google Shape;1447;p59"/>
            <p:cNvSpPr/>
            <p:nvPr/>
          </p:nvSpPr>
          <p:spPr>
            <a:xfrm>
              <a:off x="4923925" y="1877500"/>
              <a:ext cx="28875" cy="36975"/>
            </a:xfrm>
            <a:custGeom>
              <a:rect b="b" l="l" r="r" t="t"/>
              <a:pathLst>
                <a:path extrusionOk="0" h="1479" w="1155">
                  <a:moveTo>
                    <a:pt x="332" y="0"/>
                  </a:moveTo>
                  <a:cubicBezTo>
                    <a:pt x="116" y="0"/>
                    <a:pt x="1" y="260"/>
                    <a:pt x="159" y="419"/>
                  </a:cubicBezTo>
                  <a:lnTo>
                    <a:pt x="433" y="700"/>
                  </a:lnTo>
                  <a:cubicBezTo>
                    <a:pt x="455" y="722"/>
                    <a:pt x="455" y="758"/>
                    <a:pt x="433" y="779"/>
                  </a:cubicBezTo>
                  <a:lnTo>
                    <a:pt x="159" y="1053"/>
                  </a:lnTo>
                  <a:cubicBezTo>
                    <a:pt x="1" y="1212"/>
                    <a:pt x="116" y="1479"/>
                    <a:pt x="332" y="1479"/>
                  </a:cubicBezTo>
                  <a:cubicBezTo>
                    <a:pt x="397" y="1479"/>
                    <a:pt x="462" y="1450"/>
                    <a:pt x="506" y="1407"/>
                  </a:cubicBezTo>
                  <a:lnTo>
                    <a:pt x="1133" y="779"/>
                  </a:lnTo>
                  <a:cubicBezTo>
                    <a:pt x="1155" y="758"/>
                    <a:pt x="1155" y="722"/>
                    <a:pt x="1133" y="700"/>
                  </a:cubicBezTo>
                  <a:lnTo>
                    <a:pt x="506" y="73"/>
                  </a:lnTo>
                  <a:cubicBezTo>
                    <a:pt x="462" y="22"/>
                    <a:pt x="397" y="0"/>
                    <a:pt x="33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59"/>
            <p:cNvSpPr/>
            <p:nvPr/>
          </p:nvSpPr>
          <p:spPr>
            <a:xfrm>
              <a:off x="4954575" y="1877500"/>
              <a:ext cx="28875" cy="36975"/>
            </a:xfrm>
            <a:custGeom>
              <a:rect b="b" l="l" r="r" t="t"/>
              <a:pathLst>
                <a:path extrusionOk="0" h="1479" w="1155">
                  <a:moveTo>
                    <a:pt x="333" y="0"/>
                  </a:moveTo>
                  <a:cubicBezTo>
                    <a:pt x="116" y="0"/>
                    <a:pt x="1" y="260"/>
                    <a:pt x="159" y="419"/>
                  </a:cubicBezTo>
                  <a:lnTo>
                    <a:pt x="434" y="700"/>
                  </a:lnTo>
                  <a:cubicBezTo>
                    <a:pt x="455" y="722"/>
                    <a:pt x="455" y="758"/>
                    <a:pt x="434" y="779"/>
                  </a:cubicBezTo>
                  <a:lnTo>
                    <a:pt x="159" y="1053"/>
                  </a:lnTo>
                  <a:cubicBezTo>
                    <a:pt x="1" y="1212"/>
                    <a:pt x="116" y="1479"/>
                    <a:pt x="333" y="1479"/>
                  </a:cubicBezTo>
                  <a:cubicBezTo>
                    <a:pt x="397" y="1479"/>
                    <a:pt x="462" y="1450"/>
                    <a:pt x="506" y="1407"/>
                  </a:cubicBezTo>
                  <a:lnTo>
                    <a:pt x="1133" y="779"/>
                  </a:lnTo>
                  <a:cubicBezTo>
                    <a:pt x="1155" y="758"/>
                    <a:pt x="1155" y="722"/>
                    <a:pt x="1133" y="700"/>
                  </a:cubicBezTo>
                  <a:lnTo>
                    <a:pt x="506" y="73"/>
                  </a:lnTo>
                  <a:cubicBezTo>
                    <a:pt x="462" y="22"/>
                    <a:pt x="397" y="0"/>
                    <a:pt x="33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9" name="Google Shape;1449;p59"/>
          <p:cNvGrpSpPr/>
          <p:nvPr/>
        </p:nvGrpSpPr>
        <p:grpSpPr>
          <a:xfrm>
            <a:off x="8067390" y="2558477"/>
            <a:ext cx="141447" cy="125667"/>
            <a:chOff x="5058450" y="1870100"/>
            <a:chExt cx="58075" cy="51600"/>
          </a:xfrm>
        </p:grpSpPr>
        <p:sp>
          <p:nvSpPr>
            <p:cNvPr id="1450" name="Google Shape;1450;p59"/>
            <p:cNvSpPr/>
            <p:nvPr/>
          </p:nvSpPr>
          <p:spPr>
            <a:xfrm>
              <a:off x="5058450" y="1870100"/>
              <a:ext cx="25800" cy="51600"/>
            </a:xfrm>
            <a:custGeom>
              <a:rect b="b" l="l" r="r" t="t"/>
              <a:pathLst>
                <a:path extrusionOk="0" h="2064" w="1032">
                  <a:moveTo>
                    <a:pt x="0" y="1"/>
                  </a:moveTo>
                  <a:lnTo>
                    <a:pt x="0" y="621"/>
                  </a:lnTo>
                  <a:lnTo>
                    <a:pt x="0" y="1443"/>
                  </a:lnTo>
                  <a:lnTo>
                    <a:pt x="0" y="2063"/>
                  </a:lnTo>
                  <a:lnTo>
                    <a:pt x="1032" y="1032"/>
                  </a:lnTo>
                  <a:lnTo>
                    <a:pt x="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59"/>
            <p:cNvSpPr/>
            <p:nvPr/>
          </p:nvSpPr>
          <p:spPr>
            <a:xfrm>
              <a:off x="5090725" y="1870100"/>
              <a:ext cx="25800" cy="51600"/>
            </a:xfrm>
            <a:custGeom>
              <a:rect b="b" l="l" r="r" t="t"/>
              <a:pathLst>
                <a:path extrusionOk="0" h="2064" w="1032">
                  <a:moveTo>
                    <a:pt x="0" y="1"/>
                  </a:moveTo>
                  <a:lnTo>
                    <a:pt x="0" y="621"/>
                  </a:lnTo>
                  <a:lnTo>
                    <a:pt x="0" y="1443"/>
                  </a:lnTo>
                  <a:lnTo>
                    <a:pt x="0" y="2063"/>
                  </a:lnTo>
                  <a:lnTo>
                    <a:pt x="1032" y="1032"/>
                  </a:lnTo>
                  <a:lnTo>
                    <a:pt x="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2" name="Google Shape;1452;p59"/>
          <p:cNvGrpSpPr/>
          <p:nvPr/>
        </p:nvGrpSpPr>
        <p:grpSpPr>
          <a:xfrm>
            <a:off x="7481905" y="2980885"/>
            <a:ext cx="101077" cy="107645"/>
            <a:chOff x="4811425" y="2065025"/>
            <a:chExt cx="41500" cy="44200"/>
          </a:xfrm>
        </p:grpSpPr>
        <p:sp>
          <p:nvSpPr>
            <p:cNvPr id="1453" name="Google Shape;1453;p59"/>
            <p:cNvSpPr/>
            <p:nvPr/>
          </p:nvSpPr>
          <p:spPr>
            <a:xfrm>
              <a:off x="4825300" y="2065025"/>
              <a:ext cx="27625" cy="44200"/>
            </a:xfrm>
            <a:custGeom>
              <a:rect b="b" l="l" r="r" t="t"/>
              <a:pathLst>
                <a:path extrusionOk="0" h="1768" w="1105">
                  <a:moveTo>
                    <a:pt x="217" y="0"/>
                  </a:moveTo>
                  <a:lnTo>
                    <a:pt x="1" y="224"/>
                  </a:lnTo>
                  <a:lnTo>
                    <a:pt x="657" y="880"/>
                  </a:lnTo>
                  <a:lnTo>
                    <a:pt x="1" y="1544"/>
                  </a:lnTo>
                  <a:lnTo>
                    <a:pt x="217" y="1767"/>
                  </a:lnTo>
                  <a:lnTo>
                    <a:pt x="1104" y="880"/>
                  </a:lnTo>
                  <a:lnTo>
                    <a:pt x="217"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59"/>
            <p:cNvSpPr/>
            <p:nvPr/>
          </p:nvSpPr>
          <p:spPr>
            <a:xfrm>
              <a:off x="4811425" y="2072950"/>
              <a:ext cx="19850" cy="28350"/>
            </a:xfrm>
            <a:custGeom>
              <a:rect b="b" l="l" r="r" t="t"/>
              <a:pathLst>
                <a:path extrusionOk="0" h="1134" w="794">
                  <a:moveTo>
                    <a:pt x="224" y="1"/>
                  </a:moveTo>
                  <a:lnTo>
                    <a:pt x="0" y="224"/>
                  </a:lnTo>
                  <a:lnTo>
                    <a:pt x="346" y="563"/>
                  </a:lnTo>
                  <a:lnTo>
                    <a:pt x="0" y="909"/>
                  </a:lnTo>
                  <a:lnTo>
                    <a:pt x="224" y="1133"/>
                  </a:lnTo>
                  <a:lnTo>
                    <a:pt x="794" y="563"/>
                  </a:lnTo>
                  <a:lnTo>
                    <a:pt x="22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5" name="Google Shape;1455;p59"/>
          <p:cNvGrpSpPr/>
          <p:nvPr/>
        </p:nvGrpSpPr>
        <p:grpSpPr>
          <a:xfrm>
            <a:off x="7774342" y="2981098"/>
            <a:ext cx="120867" cy="107218"/>
            <a:chOff x="4929875" y="2065025"/>
            <a:chExt cx="49625" cy="44025"/>
          </a:xfrm>
        </p:grpSpPr>
        <p:sp>
          <p:nvSpPr>
            <p:cNvPr id="1456" name="Google Shape;1456;p59"/>
            <p:cNvSpPr/>
            <p:nvPr/>
          </p:nvSpPr>
          <p:spPr>
            <a:xfrm>
              <a:off x="4950075" y="2065025"/>
              <a:ext cx="29425" cy="44025"/>
            </a:xfrm>
            <a:custGeom>
              <a:rect b="b" l="l" r="r" t="t"/>
              <a:pathLst>
                <a:path extrusionOk="0" h="1761" w="1177">
                  <a:moveTo>
                    <a:pt x="1" y="0"/>
                  </a:moveTo>
                  <a:lnTo>
                    <a:pt x="729" y="880"/>
                  </a:lnTo>
                  <a:lnTo>
                    <a:pt x="1" y="1760"/>
                  </a:lnTo>
                  <a:lnTo>
                    <a:pt x="1176" y="880"/>
                  </a:lnTo>
                  <a:lnTo>
                    <a:pt x="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59"/>
            <p:cNvSpPr/>
            <p:nvPr/>
          </p:nvSpPr>
          <p:spPr>
            <a:xfrm>
              <a:off x="4929875" y="2065025"/>
              <a:ext cx="29425" cy="44025"/>
            </a:xfrm>
            <a:custGeom>
              <a:rect b="b" l="l" r="r" t="t"/>
              <a:pathLst>
                <a:path extrusionOk="0" h="1761" w="1177">
                  <a:moveTo>
                    <a:pt x="1" y="0"/>
                  </a:moveTo>
                  <a:lnTo>
                    <a:pt x="736" y="880"/>
                  </a:lnTo>
                  <a:lnTo>
                    <a:pt x="1" y="1760"/>
                  </a:lnTo>
                  <a:lnTo>
                    <a:pt x="1" y="1760"/>
                  </a:lnTo>
                  <a:lnTo>
                    <a:pt x="1176" y="880"/>
                  </a:lnTo>
                  <a:lnTo>
                    <a:pt x="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8" name="Google Shape;1458;p59"/>
          <p:cNvGrpSpPr/>
          <p:nvPr/>
        </p:nvGrpSpPr>
        <p:grpSpPr>
          <a:xfrm>
            <a:off x="8103011" y="2984112"/>
            <a:ext cx="70206" cy="101191"/>
            <a:chOff x="5083925" y="2066350"/>
            <a:chExt cx="28825" cy="41550"/>
          </a:xfrm>
        </p:grpSpPr>
        <p:sp>
          <p:nvSpPr>
            <p:cNvPr id="1459" name="Google Shape;1459;p59"/>
            <p:cNvSpPr/>
            <p:nvPr/>
          </p:nvSpPr>
          <p:spPr>
            <a:xfrm>
              <a:off x="5084050" y="2066350"/>
              <a:ext cx="28700" cy="41550"/>
            </a:xfrm>
            <a:custGeom>
              <a:rect b="b" l="l" r="r" t="t"/>
              <a:pathLst>
                <a:path extrusionOk="0" h="1662" w="1148">
                  <a:moveTo>
                    <a:pt x="52" y="1"/>
                  </a:moveTo>
                  <a:cubicBezTo>
                    <a:pt x="27" y="1"/>
                    <a:pt x="0" y="24"/>
                    <a:pt x="0" y="56"/>
                  </a:cubicBezTo>
                  <a:lnTo>
                    <a:pt x="0" y="200"/>
                  </a:lnTo>
                  <a:cubicBezTo>
                    <a:pt x="0" y="243"/>
                    <a:pt x="22" y="279"/>
                    <a:pt x="51" y="308"/>
                  </a:cubicBezTo>
                  <a:lnTo>
                    <a:pt x="700" y="791"/>
                  </a:lnTo>
                  <a:cubicBezTo>
                    <a:pt x="729" y="813"/>
                    <a:pt x="729" y="849"/>
                    <a:pt x="700" y="871"/>
                  </a:cubicBezTo>
                  <a:lnTo>
                    <a:pt x="51" y="1354"/>
                  </a:lnTo>
                  <a:cubicBezTo>
                    <a:pt x="22" y="1383"/>
                    <a:pt x="0" y="1419"/>
                    <a:pt x="0" y="1462"/>
                  </a:cubicBezTo>
                  <a:lnTo>
                    <a:pt x="0" y="1613"/>
                  </a:lnTo>
                  <a:cubicBezTo>
                    <a:pt x="0" y="1639"/>
                    <a:pt x="26" y="1661"/>
                    <a:pt x="51" y="1661"/>
                  </a:cubicBezTo>
                  <a:cubicBezTo>
                    <a:pt x="61" y="1661"/>
                    <a:pt x="71" y="1658"/>
                    <a:pt x="80" y="1649"/>
                  </a:cubicBezTo>
                  <a:lnTo>
                    <a:pt x="1111" y="878"/>
                  </a:lnTo>
                  <a:cubicBezTo>
                    <a:pt x="1147" y="856"/>
                    <a:pt x="1147" y="806"/>
                    <a:pt x="1111" y="784"/>
                  </a:cubicBezTo>
                  <a:lnTo>
                    <a:pt x="80" y="12"/>
                  </a:lnTo>
                  <a:cubicBezTo>
                    <a:pt x="72" y="4"/>
                    <a:pt x="62" y="1"/>
                    <a:pt x="5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59"/>
            <p:cNvSpPr/>
            <p:nvPr/>
          </p:nvSpPr>
          <p:spPr>
            <a:xfrm>
              <a:off x="5083925" y="2081325"/>
              <a:ext cx="8800" cy="11600"/>
            </a:xfrm>
            <a:custGeom>
              <a:rect b="b" l="l" r="r" t="t"/>
              <a:pathLst>
                <a:path extrusionOk="0" h="464" w="352">
                  <a:moveTo>
                    <a:pt x="53" y="0"/>
                  </a:moveTo>
                  <a:cubicBezTo>
                    <a:pt x="25" y="0"/>
                    <a:pt x="0" y="24"/>
                    <a:pt x="5" y="55"/>
                  </a:cubicBezTo>
                  <a:lnTo>
                    <a:pt x="5" y="416"/>
                  </a:lnTo>
                  <a:cubicBezTo>
                    <a:pt x="5" y="442"/>
                    <a:pt x="31" y="464"/>
                    <a:pt x="56" y="464"/>
                  </a:cubicBezTo>
                  <a:cubicBezTo>
                    <a:pt x="66" y="464"/>
                    <a:pt x="76" y="460"/>
                    <a:pt x="85" y="452"/>
                  </a:cubicBezTo>
                  <a:lnTo>
                    <a:pt x="323" y="279"/>
                  </a:lnTo>
                  <a:cubicBezTo>
                    <a:pt x="352" y="257"/>
                    <a:pt x="352" y="207"/>
                    <a:pt x="323" y="185"/>
                  </a:cubicBezTo>
                  <a:lnTo>
                    <a:pt x="85" y="12"/>
                  </a:lnTo>
                  <a:cubicBezTo>
                    <a:pt x="75" y="4"/>
                    <a:pt x="63" y="0"/>
                    <a:pt x="5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1" name="Google Shape;1461;p59"/>
          <p:cNvGrpSpPr/>
          <p:nvPr/>
        </p:nvGrpSpPr>
        <p:grpSpPr>
          <a:xfrm>
            <a:off x="7134565" y="2999759"/>
            <a:ext cx="181026" cy="69896"/>
            <a:chOff x="4659775" y="2072775"/>
            <a:chExt cx="74325" cy="28700"/>
          </a:xfrm>
        </p:grpSpPr>
        <p:sp>
          <p:nvSpPr>
            <p:cNvPr id="1462" name="Google Shape;1462;p59"/>
            <p:cNvSpPr/>
            <p:nvPr/>
          </p:nvSpPr>
          <p:spPr>
            <a:xfrm>
              <a:off x="4659775" y="2072775"/>
              <a:ext cx="38075" cy="28700"/>
            </a:xfrm>
            <a:custGeom>
              <a:rect b="b" l="l" r="r" t="t"/>
              <a:pathLst>
                <a:path extrusionOk="0" h="1148" w="1523">
                  <a:moveTo>
                    <a:pt x="1" y="0"/>
                  </a:moveTo>
                  <a:lnTo>
                    <a:pt x="578" y="570"/>
                  </a:lnTo>
                  <a:lnTo>
                    <a:pt x="1" y="1147"/>
                  </a:lnTo>
                  <a:lnTo>
                    <a:pt x="945" y="1147"/>
                  </a:lnTo>
                  <a:lnTo>
                    <a:pt x="1522" y="570"/>
                  </a:lnTo>
                  <a:lnTo>
                    <a:pt x="945"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59"/>
            <p:cNvSpPr/>
            <p:nvPr/>
          </p:nvSpPr>
          <p:spPr>
            <a:xfrm>
              <a:off x="4691875" y="2072775"/>
              <a:ext cx="24550" cy="28700"/>
            </a:xfrm>
            <a:custGeom>
              <a:rect b="b" l="l" r="r" t="t"/>
              <a:pathLst>
                <a:path extrusionOk="0" h="1148" w="982">
                  <a:moveTo>
                    <a:pt x="0" y="0"/>
                  </a:moveTo>
                  <a:lnTo>
                    <a:pt x="570" y="570"/>
                  </a:lnTo>
                  <a:lnTo>
                    <a:pt x="0" y="1147"/>
                  </a:lnTo>
                  <a:lnTo>
                    <a:pt x="411" y="1147"/>
                  </a:lnTo>
                  <a:lnTo>
                    <a:pt x="981" y="570"/>
                  </a:lnTo>
                  <a:lnTo>
                    <a:pt x="41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59"/>
            <p:cNvSpPr/>
            <p:nvPr/>
          </p:nvSpPr>
          <p:spPr>
            <a:xfrm>
              <a:off x="4709350" y="2072775"/>
              <a:ext cx="24750" cy="28700"/>
            </a:xfrm>
            <a:custGeom>
              <a:rect b="b" l="l" r="r" t="t"/>
              <a:pathLst>
                <a:path extrusionOk="0" h="1148" w="990">
                  <a:moveTo>
                    <a:pt x="1" y="0"/>
                  </a:moveTo>
                  <a:lnTo>
                    <a:pt x="578" y="570"/>
                  </a:lnTo>
                  <a:lnTo>
                    <a:pt x="1" y="1147"/>
                  </a:lnTo>
                  <a:lnTo>
                    <a:pt x="412" y="1147"/>
                  </a:lnTo>
                  <a:lnTo>
                    <a:pt x="989" y="570"/>
                  </a:lnTo>
                  <a:lnTo>
                    <a:pt x="412"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5" name="Google Shape;1465;p59"/>
          <p:cNvGrpSpPr/>
          <p:nvPr/>
        </p:nvGrpSpPr>
        <p:grpSpPr>
          <a:xfrm>
            <a:off x="8054421" y="2790324"/>
            <a:ext cx="167387" cy="89197"/>
            <a:chOff x="4662475" y="1976500"/>
            <a:chExt cx="68725" cy="36625"/>
          </a:xfrm>
        </p:grpSpPr>
        <p:sp>
          <p:nvSpPr>
            <p:cNvPr id="1466" name="Google Shape;1466;p59"/>
            <p:cNvSpPr/>
            <p:nvPr/>
          </p:nvSpPr>
          <p:spPr>
            <a:xfrm>
              <a:off x="4690800" y="1976500"/>
              <a:ext cx="40400" cy="36625"/>
            </a:xfrm>
            <a:custGeom>
              <a:rect b="b" l="l" r="r" t="t"/>
              <a:pathLst>
                <a:path extrusionOk="0" h="1465" w="1616">
                  <a:moveTo>
                    <a:pt x="887" y="0"/>
                  </a:moveTo>
                  <a:lnTo>
                    <a:pt x="692" y="188"/>
                  </a:lnTo>
                  <a:lnTo>
                    <a:pt x="1104" y="599"/>
                  </a:lnTo>
                  <a:lnTo>
                    <a:pt x="0" y="599"/>
                  </a:lnTo>
                  <a:lnTo>
                    <a:pt x="0" y="866"/>
                  </a:lnTo>
                  <a:lnTo>
                    <a:pt x="1104" y="866"/>
                  </a:lnTo>
                  <a:lnTo>
                    <a:pt x="692" y="1269"/>
                  </a:lnTo>
                  <a:lnTo>
                    <a:pt x="887" y="1464"/>
                  </a:lnTo>
                  <a:lnTo>
                    <a:pt x="1616" y="729"/>
                  </a:lnTo>
                  <a:lnTo>
                    <a:pt x="887"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59"/>
            <p:cNvSpPr/>
            <p:nvPr/>
          </p:nvSpPr>
          <p:spPr>
            <a:xfrm>
              <a:off x="4674375" y="1991450"/>
              <a:ext cx="10675" cy="6700"/>
            </a:xfrm>
            <a:custGeom>
              <a:rect b="b" l="l" r="r" t="t"/>
              <a:pathLst>
                <a:path extrusionOk="0" h="268" w="427">
                  <a:moveTo>
                    <a:pt x="1" y="1"/>
                  </a:moveTo>
                  <a:lnTo>
                    <a:pt x="1" y="268"/>
                  </a:lnTo>
                  <a:lnTo>
                    <a:pt x="426" y="268"/>
                  </a:lnTo>
                  <a:lnTo>
                    <a:pt x="42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59"/>
            <p:cNvSpPr/>
            <p:nvPr/>
          </p:nvSpPr>
          <p:spPr>
            <a:xfrm>
              <a:off x="4662475" y="1991450"/>
              <a:ext cx="5625" cy="6700"/>
            </a:xfrm>
            <a:custGeom>
              <a:rect b="b" l="l" r="r" t="t"/>
              <a:pathLst>
                <a:path extrusionOk="0" h="268" w="225">
                  <a:moveTo>
                    <a:pt x="1" y="1"/>
                  </a:moveTo>
                  <a:lnTo>
                    <a:pt x="1" y="268"/>
                  </a:lnTo>
                  <a:lnTo>
                    <a:pt x="224" y="268"/>
                  </a:lnTo>
                  <a:lnTo>
                    <a:pt x="22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9" name="Google Shape;1469;p59"/>
          <p:cNvGrpSpPr/>
          <p:nvPr/>
        </p:nvGrpSpPr>
        <p:grpSpPr>
          <a:xfrm>
            <a:off x="7751326" y="2793764"/>
            <a:ext cx="166899" cy="82317"/>
            <a:chOff x="4920150" y="1977875"/>
            <a:chExt cx="68525" cy="33800"/>
          </a:xfrm>
        </p:grpSpPr>
        <p:sp>
          <p:nvSpPr>
            <p:cNvPr id="1470" name="Google Shape;1470;p59"/>
            <p:cNvSpPr/>
            <p:nvPr/>
          </p:nvSpPr>
          <p:spPr>
            <a:xfrm>
              <a:off x="4949175" y="1977875"/>
              <a:ext cx="39500" cy="33800"/>
            </a:xfrm>
            <a:custGeom>
              <a:rect b="b" l="l" r="r" t="t"/>
              <a:pathLst>
                <a:path extrusionOk="0" h="1352" w="1580">
                  <a:moveTo>
                    <a:pt x="891" y="1"/>
                  </a:moveTo>
                  <a:cubicBezTo>
                    <a:pt x="859" y="1"/>
                    <a:pt x="828" y="12"/>
                    <a:pt x="801" y="32"/>
                  </a:cubicBezTo>
                  <a:cubicBezTo>
                    <a:pt x="743" y="89"/>
                    <a:pt x="743" y="176"/>
                    <a:pt x="801" y="226"/>
                  </a:cubicBezTo>
                  <a:lnTo>
                    <a:pt x="1039" y="472"/>
                  </a:lnTo>
                  <a:cubicBezTo>
                    <a:pt x="1068" y="493"/>
                    <a:pt x="1046" y="544"/>
                    <a:pt x="1010" y="544"/>
                  </a:cubicBezTo>
                  <a:lnTo>
                    <a:pt x="152" y="544"/>
                  </a:lnTo>
                  <a:cubicBezTo>
                    <a:pt x="147" y="543"/>
                    <a:pt x="143" y="543"/>
                    <a:pt x="139" y="543"/>
                  </a:cubicBezTo>
                  <a:cubicBezTo>
                    <a:pt x="66" y="543"/>
                    <a:pt x="14" y="598"/>
                    <a:pt x="8" y="666"/>
                  </a:cubicBezTo>
                  <a:cubicBezTo>
                    <a:pt x="0" y="746"/>
                    <a:pt x="65" y="811"/>
                    <a:pt x="145" y="811"/>
                  </a:cubicBezTo>
                  <a:lnTo>
                    <a:pt x="1010" y="811"/>
                  </a:lnTo>
                  <a:cubicBezTo>
                    <a:pt x="1046" y="811"/>
                    <a:pt x="1068" y="854"/>
                    <a:pt x="1039" y="883"/>
                  </a:cubicBezTo>
                  <a:lnTo>
                    <a:pt x="808" y="1113"/>
                  </a:lnTo>
                  <a:cubicBezTo>
                    <a:pt x="758" y="1164"/>
                    <a:pt x="751" y="1251"/>
                    <a:pt x="794" y="1308"/>
                  </a:cubicBezTo>
                  <a:cubicBezTo>
                    <a:pt x="823" y="1337"/>
                    <a:pt x="859" y="1351"/>
                    <a:pt x="895" y="1351"/>
                  </a:cubicBezTo>
                  <a:cubicBezTo>
                    <a:pt x="931" y="1351"/>
                    <a:pt x="967" y="1337"/>
                    <a:pt x="996" y="1308"/>
                  </a:cubicBezTo>
                  <a:lnTo>
                    <a:pt x="1522" y="774"/>
                  </a:lnTo>
                  <a:cubicBezTo>
                    <a:pt x="1580" y="717"/>
                    <a:pt x="1573" y="630"/>
                    <a:pt x="1522" y="573"/>
                  </a:cubicBezTo>
                  <a:lnTo>
                    <a:pt x="996" y="46"/>
                  </a:lnTo>
                  <a:cubicBezTo>
                    <a:pt x="965" y="15"/>
                    <a:pt x="928" y="1"/>
                    <a:pt x="89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59"/>
            <p:cNvSpPr/>
            <p:nvPr/>
          </p:nvSpPr>
          <p:spPr>
            <a:xfrm>
              <a:off x="4931875" y="1991450"/>
              <a:ext cx="12825" cy="6700"/>
            </a:xfrm>
            <a:custGeom>
              <a:rect b="b" l="l" r="r" t="t"/>
              <a:pathLst>
                <a:path extrusionOk="0" h="268" w="513">
                  <a:moveTo>
                    <a:pt x="180" y="1"/>
                  </a:moveTo>
                  <a:cubicBezTo>
                    <a:pt x="0" y="1"/>
                    <a:pt x="0" y="268"/>
                    <a:pt x="180" y="268"/>
                  </a:cubicBezTo>
                  <a:lnTo>
                    <a:pt x="332" y="268"/>
                  </a:lnTo>
                  <a:cubicBezTo>
                    <a:pt x="512" y="268"/>
                    <a:pt x="512" y="1"/>
                    <a:pt x="33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59"/>
            <p:cNvSpPr/>
            <p:nvPr/>
          </p:nvSpPr>
          <p:spPr>
            <a:xfrm>
              <a:off x="4920150" y="1991450"/>
              <a:ext cx="9225" cy="6700"/>
            </a:xfrm>
            <a:custGeom>
              <a:rect b="b" l="l" r="r" t="t"/>
              <a:pathLst>
                <a:path extrusionOk="0" h="268" w="369">
                  <a:moveTo>
                    <a:pt x="181" y="1"/>
                  </a:moveTo>
                  <a:cubicBezTo>
                    <a:pt x="0" y="1"/>
                    <a:pt x="0" y="268"/>
                    <a:pt x="181" y="268"/>
                  </a:cubicBezTo>
                  <a:lnTo>
                    <a:pt x="195" y="268"/>
                  </a:lnTo>
                  <a:cubicBezTo>
                    <a:pt x="368" y="268"/>
                    <a:pt x="368" y="1"/>
                    <a:pt x="195"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3" name="Google Shape;1473;p59"/>
          <p:cNvGrpSpPr/>
          <p:nvPr/>
        </p:nvGrpSpPr>
        <p:grpSpPr>
          <a:xfrm>
            <a:off x="7162483" y="3197682"/>
            <a:ext cx="125190" cy="127859"/>
            <a:chOff x="4676550" y="2160575"/>
            <a:chExt cx="51400" cy="52500"/>
          </a:xfrm>
        </p:grpSpPr>
        <p:sp>
          <p:nvSpPr>
            <p:cNvPr id="1474" name="Google Shape;1474;p59"/>
            <p:cNvSpPr/>
            <p:nvPr/>
          </p:nvSpPr>
          <p:spPr>
            <a:xfrm>
              <a:off x="4676550" y="2160575"/>
              <a:ext cx="27775" cy="52500"/>
            </a:xfrm>
            <a:custGeom>
              <a:rect b="b" l="l" r="r" t="t"/>
              <a:pathLst>
                <a:path extrusionOk="0" h="2100" w="1111">
                  <a:moveTo>
                    <a:pt x="0" y="1"/>
                  </a:moveTo>
                  <a:lnTo>
                    <a:pt x="823" y="1047"/>
                  </a:lnTo>
                  <a:lnTo>
                    <a:pt x="0" y="2100"/>
                  </a:lnTo>
                  <a:lnTo>
                    <a:pt x="289" y="2100"/>
                  </a:lnTo>
                  <a:lnTo>
                    <a:pt x="1111" y="1047"/>
                  </a:lnTo>
                  <a:lnTo>
                    <a:pt x="289"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59"/>
            <p:cNvSpPr/>
            <p:nvPr/>
          </p:nvSpPr>
          <p:spPr>
            <a:xfrm>
              <a:off x="4688275" y="2160575"/>
              <a:ext cx="27975" cy="52500"/>
            </a:xfrm>
            <a:custGeom>
              <a:rect b="b" l="l" r="r" t="t"/>
              <a:pathLst>
                <a:path extrusionOk="0" h="2100" w="1119">
                  <a:moveTo>
                    <a:pt x="0" y="1"/>
                  </a:moveTo>
                  <a:lnTo>
                    <a:pt x="822" y="1047"/>
                  </a:lnTo>
                  <a:lnTo>
                    <a:pt x="0" y="2100"/>
                  </a:lnTo>
                  <a:lnTo>
                    <a:pt x="296" y="2100"/>
                  </a:lnTo>
                  <a:lnTo>
                    <a:pt x="1118" y="1047"/>
                  </a:lnTo>
                  <a:lnTo>
                    <a:pt x="29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59"/>
            <p:cNvSpPr/>
            <p:nvPr/>
          </p:nvSpPr>
          <p:spPr>
            <a:xfrm>
              <a:off x="4700175" y="2160575"/>
              <a:ext cx="27775" cy="52500"/>
            </a:xfrm>
            <a:custGeom>
              <a:rect b="b" l="l" r="r" t="t"/>
              <a:pathLst>
                <a:path extrusionOk="0" h="2100" w="1111">
                  <a:moveTo>
                    <a:pt x="0" y="1"/>
                  </a:moveTo>
                  <a:lnTo>
                    <a:pt x="822" y="1047"/>
                  </a:lnTo>
                  <a:lnTo>
                    <a:pt x="0" y="2100"/>
                  </a:lnTo>
                  <a:lnTo>
                    <a:pt x="289" y="2100"/>
                  </a:lnTo>
                  <a:lnTo>
                    <a:pt x="1111" y="1047"/>
                  </a:lnTo>
                  <a:lnTo>
                    <a:pt x="289"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7" name="Google Shape;1477;p59"/>
          <p:cNvGrpSpPr/>
          <p:nvPr/>
        </p:nvGrpSpPr>
        <p:grpSpPr>
          <a:xfrm>
            <a:off x="7459741" y="3204714"/>
            <a:ext cx="145405" cy="113794"/>
            <a:chOff x="4768325" y="2163475"/>
            <a:chExt cx="59700" cy="46725"/>
          </a:xfrm>
        </p:grpSpPr>
        <p:sp>
          <p:nvSpPr>
            <p:cNvPr id="1478" name="Google Shape;1478;p59"/>
            <p:cNvSpPr/>
            <p:nvPr/>
          </p:nvSpPr>
          <p:spPr>
            <a:xfrm>
              <a:off x="4768325" y="2163475"/>
              <a:ext cx="35375" cy="46725"/>
            </a:xfrm>
            <a:custGeom>
              <a:rect b="b" l="l" r="r" t="t"/>
              <a:pathLst>
                <a:path extrusionOk="0" h="1869" w="1415">
                  <a:moveTo>
                    <a:pt x="0" y="0"/>
                  </a:moveTo>
                  <a:lnTo>
                    <a:pt x="895" y="931"/>
                  </a:lnTo>
                  <a:lnTo>
                    <a:pt x="0" y="1868"/>
                  </a:lnTo>
                  <a:lnTo>
                    <a:pt x="520" y="1868"/>
                  </a:lnTo>
                  <a:lnTo>
                    <a:pt x="1414" y="931"/>
                  </a:lnTo>
                  <a:lnTo>
                    <a:pt x="52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59"/>
            <p:cNvSpPr/>
            <p:nvPr/>
          </p:nvSpPr>
          <p:spPr>
            <a:xfrm>
              <a:off x="4792475" y="2163475"/>
              <a:ext cx="35550" cy="46725"/>
            </a:xfrm>
            <a:custGeom>
              <a:rect b="b" l="l" r="r" t="t"/>
              <a:pathLst>
                <a:path extrusionOk="0" h="1869" w="1422">
                  <a:moveTo>
                    <a:pt x="1" y="0"/>
                  </a:moveTo>
                  <a:lnTo>
                    <a:pt x="895" y="931"/>
                  </a:lnTo>
                  <a:lnTo>
                    <a:pt x="1" y="1868"/>
                  </a:lnTo>
                  <a:lnTo>
                    <a:pt x="527" y="1868"/>
                  </a:lnTo>
                  <a:lnTo>
                    <a:pt x="1422" y="931"/>
                  </a:lnTo>
                  <a:lnTo>
                    <a:pt x="527"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80" name="Google Shape;1480;p59"/>
          <p:cNvSpPr/>
          <p:nvPr/>
        </p:nvSpPr>
        <p:spPr>
          <a:xfrm>
            <a:off x="7791696" y="3196221"/>
            <a:ext cx="86159" cy="130781"/>
          </a:xfrm>
          <a:custGeom>
            <a:rect b="b" l="l" r="r" t="t"/>
            <a:pathLst>
              <a:path extrusionOk="0" h="2148" w="1415">
                <a:moveTo>
                  <a:pt x="308" y="0"/>
                </a:moveTo>
                <a:cubicBezTo>
                  <a:pt x="152" y="0"/>
                  <a:pt x="1" y="123"/>
                  <a:pt x="1" y="308"/>
                </a:cubicBezTo>
                <a:lnTo>
                  <a:pt x="8" y="1844"/>
                </a:lnTo>
                <a:cubicBezTo>
                  <a:pt x="8" y="2026"/>
                  <a:pt x="158" y="2148"/>
                  <a:pt x="316" y="2148"/>
                </a:cubicBezTo>
                <a:cubicBezTo>
                  <a:pt x="390" y="2148"/>
                  <a:pt x="465" y="2121"/>
                  <a:pt x="527" y="2061"/>
                </a:cubicBezTo>
                <a:lnTo>
                  <a:pt x="1292" y="1296"/>
                </a:lnTo>
                <a:cubicBezTo>
                  <a:pt x="1414" y="1181"/>
                  <a:pt x="1414" y="986"/>
                  <a:pt x="1292" y="864"/>
                </a:cubicBezTo>
                <a:lnTo>
                  <a:pt x="520" y="92"/>
                </a:lnTo>
                <a:cubicBezTo>
                  <a:pt x="459" y="29"/>
                  <a:pt x="383" y="0"/>
                  <a:pt x="30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59"/>
          <p:cNvSpPr/>
          <p:nvPr/>
        </p:nvSpPr>
        <p:spPr>
          <a:xfrm>
            <a:off x="8064072" y="4203306"/>
            <a:ext cx="148084" cy="162989"/>
          </a:xfrm>
          <a:custGeom>
            <a:rect b="b" l="l" r="r" t="t"/>
            <a:pathLst>
              <a:path extrusionOk="0" h="2677" w="2432">
                <a:moveTo>
                  <a:pt x="801" y="1"/>
                </a:moveTo>
                <a:lnTo>
                  <a:pt x="1205" y="751"/>
                </a:lnTo>
                <a:lnTo>
                  <a:pt x="1" y="751"/>
                </a:lnTo>
                <a:lnTo>
                  <a:pt x="1" y="1927"/>
                </a:lnTo>
                <a:lnTo>
                  <a:pt x="1205" y="1927"/>
                </a:lnTo>
                <a:lnTo>
                  <a:pt x="801" y="2677"/>
                </a:lnTo>
                <a:lnTo>
                  <a:pt x="2431" y="1335"/>
                </a:lnTo>
                <a:lnTo>
                  <a:pt x="801"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59"/>
          <p:cNvSpPr/>
          <p:nvPr/>
        </p:nvSpPr>
        <p:spPr>
          <a:xfrm>
            <a:off x="7165528" y="3431527"/>
            <a:ext cx="119101" cy="163415"/>
          </a:xfrm>
          <a:custGeom>
            <a:rect b="b" l="l" r="r" t="t"/>
            <a:pathLst>
              <a:path extrusionOk="0" h="2684" w="1956">
                <a:moveTo>
                  <a:pt x="1" y="0"/>
                </a:moveTo>
                <a:lnTo>
                  <a:pt x="787" y="1342"/>
                </a:lnTo>
                <a:lnTo>
                  <a:pt x="1" y="2683"/>
                </a:lnTo>
                <a:lnTo>
                  <a:pt x="1955" y="1342"/>
                </a:lnTo>
                <a:lnTo>
                  <a:pt x="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59"/>
          <p:cNvSpPr/>
          <p:nvPr/>
        </p:nvSpPr>
        <p:spPr>
          <a:xfrm>
            <a:off x="7133499" y="4219136"/>
            <a:ext cx="183157" cy="131329"/>
          </a:xfrm>
          <a:custGeom>
            <a:rect b="b" l="l" r="r" t="t"/>
            <a:pathLst>
              <a:path extrusionOk="0" h="2157" w="3008">
                <a:moveTo>
                  <a:pt x="0" y="0"/>
                </a:moveTo>
                <a:lnTo>
                  <a:pt x="729" y="1075"/>
                </a:lnTo>
                <a:lnTo>
                  <a:pt x="0" y="2157"/>
                </a:lnTo>
                <a:lnTo>
                  <a:pt x="0" y="2157"/>
                </a:lnTo>
                <a:lnTo>
                  <a:pt x="3008" y="1075"/>
                </a:lnTo>
                <a:lnTo>
                  <a:pt x="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59"/>
          <p:cNvSpPr/>
          <p:nvPr/>
        </p:nvSpPr>
        <p:spPr>
          <a:xfrm>
            <a:off x="7150823" y="3700780"/>
            <a:ext cx="148511" cy="112515"/>
          </a:xfrm>
          <a:custGeom>
            <a:rect b="b" l="l" r="r" t="t"/>
            <a:pathLst>
              <a:path extrusionOk="0" h="1848" w="2439">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59"/>
          <p:cNvSpPr/>
          <p:nvPr/>
        </p:nvSpPr>
        <p:spPr>
          <a:xfrm>
            <a:off x="7784572" y="3682697"/>
            <a:ext cx="100408" cy="148681"/>
          </a:xfrm>
          <a:custGeom>
            <a:rect b="b" l="l" r="r" t="t"/>
            <a:pathLst>
              <a:path extrusionOk="0" h="2442" w="1649">
                <a:moveTo>
                  <a:pt x="501" y="1"/>
                </a:moveTo>
                <a:cubicBezTo>
                  <a:pt x="238" y="1"/>
                  <a:pt x="1" y="336"/>
                  <a:pt x="250" y="590"/>
                </a:cubicBezTo>
                <a:lnTo>
                  <a:pt x="841" y="1232"/>
                </a:lnTo>
                <a:lnTo>
                  <a:pt x="250" y="1874"/>
                </a:lnTo>
                <a:cubicBezTo>
                  <a:pt x="36" y="2126"/>
                  <a:pt x="260" y="2441"/>
                  <a:pt x="516" y="2441"/>
                </a:cubicBezTo>
                <a:cubicBezTo>
                  <a:pt x="596" y="2441"/>
                  <a:pt x="680" y="2410"/>
                  <a:pt x="754" y="2336"/>
                </a:cubicBezTo>
                <a:lnTo>
                  <a:pt x="1555" y="1463"/>
                </a:lnTo>
                <a:cubicBezTo>
                  <a:pt x="1613" y="1405"/>
                  <a:pt x="1641" y="1326"/>
                  <a:pt x="1649" y="1246"/>
                </a:cubicBezTo>
                <a:cubicBezTo>
                  <a:pt x="1649" y="1239"/>
                  <a:pt x="1649" y="1239"/>
                  <a:pt x="1649" y="1232"/>
                </a:cubicBezTo>
                <a:cubicBezTo>
                  <a:pt x="1649" y="1225"/>
                  <a:pt x="1649" y="1225"/>
                  <a:pt x="1649" y="1218"/>
                </a:cubicBezTo>
                <a:cubicBezTo>
                  <a:pt x="1641" y="1138"/>
                  <a:pt x="1613" y="1059"/>
                  <a:pt x="1555" y="1001"/>
                </a:cubicBezTo>
                <a:lnTo>
                  <a:pt x="754" y="129"/>
                </a:lnTo>
                <a:cubicBezTo>
                  <a:pt x="679" y="38"/>
                  <a:pt x="588" y="1"/>
                  <a:pt x="50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86" name="Google Shape;1486;p59"/>
          <p:cNvGrpSpPr/>
          <p:nvPr/>
        </p:nvGrpSpPr>
        <p:grpSpPr>
          <a:xfrm>
            <a:off x="7476059" y="3459808"/>
            <a:ext cx="112768" cy="106853"/>
            <a:chOff x="4768575" y="2253950"/>
            <a:chExt cx="46300" cy="43875"/>
          </a:xfrm>
        </p:grpSpPr>
        <p:sp>
          <p:nvSpPr>
            <p:cNvPr id="1487" name="Google Shape;1487;p59"/>
            <p:cNvSpPr/>
            <p:nvPr/>
          </p:nvSpPr>
          <p:spPr>
            <a:xfrm>
              <a:off x="4785700" y="2253950"/>
              <a:ext cx="29175" cy="43875"/>
            </a:xfrm>
            <a:custGeom>
              <a:rect b="b" l="l" r="r" t="t"/>
              <a:pathLst>
                <a:path extrusionOk="0" h="1755" w="1167">
                  <a:moveTo>
                    <a:pt x="262" y="1"/>
                  </a:moveTo>
                  <a:cubicBezTo>
                    <a:pt x="150" y="1"/>
                    <a:pt x="49" y="149"/>
                    <a:pt x="164" y="247"/>
                  </a:cubicBezTo>
                  <a:lnTo>
                    <a:pt x="770" y="853"/>
                  </a:lnTo>
                  <a:lnTo>
                    <a:pt x="106" y="1517"/>
                  </a:lnTo>
                  <a:cubicBezTo>
                    <a:pt x="1" y="1616"/>
                    <a:pt x="95" y="1754"/>
                    <a:pt x="204" y="1754"/>
                  </a:cubicBezTo>
                  <a:cubicBezTo>
                    <a:pt x="236" y="1754"/>
                    <a:pt x="271" y="1742"/>
                    <a:pt x="301" y="1711"/>
                  </a:cubicBezTo>
                  <a:lnTo>
                    <a:pt x="1166" y="853"/>
                  </a:lnTo>
                  <a:lnTo>
                    <a:pt x="366" y="52"/>
                  </a:lnTo>
                  <a:cubicBezTo>
                    <a:pt x="334" y="16"/>
                    <a:pt x="297" y="1"/>
                    <a:pt x="26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59"/>
            <p:cNvSpPr/>
            <p:nvPr/>
          </p:nvSpPr>
          <p:spPr>
            <a:xfrm>
              <a:off x="4768575" y="2253950"/>
              <a:ext cx="29175" cy="43875"/>
            </a:xfrm>
            <a:custGeom>
              <a:rect b="b" l="l" r="r" t="t"/>
              <a:pathLst>
                <a:path extrusionOk="0" h="1755" w="1167">
                  <a:moveTo>
                    <a:pt x="261" y="1"/>
                  </a:moveTo>
                  <a:cubicBezTo>
                    <a:pt x="150" y="1"/>
                    <a:pt x="50" y="149"/>
                    <a:pt x="171" y="247"/>
                  </a:cubicBezTo>
                  <a:lnTo>
                    <a:pt x="769" y="853"/>
                  </a:lnTo>
                  <a:lnTo>
                    <a:pt x="106" y="1517"/>
                  </a:lnTo>
                  <a:cubicBezTo>
                    <a:pt x="1" y="1616"/>
                    <a:pt x="95" y="1754"/>
                    <a:pt x="203" y="1754"/>
                  </a:cubicBezTo>
                  <a:cubicBezTo>
                    <a:pt x="236" y="1754"/>
                    <a:pt x="270" y="1742"/>
                    <a:pt x="301" y="1711"/>
                  </a:cubicBezTo>
                  <a:lnTo>
                    <a:pt x="1166" y="853"/>
                  </a:lnTo>
                  <a:lnTo>
                    <a:pt x="365" y="52"/>
                  </a:lnTo>
                  <a:cubicBezTo>
                    <a:pt x="334" y="16"/>
                    <a:pt x="297" y="1"/>
                    <a:pt x="26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9" name="Google Shape;1489;p59"/>
          <p:cNvGrpSpPr/>
          <p:nvPr/>
        </p:nvGrpSpPr>
        <p:grpSpPr>
          <a:xfrm>
            <a:off x="7775682" y="3948834"/>
            <a:ext cx="118187" cy="146246"/>
            <a:chOff x="4960900" y="2433225"/>
            <a:chExt cx="48525" cy="60050"/>
          </a:xfrm>
        </p:grpSpPr>
        <p:sp>
          <p:nvSpPr>
            <p:cNvPr id="1490" name="Google Shape;1490;p59"/>
            <p:cNvSpPr/>
            <p:nvPr/>
          </p:nvSpPr>
          <p:spPr>
            <a:xfrm>
              <a:off x="4974225" y="2433225"/>
              <a:ext cx="35200" cy="60050"/>
            </a:xfrm>
            <a:custGeom>
              <a:rect b="b" l="l" r="r" t="t"/>
              <a:pathLst>
                <a:path extrusionOk="0" h="2402" w="1408">
                  <a:moveTo>
                    <a:pt x="102" y="0"/>
                  </a:moveTo>
                  <a:lnTo>
                    <a:pt x="95" y="7"/>
                  </a:lnTo>
                  <a:lnTo>
                    <a:pt x="1112" y="1154"/>
                  </a:lnTo>
                  <a:lnTo>
                    <a:pt x="1" y="2402"/>
                  </a:lnTo>
                  <a:lnTo>
                    <a:pt x="297" y="2402"/>
                  </a:lnTo>
                  <a:lnTo>
                    <a:pt x="1407" y="1154"/>
                  </a:lnTo>
                  <a:lnTo>
                    <a:pt x="383"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59"/>
            <p:cNvSpPr/>
            <p:nvPr/>
          </p:nvSpPr>
          <p:spPr>
            <a:xfrm>
              <a:off x="4960900" y="2433225"/>
              <a:ext cx="35175" cy="60050"/>
            </a:xfrm>
            <a:custGeom>
              <a:rect b="b" l="l" r="r" t="t"/>
              <a:pathLst>
                <a:path extrusionOk="0" h="2402" w="1407">
                  <a:moveTo>
                    <a:pt x="108" y="0"/>
                  </a:moveTo>
                  <a:lnTo>
                    <a:pt x="94" y="7"/>
                  </a:lnTo>
                  <a:lnTo>
                    <a:pt x="1111" y="1154"/>
                  </a:lnTo>
                  <a:lnTo>
                    <a:pt x="0" y="2402"/>
                  </a:lnTo>
                  <a:lnTo>
                    <a:pt x="296" y="2402"/>
                  </a:lnTo>
                  <a:lnTo>
                    <a:pt x="1407" y="1154"/>
                  </a:lnTo>
                  <a:lnTo>
                    <a:pt x="39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2" name="Google Shape;1492;p59"/>
          <p:cNvGrpSpPr/>
          <p:nvPr/>
        </p:nvGrpSpPr>
        <p:grpSpPr>
          <a:xfrm>
            <a:off x="7464247" y="4212895"/>
            <a:ext cx="136394" cy="143810"/>
            <a:chOff x="4854075" y="2527625"/>
            <a:chExt cx="56000" cy="59050"/>
          </a:xfrm>
        </p:grpSpPr>
        <p:sp>
          <p:nvSpPr>
            <p:cNvPr id="1493" name="Google Shape;1493;p59"/>
            <p:cNvSpPr/>
            <p:nvPr/>
          </p:nvSpPr>
          <p:spPr>
            <a:xfrm>
              <a:off x="4872325" y="2527625"/>
              <a:ext cx="37750" cy="59050"/>
            </a:xfrm>
            <a:custGeom>
              <a:rect b="b" l="l" r="r" t="t"/>
              <a:pathLst>
                <a:path extrusionOk="0" h="2362" w="1510">
                  <a:moveTo>
                    <a:pt x="305" y="1"/>
                  </a:moveTo>
                  <a:cubicBezTo>
                    <a:pt x="141" y="1"/>
                    <a:pt x="1" y="210"/>
                    <a:pt x="146" y="371"/>
                  </a:cubicBezTo>
                  <a:lnTo>
                    <a:pt x="961" y="1179"/>
                  </a:lnTo>
                  <a:lnTo>
                    <a:pt x="146" y="1994"/>
                  </a:lnTo>
                  <a:cubicBezTo>
                    <a:pt x="0" y="2151"/>
                    <a:pt x="143" y="2361"/>
                    <a:pt x="308" y="2361"/>
                  </a:cubicBezTo>
                  <a:cubicBezTo>
                    <a:pt x="355" y="2361"/>
                    <a:pt x="404" y="2344"/>
                    <a:pt x="449" y="2304"/>
                  </a:cubicBezTo>
                  <a:lnTo>
                    <a:pt x="1423" y="1338"/>
                  </a:lnTo>
                  <a:cubicBezTo>
                    <a:pt x="1509" y="1244"/>
                    <a:pt x="1509" y="1107"/>
                    <a:pt x="1423" y="1013"/>
                  </a:cubicBezTo>
                  <a:lnTo>
                    <a:pt x="1423" y="1020"/>
                  </a:lnTo>
                  <a:lnTo>
                    <a:pt x="449" y="61"/>
                  </a:lnTo>
                  <a:cubicBezTo>
                    <a:pt x="403" y="19"/>
                    <a:pt x="353" y="1"/>
                    <a:pt x="305"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59"/>
            <p:cNvSpPr/>
            <p:nvPr/>
          </p:nvSpPr>
          <p:spPr>
            <a:xfrm>
              <a:off x="4854075" y="2539100"/>
              <a:ext cx="26075" cy="35875"/>
            </a:xfrm>
            <a:custGeom>
              <a:rect b="b" l="l" r="r" t="t"/>
              <a:pathLst>
                <a:path extrusionOk="0" h="1435" w="1043">
                  <a:moveTo>
                    <a:pt x="326" y="1"/>
                  </a:moveTo>
                  <a:cubicBezTo>
                    <a:pt x="152" y="1"/>
                    <a:pt x="1" y="234"/>
                    <a:pt x="177" y="388"/>
                  </a:cubicBezTo>
                  <a:lnTo>
                    <a:pt x="516" y="720"/>
                  </a:lnTo>
                  <a:lnTo>
                    <a:pt x="177" y="1059"/>
                  </a:lnTo>
                  <a:cubicBezTo>
                    <a:pt x="21" y="1215"/>
                    <a:pt x="165" y="1435"/>
                    <a:pt x="336" y="1435"/>
                  </a:cubicBezTo>
                  <a:cubicBezTo>
                    <a:pt x="386" y="1435"/>
                    <a:pt x="439" y="1415"/>
                    <a:pt x="487" y="1369"/>
                  </a:cubicBezTo>
                  <a:lnTo>
                    <a:pt x="977" y="886"/>
                  </a:lnTo>
                  <a:cubicBezTo>
                    <a:pt x="1020" y="843"/>
                    <a:pt x="1042" y="785"/>
                    <a:pt x="1042" y="720"/>
                  </a:cubicBezTo>
                  <a:cubicBezTo>
                    <a:pt x="1042" y="662"/>
                    <a:pt x="1013" y="605"/>
                    <a:pt x="977" y="561"/>
                  </a:cubicBezTo>
                  <a:lnTo>
                    <a:pt x="487" y="78"/>
                  </a:lnTo>
                  <a:cubicBezTo>
                    <a:pt x="437" y="23"/>
                    <a:pt x="380" y="1"/>
                    <a:pt x="32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95" name="Google Shape;1495;p59"/>
          <p:cNvSpPr/>
          <p:nvPr/>
        </p:nvSpPr>
        <p:spPr>
          <a:xfrm>
            <a:off x="7479500" y="3955623"/>
            <a:ext cx="105888" cy="132668"/>
          </a:xfrm>
          <a:custGeom>
            <a:rect b="b" l="l" r="r" t="t"/>
            <a:pathLst>
              <a:path extrusionOk="0" h="2179" w="1739">
                <a:moveTo>
                  <a:pt x="1" y="1"/>
                </a:moveTo>
                <a:lnTo>
                  <a:pt x="1" y="2179"/>
                </a:lnTo>
                <a:lnTo>
                  <a:pt x="758" y="2179"/>
                </a:lnTo>
                <a:lnTo>
                  <a:pt x="1739" y="1090"/>
                </a:lnTo>
                <a:lnTo>
                  <a:pt x="758"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59"/>
          <p:cNvSpPr/>
          <p:nvPr/>
        </p:nvSpPr>
        <p:spPr>
          <a:xfrm>
            <a:off x="8058166" y="3195277"/>
            <a:ext cx="159897" cy="132668"/>
          </a:xfrm>
          <a:custGeom>
            <a:rect b="b" l="l" r="r" t="t"/>
            <a:pathLst>
              <a:path extrusionOk="0" h="2179" w="2626">
                <a:moveTo>
                  <a:pt x="0" y="1"/>
                </a:moveTo>
                <a:lnTo>
                  <a:pt x="887" y="1090"/>
                </a:lnTo>
                <a:lnTo>
                  <a:pt x="0" y="2179"/>
                </a:lnTo>
                <a:lnTo>
                  <a:pt x="1644" y="2179"/>
                </a:lnTo>
                <a:lnTo>
                  <a:pt x="2625" y="1090"/>
                </a:lnTo>
                <a:lnTo>
                  <a:pt x="164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59"/>
          <p:cNvSpPr/>
          <p:nvPr/>
        </p:nvSpPr>
        <p:spPr>
          <a:xfrm>
            <a:off x="7157429" y="3955623"/>
            <a:ext cx="135298" cy="132668"/>
          </a:xfrm>
          <a:custGeom>
            <a:rect b="b" l="l" r="r" t="t"/>
            <a:pathLst>
              <a:path extrusionOk="0" h="2179" w="2222">
                <a:moveTo>
                  <a:pt x="477" y="1"/>
                </a:moveTo>
                <a:lnTo>
                  <a:pt x="895" y="513"/>
                </a:lnTo>
                <a:lnTo>
                  <a:pt x="1" y="513"/>
                </a:lnTo>
                <a:lnTo>
                  <a:pt x="1" y="1659"/>
                </a:lnTo>
                <a:lnTo>
                  <a:pt x="895" y="1659"/>
                </a:lnTo>
                <a:lnTo>
                  <a:pt x="477" y="2179"/>
                </a:lnTo>
                <a:lnTo>
                  <a:pt x="1234" y="2179"/>
                </a:lnTo>
                <a:lnTo>
                  <a:pt x="2222" y="1090"/>
                </a:lnTo>
                <a:lnTo>
                  <a:pt x="123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98" name="Google Shape;1498;p59"/>
          <p:cNvGrpSpPr/>
          <p:nvPr/>
        </p:nvGrpSpPr>
        <p:grpSpPr>
          <a:xfrm>
            <a:off x="8088458" y="3676639"/>
            <a:ext cx="99312" cy="160797"/>
            <a:chOff x="5059700" y="2334775"/>
            <a:chExt cx="40775" cy="66025"/>
          </a:xfrm>
        </p:grpSpPr>
        <p:sp>
          <p:nvSpPr>
            <p:cNvPr id="1499" name="Google Shape;1499;p59"/>
            <p:cNvSpPr/>
            <p:nvPr/>
          </p:nvSpPr>
          <p:spPr>
            <a:xfrm>
              <a:off x="5059700" y="2334775"/>
              <a:ext cx="12475" cy="10525"/>
            </a:xfrm>
            <a:custGeom>
              <a:rect b="b" l="l" r="r" t="t"/>
              <a:pathLst>
                <a:path extrusionOk="0" h="421" w="499">
                  <a:moveTo>
                    <a:pt x="282" y="0"/>
                  </a:moveTo>
                  <a:cubicBezTo>
                    <a:pt x="94" y="0"/>
                    <a:pt x="1" y="224"/>
                    <a:pt x="138" y="361"/>
                  </a:cubicBezTo>
                  <a:cubicBezTo>
                    <a:pt x="179" y="402"/>
                    <a:pt x="230" y="421"/>
                    <a:pt x="281" y="421"/>
                  </a:cubicBezTo>
                  <a:cubicBezTo>
                    <a:pt x="388" y="421"/>
                    <a:pt x="491" y="337"/>
                    <a:pt x="491" y="209"/>
                  </a:cubicBezTo>
                  <a:cubicBezTo>
                    <a:pt x="498" y="94"/>
                    <a:pt x="397" y="0"/>
                    <a:pt x="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59"/>
            <p:cNvSpPr/>
            <p:nvPr/>
          </p:nvSpPr>
          <p:spPr>
            <a:xfrm>
              <a:off x="5059700" y="2348650"/>
              <a:ext cx="12475" cy="10550"/>
            </a:xfrm>
            <a:custGeom>
              <a:rect b="b" l="l" r="r" t="t"/>
              <a:pathLst>
                <a:path extrusionOk="0" h="422" w="499">
                  <a:moveTo>
                    <a:pt x="282" y="1"/>
                  </a:moveTo>
                  <a:cubicBezTo>
                    <a:pt x="94" y="1"/>
                    <a:pt x="1" y="224"/>
                    <a:pt x="138" y="361"/>
                  </a:cubicBezTo>
                  <a:cubicBezTo>
                    <a:pt x="179" y="403"/>
                    <a:pt x="230" y="421"/>
                    <a:pt x="281" y="421"/>
                  </a:cubicBezTo>
                  <a:cubicBezTo>
                    <a:pt x="388" y="421"/>
                    <a:pt x="491" y="337"/>
                    <a:pt x="491" y="210"/>
                  </a:cubicBezTo>
                  <a:cubicBezTo>
                    <a:pt x="498" y="94"/>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59"/>
            <p:cNvSpPr/>
            <p:nvPr/>
          </p:nvSpPr>
          <p:spPr>
            <a:xfrm>
              <a:off x="5059700" y="2362525"/>
              <a:ext cx="12475" cy="10550"/>
            </a:xfrm>
            <a:custGeom>
              <a:rect b="b" l="l" r="r" t="t"/>
              <a:pathLst>
                <a:path extrusionOk="0" h="422" w="499">
                  <a:moveTo>
                    <a:pt x="282" y="1"/>
                  </a:moveTo>
                  <a:cubicBezTo>
                    <a:pt x="94" y="1"/>
                    <a:pt x="1" y="224"/>
                    <a:pt x="138" y="361"/>
                  </a:cubicBezTo>
                  <a:cubicBezTo>
                    <a:pt x="179" y="403"/>
                    <a:pt x="230" y="422"/>
                    <a:pt x="281" y="422"/>
                  </a:cubicBezTo>
                  <a:cubicBezTo>
                    <a:pt x="388" y="422"/>
                    <a:pt x="491" y="338"/>
                    <a:pt x="491" y="210"/>
                  </a:cubicBezTo>
                  <a:cubicBezTo>
                    <a:pt x="498" y="95"/>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59"/>
            <p:cNvSpPr/>
            <p:nvPr/>
          </p:nvSpPr>
          <p:spPr>
            <a:xfrm>
              <a:off x="5059700" y="2376400"/>
              <a:ext cx="12475" cy="10500"/>
            </a:xfrm>
            <a:custGeom>
              <a:rect b="b" l="l" r="r" t="t"/>
              <a:pathLst>
                <a:path extrusionOk="0" h="420" w="499">
                  <a:moveTo>
                    <a:pt x="294" y="1"/>
                  </a:moveTo>
                  <a:cubicBezTo>
                    <a:pt x="290" y="1"/>
                    <a:pt x="286" y="1"/>
                    <a:pt x="282" y="1"/>
                  </a:cubicBezTo>
                  <a:cubicBezTo>
                    <a:pt x="94" y="1"/>
                    <a:pt x="1" y="225"/>
                    <a:pt x="138" y="355"/>
                  </a:cubicBezTo>
                  <a:cubicBezTo>
                    <a:pt x="180" y="400"/>
                    <a:pt x="233" y="420"/>
                    <a:pt x="285" y="420"/>
                  </a:cubicBezTo>
                  <a:cubicBezTo>
                    <a:pt x="390" y="420"/>
                    <a:pt x="491" y="336"/>
                    <a:pt x="491" y="210"/>
                  </a:cubicBezTo>
                  <a:cubicBezTo>
                    <a:pt x="498" y="99"/>
                    <a:pt x="404" y="1"/>
                    <a:pt x="29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59"/>
            <p:cNvSpPr/>
            <p:nvPr/>
          </p:nvSpPr>
          <p:spPr>
            <a:xfrm>
              <a:off x="5059700" y="2390125"/>
              <a:ext cx="12475" cy="10675"/>
            </a:xfrm>
            <a:custGeom>
              <a:rect b="b" l="l" r="r" t="t"/>
              <a:pathLst>
                <a:path extrusionOk="0" h="427" w="499">
                  <a:moveTo>
                    <a:pt x="282" y="0"/>
                  </a:moveTo>
                  <a:cubicBezTo>
                    <a:pt x="94" y="0"/>
                    <a:pt x="1" y="231"/>
                    <a:pt x="138" y="361"/>
                  </a:cubicBezTo>
                  <a:cubicBezTo>
                    <a:pt x="180" y="406"/>
                    <a:pt x="233" y="426"/>
                    <a:pt x="285" y="426"/>
                  </a:cubicBezTo>
                  <a:cubicBezTo>
                    <a:pt x="390" y="426"/>
                    <a:pt x="491" y="343"/>
                    <a:pt x="491" y="217"/>
                  </a:cubicBezTo>
                  <a:cubicBezTo>
                    <a:pt x="498" y="94"/>
                    <a:pt x="397" y="0"/>
                    <a:pt x="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59"/>
            <p:cNvSpPr/>
            <p:nvPr/>
          </p:nvSpPr>
          <p:spPr>
            <a:xfrm>
              <a:off x="5073950" y="2348650"/>
              <a:ext cx="12275" cy="10550"/>
            </a:xfrm>
            <a:custGeom>
              <a:rect b="b" l="l" r="r" t="t"/>
              <a:pathLst>
                <a:path extrusionOk="0" h="422" w="491">
                  <a:moveTo>
                    <a:pt x="282" y="1"/>
                  </a:moveTo>
                  <a:cubicBezTo>
                    <a:pt x="94" y="1"/>
                    <a:pt x="0" y="224"/>
                    <a:pt x="130" y="361"/>
                  </a:cubicBezTo>
                  <a:cubicBezTo>
                    <a:pt x="174" y="403"/>
                    <a:pt x="227" y="421"/>
                    <a:pt x="278" y="421"/>
                  </a:cubicBezTo>
                  <a:cubicBezTo>
                    <a:pt x="387" y="421"/>
                    <a:pt x="491" y="337"/>
                    <a:pt x="491" y="210"/>
                  </a:cubicBezTo>
                  <a:cubicBezTo>
                    <a:pt x="491" y="94"/>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59"/>
            <p:cNvSpPr/>
            <p:nvPr/>
          </p:nvSpPr>
          <p:spPr>
            <a:xfrm>
              <a:off x="5073950" y="2362525"/>
              <a:ext cx="12275" cy="10550"/>
            </a:xfrm>
            <a:custGeom>
              <a:rect b="b" l="l" r="r" t="t"/>
              <a:pathLst>
                <a:path extrusionOk="0" h="422" w="491">
                  <a:moveTo>
                    <a:pt x="282" y="1"/>
                  </a:moveTo>
                  <a:cubicBezTo>
                    <a:pt x="94" y="1"/>
                    <a:pt x="0" y="224"/>
                    <a:pt x="130" y="361"/>
                  </a:cubicBezTo>
                  <a:cubicBezTo>
                    <a:pt x="174" y="403"/>
                    <a:pt x="227" y="422"/>
                    <a:pt x="278" y="422"/>
                  </a:cubicBezTo>
                  <a:cubicBezTo>
                    <a:pt x="387" y="422"/>
                    <a:pt x="491" y="338"/>
                    <a:pt x="491" y="210"/>
                  </a:cubicBezTo>
                  <a:cubicBezTo>
                    <a:pt x="491" y="95"/>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59"/>
            <p:cNvSpPr/>
            <p:nvPr/>
          </p:nvSpPr>
          <p:spPr>
            <a:xfrm>
              <a:off x="5074000" y="2376400"/>
              <a:ext cx="12225" cy="10500"/>
            </a:xfrm>
            <a:custGeom>
              <a:rect b="b" l="l" r="r" t="t"/>
              <a:pathLst>
                <a:path extrusionOk="0" h="420" w="489">
                  <a:moveTo>
                    <a:pt x="291" y="1"/>
                  </a:moveTo>
                  <a:cubicBezTo>
                    <a:pt x="287" y="1"/>
                    <a:pt x="284" y="1"/>
                    <a:pt x="280" y="1"/>
                  </a:cubicBezTo>
                  <a:cubicBezTo>
                    <a:pt x="277" y="1"/>
                    <a:pt x="274" y="1"/>
                    <a:pt x="271" y="1"/>
                  </a:cubicBezTo>
                  <a:cubicBezTo>
                    <a:pt x="89" y="1"/>
                    <a:pt x="0" y="227"/>
                    <a:pt x="128" y="355"/>
                  </a:cubicBezTo>
                  <a:cubicBezTo>
                    <a:pt x="173" y="400"/>
                    <a:pt x="228" y="420"/>
                    <a:pt x="281" y="420"/>
                  </a:cubicBezTo>
                  <a:cubicBezTo>
                    <a:pt x="388" y="420"/>
                    <a:pt x="489" y="336"/>
                    <a:pt x="489" y="210"/>
                  </a:cubicBezTo>
                  <a:cubicBezTo>
                    <a:pt x="489" y="99"/>
                    <a:pt x="401" y="1"/>
                    <a:pt x="29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59"/>
            <p:cNvSpPr/>
            <p:nvPr/>
          </p:nvSpPr>
          <p:spPr>
            <a:xfrm>
              <a:off x="5088000" y="2362525"/>
              <a:ext cx="12475" cy="10550"/>
            </a:xfrm>
            <a:custGeom>
              <a:rect b="b" l="l" r="r" t="t"/>
              <a:pathLst>
                <a:path extrusionOk="0" h="422" w="499">
                  <a:moveTo>
                    <a:pt x="289" y="1"/>
                  </a:moveTo>
                  <a:cubicBezTo>
                    <a:pt x="102" y="1"/>
                    <a:pt x="1" y="224"/>
                    <a:pt x="138" y="361"/>
                  </a:cubicBezTo>
                  <a:cubicBezTo>
                    <a:pt x="180" y="403"/>
                    <a:pt x="231" y="422"/>
                    <a:pt x="283" y="422"/>
                  </a:cubicBezTo>
                  <a:cubicBezTo>
                    <a:pt x="392" y="422"/>
                    <a:pt x="499" y="338"/>
                    <a:pt x="499" y="210"/>
                  </a:cubicBezTo>
                  <a:cubicBezTo>
                    <a:pt x="499" y="95"/>
                    <a:pt x="405" y="1"/>
                    <a:pt x="28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8" name="Google Shape;1508;p59"/>
          <p:cNvGrpSpPr/>
          <p:nvPr/>
        </p:nvGrpSpPr>
        <p:grpSpPr>
          <a:xfrm>
            <a:off x="8045622" y="3941771"/>
            <a:ext cx="184984" cy="160371"/>
            <a:chOff x="5037700" y="2430325"/>
            <a:chExt cx="75950" cy="65850"/>
          </a:xfrm>
        </p:grpSpPr>
        <p:sp>
          <p:nvSpPr>
            <p:cNvPr id="1509" name="Google Shape;1509;p59"/>
            <p:cNvSpPr/>
            <p:nvPr/>
          </p:nvSpPr>
          <p:spPr>
            <a:xfrm>
              <a:off x="5059700" y="2430325"/>
              <a:ext cx="53950" cy="65850"/>
            </a:xfrm>
            <a:custGeom>
              <a:rect b="b" l="l" r="r" t="t"/>
              <a:pathLst>
                <a:path extrusionOk="0" h="2634" w="2158">
                  <a:moveTo>
                    <a:pt x="1" y="1"/>
                  </a:moveTo>
                  <a:lnTo>
                    <a:pt x="866" y="1321"/>
                  </a:lnTo>
                  <a:lnTo>
                    <a:pt x="1" y="2633"/>
                  </a:lnTo>
                  <a:lnTo>
                    <a:pt x="1292" y="2633"/>
                  </a:lnTo>
                  <a:lnTo>
                    <a:pt x="2157" y="1321"/>
                  </a:lnTo>
                  <a:lnTo>
                    <a:pt x="1292"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59"/>
            <p:cNvSpPr/>
            <p:nvPr/>
          </p:nvSpPr>
          <p:spPr>
            <a:xfrm>
              <a:off x="5037700" y="2430325"/>
              <a:ext cx="34100" cy="65850"/>
            </a:xfrm>
            <a:custGeom>
              <a:rect b="b" l="l" r="r" t="t"/>
              <a:pathLst>
                <a:path extrusionOk="0" h="2634" w="1364">
                  <a:moveTo>
                    <a:pt x="1" y="1"/>
                  </a:moveTo>
                  <a:lnTo>
                    <a:pt x="866" y="1321"/>
                  </a:lnTo>
                  <a:lnTo>
                    <a:pt x="1" y="2633"/>
                  </a:lnTo>
                  <a:lnTo>
                    <a:pt x="498" y="2633"/>
                  </a:lnTo>
                  <a:lnTo>
                    <a:pt x="1364" y="1321"/>
                  </a:lnTo>
                  <a:lnTo>
                    <a:pt x="498"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1" name="Google Shape;1511;p59"/>
          <p:cNvGrpSpPr/>
          <p:nvPr/>
        </p:nvGrpSpPr>
        <p:grpSpPr>
          <a:xfrm>
            <a:off x="7465128" y="3708223"/>
            <a:ext cx="173014" cy="97629"/>
            <a:chOff x="4756975" y="2341800"/>
            <a:chExt cx="91975" cy="51925"/>
          </a:xfrm>
        </p:grpSpPr>
        <p:sp>
          <p:nvSpPr>
            <p:cNvPr id="1512" name="Google Shape;1512;p59"/>
            <p:cNvSpPr/>
            <p:nvPr/>
          </p:nvSpPr>
          <p:spPr>
            <a:xfrm>
              <a:off x="4756975" y="2341800"/>
              <a:ext cx="10650" cy="9150"/>
            </a:xfrm>
            <a:custGeom>
              <a:rect b="b" l="l" r="r" t="t"/>
              <a:pathLst>
                <a:path extrusionOk="0" h="366" w="426">
                  <a:moveTo>
                    <a:pt x="245" y="0"/>
                  </a:moveTo>
                  <a:cubicBezTo>
                    <a:pt x="79" y="0"/>
                    <a:pt x="0" y="195"/>
                    <a:pt x="115" y="311"/>
                  </a:cubicBezTo>
                  <a:cubicBezTo>
                    <a:pt x="153" y="348"/>
                    <a:pt x="199" y="365"/>
                    <a:pt x="244" y="365"/>
                  </a:cubicBezTo>
                  <a:cubicBezTo>
                    <a:pt x="337" y="365"/>
                    <a:pt x="426" y="293"/>
                    <a:pt x="426" y="181"/>
                  </a:cubicBezTo>
                  <a:cubicBezTo>
                    <a:pt x="426" y="80"/>
                    <a:pt x="346"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59"/>
            <p:cNvSpPr/>
            <p:nvPr/>
          </p:nvSpPr>
          <p:spPr>
            <a:xfrm>
              <a:off x="4777350" y="2341800"/>
              <a:ext cx="10650" cy="9150"/>
            </a:xfrm>
            <a:custGeom>
              <a:rect b="b" l="l" r="r" t="t"/>
              <a:pathLst>
                <a:path extrusionOk="0" h="366" w="426">
                  <a:moveTo>
                    <a:pt x="245" y="0"/>
                  </a:moveTo>
                  <a:cubicBezTo>
                    <a:pt x="79" y="0"/>
                    <a:pt x="0" y="195"/>
                    <a:pt x="115" y="311"/>
                  </a:cubicBezTo>
                  <a:cubicBezTo>
                    <a:pt x="153" y="348"/>
                    <a:pt x="199" y="365"/>
                    <a:pt x="244" y="365"/>
                  </a:cubicBezTo>
                  <a:cubicBezTo>
                    <a:pt x="337" y="365"/>
                    <a:pt x="426" y="293"/>
                    <a:pt x="426" y="181"/>
                  </a:cubicBezTo>
                  <a:cubicBezTo>
                    <a:pt x="426" y="80"/>
                    <a:pt x="339"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59"/>
            <p:cNvSpPr/>
            <p:nvPr/>
          </p:nvSpPr>
          <p:spPr>
            <a:xfrm>
              <a:off x="4797725" y="2341800"/>
              <a:ext cx="10475" cy="9150"/>
            </a:xfrm>
            <a:custGeom>
              <a:rect b="b" l="l" r="r" t="t"/>
              <a:pathLst>
                <a:path extrusionOk="0" h="366" w="419">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59"/>
            <p:cNvSpPr/>
            <p:nvPr/>
          </p:nvSpPr>
          <p:spPr>
            <a:xfrm>
              <a:off x="4818100" y="2341800"/>
              <a:ext cx="10475" cy="9150"/>
            </a:xfrm>
            <a:custGeom>
              <a:rect b="b" l="l" r="r" t="t"/>
              <a:pathLst>
                <a:path extrusionOk="0" h="366" w="419">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59"/>
            <p:cNvSpPr/>
            <p:nvPr/>
          </p:nvSpPr>
          <p:spPr>
            <a:xfrm>
              <a:off x="4768675" y="2352625"/>
              <a:ext cx="8875" cy="9025"/>
            </a:xfrm>
            <a:custGeom>
              <a:rect b="b" l="l" r="r" t="t"/>
              <a:pathLst>
                <a:path extrusionOk="0" h="361" w="355">
                  <a:moveTo>
                    <a:pt x="174" y="0"/>
                  </a:moveTo>
                  <a:cubicBezTo>
                    <a:pt x="80" y="0"/>
                    <a:pt x="1" y="87"/>
                    <a:pt x="1" y="181"/>
                  </a:cubicBezTo>
                  <a:cubicBezTo>
                    <a:pt x="1" y="281"/>
                    <a:pt x="80" y="361"/>
                    <a:pt x="174" y="361"/>
                  </a:cubicBezTo>
                  <a:cubicBezTo>
                    <a:pt x="275" y="361"/>
                    <a:pt x="354" y="281"/>
                    <a:pt x="354" y="181"/>
                  </a:cubicBezTo>
                  <a:cubicBezTo>
                    <a:pt x="354" y="87"/>
                    <a:pt x="275" y="0"/>
                    <a:pt x="174"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59"/>
            <p:cNvSpPr/>
            <p:nvPr/>
          </p:nvSpPr>
          <p:spPr>
            <a:xfrm>
              <a:off x="4787425" y="2352625"/>
              <a:ext cx="10500" cy="9125"/>
            </a:xfrm>
            <a:custGeom>
              <a:rect b="b" l="l" r="r" t="t"/>
              <a:pathLst>
                <a:path extrusionOk="0" h="365" w="420">
                  <a:moveTo>
                    <a:pt x="239" y="0"/>
                  </a:moveTo>
                  <a:cubicBezTo>
                    <a:pt x="80" y="0"/>
                    <a:pt x="1" y="195"/>
                    <a:pt x="116" y="310"/>
                  </a:cubicBezTo>
                  <a:cubicBezTo>
                    <a:pt x="152" y="348"/>
                    <a:pt x="196" y="365"/>
                    <a:pt x="240" y="365"/>
                  </a:cubicBezTo>
                  <a:cubicBezTo>
                    <a:pt x="331" y="365"/>
                    <a:pt x="419" y="292"/>
                    <a:pt x="419" y="181"/>
                  </a:cubicBezTo>
                  <a:cubicBezTo>
                    <a:pt x="419" y="87"/>
                    <a:pt x="340" y="0"/>
                    <a:pt x="23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59"/>
            <p:cNvSpPr/>
            <p:nvPr/>
          </p:nvSpPr>
          <p:spPr>
            <a:xfrm>
              <a:off x="4809250" y="2352625"/>
              <a:ext cx="9050" cy="9025"/>
            </a:xfrm>
            <a:custGeom>
              <a:rect b="b" l="l" r="r" t="t"/>
              <a:pathLst>
                <a:path extrusionOk="0" h="361" w="362">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59"/>
            <p:cNvSpPr/>
            <p:nvPr/>
          </p:nvSpPr>
          <p:spPr>
            <a:xfrm>
              <a:off x="4829625" y="2352625"/>
              <a:ext cx="9050" cy="9025"/>
            </a:xfrm>
            <a:custGeom>
              <a:rect b="b" l="l" r="r" t="t"/>
              <a:pathLst>
                <a:path extrusionOk="0" h="361" w="362">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59"/>
            <p:cNvSpPr/>
            <p:nvPr/>
          </p:nvSpPr>
          <p:spPr>
            <a:xfrm>
              <a:off x="4777350" y="2363250"/>
              <a:ext cx="10650" cy="9025"/>
            </a:xfrm>
            <a:custGeom>
              <a:rect b="b" l="l" r="r" t="t"/>
              <a:pathLst>
                <a:path extrusionOk="0" h="361" w="426">
                  <a:moveTo>
                    <a:pt x="245" y="1"/>
                  </a:moveTo>
                  <a:cubicBezTo>
                    <a:pt x="79" y="1"/>
                    <a:pt x="0" y="195"/>
                    <a:pt x="115" y="311"/>
                  </a:cubicBezTo>
                  <a:cubicBezTo>
                    <a:pt x="152" y="345"/>
                    <a:pt x="197" y="361"/>
                    <a:pt x="241" y="361"/>
                  </a:cubicBezTo>
                  <a:cubicBezTo>
                    <a:pt x="335" y="361"/>
                    <a:pt x="426" y="289"/>
                    <a:pt x="426" y="181"/>
                  </a:cubicBezTo>
                  <a:cubicBezTo>
                    <a:pt x="426" y="80"/>
                    <a:pt x="339" y="1"/>
                    <a:pt x="245"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59"/>
            <p:cNvSpPr/>
            <p:nvPr/>
          </p:nvSpPr>
          <p:spPr>
            <a:xfrm>
              <a:off x="4797725" y="2363250"/>
              <a:ext cx="10475" cy="9025"/>
            </a:xfrm>
            <a:custGeom>
              <a:rect b="b" l="l" r="r" t="t"/>
              <a:pathLst>
                <a:path extrusionOk="0" h="361" w="419">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59"/>
            <p:cNvSpPr/>
            <p:nvPr/>
          </p:nvSpPr>
          <p:spPr>
            <a:xfrm>
              <a:off x="4818100" y="2363250"/>
              <a:ext cx="10475" cy="9025"/>
            </a:xfrm>
            <a:custGeom>
              <a:rect b="b" l="l" r="r" t="t"/>
              <a:pathLst>
                <a:path extrusionOk="0" h="361" w="419">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59"/>
            <p:cNvSpPr/>
            <p:nvPr/>
          </p:nvSpPr>
          <p:spPr>
            <a:xfrm>
              <a:off x="4838475" y="2363250"/>
              <a:ext cx="10475" cy="9025"/>
            </a:xfrm>
            <a:custGeom>
              <a:rect b="b" l="l" r="r" t="t"/>
              <a:pathLst>
                <a:path extrusionOk="0" h="361" w="419">
                  <a:moveTo>
                    <a:pt x="238" y="1"/>
                  </a:moveTo>
                  <a:cubicBezTo>
                    <a:pt x="79" y="1"/>
                    <a:pt x="0" y="195"/>
                    <a:pt x="108" y="311"/>
                  </a:cubicBezTo>
                  <a:cubicBezTo>
                    <a:pt x="145" y="345"/>
                    <a:pt x="190" y="361"/>
                    <a:pt x="233"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59"/>
            <p:cNvSpPr/>
            <p:nvPr/>
          </p:nvSpPr>
          <p:spPr>
            <a:xfrm>
              <a:off x="4768675" y="2374075"/>
              <a:ext cx="8875" cy="9050"/>
            </a:xfrm>
            <a:custGeom>
              <a:rect b="b" l="l" r="r" t="t"/>
              <a:pathLst>
                <a:path extrusionOk="0" h="362" w="355">
                  <a:moveTo>
                    <a:pt x="174" y="0"/>
                  </a:moveTo>
                  <a:cubicBezTo>
                    <a:pt x="80" y="0"/>
                    <a:pt x="1" y="80"/>
                    <a:pt x="1" y="181"/>
                  </a:cubicBezTo>
                  <a:cubicBezTo>
                    <a:pt x="1" y="282"/>
                    <a:pt x="80" y="361"/>
                    <a:pt x="174" y="361"/>
                  </a:cubicBezTo>
                  <a:cubicBezTo>
                    <a:pt x="275" y="361"/>
                    <a:pt x="354" y="282"/>
                    <a:pt x="354" y="181"/>
                  </a:cubicBezTo>
                  <a:cubicBezTo>
                    <a:pt x="354" y="80"/>
                    <a:pt x="275" y="0"/>
                    <a:pt x="174"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59"/>
            <p:cNvSpPr/>
            <p:nvPr/>
          </p:nvSpPr>
          <p:spPr>
            <a:xfrm>
              <a:off x="4787425" y="2374075"/>
              <a:ext cx="10500" cy="9150"/>
            </a:xfrm>
            <a:custGeom>
              <a:rect b="b" l="l" r="r" t="t"/>
              <a:pathLst>
                <a:path extrusionOk="0" h="366" w="420">
                  <a:moveTo>
                    <a:pt x="239" y="0"/>
                  </a:moveTo>
                  <a:cubicBezTo>
                    <a:pt x="80" y="0"/>
                    <a:pt x="1" y="195"/>
                    <a:pt x="116" y="311"/>
                  </a:cubicBezTo>
                  <a:cubicBezTo>
                    <a:pt x="152" y="348"/>
                    <a:pt x="196" y="365"/>
                    <a:pt x="240" y="365"/>
                  </a:cubicBezTo>
                  <a:cubicBezTo>
                    <a:pt x="331" y="365"/>
                    <a:pt x="419" y="293"/>
                    <a:pt x="419" y="181"/>
                  </a:cubicBezTo>
                  <a:cubicBezTo>
                    <a:pt x="419" y="80"/>
                    <a:pt x="340" y="0"/>
                    <a:pt x="23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59"/>
            <p:cNvSpPr/>
            <p:nvPr/>
          </p:nvSpPr>
          <p:spPr>
            <a:xfrm>
              <a:off x="4809250" y="2374075"/>
              <a:ext cx="9050" cy="9050"/>
            </a:xfrm>
            <a:custGeom>
              <a:rect b="b" l="l" r="r" t="t"/>
              <a:pathLst>
                <a:path extrusionOk="0" h="362" w="362">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59"/>
            <p:cNvSpPr/>
            <p:nvPr/>
          </p:nvSpPr>
          <p:spPr>
            <a:xfrm>
              <a:off x="4829625" y="2374075"/>
              <a:ext cx="9050" cy="9050"/>
            </a:xfrm>
            <a:custGeom>
              <a:rect b="b" l="l" r="r" t="t"/>
              <a:pathLst>
                <a:path extrusionOk="0" h="362" w="362">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59"/>
            <p:cNvSpPr/>
            <p:nvPr/>
          </p:nvSpPr>
          <p:spPr>
            <a:xfrm>
              <a:off x="4756975" y="2384725"/>
              <a:ext cx="10650" cy="9000"/>
            </a:xfrm>
            <a:custGeom>
              <a:rect b="b" l="l" r="r" t="t"/>
              <a:pathLst>
                <a:path extrusionOk="0" h="360" w="426">
                  <a:moveTo>
                    <a:pt x="245" y="0"/>
                  </a:moveTo>
                  <a:cubicBezTo>
                    <a:pt x="79" y="0"/>
                    <a:pt x="0" y="195"/>
                    <a:pt x="115" y="310"/>
                  </a:cubicBezTo>
                  <a:cubicBezTo>
                    <a:pt x="152" y="344"/>
                    <a:pt x="197" y="360"/>
                    <a:pt x="241" y="360"/>
                  </a:cubicBezTo>
                  <a:cubicBezTo>
                    <a:pt x="335" y="360"/>
                    <a:pt x="426" y="289"/>
                    <a:pt x="426" y="180"/>
                  </a:cubicBezTo>
                  <a:cubicBezTo>
                    <a:pt x="426" y="79"/>
                    <a:pt x="346"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59"/>
            <p:cNvSpPr/>
            <p:nvPr/>
          </p:nvSpPr>
          <p:spPr>
            <a:xfrm>
              <a:off x="4777350" y="2384725"/>
              <a:ext cx="10650" cy="9000"/>
            </a:xfrm>
            <a:custGeom>
              <a:rect b="b" l="l" r="r" t="t"/>
              <a:pathLst>
                <a:path extrusionOk="0" h="360" w="426">
                  <a:moveTo>
                    <a:pt x="245" y="0"/>
                  </a:moveTo>
                  <a:cubicBezTo>
                    <a:pt x="79" y="0"/>
                    <a:pt x="0" y="195"/>
                    <a:pt x="115" y="310"/>
                  </a:cubicBezTo>
                  <a:cubicBezTo>
                    <a:pt x="152" y="344"/>
                    <a:pt x="197" y="360"/>
                    <a:pt x="241" y="360"/>
                  </a:cubicBezTo>
                  <a:cubicBezTo>
                    <a:pt x="335" y="360"/>
                    <a:pt x="426" y="289"/>
                    <a:pt x="426" y="180"/>
                  </a:cubicBezTo>
                  <a:cubicBezTo>
                    <a:pt x="426" y="79"/>
                    <a:pt x="339"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59"/>
            <p:cNvSpPr/>
            <p:nvPr/>
          </p:nvSpPr>
          <p:spPr>
            <a:xfrm>
              <a:off x="4797725" y="2384725"/>
              <a:ext cx="10475" cy="9000"/>
            </a:xfrm>
            <a:custGeom>
              <a:rect b="b" l="l" r="r" t="t"/>
              <a:pathLst>
                <a:path extrusionOk="0" h="360" w="419">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59"/>
            <p:cNvSpPr/>
            <p:nvPr/>
          </p:nvSpPr>
          <p:spPr>
            <a:xfrm>
              <a:off x="4818100" y="2384725"/>
              <a:ext cx="10475" cy="9000"/>
            </a:xfrm>
            <a:custGeom>
              <a:rect b="b" l="l" r="r" t="t"/>
              <a:pathLst>
                <a:path extrusionOk="0" h="360" w="419">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2" name="Google Shape;1532;p59"/>
          <p:cNvGrpSpPr/>
          <p:nvPr/>
        </p:nvGrpSpPr>
        <p:grpSpPr>
          <a:xfrm>
            <a:off x="7732065" y="4196920"/>
            <a:ext cx="212497" cy="175761"/>
            <a:chOff x="4943575" y="2516350"/>
            <a:chExt cx="98675" cy="81700"/>
          </a:xfrm>
        </p:grpSpPr>
        <p:sp>
          <p:nvSpPr>
            <p:cNvPr id="1533" name="Google Shape;1533;p59"/>
            <p:cNvSpPr/>
            <p:nvPr/>
          </p:nvSpPr>
          <p:spPr>
            <a:xfrm>
              <a:off x="5036450" y="2554750"/>
              <a:ext cx="5800" cy="4825"/>
            </a:xfrm>
            <a:custGeom>
              <a:rect b="b" l="l" r="r" t="t"/>
              <a:pathLst>
                <a:path extrusionOk="0" h="193" w="232">
                  <a:moveTo>
                    <a:pt x="130" y="0"/>
                  </a:moveTo>
                  <a:cubicBezTo>
                    <a:pt x="51" y="0"/>
                    <a:pt x="0" y="101"/>
                    <a:pt x="65" y="166"/>
                  </a:cubicBezTo>
                  <a:cubicBezTo>
                    <a:pt x="83" y="184"/>
                    <a:pt x="106" y="192"/>
                    <a:pt x="129" y="192"/>
                  </a:cubicBezTo>
                  <a:cubicBezTo>
                    <a:pt x="179" y="192"/>
                    <a:pt x="229" y="153"/>
                    <a:pt x="224" y="94"/>
                  </a:cubicBezTo>
                  <a:cubicBezTo>
                    <a:pt x="231" y="44"/>
                    <a:pt x="188"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59"/>
            <p:cNvSpPr/>
            <p:nvPr/>
          </p:nvSpPr>
          <p:spPr>
            <a:xfrm>
              <a:off x="5028150" y="2547175"/>
              <a:ext cx="5625" cy="4725"/>
            </a:xfrm>
            <a:custGeom>
              <a:rect b="b" l="l" r="r" t="t"/>
              <a:pathLst>
                <a:path extrusionOk="0" h="189" w="225">
                  <a:moveTo>
                    <a:pt x="123" y="0"/>
                  </a:moveTo>
                  <a:cubicBezTo>
                    <a:pt x="37" y="0"/>
                    <a:pt x="0" y="101"/>
                    <a:pt x="58"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59"/>
            <p:cNvSpPr/>
            <p:nvPr/>
          </p:nvSpPr>
          <p:spPr>
            <a:xfrm>
              <a:off x="5028150" y="2554750"/>
              <a:ext cx="5625" cy="4825"/>
            </a:xfrm>
            <a:custGeom>
              <a:rect b="b" l="l" r="r" t="t"/>
              <a:pathLst>
                <a:path extrusionOk="0" h="193" w="225">
                  <a:moveTo>
                    <a:pt x="123" y="0"/>
                  </a:moveTo>
                  <a:cubicBezTo>
                    <a:pt x="44" y="0"/>
                    <a:pt x="0" y="101"/>
                    <a:pt x="58" y="166"/>
                  </a:cubicBezTo>
                  <a:cubicBezTo>
                    <a:pt x="76" y="184"/>
                    <a:pt x="99" y="192"/>
                    <a:pt x="123" y="192"/>
                  </a:cubicBezTo>
                  <a:cubicBezTo>
                    <a:pt x="173" y="192"/>
                    <a:pt x="224" y="153"/>
                    <a:pt x="224" y="94"/>
                  </a:cubicBezTo>
                  <a:cubicBezTo>
                    <a:pt x="224" y="44"/>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59"/>
            <p:cNvSpPr/>
            <p:nvPr/>
          </p:nvSpPr>
          <p:spPr>
            <a:xfrm>
              <a:off x="5028150" y="2562500"/>
              <a:ext cx="5625" cy="4800"/>
            </a:xfrm>
            <a:custGeom>
              <a:rect b="b" l="l" r="r" t="t"/>
              <a:pathLst>
                <a:path extrusionOk="0" h="192" w="225">
                  <a:moveTo>
                    <a:pt x="123" y="0"/>
                  </a:moveTo>
                  <a:cubicBezTo>
                    <a:pt x="37" y="0"/>
                    <a:pt x="0" y="101"/>
                    <a:pt x="58" y="166"/>
                  </a:cubicBezTo>
                  <a:cubicBezTo>
                    <a:pt x="77"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59"/>
            <p:cNvSpPr/>
            <p:nvPr/>
          </p:nvSpPr>
          <p:spPr>
            <a:xfrm>
              <a:off x="5019725"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59"/>
            <p:cNvSpPr/>
            <p:nvPr/>
          </p:nvSpPr>
          <p:spPr>
            <a:xfrm>
              <a:off x="5019675" y="2547175"/>
              <a:ext cx="5625" cy="4725"/>
            </a:xfrm>
            <a:custGeom>
              <a:rect b="b" l="l" r="r" t="t"/>
              <a:pathLst>
                <a:path extrusionOk="0" h="189" w="225">
                  <a:moveTo>
                    <a:pt x="130" y="0"/>
                  </a:moveTo>
                  <a:cubicBezTo>
                    <a:pt x="44" y="0"/>
                    <a:pt x="0" y="101"/>
                    <a:pt x="58" y="159"/>
                  </a:cubicBezTo>
                  <a:cubicBezTo>
                    <a:pt x="79" y="180"/>
                    <a:pt x="103" y="189"/>
                    <a:pt x="126" y="189"/>
                  </a:cubicBezTo>
                  <a:cubicBezTo>
                    <a:pt x="177" y="189"/>
                    <a:pt x="224" y="146"/>
                    <a:pt x="224" y="87"/>
                  </a:cubicBezTo>
                  <a:cubicBezTo>
                    <a:pt x="217"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59"/>
            <p:cNvSpPr/>
            <p:nvPr/>
          </p:nvSpPr>
          <p:spPr>
            <a:xfrm>
              <a:off x="5019675" y="2554750"/>
              <a:ext cx="5625" cy="4825"/>
            </a:xfrm>
            <a:custGeom>
              <a:rect b="b" l="l" r="r" t="t"/>
              <a:pathLst>
                <a:path extrusionOk="0" h="193" w="225">
                  <a:moveTo>
                    <a:pt x="130" y="0"/>
                  </a:moveTo>
                  <a:cubicBezTo>
                    <a:pt x="44" y="0"/>
                    <a:pt x="0" y="101"/>
                    <a:pt x="58" y="166"/>
                  </a:cubicBezTo>
                  <a:cubicBezTo>
                    <a:pt x="79" y="184"/>
                    <a:pt x="102"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59"/>
            <p:cNvSpPr/>
            <p:nvPr/>
          </p:nvSpPr>
          <p:spPr>
            <a:xfrm>
              <a:off x="5019675" y="2562500"/>
              <a:ext cx="5625" cy="4800"/>
            </a:xfrm>
            <a:custGeom>
              <a:rect b="b" l="l" r="r" t="t"/>
              <a:pathLst>
                <a:path extrusionOk="0" h="192" w="225">
                  <a:moveTo>
                    <a:pt x="130" y="0"/>
                  </a:moveTo>
                  <a:cubicBezTo>
                    <a:pt x="44" y="0"/>
                    <a:pt x="0" y="101"/>
                    <a:pt x="58" y="166"/>
                  </a:cubicBezTo>
                  <a:cubicBezTo>
                    <a:pt x="77" y="183"/>
                    <a:pt x="100" y="191"/>
                    <a:pt x="122" y="191"/>
                  </a:cubicBezTo>
                  <a:cubicBezTo>
                    <a:pt x="174" y="191"/>
                    <a:pt x="224" y="148"/>
                    <a:pt x="224" y="87"/>
                  </a:cubicBezTo>
                  <a:cubicBezTo>
                    <a:pt x="217"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59"/>
            <p:cNvSpPr/>
            <p:nvPr/>
          </p:nvSpPr>
          <p:spPr>
            <a:xfrm>
              <a:off x="5019725" y="2570225"/>
              <a:ext cx="5575" cy="4750"/>
            </a:xfrm>
            <a:custGeom>
              <a:rect b="b" l="l" r="r" t="t"/>
              <a:pathLst>
                <a:path extrusionOk="0" h="190" w="223">
                  <a:moveTo>
                    <a:pt x="139" y="1"/>
                  </a:moveTo>
                  <a:cubicBezTo>
                    <a:pt x="136" y="1"/>
                    <a:pt x="132" y="1"/>
                    <a:pt x="128" y="2"/>
                  </a:cubicBezTo>
                  <a:cubicBezTo>
                    <a:pt x="126" y="1"/>
                    <a:pt x="123" y="1"/>
                    <a:pt x="120" y="1"/>
                  </a:cubicBezTo>
                  <a:cubicBezTo>
                    <a:pt x="39" y="1"/>
                    <a:pt x="0" y="104"/>
                    <a:pt x="56" y="160"/>
                  </a:cubicBezTo>
                  <a:cubicBezTo>
                    <a:pt x="77" y="181"/>
                    <a:pt x="101" y="190"/>
                    <a:pt x="124" y="190"/>
                  </a:cubicBezTo>
                  <a:cubicBezTo>
                    <a:pt x="175" y="190"/>
                    <a:pt x="222" y="147"/>
                    <a:pt x="222" y="88"/>
                  </a:cubicBezTo>
                  <a:cubicBezTo>
                    <a:pt x="215" y="41"/>
                    <a:pt x="184"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59"/>
            <p:cNvSpPr/>
            <p:nvPr/>
          </p:nvSpPr>
          <p:spPr>
            <a:xfrm>
              <a:off x="5011200"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59"/>
            <p:cNvSpPr/>
            <p:nvPr/>
          </p:nvSpPr>
          <p:spPr>
            <a:xfrm>
              <a:off x="5011250"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59"/>
            <p:cNvSpPr/>
            <p:nvPr/>
          </p:nvSpPr>
          <p:spPr>
            <a:xfrm>
              <a:off x="5011200"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59"/>
            <p:cNvSpPr/>
            <p:nvPr/>
          </p:nvSpPr>
          <p:spPr>
            <a:xfrm>
              <a:off x="5011200" y="2554750"/>
              <a:ext cx="5625" cy="4825"/>
            </a:xfrm>
            <a:custGeom>
              <a:rect b="b" l="l" r="r" t="t"/>
              <a:pathLst>
                <a:path extrusionOk="0" h="193" w="225">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59"/>
            <p:cNvSpPr/>
            <p:nvPr/>
          </p:nvSpPr>
          <p:spPr>
            <a:xfrm>
              <a:off x="5011200" y="2562500"/>
              <a:ext cx="5750" cy="4800"/>
            </a:xfrm>
            <a:custGeom>
              <a:rect b="b" l="l" r="r" t="t"/>
              <a:pathLst>
                <a:path extrusionOk="0" h="192" w="230">
                  <a:moveTo>
                    <a:pt x="130" y="0"/>
                  </a:moveTo>
                  <a:cubicBezTo>
                    <a:pt x="44" y="0"/>
                    <a:pt x="1" y="101"/>
                    <a:pt x="65" y="166"/>
                  </a:cubicBezTo>
                  <a:cubicBezTo>
                    <a:pt x="82"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59"/>
            <p:cNvSpPr/>
            <p:nvPr/>
          </p:nvSpPr>
          <p:spPr>
            <a:xfrm>
              <a:off x="501125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59"/>
            <p:cNvSpPr/>
            <p:nvPr/>
          </p:nvSpPr>
          <p:spPr>
            <a:xfrm>
              <a:off x="5011200" y="2577825"/>
              <a:ext cx="5625" cy="4825"/>
            </a:xfrm>
            <a:custGeom>
              <a:rect b="b" l="l" r="r" t="t"/>
              <a:pathLst>
                <a:path extrusionOk="0" h="193" w="225">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59"/>
            <p:cNvSpPr/>
            <p:nvPr/>
          </p:nvSpPr>
          <p:spPr>
            <a:xfrm>
              <a:off x="5002725" y="2524100"/>
              <a:ext cx="5750" cy="4775"/>
            </a:xfrm>
            <a:custGeom>
              <a:rect b="b" l="l" r="r" t="t"/>
              <a:pathLst>
                <a:path extrusionOk="0" h="191" w="23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59"/>
            <p:cNvSpPr/>
            <p:nvPr/>
          </p:nvSpPr>
          <p:spPr>
            <a:xfrm>
              <a:off x="5002725"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59"/>
            <p:cNvSpPr/>
            <p:nvPr/>
          </p:nvSpPr>
          <p:spPr>
            <a:xfrm>
              <a:off x="5002775"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59"/>
            <p:cNvSpPr/>
            <p:nvPr/>
          </p:nvSpPr>
          <p:spPr>
            <a:xfrm>
              <a:off x="5002725"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59"/>
            <p:cNvSpPr/>
            <p:nvPr/>
          </p:nvSpPr>
          <p:spPr>
            <a:xfrm>
              <a:off x="5002725" y="2554750"/>
              <a:ext cx="5625" cy="4825"/>
            </a:xfrm>
            <a:custGeom>
              <a:rect b="b" l="l" r="r" t="t"/>
              <a:pathLst>
                <a:path extrusionOk="0" h="193" w="225">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59"/>
            <p:cNvSpPr/>
            <p:nvPr/>
          </p:nvSpPr>
          <p:spPr>
            <a:xfrm>
              <a:off x="5002725" y="2562500"/>
              <a:ext cx="5750" cy="4800"/>
            </a:xfrm>
            <a:custGeom>
              <a:rect b="b" l="l" r="r" t="t"/>
              <a:pathLst>
                <a:path extrusionOk="0" h="192" w="23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59"/>
            <p:cNvSpPr/>
            <p:nvPr/>
          </p:nvSpPr>
          <p:spPr>
            <a:xfrm>
              <a:off x="500277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59"/>
            <p:cNvSpPr/>
            <p:nvPr/>
          </p:nvSpPr>
          <p:spPr>
            <a:xfrm>
              <a:off x="5002725" y="2577825"/>
              <a:ext cx="5625" cy="4825"/>
            </a:xfrm>
            <a:custGeom>
              <a:rect b="b" l="l" r="r" t="t"/>
              <a:pathLst>
                <a:path extrusionOk="0" h="193" w="225">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59"/>
            <p:cNvSpPr/>
            <p:nvPr/>
          </p:nvSpPr>
          <p:spPr>
            <a:xfrm>
              <a:off x="5002725" y="2585575"/>
              <a:ext cx="5750" cy="4800"/>
            </a:xfrm>
            <a:custGeom>
              <a:rect b="b" l="l" r="r" t="t"/>
              <a:pathLst>
                <a:path extrusionOk="0" h="192" w="23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59"/>
            <p:cNvSpPr/>
            <p:nvPr/>
          </p:nvSpPr>
          <p:spPr>
            <a:xfrm>
              <a:off x="4994250" y="25163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59"/>
            <p:cNvSpPr/>
            <p:nvPr/>
          </p:nvSpPr>
          <p:spPr>
            <a:xfrm>
              <a:off x="4994250" y="2524100"/>
              <a:ext cx="5750" cy="4775"/>
            </a:xfrm>
            <a:custGeom>
              <a:rect b="b" l="l" r="r" t="t"/>
              <a:pathLst>
                <a:path extrusionOk="0" h="191" w="23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59"/>
            <p:cNvSpPr/>
            <p:nvPr/>
          </p:nvSpPr>
          <p:spPr>
            <a:xfrm>
              <a:off x="4994250"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59"/>
            <p:cNvSpPr/>
            <p:nvPr/>
          </p:nvSpPr>
          <p:spPr>
            <a:xfrm>
              <a:off x="4994300"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59"/>
            <p:cNvSpPr/>
            <p:nvPr/>
          </p:nvSpPr>
          <p:spPr>
            <a:xfrm>
              <a:off x="4994250"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59"/>
            <p:cNvSpPr/>
            <p:nvPr/>
          </p:nvSpPr>
          <p:spPr>
            <a:xfrm>
              <a:off x="4994250"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59"/>
            <p:cNvSpPr/>
            <p:nvPr/>
          </p:nvSpPr>
          <p:spPr>
            <a:xfrm>
              <a:off x="4994250" y="2562500"/>
              <a:ext cx="5750" cy="4800"/>
            </a:xfrm>
            <a:custGeom>
              <a:rect b="b" l="l" r="r" t="t"/>
              <a:pathLst>
                <a:path extrusionOk="0" h="192" w="23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59"/>
            <p:cNvSpPr/>
            <p:nvPr/>
          </p:nvSpPr>
          <p:spPr>
            <a:xfrm>
              <a:off x="499430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59"/>
            <p:cNvSpPr/>
            <p:nvPr/>
          </p:nvSpPr>
          <p:spPr>
            <a:xfrm>
              <a:off x="4994250"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59"/>
            <p:cNvSpPr/>
            <p:nvPr/>
          </p:nvSpPr>
          <p:spPr>
            <a:xfrm>
              <a:off x="4994250" y="2585575"/>
              <a:ext cx="5750" cy="4800"/>
            </a:xfrm>
            <a:custGeom>
              <a:rect b="b" l="l" r="r" t="t"/>
              <a:pathLst>
                <a:path extrusionOk="0" h="192" w="23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59"/>
            <p:cNvSpPr/>
            <p:nvPr/>
          </p:nvSpPr>
          <p:spPr>
            <a:xfrm>
              <a:off x="4994250" y="2593150"/>
              <a:ext cx="5750" cy="4900"/>
            </a:xfrm>
            <a:custGeom>
              <a:rect b="b" l="l" r="r" t="t"/>
              <a:pathLst>
                <a:path extrusionOk="0" h="196" w="230">
                  <a:moveTo>
                    <a:pt x="130" y="1"/>
                  </a:moveTo>
                  <a:cubicBezTo>
                    <a:pt x="44" y="1"/>
                    <a:pt x="1" y="109"/>
                    <a:pt x="65" y="166"/>
                  </a:cubicBezTo>
                  <a:cubicBezTo>
                    <a:pt x="84" y="187"/>
                    <a:pt x="107" y="196"/>
                    <a:pt x="130" y="196"/>
                  </a:cubicBezTo>
                  <a:cubicBezTo>
                    <a:pt x="180" y="196"/>
                    <a:pt x="229"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59"/>
            <p:cNvSpPr/>
            <p:nvPr/>
          </p:nvSpPr>
          <p:spPr>
            <a:xfrm>
              <a:off x="4985775" y="2531675"/>
              <a:ext cx="5750" cy="4900"/>
            </a:xfrm>
            <a:custGeom>
              <a:rect b="b" l="l" r="r" t="t"/>
              <a:pathLst>
                <a:path extrusionOk="0" h="196" w="23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59"/>
            <p:cNvSpPr/>
            <p:nvPr/>
          </p:nvSpPr>
          <p:spPr>
            <a:xfrm>
              <a:off x="4985825"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59"/>
            <p:cNvSpPr/>
            <p:nvPr/>
          </p:nvSpPr>
          <p:spPr>
            <a:xfrm>
              <a:off x="4985775" y="2547175"/>
              <a:ext cx="5750" cy="4725"/>
            </a:xfrm>
            <a:custGeom>
              <a:rect b="b" l="l" r="r" t="t"/>
              <a:pathLst>
                <a:path extrusionOk="0" h="189" w="23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59"/>
            <p:cNvSpPr/>
            <p:nvPr/>
          </p:nvSpPr>
          <p:spPr>
            <a:xfrm>
              <a:off x="4985775"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59"/>
            <p:cNvSpPr/>
            <p:nvPr/>
          </p:nvSpPr>
          <p:spPr>
            <a:xfrm>
              <a:off x="4985775" y="2562500"/>
              <a:ext cx="5750" cy="4800"/>
            </a:xfrm>
            <a:custGeom>
              <a:rect b="b" l="l" r="r" t="t"/>
              <a:pathLst>
                <a:path extrusionOk="0" h="192" w="23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59"/>
            <p:cNvSpPr/>
            <p:nvPr/>
          </p:nvSpPr>
          <p:spPr>
            <a:xfrm>
              <a:off x="498582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59"/>
            <p:cNvSpPr/>
            <p:nvPr/>
          </p:nvSpPr>
          <p:spPr>
            <a:xfrm>
              <a:off x="4985775"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59"/>
            <p:cNvSpPr/>
            <p:nvPr/>
          </p:nvSpPr>
          <p:spPr>
            <a:xfrm>
              <a:off x="4977300" y="2531675"/>
              <a:ext cx="5750" cy="4900"/>
            </a:xfrm>
            <a:custGeom>
              <a:rect b="b" l="l" r="r" t="t"/>
              <a:pathLst>
                <a:path extrusionOk="0" h="196" w="23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59"/>
            <p:cNvSpPr/>
            <p:nvPr/>
          </p:nvSpPr>
          <p:spPr>
            <a:xfrm>
              <a:off x="4977350"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59"/>
            <p:cNvSpPr/>
            <p:nvPr/>
          </p:nvSpPr>
          <p:spPr>
            <a:xfrm>
              <a:off x="4977300" y="2547175"/>
              <a:ext cx="5750" cy="4725"/>
            </a:xfrm>
            <a:custGeom>
              <a:rect b="b" l="l" r="r" t="t"/>
              <a:pathLst>
                <a:path extrusionOk="0" h="189" w="23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59"/>
            <p:cNvSpPr/>
            <p:nvPr/>
          </p:nvSpPr>
          <p:spPr>
            <a:xfrm>
              <a:off x="4977300"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59"/>
            <p:cNvSpPr/>
            <p:nvPr/>
          </p:nvSpPr>
          <p:spPr>
            <a:xfrm>
              <a:off x="4977300" y="2562500"/>
              <a:ext cx="5750" cy="4800"/>
            </a:xfrm>
            <a:custGeom>
              <a:rect b="b" l="l" r="r" t="t"/>
              <a:pathLst>
                <a:path extrusionOk="0" h="192" w="23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59"/>
            <p:cNvSpPr/>
            <p:nvPr/>
          </p:nvSpPr>
          <p:spPr>
            <a:xfrm>
              <a:off x="497735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59"/>
            <p:cNvSpPr/>
            <p:nvPr/>
          </p:nvSpPr>
          <p:spPr>
            <a:xfrm>
              <a:off x="4977300"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59"/>
            <p:cNvSpPr/>
            <p:nvPr/>
          </p:nvSpPr>
          <p:spPr>
            <a:xfrm>
              <a:off x="4968825" y="2531675"/>
              <a:ext cx="5750" cy="4900"/>
            </a:xfrm>
            <a:custGeom>
              <a:rect b="b" l="l" r="r" t="t"/>
              <a:pathLst>
                <a:path extrusionOk="0" h="196" w="230">
                  <a:moveTo>
                    <a:pt x="130" y="0"/>
                  </a:moveTo>
                  <a:cubicBezTo>
                    <a:pt x="44" y="0"/>
                    <a:pt x="1" y="108"/>
                    <a:pt x="66"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59"/>
            <p:cNvSpPr/>
            <p:nvPr/>
          </p:nvSpPr>
          <p:spPr>
            <a:xfrm>
              <a:off x="4968875" y="2539400"/>
              <a:ext cx="5700" cy="4750"/>
            </a:xfrm>
            <a:custGeom>
              <a:rect b="b" l="l" r="r" t="t"/>
              <a:pathLst>
                <a:path extrusionOk="0" h="190" w="228">
                  <a:moveTo>
                    <a:pt x="121" y="1"/>
                  </a:moveTo>
                  <a:cubicBezTo>
                    <a:pt x="46" y="1"/>
                    <a:pt x="1" y="104"/>
                    <a:pt x="64" y="160"/>
                  </a:cubicBezTo>
                  <a:cubicBezTo>
                    <a:pt x="82" y="181"/>
                    <a:pt x="106" y="190"/>
                    <a:pt x="129" y="190"/>
                  </a:cubicBezTo>
                  <a:cubicBezTo>
                    <a:pt x="179" y="190"/>
                    <a:pt x="227" y="149"/>
                    <a:pt x="222" y="95"/>
                  </a:cubicBezTo>
                  <a:cubicBezTo>
                    <a:pt x="222" y="37"/>
                    <a:pt x="186" y="1"/>
                    <a:pt x="128" y="1"/>
                  </a:cubicBezTo>
                  <a:cubicBezTo>
                    <a:pt x="126" y="1"/>
                    <a:pt x="123" y="1"/>
                    <a:pt x="12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59"/>
            <p:cNvSpPr/>
            <p:nvPr/>
          </p:nvSpPr>
          <p:spPr>
            <a:xfrm>
              <a:off x="4968825" y="2547175"/>
              <a:ext cx="5750" cy="4725"/>
            </a:xfrm>
            <a:custGeom>
              <a:rect b="b" l="l" r="r" t="t"/>
              <a:pathLst>
                <a:path extrusionOk="0" h="189" w="230">
                  <a:moveTo>
                    <a:pt x="130" y="0"/>
                  </a:moveTo>
                  <a:cubicBezTo>
                    <a:pt x="44" y="0"/>
                    <a:pt x="1" y="101"/>
                    <a:pt x="66"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59"/>
            <p:cNvSpPr/>
            <p:nvPr/>
          </p:nvSpPr>
          <p:spPr>
            <a:xfrm>
              <a:off x="4968825" y="2554750"/>
              <a:ext cx="5800" cy="4825"/>
            </a:xfrm>
            <a:custGeom>
              <a:rect b="b" l="l" r="r" t="t"/>
              <a:pathLst>
                <a:path extrusionOk="0" h="193" w="232">
                  <a:moveTo>
                    <a:pt x="130" y="0"/>
                  </a:moveTo>
                  <a:cubicBezTo>
                    <a:pt x="51" y="0"/>
                    <a:pt x="1" y="101"/>
                    <a:pt x="66" y="166"/>
                  </a:cubicBezTo>
                  <a:cubicBezTo>
                    <a:pt x="84" y="184"/>
                    <a:pt x="107" y="192"/>
                    <a:pt x="130" y="192"/>
                  </a:cubicBezTo>
                  <a:cubicBezTo>
                    <a:pt x="180" y="192"/>
                    <a:pt x="229" y="153"/>
                    <a:pt x="224" y="94"/>
                  </a:cubicBezTo>
                  <a:cubicBezTo>
                    <a:pt x="231" y="44"/>
                    <a:pt x="188"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59"/>
            <p:cNvSpPr/>
            <p:nvPr/>
          </p:nvSpPr>
          <p:spPr>
            <a:xfrm>
              <a:off x="4968825" y="2562500"/>
              <a:ext cx="5750" cy="4800"/>
            </a:xfrm>
            <a:custGeom>
              <a:rect b="b" l="l" r="r" t="t"/>
              <a:pathLst>
                <a:path extrusionOk="0" h="192" w="230">
                  <a:moveTo>
                    <a:pt x="130" y="0"/>
                  </a:moveTo>
                  <a:cubicBezTo>
                    <a:pt x="44" y="0"/>
                    <a:pt x="1" y="101"/>
                    <a:pt x="66"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59"/>
            <p:cNvSpPr/>
            <p:nvPr/>
          </p:nvSpPr>
          <p:spPr>
            <a:xfrm>
              <a:off x="496887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4"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59"/>
            <p:cNvSpPr/>
            <p:nvPr/>
          </p:nvSpPr>
          <p:spPr>
            <a:xfrm>
              <a:off x="4968825" y="2577825"/>
              <a:ext cx="5800" cy="4825"/>
            </a:xfrm>
            <a:custGeom>
              <a:rect b="b" l="l" r="r" t="t"/>
              <a:pathLst>
                <a:path extrusionOk="0" h="193" w="232">
                  <a:moveTo>
                    <a:pt x="130" y="1"/>
                  </a:moveTo>
                  <a:cubicBezTo>
                    <a:pt x="51" y="1"/>
                    <a:pt x="1" y="101"/>
                    <a:pt x="66" y="166"/>
                  </a:cubicBezTo>
                  <a:cubicBezTo>
                    <a:pt x="84" y="185"/>
                    <a:pt x="107" y="193"/>
                    <a:pt x="130" y="193"/>
                  </a:cubicBezTo>
                  <a:cubicBezTo>
                    <a:pt x="180" y="193"/>
                    <a:pt x="229" y="154"/>
                    <a:pt x="224" y="94"/>
                  </a:cubicBezTo>
                  <a:cubicBezTo>
                    <a:pt x="231" y="44"/>
                    <a:pt x="188"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59"/>
            <p:cNvSpPr/>
            <p:nvPr/>
          </p:nvSpPr>
          <p:spPr>
            <a:xfrm>
              <a:off x="4960525" y="2531675"/>
              <a:ext cx="5625" cy="4900"/>
            </a:xfrm>
            <a:custGeom>
              <a:rect b="b" l="l" r="r" t="t"/>
              <a:pathLst>
                <a:path extrusionOk="0" h="196" w="225">
                  <a:moveTo>
                    <a:pt x="123" y="0"/>
                  </a:moveTo>
                  <a:cubicBezTo>
                    <a:pt x="37" y="0"/>
                    <a:pt x="1" y="108"/>
                    <a:pt x="59" y="166"/>
                  </a:cubicBezTo>
                  <a:cubicBezTo>
                    <a:pt x="79" y="187"/>
                    <a:pt x="103" y="195"/>
                    <a:pt x="126" y="195"/>
                  </a:cubicBezTo>
                  <a:cubicBezTo>
                    <a:pt x="177" y="195"/>
                    <a:pt x="224" y="153"/>
                    <a:pt x="224" y="94"/>
                  </a:cubicBezTo>
                  <a:cubicBezTo>
                    <a:pt x="217" y="43"/>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59"/>
            <p:cNvSpPr/>
            <p:nvPr/>
          </p:nvSpPr>
          <p:spPr>
            <a:xfrm>
              <a:off x="4960575" y="2539400"/>
              <a:ext cx="5575" cy="4750"/>
            </a:xfrm>
            <a:custGeom>
              <a:rect b="b" l="l" r="r" t="t"/>
              <a:pathLst>
                <a:path extrusionOk="0" h="190" w="223">
                  <a:moveTo>
                    <a:pt x="114" y="1"/>
                  </a:moveTo>
                  <a:cubicBezTo>
                    <a:pt x="39" y="1"/>
                    <a:pt x="1" y="104"/>
                    <a:pt x="57" y="160"/>
                  </a:cubicBezTo>
                  <a:cubicBezTo>
                    <a:pt x="75" y="181"/>
                    <a:pt x="99" y="190"/>
                    <a:pt x="122" y="190"/>
                  </a:cubicBezTo>
                  <a:cubicBezTo>
                    <a:pt x="172" y="190"/>
                    <a:pt x="222" y="149"/>
                    <a:pt x="222" y="95"/>
                  </a:cubicBezTo>
                  <a:cubicBezTo>
                    <a:pt x="222" y="37"/>
                    <a:pt x="179" y="1"/>
                    <a:pt x="121" y="1"/>
                  </a:cubicBezTo>
                  <a:cubicBezTo>
                    <a:pt x="119" y="1"/>
                    <a:pt x="116" y="1"/>
                    <a:pt x="11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59"/>
            <p:cNvSpPr/>
            <p:nvPr/>
          </p:nvSpPr>
          <p:spPr>
            <a:xfrm>
              <a:off x="4960525" y="2547175"/>
              <a:ext cx="5625" cy="4725"/>
            </a:xfrm>
            <a:custGeom>
              <a:rect b="b" l="l" r="r" t="t"/>
              <a:pathLst>
                <a:path extrusionOk="0" h="189" w="225">
                  <a:moveTo>
                    <a:pt x="123" y="0"/>
                  </a:moveTo>
                  <a:cubicBezTo>
                    <a:pt x="37" y="0"/>
                    <a:pt x="1" y="101"/>
                    <a:pt x="59"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59"/>
            <p:cNvSpPr/>
            <p:nvPr/>
          </p:nvSpPr>
          <p:spPr>
            <a:xfrm>
              <a:off x="4960525" y="2554750"/>
              <a:ext cx="5625" cy="4825"/>
            </a:xfrm>
            <a:custGeom>
              <a:rect b="b" l="l" r="r" t="t"/>
              <a:pathLst>
                <a:path extrusionOk="0" h="193" w="225">
                  <a:moveTo>
                    <a:pt x="123" y="0"/>
                  </a:moveTo>
                  <a:cubicBezTo>
                    <a:pt x="44" y="0"/>
                    <a:pt x="1" y="101"/>
                    <a:pt x="59" y="166"/>
                  </a:cubicBezTo>
                  <a:cubicBezTo>
                    <a:pt x="77" y="184"/>
                    <a:pt x="100" y="192"/>
                    <a:pt x="123" y="192"/>
                  </a:cubicBezTo>
                  <a:cubicBezTo>
                    <a:pt x="173" y="192"/>
                    <a:pt x="224" y="153"/>
                    <a:pt x="224" y="94"/>
                  </a:cubicBezTo>
                  <a:cubicBezTo>
                    <a:pt x="224" y="44"/>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59"/>
            <p:cNvSpPr/>
            <p:nvPr/>
          </p:nvSpPr>
          <p:spPr>
            <a:xfrm>
              <a:off x="4960525" y="2562500"/>
              <a:ext cx="5625" cy="4800"/>
            </a:xfrm>
            <a:custGeom>
              <a:rect b="b" l="l" r="r" t="t"/>
              <a:pathLst>
                <a:path extrusionOk="0" h="192" w="225">
                  <a:moveTo>
                    <a:pt x="123" y="0"/>
                  </a:moveTo>
                  <a:cubicBezTo>
                    <a:pt x="37" y="0"/>
                    <a:pt x="1" y="101"/>
                    <a:pt x="59" y="166"/>
                  </a:cubicBezTo>
                  <a:cubicBezTo>
                    <a:pt x="78"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59"/>
            <p:cNvSpPr/>
            <p:nvPr/>
          </p:nvSpPr>
          <p:spPr>
            <a:xfrm>
              <a:off x="4960575" y="2570225"/>
              <a:ext cx="5575" cy="4750"/>
            </a:xfrm>
            <a:custGeom>
              <a:rect b="b" l="l" r="r" t="t"/>
              <a:pathLst>
                <a:path extrusionOk="0" h="190" w="223">
                  <a:moveTo>
                    <a:pt x="134" y="1"/>
                  </a:moveTo>
                  <a:cubicBezTo>
                    <a:pt x="130" y="1"/>
                    <a:pt x="126" y="1"/>
                    <a:pt x="121" y="2"/>
                  </a:cubicBezTo>
                  <a:cubicBezTo>
                    <a:pt x="119" y="1"/>
                    <a:pt x="116" y="1"/>
                    <a:pt x="113" y="1"/>
                  </a:cubicBezTo>
                  <a:cubicBezTo>
                    <a:pt x="33" y="1"/>
                    <a:pt x="1" y="104"/>
                    <a:pt x="57" y="160"/>
                  </a:cubicBezTo>
                  <a:cubicBezTo>
                    <a:pt x="77" y="181"/>
                    <a:pt x="101" y="190"/>
                    <a:pt x="124" y="190"/>
                  </a:cubicBezTo>
                  <a:cubicBezTo>
                    <a:pt x="175" y="190"/>
                    <a:pt x="222" y="147"/>
                    <a:pt x="222" y="88"/>
                  </a:cubicBezTo>
                  <a:cubicBezTo>
                    <a:pt x="216" y="41"/>
                    <a:pt x="184" y="1"/>
                    <a:pt x="13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59"/>
            <p:cNvSpPr/>
            <p:nvPr/>
          </p:nvSpPr>
          <p:spPr>
            <a:xfrm>
              <a:off x="4960525" y="2577825"/>
              <a:ext cx="5625" cy="4825"/>
            </a:xfrm>
            <a:custGeom>
              <a:rect b="b" l="l" r="r" t="t"/>
              <a:pathLst>
                <a:path extrusionOk="0" h="193" w="225">
                  <a:moveTo>
                    <a:pt x="123" y="1"/>
                  </a:moveTo>
                  <a:cubicBezTo>
                    <a:pt x="44" y="1"/>
                    <a:pt x="1" y="101"/>
                    <a:pt x="59" y="166"/>
                  </a:cubicBezTo>
                  <a:cubicBezTo>
                    <a:pt x="77" y="185"/>
                    <a:pt x="100" y="193"/>
                    <a:pt x="123" y="193"/>
                  </a:cubicBezTo>
                  <a:cubicBezTo>
                    <a:pt x="173" y="193"/>
                    <a:pt x="224" y="154"/>
                    <a:pt x="224" y="94"/>
                  </a:cubicBezTo>
                  <a:cubicBezTo>
                    <a:pt x="224" y="44"/>
                    <a:pt x="181" y="1"/>
                    <a:pt x="1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59"/>
            <p:cNvSpPr/>
            <p:nvPr/>
          </p:nvSpPr>
          <p:spPr>
            <a:xfrm>
              <a:off x="4952050" y="2531675"/>
              <a:ext cx="5625" cy="4900"/>
            </a:xfrm>
            <a:custGeom>
              <a:rect b="b" l="l" r="r" t="t"/>
              <a:pathLst>
                <a:path extrusionOk="0" h="196" w="225">
                  <a:moveTo>
                    <a:pt x="131" y="0"/>
                  </a:moveTo>
                  <a:cubicBezTo>
                    <a:pt x="44" y="0"/>
                    <a:pt x="1" y="108"/>
                    <a:pt x="59" y="166"/>
                  </a:cubicBezTo>
                  <a:cubicBezTo>
                    <a:pt x="79" y="187"/>
                    <a:pt x="103" y="195"/>
                    <a:pt x="126" y="195"/>
                  </a:cubicBezTo>
                  <a:cubicBezTo>
                    <a:pt x="177" y="195"/>
                    <a:pt x="224" y="153"/>
                    <a:pt x="224" y="94"/>
                  </a:cubicBezTo>
                  <a:cubicBezTo>
                    <a:pt x="217" y="43"/>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59"/>
            <p:cNvSpPr/>
            <p:nvPr/>
          </p:nvSpPr>
          <p:spPr>
            <a:xfrm>
              <a:off x="4952100" y="2539400"/>
              <a:ext cx="5575" cy="4750"/>
            </a:xfrm>
            <a:custGeom>
              <a:rect b="b" l="l" r="r" t="t"/>
              <a:pathLst>
                <a:path extrusionOk="0" h="190" w="223">
                  <a:moveTo>
                    <a:pt x="120"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59"/>
            <p:cNvSpPr/>
            <p:nvPr/>
          </p:nvSpPr>
          <p:spPr>
            <a:xfrm>
              <a:off x="4952050" y="2547175"/>
              <a:ext cx="5625" cy="4725"/>
            </a:xfrm>
            <a:custGeom>
              <a:rect b="b" l="l" r="r" t="t"/>
              <a:pathLst>
                <a:path extrusionOk="0" h="189" w="225">
                  <a:moveTo>
                    <a:pt x="131" y="0"/>
                  </a:moveTo>
                  <a:cubicBezTo>
                    <a:pt x="44" y="0"/>
                    <a:pt x="1" y="101"/>
                    <a:pt x="59" y="159"/>
                  </a:cubicBezTo>
                  <a:cubicBezTo>
                    <a:pt x="79" y="180"/>
                    <a:pt x="103" y="189"/>
                    <a:pt x="126" y="189"/>
                  </a:cubicBezTo>
                  <a:cubicBezTo>
                    <a:pt x="177" y="189"/>
                    <a:pt x="224" y="146"/>
                    <a:pt x="224" y="87"/>
                  </a:cubicBezTo>
                  <a:cubicBezTo>
                    <a:pt x="217" y="36"/>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59"/>
            <p:cNvSpPr/>
            <p:nvPr/>
          </p:nvSpPr>
          <p:spPr>
            <a:xfrm>
              <a:off x="4952050" y="2554750"/>
              <a:ext cx="5625" cy="4825"/>
            </a:xfrm>
            <a:custGeom>
              <a:rect b="b" l="l" r="r" t="t"/>
              <a:pathLst>
                <a:path extrusionOk="0" h="193" w="225">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59"/>
            <p:cNvSpPr/>
            <p:nvPr/>
          </p:nvSpPr>
          <p:spPr>
            <a:xfrm>
              <a:off x="4952050" y="2562500"/>
              <a:ext cx="5625" cy="4800"/>
            </a:xfrm>
            <a:custGeom>
              <a:rect b="b" l="l" r="r" t="t"/>
              <a:pathLst>
                <a:path extrusionOk="0" h="192" w="225">
                  <a:moveTo>
                    <a:pt x="131" y="0"/>
                  </a:moveTo>
                  <a:cubicBezTo>
                    <a:pt x="44" y="0"/>
                    <a:pt x="1" y="101"/>
                    <a:pt x="59" y="166"/>
                  </a:cubicBezTo>
                  <a:cubicBezTo>
                    <a:pt x="78" y="183"/>
                    <a:pt x="100" y="191"/>
                    <a:pt x="122" y="191"/>
                  </a:cubicBezTo>
                  <a:cubicBezTo>
                    <a:pt x="174" y="191"/>
                    <a:pt x="224" y="148"/>
                    <a:pt x="224" y="87"/>
                  </a:cubicBezTo>
                  <a:cubicBezTo>
                    <a:pt x="217" y="37"/>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59"/>
            <p:cNvSpPr/>
            <p:nvPr/>
          </p:nvSpPr>
          <p:spPr>
            <a:xfrm>
              <a:off x="4952100" y="2570225"/>
              <a:ext cx="5575" cy="4750"/>
            </a:xfrm>
            <a:custGeom>
              <a:rect b="b" l="l" r="r" t="t"/>
              <a:pathLst>
                <a:path extrusionOk="0" h="190" w="223">
                  <a:moveTo>
                    <a:pt x="140" y="1"/>
                  </a:moveTo>
                  <a:cubicBezTo>
                    <a:pt x="136" y="1"/>
                    <a:pt x="132" y="1"/>
                    <a:pt x="129" y="2"/>
                  </a:cubicBezTo>
                  <a:cubicBezTo>
                    <a:pt x="126" y="1"/>
                    <a:pt x="123" y="1"/>
                    <a:pt x="120" y="1"/>
                  </a:cubicBezTo>
                  <a:cubicBezTo>
                    <a:pt x="39" y="1"/>
                    <a:pt x="1" y="104"/>
                    <a:pt x="57" y="160"/>
                  </a:cubicBezTo>
                  <a:cubicBezTo>
                    <a:pt x="77" y="181"/>
                    <a:pt x="101" y="190"/>
                    <a:pt x="124" y="190"/>
                  </a:cubicBezTo>
                  <a:cubicBezTo>
                    <a:pt x="175" y="190"/>
                    <a:pt x="222" y="147"/>
                    <a:pt x="222" y="88"/>
                  </a:cubicBezTo>
                  <a:cubicBezTo>
                    <a:pt x="216" y="41"/>
                    <a:pt x="184" y="1"/>
                    <a:pt x="14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59"/>
            <p:cNvSpPr/>
            <p:nvPr/>
          </p:nvSpPr>
          <p:spPr>
            <a:xfrm>
              <a:off x="4952050" y="2577825"/>
              <a:ext cx="5625" cy="4825"/>
            </a:xfrm>
            <a:custGeom>
              <a:rect b="b" l="l" r="r" t="t"/>
              <a:pathLst>
                <a:path extrusionOk="0" h="193" w="225">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59"/>
            <p:cNvSpPr/>
            <p:nvPr/>
          </p:nvSpPr>
          <p:spPr>
            <a:xfrm>
              <a:off x="4943575" y="2531675"/>
              <a:ext cx="5750" cy="4900"/>
            </a:xfrm>
            <a:custGeom>
              <a:rect b="b" l="l" r="r" t="t"/>
              <a:pathLst>
                <a:path extrusionOk="0" h="196" w="230">
                  <a:moveTo>
                    <a:pt x="131" y="0"/>
                  </a:moveTo>
                  <a:cubicBezTo>
                    <a:pt x="44" y="0"/>
                    <a:pt x="1" y="108"/>
                    <a:pt x="66" y="166"/>
                  </a:cubicBezTo>
                  <a:cubicBezTo>
                    <a:pt x="84" y="187"/>
                    <a:pt x="107" y="195"/>
                    <a:pt x="130" y="195"/>
                  </a:cubicBezTo>
                  <a:cubicBezTo>
                    <a:pt x="180" y="195"/>
                    <a:pt x="229" y="153"/>
                    <a:pt x="224" y="94"/>
                  </a:cubicBezTo>
                  <a:cubicBezTo>
                    <a:pt x="224" y="43"/>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59"/>
            <p:cNvSpPr/>
            <p:nvPr/>
          </p:nvSpPr>
          <p:spPr>
            <a:xfrm>
              <a:off x="4943625" y="2539400"/>
              <a:ext cx="5575" cy="4750"/>
            </a:xfrm>
            <a:custGeom>
              <a:rect b="b" l="l" r="r" t="t"/>
              <a:pathLst>
                <a:path extrusionOk="0" h="190" w="223">
                  <a:moveTo>
                    <a:pt x="121"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59"/>
            <p:cNvSpPr/>
            <p:nvPr/>
          </p:nvSpPr>
          <p:spPr>
            <a:xfrm>
              <a:off x="4943575" y="2547175"/>
              <a:ext cx="5750" cy="4725"/>
            </a:xfrm>
            <a:custGeom>
              <a:rect b="b" l="l" r="r" t="t"/>
              <a:pathLst>
                <a:path extrusionOk="0" h="189" w="230">
                  <a:moveTo>
                    <a:pt x="131" y="0"/>
                  </a:moveTo>
                  <a:cubicBezTo>
                    <a:pt x="44" y="0"/>
                    <a:pt x="1" y="101"/>
                    <a:pt x="66" y="159"/>
                  </a:cubicBezTo>
                  <a:cubicBezTo>
                    <a:pt x="84" y="180"/>
                    <a:pt x="107" y="189"/>
                    <a:pt x="130" y="189"/>
                  </a:cubicBezTo>
                  <a:cubicBezTo>
                    <a:pt x="180" y="189"/>
                    <a:pt x="229" y="146"/>
                    <a:pt x="224" y="87"/>
                  </a:cubicBezTo>
                  <a:cubicBezTo>
                    <a:pt x="224" y="36"/>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59"/>
            <p:cNvSpPr/>
            <p:nvPr/>
          </p:nvSpPr>
          <p:spPr>
            <a:xfrm>
              <a:off x="4943575" y="2554750"/>
              <a:ext cx="5625" cy="4825"/>
            </a:xfrm>
            <a:custGeom>
              <a:rect b="b" l="l" r="r" t="t"/>
              <a:pathLst>
                <a:path extrusionOk="0" h="193" w="225">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59"/>
            <p:cNvSpPr/>
            <p:nvPr/>
          </p:nvSpPr>
          <p:spPr>
            <a:xfrm>
              <a:off x="4943575" y="2562500"/>
              <a:ext cx="5750" cy="4800"/>
            </a:xfrm>
            <a:custGeom>
              <a:rect b="b" l="l" r="r" t="t"/>
              <a:pathLst>
                <a:path extrusionOk="0" h="192" w="230">
                  <a:moveTo>
                    <a:pt x="131" y="0"/>
                  </a:moveTo>
                  <a:cubicBezTo>
                    <a:pt x="44" y="0"/>
                    <a:pt x="1" y="101"/>
                    <a:pt x="66" y="166"/>
                  </a:cubicBezTo>
                  <a:cubicBezTo>
                    <a:pt x="83" y="183"/>
                    <a:pt x="104" y="191"/>
                    <a:pt x="126" y="191"/>
                  </a:cubicBezTo>
                  <a:cubicBezTo>
                    <a:pt x="177" y="191"/>
                    <a:pt x="230" y="148"/>
                    <a:pt x="224" y="87"/>
                  </a:cubicBezTo>
                  <a:cubicBezTo>
                    <a:pt x="224" y="37"/>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59"/>
            <p:cNvSpPr/>
            <p:nvPr/>
          </p:nvSpPr>
          <p:spPr>
            <a:xfrm>
              <a:off x="4943625" y="2570225"/>
              <a:ext cx="5700" cy="4750"/>
            </a:xfrm>
            <a:custGeom>
              <a:rect b="b" l="l" r="r" t="t"/>
              <a:pathLst>
                <a:path extrusionOk="0" h="190" w="228">
                  <a:moveTo>
                    <a:pt x="140" y="1"/>
                  </a:moveTo>
                  <a:cubicBezTo>
                    <a:pt x="136" y="1"/>
                    <a:pt x="132" y="1"/>
                    <a:pt x="129" y="2"/>
                  </a:cubicBezTo>
                  <a:cubicBezTo>
                    <a:pt x="126" y="1"/>
                    <a:pt x="123" y="1"/>
                    <a:pt x="121" y="1"/>
                  </a:cubicBezTo>
                  <a:cubicBezTo>
                    <a:pt x="39" y="1"/>
                    <a:pt x="1" y="104"/>
                    <a:pt x="64" y="160"/>
                  </a:cubicBezTo>
                  <a:cubicBezTo>
                    <a:pt x="82" y="181"/>
                    <a:pt x="105" y="190"/>
                    <a:pt x="128" y="190"/>
                  </a:cubicBezTo>
                  <a:cubicBezTo>
                    <a:pt x="178" y="190"/>
                    <a:pt x="227" y="147"/>
                    <a:pt x="222" y="88"/>
                  </a:cubicBezTo>
                  <a:cubicBezTo>
                    <a:pt x="222" y="41"/>
                    <a:pt x="185" y="1"/>
                    <a:pt x="14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59"/>
            <p:cNvSpPr/>
            <p:nvPr/>
          </p:nvSpPr>
          <p:spPr>
            <a:xfrm>
              <a:off x="4943575" y="2577825"/>
              <a:ext cx="5625" cy="4825"/>
            </a:xfrm>
            <a:custGeom>
              <a:rect b="b" l="l" r="r" t="t"/>
              <a:pathLst>
                <a:path extrusionOk="0" h="193" w="225">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1" name="Google Shape;1611;p59"/>
          <p:cNvGrpSpPr/>
          <p:nvPr/>
        </p:nvGrpSpPr>
        <p:grpSpPr>
          <a:xfrm>
            <a:off x="1990126" y="3423163"/>
            <a:ext cx="965351" cy="134611"/>
            <a:chOff x="4411970" y="2962952"/>
            <a:chExt cx="706544" cy="104212"/>
          </a:xfrm>
        </p:grpSpPr>
        <p:sp>
          <p:nvSpPr>
            <p:cNvPr id="1612" name="Google Shape;1612;p59"/>
            <p:cNvSpPr/>
            <p:nvPr/>
          </p:nvSpPr>
          <p:spPr>
            <a:xfrm>
              <a:off x="4583864" y="2962952"/>
              <a:ext cx="534651" cy="104077"/>
            </a:xfrm>
            <a:custGeom>
              <a:rect b="b" l="l" r="r" t="t"/>
              <a:pathLst>
                <a:path extrusionOk="0" h="2305" w="11841">
                  <a:moveTo>
                    <a:pt x="1155" y="0"/>
                  </a:moveTo>
                  <a:lnTo>
                    <a:pt x="0" y="2304"/>
                  </a:lnTo>
                  <a:lnTo>
                    <a:pt x="11410" y="2304"/>
                  </a:lnTo>
                  <a:lnTo>
                    <a:pt x="11840" y="1153"/>
                  </a:lnTo>
                  <a:lnTo>
                    <a:pt x="11410" y="0"/>
                  </a:lnTo>
                  <a:close/>
                </a:path>
              </a:pathLst>
            </a:custGeom>
            <a:solidFill>
              <a:srgbClr val="D7DF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59"/>
            <p:cNvSpPr/>
            <p:nvPr/>
          </p:nvSpPr>
          <p:spPr>
            <a:xfrm>
              <a:off x="4411970" y="2963088"/>
              <a:ext cx="124124" cy="104077"/>
            </a:xfrm>
            <a:custGeom>
              <a:rect b="b" l="l" r="r" t="t"/>
              <a:pathLst>
                <a:path extrusionOk="0" h="2305" w="2749">
                  <a:moveTo>
                    <a:pt x="2749" y="0"/>
                  </a:moveTo>
                  <a:lnTo>
                    <a:pt x="177" y="2"/>
                  </a:lnTo>
                  <a:cubicBezTo>
                    <a:pt x="79" y="2"/>
                    <a:pt x="1" y="79"/>
                    <a:pt x="1" y="176"/>
                  </a:cubicBezTo>
                  <a:lnTo>
                    <a:pt x="1" y="2130"/>
                  </a:lnTo>
                  <a:cubicBezTo>
                    <a:pt x="1" y="2226"/>
                    <a:pt x="79" y="2305"/>
                    <a:pt x="177" y="2305"/>
                  </a:cubicBezTo>
                  <a:lnTo>
                    <a:pt x="1522" y="2305"/>
                  </a:lnTo>
                  <a:lnTo>
                    <a:pt x="2749" y="0"/>
                  </a:lnTo>
                  <a:close/>
                </a:path>
              </a:pathLst>
            </a:custGeom>
            <a:solidFill>
              <a:srgbClr val="CCD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59"/>
            <p:cNvSpPr/>
            <p:nvPr/>
          </p:nvSpPr>
          <p:spPr>
            <a:xfrm>
              <a:off x="4496946" y="2963133"/>
              <a:ext cx="79920" cy="104031"/>
            </a:xfrm>
            <a:custGeom>
              <a:rect b="b" l="l" r="r" t="t"/>
              <a:pathLst>
                <a:path extrusionOk="0" h="2304" w="1770">
                  <a:moveTo>
                    <a:pt x="1227" y="1"/>
                  </a:moveTo>
                  <a:lnTo>
                    <a:pt x="0" y="2304"/>
                  </a:lnTo>
                  <a:lnTo>
                    <a:pt x="542" y="2304"/>
                  </a:lnTo>
                  <a:lnTo>
                    <a:pt x="1770" y="1"/>
                  </a:lnTo>
                  <a:close/>
                </a:path>
              </a:pathLst>
            </a:custGeom>
            <a:solidFill>
              <a:srgbClr val="D7DF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59"/>
            <p:cNvSpPr/>
            <p:nvPr/>
          </p:nvSpPr>
          <p:spPr>
            <a:xfrm>
              <a:off x="4537628" y="2963133"/>
              <a:ext cx="79965" cy="104031"/>
            </a:xfrm>
            <a:custGeom>
              <a:rect b="b" l="l" r="r" t="t"/>
              <a:pathLst>
                <a:path extrusionOk="0" h="2304" w="1771">
                  <a:moveTo>
                    <a:pt x="1229" y="1"/>
                  </a:moveTo>
                  <a:lnTo>
                    <a:pt x="1" y="2304"/>
                  </a:lnTo>
                  <a:lnTo>
                    <a:pt x="544" y="2304"/>
                  </a:lnTo>
                  <a:lnTo>
                    <a:pt x="1770" y="1"/>
                  </a:lnTo>
                  <a:close/>
                </a:path>
              </a:pathLst>
            </a:custGeom>
            <a:solidFill>
              <a:srgbClr val="E0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6" name="Google Shape;1616;p59"/>
          <p:cNvGrpSpPr/>
          <p:nvPr/>
        </p:nvGrpSpPr>
        <p:grpSpPr>
          <a:xfrm>
            <a:off x="1990126" y="3012077"/>
            <a:ext cx="960158" cy="289172"/>
            <a:chOff x="4411970" y="2726085"/>
            <a:chExt cx="643107" cy="193659"/>
          </a:xfrm>
        </p:grpSpPr>
        <p:sp>
          <p:nvSpPr>
            <p:cNvPr id="1617" name="Google Shape;1617;p59"/>
            <p:cNvSpPr/>
            <p:nvPr/>
          </p:nvSpPr>
          <p:spPr>
            <a:xfrm>
              <a:off x="4411970" y="2726085"/>
              <a:ext cx="118796" cy="193659"/>
            </a:xfrm>
            <a:custGeom>
              <a:rect b="b" l="l" r="r" t="t"/>
              <a:pathLst>
                <a:path extrusionOk="0" h="4289" w="2631">
                  <a:moveTo>
                    <a:pt x="450" y="0"/>
                  </a:moveTo>
                  <a:cubicBezTo>
                    <a:pt x="357" y="0"/>
                    <a:pt x="264" y="35"/>
                    <a:pt x="193" y="106"/>
                  </a:cubicBezTo>
                  <a:lnTo>
                    <a:pt x="1" y="298"/>
                  </a:lnTo>
                  <a:lnTo>
                    <a:pt x="1591" y="1886"/>
                  </a:lnTo>
                  <a:cubicBezTo>
                    <a:pt x="1732" y="2029"/>
                    <a:pt x="1732" y="2258"/>
                    <a:pt x="1591" y="2401"/>
                  </a:cubicBezTo>
                  <a:lnTo>
                    <a:pt x="1" y="3991"/>
                  </a:lnTo>
                  <a:lnTo>
                    <a:pt x="193" y="4183"/>
                  </a:lnTo>
                  <a:cubicBezTo>
                    <a:pt x="264" y="4253"/>
                    <a:pt x="357" y="4288"/>
                    <a:pt x="450" y="4288"/>
                  </a:cubicBezTo>
                  <a:cubicBezTo>
                    <a:pt x="543" y="4288"/>
                    <a:pt x="636" y="4253"/>
                    <a:pt x="707" y="4183"/>
                  </a:cubicBezTo>
                  <a:lnTo>
                    <a:pt x="2488" y="2401"/>
                  </a:lnTo>
                  <a:cubicBezTo>
                    <a:pt x="2630" y="2260"/>
                    <a:pt x="2630" y="2029"/>
                    <a:pt x="2488" y="1888"/>
                  </a:cubicBezTo>
                  <a:lnTo>
                    <a:pt x="707" y="106"/>
                  </a:lnTo>
                  <a:cubicBezTo>
                    <a:pt x="636" y="35"/>
                    <a:pt x="543" y="0"/>
                    <a:pt x="45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59"/>
            <p:cNvSpPr/>
            <p:nvPr/>
          </p:nvSpPr>
          <p:spPr>
            <a:xfrm>
              <a:off x="4426058" y="2791601"/>
              <a:ext cx="36167" cy="62627"/>
            </a:xfrm>
            <a:custGeom>
              <a:rect b="b" l="l" r="r" t="t"/>
              <a:pathLst>
                <a:path extrusionOk="0" h="1387" w="801">
                  <a:moveTo>
                    <a:pt x="176" y="0"/>
                  </a:moveTo>
                  <a:cubicBezTo>
                    <a:pt x="87" y="0"/>
                    <a:pt x="1" y="69"/>
                    <a:pt x="1" y="173"/>
                  </a:cubicBezTo>
                  <a:lnTo>
                    <a:pt x="1" y="1214"/>
                  </a:lnTo>
                  <a:cubicBezTo>
                    <a:pt x="1" y="1318"/>
                    <a:pt x="87" y="1386"/>
                    <a:pt x="176" y="1386"/>
                  </a:cubicBezTo>
                  <a:cubicBezTo>
                    <a:pt x="218" y="1386"/>
                    <a:pt x="262" y="1371"/>
                    <a:pt x="297" y="1335"/>
                  </a:cubicBezTo>
                  <a:lnTo>
                    <a:pt x="627" y="1006"/>
                  </a:lnTo>
                  <a:cubicBezTo>
                    <a:pt x="800" y="834"/>
                    <a:pt x="800" y="554"/>
                    <a:pt x="627" y="381"/>
                  </a:cubicBezTo>
                  <a:lnTo>
                    <a:pt x="297" y="51"/>
                  </a:lnTo>
                  <a:cubicBezTo>
                    <a:pt x="262" y="16"/>
                    <a:pt x="218" y="0"/>
                    <a:pt x="17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59"/>
            <p:cNvSpPr/>
            <p:nvPr/>
          </p:nvSpPr>
          <p:spPr>
            <a:xfrm>
              <a:off x="4456806" y="2743875"/>
              <a:ext cx="598271" cy="157989"/>
            </a:xfrm>
            <a:custGeom>
              <a:rect b="b" l="l" r="r" t="t"/>
              <a:pathLst>
                <a:path extrusionOk="0" h="3499" w="13250">
                  <a:moveTo>
                    <a:pt x="1" y="0"/>
                  </a:moveTo>
                  <a:lnTo>
                    <a:pt x="1495" y="1494"/>
                  </a:lnTo>
                  <a:cubicBezTo>
                    <a:pt x="1635" y="1635"/>
                    <a:pt x="1635" y="1866"/>
                    <a:pt x="1495" y="2007"/>
                  </a:cubicBezTo>
                  <a:lnTo>
                    <a:pt x="2" y="3499"/>
                  </a:lnTo>
                  <a:lnTo>
                    <a:pt x="11527" y="3499"/>
                  </a:lnTo>
                  <a:lnTo>
                    <a:pt x="13250" y="1750"/>
                  </a:lnTo>
                  <a:lnTo>
                    <a:pt x="11527"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0" name="Google Shape;1620;p59"/>
          <p:cNvGrpSpPr/>
          <p:nvPr/>
        </p:nvGrpSpPr>
        <p:grpSpPr>
          <a:xfrm>
            <a:off x="993018" y="3278187"/>
            <a:ext cx="833173" cy="259209"/>
            <a:chOff x="4411970" y="4340222"/>
            <a:chExt cx="779467" cy="242683"/>
          </a:xfrm>
        </p:grpSpPr>
        <p:sp>
          <p:nvSpPr>
            <p:cNvPr id="1621" name="Google Shape;1621;p59"/>
            <p:cNvSpPr/>
            <p:nvPr/>
          </p:nvSpPr>
          <p:spPr>
            <a:xfrm>
              <a:off x="4411970" y="4340222"/>
              <a:ext cx="121370" cy="121370"/>
            </a:xfrm>
            <a:custGeom>
              <a:rect b="b" l="l" r="r" t="t"/>
              <a:pathLst>
                <a:path extrusionOk="0" h="2688" w="2688">
                  <a:moveTo>
                    <a:pt x="2688" y="1"/>
                  </a:moveTo>
                  <a:cubicBezTo>
                    <a:pt x="1205" y="1"/>
                    <a:pt x="1" y="1203"/>
                    <a:pt x="1" y="2688"/>
                  </a:cubicBezTo>
                  <a:lnTo>
                    <a:pt x="379" y="2688"/>
                  </a:lnTo>
                  <a:cubicBezTo>
                    <a:pt x="379" y="1411"/>
                    <a:pt x="1413" y="379"/>
                    <a:pt x="2688" y="379"/>
                  </a:cubicBezTo>
                  <a:lnTo>
                    <a:pt x="2688"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59"/>
            <p:cNvSpPr/>
            <p:nvPr/>
          </p:nvSpPr>
          <p:spPr>
            <a:xfrm>
              <a:off x="4457032" y="4385284"/>
              <a:ext cx="152661" cy="152615"/>
            </a:xfrm>
            <a:custGeom>
              <a:rect b="b" l="l" r="r" t="t"/>
              <a:pathLst>
                <a:path extrusionOk="0" h="3380" w="3381">
                  <a:moveTo>
                    <a:pt x="1690" y="0"/>
                  </a:moveTo>
                  <a:cubicBezTo>
                    <a:pt x="756" y="0"/>
                    <a:pt x="0" y="756"/>
                    <a:pt x="0" y="1690"/>
                  </a:cubicBezTo>
                  <a:cubicBezTo>
                    <a:pt x="0" y="2623"/>
                    <a:pt x="756" y="3379"/>
                    <a:pt x="1690" y="3379"/>
                  </a:cubicBezTo>
                  <a:cubicBezTo>
                    <a:pt x="2623" y="3379"/>
                    <a:pt x="3381" y="2623"/>
                    <a:pt x="3381" y="1690"/>
                  </a:cubicBezTo>
                  <a:cubicBezTo>
                    <a:pt x="3381" y="756"/>
                    <a:pt x="2623" y="0"/>
                    <a:pt x="1690"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59"/>
            <p:cNvSpPr/>
            <p:nvPr/>
          </p:nvSpPr>
          <p:spPr>
            <a:xfrm>
              <a:off x="4533392" y="4383749"/>
              <a:ext cx="658046" cy="199155"/>
            </a:xfrm>
            <a:custGeom>
              <a:rect b="b" l="l" r="r" t="t"/>
              <a:pathLst>
                <a:path extrusionOk="0" h="4997" w="16511">
                  <a:moveTo>
                    <a:pt x="4619" y="1"/>
                  </a:moveTo>
                  <a:cubicBezTo>
                    <a:pt x="3342" y="1"/>
                    <a:pt x="2309" y="1035"/>
                    <a:pt x="2309" y="2310"/>
                  </a:cubicBezTo>
                  <a:cubicBezTo>
                    <a:pt x="2309" y="3586"/>
                    <a:pt x="1275" y="4619"/>
                    <a:pt x="0" y="4619"/>
                  </a:cubicBezTo>
                  <a:lnTo>
                    <a:pt x="0" y="4997"/>
                  </a:lnTo>
                  <a:cubicBezTo>
                    <a:pt x="482" y="4997"/>
                    <a:pt x="958" y="4867"/>
                    <a:pt x="1373" y="4619"/>
                  </a:cubicBezTo>
                  <a:lnTo>
                    <a:pt x="14185" y="4619"/>
                  </a:lnTo>
                  <a:cubicBezTo>
                    <a:pt x="15472" y="4619"/>
                    <a:pt x="16510" y="3567"/>
                    <a:pt x="16494" y="2279"/>
                  </a:cubicBezTo>
                  <a:cubicBezTo>
                    <a:pt x="16478" y="1006"/>
                    <a:pt x="15399" y="1"/>
                    <a:pt x="14126"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4" name="Google Shape;1624;p59"/>
          <p:cNvGrpSpPr/>
          <p:nvPr/>
        </p:nvGrpSpPr>
        <p:grpSpPr>
          <a:xfrm>
            <a:off x="1990126" y="2673933"/>
            <a:ext cx="965160" cy="216230"/>
            <a:chOff x="4411970" y="2468674"/>
            <a:chExt cx="747317" cy="167425"/>
          </a:xfrm>
        </p:grpSpPr>
        <p:sp>
          <p:nvSpPr>
            <p:cNvPr id="1625" name="Google Shape;1625;p59"/>
            <p:cNvSpPr/>
            <p:nvPr/>
          </p:nvSpPr>
          <p:spPr>
            <a:xfrm>
              <a:off x="4411970" y="2468674"/>
              <a:ext cx="216235" cy="167425"/>
            </a:xfrm>
            <a:custGeom>
              <a:rect b="b" l="l" r="r" t="t"/>
              <a:pathLst>
                <a:path extrusionOk="0" h="3708" w="4789">
                  <a:moveTo>
                    <a:pt x="1" y="0"/>
                  </a:moveTo>
                  <a:lnTo>
                    <a:pt x="1" y="3707"/>
                  </a:lnTo>
                  <a:lnTo>
                    <a:pt x="3381" y="3707"/>
                  </a:lnTo>
                  <a:lnTo>
                    <a:pt x="4789" y="1853"/>
                  </a:lnTo>
                  <a:lnTo>
                    <a:pt x="3381"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59"/>
            <p:cNvSpPr/>
            <p:nvPr/>
          </p:nvSpPr>
          <p:spPr>
            <a:xfrm>
              <a:off x="4564629" y="2468674"/>
              <a:ext cx="594658" cy="167425"/>
            </a:xfrm>
            <a:custGeom>
              <a:rect b="b" l="l" r="r" t="t"/>
              <a:pathLst>
                <a:path extrusionOk="0" h="3708" w="13170">
                  <a:moveTo>
                    <a:pt x="0" y="0"/>
                  </a:moveTo>
                  <a:lnTo>
                    <a:pt x="1408" y="1853"/>
                  </a:lnTo>
                  <a:lnTo>
                    <a:pt x="0" y="3707"/>
                  </a:lnTo>
                  <a:lnTo>
                    <a:pt x="13169" y="3707"/>
                  </a:lnTo>
                  <a:lnTo>
                    <a:pt x="13169"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7" name="Google Shape;1627;p59"/>
          <p:cNvGrpSpPr/>
          <p:nvPr/>
        </p:nvGrpSpPr>
        <p:grpSpPr>
          <a:xfrm>
            <a:off x="988873" y="2578650"/>
            <a:ext cx="810451" cy="319148"/>
            <a:chOff x="4411970" y="3686602"/>
            <a:chExt cx="797845" cy="314215"/>
          </a:xfrm>
        </p:grpSpPr>
        <p:sp>
          <p:nvSpPr>
            <p:cNvPr id="1628" name="Google Shape;1628;p59"/>
            <p:cNvSpPr/>
            <p:nvPr/>
          </p:nvSpPr>
          <p:spPr>
            <a:xfrm>
              <a:off x="4411970" y="3780383"/>
              <a:ext cx="797845" cy="220435"/>
            </a:xfrm>
            <a:custGeom>
              <a:rect b="b" l="l" r="r" t="t"/>
              <a:pathLst>
                <a:path extrusionOk="0" h="4882" w="17670">
                  <a:moveTo>
                    <a:pt x="356" y="1"/>
                  </a:moveTo>
                  <a:cubicBezTo>
                    <a:pt x="159" y="1"/>
                    <a:pt x="1" y="161"/>
                    <a:pt x="1" y="356"/>
                  </a:cubicBezTo>
                  <a:lnTo>
                    <a:pt x="1" y="4881"/>
                  </a:lnTo>
                  <a:lnTo>
                    <a:pt x="17316" y="4881"/>
                  </a:lnTo>
                  <a:cubicBezTo>
                    <a:pt x="17511" y="4881"/>
                    <a:pt x="17670" y="4723"/>
                    <a:pt x="17670" y="4528"/>
                  </a:cubicBezTo>
                  <a:lnTo>
                    <a:pt x="17670"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59"/>
            <p:cNvSpPr/>
            <p:nvPr/>
          </p:nvSpPr>
          <p:spPr>
            <a:xfrm>
              <a:off x="4411970" y="3940447"/>
              <a:ext cx="60414" cy="60369"/>
            </a:xfrm>
            <a:custGeom>
              <a:rect b="b" l="l" r="r" t="t"/>
              <a:pathLst>
                <a:path extrusionOk="0" h="1337" w="1338">
                  <a:moveTo>
                    <a:pt x="1" y="1"/>
                  </a:moveTo>
                  <a:lnTo>
                    <a:pt x="1" y="1336"/>
                  </a:lnTo>
                  <a:lnTo>
                    <a:pt x="1338" y="1336"/>
                  </a:lnTo>
                  <a:lnTo>
                    <a:pt x="1"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59"/>
            <p:cNvSpPr/>
            <p:nvPr/>
          </p:nvSpPr>
          <p:spPr>
            <a:xfrm>
              <a:off x="4411970" y="3686602"/>
              <a:ext cx="228743" cy="228743"/>
            </a:xfrm>
            <a:custGeom>
              <a:rect b="b" l="l" r="r" t="t"/>
              <a:pathLst>
                <a:path extrusionOk="0" h="5066" w="5066">
                  <a:moveTo>
                    <a:pt x="2534" y="1"/>
                  </a:moveTo>
                  <a:cubicBezTo>
                    <a:pt x="1134" y="1"/>
                    <a:pt x="1" y="1134"/>
                    <a:pt x="1" y="2534"/>
                  </a:cubicBezTo>
                  <a:cubicBezTo>
                    <a:pt x="1" y="3932"/>
                    <a:pt x="1134" y="5066"/>
                    <a:pt x="2534" y="5066"/>
                  </a:cubicBezTo>
                  <a:cubicBezTo>
                    <a:pt x="3932" y="5066"/>
                    <a:pt x="5066" y="3932"/>
                    <a:pt x="5066" y="2534"/>
                  </a:cubicBezTo>
                  <a:cubicBezTo>
                    <a:pt x="5066" y="1134"/>
                    <a:pt x="3932" y="1"/>
                    <a:pt x="2534"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59"/>
            <p:cNvSpPr/>
            <p:nvPr/>
          </p:nvSpPr>
          <p:spPr>
            <a:xfrm>
              <a:off x="4442628" y="3717261"/>
              <a:ext cx="167425" cy="167425"/>
            </a:xfrm>
            <a:custGeom>
              <a:rect b="b" l="l" r="r" t="t"/>
              <a:pathLst>
                <a:path extrusionOk="0" h="3708" w="3708">
                  <a:moveTo>
                    <a:pt x="3708" y="1855"/>
                  </a:moveTo>
                  <a:cubicBezTo>
                    <a:pt x="3708" y="2878"/>
                    <a:pt x="2878" y="3708"/>
                    <a:pt x="1855" y="3708"/>
                  </a:cubicBezTo>
                  <a:cubicBezTo>
                    <a:pt x="832" y="3708"/>
                    <a:pt x="1" y="2878"/>
                    <a:pt x="1" y="1855"/>
                  </a:cubicBezTo>
                  <a:cubicBezTo>
                    <a:pt x="1" y="830"/>
                    <a:pt x="832" y="1"/>
                    <a:pt x="1855" y="1"/>
                  </a:cubicBezTo>
                  <a:cubicBezTo>
                    <a:pt x="2878" y="1"/>
                    <a:pt x="3708" y="830"/>
                    <a:pt x="3708" y="1855"/>
                  </a:cubicBezTo>
                  <a:close/>
                </a:path>
              </a:pathLst>
            </a:custGeom>
            <a:solidFill>
              <a:srgbClr val="222D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59"/>
            <p:cNvSpPr/>
            <p:nvPr/>
          </p:nvSpPr>
          <p:spPr>
            <a:xfrm>
              <a:off x="4455090" y="3729723"/>
              <a:ext cx="142546" cy="142546"/>
            </a:xfrm>
            <a:custGeom>
              <a:rect b="b" l="l" r="r" t="t"/>
              <a:pathLst>
                <a:path extrusionOk="0" h="3157" w="3157">
                  <a:moveTo>
                    <a:pt x="1579" y="0"/>
                  </a:moveTo>
                  <a:cubicBezTo>
                    <a:pt x="706" y="0"/>
                    <a:pt x="0" y="706"/>
                    <a:pt x="0" y="1579"/>
                  </a:cubicBezTo>
                  <a:cubicBezTo>
                    <a:pt x="0" y="2450"/>
                    <a:pt x="706" y="3156"/>
                    <a:pt x="1579" y="3156"/>
                  </a:cubicBezTo>
                  <a:cubicBezTo>
                    <a:pt x="2450" y="3156"/>
                    <a:pt x="3156" y="2450"/>
                    <a:pt x="3156" y="1579"/>
                  </a:cubicBezTo>
                  <a:cubicBezTo>
                    <a:pt x="3156" y="706"/>
                    <a:pt x="2450" y="0"/>
                    <a:pt x="1579"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33" name="Google Shape;1633;p59"/>
          <p:cNvSpPr/>
          <p:nvPr/>
        </p:nvSpPr>
        <p:spPr>
          <a:xfrm>
            <a:off x="981722" y="2987237"/>
            <a:ext cx="822545" cy="195833"/>
          </a:xfrm>
          <a:custGeom>
            <a:rect b="b" l="l" r="r" t="t"/>
            <a:pathLst>
              <a:path extrusionOk="0" h="4270" w="17936">
                <a:moveTo>
                  <a:pt x="2303" y="1110"/>
                </a:moveTo>
                <a:cubicBezTo>
                  <a:pt x="2883" y="1110"/>
                  <a:pt x="3355" y="1569"/>
                  <a:pt x="3355" y="2135"/>
                </a:cubicBezTo>
                <a:cubicBezTo>
                  <a:pt x="3353" y="2716"/>
                  <a:pt x="2883" y="3187"/>
                  <a:pt x="2303" y="3187"/>
                </a:cubicBezTo>
                <a:cubicBezTo>
                  <a:pt x="1722" y="3187"/>
                  <a:pt x="1251" y="2716"/>
                  <a:pt x="1251" y="2135"/>
                </a:cubicBezTo>
                <a:cubicBezTo>
                  <a:pt x="1251" y="1569"/>
                  <a:pt x="1722" y="1110"/>
                  <a:pt x="2303" y="1110"/>
                </a:cubicBezTo>
                <a:close/>
                <a:moveTo>
                  <a:pt x="2304" y="0"/>
                </a:moveTo>
                <a:cubicBezTo>
                  <a:pt x="1748" y="0"/>
                  <a:pt x="1201" y="218"/>
                  <a:pt x="793" y="626"/>
                </a:cubicBezTo>
                <a:cubicBezTo>
                  <a:pt x="183" y="1236"/>
                  <a:pt x="0" y="2154"/>
                  <a:pt x="330" y="2951"/>
                </a:cubicBezTo>
                <a:cubicBezTo>
                  <a:pt x="662" y="3749"/>
                  <a:pt x="1438" y="4269"/>
                  <a:pt x="2303" y="4269"/>
                </a:cubicBezTo>
                <a:cubicBezTo>
                  <a:pt x="3481" y="4269"/>
                  <a:pt x="4436" y="3313"/>
                  <a:pt x="4436" y="2135"/>
                </a:cubicBezTo>
                <a:lnTo>
                  <a:pt x="4436" y="3254"/>
                </a:lnTo>
                <a:cubicBezTo>
                  <a:pt x="4436" y="3814"/>
                  <a:pt x="4891" y="4269"/>
                  <a:pt x="5451" y="4269"/>
                </a:cubicBezTo>
                <a:lnTo>
                  <a:pt x="17600" y="4269"/>
                </a:lnTo>
                <a:cubicBezTo>
                  <a:pt x="17785" y="4269"/>
                  <a:pt x="17935" y="4119"/>
                  <a:pt x="17935" y="3936"/>
                </a:cubicBezTo>
                <a:lnTo>
                  <a:pt x="17935" y="333"/>
                </a:lnTo>
                <a:cubicBezTo>
                  <a:pt x="17934" y="149"/>
                  <a:pt x="17785" y="0"/>
                  <a:pt x="17602" y="0"/>
                </a:cubicBezTo>
                <a:lnTo>
                  <a:pt x="5451" y="0"/>
                </a:lnTo>
                <a:cubicBezTo>
                  <a:pt x="4891" y="0"/>
                  <a:pt x="4437" y="453"/>
                  <a:pt x="4437" y="1014"/>
                </a:cubicBezTo>
                <a:lnTo>
                  <a:pt x="4437" y="2133"/>
                </a:lnTo>
                <a:cubicBezTo>
                  <a:pt x="4436" y="1270"/>
                  <a:pt x="3915" y="492"/>
                  <a:pt x="3118" y="162"/>
                </a:cubicBezTo>
                <a:cubicBezTo>
                  <a:pt x="2855" y="53"/>
                  <a:pt x="2578" y="0"/>
                  <a:pt x="2304"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34" name="Google Shape;1634;p59"/>
          <p:cNvGrpSpPr/>
          <p:nvPr/>
        </p:nvGrpSpPr>
        <p:grpSpPr>
          <a:xfrm>
            <a:off x="988970" y="2333174"/>
            <a:ext cx="1970333" cy="208784"/>
            <a:chOff x="6336019" y="3733725"/>
            <a:chExt cx="2566206" cy="351310"/>
          </a:xfrm>
        </p:grpSpPr>
        <p:sp>
          <p:nvSpPr>
            <p:cNvPr id="1635" name="Google Shape;1635;p59"/>
            <p:cNvSpPr/>
            <p:nvPr/>
          </p:nvSpPr>
          <p:spPr>
            <a:xfrm>
              <a:off x="6336019" y="3733735"/>
              <a:ext cx="1881300" cy="351300"/>
            </a:xfrm>
            <a:prstGeom prst="homePlate">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59"/>
            <p:cNvSpPr/>
            <p:nvPr/>
          </p:nvSpPr>
          <p:spPr>
            <a:xfrm>
              <a:off x="8098525" y="3733725"/>
              <a:ext cx="346500" cy="351300"/>
            </a:xfrm>
            <a:prstGeom prst="chevron">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59"/>
            <p:cNvSpPr/>
            <p:nvPr/>
          </p:nvSpPr>
          <p:spPr>
            <a:xfrm>
              <a:off x="8327125" y="3733725"/>
              <a:ext cx="346500" cy="351300"/>
            </a:xfrm>
            <a:prstGeom prst="chevron">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59"/>
            <p:cNvSpPr/>
            <p:nvPr/>
          </p:nvSpPr>
          <p:spPr>
            <a:xfrm>
              <a:off x="8555725" y="3733725"/>
              <a:ext cx="346500" cy="351300"/>
            </a:xfrm>
            <a:prstGeom prst="chevron">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9" name="Google Shape;1639;p59"/>
          <p:cNvGrpSpPr/>
          <p:nvPr/>
        </p:nvGrpSpPr>
        <p:grpSpPr>
          <a:xfrm>
            <a:off x="1990126" y="3940729"/>
            <a:ext cx="946551" cy="153200"/>
            <a:chOff x="4404545" y="3301592"/>
            <a:chExt cx="782403" cy="129272"/>
          </a:xfrm>
        </p:grpSpPr>
        <p:sp>
          <p:nvSpPr>
            <p:cNvPr id="1640" name="Google Shape;1640;p59"/>
            <p:cNvSpPr/>
            <p:nvPr/>
          </p:nvSpPr>
          <p:spPr>
            <a:xfrm>
              <a:off x="4404545" y="3301592"/>
              <a:ext cx="782403" cy="129272"/>
            </a:xfrm>
            <a:custGeom>
              <a:rect b="b" l="l" r="r" t="t"/>
              <a:pathLst>
                <a:path extrusionOk="0" h="2863" w="17328">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59"/>
            <p:cNvSpPr/>
            <p:nvPr/>
          </p:nvSpPr>
          <p:spPr>
            <a:xfrm>
              <a:off x="4416034" y="3308320"/>
              <a:ext cx="120286" cy="115726"/>
            </a:xfrm>
            <a:custGeom>
              <a:rect b="b" l="l" r="r" t="t"/>
              <a:pathLst>
                <a:path extrusionOk="0" h="2563" w="2664">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42" name="Google Shape;1642;p59"/>
          <p:cNvGrpSpPr/>
          <p:nvPr/>
        </p:nvGrpSpPr>
        <p:grpSpPr>
          <a:xfrm>
            <a:off x="1990126" y="3679688"/>
            <a:ext cx="962257" cy="139127"/>
            <a:chOff x="4411970" y="3131459"/>
            <a:chExt cx="710520" cy="117397"/>
          </a:xfrm>
        </p:grpSpPr>
        <p:sp>
          <p:nvSpPr>
            <p:cNvPr id="1643" name="Google Shape;1643;p59"/>
            <p:cNvSpPr/>
            <p:nvPr/>
          </p:nvSpPr>
          <p:spPr>
            <a:xfrm>
              <a:off x="4411970" y="3131459"/>
              <a:ext cx="710520" cy="117397"/>
            </a:xfrm>
            <a:custGeom>
              <a:rect b="b" l="l" r="r" t="t"/>
              <a:pathLst>
                <a:path extrusionOk="0" h="2600" w="15736">
                  <a:moveTo>
                    <a:pt x="201" y="1"/>
                  </a:moveTo>
                  <a:cubicBezTo>
                    <a:pt x="90" y="1"/>
                    <a:pt x="1" y="90"/>
                    <a:pt x="1" y="201"/>
                  </a:cubicBezTo>
                  <a:lnTo>
                    <a:pt x="1" y="2400"/>
                  </a:lnTo>
                  <a:cubicBezTo>
                    <a:pt x="1" y="2510"/>
                    <a:pt x="90" y="2600"/>
                    <a:pt x="201" y="2600"/>
                  </a:cubicBezTo>
                  <a:lnTo>
                    <a:pt x="15537" y="2600"/>
                  </a:lnTo>
                  <a:cubicBezTo>
                    <a:pt x="15646" y="2600"/>
                    <a:pt x="15735" y="2510"/>
                    <a:pt x="15735" y="2400"/>
                  </a:cubicBezTo>
                  <a:lnTo>
                    <a:pt x="15735" y="201"/>
                  </a:lnTo>
                  <a:cubicBezTo>
                    <a:pt x="15735" y="90"/>
                    <a:pt x="15646" y="1"/>
                    <a:pt x="1553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59"/>
            <p:cNvSpPr/>
            <p:nvPr/>
          </p:nvSpPr>
          <p:spPr>
            <a:xfrm>
              <a:off x="4411970" y="3131459"/>
              <a:ext cx="168012" cy="117397"/>
            </a:xfrm>
            <a:custGeom>
              <a:rect b="b" l="l" r="r" t="t"/>
              <a:pathLst>
                <a:path extrusionOk="0" h="2600" w="3721">
                  <a:moveTo>
                    <a:pt x="201" y="1"/>
                  </a:moveTo>
                  <a:cubicBezTo>
                    <a:pt x="90" y="1"/>
                    <a:pt x="1" y="90"/>
                    <a:pt x="1" y="201"/>
                  </a:cubicBezTo>
                  <a:lnTo>
                    <a:pt x="1" y="2400"/>
                  </a:lnTo>
                  <a:cubicBezTo>
                    <a:pt x="1" y="2510"/>
                    <a:pt x="90" y="2600"/>
                    <a:pt x="201" y="2600"/>
                  </a:cubicBezTo>
                  <a:lnTo>
                    <a:pt x="3721" y="2600"/>
                  </a:lnTo>
                  <a:lnTo>
                    <a:pt x="2925" y="1693"/>
                  </a:lnTo>
                  <a:lnTo>
                    <a:pt x="2925" y="1"/>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descr="Timeline background shape" id="1645" name="Google Shape;1645;p59"/>
          <p:cNvSpPr/>
          <p:nvPr/>
        </p:nvSpPr>
        <p:spPr>
          <a:xfrm>
            <a:off x="1990126" y="4215843"/>
            <a:ext cx="960300" cy="153000"/>
          </a:xfrm>
          <a:prstGeom prst="homePlate">
            <a:avLst>
              <a:gd fmla="val 50000" name="adj"/>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46" name="Google Shape;1646;p59"/>
          <p:cNvGrpSpPr/>
          <p:nvPr/>
        </p:nvGrpSpPr>
        <p:grpSpPr>
          <a:xfrm>
            <a:off x="990271" y="3614482"/>
            <a:ext cx="823838" cy="458988"/>
            <a:chOff x="4411970" y="1801825"/>
            <a:chExt cx="734586" cy="409262"/>
          </a:xfrm>
        </p:grpSpPr>
        <p:sp>
          <p:nvSpPr>
            <p:cNvPr id="1647" name="Google Shape;1647;p59"/>
            <p:cNvSpPr/>
            <p:nvPr/>
          </p:nvSpPr>
          <p:spPr>
            <a:xfrm>
              <a:off x="4411970" y="1801825"/>
              <a:ext cx="734586" cy="409262"/>
            </a:xfrm>
            <a:custGeom>
              <a:rect b="b" l="l" r="r" t="t"/>
              <a:pathLst>
                <a:path extrusionOk="0" h="9064" w="16269">
                  <a:moveTo>
                    <a:pt x="428" y="0"/>
                  </a:moveTo>
                  <a:cubicBezTo>
                    <a:pt x="193" y="0"/>
                    <a:pt x="2" y="191"/>
                    <a:pt x="2" y="428"/>
                  </a:cubicBezTo>
                  <a:lnTo>
                    <a:pt x="2" y="6900"/>
                  </a:lnTo>
                  <a:cubicBezTo>
                    <a:pt x="1" y="7136"/>
                    <a:pt x="193" y="7328"/>
                    <a:pt x="428" y="7328"/>
                  </a:cubicBezTo>
                  <a:lnTo>
                    <a:pt x="12834" y="7328"/>
                  </a:lnTo>
                  <a:lnTo>
                    <a:pt x="13836" y="9064"/>
                  </a:lnTo>
                  <a:lnTo>
                    <a:pt x="14839" y="7328"/>
                  </a:lnTo>
                  <a:lnTo>
                    <a:pt x="15839" y="7328"/>
                  </a:lnTo>
                  <a:cubicBezTo>
                    <a:pt x="16076" y="7328"/>
                    <a:pt x="16269" y="7137"/>
                    <a:pt x="16269" y="6900"/>
                  </a:cubicBezTo>
                  <a:lnTo>
                    <a:pt x="16269" y="428"/>
                  </a:lnTo>
                  <a:cubicBezTo>
                    <a:pt x="16267" y="191"/>
                    <a:pt x="16076" y="0"/>
                    <a:pt x="15839"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59"/>
            <p:cNvSpPr/>
            <p:nvPr/>
          </p:nvSpPr>
          <p:spPr>
            <a:xfrm>
              <a:off x="4411970" y="1801825"/>
              <a:ext cx="184087" cy="330923"/>
            </a:xfrm>
            <a:custGeom>
              <a:rect b="b" l="l" r="r" t="t"/>
              <a:pathLst>
                <a:path extrusionOk="0" h="7329" w="4077">
                  <a:moveTo>
                    <a:pt x="428" y="0"/>
                  </a:moveTo>
                  <a:cubicBezTo>
                    <a:pt x="193" y="0"/>
                    <a:pt x="2" y="191"/>
                    <a:pt x="2" y="428"/>
                  </a:cubicBezTo>
                  <a:lnTo>
                    <a:pt x="2" y="6900"/>
                  </a:lnTo>
                  <a:cubicBezTo>
                    <a:pt x="1" y="7136"/>
                    <a:pt x="193" y="7328"/>
                    <a:pt x="428" y="7328"/>
                  </a:cubicBezTo>
                  <a:lnTo>
                    <a:pt x="4076" y="7328"/>
                  </a:lnTo>
                  <a:lnTo>
                    <a:pt x="4076"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49" name="Google Shape;1649;p59"/>
          <p:cNvGrpSpPr/>
          <p:nvPr/>
        </p:nvGrpSpPr>
        <p:grpSpPr>
          <a:xfrm>
            <a:off x="990271" y="4162908"/>
            <a:ext cx="856348" cy="212039"/>
            <a:chOff x="4411970" y="2233974"/>
            <a:chExt cx="763574" cy="189068"/>
          </a:xfrm>
        </p:grpSpPr>
        <p:sp>
          <p:nvSpPr>
            <p:cNvPr id="1650" name="Google Shape;1650;p59"/>
            <p:cNvSpPr/>
            <p:nvPr/>
          </p:nvSpPr>
          <p:spPr>
            <a:xfrm>
              <a:off x="4411970" y="2278599"/>
              <a:ext cx="763574" cy="144443"/>
            </a:xfrm>
            <a:custGeom>
              <a:rect b="b" l="l" r="r" t="t"/>
              <a:pathLst>
                <a:path extrusionOk="0" h="3199" w="16911">
                  <a:moveTo>
                    <a:pt x="1" y="1"/>
                  </a:moveTo>
                  <a:lnTo>
                    <a:pt x="1" y="3198"/>
                  </a:lnTo>
                  <a:lnTo>
                    <a:pt x="16911" y="3198"/>
                  </a:lnTo>
                  <a:lnTo>
                    <a:pt x="16911"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59"/>
            <p:cNvSpPr/>
            <p:nvPr/>
          </p:nvSpPr>
          <p:spPr>
            <a:xfrm>
              <a:off x="4411970" y="2233974"/>
              <a:ext cx="262291" cy="144443"/>
            </a:xfrm>
            <a:custGeom>
              <a:rect b="b" l="l" r="r" t="t"/>
              <a:pathLst>
                <a:path extrusionOk="0" h="3199" w="5809">
                  <a:moveTo>
                    <a:pt x="1" y="1"/>
                  </a:moveTo>
                  <a:lnTo>
                    <a:pt x="1" y="3198"/>
                  </a:lnTo>
                  <a:lnTo>
                    <a:pt x="5809" y="3198"/>
                  </a:lnTo>
                  <a:lnTo>
                    <a:pt x="4195"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52" name="Google Shape;1652;p59"/>
          <p:cNvGrpSpPr/>
          <p:nvPr/>
        </p:nvGrpSpPr>
        <p:grpSpPr>
          <a:xfrm>
            <a:off x="3100467" y="2338244"/>
            <a:ext cx="511602" cy="511602"/>
            <a:chOff x="5681300" y="2527788"/>
            <a:chExt cx="805800" cy="805800"/>
          </a:xfrm>
        </p:grpSpPr>
        <p:sp>
          <p:nvSpPr>
            <p:cNvPr id="1653" name="Google Shape;1653;p59"/>
            <p:cNvSpPr/>
            <p:nvPr/>
          </p:nvSpPr>
          <p:spPr>
            <a:xfrm>
              <a:off x="5681300" y="2527788"/>
              <a:ext cx="805800" cy="8058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59"/>
            <p:cNvSpPr/>
            <p:nvPr/>
          </p:nvSpPr>
          <p:spPr>
            <a:xfrm>
              <a:off x="5681300" y="2527788"/>
              <a:ext cx="805800" cy="805800"/>
            </a:xfrm>
            <a:prstGeom prst="pie">
              <a:avLst>
                <a:gd fmla="val 0" name="adj1"/>
                <a:gd fmla="val 16200000"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55" name="Google Shape;1655;p59"/>
          <p:cNvGrpSpPr/>
          <p:nvPr/>
        </p:nvGrpSpPr>
        <p:grpSpPr>
          <a:xfrm>
            <a:off x="3097662" y="3104827"/>
            <a:ext cx="513021" cy="512935"/>
            <a:chOff x="4049800" y="640400"/>
            <a:chExt cx="858900" cy="858900"/>
          </a:xfrm>
        </p:grpSpPr>
        <p:sp>
          <p:nvSpPr>
            <p:cNvPr id="1656" name="Google Shape;1656;p59"/>
            <p:cNvSpPr/>
            <p:nvPr/>
          </p:nvSpPr>
          <p:spPr>
            <a:xfrm>
              <a:off x="4049800" y="640400"/>
              <a:ext cx="858900" cy="858900"/>
            </a:xfrm>
            <a:prstGeom prst="donut">
              <a:avLst>
                <a:gd fmla="val 25000" name="adj"/>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59"/>
            <p:cNvSpPr/>
            <p:nvPr/>
          </p:nvSpPr>
          <p:spPr>
            <a:xfrm>
              <a:off x="4049800" y="640400"/>
              <a:ext cx="858900" cy="858900"/>
            </a:xfrm>
            <a:prstGeom prst="blockArc">
              <a:avLst>
                <a:gd fmla="val 7914150" name="adj1"/>
                <a:gd fmla="val 0" name="adj2"/>
                <a:gd fmla="val 25000" name="adj3"/>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58" name="Google Shape;1658;p59"/>
          <p:cNvGrpSpPr/>
          <p:nvPr/>
        </p:nvGrpSpPr>
        <p:grpSpPr>
          <a:xfrm>
            <a:off x="3014861" y="3756719"/>
            <a:ext cx="686489" cy="686585"/>
            <a:chOff x="5080188" y="927900"/>
            <a:chExt cx="961200" cy="961200"/>
          </a:xfrm>
        </p:grpSpPr>
        <p:sp>
          <p:nvSpPr>
            <p:cNvPr id="1659" name="Google Shape;1659;p59"/>
            <p:cNvSpPr/>
            <p:nvPr/>
          </p:nvSpPr>
          <p:spPr>
            <a:xfrm>
              <a:off x="5201900" y="1050116"/>
              <a:ext cx="716700" cy="716700"/>
            </a:xfrm>
            <a:prstGeom prst="donut">
              <a:avLst>
                <a:gd fmla="val 4716"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59"/>
            <p:cNvSpPr/>
            <p:nvPr/>
          </p:nvSpPr>
          <p:spPr>
            <a:xfrm>
              <a:off x="5269594" y="1117818"/>
              <a:ext cx="581100" cy="581100"/>
            </a:xfrm>
            <a:prstGeom prst="donut">
              <a:avLst>
                <a:gd fmla="val 5814"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59"/>
            <p:cNvSpPr/>
            <p:nvPr/>
          </p:nvSpPr>
          <p:spPr>
            <a:xfrm>
              <a:off x="5339279" y="1187526"/>
              <a:ext cx="441900" cy="441600"/>
            </a:xfrm>
            <a:prstGeom prst="donut">
              <a:avLst>
                <a:gd fmla="val 7648"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59"/>
            <p:cNvSpPr/>
            <p:nvPr/>
          </p:nvSpPr>
          <p:spPr>
            <a:xfrm>
              <a:off x="5414892" y="1263155"/>
              <a:ext cx="290700" cy="290700"/>
            </a:xfrm>
            <a:prstGeom prst="donut">
              <a:avLst>
                <a:gd fmla="val 10182"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59"/>
            <p:cNvSpPr/>
            <p:nvPr/>
          </p:nvSpPr>
          <p:spPr>
            <a:xfrm rot="-3809958">
              <a:off x="5202435" y="1050148"/>
              <a:ext cx="716705" cy="716705"/>
            </a:xfrm>
            <a:prstGeom prst="blockArc">
              <a:avLst>
                <a:gd fmla="val 5266439" name="adj1"/>
                <a:gd fmla="val 19995741" name="adj2"/>
                <a:gd fmla="val 4692"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59"/>
            <p:cNvSpPr/>
            <p:nvPr/>
          </p:nvSpPr>
          <p:spPr>
            <a:xfrm rot="-3906059">
              <a:off x="5269616" y="1117617"/>
              <a:ext cx="581445" cy="581445"/>
            </a:xfrm>
            <a:prstGeom prst="blockArc">
              <a:avLst>
                <a:gd fmla="val 3085776" name="adj1"/>
                <a:gd fmla="val 20100839" name="adj2"/>
                <a:gd fmla="val 5564"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59"/>
            <p:cNvSpPr/>
            <p:nvPr/>
          </p:nvSpPr>
          <p:spPr>
            <a:xfrm rot="-4222340">
              <a:off x="5339825" y="1187386"/>
              <a:ext cx="442087" cy="442087"/>
            </a:xfrm>
            <a:prstGeom prst="blockArc">
              <a:avLst>
                <a:gd fmla="val 8884448" name="adj1"/>
                <a:gd fmla="val 20414899" name="adj2"/>
                <a:gd fmla="val 7688"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59"/>
            <p:cNvSpPr/>
            <p:nvPr/>
          </p:nvSpPr>
          <p:spPr>
            <a:xfrm rot="-4538880">
              <a:off x="5414922" y="1262925"/>
              <a:ext cx="290465" cy="290465"/>
            </a:xfrm>
            <a:prstGeom prst="blockArc">
              <a:avLst>
                <a:gd fmla="val 6490304" name="adj1"/>
                <a:gd fmla="val 20700625" name="adj2"/>
                <a:gd fmla="val 10156"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7" name="Google Shape;1667;p59"/>
          <p:cNvGrpSpPr/>
          <p:nvPr/>
        </p:nvGrpSpPr>
        <p:grpSpPr>
          <a:xfrm>
            <a:off x="3798012" y="3849448"/>
            <a:ext cx="510373" cy="510937"/>
            <a:chOff x="7508249" y="1522825"/>
            <a:chExt cx="1326332" cy="1322987"/>
          </a:xfrm>
        </p:grpSpPr>
        <p:sp>
          <p:nvSpPr>
            <p:cNvPr id="1668" name="Google Shape;1668;p59"/>
            <p:cNvSpPr/>
            <p:nvPr/>
          </p:nvSpPr>
          <p:spPr>
            <a:xfrm>
              <a:off x="8036275" y="1522825"/>
              <a:ext cx="568251" cy="419545"/>
            </a:xfrm>
            <a:custGeom>
              <a:rect b="b" l="l" r="r" t="t"/>
              <a:pathLst>
                <a:path extrusionOk="0" h="57354" w="77683">
                  <a:moveTo>
                    <a:pt x="18272" y="0"/>
                  </a:moveTo>
                  <a:cubicBezTo>
                    <a:pt x="17902" y="0"/>
                    <a:pt x="17532" y="2"/>
                    <a:pt x="17161" y="7"/>
                  </a:cubicBezTo>
                  <a:cubicBezTo>
                    <a:pt x="11496" y="71"/>
                    <a:pt x="5756" y="673"/>
                    <a:pt x="1" y="1850"/>
                  </a:cubicBezTo>
                  <a:lnTo>
                    <a:pt x="9295" y="47323"/>
                  </a:lnTo>
                  <a:lnTo>
                    <a:pt x="9299" y="47323"/>
                  </a:lnTo>
                  <a:cubicBezTo>
                    <a:pt x="12272" y="46715"/>
                    <a:pt x="13499" y="46536"/>
                    <a:pt x="16407" y="46536"/>
                  </a:cubicBezTo>
                  <a:cubicBezTo>
                    <a:pt x="16418" y="46536"/>
                    <a:pt x="16429" y="46536"/>
                    <a:pt x="16440" y="46536"/>
                  </a:cubicBezTo>
                  <a:lnTo>
                    <a:pt x="18189" y="46511"/>
                  </a:lnTo>
                  <a:lnTo>
                    <a:pt x="18193" y="46511"/>
                  </a:lnTo>
                  <a:cubicBezTo>
                    <a:pt x="27852" y="46511"/>
                    <a:pt x="36781" y="49623"/>
                    <a:pt x="44036" y="54905"/>
                  </a:cubicBezTo>
                  <a:lnTo>
                    <a:pt x="44057" y="54878"/>
                  </a:lnTo>
                  <a:cubicBezTo>
                    <a:pt x="45130" y="55658"/>
                    <a:pt x="46165" y="56484"/>
                    <a:pt x="47159" y="57353"/>
                  </a:cubicBezTo>
                  <a:lnTo>
                    <a:pt x="77683" y="22389"/>
                  </a:lnTo>
                  <a:cubicBezTo>
                    <a:pt x="73099" y="18379"/>
                    <a:pt x="68099" y="14821"/>
                    <a:pt x="62744" y="11787"/>
                  </a:cubicBezTo>
                  <a:lnTo>
                    <a:pt x="62752" y="11772"/>
                  </a:lnTo>
                  <a:cubicBezTo>
                    <a:pt x="49514" y="4246"/>
                    <a:pt x="34283" y="0"/>
                    <a:pt x="18272"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59"/>
            <p:cNvSpPr/>
            <p:nvPr/>
          </p:nvSpPr>
          <p:spPr>
            <a:xfrm>
              <a:off x="8358375" y="1649762"/>
              <a:ext cx="456039" cy="463215"/>
            </a:xfrm>
            <a:custGeom>
              <a:rect b="b" l="l" r="r" t="t"/>
              <a:pathLst>
                <a:path extrusionOk="0" h="63324" w="62343">
                  <a:moveTo>
                    <a:pt x="27281" y="1"/>
                  </a:moveTo>
                  <a:lnTo>
                    <a:pt x="0" y="37551"/>
                  </a:lnTo>
                  <a:cubicBezTo>
                    <a:pt x="7426" y="42952"/>
                    <a:pt x="13092" y="50620"/>
                    <a:pt x="15988" y="59535"/>
                  </a:cubicBezTo>
                  <a:lnTo>
                    <a:pt x="16033" y="59519"/>
                  </a:lnTo>
                  <a:cubicBezTo>
                    <a:pt x="16439" y="60766"/>
                    <a:pt x="16790" y="62034"/>
                    <a:pt x="17084" y="63324"/>
                  </a:cubicBezTo>
                  <a:lnTo>
                    <a:pt x="62342" y="52975"/>
                  </a:lnTo>
                  <a:cubicBezTo>
                    <a:pt x="58048" y="34190"/>
                    <a:pt x="47853" y="17453"/>
                    <a:pt x="33650" y="5035"/>
                  </a:cubicBezTo>
                  <a:lnTo>
                    <a:pt x="33624" y="5063"/>
                  </a:lnTo>
                  <a:cubicBezTo>
                    <a:pt x="31588" y="3283"/>
                    <a:pt x="29473" y="1593"/>
                    <a:pt x="2728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59"/>
            <p:cNvSpPr/>
            <p:nvPr/>
          </p:nvSpPr>
          <p:spPr>
            <a:xfrm>
              <a:off x="8465584" y="1980292"/>
              <a:ext cx="368998" cy="464042"/>
            </a:xfrm>
            <a:custGeom>
              <a:rect b="b" l="l" r="r" t="t"/>
              <a:pathLst>
                <a:path extrusionOk="0" h="63437" w="50444">
                  <a:moveTo>
                    <a:pt x="45483" y="0"/>
                  </a:moveTo>
                  <a:lnTo>
                    <a:pt x="1331" y="14347"/>
                  </a:lnTo>
                  <a:cubicBezTo>
                    <a:pt x="2720" y="18628"/>
                    <a:pt x="3473" y="23193"/>
                    <a:pt x="3473" y="27937"/>
                  </a:cubicBezTo>
                  <a:cubicBezTo>
                    <a:pt x="3473" y="32680"/>
                    <a:pt x="2721" y="37247"/>
                    <a:pt x="1331" y="41526"/>
                  </a:cubicBezTo>
                  <a:lnTo>
                    <a:pt x="1331" y="41531"/>
                  </a:lnTo>
                  <a:lnTo>
                    <a:pt x="1373" y="41544"/>
                  </a:lnTo>
                  <a:cubicBezTo>
                    <a:pt x="968" y="42791"/>
                    <a:pt x="509" y="44013"/>
                    <a:pt x="1" y="45206"/>
                  </a:cubicBezTo>
                  <a:lnTo>
                    <a:pt x="1" y="45210"/>
                  </a:lnTo>
                  <a:lnTo>
                    <a:pt x="42698" y="63436"/>
                  </a:lnTo>
                  <a:cubicBezTo>
                    <a:pt x="46328" y="54928"/>
                    <a:pt x="48703" y="45713"/>
                    <a:pt x="49573" y="36003"/>
                  </a:cubicBezTo>
                  <a:cubicBezTo>
                    <a:pt x="50444" y="26293"/>
                    <a:pt x="49743" y="16805"/>
                    <a:pt x="47685" y="7787"/>
                  </a:cubicBezTo>
                  <a:lnTo>
                    <a:pt x="47630" y="7800"/>
                  </a:lnTo>
                  <a:cubicBezTo>
                    <a:pt x="47029" y="5154"/>
                    <a:pt x="46310" y="2552"/>
                    <a:pt x="45483"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59"/>
            <p:cNvSpPr/>
            <p:nvPr/>
          </p:nvSpPr>
          <p:spPr>
            <a:xfrm>
              <a:off x="8334786" y="2284073"/>
              <a:ext cx="463522" cy="468043"/>
            </a:xfrm>
            <a:custGeom>
              <a:rect b="b" l="l" r="r" t="t"/>
              <a:pathLst>
                <a:path extrusionOk="0" h="63984" w="63366">
                  <a:moveTo>
                    <a:pt x="19213" y="1"/>
                  </a:moveTo>
                  <a:cubicBezTo>
                    <a:pt x="16318" y="8917"/>
                    <a:pt x="10652" y="16583"/>
                    <a:pt x="3228" y="21984"/>
                  </a:cubicBezTo>
                  <a:lnTo>
                    <a:pt x="3243" y="22007"/>
                  </a:lnTo>
                  <a:cubicBezTo>
                    <a:pt x="2194" y="22766"/>
                    <a:pt x="1113" y="23483"/>
                    <a:pt x="0" y="24149"/>
                  </a:cubicBezTo>
                  <a:lnTo>
                    <a:pt x="23817" y="63984"/>
                  </a:lnTo>
                  <a:cubicBezTo>
                    <a:pt x="40003" y="54290"/>
                    <a:pt x="53013" y="39632"/>
                    <a:pt x="60578" y="21909"/>
                  </a:cubicBezTo>
                  <a:lnTo>
                    <a:pt x="60578" y="21907"/>
                  </a:lnTo>
                  <a:lnTo>
                    <a:pt x="60533" y="21888"/>
                  </a:lnTo>
                  <a:cubicBezTo>
                    <a:pt x="61585" y="19427"/>
                    <a:pt x="62530" y="16912"/>
                    <a:pt x="63363" y="14345"/>
                  </a:cubicBezTo>
                  <a:lnTo>
                    <a:pt x="63363" y="14344"/>
                  </a:lnTo>
                  <a:lnTo>
                    <a:pt x="63365" y="14344"/>
                  </a:lnTo>
                  <a:lnTo>
                    <a:pt x="19213"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59"/>
            <p:cNvSpPr/>
            <p:nvPr/>
          </p:nvSpPr>
          <p:spPr>
            <a:xfrm>
              <a:off x="8110685" y="2444876"/>
              <a:ext cx="447276" cy="400935"/>
            </a:xfrm>
            <a:custGeom>
              <a:rect b="b" l="l" r="r" t="t"/>
              <a:pathLst>
                <a:path extrusionOk="0" h="54810" w="61145">
                  <a:moveTo>
                    <a:pt x="33866" y="0"/>
                  </a:moveTo>
                  <a:cubicBezTo>
                    <a:pt x="26611" y="5284"/>
                    <a:pt x="17677" y="8398"/>
                    <a:pt x="8020" y="8398"/>
                  </a:cubicBezTo>
                  <a:lnTo>
                    <a:pt x="8016" y="8398"/>
                  </a:lnTo>
                  <a:lnTo>
                    <a:pt x="8016" y="8399"/>
                  </a:lnTo>
                  <a:cubicBezTo>
                    <a:pt x="6736" y="8396"/>
                    <a:pt x="5444" y="8338"/>
                    <a:pt x="4145" y="8221"/>
                  </a:cubicBezTo>
                  <a:lnTo>
                    <a:pt x="4142" y="8221"/>
                  </a:lnTo>
                  <a:lnTo>
                    <a:pt x="1" y="54444"/>
                  </a:lnTo>
                  <a:lnTo>
                    <a:pt x="3" y="54444"/>
                  </a:lnTo>
                  <a:cubicBezTo>
                    <a:pt x="2745" y="54689"/>
                    <a:pt x="5470" y="54810"/>
                    <a:pt x="8171" y="54810"/>
                  </a:cubicBezTo>
                  <a:cubicBezTo>
                    <a:pt x="24948" y="54810"/>
                    <a:pt x="40828" y="50164"/>
                    <a:pt x="54456" y="42000"/>
                  </a:cubicBezTo>
                  <a:lnTo>
                    <a:pt x="54445" y="41982"/>
                  </a:lnTo>
                  <a:cubicBezTo>
                    <a:pt x="56748" y="40604"/>
                    <a:pt x="58982" y="39124"/>
                    <a:pt x="61144" y="37550"/>
                  </a:cubicBezTo>
                  <a:lnTo>
                    <a:pt x="33866" y="0"/>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59"/>
            <p:cNvSpPr/>
            <p:nvPr/>
          </p:nvSpPr>
          <p:spPr>
            <a:xfrm>
              <a:off x="7734911" y="2426963"/>
              <a:ext cx="434445" cy="418813"/>
            </a:xfrm>
            <a:custGeom>
              <a:rect b="b" l="l" r="r" t="t"/>
              <a:pathLst>
                <a:path extrusionOk="0" h="57254" w="59391">
                  <a:moveTo>
                    <a:pt x="30519" y="1"/>
                  </a:moveTo>
                  <a:lnTo>
                    <a:pt x="1" y="34961"/>
                  </a:lnTo>
                  <a:cubicBezTo>
                    <a:pt x="2014" y="36723"/>
                    <a:pt x="4109" y="38397"/>
                    <a:pt x="6278" y="39979"/>
                  </a:cubicBezTo>
                  <a:lnTo>
                    <a:pt x="6266" y="39995"/>
                  </a:lnTo>
                  <a:cubicBezTo>
                    <a:pt x="21176" y="50851"/>
                    <a:pt x="39536" y="57253"/>
                    <a:pt x="59390" y="57253"/>
                  </a:cubicBezTo>
                  <a:lnTo>
                    <a:pt x="59390" y="10847"/>
                  </a:lnTo>
                  <a:cubicBezTo>
                    <a:pt x="58084" y="10847"/>
                    <a:pt x="56791" y="10791"/>
                    <a:pt x="55514" y="10678"/>
                  </a:cubicBezTo>
                  <a:lnTo>
                    <a:pt x="55514" y="10671"/>
                  </a:lnTo>
                  <a:cubicBezTo>
                    <a:pt x="45890" y="9810"/>
                    <a:pt x="37274" y="5908"/>
                    <a:pt x="3051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59"/>
            <p:cNvSpPr/>
            <p:nvPr/>
          </p:nvSpPr>
          <p:spPr>
            <a:xfrm>
              <a:off x="7525051" y="2256329"/>
              <a:ext cx="455242" cy="463215"/>
            </a:xfrm>
            <a:custGeom>
              <a:rect b="b" l="l" r="r" t="t"/>
              <a:pathLst>
                <a:path extrusionOk="0" h="63324" w="62234">
                  <a:moveTo>
                    <a:pt x="45259" y="0"/>
                  </a:moveTo>
                  <a:lnTo>
                    <a:pt x="0" y="10349"/>
                  </a:lnTo>
                  <a:cubicBezTo>
                    <a:pt x="602" y="12981"/>
                    <a:pt x="1320" y="15573"/>
                    <a:pt x="2148" y="18119"/>
                  </a:cubicBezTo>
                  <a:lnTo>
                    <a:pt x="2101" y="18136"/>
                  </a:lnTo>
                  <a:cubicBezTo>
                    <a:pt x="8054" y="36464"/>
                    <a:pt x="19701" y="52224"/>
                    <a:pt x="34955" y="63323"/>
                  </a:cubicBezTo>
                  <a:lnTo>
                    <a:pt x="62234" y="25777"/>
                  </a:lnTo>
                  <a:cubicBezTo>
                    <a:pt x="61184" y="25014"/>
                    <a:pt x="60169" y="24203"/>
                    <a:pt x="59191" y="23352"/>
                  </a:cubicBezTo>
                  <a:lnTo>
                    <a:pt x="59211" y="23327"/>
                  </a:lnTo>
                  <a:cubicBezTo>
                    <a:pt x="52302" y="17286"/>
                    <a:pt x="47344" y="9145"/>
                    <a:pt x="45259"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59"/>
            <p:cNvSpPr/>
            <p:nvPr/>
          </p:nvSpPr>
          <p:spPr>
            <a:xfrm>
              <a:off x="7508249" y="1924972"/>
              <a:ext cx="365633" cy="464042"/>
            </a:xfrm>
            <a:custGeom>
              <a:rect b="b" l="l" r="r" t="t"/>
              <a:pathLst>
                <a:path extrusionOk="0" h="63437" w="49984">
                  <a:moveTo>
                    <a:pt x="7285" y="1"/>
                  </a:moveTo>
                  <a:cubicBezTo>
                    <a:pt x="6231" y="2469"/>
                    <a:pt x="5284" y="4998"/>
                    <a:pt x="4449" y="7580"/>
                  </a:cubicBezTo>
                  <a:lnTo>
                    <a:pt x="4399" y="7563"/>
                  </a:lnTo>
                  <a:cubicBezTo>
                    <a:pt x="1543" y="16362"/>
                    <a:pt x="0" y="25750"/>
                    <a:pt x="0" y="35500"/>
                  </a:cubicBezTo>
                  <a:cubicBezTo>
                    <a:pt x="0" y="45248"/>
                    <a:pt x="1544" y="54639"/>
                    <a:pt x="4399" y="63437"/>
                  </a:cubicBezTo>
                  <a:lnTo>
                    <a:pt x="48589" y="49094"/>
                  </a:lnTo>
                  <a:cubicBezTo>
                    <a:pt x="48188" y="47857"/>
                    <a:pt x="47557" y="45303"/>
                    <a:pt x="47557" y="45303"/>
                  </a:cubicBezTo>
                  <a:cubicBezTo>
                    <a:pt x="46556" y="40915"/>
                    <a:pt x="46213" y="36301"/>
                    <a:pt x="46638" y="31576"/>
                  </a:cubicBezTo>
                  <a:cubicBezTo>
                    <a:pt x="47061" y="26851"/>
                    <a:pt x="48217" y="22370"/>
                    <a:pt x="49984" y="18231"/>
                  </a:cubicBezTo>
                  <a:lnTo>
                    <a:pt x="7285"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59"/>
            <p:cNvSpPr/>
            <p:nvPr/>
          </p:nvSpPr>
          <p:spPr>
            <a:xfrm>
              <a:off x="7540418" y="1617212"/>
              <a:ext cx="464261" cy="468058"/>
            </a:xfrm>
            <a:custGeom>
              <a:rect b="b" l="l" r="r" t="t"/>
              <a:pathLst>
                <a:path extrusionOk="0" h="63986" w="63467">
                  <a:moveTo>
                    <a:pt x="39644" y="0"/>
                  </a:moveTo>
                  <a:cubicBezTo>
                    <a:pt x="37320" y="1393"/>
                    <a:pt x="35061" y="2888"/>
                    <a:pt x="32875" y="4480"/>
                  </a:cubicBezTo>
                  <a:lnTo>
                    <a:pt x="32854" y="4452"/>
                  </a:lnTo>
                  <a:cubicBezTo>
                    <a:pt x="17600" y="15554"/>
                    <a:pt x="5953" y="31315"/>
                    <a:pt x="1" y="49638"/>
                  </a:cubicBezTo>
                  <a:lnTo>
                    <a:pt x="44153" y="63985"/>
                  </a:lnTo>
                  <a:cubicBezTo>
                    <a:pt x="44561" y="62727"/>
                    <a:pt x="45025" y="61492"/>
                    <a:pt x="45542" y="60287"/>
                  </a:cubicBezTo>
                  <a:lnTo>
                    <a:pt x="45586" y="60306"/>
                  </a:lnTo>
                  <a:cubicBezTo>
                    <a:pt x="49265" y="51684"/>
                    <a:pt x="55592" y="44553"/>
                    <a:pt x="63466" y="39836"/>
                  </a:cubicBezTo>
                  <a:lnTo>
                    <a:pt x="39644" y="0"/>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59"/>
            <p:cNvSpPr/>
            <p:nvPr/>
          </p:nvSpPr>
          <p:spPr>
            <a:xfrm>
              <a:off x="7780728" y="1524076"/>
              <a:ext cx="374828" cy="400379"/>
            </a:xfrm>
            <a:custGeom>
              <a:rect b="b" l="l" r="r" t="t"/>
              <a:pathLst>
                <a:path extrusionOk="0" h="54734" w="51241">
                  <a:moveTo>
                    <a:pt x="49286" y="0"/>
                  </a:moveTo>
                  <a:cubicBezTo>
                    <a:pt x="45747" y="149"/>
                    <a:pt x="42254" y="504"/>
                    <a:pt x="38820" y="1053"/>
                  </a:cubicBezTo>
                  <a:cubicBezTo>
                    <a:pt x="24474" y="3334"/>
                    <a:pt x="11256" y="8993"/>
                    <a:pt x="0" y="17185"/>
                  </a:cubicBezTo>
                  <a:lnTo>
                    <a:pt x="27281" y="54734"/>
                  </a:lnTo>
                  <a:cubicBezTo>
                    <a:pt x="27368" y="54663"/>
                    <a:pt x="27661" y="54495"/>
                    <a:pt x="28118" y="54252"/>
                  </a:cubicBezTo>
                  <a:cubicBezTo>
                    <a:pt x="33472" y="50543"/>
                    <a:pt x="39690" y="47993"/>
                    <a:pt x="46407" y="46962"/>
                  </a:cubicBezTo>
                  <a:cubicBezTo>
                    <a:pt x="47232" y="46770"/>
                    <a:pt x="47997" y="46633"/>
                    <a:pt x="48677" y="46563"/>
                  </a:cubicBezTo>
                  <a:lnTo>
                    <a:pt x="51241" y="46382"/>
                  </a:lnTo>
                  <a:lnTo>
                    <a:pt x="49286"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78" name="Google Shape;1678;p59"/>
          <p:cNvGrpSpPr/>
          <p:nvPr/>
        </p:nvGrpSpPr>
        <p:grpSpPr>
          <a:xfrm>
            <a:off x="4489605" y="3850853"/>
            <a:ext cx="492652" cy="503348"/>
            <a:chOff x="6039282" y="1042577"/>
            <a:chExt cx="734315" cy="731929"/>
          </a:xfrm>
        </p:grpSpPr>
        <p:sp>
          <p:nvSpPr>
            <p:cNvPr id="1679" name="Google Shape;1679;p59"/>
            <p:cNvSpPr/>
            <p:nvPr/>
          </p:nvSpPr>
          <p:spPr>
            <a:xfrm>
              <a:off x="6045348" y="1300071"/>
              <a:ext cx="131951" cy="65352"/>
            </a:xfrm>
            <a:custGeom>
              <a:rect b="b" l="l" r="r" t="t"/>
              <a:pathLst>
                <a:path extrusionOk="0" h="701" w="1414">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59"/>
            <p:cNvSpPr/>
            <p:nvPr/>
          </p:nvSpPr>
          <p:spPr>
            <a:xfrm>
              <a:off x="6080342" y="1201250"/>
              <a:ext cx="127938" cy="96863"/>
            </a:xfrm>
            <a:custGeom>
              <a:rect b="b" l="l" r="r" t="t"/>
              <a:pathLst>
                <a:path extrusionOk="0" h="1039" w="1371">
                  <a:moveTo>
                    <a:pt x="245" y="0"/>
                  </a:moveTo>
                  <a:cubicBezTo>
                    <a:pt x="159" y="137"/>
                    <a:pt x="72" y="267"/>
                    <a:pt x="0" y="404"/>
                  </a:cubicBezTo>
                  <a:lnTo>
                    <a:pt x="1219" y="1039"/>
                  </a:lnTo>
                  <a:cubicBezTo>
                    <a:pt x="1262" y="945"/>
                    <a:pt x="1320" y="866"/>
                    <a:pt x="1371" y="772"/>
                  </a:cubicBezTo>
                  <a:lnTo>
                    <a:pt x="245"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59"/>
            <p:cNvSpPr/>
            <p:nvPr/>
          </p:nvSpPr>
          <p:spPr>
            <a:xfrm>
              <a:off x="6144918" y="1121167"/>
              <a:ext cx="112541" cy="119145"/>
            </a:xfrm>
            <a:custGeom>
              <a:rect b="b" l="l" r="r" t="t"/>
              <a:pathLst>
                <a:path extrusionOk="0" h="1278" w="1206">
                  <a:moveTo>
                    <a:pt x="347" y="1"/>
                  </a:moveTo>
                  <a:cubicBezTo>
                    <a:pt x="224" y="95"/>
                    <a:pt x="116" y="210"/>
                    <a:pt x="1" y="318"/>
                  </a:cubicBezTo>
                  <a:lnTo>
                    <a:pt x="974" y="1278"/>
                  </a:lnTo>
                  <a:cubicBezTo>
                    <a:pt x="1046" y="1205"/>
                    <a:pt x="1126" y="1133"/>
                    <a:pt x="1205" y="1068"/>
                  </a:cubicBezTo>
                  <a:lnTo>
                    <a:pt x="347" y="1"/>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59"/>
            <p:cNvSpPr/>
            <p:nvPr/>
          </p:nvSpPr>
          <p:spPr>
            <a:xfrm>
              <a:off x="6232449" y="1066723"/>
              <a:ext cx="86879" cy="130518"/>
            </a:xfrm>
            <a:custGeom>
              <a:rect b="b" l="l" r="r" t="t"/>
              <a:pathLst>
                <a:path extrusionOk="0" h="1400" w="931">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59"/>
            <p:cNvSpPr/>
            <p:nvPr/>
          </p:nvSpPr>
          <p:spPr>
            <a:xfrm>
              <a:off x="6335379" y="1042577"/>
              <a:ext cx="53284" cy="130518"/>
            </a:xfrm>
            <a:custGeom>
              <a:rect b="b" l="l" r="r" t="t"/>
              <a:pathLst>
                <a:path extrusionOk="0" h="1400" w="571">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59"/>
            <p:cNvSpPr/>
            <p:nvPr/>
          </p:nvSpPr>
          <p:spPr>
            <a:xfrm>
              <a:off x="6431682" y="1043229"/>
              <a:ext cx="56550" cy="131824"/>
            </a:xfrm>
            <a:custGeom>
              <a:rect b="b" l="l" r="r" t="t"/>
              <a:pathLst>
                <a:path extrusionOk="0" h="1414" w="606">
                  <a:moveTo>
                    <a:pt x="144" y="0"/>
                  </a:moveTo>
                  <a:lnTo>
                    <a:pt x="0" y="1356"/>
                  </a:lnTo>
                  <a:cubicBezTo>
                    <a:pt x="101" y="1378"/>
                    <a:pt x="202" y="1385"/>
                    <a:pt x="303" y="1414"/>
                  </a:cubicBezTo>
                  <a:lnTo>
                    <a:pt x="606" y="80"/>
                  </a:lnTo>
                  <a:cubicBezTo>
                    <a:pt x="454" y="36"/>
                    <a:pt x="296" y="22"/>
                    <a:pt x="14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59"/>
            <p:cNvSpPr/>
            <p:nvPr/>
          </p:nvSpPr>
          <p:spPr>
            <a:xfrm>
              <a:off x="6500924" y="1070731"/>
              <a:ext cx="89678" cy="130612"/>
            </a:xfrm>
            <a:custGeom>
              <a:rect b="b" l="l" r="r" t="t"/>
              <a:pathLst>
                <a:path extrusionOk="0" h="1401" w="961">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59"/>
            <p:cNvSpPr/>
            <p:nvPr/>
          </p:nvSpPr>
          <p:spPr>
            <a:xfrm>
              <a:off x="6561580" y="1127973"/>
              <a:ext cx="114501" cy="117746"/>
            </a:xfrm>
            <a:custGeom>
              <a:rect b="b" l="l" r="r" t="t"/>
              <a:pathLst>
                <a:path extrusionOk="0" h="1263" w="1227">
                  <a:moveTo>
                    <a:pt x="887" y="0"/>
                  </a:moveTo>
                  <a:lnTo>
                    <a:pt x="0" y="1046"/>
                  </a:lnTo>
                  <a:cubicBezTo>
                    <a:pt x="79" y="1111"/>
                    <a:pt x="152" y="1183"/>
                    <a:pt x="224" y="1262"/>
                  </a:cubicBezTo>
                  <a:lnTo>
                    <a:pt x="1226" y="332"/>
                  </a:lnTo>
                  <a:cubicBezTo>
                    <a:pt x="1118" y="209"/>
                    <a:pt x="1003" y="101"/>
                    <a:pt x="88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59"/>
            <p:cNvSpPr/>
            <p:nvPr/>
          </p:nvSpPr>
          <p:spPr>
            <a:xfrm>
              <a:off x="6636887" y="1310792"/>
              <a:ext cx="132697" cy="61996"/>
            </a:xfrm>
            <a:custGeom>
              <a:rect b="b" l="l" r="r" t="t"/>
              <a:pathLst>
                <a:path extrusionOk="0" h="665" w="1422">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59"/>
            <p:cNvSpPr/>
            <p:nvPr/>
          </p:nvSpPr>
          <p:spPr>
            <a:xfrm>
              <a:off x="6642953" y="1415020"/>
              <a:ext cx="130645" cy="47826"/>
            </a:xfrm>
            <a:custGeom>
              <a:rect b="b" l="l" r="r" t="t"/>
              <a:pathLst>
                <a:path extrusionOk="0" h="513" w="1400">
                  <a:moveTo>
                    <a:pt x="30" y="1"/>
                  </a:moveTo>
                  <a:cubicBezTo>
                    <a:pt x="30" y="109"/>
                    <a:pt x="15" y="210"/>
                    <a:pt x="1" y="311"/>
                  </a:cubicBezTo>
                  <a:lnTo>
                    <a:pt x="1357" y="513"/>
                  </a:lnTo>
                  <a:cubicBezTo>
                    <a:pt x="1378" y="354"/>
                    <a:pt x="1393" y="203"/>
                    <a:pt x="1400" y="44"/>
                  </a:cubicBezTo>
                  <a:lnTo>
                    <a:pt x="3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59"/>
            <p:cNvSpPr/>
            <p:nvPr/>
          </p:nvSpPr>
          <p:spPr>
            <a:xfrm>
              <a:off x="6622143" y="1485687"/>
              <a:ext cx="131951" cy="81388"/>
            </a:xfrm>
            <a:custGeom>
              <a:rect b="b" l="l" r="r" t="t"/>
              <a:pathLst>
                <a:path extrusionOk="0" h="873" w="1414">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59"/>
            <p:cNvSpPr/>
            <p:nvPr/>
          </p:nvSpPr>
          <p:spPr>
            <a:xfrm>
              <a:off x="6582390" y="1548895"/>
              <a:ext cx="121219" cy="108983"/>
            </a:xfrm>
            <a:custGeom>
              <a:rect b="b" l="l" r="r" t="t"/>
              <a:pathLst>
                <a:path extrusionOk="0" h="1169" w="1299">
                  <a:moveTo>
                    <a:pt x="195" y="0"/>
                  </a:moveTo>
                  <a:lnTo>
                    <a:pt x="102" y="123"/>
                  </a:lnTo>
                  <a:lnTo>
                    <a:pt x="1" y="238"/>
                  </a:lnTo>
                  <a:lnTo>
                    <a:pt x="1003" y="1168"/>
                  </a:lnTo>
                  <a:lnTo>
                    <a:pt x="1155" y="988"/>
                  </a:lnTo>
                  <a:lnTo>
                    <a:pt x="1299" y="801"/>
                  </a:lnTo>
                  <a:lnTo>
                    <a:pt x="195"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59"/>
            <p:cNvSpPr/>
            <p:nvPr/>
          </p:nvSpPr>
          <p:spPr>
            <a:xfrm>
              <a:off x="6526586" y="1599238"/>
              <a:ext cx="100316" cy="126510"/>
            </a:xfrm>
            <a:custGeom>
              <a:rect b="b" l="l" r="r" t="t"/>
              <a:pathLst>
                <a:path extrusionOk="0" h="1357" w="1075">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59"/>
            <p:cNvSpPr/>
            <p:nvPr/>
          </p:nvSpPr>
          <p:spPr>
            <a:xfrm>
              <a:off x="6459957" y="1632893"/>
              <a:ext cx="70735" cy="132570"/>
            </a:xfrm>
            <a:custGeom>
              <a:rect b="b" l="l" r="r" t="t"/>
              <a:pathLst>
                <a:path extrusionOk="0" h="1422" w="758">
                  <a:moveTo>
                    <a:pt x="296" y="1"/>
                  </a:moveTo>
                  <a:cubicBezTo>
                    <a:pt x="195" y="37"/>
                    <a:pt x="101" y="73"/>
                    <a:pt x="0" y="94"/>
                  </a:cubicBezTo>
                  <a:lnTo>
                    <a:pt x="303" y="1421"/>
                  </a:lnTo>
                  <a:cubicBezTo>
                    <a:pt x="454" y="1393"/>
                    <a:pt x="606" y="1342"/>
                    <a:pt x="757" y="1292"/>
                  </a:cubicBezTo>
                  <a:lnTo>
                    <a:pt x="296"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59"/>
            <p:cNvSpPr/>
            <p:nvPr/>
          </p:nvSpPr>
          <p:spPr>
            <a:xfrm>
              <a:off x="6379145" y="1646318"/>
              <a:ext cx="43859" cy="128188"/>
            </a:xfrm>
            <a:custGeom>
              <a:rect b="b" l="l" r="r" t="t"/>
              <a:pathLst>
                <a:path extrusionOk="0" h="1375" w="47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59"/>
            <p:cNvSpPr/>
            <p:nvPr/>
          </p:nvSpPr>
          <p:spPr>
            <a:xfrm>
              <a:off x="6272109" y="1630842"/>
              <a:ext cx="74187" cy="131917"/>
            </a:xfrm>
            <a:custGeom>
              <a:rect b="b" l="l" r="r" t="t"/>
              <a:pathLst>
                <a:path extrusionOk="0" h="1415" w="795">
                  <a:moveTo>
                    <a:pt x="506" y="1"/>
                  </a:moveTo>
                  <a:lnTo>
                    <a:pt x="1" y="1270"/>
                  </a:lnTo>
                  <a:cubicBezTo>
                    <a:pt x="145" y="1328"/>
                    <a:pt x="296" y="1379"/>
                    <a:pt x="448" y="1415"/>
                  </a:cubicBezTo>
                  <a:lnTo>
                    <a:pt x="794" y="95"/>
                  </a:lnTo>
                  <a:cubicBezTo>
                    <a:pt x="693" y="66"/>
                    <a:pt x="599" y="37"/>
                    <a:pt x="506"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59"/>
            <p:cNvSpPr/>
            <p:nvPr/>
          </p:nvSpPr>
          <p:spPr>
            <a:xfrm>
              <a:off x="6177205" y="1595229"/>
              <a:ext cx="103769" cy="125205"/>
            </a:xfrm>
            <a:custGeom>
              <a:rect b="b" l="l" r="r" t="t"/>
              <a:pathLst>
                <a:path extrusionOk="0" h="1343" w="1112">
                  <a:moveTo>
                    <a:pt x="859" y="1"/>
                  </a:moveTo>
                  <a:lnTo>
                    <a:pt x="1" y="1068"/>
                  </a:lnTo>
                  <a:cubicBezTo>
                    <a:pt x="123" y="1169"/>
                    <a:pt x="253" y="1256"/>
                    <a:pt x="390" y="1342"/>
                  </a:cubicBezTo>
                  <a:lnTo>
                    <a:pt x="1112" y="174"/>
                  </a:lnTo>
                  <a:cubicBezTo>
                    <a:pt x="1018" y="123"/>
                    <a:pt x="938" y="66"/>
                    <a:pt x="859"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59"/>
            <p:cNvSpPr/>
            <p:nvPr/>
          </p:nvSpPr>
          <p:spPr>
            <a:xfrm>
              <a:off x="6103205" y="1542835"/>
              <a:ext cx="123272" cy="106932"/>
            </a:xfrm>
            <a:custGeom>
              <a:rect b="b" l="l" r="r" t="t"/>
              <a:pathLst>
                <a:path extrusionOk="0" h="1147" w="1321">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59"/>
            <p:cNvSpPr/>
            <p:nvPr/>
          </p:nvSpPr>
          <p:spPr>
            <a:xfrm>
              <a:off x="6055426" y="1478881"/>
              <a:ext cx="131951" cy="78777"/>
            </a:xfrm>
            <a:custGeom>
              <a:rect b="b" l="l" r="r" t="t"/>
              <a:pathLst>
                <a:path extrusionOk="0" h="845" w="1414">
                  <a:moveTo>
                    <a:pt x="1306" y="1"/>
                  </a:moveTo>
                  <a:lnTo>
                    <a:pt x="0" y="405"/>
                  </a:lnTo>
                  <a:cubicBezTo>
                    <a:pt x="51" y="549"/>
                    <a:pt x="101" y="701"/>
                    <a:pt x="166" y="845"/>
                  </a:cubicBezTo>
                  <a:lnTo>
                    <a:pt x="1414" y="282"/>
                  </a:lnTo>
                  <a:cubicBezTo>
                    <a:pt x="1371" y="196"/>
                    <a:pt x="1342" y="95"/>
                    <a:pt x="1306"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59"/>
            <p:cNvSpPr/>
            <p:nvPr/>
          </p:nvSpPr>
          <p:spPr>
            <a:xfrm>
              <a:off x="6039282" y="1408308"/>
              <a:ext cx="129338" cy="43817"/>
            </a:xfrm>
            <a:custGeom>
              <a:rect b="b" l="l" r="r" t="t"/>
              <a:pathLst>
                <a:path extrusionOk="0" h="470" w="1386">
                  <a:moveTo>
                    <a:pt x="0" y="1"/>
                  </a:moveTo>
                  <a:cubicBezTo>
                    <a:pt x="7" y="152"/>
                    <a:pt x="7" y="311"/>
                    <a:pt x="29" y="469"/>
                  </a:cubicBezTo>
                  <a:lnTo>
                    <a:pt x="1385" y="304"/>
                  </a:lnTo>
                  <a:cubicBezTo>
                    <a:pt x="1371" y="203"/>
                    <a:pt x="1378" y="102"/>
                    <a:pt x="1363"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59"/>
            <p:cNvSpPr/>
            <p:nvPr/>
          </p:nvSpPr>
          <p:spPr>
            <a:xfrm>
              <a:off x="6608612" y="1210666"/>
              <a:ext cx="128685" cy="93507"/>
            </a:xfrm>
            <a:custGeom>
              <a:rect b="b" l="l" r="r" t="t"/>
              <a:pathLst>
                <a:path extrusionOk="0" h="1003" w="1379">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00" name="Google Shape;1700;p59"/>
          <p:cNvGrpSpPr/>
          <p:nvPr/>
        </p:nvGrpSpPr>
        <p:grpSpPr>
          <a:xfrm>
            <a:off x="5130019" y="2346894"/>
            <a:ext cx="483304" cy="504902"/>
            <a:chOff x="1825800" y="1651625"/>
            <a:chExt cx="568125" cy="591775"/>
          </a:xfrm>
        </p:grpSpPr>
        <p:sp>
          <p:nvSpPr>
            <p:cNvPr id="1701" name="Google Shape;1701;p59"/>
            <p:cNvSpPr/>
            <p:nvPr/>
          </p:nvSpPr>
          <p:spPr>
            <a:xfrm>
              <a:off x="1898925" y="1777225"/>
              <a:ext cx="370875" cy="370500"/>
            </a:xfrm>
            <a:custGeom>
              <a:rect b="b" l="l" r="r" t="t"/>
              <a:pathLst>
                <a:path extrusionOk="0" h="14820" w="14835">
                  <a:moveTo>
                    <a:pt x="7417" y="0"/>
                  </a:moveTo>
                  <a:cubicBezTo>
                    <a:pt x="3338" y="0"/>
                    <a:pt x="23" y="3300"/>
                    <a:pt x="9" y="7382"/>
                  </a:cubicBezTo>
                  <a:cubicBezTo>
                    <a:pt x="1" y="9347"/>
                    <a:pt x="774" y="11235"/>
                    <a:pt x="2160" y="12630"/>
                  </a:cubicBezTo>
                  <a:cubicBezTo>
                    <a:pt x="3543" y="14025"/>
                    <a:pt x="5425" y="14811"/>
                    <a:pt x="7391" y="14819"/>
                  </a:cubicBezTo>
                  <a:cubicBezTo>
                    <a:pt x="7399" y="14819"/>
                    <a:pt x="7407" y="14819"/>
                    <a:pt x="7415" y="14819"/>
                  </a:cubicBezTo>
                  <a:cubicBezTo>
                    <a:pt x="9371" y="14819"/>
                    <a:pt x="11248" y="14046"/>
                    <a:pt x="12637" y="12668"/>
                  </a:cubicBezTo>
                  <a:cubicBezTo>
                    <a:pt x="14032" y="11283"/>
                    <a:pt x="14820" y="9402"/>
                    <a:pt x="14826" y="7437"/>
                  </a:cubicBezTo>
                  <a:cubicBezTo>
                    <a:pt x="14834" y="5472"/>
                    <a:pt x="14061" y="3584"/>
                    <a:pt x="12675" y="2189"/>
                  </a:cubicBezTo>
                  <a:cubicBezTo>
                    <a:pt x="11292" y="795"/>
                    <a:pt x="9410" y="8"/>
                    <a:pt x="7444" y="0"/>
                  </a:cubicBezTo>
                  <a:cubicBezTo>
                    <a:pt x="7435" y="0"/>
                    <a:pt x="7426" y="0"/>
                    <a:pt x="741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59"/>
            <p:cNvSpPr/>
            <p:nvPr/>
          </p:nvSpPr>
          <p:spPr>
            <a:xfrm>
              <a:off x="2121325" y="1651625"/>
              <a:ext cx="272600" cy="287950"/>
            </a:xfrm>
            <a:custGeom>
              <a:rect b="b" l="l" r="r" t="t"/>
              <a:pathLst>
                <a:path extrusionOk="0" h="11518" w="10904">
                  <a:moveTo>
                    <a:pt x="2" y="1"/>
                  </a:moveTo>
                  <a:lnTo>
                    <a:pt x="0" y="11518"/>
                  </a:lnTo>
                  <a:lnTo>
                    <a:pt x="10904" y="11518"/>
                  </a:lnTo>
                  <a:cubicBezTo>
                    <a:pt x="10391" y="5596"/>
                    <a:pt x="5836" y="826"/>
                    <a:pt x="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59"/>
            <p:cNvSpPr/>
            <p:nvPr/>
          </p:nvSpPr>
          <p:spPr>
            <a:xfrm>
              <a:off x="1825800" y="1987150"/>
              <a:ext cx="231900" cy="233575"/>
            </a:xfrm>
            <a:custGeom>
              <a:rect b="b" l="l" r="r" t="t"/>
              <a:pathLst>
                <a:path extrusionOk="0" h="9343" w="9276">
                  <a:moveTo>
                    <a:pt x="0" y="1"/>
                  </a:moveTo>
                  <a:cubicBezTo>
                    <a:pt x="465" y="4930"/>
                    <a:pt x="4350" y="8842"/>
                    <a:pt x="9275" y="9343"/>
                  </a:cubicBezTo>
                  <a:lnTo>
                    <a:pt x="9275"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59"/>
            <p:cNvSpPr/>
            <p:nvPr/>
          </p:nvSpPr>
          <p:spPr>
            <a:xfrm>
              <a:off x="2121325" y="1987150"/>
              <a:ext cx="244350" cy="256250"/>
            </a:xfrm>
            <a:custGeom>
              <a:rect b="b" l="l" r="r" t="t"/>
              <a:pathLst>
                <a:path extrusionOk="0" h="10250" w="9774">
                  <a:moveTo>
                    <a:pt x="0" y="1"/>
                  </a:moveTo>
                  <a:lnTo>
                    <a:pt x="0" y="10249"/>
                  </a:lnTo>
                  <a:cubicBezTo>
                    <a:pt x="5200" y="9514"/>
                    <a:pt x="9280" y="5280"/>
                    <a:pt x="97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59"/>
            <p:cNvSpPr/>
            <p:nvPr/>
          </p:nvSpPr>
          <p:spPr>
            <a:xfrm>
              <a:off x="1851375" y="1730300"/>
              <a:ext cx="206325" cy="209275"/>
            </a:xfrm>
            <a:custGeom>
              <a:rect b="b" l="l" r="r" t="t"/>
              <a:pathLst>
                <a:path extrusionOk="0" h="8371" w="8253">
                  <a:moveTo>
                    <a:pt x="8252" y="1"/>
                  </a:moveTo>
                  <a:cubicBezTo>
                    <a:pt x="3865" y="441"/>
                    <a:pt x="383" y="3959"/>
                    <a:pt x="1" y="8371"/>
                  </a:cubicBezTo>
                  <a:lnTo>
                    <a:pt x="8252" y="8371"/>
                  </a:lnTo>
                  <a:lnTo>
                    <a:pt x="8252"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59"/>
            <p:cNvSpPr/>
            <p:nvPr/>
          </p:nvSpPr>
          <p:spPr>
            <a:xfrm>
              <a:off x="1956875" y="1835225"/>
              <a:ext cx="254975" cy="254475"/>
            </a:xfrm>
            <a:custGeom>
              <a:rect b="b" l="l" r="r" t="t"/>
              <a:pathLst>
                <a:path extrusionOk="0" h="10179" w="10199">
                  <a:moveTo>
                    <a:pt x="5097" y="1"/>
                  </a:moveTo>
                  <a:cubicBezTo>
                    <a:pt x="2296" y="1"/>
                    <a:pt x="21" y="2267"/>
                    <a:pt x="10" y="5070"/>
                  </a:cubicBezTo>
                  <a:cubicBezTo>
                    <a:pt x="0" y="7882"/>
                    <a:pt x="2271" y="10169"/>
                    <a:pt x="5081" y="10179"/>
                  </a:cubicBezTo>
                  <a:cubicBezTo>
                    <a:pt x="5088" y="10179"/>
                    <a:pt x="5095" y="10179"/>
                    <a:pt x="5102" y="10179"/>
                  </a:cubicBezTo>
                  <a:cubicBezTo>
                    <a:pt x="7903" y="10179"/>
                    <a:pt x="10178" y="7912"/>
                    <a:pt x="10189" y="5109"/>
                  </a:cubicBezTo>
                  <a:cubicBezTo>
                    <a:pt x="10199" y="2297"/>
                    <a:pt x="7928" y="10"/>
                    <a:pt x="5118" y="1"/>
                  </a:cubicBezTo>
                  <a:cubicBezTo>
                    <a:pt x="5111" y="1"/>
                    <a:pt x="5104" y="1"/>
                    <a:pt x="5097" y="1"/>
                  </a:cubicBezTo>
                  <a:close/>
                </a:path>
              </a:pathLst>
            </a:custGeom>
            <a:solidFill>
              <a:srgbClr val="F3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07" name="Google Shape;1707;p59"/>
          <p:cNvSpPr/>
          <p:nvPr/>
        </p:nvSpPr>
        <p:spPr>
          <a:xfrm>
            <a:off x="7747607" y="3426066"/>
            <a:ext cx="174337" cy="174337"/>
          </a:xfrm>
          <a:custGeom>
            <a:rect b="b" l="l" r="r" t="t"/>
            <a:pathLst>
              <a:path extrusionOk="0" h="208163" w="208163">
                <a:moveTo>
                  <a:pt x="79632" y="48546"/>
                </a:moveTo>
                <a:cubicBezTo>
                  <a:pt x="80399" y="48546"/>
                  <a:pt x="81191" y="48783"/>
                  <a:pt x="81877" y="49126"/>
                </a:cubicBezTo>
                <a:lnTo>
                  <a:pt x="158203" y="101306"/>
                </a:lnTo>
                <a:cubicBezTo>
                  <a:pt x="159036" y="101861"/>
                  <a:pt x="159591" y="102971"/>
                  <a:pt x="159591" y="104081"/>
                </a:cubicBezTo>
                <a:cubicBezTo>
                  <a:pt x="159591" y="105191"/>
                  <a:pt x="159036" y="106302"/>
                  <a:pt x="158203" y="106857"/>
                </a:cubicBezTo>
                <a:lnTo>
                  <a:pt x="81877" y="159036"/>
                </a:lnTo>
                <a:cubicBezTo>
                  <a:pt x="81045" y="159314"/>
                  <a:pt x="80489" y="159591"/>
                  <a:pt x="79934" y="159591"/>
                </a:cubicBezTo>
                <a:cubicBezTo>
                  <a:pt x="79379" y="159591"/>
                  <a:pt x="78547" y="159591"/>
                  <a:pt x="78269" y="159314"/>
                </a:cubicBezTo>
                <a:cubicBezTo>
                  <a:pt x="77159" y="158481"/>
                  <a:pt x="76326" y="157371"/>
                  <a:pt x="76326" y="156260"/>
                </a:cubicBezTo>
                <a:lnTo>
                  <a:pt x="76326" y="52179"/>
                </a:lnTo>
                <a:cubicBezTo>
                  <a:pt x="76326" y="50792"/>
                  <a:pt x="77159" y="49681"/>
                  <a:pt x="78269" y="48849"/>
                </a:cubicBezTo>
                <a:cubicBezTo>
                  <a:pt x="78693" y="48637"/>
                  <a:pt x="79158" y="48546"/>
                  <a:pt x="79632" y="48546"/>
                </a:cubicBezTo>
                <a:close/>
                <a:moveTo>
                  <a:pt x="104081" y="0"/>
                </a:moveTo>
                <a:cubicBezTo>
                  <a:pt x="46628" y="0"/>
                  <a:pt x="0" y="46628"/>
                  <a:pt x="0" y="104081"/>
                </a:cubicBezTo>
                <a:cubicBezTo>
                  <a:pt x="0" y="161534"/>
                  <a:pt x="46628" y="208162"/>
                  <a:pt x="104081" y="208162"/>
                </a:cubicBezTo>
                <a:cubicBezTo>
                  <a:pt x="161534" y="208162"/>
                  <a:pt x="208162" y="161534"/>
                  <a:pt x="208162" y="104081"/>
                </a:cubicBezTo>
                <a:cubicBezTo>
                  <a:pt x="208162" y="46628"/>
                  <a:pt x="161534" y="0"/>
                  <a:pt x="1040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59"/>
          <p:cNvSpPr/>
          <p:nvPr/>
        </p:nvSpPr>
        <p:spPr>
          <a:xfrm>
            <a:off x="8063864" y="3454885"/>
            <a:ext cx="148500" cy="116700"/>
          </a:xfrm>
          <a:prstGeom prst="stripedRightArrow">
            <a:avLst>
              <a:gd fmla="val 50000" name="adj1"/>
              <a:gd fmla="val 50000" name="adj2"/>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59"/>
          <p:cNvSpPr/>
          <p:nvPr/>
        </p:nvSpPr>
        <p:spPr>
          <a:xfrm>
            <a:off x="7165978" y="2775822"/>
            <a:ext cx="118200" cy="118200"/>
          </a:xfrm>
          <a:prstGeom prst="curvedRightArrow">
            <a:avLst>
              <a:gd fmla="val 25000" name="adj1"/>
              <a:gd fmla="val 50000" name="adj2"/>
              <a:gd fmla="val 25000" name="adj3"/>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59"/>
          <p:cNvSpPr/>
          <p:nvPr/>
        </p:nvSpPr>
        <p:spPr>
          <a:xfrm flipH="1">
            <a:off x="7473344" y="2775822"/>
            <a:ext cx="118200" cy="118200"/>
          </a:xfrm>
          <a:prstGeom prst="curvedRightArrow">
            <a:avLst>
              <a:gd fmla="val 25000" name="adj1"/>
              <a:gd fmla="val 50000" name="adj2"/>
              <a:gd fmla="val 25000" name="adj3"/>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59"/>
          <p:cNvSpPr txBox="1"/>
          <p:nvPr/>
        </p:nvSpPr>
        <p:spPr>
          <a:xfrm>
            <a:off x="1068100" y="1221875"/>
            <a:ext cx="7047300" cy="4824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rgbClr val="FFFFFF"/>
                </a:solidFill>
              </a:rPr>
              <a:t>You can easily</a:t>
            </a:r>
            <a:r>
              <a:rPr lang="en" sz="1100">
                <a:solidFill>
                  <a:srgbClr val="435D74"/>
                </a:solidFill>
              </a:rPr>
              <a:t> </a:t>
            </a:r>
            <a:r>
              <a:rPr lang="en" sz="1100">
                <a:solidFill>
                  <a:srgbClr val="869FB2"/>
                </a:solidFill>
              </a:rPr>
              <a:t>resize</a:t>
            </a:r>
            <a:r>
              <a:rPr lang="en" sz="1100">
                <a:solidFill>
                  <a:srgbClr val="435D74"/>
                </a:solidFill>
              </a:rPr>
              <a:t> </a:t>
            </a:r>
            <a:r>
              <a:rPr lang="en" sz="1100">
                <a:solidFill>
                  <a:srgbClr val="FFFFFF"/>
                </a:solidFill>
              </a:rPr>
              <a:t>these resources without losing quality. To</a:t>
            </a:r>
            <a:r>
              <a:rPr lang="en" sz="1100">
                <a:solidFill>
                  <a:srgbClr val="435D74"/>
                </a:solidFill>
              </a:rPr>
              <a:t> </a:t>
            </a:r>
            <a:r>
              <a:rPr lang="en" sz="1100">
                <a:solidFill>
                  <a:srgbClr val="869FB2"/>
                </a:solidFill>
              </a:rPr>
              <a:t>change the color</a:t>
            </a:r>
            <a:r>
              <a:rPr lang="en" sz="1100">
                <a:solidFill>
                  <a:srgbClr val="FFFFFF"/>
                </a:solidFill>
              </a:rPr>
              <a:t>, just ungroup the resource and click on the object you want to change. Then, click on the paint bucket and select the color you want. Group the resource again when you’re done. You can also look for more </a:t>
            </a:r>
            <a:r>
              <a:rPr lang="en" sz="1100">
                <a:solidFill>
                  <a:srgbClr val="869FB2"/>
                </a:solidFill>
                <a:uFill>
                  <a:noFill/>
                </a:uFill>
                <a:hlinkClick r:id="rId3">
                  <a:extLst>
                    <a:ext uri="{A12FA001-AC4F-418D-AE19-62706E023703}">
                      <ahyp:hlinkClr val="tx"/>
                    </a:ext>
                  </a:extLst>
                </a:hlinkClick>
              </a:rPr>
              <a:t>infographics</a:t>
            </a:r>
            <a:r>
              <a:rPr lang="en" sz="1100">
                <a:solidFill>
                  <a:srgbClr val="FFFFFF"/>
                </a:solidFill>
              </a:rPr>
              <a:t> on Slidesgo.</a:t>
            </a:r>
            <a:endParaRPr sz="1100">
              <a:solidFill>
                <a:srgbClr val="FFFFFF"/>
              </a:solidFill>
            </a:endParaRPr>
          </a:p>
        </p:txBody>
      </p:sp>
      <p:sp>
        <p:nvSpPr>
          <p:cNvPr id="1712" name="Google Shape;1712;p59"/>
          <p:cNvSpPr txBox="1"/>
          <p:nvPr>
            <p:ph type="title"/>
          </p:nvPr>
        </p:nvSpPr>
        <p:spPr>
          <a:xfrm>
            <a:off x="1048350" y="323850"/>
            <a:ext cx="70473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rPr>
              <a:t>Use our editable graphic resources...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6" name="Shape 1716"/>
        <p:cNvGrpSpPr/>
        <p:nvPr/>
      </p:nvGrpSpPr>
      <p:grpSpPr>
        <a:xfrm>
          <a:off x="0" y="0"/>
          <a:ext cx="0" cy="0"/>
          <a:chOff x="0" y="0"/>
          <a:chExt cx="0" cy="0"/>
        </a:xfrm>
      </p:grpSpPr>
      <p:grpSp>
        <p:nvGrpSpPr>
          <p:cNvPr id="1717" name="Google Shape;1717;p60"/>
          <p:cNvGrpSpPr/>
          <p:nvPr/>
        </p:nvGrpSpPr>
        <p:grpSpPr>
          <a:xfrm>
            <a:off x="722058" y="957091"/>
            <a:ext cx="2492868" cy="1379876"/>
            <a:chOff x="2654821" y="2311071"/>
            <a:chExt cx="2279715" cy="1262120"/>
          </a:xfrm>
        </p:grpSpPr>
        <p:grpSp>
          <p:nvGrpSpPr>
            <p:cNvPr id="1718" name="Google Shape;1718;p60"/>
            <p:cNvGrpSpPr/>
            <p:nvPr/>
          </p:nvGrpSpPr>
          <p:grpSpPr>
            <a:xfrm>
              <a:off x="4034269" y="2840745"/>
              <a:ext cx="40212" cy="36437"/>
              <a:chOff x="4293400" y="2574725"/>
              <a:chExt cx="84425" cy="80100"/>
            </a:xfrm>
          </p:grpSpPr>
          <p:sp>
            <p:nvSpPr>
              <p:cNvPr id="1719" name="Google Shape;1719;p60"/>
              <p:cNvSpPr/>
              <p:nvPr/>
            </p:nvSpPr>
            <p:spPr>
              <a:xfrm>
                <a:off x="4293400" y="2574725"/>
                <a:ext cx="57150" cy="45250"/>
              </a:xfrm>
              <a:custGeom>
                <a:rect b="b" l="l" r="r" t="t"/>
                <a:pathLst>
                  <a:path extrusionOk="0" h="1810" w="2286">
                    <a:moveTo>
                      <a:pt x="2286" y="905"/>
                    </a:moveTo>
                    <a:lnTo>
                      <a:pt x="1857" y="476"/>
                    </a:lnTo>
                    <a:lnTo>
                      <a:pt x="0" y="0"/>
                    </a:lnTo>
                    <a:lnTo>
                      <a:pt x="95" y="834"/>
                    </a:lnTo>
                    <a:lnTo>
                      <a:pt x="952" y="1476"/>
                    </a:lnTo>
                    <a:lnTo>
                      <a:pt x="1952" y="1810"/>
                    </a:lnTo>
                    <a:close/>
                  </a:path>
                </a:pathLst>
              </a:custGeom>
              <a:solidFill>
                <a:srgbClr val="5F7D95"/>
              </a:solidFill>
              <a:ln>
                <a:noFill/>
              </a:ln>
            </p:spPr>
          </p:sp>
          <p:sp>
            <p:nvSpPr>
              <p:cNvPr id="1720" name="Google Shape;1720;p60"/>
              <p:cNvSpPr/>
              <p:nvPr/>
            </p:nvSpPr>
            <p:spPr>
              <a:xfrm>
                <a:off x="4299350" y="2589925"/>
                <a:ext cx="78475" cy="64900"/>
              </a:xfrm>
              <a:custGeom>
                <a:rect b="b" l="l" r="r" t="t"/>
                <a:pathLst>
                  <a:path extrusionOk="0" h="2596" w="3139">
                    <a:moveTo>
                      <a:pt x="2009" y="1"/>
                    </a:moveTo>
                    <a:lnTo>
                      <a:pt x="1820" y="252"/>
                    </a:lnTo>
                    <a:lnTo>
                      <a:pt x="1632" y="314"/>
                    </a:lnTo>
                    <a:lnTo>
                      <a:pt x="1590" y="419"/>
                    </a:lnTo>
                    <a:lnTo>
                      <a:pt x="1318" y="398"/>
                    </a:lnTo>
                    <a:lnTo>
                      <a:pt x="1255" y="273"/>
                    </a:lnTo>
                    <a:lnTo>
                      <a:pt x="983" y="63"/>
                    </a:lnTo>
                    <a:lnTo>
                      <a:pt x="837" y="42"/>
                    </a:lnTo>
                    <a:lnTo>
                      <a:pt x="795" y="63"/>
                    </a:lnTo>
                    <a:lnTo>
                      <a:pt x="753" y="252"/>
                    </a:lnTo>
                    <a:lnTo>
                      <a:pt x="900" y="314"/>
                    </a:lnTo>
                    <a:lnTo>
                      <a:pt x="983" y="461"/>
                    </a:lnTo>
                    <a:lnTo>
                      <a:pt x="963" y="670"/>
                    </a:lnTo>
                    <a:lnTo>
                      <a:pt x="753" y="566"/>
                    </a:lnTo>
                    <a:lnTo>
                      <a:pt x="544" y="524"/>
                    </a:lnTo>
                    <a:lnTo>
                      <a:pt x="209" y="356"/>
                    </a:lnTo>
                    <a:lnTo>
                      <a:pt x="0" y="419"/>
                    </a:lnTo>
                    <a:lnTo>
                      <a:pt x="0" y="524"/>
                    </a:lnTo>
                    <a:lnTo>
                      <a:pt x="105" y="628"/>
                    </a:lnTo>
                    <a:lnTo>
                      <a:pt x="314" y="670"/>
                    </a:lnTo>
                    <a:lnTo>
                      <a:pt x="419" y="796"/>
                    </a:lnTo>
                    <a:lnTo>
                      <a:pt x="377" y="921"/>
                    </a:lnTo>
                    <a:lnTo>
                      <a:pt x="377" y="1026"/>
                    </a:lnTo>
                    <a:lnTo>
                      <a:pt x="628" y="1214"/>
                    </a:lnTo>
                    <a:lnTo>
                      <a:pt x="628" y="1340"/>
                    </a:lnTo>
                    <a:lnTo>
                      <a:pt x="544" y="1423"/>
                    </a:lnTo>
                    <a:lnTo>
                      <a:pt x="628" y="1612"/>
                    </a:lnTo>
                    <a:lnTo>
                      <a:pt x="879" y="1737"/>
                    </a:lnTo>
                    <a:lnTo>
                      <a:pt x="1067" y="1737"/>
                    </a:lnTo>
                    <a:lnTo>
                      <a:pt x="1193" y="1863"/>
                    </a:lnTo>
                    <a:lnTo>
                      <a:pt x="1046" y="1884"/>
                    </a:lnTo>
                    <a:lnTo>
                      <a:pt x="1109" y="2051"/>
                    </a:lnTo>
                    <a:lnTo>
                      <a:pt x="1088" y="2093"/>
                    </a:lnTo>
                    <a:lnTo>
                      <a:pt x="1088" y="2239"/>
                    </a:lnTo>
                    <a:lnTo>
                      <a:pt x="1172" y="2260"/>
                    </a:lnTo>
                    <a:lnTo>
                      <a:pt x="1276" y="2198"/>
                    </a:lnTo>
                    <a:lnTo>
                      <a:pt x="1276" y="2156"/>
                    </a:lnTo>
                    <a:lnTo>
                      <a:pt x="1318" y="2093"/>
                    </a:lnTo>
                    <a:lnTo>
                      <a:pt x="1381" y="2072"/>
                    </a:lnTo>
                    <a:lnTo>
                      <a:pt x="1486" y="1946"/>
                    </a:lnTo>
                    <a:lnTo>
                      <a:pt x="1569" y="1926"/>
                    </a:lnTo>
                    <a:lnTo>
                      <a:pt x="1611" y="1821"/>
                    </a:lnTo>
                    <a:lnTo>
                      <a:pt x="1695" y="1821"/>
                    </a:lnTo>
                    <a:lnTo>
                      <a:pt x="1820" y="1737"/>
                    </a:lnTo>
                    <a:lnTo>
                      <a:pt x="1883" y="1737"/>
                    </a:lnTo>
                    <a:lnTo>
                      <a:pt x="1883" y="1758"/>
                    </a:lnTo>
                    <a:lnTo>
                      <a:pt x="1925" y="1758"/>
                    </a:lnTo>
                    <a:lnTo>
                      <a:pt x="1988" y="1863"/>
                    </a:lnTo>
                    <a:lnTo>
                      <a:pt x="2051" y="1946"/>
                    </a:lnTo>
                    <a:lnTo>
                      <a:pt x="2009" y="1988"/>
                    </a:lnTo>
                    <a:lnTo>
                      <a:pt x="2030" y="2051"/>
                    </a:lnTo>
                    <a:lnTo>
                      <a:pt x="2155" y="2135"/>
                    </a:lnTo>
                    <a:lnTo>
                      <a:pt x="1988" y="2260"/>
                    </a:lnTo>
                    <a:lnTo>
                      <a:pt x="2155" y="2470"/>
                    </a:lnTo>
                    <a:lnTo>
                      <a:pt x="2260" y="2511"/>
                    </a:lnTo>
                    <a:lnTo>
                      <a:pt x="2302" y="2574"/>
                    </a:lnTo>
                    <a:lnTo>
                      <a:pt x="2406" y="2595"/>
                    </a:lnTo>
                    <a:lnTo>
                      <a:pt x="2448" y="2574"/>
                    </a:lnTo>
                    <a:lnTo>
                      <a:pt x="2448" y="2365"/>
                    </a:lnTo>
                    <a:lnTo>
                      <a:pt x="2427" y="2302"/>
                    </a:lnTo>
                    <a:lnTo>
                      <a:pt x="2427" y="2198"/>
                    </a:lnTo>
                    <a:lnTo>
                      <a:pt x="2406" y="2072"/>
                    </a:lnTo>
                    <a:lnTo>
                      <a:pt x="2427" y="1967"/>
                    </a:lnTo>
                    <a:lnTo>
                      <a:pt x="2469" y="1946"/>
                    </a:lnTo>
                    <a:lnTo>
                      <a:pt x="2553" y="2030"/>
                    </a:lnTo>
                    <a:lnTo>
                      <a:pt x="2511" y="2135"/>
                    </a:lnTo>
                    <a:lnTo>
                      <a:pt x="2553" y="2198"/>
                    </a:lnTo>
                    <a:lnTo>
                      <a:pt x="2574" y="2135"/>
                    </a:lnTo>
                    <a:lnTo>
                      <a:pt x="2574" y="1946"/>
                    </a:lnTo>
                    <a:lnTo>
                      <a:pt x="2636" y="1884"/>
                    </a:lnTo>
                    <a:lnTo>
                      <a:pt x="2636" y="1779"/>
                    </a:lnTo>
                    <a:lnTo>
                      <a:pt x="2574" y="1737"/>
                    </a:lnTo>
                    <a:lnTo>
                      <a:pt x="2616" y="1633"/>
                    </a:lnTo>
                    <a:lnTo>
                      <a:pt x="2657" y="1549"/>
                    </a:lnTo>
                    <a:lnTo>
                      <a:pt x="2636" y="1444"/>
                    </a:lnTo>
                    <a:lnTo>
                      <a:pt x="2636" y="1298"/>
                    </a:lnTo>
                    <a:lnTo>
                      <a:pt x="2783" y="1151"/>
                    </a:lnTo>
                    <a:lnTo>
                      <a:pt x="2950" y="1130"/>
                    </a:lnTo>
                    <a:lnTo>
                      <a:pt x="3034" y="1089"/>
                    </a:lnTo>
                    <a:lnTo>
                      <a:pt x="3139" y="1089"/>
                    </a:lnTo>
                    <a:lnTo>
                      <a:pt x="3034" y="984"/>
                    </a:lnTo>
                    <a:lnTo>
                      <a:pt x="2888" y="900"/>
                    </a:lnTo>
                    <a:lnTo>
                      <a:pt x="2741" y="921"/>
                    </a:lnTo>
                    <a:lnTo>
                      <a:pt x="2616" y="817"/>
                    </a:lnTo>
                    <a:lnTo>
                      <a:pt x="2574" y="712"/>
                    </a:lnTo>
                    <a:lnTo>
                      <a:pt x="2406" y="586"/>
                    </a:lnTo>
                    <a:lnTo>
                      <a:pt x="2323" y="419"/>
                    </a:lnTo>
                    <a:lnTo>
                      <a:pt x="2323" y="314"/>
                    </a:lnTo>
                    <a:lnTo>
                      <a:pt x="2134" y="84"/>
                    </a:lnTo>
                    <a:lnTo>
                      <a:pt x="20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1" name="Google Shape;1721;p60"/>
            <p:cNvGrpSpPr/>
            <p:nvPr/>
          </p:nvGrpSpPr>
          <p:grpSpPr>
            <a:xfrm>
              <a:off x="3894606" y="2334874"/>
              <a:ext cx="913198" cy="518984"/>
              <a:chOff x="4000175" y="1462675"/>
              <a:chExt cx="1917275" cy="1140875"/>
            </a:xfrm>
          </p:grpSpPr>
          <p:sp>
            <p:nvSpPr>
              <p:cNvPr id="1722" name="Google Shape;1722;p60"/>
              <p:cNvSpPr/>
              <p:nvPr/>
            </p:nvSpPr>
            <p:spPr>
              <a:xfrm>
                <a:off x="4178050" y="2433300"/>
                <a:ext cx="60250" cy="65175"/>
              </a:xfrm>
              <a:custGeom>
                <a:rect b="b" l="l" r="r" t="t"/>
                <a:pathLst>
                  <a:path extrusionOk="0" h="2607" w="2410">
                    <a:moveTo>
                      <a:pt x="639" y="2410"/>
                    </a:moveTo>
                    <a:lnTo>
                      <a:pt x="1180" y="2607"/>
                    </a:lnTo>
                    <a:lnTo>
                      <a:pt x="2410" y="2017"/>
                    </a:lnTo>
                    <a:lnTo>
                      <a:pt x="2262" y="0"/>
                    </a:lnTo>
                    <a:lnTo>
                      <a:pt x="541" y="0"/>
                    </a:lnTo>
                    <a:lnTo>
                      <a:pt x="0" y="1771"/>
                    </a:lnTo>
                    <a:close/>
                  </a:path>
                </a:pathLst>
              </a:custGeom>
              <a:solidFill>
                <a:srgbClr val="5F7D95"/>
              </a:solidFill>
              <a:ln>
                <a:noFill/>
              </a:ln>
            </p:spPr>
          </p:sp>
          <p:grpSp>
            <p:nvGrpSpPr>
              <p:cNvPr id="1723" name="Google Shape;1723;p60"/>
              <p:cNvGrpSpPr/>
              <p:nvPr/>
            </p:nvGrpSpPr>
            <p:grpSpPr>
              <a:xfrm>
                <a:off x="4000175" y="1462675"/>
                <a:ext cx="1917275" cy="1140875"/>
                <a:chOff x="4000175" y="1462675"/>
                <a:chExt cx="1917275" cy="1140875"/>
              </a:xfrm>
            </p:grpSpPr>
            <p:sp>
              <p:nvSpPr>
                <p:cNvPr id="1724" name="Google Shape;1724;p60"/>
                <p:cNvSpPr/>
                <p:nvPr/>
              </p:nvSpPr>
              <p:spPr>
                <a:xfrm>
                  <a:off x="4000175" y="2000075"/>
                  <a:ext cx="1545875" cy="510000"/>
                </a:xfrm>
                <a:custGeom>
                  <a:rect b="b" l="l" r="r" t="t"/>
                  <a:pathLst>
                    <a:path extrusionOk="0" h="20400" w="61835">
                      <a:moveTo>
                        <a:pt x="1594" y="319"/>
                      </a:moveTo>
                      <a:lnTo>
                        <a:pt x="106" y="0"/>
                      </a:lnTo>
                      <a:lnTo>
                        <a:pt x="0" y="2444"/>
                      </a:lnTo>
                      <a:lnTo>
                        <a:pt x="1062" y="9031"/>
                      </a:lnTo>
                      <a:lnTo>
                        <a:pt x="3931" y="9775"/>
                      </a:lnTo>
                      <a:lnTo>
                        <a:pt x="2125" y="10200"/>
                      </a:lnTo>
                      <a:lnTo>
                        <a:pt x="531" y="10413"/>
                      </a:lnTo>
                      <a:lnTo>
                        <a:pt x="1487" y="13600"/>
                      </a:lnTo>
                      <a:lnTo>
                        <a:pt x="3931" y="17212"/>
                      </a:lnTo>
                      <a:lnTo>
                        <a:pt x="8393" y="18594"/>
                      </a:lnTo>
                      <a:lnTo>
                        <a:pt x="9987" y="18169"/>
                      </a:lnTo>
                      <a:lnTo>
                        <a:pt x="13281" y="20400"/>
                      </a:lnTo>
                      <a:lnTo>
                        <a:pt x="14343" y="18912"/>
                      </a:lnTo>
                      <a:lnTo>
                        <a:pt x="28793" y="17319"/>
                      </a:lnTo>
                      <a:lnTo>
                        <a:pt x="35699" y="16894"/>
                      </a:lnTo>
                      <a:lnTo>
                        <a:pt x="48342" y="16894"/>
                      </a:lnTo>
                      <a:lnTo>
                        <a:pt x="49617" y="15194"/>
                      </a:lnTo>
                      <a:lnTo>
                        <a:pt x="59285" y="20294"/>
                      </a:lnTo>
                      <a:lnTo>
                        <a:pt x="60135" y="19231"/>
                      </a:lnTo>
                      <a:lnTo>
                        <a:pt x="61835" y="18487"/>
                      </a:lnTo>
                      <a:lnTo>
                        <a:pt x="61092" y="13494"/>
                      </a:lnTo>
                      <a:lnTo>
                        <a:pt x="46323" y="3188"/>
                      </a:lnTo>
                      <a:lnTo>
                        <a:pt x="12962" y="10413"/>
                      </a:lnTo>
                      <a:lnTo>
                        <a:pt x="4569" y="7013"/>
                      </a:lnTo>
                      <a:lnTo>
                        <a:pt x="2444" y="3507"/>
                      </a:lnTo>
                      <a:lnTo>
                        <a:pt x="2019" y="1807"/>
                      </a:lnTo>
                      <a:close/>
                    </a:path>
                  </a:pathLst>
                </a:custGeom>
                <a:solidFill>
                  <a:srgbClr val="5F7D95"/>
                </a:solidFill>
                <a:ln>
                  <a:noFill/>
                </a:ln>
              </p:spPr>
            </p:sp>
            <p:sp>
              <p:nvSpPr>
                <p:cNvPr id="1725" name="Google Shape;1725;p60"/>
                <p:cNvSpPr/>
                <p:nvPr/>
              </p:nvSpPr>
              <p:spPr>
                <a:xfrm>
                  <a:off x="4624175" y="1521775"/>
                  <a:ext cx="58100" cy="73775"/>
                </a:xfrm>
                <a:custGeom>
                  <a:rect b="b" l="l" r="r" t="t"/>
                  <a:pathLst>
                    <a:path extrusionOk="0" h="2951" w="2324">
                      <a:moveTo>
                        <a:pt x="210" y="1"/>
                      </a:moveTo>
                      <a:lnTo>
                        <a:pt x="126" y="84"/>
                      </a:lnTo>
                      <a:lnTo>
                        <a:pt x="147" y="189"/>
                      </a:lnTo>
                      <a:lnTo>
                        <a:pt x="252" y="252"/>
                      </a:lnTo>
                      <a:lnTo>
                        <a:pt x="335" y="356"/>
                      </a:lnTo>
                      <a:lnTo>
                        <a:pt x="273" y="419"/>
                      </a:lnTo>
                      <a:lnTo>
                        <a:pt x="210" y="419"/>
                      </a:lnTo>
                      <a:lnTo>
                        <a:pt x="147" y="335"/>
                      </a:lnTo>
                      <a:lnTo>
                        <a:pt x="63" y="293"/>
                      </a:lnTo>
                      <a:lnTo>
                        <a:pt x="22" y="293"/>
                      </a:lnTo>
                      <a:lnTo>
                        <a:pt x="42" y="356"/>
                      </a:lnTo>
                      <a:lnTo>
                        <a:pt x="22" y="545"/>
                      </a:lnTo>
                      <a:lnTo>
                        <a:pt x="1" y="565"/>
                      </a:lnTo>
                      <a:lnTo>
                        <a:pt x="1" y="712"/>
                      </a:lnTo>
                      <a:lnTo>
                        <a:pt x="42" y="754"/>
                      </a:lnTo>
                      <a:lnTo>
                        <a:pt x="126" y="775"/>
                      </a:lnTo>
                      <a:lnTo>
                        <a:pt x="189" y="858"/>
                      </a:lnTo>
                      <a:lnTo>
                        <a:pt x="147" y="963"/>
                      </a:lnTo>
                      <a:lnTo>
                        <a:pt x="294" y="1256"/>
                      </a:lnTo>
                      <a:lnTo>
                        <a:pt x="356" y="1340"/>
                      </a:lnTo>
                      <a:lnTo>
                        <a:pt x="461" y="1340"/>
                      </a:lnTo>
                      <a:lnTo>
                        <a:pt x="398" y="1402"/>
                      </a:lnTo>
                      <a:lnTo>
                        <a:pt x="294" y="1444"/>
                      </a:lnTo>
                      <a:lnTo>
                        <a:pt x="231" y="1612"/>
                      </a:lnTo>
                      <a:lnTo>
                        <a:pt x="335" y="1821"/>
                      </a:lnTo>
                      <a:lnTo>
                        <a:pt x="398" y="1988"/>
                      </a:lnTo>
                      <a:lnTo>
                        <a:pt x="398" y="2114"/>
                      </a:lnTo>
                      <a:lnTo>
                        <a:pt x="440" y="2177"/>
                      </a:lnTo>
                      <a:lnTo>
                        <a:pt x="461" y="2281"/>
                      </a:lnTo>
                      <a:lnTo>
                        <a:pt x="419" y="2323"/>
                      </a:lnTo>
                      <a:lnTo>
                        <a:pt x="503" y="2511"/>
                      </a:lnTo>
                      <a:lnTo>
                        <a:pt x="545" y="2679"/>
                      </a:lnTo>
                      <a:lnTo>
                        <a:pt x="649" y="2762"/>
                      </a:lnTo>
                      <a:lnTo>
                        <a:pt x="649" y="2867"/>
                      </a:lnTo>
                      <a:lnTo>
                        <a:pt x="733" y="2951"/>
                      </a:lnTo>
                      <a:lnTo>
                        <a:pt x="879" y="2909"/>
                      </a:lnTo>
                      <a:lnTo>
                        <a:pt x="963" y="2742"/>
                      </a:lnTo>
                      <a:lnTo>
                        <a:pt x="1089" y="2553"/>
                      </a:lnTo>
                      <a:lnTo>
                        <a:pt x="1172" y="2511"/>
                      </a:lnTo>
                      <a:lnTo>
                        <a:pt x="1151" y="2428"/>
                      </a:lnTo>
                      <a:lnTo>
                        <a:pt x="1172" y="2323"/>
                      </a:lnTo>
                      <a:lnTo>
                        <a:pt x="1423" y="2135"/>
                      </a:lnTo>
                      <a:lnTo>
                        <a:pt x="1528" y="2114"/>
                      </a:lnTo>
                      <a:lnTo>
                        <a:pt x="1612" y="2177"/>
                      </a:lnTo>
                      <a:lnTo>
                        <a:pt x="1695" y="2177"/>
                      </a:lnTo>
                      <a:lnTo>
                        <a:pt x="1737" y="2072"/>
                      </a:lnTo>
                      <a:lnTo>
                        <a:pt x="1800" y="1988"/>
                      </a:lnTo>
                      <a:lnTo>
                        <a:pt x="1926" y="1926"/>
                      </a:lnTo>
                      <a:lnTo>
                        <a:pt x="2114" y="1779"/>
                      </a:lnTo>
                      <a:lnTo>
                        <a:pt x="2135" y="1674"/>
                      </a:lnTo>
                      <a:lnTo>
                        <a:pt x="2219" y="1612"/>
                      </a:lnTo>
                      <a:lnTo>
                        <a:pt x="2323" y="1382"/>
                      </a:lnTo>
                      <a:lnTo>
                        <a:pt x="2302" y="1256"/>
                      </a:lnTo>
                      <a:lnTo>
                        <a:pt x="2135" y="1068"/>
                      </a:lnTo>
                      <a:lnTo>
                        <a:pt x="2051" y="942"/>
                      </a:lnTo>
                      <a:lnTo>
                        <a:pt x="2051" y="837"/>
                      </a:lnTo>
                      <a:lnTo>
                        <a:pt x="1884" y="712"/>
                      </a:lnTo>
                      <a:lnTo>
                        <a:pt x="1779" y="712"/>
                      </a:lnTo>
                      <a:lnTo>
                        <a:pt x="1716" y="733"/>
                      </a:lnTo>
                      <a:lnTo>
                        <a:pt x="1633" y="670"/>
                      </a:lnTo>
                      <a:lnTo>
                        <a:pt x="1507" y="628"/>
                      </a:lnTo>
                      <a:lnTo>
                        <a:pt x="1382" y="503"/>
                      </a:lnTo>
                      <a:lnTo>
                        <a:pt x="1319" y="461"/>
                      </a:lnTo>
                      <a:lnTo>
                        <a:pt x="1298" y="524"/>
                      </a:lnTo>
                      <a:lnTo>
                        <a:pt x="1214" y="503"/>
                      </a:lnTo>
                      <a:lnTo>
                        <a:pt x="1193" y="419"/>
                      </a:lnTo>
                      <a:lnTo>
                        <a:pt x="1110" y="314"/>
                      </a:lnTo>
                      <a:lnTo>
                        <a:pt x="1047" y="314"/>
                      </a:lnTo>
                      <a:lnTo>
                        <a:pt x="1005" y="419"/>
                      </a:lnTo>
                      <a:lnTo>
                        <a:pt x="963" y="419"/>
                      </a:lnTo>
                      <a:lnTo>
                        <a:pt x="858" y="252"/>
                      </a:lnTo>
                      <a:lnTo>
                        <a:pt x="775" y="210"/>
                      </a:lnTo>
                      <a:lnTo>
                        <a:pt x="775" y="252"/>
                      </a:lnTo>
                      <a:lnTo>
                        <a:pt x="858" y="356"/>
                      </a:lnTo>
                      <a:lnTo>
                        <a:pt x="858" y="440"/>
                      </a:lnTo>
                      <a:lnTo>
                        <a:pt x="775" y="503"/>
                      </a:lnTo>
                      <a:lnTo>
                        <a:pt x="775" y="607"/>
                      </a:lnTo>
                      <a:lnTo>
                        <a:pt x="733" y="607"/>
                      </a:lnTo>
                      <a:lnTo>
                        <a:pt x="670" y="524"/>
                      </a:lnTo>
                      <a:lnTo>
                        <a:pt x="649" y="147"/>
                      </a:lnTo>
                      <a:lnTo>
                        <a:pt x="545" y="105"/>
                      </a:lnTo>
                      <a:lnTo>
                        <a:pt x="440" y="84"/>
                      </a:lnTo>
                      <a:lnTo>
                        <a:pt x="27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60"/>
                <p:cNvSpPr/>
                <p:nvPr/>
              </p:nvSpPr>
              <p:spPr>
                <a:xfrm>
                  <a:off x="4499150" y="1462675"/>
                  <a:ext cx="117200" cy="104100"/>
                </a:xfrm>
                <a:custGeom>
                  <a:rect b="b" l="l" r="r" t="t"/>
                  <a:pathLst>
                    <a:path extrusionOk="0" h="4164" w="4688">
                      <a:moveTo>
                        <a:pt x="398" y="0"/>
                      </a:moveTo>
                      <a:lnTo>
                        <a:pt x="357" y="63"/>
                      </a:lnTo>
                      <a:lnTo>
                        <a:pt x="336" y="168"/>
                      </a:lnTo>
                      <a:lnTo>
                        <a:pt x="357" y="251"/>
                      </a:lnTo>
                      <a:lnTo>
                        <a:pt x="357" y="398"/>
                      </a:lnTo>
                      <a:lnTo>
                        <a:pt x="252" y="523"/>
                      </a:lnTo>
                      <a:lnTo>
                        <a:pt x="147" y="712"/>
                      </a:lnTo>
                      <a:lnTo>
                        <a:pt x="22" y="879"/>
                      </a:lnTo>
                      <a:lnTo>
                        <a:pt x="1" y="984"/>
                      </a:lnTo>
                      <a:lnTo>
                        <a:pt x="22" y="1423"/>
                      </a:lnTo>
                      <a:lnTo>
                        <a:pt x="105" y="1507"/>
                      </a:lnTo>
                      <a:lnTo>
                        <a:pt x="210" y="1549"/>
                      </a:lnTo>
                      <a:lnTo>
                        <a:pt x="231" y="1653"/>
                      </a:lnTo>
                      <a:lnTo>
                        <a:pt x="189" y="1967"/>
                      </a:lnTo>
                      <a:lnTo>
                        <a:pt x="126" y="2093"/>
                      </a:lnTo>
                      <a:lnTo>
                        <a:pt x="105" y="2197"/>
                      </a:lnTo>
                      <a:lnTo>
                        <a:pt x="126" y="2281"/>
                      </a:lnTo>
                      <a:lnTo>
                        <a:pt x="189" y="2260"/>
                      </a:lnTo>
                      <a:lnTo>
                        <a:pt x="273" y="2155"/>
                      </a:lnTo>
                      <a:lnTo>
                        <a:pt x="419" y="2093"/>
                      </a:lnTo>
                      <a:lnTo>
                        <a:pt x="482" y="2155"/>
                      </a:lnTo>
                      <a:lnTo>
                        <a:pt x="503" y="2260"/>
                      </a:lnTo>
                      <a:lnTo>
                        <a:pt x="650" y="2385"/>
                      </a:lnTo>
                      <a:lnTo>
                        <a:pt x="754" y="2385"/>
                      </a:lnTo>
                      <a:lnTo>
                        <a:pt x="817" y="2344"/>
                      </a:lnTo>
                      <a:lnTo>
                        <a:pt x="901" y="2365"/>
                      </a:lnTo>
                      <a:cubicBezTo>
                        <a:pt x="859" y="2448"/>
                        <a:pt x="859" y="2511"/>
                        <a:pt x="859" y="2595"/>
                      </a:cubicBezTo>
                      <a:lnTo>
                        <a:pt x="838" y="2595"/>
                      </a:lnTo>
                      <a:lnTo>
                        <a:pt x="733" y="2657"/>
                      </a:lnTo>
                      <a:lnTo>
                        <a:pt x="629" y="2595"/>
                      </a:lnTo>
                      <a:lnTo>
                        <a:pt x="545" y="2595"/>
                      </a:lnTo>
                      <a:lnTo>
                        <a:pt x="440" y="2678"/>
                      </a:lnTo>
                      <a:lnTo>
                        <a:pt x="315" y="2678"/>
                      </a:lnTo>
                      <a:lnTo>
                        <a:pt x="294" y="2699"/>
                      </a:lnTo>
                      <a:lnTo>
                        <a:pt x="336" y="2783"/>
                      </a:lnTo>
                      <a:lnTo>
                        <a:pt x="482" y="2804"/>
                      </a:lnTo>
                      <a:lnTo>
                        <a:pt x="524" y="2909"/>
                      </a:lnTo>
                      <a:lnTo>
                        <a:pt x="650" y="2971"/>
                      </a:lnTo>
                      <a:lnTo>
                        <a:pt x="733" y="3076"/>
                      </a:lnTo>
                      <a:lnTo>
                        <a:pt x="901" y="3118"/>
                      </a:lnTo>
                      <a:lnTo>
                        <a:pt x="1110" y="3118"/>
                      </a:lnTo>
                      <a:lnTo>
                        <a:pt x="1173" y="3139"/>
                      </a:lnTo>
                      <a:lnTo>
                        <a:pt x="1131" y="3181"/>
                      </a:lnTo>
                      <a:lnTo>
                        <a:pt x="963" y="3222"/>
                      </a:lnTo>
                      <a:lnTo>
                        <a:pt x="838" y="3222"/>
                      </a:lnTo>
                      <a:lnTo>
                        <a:pt x="838" y="3285"/>
                      </a:lnTo>
                      <a:lnTo>
                        <a:pt x="942" y="3327"/>
                      </a:lnTo>
                      <a:lnTo>
                        <a:pt x="1068" y="3327"/>
                      </a:lnTo>
                      <a:lnTo>
                        <a:pt x="1173" y="3243"/>
                      </a:lnTo>
                      <a:lnTo>
                        <a:pt x="1319" y="3139"/>
                      </a:lnTo>
                      <a:lnTo>
                        <a:pt x="1382" y="3097"/>
                      </a:lnTo>
                      <a:lnTo>
                        <a:pt x="1445" y="2929"/>
                      </a:lnTo>
                      <a:lnTo>
                        <a:pt x="1528" y="2762"/>
                      </a:lnTo>
                      <a:lnTo>
                        <a:pt x="1486" y="2678"/>
                      </a:lnTo>
                      <a:lnTo>
                        <a:pt x="1256" y="2532"/>
                      </a:lnTo>
                      <a:lnTo>
                        <a:pt x="1152" y="2511"/>
                      </a:lnTo>
                      <a:lnTo>
                        <a:pt x="1152" y="2385"/>
                      </a:lnTo>
                      <a:lnTo>
                        <a:pt x="1256" y="2406"/>
                      </a:lnTo>
                      <a:lnTo>
                        <a:pt x="1382" y="2385"/>
                      </a:lnTo>
                      <a:lnTo>
                        <a:pt x="1570" y="2281"/>
                      </a:lnTo>
                      <a:lnTo>
                        <a:pt x="1654" y="2176"/>
                      </a:lnTo>
                      <a:lnTo>
                        <a:pt x="1654" y="2072"/>
                      </a:lnTo>
                      <a:lnTo>
                        <a:pt x="1779" y="1946"/>
                      </a:lnTo>
                      <a:lnTo>
                        <a:pt x="1968" y="1800"/>
                      </a:lnTo>
                      <a:lnTo>
                        <a:pt x="2114" y="1967"/>
                      </a:lnTo>
                      <a:lnTo>
                        <a:pt x="2010" y="2009"/>
                      </a:lnTo>
                      <a:lnTo>
                        <a:pt x="1968" y="2093"/>
                      </a:lnTo>
                      <a:lnTo>
                        <a:pt x="1968" y="2176"/>
                      </a:lnTo>
                      <a:lnTo>
                        <a:pt x="1800" y="2197"/>
                      </a:lnTo>
                      <a:lnTo>
                        <a:pt x="1696" y="2281"/>
                      </a:lnTo>
                      <a:lnTo>
                        <a:pt x="1654" y="2469"/>
                      </a:lnTo>
                      <a:lnTo>
                        <a:pt x="1654" y="2574"/>
                      </a:lnTo>
                      <a:lnTo>
                        <a:pt x="1758" y="2637"/>
                      </a:lnTo>
                      <a:lnTo>
                        <a:pt x="1821" y="2637"/>
                      </a:lnTo>
                      <a:lnTo>
                        <a:pt x="1884" y="2720"/>
                      </a:lnTo>
                      <a:lnTo>
                        <a:pt x="1758" y="2867"/>
                      </a:lnTo>
                      <a:lnTo>
                        <a:pt x="1717" y="2971"/>
                      </a:lnTo>
                      <a:lnTo>
                        <a:pt x="1779" y="3139"/>
                      </a:lnTo>
                      <a:lnTo>
                        <a:pt x="1758" y="3222"/>
                      </a:lnTo>
                      <a:lnTo>
                        <a:pt x="1570" y="3327"/>
                      </a:lnTo>
                      <a:lnTo>
                        <a:pt x="1549" y="3390"/>
                      </a:lnTo>
                      <a:lnTo>
                        <a:pt x="1675" y="3453"/>
                      </a:lnTo>
                      <a:lnTo>
                        <a:pt x="1738" y="3515"/>
                      </a:lnTo>
                      <a:lnTo>
                        <a:pt x="1779" y="3494"/>
                      </a:lnTo>
                      <a:lnTo>
                        <a:pt x="1758" y="3411"/>
                      </a:lnTo>
                      <a:lnTo>
                        <a:pt x="1779" y="3348"/>
                      </a:lnTo>
                      <a:lnTo>
                        <a:pt x="1884" y="3411"/>
                      </a:lnTo>
                      <a:lnTo>
                        <a:pt x="1989" y="3494"/>
                      </a:lnTo>
                      <a:lnTo>
                        <a:pt x="2093" y="3432"/>
                      </a:lnTo>
                      <a:lnTo>
                        <a:pt x="2177" y="3432"/>
                      </a:lnTo>
                      <a:lnTo>
                        <a:pt x="2240" y="3536"/>
                      </a:lnTo>
                      <a:lnTo>
                        <a:pt x="2323" y="3746"/>
                      </a:lnTo>
                      <a:lnTo>
                        <a:pt x="2407" y="3829"/>
                      </a:lnTo>
                      <a:lnTo>
                        <a:pt x="2533" y="3850"/>
                      </a:lnTo>
                      <a:lnTo>
                        <a:pt x="2658" y="3934"/>
                      </a:lnTo>
                      <a:lnTo>
                        <a:pt x="2763" y="3955"/>
                      </a:lnTo>
                      <a:lnTo>
                        <a:pt x="2909" y="3871"/>
                      </a:lnTo>
                      <a:lnTo>
                        <a:pt x="3056" y="3829"/>
                      </a:lnTo>
                      <a:lnTo>
                        <a:pt x="3139" y="3871"/>
                      </a:lnTo>
                      <a:lnTo>
                        <a:pt x="3286" y="3955"/>
                      </a:lnTo>
                      <a:lnTo>
                        <a:pt x="3579" y="3976"/>
                      </a:lnTo>
                      <a:lnTo>
                        <a:pt x="3683" y="3955"/>
                      </a:lnTo>
                      <a:lnTo>
                        <a:pt x="3767" y="3976"/>
                      </a:lnTo>
                      <a:lnTo>
                        <a:pt x="3872" y="3976"/>
                      </a:lnTo>
                      <a:lnTo>
                        <a:pt x="3955" y="4059"/>
                      </a:lnTo>
                      <a:lnTo>
                        <a:pt x="4060" y="4164"/>
                      </a:lnTo>
                      <a:lnTo>
                        <a:pt x="4165" y="4164"/>
                      </a:lnTo>
                      <a:lnTo>
                        <a:pt x="4269" y="4080"/>
                      </a:lnTo>
                      <a:lnTo>
                        <a:pt x="4395" y="3955"/>
                      </a:lnTo>
                      <a:lnTo>
                        <a:pt x="4541" y="3913"/>
                      </a:lnTo>
                      <a:lnTo>
                        <a:pt x="4688" y="3725"/>
                      </a:lnTo>
                      <a:lnTo>
                        <a:pt x="4688" y="3620"/>
                      </a:lnTo>
                      <a:lnTo>
                        <a:pt x="4541" y="3453"/>
                      </a:lnTo>
                      <a:lnTo>
                        <a:pt x="4479" y="3432"/>
                      </a:lnTo>
                      <a:lnTo>
                        <a:pt x="4332" y="3285"/>
                      </a:lnTo>
                      <a:lnTo>
                        <a:pt x="4186" y="3243"/>
                      </a:lnTo>
                      <a:lnTo>
                        <a:pt x="4060" y="3181"/>
                      </a:lnTo>
                      <a:lnTo>
                        <a:pt x="4018" y="3034"/>
                      </a:lnTo>
                      <a:lnTo>
                        <a:pt x="4102" y="3034"/>
                      </a:lnTo>
                      <a:lnTo>
                        <a:pt x="4186" y="3097"/>
                      </a:lnTo>
                      <a:lnTo>
                        <a:pt x="4290" y="3097"/>
                      </a:lnTo>
                      <a:lnTo>
                        <a:pt x="4290" y="3013"/>
                      </a:lnTo>
                      <a:lnTo>
                        <a:pt x="4165" y="2825"/>
                      </a:lnTo>
                      <a:lnTo>
                        <a:pt x="3976" y="2657"/>
                      </a:lnTo>
                      <a:lnTo>
                        <a:pt x="3976" y="2490"/>
                      </a:lnTo>
                      <a:lnTo>
                        <a:pt x="3955" y="2344"/>
                      </a:lnTo>
                      <a:lnTo>
                        <a:pt x="3851" y="2281"/>
                      </a:lnTo>
                      <a:lnTo>
                        <a:pt x="3851" y="2155"/>
                      </a:lnTo>
                      <a:lnTo>
                        <a:pt x="3788" y="2093"/>
                      </a:lnTo>
                      <a:lnTo>
                        <a:pt x="3746" y="2093"/>
                      </a:lnTo>
                      <a:lnTo>
                        <a:pt x="3370" y="1821"/>
                      </a:lnTo>
                      <a:lnTo>
                        <a:pt x="3160" y="1779"/>
                      </a:lnTo>
                      <a:lnTo>
                        <a:pt x="2972" y="1821"/>
                      </a:lnTo>
                      <a:lnTo>
                        <a:pt x="2951" y="1883"/>
                      </a:lnTo>
                      <a:lnTo>
                        <a:pt x="2972" y="1967"/>
                      </a:lnTo>
                      <a:lnTo>
                        <a:pt x="3139" y="2155"/>
                      </a:lnTo>
                      <a:lnTo>
                        <a:pt x="3139" y="2239"/>
                      </a:lnTo>
                      <a:lnTo>
                        <a:pt x="3077" y="2344"/>
                      </a:lnTo>
                      <a:lnTo>
                        <a:pt x="3077" y="2448"/>
                      </a:lnTo>
                      <a:lnTo>
                        <a:pt x="3056" y="2574"/>
                      </a:lnTo>
                      <a:lnTo>
                        <a:pt x="2972" y="2720"/>
                      </a:lnTo>
                      <a:lnTo>
                        <a:pt x="2930" y="2783"/>
                      </a:lnTo>
                      <a:lnTo>
                        <a:pt x="2909" y="2699"/>
                      </a:lnTo>
                      <a:lnTo>
                        <a:pt x="2951" y="2595"/>
                      </a:lnTo>
                      <a:lnTo>
                        <a:pt x="2972" y="2490"/>
                      </a:lnTo>
                      <a:lnTo>
                        <a:pt x="2930" y="2448"/>
                      </a:lnTo>
                      <a:lnTo>
                        <a:pt x="2972" y="2260"/>
                      </a:lnTo>
                      <a:lnTo>
                        <a:pt x="2930" y="2155"/>
                      </a:lnTo>
                      <a:lnTo>
                        <a:pt x="2742" y="1883"/>
                      </a:lnTo>
                      <a:lnTo>
                        <a:pt x="2595" y="1779"/>
                      </a:lnTo>
                      <a:lnTo>
                        <a:pt x="2386" y="1758"/>
                      </a:lnTo>
                      <a:lnTo>
                        <a:pt x="2323" y="1779"/>
                      </a:lnTo>
                      <a:lnTo>
                        <a:pt x="2282" y="1925"/>
                      </a:lnTo>
                      <a:lnTo>
                        <a:pt x="2240" y="1946"/>
                      </a:lnTo>
                      <a:cubicBezTo>
                        <a:pt x="2198" y="1883"/>
                        <a:pt x="2114" y="1841"/>
                        <a:pt x="2072" y="1821"/>
                      </a:cubicBezTo>
                      <a:lnTo>
                        <a:pt x="2114" y="1779"/>
                      </a:lnTo>
                      <a:lnTo>
                        <a:pt x="2177" y="1674"/>
                      </a:lnTo>
                      <a:lnTo>
                        <a:pt x="2177" y="1549"/>
                      </a:lnTo>
                      <a:lnTo>
                        <a:pt x="1989" y="1444"/>
                      </a:lnTo>
                      <a:lnTo>
                        <a:pt x="1800" y="1297"/>
                      </a:lnTo>
                      <a:lnTo>
                        <a:pt x="1696" y="1109"/>
                      </a:lnTo>
                      <a:lnTo>
                        <a:pt x="1696" y="984"/>
                      </a:lnTo>
                      <a:lnTo>
                        <a:pt x="1758" y="837"/>
                      </a:lnTo>
                      <a:lnTo>
                        <a:pt x="1758" y="733"/>
                      </a:lnTo>
                      <a:lnTo>
                        <a:pt x="1696" y="712"/>
                      </a:lnTo>
                      <a:lnTo>
                        <a:pt x="1403" y="712"/>
                      </a:lnTo>
                      <a:lnTo>
                        <a:pt x="1194" y="628"/>
                      </a:lnTo>
                      <a:lnTo>
                        <a:pt x="1047" y="523"/>
                      </a:lnTo>
                      <a:lnTo>
                        <a:pt x="817" y="251"/>
                      </a:lnTo>
                      <a:lnTo>
                        <a:pt x="650" y="105"/>
                      </a:lnTo>
                      <a:lnTo>
                        <a:pt x="46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60"/>
                <p:cNvSpPr/>
                <p:nvPr/>
              </p:nvSpPr>
              <p:spPr>
                <a:xfrm>
                  <a:off x="4241800" y="1706950"/>
                  <a:ext cx="130800" cy="246400"/>
                </a:xfrm>
                <a:custGeom>
                  <a:rect b="b" l="l" r="r" t="t"/>
                  <a:pathLst>
                    <a:path extrusionOk="0" h="9856" w="5232">
                      <a:moveTo>
                        <a:pt x="4750" y="1"/>
                      </a:moveTo>
                      <a:lnTo>
                        <a:pt x="4625" y="63"/>
                      </a:lnTo>
                      <a:lnTo>
                        <a:pt x="4604" y="126"/>
                      </a:lnTo>
                      <a:lnTo>
                        <a:pt x="4520" y="105"/>
                      </a:lnTo>
                      <a:lnTo>
                        <a:pt x="4436" y="42"/>
                      </a:lnTo>
                      <a:lnTo>
                        <a:pt x="4332" y="63"/>
                      </a:lnTo>
                      <a:lnTo>
                        <a:pt x="4206" y="168"/>
                      </a:lnTo>
                      <a:lnTo>
                        <a:pt x="4185" y="273"/>
                      </a:lnTo>
                      <a:lnTo>
                        <a:pt x="4101" y="335"/>
                      </a:lnTo>
                      <a:lnTo>
                        <a:pt x="4018" y="356"/>
                      </a:lnTo>
                      <a:lnTo>
                        <a:pt x="3934" y="440"/>
                      </a:lnTo>
                      <a:lnTo>
                        <a:pt x="3934" y="524"/>
                      </a:lnTo>
                      <a:lnTo>
                        <a:pt x="3871" y="628"/>
                      </a:lnTo>
                      <a:lnTo>
                        <a:pt x="3871" y="670"/>
                      </a:lnTo>
                      <a:lnTo>
                        <a:pt x="3934" y="775"/>
                      </a:lnTo>
                      <a:lnTo>
                        <a:pt x="3934" y="858"/>
                      </a:lnTo>
                      <a:lnTo>
                        <a:pt x="3829" y="858"/>
                      </a:lnTo>
                      <a:lnTo>
                        <a:pt x="3788" y="900"/>
                      </a:lnTo>
                      <a:lnTo>
                        <a:pt x="3788" y="984"/>
                      </a:lnTo>
                      <a:lnTo>
                        <a:pt x="3725" y="1047"/>
                      </a:lnTo>
                      <a:lnTo>
                        <a:pt x="3662" y="1109"/>
                      </a:lnTo>
                      <a:lnTo>
                        <a:pt x="3453" y="1256"/>
                      </a:lnTo>
                      <a:lnTo>
                        <a:pt x="3369" y="1298"/>
                      </a:lnTo>
                      <a:lnTo>
                        <a:pt x="3306" y="1277"/>
                      </a:lnTo>
                      <a:lnTo>
                        <a:pt x="3202" y="1277"/>
                      </a:lnTo>
                      <a:lnTo>
                        <a:pt x="3139" y="1319"/>
                      </a:lnTo>
                      <a:lnTo>
                        <a:pt x="3034" y="1486"/>
                      </a:lnTo>
                      <a:lnTo>
                        <a:pt x="2951" y="1528"/>
                      </a:lnTo>
                      <a:lnTo>
                        <a:pt x="2888" y="1507"/>
                      </a:lnTo>
                      <a:lnTo>
                        <a:pt x="2867" y="1423"/>
                      </a:lnTo>
                      <a:lnTo>
                        <a:pt x="2825" y="1423"/>
                      </a:lnTo>
                      <a:lnTo>
                        <a:pt x="2783" y="1507"/>
                      </a:lnTo>
                      <a:lnTo>
                        <a:pt x="2825" y="1633"/>
                      </a:lnTo>
                      <a:lnTo>
                        <a:pt x="2783" y="1695"/>
                      </a:lnTo>
                      <a:lnTo>
                        <a:pt x="2762" y="1591"/>
                      </a:lnTo>
                      <a:lnTo>
                        <a:pt x="2721" y="1486"/>
                      </a:lnTo>
                      <a:lnTo>
                        <a:pt x="2532" y="1507"/>
                      </a:lnTo>
                      <a:lnTo>
                        <a:pt x="2323" y="1570"/>
                      </a:lnTo>
                      <a:lnTo>
                        <a:pt x="2260" y="1612"/>
                      </a:lnTo>
                      <a:lnTo>
                        <a:pt x="2197" y="1633"/>
                      </a:lnTo>
                      <a:lnTo>
                        <a:pt x="2156" y="1695"/>
                      </a:lnTo>
                      <a:lnTo>
                        <a:pt x="2218" y="1842"/>
                      </a:lnTo>
                      <a:lnTo>
                        <a:pt x="2260" y="1905"/>
                      </a:lnTo>
                      <a:lnTo>
                        <a:pt x="2260" y="1946"/>
                      </a:lnTo>
                      <a:lnTo>
                        <a:pt x="2218" y="1988"/>
                      </a:lnTo>
                      <a:lnTo>
                        <a:pt x="2135" y="2093"/>
                      </a:lnTo>
                      <a:lnTo>
                        <a:pt x="2093" y="2051"/>
                      </a:lnTo>
                      <a:lnTo>
                        <a:pt x="2093" y="2009"/>
                      </a:lnTo>
                      <a:lnTo>
                        <a:pt x="2135" y="1946"/>
                      </a:lnTo>
                      <a:lnTo>
                        <a:pt x="2135" y="1884"/>
                      </a:lnTo>
                      <a:lnTo>
                        <a:pt x="2051" y="1884"/>
                      </a:lnTo>
                      <a:lnTo>
                        <a:pt x="1946" y="2009"/>
                      </a:lnTo>
                      <a:lnTo>
                        <a:pt x="1884" y="2051"/>
                      </a:lnTo>
                      <a:lnTo>
                        <a:pt x="1884" y="2135"/>
                      </a:lnTo>
                      <a:lnTo>
                        <a:pt x="1946" y="2156"/>
                      </a:lnTo>
                      <a:lnTo>
                        <a:pt x="1905" y="2218"/>
                      </a:lnTo>
                      <a:lnTo>
                        <a:pt x="1842" y="2323"/>
                      </a:lnTo>
                      <a:lnTo>
                        <a:pt x="1716" y="2323"/>
                      </a:lnTo>
                      <a:lnTo>
                        <a:pt x="1632" y="2365"/>
                      </a:lnTo>
                      <a:lnTo>
                        <a:pt x="1612" y="2449"/>
                      </a:lnTo>
                      <a:lnTo>
                        <a:pt x="1507" y="2470"/>
                      </a:lnTo>
                      <a:lnTo>
                        <a:pt x="1465" y="2553"/>
                      </a:lnTo>
                      <a:lnTo>
                        <a:pt x="1423" y="2721"/>
                      </a:lnTo>
                      <a:lnTo>
                        <a:pt x="1465" y="2742"/>
                      </a:lnTo>
                      <a:lnTo>
                        <a:pt x="1528" y="2742"/>
                      </a:lnTo>
                      <a:lnTo>
                        <a:pt x="1465" y="2825"/>
                      </a:lnTo>
                      <a:lnTo>
                        <a:pt x="1277" y="2825"/>
                      </a:lnTo>
                      <a:lnTo>
                        <a:pt x="1214" y="2867"/>
                      </a:lnTo>
                      <a:lnTo>
                        <a:pt x="1193" y="3034"/>
                      </a:lnTo>
                      <a:lnTo>
                        <a:pt x="1214" y="3097"/>
                      </a:lnTo>
                      <a:lnTo>
                        <a:pt x="1277" y="3097"/>
                      </a:lnTo>
                      <a:lnTo>
                        <a:pt x="1360" y="3076"/>
                      </a:lnTo>
                      <a:lnTo>
                        <a:pt x="1381" y="3139"/>
                      </a:lnTo>
                      <a:lnTo>
                        <a:pt x="1360" y="3181"/>
                      </a:lnTo>
                      <a:lnTo>
                        <a:pt x="1360" y="3286"/>
                      </a:lnTo>
                      <a:lnTo>
                        <a:pt x="1277" y="3348"/>
                      </a:lnTo>
                      <a:lnTo>
                        <a:pt x="1193" y="3306"/>
                      </a:lnTo>
                      <a:lnTo>
                        <a:pt x="1068" y="3286"/>
                      </a:lnTo>
                      <a:lnTo>
                        <a:pt x="942" y="3348"/>
                      </a:lnTo>
                      <a:lnTo>
                        <a:pt x="900" y="3411"/>
                      </a:lnTo>
                      <a:lnTo>
                        <a:pt x="900" y="3495"/>
                      </a:lnTo>
                      <a:lnTo>
                        <a:pt x="858" y="3599"/>
                      </a:lnTo>
                      <a:lnTo>
                        <a:pt x="754" y="3683"/>
                      </a:lnTo>
                      <a:lnTo>
                        <a:pt x="670" y="3620"/>
                      </a:lnTo>
                      <a:lnTo>
                        <a:pt x="628" y="3558"/>
                      </a:lnTo>
                      <a:lnTo>
                        <a:pt x="586" y="3474"/>
                      </a:lnTo>
                      <a:lnTo>
                        <a:pt x="544" y="3495"/>
                      </a:lnTo>
                      <a:lnTo>
                        <a:pt x="524" y="3662"/>
                      </a:lnTo>
                      <a:lnTo>
                        <a:pt x="544" y="3788"/>
                      </a:lnTo>
                      <a:lnTo>
                        <a:pt x="649" y="3871"/>
                      </a:lnTo>
                      <a:lnTo>
                        <a:pt x="733" y="3830"/>
                      </a:lnTo>
                      <a:lnTo>
                        <a:pt x="754" y="3871"/>
                      </a:lnTo>
                      <a:lnTo>
                        <a:pt x="754" y="3934"/>
                      </a:lnTo>
                      <a:lnTo>
                        <a:pt x="691" y="4081"/>
                      </a:lnTo>
                      <a:lnTo>
                        <a:pt x="733" y="4122"/>
                      </a:lnTo>
                      <a:lnTo>
                        <a:pt x="796" y="4143"/>
                      </a:lnTo>
                      <a:lnTo>
                        <a:pt x="858" y="4081"/>
                      </a:lnTo>
                      <a:lnTo>
                        <a:pt x="900" y="4081"/>
                      </a:lnTo>
                      <a:lnTo>
                        <a:pt x="963" y="4102"/>
                      </a:lnTo>
                      <a:lnTo>
                        <a:pt x="1068" y="4102"/>
                      </a:lnTo>
                      <a:lnTo>
                        <a:pt x="1151" y="4039"/>
                      </a:lnTo>
                      <a:lnTo>
                        <a:pt x="1172" y="4081"/>
                      </a:lnTo>
                      <a:lnTo>
                        <a:pt x="1109" y="4143"/>
                      </a:lnTo>
                      <a:lnTo>
                        <a:pt x="1047" y="4185"/>
                      </a:lnTo>
                      <a:lnTo>
                        <a:pt x="900" y="4185"/>
                      </a:lnTo>
                      <a:lnTo>
                        <a:pt x="858" y="4248"/>
                      </a:lnTo>
                      <a:lnTo>
                        <a:pt x="775" y="4227"/>
                      </a:lnTo>
                      <a:lnTo>
                        <a:pt x="733" y="4311"/>
                      </a:lnTo>
                      <a:lnTo>
                        <a:pt x="754" y="4436"/>
                      </a:lnTo>
                      <a:lnTo>
                        <a:pt x="837" y="4499"/>
                      </a:lnTo>
                      <a:lnTo>
                        <a:pt x="900" y="4520"/>
                      </a:lnTo>
                      <a:lnTo>
                        <a:pt x="984" y="4499"/>
                      </a:lnTo>
                      <a:lnTo>
                        <a:pt x="1005" y="4520"/>
                      </a:lnTo>
                      <a:lnTo>
                        <a:pt x="984" y="4562"/>
                      </a:lnTo>
                      <a:lnTo>
                        <a:pt x="858" y="4625"/>
                      </a:lnTo>
                      <a:lnTo>
                        <a:pt x="733" y="4625"/>
                      </a:lnTo>
                      <a:lnTo>
                        <a:pt x="649" y="4666"/>
                      </a:lnTo>
                      <a:lnTo>
                        <a:pt x="649" y="4729"/>
                      </a:lnTo>
                      <a:lnTo>
                        <a:pt x="691" y="4771"/>
                      </a:lnTo>
                      <a:lnTo>
                        <a:pt x="796" y="4750"/>
                      </a:lnTo>
                      <a:lnTo>
                        <a:pt x="900" y="4750"/>
                      </a:lnTo>
                      <a:lnTo>
                        <a:pt x="900" y="4813"/>
                      </a:lnTo>
                      <a:lnTo>
                        <a:pt x="837" y="4834"/>
                      </a:lnTo>
                      <a:lnTo>
                        <a:pt x="733" y="4855"/>
                      </a:lnTo>
                      <a:lnTo>
                        <a:pt x="733" y="4897"/>
                      </a:lnTo>
                      <a:lnTo>
                        <a:pt x="754" y="4938"/>
                      </a:lnTo>
                      <a:lnTo>
                        <a:pt x="879" y="4959"/>
                      </a:lnTo>
                      <a:lnTo>
                        <a:pt x="984" y="5043"/>
                      </a:lnTo>
                      <a:lnTo>
                        <a:pt x="984" y="5085"/>
                      </a:lnTo>
                      <a:lnTo>
                        <a:pt x="858" y="5085"/>
                      </a:lnTo>
                      <a:lnTo>
                        <a:pt x="754" y="5043"/>
                      </a:lnTo>
                      <a:lnTo>
                        <a:pt x="649" y="5043"/>
                      </a:lnTo>
                      <a:lnTo>
                        <a:pt x="565" y="5085"/>
                      </a:lnTo>
                      <a:lnTo>
                        <a:pt x="544" y="5169"/>
                      </a:lnTo>
                      <a:lnTo>
                        <a:pt x="482" y="5210"/>
                      </a:lnTo>
                      <a:lnTo>
                        <a:pt x="482" y="5273"/>
                      </a:lnTo>
                      <a:lnTo>
                        <a:pt x="544" y="5315"/>
                      </a:lnTo>
                      <a:lnTo>
                        <a:pt x="524" y="5378"/>
                      </a:lnTo>
                      <a:lnTo>
                        <a:pt x="461" y="5399"/>
                      </a:lnTo>
                      <a:lnTo>
                        <a:pt x="419" y="5399"/>
                      </a:lnTo>
                      <a:lnTo>
                        <a:pt x="335" y="5483"/>
                      </a:lnTo>
                      <a:lnTo>
                        <a:pt x="314" y="5566"/>
                      </a:lnTo>
                      <a:lnTo>
                        <a:pt x="335" y="5608"/>
                      </a:lnTo>
                      <a:lnTo>
                        <a:pt x="314" y="5671"/>
                      </a:lnTo>
                      <a:lnTo>
                        <a:pt x="210" y="5692"/>
                      </a:lnTo>
                      <a:lnTo>
                        <a:pt x="210" y="5713"/>
                      </a:lnTo>
                      <a:lnTo>
                        <a:pt x="335" y="5838"/>
                      </a:lnTo>
                      <a:lnTo>
                        <a:pt x="440" y="5901"/>
                      </a:lnTo>
                      <a:lnTo>
                        <a:pt x="482" y="5880"/>
                      </a:lnTo>
                      <a:lnTo>
                        <a:pt x="524" y="5796"/>
                      </a:lnTo>
                      <a:lnTo>
                        <a:pt x="586" y="5734"/>
                      </a:lnTo>
                      <a:lnTo>
                        <a:pt x="754" y="5629"/>
                      </a:lnTo>
                      <a:lnTo>
                        <a:pt x="858" y="5587"/>
                      </a:lnTo>
                      <a:lnTo>
                        <a:pt x="858" y="5629"/>
                      </a:lnTo>
                      <a:lnTo>
                        <a:pt x="837" y="5629"/>
                      </a:lnTo>
                      <a:lnTo>
                        <a:pt x="796" y="5713"/>
                      </a:lnTo>
                      <a:lnTo>
                        <a:pt x="649" y="5817"/>
                      </a:lnTo>
                      <a:lnTo>
                        <a:pt x="586" y="5922"/>
                      </a:lnTo>
                      <a:lnTo>
                        <a:pt x="565" y="6027"/>
                      </a:lnTo>
                      <a:lnTo>
                        <a:pt x="586" y="6131"/>
                      </a:lnTo>
                      <a:lnTo>
                        <a:pt x="565" y="6194"/>
                      </a:lnTo>
                      <a:lnTo>
                        <a:pt x="565" y="6236"/>
                      </a:lnTo>
                      <a:lnTo>
                        <a:pt x="754" y="6236"/>
                      </a:lnTo>
                      <a:lnTo>
                        <a:pt x="837" y="6194"/>
                      </a:lnTo>
                      <a:lnTo>
                        <a:pt x="837" y="6257"/>
                      </a:lnTo>
                      <a:lnTo>
                        <a:pt x="775" y="6299"/>
                      </a:lnTo>
                      <a:lnTo>
                        <a:pt x="586" y="6299"/>
                      </a:lnTo>
                      <a:lnTo>
                        <a:pt x="524" y="6340"/>
                      </a:lnTo>
                      <a:lnTo>
                        <a:pt x="356" y="6445"/>
                      </a:lnTo>
                      <a:lnTo>
                        <a:pt x="356" y="6571"/>
                      </a:lnTo>
                      <a:lnTo>
                        <a:pt x="335" y="6654"/>
                      </a:lnTo>
                      <a:lnTo>
                        <a:pt x="356" y="6759"/>
                      </a:lnTo>
                      <a:lnTo>
                        <a:pt x="461" y="6759"/>
                      </a:lnTo>
                      <a:lnTo>
                        <a:pt x="524" y="6822"/>
                      </a:lnTo>
                      <a:lnTo>
                        <a:pt x="482" y="6863"/>
                      </a:lnTo>
                      <a:lnTo>
                        <a:pt x="377" y="6863"/>
                      </a:lnTo>
                      <a:lnTo>
                        <a:pt x="252" y="6884"/>
                      </a:lnTo>
                      <a:lnTo>
                        <a:pt x="147" y="7052"/>
                      </a:lnTo>
                      <a:lnTo>
                        <a:pt x="147" y="7177"/>
                      </a:lnTo>
                      <a:lnTo>
                        <a:pt x="210" y="7240"/>
                      </a:lnTo>
                      <a:lnTo>
                        <a:pt x="272" y="7198"/>
                      </a:lnTo>
                      <a:lnTo>
                        <a:pt x="440" y="7135"/>
                      </a:lnTo>
                      <a:lnTo>
                        <a:pt x="461" y="7177"/>
                      </a:lnTo>
                      <a:lnTo>
                        <a:pt x="356" y="7261"/>
                      </a:lnTo>
                      <a:lnTo>
                        <a:pt x="335" y="7366"/>
                      </a:lnTo>
                      <a:lnTo>
                        <a:pt x="377" y="7366"/>
                      </a:lnTo>
                      <a:lnTo>
                        <a:pt x="461" y="7282"/>
                      </a:lnTo>
                      <a:lnTo>
                        <a:pt x="544" y="7261"/>
                      </a:lnTo>
                      <a:lnTo>
                        <a:pt x="565" y="7303"/>
                      </a:lnTo>
                      <a:lnTo>
                        <a:pt x="482" y="7387"/>
                      </a:lnTo>
                      <a:lnTo>
                        <a:pt x="461" y="7470"/>
                      </a:lnTo>
                      <a:lnTo>
                        <a:pt x="544" y="7554"/>
                      </a:lnTo>
                      <a:lnTo>
                        <a:pt x="649" y="7554"/>
                      </a:lnTo>
                      <a:lnTo>
                        <a:pt x="565" y="7575"/>
                      </a:lnTo>
                      <a:lnTo>
                        <a:pt x="482" y="7575"/>
                      </a:lnTo>
                      <a:lnTo>
                        <a:pt x="419" y="7659"/>
                      </a:lnTo>
                      <a:lnTo>
                        <a:pt x="419" y="7721"/>
                      </a:lnTo>
                      <a:lnTo>
                        <a:pt x="461" y="7826"/>
                      </a:lnTo>
                      <a:lnTo>
                        <a:pt x="419" y="7889"/>
                      </a:lnTo>
                      <a:lnTo>
                        <a:pt x="356" y="7868"/>
                      </a:lnTo>
                      <a:lnTo>
                        <a:pt x="252" y="7889"/>
                      </a:lnTo>
                      <a:lnTo>
                        <a:pt x="168" y="7826"/>
                      </a:lnTo>
                      <a:lnTo>
                        <a:pt x="105" y="7826"/>
                      </a:lnTo>
                      <a:lnTo>
                        <a:pt x="0" y="7972"/>
                      </a:lnTo>
                      <a:lnTo>
                        <a:pt x="0" y="8077"/>
                      </a:lnTo>
                      <a:lnTo>
                        <a:pt x="168" y="8265"/>
                      </a:lnTo>
                      <a:lnTo>
                        <a:pt x="147" y="8391"/>
                      </a:lnTo>
                      <a:lnTo>
                        <a:pt x="168" y="8496"/>
                      </a:lnTo>
                      <a:lnTo>
                        <a:pt x="335" y="8621"/>
                      </a:lnTo>
                      <a:lnTo>
                        <a:pt x="335" y="8705"/>
                      </a:lnTo>
                      <a:lnTo>
                        <a:pt x="482" y="8830"/>
                      </a:lnTo>
                      <a:lnTo>
                        <a:pt x="586" y="8872"/>
                      </a:lnTo>
                      <a:lnTo>
                        <a:pt x="649" y="8851"/>
                      </a:lnTo>
                      <a:lnTo>
                        <a:pt x="733" y="8830"/>
                      </a:lnTo>
                      <a:lnTo>
                        <a:pt x="837" y="8663"/>
                      </a:lnTo>
                      <a:lnTo>
                        <a:pt x="796" y="8516"/>
                      </a:lnTo>
                      <a:lnTo>
                        <a:pt x="837" y="8412"/>
                      </a:lnTo>
                      <a:lnTo>
                        <a:pt x="900" y="8307"/>
                      </a:lnTo>
                      <a:lnTo>
                        <a:pt x="858" y="8433"/>
                      </a:lnTo>
                      <a:lnTo>
                        <a:pt x="858" y="8516"/>
                      </a:lnTo>
                      <a:lnTo>
                        <a:pt x="900" y="8600"/>
                      </a:lnTo>
                      <a:lnTo>
                        <a:pt x="963" y="8747"/>
                      </a:lnTo>
                      <a:lnTo>
                        <a:pt x="1047" y="8788"/>
                      </a:lnTo>
                      <a:lnTo>
                        <a:pt x="1109" y="8726"/>
                      </a:lnTo>
                      <a:lnTo>
                        <a:pt x="1109" y="8642"/>
                      </a:lnTo>
                      <a:lnTo>
                        <a:pt x="1172" y="8537"/>
                      </a:lnTo>
                      <a:lnTo>
                        <a:pt x="1193" y="8600"/>
                      </a:lnTo>
                      <a:lnTo>
                        <a:pt x="1172" y="8642"/>
                      </a:lnTo>
                      <a:lnTo>
                        <a:pt x="1172" y="8747"/>
                      </a:lnTo>
                      <a:lnTo>
                        <a:pt x="1277" y="8935"/>
                      </a:lnTo>
                      <a:lnTo>
                        <a:pt x="1402" y="9019"/>
                      </a:lnTo>
                      <a:lnTo>
                        <a:pt x="1507" y="9019"/>
                      </a:lnTo>
                      <a:lnTo>
                        <a:pt x="1591" y="8956"/>
                      </a:lnTo>
                      <a:lnTo>
                        <a:pt x="1632" y="8998"/>
                      </a:lnTo>
                      <a:lnTo>
                        <a:pt x="1612" y="9040"/>
                      </a:lnTo>
                      <a:lnTo>
                        <a:pt x="1570" y="9040"/>
                      </a:lnTo>
                      <a:lnTo>
                        <a:pt x="1528" y="9123"/>
                      </a:lnTo>
                      <a:lnTo>
                        <a:pt x="1444" y="9165"/>
                      </a:lnTo>
                      <a:lnTo>
                        <a:pt x="1423" y="9249"/>
                      </a:lnTo>
                      <a:lnTo>
                        <a:pt x="1528" y="9332"/>
                      </a:lnTo>
                      <a:lnTo>
                        <a:pt x="1528" y="9416"/>
                      </a:lnTo>
                      <a:lnTo>
                        <a:pt x="1444" y="9416"/>
                      </a:lnTo>
                      <a:lnTo>
                        <a:pt x="1381" y="9374"/>
                      </a:lnTo>
                      <a:lnTo>
                        <a:pt x="1381" y="9458"/>
                      </a:lnTo>
                      <a:lnTo>
                        <a:pt x="1423" y="9521"/>
                      </a:lnTo>
                      <a:lnTo>
                        <a:pt x="1612" y="9542"/>
                      </a:lnTo>
                      <a:lnTo>
                        <a:pt x="1716" y="9584"/>
                      </a:lnTo>
                      <a:lnTo>
                        <a:pt x="1821" y="9563"/>
                      </a:lnTo>
                      <a:lnTo>
                        <a:pt x="1967" y="9604"/>
                      </a:lnTo>
                      <a:lnTo>
                        <a:pt x="1967" y="9521"/>
                      </a:lnTo>
                      <a:lnTo>
                        <a:pt x="2051" y="9542"/>
                      </a:lnTo>
                      <a:lnTo>
                        <a:pt x="2072" y="9625"/>
                      </a:lnTo>
                      <a:lnTo>
                        <a:pt x="2135" y="9772"/>
                      </a:lnTo>
                      <a:lnTo>
                        <a:pt x="2218" y="9856"/>
                      </a:lnTo>
                      <a:lnTo>
                        <a:pt x="2281" y="9856"/>
                      </a:lnTo>
                      <a:lnTo>
                        <a:pt x="2365" y="9751"/>
                      </a:lnTo>
                      <a:lnTo>
                        <a:pt x="2344" y="9625"/>
                      </a:lnTo>
                      <a:lnTo>
                        <a:pt x="2177" y="9542"/>
                      </a:lnTo>
                      <a:lnTo>
                        <a:pt x="2135" y="9521"/>
                      </a:lnTo>
                      <a:lnTo>
                        <a:pt x="2177" y="9479"/>
                      </a:lnTo>
                      <a:lnTo>
                        <a:pt x="2260" y="9521"/>
                      </a:lnTo>
                      <a:lnTo>
                        <a:pt x="2365" y="9584"/>
                      </a:lnTo>
                      <a:lnTo>
                        <a:pt x="2428" y="9667"/>
                      </a:lnTo>
                      <a:lnTo>
                        <a:pt x="2469" y="9772"/>
                      </a:lnTo>
                      <a:lnTo>
                        <a:pt x="2532" y="9772"/>
                      </a:lnTo>
                      <a:lnTo>
                        <a:pt x="2553" y="9667"/>
                      </a:lnTo>
                      <a:lnTo>
                        <a:pt x="2595" y="9646"/>
                      </a:lnTo>
                      <a:lnTo>
                        <a:pt x="2679" y="9751"/>
                      </a:lnTo>
                      <a:lnTo>
                        <a:pt x="2804" y="9793"/>
                      </a:lnTo>
                      <a:lnTo>
                        <a:pt x="2888" y="9793"/>
                      </a:lnTo>
                      <a:lnTo>
                        <a:pt x="2888" y="9730"/>
                      </a:lnTo>
                      <a:lnTo>
                        <a:pt x="2783" y="9646"/>
                      </a:lnTo>
                      <a:lnTo>
                        <a:pt x="2783" y="9584"/>
                      </a:lnTo>
                      <a:lnTo>
                        <a:pt x="2846" y="9563"/>
                      </a:lnTo>
                      <a:lnTo>
                        <a:pt x="2951" y="9604"/>
                      </a:lnTo>
                      <a:lnTo>
                        <a:pt x="2993" y="9667"/>
                      </a:lnTo>
                      <a:lnTo>
                        <a:pt x="3013" y="9667"/>
                      </a:lnTo>
                      <a:lnTo>
                        <a:pt x="3055" y="9772"/>
                      </a:lnTo>
                      <a:lnTo>
                        <a:pt x="3118" y="9814"/>
                      </a:lnTo>
                      <a:lnTo>
                        <a:pt x="3181" y="9793"/>
                      </a:lnTo>
                      <a:lnTo>
                        <a:pt x="3202" y="9688"/>
                      </a:lnTo>
                      <a:lnTo>
                        <a:pt x="3160" y="9604"/>
                      </a:lnTo>
                      <a:lnTo>
                        <a:pt x="3076" y="9604"/>
                      </a:lnTo>
                      <a:lnTo>
                        <a:pt x="3013" y="9563"/>
                      </a:lnTo>
                      <a:lnTo>
                        <a:pt x="3055" y="9500"/>
                      </a:lnTo>
                      <a:lnTo>
                        <a:pt x="3097" y="9542"/>
                      </a:lnTo>
                      <a:lnTo>
                        <a:pt x="3160" y="9542"/>
                      </a:lnTo>
                      <a:lnTo>
                        <a:pt x="3223" y="9437"/>
                      </a:lnTo>
                      <a:lnTo>
                        <a:pt x="3265" y="9353"/>
                      </a:lnTo>
                      <a:lnTo>
                        <a:pt x="3265" y="9312"/>
                      </a:lnTo>
                      <a:lnTo>
                        <a:pt x="3118" y="9207"/>
                      </a:lnTo>
                      <a:lnTo>
                        <a:pt x="3055" y="9228"/>
                      </a:lnTo>
                      <a:lnTo>
                        <a:pt x="2951" y="9207"/>
                      </a:lnTo>
                      <a:lnTo>
                        <a:pt x="2867" y="9040"/>
                      </a:lnTo>
                      <a:lnTo>
                        <a:pt x="2762" y="9040"/>
                      </a:lnTo>
                      <a:lnTo>
                        <a:pt x="2574" y="8872"/>
                      </a:lnTo>
                      <a:lnTo>
                        <a:pt x="2490" y="8788"/>
                      </a:lnTo>
                      <a:lnTo>
                        <a:pt x="2365" y="8788"/>
                      </a:lnTo>
                      <a:lnTo>
                        <a:pt x="2239" y="8516"/>
                      </a:lnTo>
                      <a:lnTo>
                        <a:pt x="2030" y="8286"/>
                      </a:lnTo>
                      <a:lnTo>
                        <a:pt x="1946" y="8014"/>
                      </a:lnTo>
                      <a:lnTo>
                        <a:pt x="1842" y="7847"/>
                      </a:lnTo>
                      <a:lnTo>
                        <a:pt x="1842" y="7554"/>
                      </a:lnTo>
                      <a:lnTo>
                        <a:pt x="1758" y="7387"/>
                      </a:lnTo>
                      <a:lnTo>
                        <a:pt x="1716" y="7073"/>
                      </a:lnTo>
                      <a:lnTo>
                        <a:pt x="1695" y="7010"/>
                      </a:lnTo>
                      <a:lnTo>
                        <a:pt x="1737" y="6905"/>
                      </a:lnTo>
                      <a:lnTo>
                        <a:pt x="1737" y="6822"/>
                      </a:lnTo>
                      <a:lnTo>
                        <a:pt x="1632" y="6801"/>
                      </a:lnTo>
                      <a:lnTo>
                        <a:pt x="1549" y="6843"/>
                      </a:lnTo>
                      <a:lnTo>
                        <a:pt x="1486" y="6801"/>
                      </a:lnTo>
                      <a:lnTo>
                        <a:pt x="1507" y="6759"/>
                      </a:lnTo>
                      <a:lnTo>
                        <a:pt x="1653" y="6759"/>
                      </a:lnTo>
                      <a:lnTo>
                        <a:pt x="1800" y="6696"/>
                      </a:lnTo>
                      <a:lnTo>
                        <a:pt x="1821" y="6487"/>
                      </a:lnTo>
                      <a:lnTo>
                        <a:pt x="1800" y="6382"/>
                      </a:lnTo>
                      <a:lnTo>
                        <a:pt x="1695" y="6403"/>
                      </a:lnTo>
                      <a:lnTo>
                        <a:pt x="1591" y="6424"/>
                      </a:lnTo>
                      <a:lnTo>
                        <a:pt x="1632" y="6382"/>
                      </a:lnTo>
                      <a:lnTo>
                        <a:pt x="1800" y="6319"/>
                      </a:lnTo>
                      <a:lnTo>
                        <a:pt x="1821" y="6236"/>
                      </a:lnTo>
                      <a:lnTo>
                        <a:pt x="1779" y="6194"/>
                      </a:lnTo>
                      <a:lnTo>
                        <a:pt x="1570" y="6194"/>
                      </a:lnTo>
                      <a:lnTo>
                        <a:pt x="1423" y="6173"/>
                      </a:lnTo>
                      <a:lnTo>
                        <a:pt x="1423" y="6110"/>
                      </a:lnTo>
                      <a:lnTo>
                        <a:pt x="1507" y="6068"/>
                      </a:lnTo>
                      <a:lnTo>
                        <a:pt x="1465" y="6006"/>
                      </a:lnTo>
                      <a:lnTo>
                        <a:pt x="1465" y="5922"/>
                      </a:lnTo>
                      <a:lnTo>
                        <a:pt x="1507" y="5964"/>
                      </a:lnTo>
                      <a:lnTo>
                        <a:pt x="1570" y="6068"/>
                      </a:lnTo>
                      <a:lnTo>
                        <a:pt x="1674" y="6110"/>
                      </a:lnTo>
                      <a:lnTo>
                        <a:pt x="1821" y="6110"/>
                      </a:lnTo>
                      <a:lnTo>
                        <a:pt x="1842" y="6068"/>
                      </a:lnTo>
                      <a:lnTo>
                        <a:pt x="1925" y="6027"/>
                      </a:lnTo>
                      <a:lnTo>
                        <a:pt x="1988" y="5901"/>
                      </a:lnTo>
                      <a:lnTo>
                        <a:pt x="1988" y="5775"/>
                      </a:lnTo>
                      <a:lnTo>
                        <a:pt x="2051" y="5650"/>
                      </a:lnTo>
                      <a:lnTo>
                        <a:pt x="2093" y="5545"/>
                      </a:lnTo>
                      <a:lnTo>
                        <a:pt x="2009" y="5462"/>
                      </a:lnTo>
                      <a:lnTo>
                        <a:pt x="1946" y="5336"/>
                      </a:lnTo>
                      <a:lnTo>
                        <a:pt x="1842" y="5294"/>
                      </a:lnTo>
                      <a:lnTo>
                        <a:pt x="1779" y="5294"/>
                      </a:lnTo>
                      <a:lnTo>
                        <a:pt x="1716" y="5252"/>
                      </a:lnTo>
                      <a:lnTo>
                        <a:pt x="1800" y="5231"/>
                      </a:lnTo>
                      <a:lnTo>
                        <a:pt x="1884" y="5252"/>
                      </a:lnTo>
                      <a:lnTo>
                        <a:pt x="1946" y="5231"/>
                      </a:lnTo>
                      <a:lnTo>
                        <a:pt x="2009" y="5294"/>
                      </a:lnTo>
                      <a:lnTo>
                        <a:pt x="2009" y="5378"/>
                      </a:lnTo>
                      <a:lnTo>
                        <a:pt x="2051" y="5399"/>
                      </a:lnTo>
                      <a:lnTo>
                        <a:pt x="2114" y="5336"/>
                      </a:lnTo>
                      <a:lnTo>
                        <a:pt x="2051" y="5148"/>
                      </a:lnTo>
                      <a:lnTo>
                        <a:pt x="1925" y="4980"/>
                      </a:lnTo>
                      <a:lnTo>
                        <a:pt x="1821" y="4834"/>
                      </a:lnTo>
                      <a:lnTo>
                        <a:pt x="1842" y="4771"/>
                      </a:lnTo>
                      <a:lnTo>
                        <a:pt x="1925" y="4855"/>
                      </a:lnTo>
                      <a:lnTo>
                        <a:pt x="1946" y="4938"/>
                      </a:lnTo>
                      <a:lnTo>
                        <a:pt x="2051" y="4980"/>
                      </a:lnTo>
                      <a:lnTo>
                        <a:pt x="2156" y="5022"/>
                      </a:lnTo>
                      <a:lnTo>
                        <a:pt x="2197" y="4938"/>
                      </a:lnTo>
                      <a:lnTo>
                        <a:pt x="2197" y="4855"/>
                      </a:lnTo>
                      <a:lnTo>
                        <a:pt x="2135" y="4813"/>
                      </a:lnTo>
                      <a:lnTo>
                        <a:pt x="2135" y="4729"/>
                      </a:lnTo>
                      <a:lnTo>
                        <a:pt x="2218" y="4625"/>
                      </a:lnTo>
                      <a:lnTo>
                        <a:pt x="2218" y="4520"/>
                      </a:lnTo>
                      <a:lnTo>
                        <a:pt x="2135" y="4415"/>
                      </a:lnTo>
                      <a:lnTo>
                        <a:pt x="2009" y="4248"/>
                      </a:lnTo>
                      <a:lnTo>
                        <a:pt x="2093" y="4248"/>
                      </a:lnTo>
                      <a:lnTo>
                        <a:pt x="2197" y="4332"/>
                      </a:lnTo>
                      <a:lnTo>
                        <a:pt x="2260" y="4311"/>
                      </a:lnTo>
                      <a:lnTo>
                        <a:pt x="2323" y="4185"/>
                      </a:lnTo>
                      <a:lnTo>
                        <a:pt x="2302" y="4143"/>
                      </a:lnTo>
                      <a:lnTo>
                        <a:pt x="2218" y="4143"/>
                      </a:lnTo>
                      <a:lnTo>
                        <a:pt x="2218" y="3997"/>
                      </a:lnTo>
                      <a:lnTo>
                        <a:pt x="2302" y="3976"/>
                      </a:lnTo>
                      <a:lnTo>
                        <a:pt x="2407" y="4039"/>
                      </a:lnTo>
                      <a:lnTo>
                        <a:pt x="2553" y="4102"/>
                      </a:lnTo>
                      <a:lnTo>
                        <a:pt x="2616" y="4018"/>
                      </a:lnTo>
                      <a:lnTo>
                        <a:pt x="2532" y="3976"/>
                      </a:lnTo>
                      <a:lnTo>
                        <a:pt x="2532" y="3913"/>
                      </a:lnTo>
                      <a:lnTo>
                        <a:pt x="2616" y="3913"/>
                      </a:lnTo>
                      <a:lnTo>
                        <a:pt x="2679" y="3934"/>
                      </a:lnTo>
                      <a:lnTo>
                        <a:pt x="2762" y="3871"/>
                      </a:lnTo>
                      <a:lnTo>
                        <a:pt x="2762" y="3767"/>
                      </a:lnTo>
                      <a:lnTo>
                        <a:pt x="2741" y="3704"/>
                      </a:lnTo>
                      <a:lnTo>
                        <a:pt x="2762" y="3662"/>
                      </a:lnTo>
                      <a:lnTo>
                        <a:pt x="2930" y="3578"/>
                      </a:lnTo>
                      <a:lnTo>
                        <a:pt x="2951" y="3495"/>
                      </a:lnTo>
                      <a:lnTo>
                        <a:pt x="2846" y="3453"/>
                      </a:lnTo>
                      <a:lnTo>
                        <a:pt x="2783" y="3369"/>
                      </a:lnTo>
                      <a:lnTo>
                        <a:pt x="2846" y="3265"/>
                      </a:lnTo>
                      <a:lnTo>
                        <a:pt x="2888" y="3369"/>
                      </a:lnTo>
                      <a:lnTo>
                        <a:pt x="2972" y="3306"/>
                      </a:lnTo>
                      <a:lnTo>
                        <a:pt x="3139" y="3097"/>
                      </a:lnTo>
                      <a:lnTo>
                        <a:pt x="3181" y="2972"/>
                      </a:lnTo>
                      <a:lnTo>
                        <a:pt x="3265" y="2930"/>
                      </a:lnTo>
                      <a:lnTo>
                        <a:pt x="3285" y="2783"/>
                      </a:lnTo>
                      <a:lnTo>
                        <a:pt x="3453" y="2679"/>
                      </a:lnTo>
                      <a:lnTo>
                        <a:pt x="3516" y="2532"/>
                      </a:lnTo>
                      <a:lnTo>
                        <a:pt x="3599" y="2323"/>
                      </a:lnTo>
                      <a:lnTo>
                        <a:pt x="3683" y="2323"/>
                      </a:lnTo>
                      <a:lnTo>
                        <a:pt x="3892" y="2156"/>
                      </a:lnTo>
                      <a:lnTo>
                        <a:pt x="4122" y="1905"/>
                      </a:lnTo>
                      <a:lnTo>
                        <a:pt x="4311" y="1737"/>
                      </a:lnTo>
                      <a:lnTo>
                        <a:pt x="4394" y="1737"/>
                      </a:lnTo>
                      <a:lnTo>
                        <a:pt x="4541" y="1612"/>
                      </a:lnTo>
                      <a:lnTo>
                        <a:pt x="4729" y="1570"/>
                      </a:lnTo>
                      <a:lnTo>
                        <a:pt x="4834" y="1486"/>
                      </a:lnTo>
                      <a:lnTo>
                        <a:pt x="4980" y="1277"/>
                      </a:lnTo>
                      <a:lnTo>
                        <a:pt x="5064" y="1214"/>
                      </a:lnTo>
                      <a:lnTo>
                        <a:pt x="5127" y="1214"/>
                      </a:lnTo>
                      <a:lnTo>
                        <a:pt x="5190" y="1193"/>
                      </a:lnTo>
                      <a:lnTo>
                        <a:pt x="5190" y="1109"/>
                      </a:lnTo>
                      <a:lnTo>
                        <a:pt x="5169" y="1068"/>
                      </a:lnTo>
                      <a:lnTo>
                        <a:pt x="5231" y="963"/>
                      </a:lnTo>
                      <a:lnTo>
                        <a:pt x="5190" y="858"/>
                      </a:lnTo>
                      <a:lnTo>
                        <a:pt x="5190" y="691"/>
                      </a:lnTo>
                      <a:lnTo>
                        <a:pt x="5169" y="670"/>
                      </a:lnTo>
                      <a:lnTo>
                        <a:pt x="5085" y="670"/>
                      </a:lnTo>
                      <a:lnTo>
                        <a:pt x="5085" y="524"/>
                      </a:lnTo>
                      <a:lnTo>
                        <a:pt x="5148" y="377"/>
                      </a:lnTo>
                      <a:lnTo>
                        <a:pt x="5127" y="335"/>
                      </a:lnTo>
                      <a:lnTo>
                        <a:pt x="5022" y="314"/>
                      </a:lnTo>
                      <a:lnTo>
                        <a:pt x="4959" y="252"/>
                      </a:lnTo>
                      <a:lnTo>
                        <a:pt x="4855" y="231"/>
                      </a:lnTo>
                      <a:lnTo>
                        <a:pt x="4813" y="147"/>
                      </a:lnTo>
                      <a:lnTo>
                        <a:pt x="4813" y="42"/>
                      </a:lnTo>
                      <a:lnTo>
                        <a:pt x="475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60"/>
                <p:cNvSpPr/>
                <p:nvPr/>
              </p:nvSpPr>
              <p:spPr>
                <a:xfrm>
                  <a:off x="4015475" y="1586100"/>
                  <a:ext cx="1901975" cy="1017450"/>
                </a:xfrm>
                <a:custGeom>
                  <a:rect b="b" l="l" r="r" t="t"/>
                  <a:pathLst>
                    <a:path extrusionOk="0" h="40698" w="76079">
                      <a:moveTo>
                        <a:pt x="27578" y="1"/>
                      </a:moveTo>
                      <a:lnTo>
                        <a:pt x="27431" y="126"/>
                      </a:lnTo>
                      <a:lnTo>
                        <a:pt x="27389" y="231"/>
                      </a:lnTo>
                      <a:lnTo>
                        <a:pt x="27285" y="273"/>
                      </a:lnTo>
                      <a:lnTo>
                        <a:pt x="27368" y="377"/>
                      </a:lnTo>
                      <a:lnTo>
                        <a:pt x="27264" y="482"/>
                      </a:lnTo>
                      <a:lnTo>
                        <a:pt x="27243" y="649"/>
                      </a:lnTo>
                      <a:lnTo>
                        <a:pt x="27285" y="796"/>
                      </a:lnTo>
                      <a:lnTo>
                        <a:pt x="27159" y="921"/>
                      </a:lnTo>
                      <a:lnTo>
                        <a:pt x="27138" y="1444"/>
                      </a:lnTo>
                      <a:lnTo>
                        <a:pt x="27264" y="1570"/>
                      </a:lnTo>
                      <a:lnTo>
                        <a:pt x="27264" y="1695"/>
                      </a:lnTo>
                      <a:lnTo>
                        <a:pt x="27159" y="1695"/>
                      </a:lnTo>
                      <a:lnTo>
                        <a:pt x="27180" y="1842"/>
                      </a:lnTo>
                      <a:lnTo>
                        <a:pt x="27285" y="1967"/>
                      </a:lnTo>
                      <a:lnTo>
                        <a:pt x="27389" y="1967"/>
                      </a:lnTo>
                      <a:lnTo>
                        <a:pt x="27536" y="2156"/>
                      </a:lnTo>
                      <a:lnTo>
                        <a:pt x="27682" y="2177"/>
                      </a:lnTo>
                      <a:lnTo>
                        <a:pt x="27536" y="2281"/>
                      </a:lnTo>
                      <a:lnTo>
                        <a:pt x="27578" y="2407"/>
                      </a:lnTo>
                      <a:lnTo>
                        <a:pt x="27578" y="2491"/>
                      </a:lnTo>
                      <a:lnTo>
                        <a:pt x="27787" y="2511"/>
                      </a:lnTo>
                      <a:lnTo>
                        <a:pt x="27912" y="2470"/>
                      </a:lnTo>
                      <a:lnTo>
                        <a:pt x="28101" y="2532"/>
                      </a:lnTo>
                      <a:lnTo>
                        <a:pt x="28289" y="2532"/>
                      </a:lnTo>
                      <a:lnTo>
                        <a:pt x="28331" y="2616"/>
                      </a:lnTo>
                      <a:lnTo>
                        <a:pt x="28226" y="2700"/>
                      </a:lnTo>
                      <a:lnTo>
                        <a:pt x="28122" y="2679"/>
                      </a:lnTo>
                      <a:lnTo>
                        <a:pt x="28059" y="2700"/>
                      </a:lnTo>
                      <a:lnTo>
                        <a:pt x="27933" y="2616"/>
                      </a:lnTo>
                      <a:lnTo>
                        <a:pt x="27661" y="2721"/>
                      </a:lnTo>
                      <a:lnTo>
                        <a:pt x="27578" y="2679"/>
                      </a:lnTo>
                      <a:lnTo>
                        <a:pt x="27473" y="2721"/>
                      </a:lnTo>
                      <a:lnTo>
                        <a:pt x="27368" y="2700"/>
                      </a:lnTo>
                      <a:lnTo>
                        <a:pt x="27264" y="2700"/>
                      </a:lnTo>
                      <a:lnTo>
                        <a:pt x="27201" y="2783"/>
                      </a:lnTo>
                      <a:lnTo>
                        <a:pt x="26950" y="2783"/>
                      </a:lnTo>
                      <a:lnTo>
                        <a:pt x="26887" y="2888"/>
                      </a:lnTo>
                      <a:lnTo>
                        <a:pt x="26908" y="2930"/>
                      </a:lnTo>
                      <a:lnTo>
                        <a:pt x="27034" y="2951"/>
                      </a:lnTo>
                      <a:lnTo>
                        <a:pt x="27054" y="3055"/>
                      </a:lnTo>
                      <a:lnTo>
                        <a:pt x="27201" y="3035"/>
                      </a:lnTo>
                      <a:lnTo>
                        <a:pt x="27264" y="3097"/>
                      </a:lnTo>
                      <a:lnTo>
                        <a:pt x="27410" y="3014"/>
                      </a:lnTo>
                      <a:lnTo>
                        <a:pt x="27515" y="3160"/>
                      </a:lnTo>
                      <a:lnTo>
                        <a:pt x="27661" y="3265"/>
                      </a:lnTo>
                      <a:lnTo>
                        <a:pt x="27787" y="3516"/>
                      </a:lnTo>
                      <a:lnTo>
                        <a:pt x="27682" y="3746"/>
                      </a:lnTo>
                      <a:lnTo>
                        <a:pt x="27410" y="4018"/>
                      </a:lnTo>
                      <a:lnTo>
                        <a:pt x="27515" y="3746"/>
                      </a:lnTo>
                      <a:lnTo>
                        <a:pt x="27431" y="3662"/>
                      </a:lnTo>
                      <a:lnTo>
                        <a:pt x="27431" y="3495"/>
                      </a:lnTo>
                      <a:lnTo>
                        <a:pt x="27243" y="3453"/>
                      </a:lnTo>
                      <a:lnTo>
                        <a:pt x="27180" y="3432"/>
                      </a:lnTo>
                      <a:lnTo>
                        <a:pt x="27180" y="3348"/>
                      </a:lnTo>
                      <a:lnTo>
                        <a:pt x="27117" y="3327"/>
                      </a:lnTo>
                      <a:lnTo>
                        <a:pt x="27013" y="3411"/>
                      </a:lnTo>
                      <a:lnTo>
                        <a:pt x="26845" y="3411"/>
                      </a:lnTo>
                      <a:lnTo>
                        <a:pt x="26720" y="3537"/>
                      </a:lnTo>
                      <a:lnTo>
                        <a:pt x="26845" y="3599"/>
                      </a:lnTo>
                      <a:lnTo>
                        <a:pt x="26803" y="3662"/>
                      </a:lnTo>
                      <a:lnTo>
                        <a:pt x="26657" y="3662"/>
                      </a:lnTo>
                      <a:lnTo>
                        <a:pt x="26741" y="3767"/>
                      </a:lnTo>
                      <a:lnTo>
                        <a:pt x="26720" y="3851"/>
                      </a:lnTo>
                      <a:lnTo>
                        <a:pt x="26552" y="3976"/>
                      </a:lnTo>
                      <a:lnTo>
                        <a:pt x="26531" y="3851"/>
                      </a:lnTo>
                      <a:lnTo>
                        <a:pt x="26490" y="3851"/>
                      </a:lnTo>
                      <a:lnTo>
                        <a:pt x="26406" y="3913"/>
                      </a:lnTo>
                      <a:lnTo>
                        <a:pt x="26448" y="4039"/>
                      </a:lnTo>
                      <a:lnTo>
                        <a:pt x="26406" y="4164"/>
                      </a:lnTo>
                      <a:lnTo>
                        <a:pt x="26301" y="4164"/>
                      </a:lnTo>
                      <a:lnTo>
                        <a:pt x="26280" y="3976"/>
                      </a:lnTo>
                      <a:lnTo>
                        <a:pt x="26176" y="3871"/>
                      </a:lnTo>
                      <a:lnTo>
                        <a:pt x="26134" y="3934"/>
                      </a:lnTo>
                      <a:lnTo>
                        <a:pt x="26176" y="4039"/>
                      </a:lnTo>
                      <a:lnTo>
                        <a:pt x="26071" y="4227"/>
                      </a:lnTo>
                      <a:lnTo>
                        <a:pt x="26008" y="4374"/>
                      </a:lnTo>
                      <a:lnTo>
                        <a:pt x="25883" y="4290"/>
                      </a:lnTo>
                      <a:lnTo>
                        <a:pt x="25883" y="4227"/>
                      </a:lnTo>
                      <a:lnTo>
                        <a:pt x="26008" y="3955"/>
                      </a:lnTo>
                      <a:lnTo>
                        <a:pt x="25966" y="3851"/>
                      </a:lnTo>
                      <a:lnTo>
                        <a:pt x="25820" y="3830"/>
                      </a:lnTo>
                      <a:lnTo>
                        <a:pt x="25506" y="3934"/>
                      </a:lnTo>
                      <a:lnTo>
                        <a:pt x="25401" y="3871"/>
                      </a:lnTo>
                      <a:lnTo>
                        <a:pt x="25255" y="4018"/>
                      </a:lnTo>
                      <a:lnTo>
                        <a:pt x="25150" y="3976"/>
                      </a:lnTo>
                      <a:lnTo>
                        <a:pt x="25046" y="3934"/>
                      </a:lnTo>
                      <a:lnTo>
                        <a:pt x="24878" y="3955"/>
                      </a:lnTo>
                      <a:lnTo>
                        <a:pt x="25025" y="4081"/>
                      </a:lnTo>
                      <a:lnTo>
                        <a:pt x="24941" y="4164"/>
                      </a:lnTo>
                      <a:lnTo>
                        <a:pt x="24920" y="4143"/>
                      </a:lnTo>
                      <a:lnTo>
                        <a:pt x="24878" y="4081"/>
                      </a:lnTo>
                      <a:lnTo>
                        <a:pt x="24837" y="4060"/>
                      </a:lnTo>
                      <a:lnTo>
                        <a:pt x="24774" y="4164"/>
                      </a:lnTo>
                      <a:lnTo>
                        <a:pt x="24732" y="4227"/>
                      </a:lnTo>
                      <a:lnTo>
                        <a:pt x="24732" y="4478"/>
                      </a:lnTo>
                      <a:lnTo>
                        <a:pt x="24816" y="4562"/>
                      </a:lnTo>
                      <a:lnTo>
                        <a:pt x="24941" y="4436"/>
                      </a:lnTo>
                      <a:lnTo>
                        <a:pt x="25025" y="4478"/>
                      </a:lnTo>
                      <a:lnTo>
                        <a:pt x="25192" y="4353"/>
                      </a:lnTo>
                      <a:lnTo>
                        <a:pt x="25276" y="4374"/>
                      </a:lnTo>
                      <a:lnTo>
                        <a:pt x="25255" y="4478"/>
                      </a:lnTo>
                      <a:lnTo>
                        <a:pt x="24941" y="4604"/>
                      </a:lnTo>
                      <a:lnTo>
                        <a:pt x="24878" y="4750"/>
                      </a:lnTo>
                      <a:lnTo>
                        <a:pt x="24753" y="4813"/>
                      </a:lnTo>
                      <a:lnTo>
                        <a:pt x="24502" y="4855"/>
                      </a:lnTo>
                      <a:lnTo>
                        <a:pt x="24460" y="4918"/>
                      </a:lnTo>
                      <a:lnTo>
                        <a:pt x="24523" y="5001"/>
                      </a:lnTo>
                      <a:lnTo>
                        <a:pt x="24313" y="5064"/>
                      </a:lnTo>
                      <a:lnTo>
                        <a:pt x="24209" y="5001"/>
                      </a:lnTo>
                      <a:lnTo>
                        <a:pt x="24146" y="5022"/>
                      </a:lnTo>
                      <a:lnTo>
                        <a:pt x="24125" y="5127"/>
                      </a:lnTo>
                      <a:lnTo>
                        <a:pt x="24041" y="5169"/>
                      </a:lnTo>
                      <a:lnTo>
                        <a:pt x="23895" y="5211"/>
                      </a:lnTo>
                      <a:lnTo>
                        <a:pt x="23832" y="5294"/>
                      </a:lnTo>
                      <a:lnTo>
                        <a:pt x="23916" y="5399"/>
                      </a:lnTo>
                      <a:lnTo>
                        <a:pt x="23874" y="5399"/>
                      </a:lnTo>
                      <a:lnTo>
                        <a:pt x="23832" y="5504"/>
                      </a:lnTo>
                      <a:lnTo>
                        <a:pt x="23790" y="5524"/>
                      </a:lnTo>
                      <a:lnTo>
                        <a:pt x="23728" y="5441"/>
                      </a:lnTo>
                      <a:lnTo>
                        <a:pt x="23686" y="5441"/>
                      </a:lnTo>
                      <a:lnTo>
                        <a:pt x="23581" y="5608"/>
                      </a:lnTo>
                      <a:lnTo>
                        <a:pt x="23602" y="5650"/>
                      </a:lnTo>
                      <a:lnTo>
                        <a:pt x="23560" y="5713"/>
                      </a:lnTo>
                      <a:lnTo>
                        <a:pt x="23560" y="5817"/>
                      </a:lnTo>
                      <a:lnTo>
                        <a:pt x="23456" y="5943"/>
                      </a:lnTo>
                      <a:lnTo>
                        <a:pt x="23477" y="6048"/>
                      </a:lnTo>
                      <a:lnTo>
                        <a:pt x="23309" y="6110"/>
                      </a:lnTo>
                      <a:lnTo>
                        <a:pt x="23142" y="6110"/>
                      </a:lnTo>
                      <a:lnTo>
                        <a:pt x="23037" y="6173"/>
                      </a:lnTo>
                      <a:lnTo>
                        <a:pt x="23037" y="6278"/>
                      </a:lnTo>
                      <a:lnTo>
                        <a:pt x="23100" y="6278"/>
                      </a:lnTo>
                      <a:lnTo>
                        <a:pt x="23163" y="6215"/>
                      </a:lnTo>
                      <a:lnTo>
                        <a:pt x="23414" y="6257"/>
                      </a:lnTo>
                      <a:lnTo>
                        <a:pt x="23372" y="6340"/>
                      </a:lnTo>
                      <a:lnTo>
                        <a:pt x="23246" y="6320"/>
                      </a:lnTo>
                      <a:lnTo>
                        <a:pt x="23204" y="6361"/>
                      </a:lnTo>
                      <a:lnTo>
                        <a:pt x="23288" y="6445"/>
                      </a:lnTo>
                      <a:lnTo>
                        <a:pt x="23267" y="6675"/>
                      </a:lnTo>
                      <a:lnTo>
                        <a:pt x="23163" y="6759"/>
                      </a:lnTo>
                      <a:lnTo>
                        <a:pt x="23184" y="6843"/>
                      </a:lnTo>
                      <a:lnTo>
                        <a:pt x="23163" y="6947"/>
                      </a:lnTo>
                      <a:lnTo>
                        <a:pt x="23037" y="6759"/>
                      </a:lnTo>
                      <a:lnTo>
                        <a:pt x="22932" y="6780"/>
                      </a:lnTo>
                      <a:lnTo>
                        <a:pt x="22786" y="6633"/>
                      </a:lnTo>
                      <a:lnTo>
                        <a:pt x="22723" y="6592"/>
                      </a:lnTo>
                      <a:lnTo>
                        <a:pt x="22681" y="6654"/>
                      </a:lnTo>
                      <a:lnTo>
                        <a:pt x="22765" y="6738"/>
                      </a:lnTo>
                      <a:lnTo>
                        <a:pt x="22765" y="6843"/>
                      </a:lnTo>
                      <a:lnTo>
                        <a:pt x="22723" y="6905"/>
                      </a:lnTo>
                      <a:lnTo>
                        <a:pt x="22786" y="7010"/>
                      </a:lnTo>
                      <a:lnTo>
                        <a:pt x="22891" y="6968"/>
                      </a:lnTo>
                      <a:lnTo>
                        <a:pt x="23079" y="7010"/>
                      </a:lnTo>
                      <a:lnTo>
                        <a:pt x="23204" y="7052"/>
                      </a:lnTo>
                      <a:lnTo>
                        <a:pt x="23246" y="7156"/>
                      </a:lnTo>
                      <a:lnTo>
                        <a:pt x="23351" y="7219"/>
                      </a:lnTo>
                      <a:lnTo>
                        <a:pt x="23456" y="7198"/>
                      </a:lnTo>
                      <a:lnTo>
                        <a:pt x="23497" y="7177"/>
                      </a:lnTo>
                      <a:lnTo>
                        <a:pt x="23560" y="7261"/>
                      </a:lnTo>
                      <a:lnTo>
                        <a:pt x="23414" y="7303"/>
                      </a:lnTo>
                      <a:lnTo>
                        <a:pt x="23288" y="7303"/>
                      </a:lnTo>
                      <a:lnTo>
                        <a:pt x="23184" y="7198"/>
                      </a:lnTo>
                      <a:lnTo>
                        <a:pt x="23142" y="7219"/>
                      </a:lnTo>
                      <a:lnTo>
                        <a:pt x="23100" y="7303"/>
                      </a:lnTo>
                      <a:lnTo>
                        <a:pt x="23058" y="7366"/>
                      </a:lnTo>
                      <a:lnTo>
                        <a:pt x="23184" y="7512"/>
                      </a:lnTo>
                      <a:lnTo>
                        <a:pt x="23267" y="7470"/>
                      </a:lnTo>
                      <a:lnTo>
                        <a:pt x="23456" y="7470"/>
                      </a:lnTo>
                      <a:lnTo>
                        <a:pt x="23497" y="7617"/>
                      </a:lnTo>
                      <a:lnTo>
                        <a:pt x="23581" y="7680"/>
                      </a:lnTo>
                      <a:lnTo>
                        <a:pt x="23623" y="7596"/>
                      </a:lnTo>
                      <a:lnTo>
                        <a:pt x="23811" y="7596"/>
                      </a:lnTo>
                      <a:lnTo>
                        <a:pt x="23790" y="7701"/>
                      </a:lnTo>
                      <a:lnTo>
                        <a:pt x="23937" y="7805"/>
                      </a:lnTo>
                      <a:lnTo>
                        <a:pt x="24083" y="7805"/>
                      </a:lnTo>
                      <a:lnTo>
                        <a:pt x="24146" y="7952"/>
                      </a:lnTo>
                      <a:lnTo>
                        <a:pt x="24083" y="8161"/>
                      </a:lnTo>
                      <a:lnTo>
                        <a:pt x="23832" y="8307"/>
                      </a:lnTo>
                      <a:lnTo>
                        <a:pt x="23769" y="8433"/>
                      </a:lnTo>
                      <a:lnTo>
                        <a:pt x="23769" y="8517"/>
                      </a:lnTo>
                      <a:lnTo>
                        <a:pt x="23979" y="8726"/>
                      </a:lnTo>
                      <a:lnTo>
                        <a:pt x="24104" y="8768"/>
                      </a:lnTo>
                      <a:lnTo>
                        <a:pt x="23895" y="8768"/>
                      </a:lnTo>
                      <a:lnTo>
                        <a:pt x="23665" y="8579"/>
                      </a:lnTo>
                      <a:lnTo>
                        <a:pt x="23665" y="8454"/>
                      </a:lnTo>
                      <a:lnTo>
                        <a:pt x="23769" y="8224"/>
                      </a:lnTo>
                      <a:lnTo>
                        <a:pt x="23832" y="8161"/>
                      </a:lnTo>
                      <a:lnTo>
                        <a:pt x="23832" y="8098"/>
                      </a:lnTo>
                      <a:lnTo>
                        <a:pt x="23895" y="7952"/>
                      </a:lnTo>
                      <a:lnTo>
                        <a:pt x="23832" y="7910"/>
                      </a:lnTo>
                      <a:lnTo>
                        <a:pt x="23456" y="8098"/>
                      </a:lnTo>
                      <a:lnTo>
                        <a:pt x="23246" y="8161"/>
                      </a:lnTo>
                      <a:lnTo>
                        <a:pt x="23184" y="8307"/>
                      </a:lnTo>
                      <a:lnTo>
                        <a:pt x="23058" y="8349"/>
                      </a:lnTo>
                      <a:lnTo>
                        <a:pt x="22953" y="8307"/>
                      </a:lnTo>
                      <a:lnTo>
                        <a:pt x="22828" y="8328"/>
                      </a:lnTo>
                      <a:lnTo>
                        <a:pt x="22660" y="8454"/>
                      </a:lnTo>
                      <a:lnTo>
                        <a:pt x="22221" y="8621"/>
                      </a:lnTo>
                      <a:lnTo>
                        <a:pt x="21907" y="8684"/>
                      </a:lnTo>
                      <a:lnTo>
                        <a:pt x="21782" y="8684"/>
                      </a:lnTo>
                      <a:lnTo>
                        <a:pt x="21614" y="8851"/>
                      </a:lnTo>
                      <a:lnTo>
                        <a:pt x="21468" y="8851"/>
                      </a:lnTo>
                      <a:lnTo>
                        <a:pt x="21384" y="8935"/>
                      </a:lnTo>
                      <a:lnTo>
                        <a:pt x="21510" y="9040"/>
                      </a:lnTo>
                      <a:lnTo>
                        <a:pt x="21510" y="9165"/>
                      </a:lnTo>
                      <a:lnTo>
                        <a:pt x="21489" y="9291"/>
                      </a:lnTo>
                      <a:lnTo>
                        <a:pt x="21572" y="9374"/>
                      </a:lnTo>
                      <a:lnTo>
                        <a:pt x="21677" y="9374"/>
                      </a:lnTo>
                      <a:lnTo>
                        <a:pt x="21698" y="9458"/>
                      </a:lnTo>
                      <a:lnTo>
                        <a:pt x="21635" y="9521"/>
                      </a:lnTo>
                      <a:lnTo>
                        <a:pt x="21844" y="9667"/>
                      </a:lnTo>
                      <a:lnTo>
                        <a:pt x="22012" y="9918"/>
                      </a:lnTo>
                      <a:lnTo>
                        <a:pt x="22012" y="10128"/>
                      </a:lnTo>
                      <a:lnTo>
                        <a:pt x="22054" y="10232"/>
                      </a:lnTo>
                      <a:lnTo>
                        <a:pt x="22116" y="10232"/>
                      </a:lnTo>
                      <a:lnTo>
                        <a:pt x="22137" y="10400"/>
                      </a:lnTo>
                      <a:lnTo>
                        <a:pt x="22305" y="10504"/>
                      </a:lnTo>
                      <a:lnTo>
                        <a:pt x="22430" y="10462"/>
                      </a:lnTo>
                      <a:lnTo>
                        <a:pt x="22828" y="10504"/>
                      </a:lnTo>
                      <a:lnTo>
                        <a:pt x="22953" y="10421"/>
                      </a:lnTo>
                      <a:lnTo>
                        <a:pt x="22953" y="10504"/>
                      </a:lnTo>
                      <a:lnTo>
                        <a:pt x="22995" y="10609"/>
                      </a:lnTo>
                      <a:lnTo>
                        <a:pt x="22995" y="10755"/>
                      </a:lnTo>
                      <a:lnTo>
                        <a:pt x="23184" y="10839"/>
                      </a:lnTo>
                      <a:lnTo>
                        <a:pt x="23288" y="10986"/>
                      </a:lnTo>
                      <a:lnTo>
                        <a:pt x="23581" y="10986"/>
                      </a:lnTo>
                      <a:lnTo>
                        <a:pt x="23790" y="11132"/>
                      </a:lnTo>
                      <a:lnTo>
                        <a:pt x="23874" y="11132"/>
                      </a:lnTo>
                      <a:lnTo>
                        <a:pt x="23979" y="11258"/>
                      </a:lnTo>
                      <a:lnTo>
                        <a:pt x="24000" y="11550"/>
                      </a:lnTo>
                      <a:lnTo>
                        <a:pt x="24041" y="11676"/>
                      </a:lnTo>
                      <a:lnTo>
                        <a:pt x="24000" y="11864"/>
                      </a:lnTo>
                      <a:lnTo>
                        <a:pt x="24125" y="12011"/>
                      </a:lnTo>
                      <a:lnTo>
                        <a:pt x="24230" y="12094"/>
                      </a:lnTo>
                      <a:lnTo>
                        <a:pt x="24418" y="12346"/>
                      </a:lnTo>
                      <a:lnTo>
                        <a:pt x="24502" y="12618"/>
                      </a:lnTo>
                      <a:lnTo>
                        <a:pt x="24648" y="12743"/>
                      </a:lnTo>
                      <a:lnTo>
                        <a:pt x="24711" y="12869"/>
                      </a:lnTo>
                      <a:lnTo>
                        <a:pt x="24585" y="13141"/>
                      </a:lnTo>
                      <a:lnTo>
                        <a:pt x="24502" y="13162"/>
                      </a:lnTo>
                      <a:lnTo>
                        <a:pt x="24418" y="13141"/>
                      </a:lnTo>
                      <a:lnTo>
                        <a:pt x="24418" y="13141"/>
                      </a:lnTo>
                      <a:lnTo>
                        <a:pt x="24523" y="13287"/>
                      </a:lnTo>
                      <a:lnTo>
                        <a:pt x="24732" y="13329"/>
                      </a:lnTo>
                      <a:lnTo>
                        <a:pt x="24837" y="13392"/>
                      </a:lnTo>
                      <a:lnTo>
                        <a:pt x="25046" y="13643"/>
                      </a:lnTo>
                      <a:lnTo>
                        <a:pt x="25255" y="13706"/>
                      </a:lnTo>
                      <a:lnTo>
                        <a:pt x="25276" y="13685"/>
                      </a:lnTo>
                      <a:lnTo>
                        <a:pt x="25360" y="13706"/>
                      </a:lnTo>
                      <a:lnTo>
                        <a:pt x="25548" y="13559"/>
                      </a:lnTo>
                      <a:lnTo>
                        <a:pt x="25736" y="13517"/>
                      </a:lnTo>
                      <a:lnTo>
                        <a:pt x="25945" y="13685"/>
                      </a:lnTo>
                      <a:lnTo>
                        <a:pt x="26092" y="13747"/>
                      </a:lnTo>
                      <a:lnTo>
                        <a:pt x="26197" y="13747"/>
                      </a:lnTo>
                      <a:lnTo>
                        <a:pt x="26280" y="13894"/>
                      </a:lnTo>
                      <a:lnTo>
                        <a:pt x="26301" y="14124"/>
                      </a:lnTo>
                      <a:lnTo>
                        <a:pt x="26238" y="13915"/>
                      </a:lnTo>
                      <a:lnTo>
                        <a:pt x="26176" y="13810"/>
                      </a:lnTo>
                      <a:lnTo>
                        <a:pt x="25987" y="13810"/>
                      </a:lnTo>
                      <a:lnTo>
                        <a:pt x="25757" y="13643"/>
                      </a:lnTo>
                      <a:lnTo>
                        <a:pt x="25611" y="13643"/>
                      </a:lnTo>
                      <a:lnTo>
                        <a:pt x="25443" y="13810"/>
                      </a:lnTo>
                      <a:lnTo>
                        <a:pt x="25443" y="13978"/>
                      </a:lnTo>
                      <a:lnTo>
                        <a:pt x="25464" y="14061"/>
                      </a:lnTo>
                      <a:lnTo>
                        <a:pt x="25234" y="13810"/>
                      </a:lnTo>
                      <a:lnTo>
                        <a:pt x="24983" y="13810"/>
                      </a:lnTo>
                      <a:lnTo>
                        <a:pt x="24857" y="13706"/>
                      </a:lnTo>
                      <a:lnTo>
                        <a:pt x="24857" y="13580"/>
                      </a:lnTo>
                      <a:lnTo>
                        <a:pt x="24753" y="13434"/>
                      </a:lnTo>
                      <a:lnTo>
                        <a:pt x="24565" y="13371"/>
                      </a:lnTo>
                      <a:lnTo>
                        <a:pt x="24397" y="13371"/>
                      </a:lnTo>
                      <a:lnTo>
                        <a:pt x="24188" y="13245"/>
                      </a:lnTo>
                      <a:lnTo>
                        <a:pt x="24230" y="13182"/>
                      </a:lnTo>
                      <a:lnTo>
                        <a:pt x="24230" y="13057"/>
                      </a:lnTo>
                      <a:lnTo>
                        <a:pt x="24313" y="13015"/>
                      </a:lnTo>
                      <a:lnTo>
                        <a:pt x="24272" y="12910"/>
                      </a:lnTo>
                      <a:lnTo>
                        <a:pt x="24230" y="12638"/>
                      </a:lnTo>
                      <a:lnTo>
                        <a:pt x="24167" y="12429"/>
                      </a:lnTo>
                      <a:lnTo>
                        <a:pt x="24083" y="12387"/>
                      </a:lnTo>
                      <a:lnTo>
                        <a:pt x="24021" y="12555"/>
                      </a:lnTo>
                      <a:lnTo>
                        <a:pt x="23958" y="12597"/>
                      </a:lnTo>
                      <a:lnTo>
                        <a:pt x="23979" y="12743"/>
                      </a:lnTo>
                      <a:lnTo>
                        <a:pt x="23895" y="12827"/>
                      </a:lnTo>
                      <a:lnTo>
                        <a:pt x="23916" y="12910"/>
                      </a:lnTo>
                      <a:lnTo>
                        <a:pt x="23895" y="13036"/>
                      </a:lnTo>
                      <a:lnTo>
                        <a:pt x="23811" y="13036"/>
                      </a:lnTo>
                      <a:lnTo>
                        <a:pt x="23769" y="12659"/>
                      </a:lnTo>
                      <a:lnTo>
                        <a:pt x="23853" y="12555"/>
                      </a:lnTo>
                      <a:lnTo>
                        <a:pt x="23811" y="12429"/>
                      </a:lnTo>
                      <a:lnTo>
                        <a:pt x="23644" y="12283"/>
                      </a:lnTo>
                      <a:lnTo>
                        <a:pt x="23644" y="12094"/>
                      </a:lnTo>
                      <a:lnTo>
                        <a:pt x="23560" y="11969"/>
                      </a:lnTo>
                      <a:lnTo>
                        <a:pt x="23560" y="11802"/>
                      </a:lnTo>
                      <a:lnTo>
                        <a:pt x="23707" y="11697"/>
                      </a:lnTo>
                      <a:lnTo>
                        <a:pt x="23707" y="11613"/>
                      </a:lnTo>
                      <a:lnTo>
                        <a:pt x="23686" y="11509"/>
                      </a:lnTo>
                      <a:lnTo>
                        <a:pt x="23707" y="11299"/>
                      </a:lnTo>
                      <a:lnTo>
                        <a:pt x="23581" y="11278"/>
                      </a:lnTo>
                      <a:lnTo>
                        <a:pt x="23539" y="11299"/>
                      </a:lnTo>
                      <a:lnTo>
                        <a:pt x="23456" y="11216"/>
                      </a:lnTo>
                      <a:lnTo>
                        <a:pt x="23225" y="11383"/>
                      </a:lnTo>
                      <a:lnTo>
                        <a:pt x="22912" y="11425"/>
                      </a:lnTo>
                      <a:lnTo>
                        <a:pt x="22744" y="11425"/>
                      </a:lnTo>
                      <a:lnTo>
                        <a:pt x="22514" y="11195"/>
                      </a:lnTo>
                      <a:lnTo>
                        <a:pt x="22388" y="11111"/>
                      </a:lnTo>
                      <a:lnTo>
                        <a:pt x="22347" y="11006"/>
                      </a:lnTo>
                      <a:lnTo>
                        <a:pt x="22012" y="10965"/>
                      </a:lnTo>
                      <a:lnTo>
                        <a:pt x="21886" y="10860"/>
                      </a:lnTo>
                      <a:lnTo>
                        <a:pt x="21761" y="10693"/>
                      </a:lnTo>
                      <a:lnTo>
                        <a:pt x="21363" y="10693"/>
                      </a:lnTo>
                      <a:lnTo>
                        <a:pt x="21259" y="10651"/>
                      </a:lnTo>
                      <a:lnTo>
                        <a:pt x="21133" y="10734"/>
                      </a:lnTo>
                      <a:lnTo>
                        <a:pt x="20987" y="10944"/>
                      </a:lnTo>
                      <a:lnTo>
                        <a:pt x="20966" y="11069"/>
                      </a:lnTo>
                      <a:lnTo>
                        <a:pt x="20924" y="11111"/>
                      </a:lnTo>
                      <a:lnTo>
                        <a:pt x="20861" y="11090"/>
                      </a:lnTo>
                      <a:lnTo>
                        <a:pt x="20840" y="11174"/>
                      </a:lnTo>
                      <a:lnTo>
                        <a:pt x="20924" y="11258"/>
                      </a:lnTo>
                      <a:lnTo>
                        <a:pt x="21091" y="11132"/>
                      </a:lnTo>
                      <a:lnTo>
                        <a:pt x="21300" y="11174"/>
                      </a:lnTo>
                      <a:lnTo>
                        <a:pt x="21405" y="11383"/>
                      </a:lnTo>
                      <a:lnTo>
                        <a:pt x="21280" y="11613"/>
                      </a:lnTo>
                      <a:lnTo>
                        <a:pt x="21133" y="11655"/>
                      </a:lnTo>
                      <a:lnTo>
                        <a:pt x="20861" y="11550"/>
                      </a:lnTo>
                      <a:lnTo>
                        <a:pt x="20715" y="11362"/>
                      </a:lnTo>
                      <a:lnTo>
                        <a:pt x="20610" y="11362"/>
                      </a:lnTo>
                      <a:lnTo>
                        <a:pt x="20443" y="11467"/>
                      </a:lnTo>
                      <a:lnTo>
                        <a:pt x="20401" y="11550"/>
                      </a:lnTo>
                      <a:lnTo>
                        <a:pt x="20317" y="11571"/>
                      </a:lnTo>
                      <a:lnTo>
                        <a:pt x="20505" y="11822"/>
                      </a:lnTo>
                      <a:lnTo>
                        <a:pt x="20568" y="11822"/>
                      </a:lnTo>
                      <a:lnTo>
                        <a:pt x="20631" y="11969"/>
                      </a:lnTo>
                      <a:lnTo>
                        <a:pt x="20840" y="12136"/>
                      </a:lnTo>
                      <a:lnTo>
                        <a:pt x="21028" y="12136"/>
                      </a:lnTo>
                      <a:lnTo>
                        <a:pt x="21112" y="12220"/>
                      </a:lnTo>
                      <a:lnTo>
                        <a:pt x="21405" y="12241"/>
                      </a:lnTo>
                      <a:lnTo>
                        <a:pt x="21489" y="12178"/>
                      </a:lnTo>
                      <a:lnTo>
                        <a:pt x="21531" y="12178"/>
                      </a:lnTo>
                      <a:lnTo>
                        <a:pt x="21572" y="12283"/>
                      </a:lnTo>
                      <a:lnTo>
                        <a:pt x="21782" y="12283"/>
                      </a:lnTo>
                      <a:lnTo>
                        <a:pt x="21824" y="12429"/>
                      </a:lnTo>
                      <a:lnTo>
                        <a:pt x="21907" y="12450"/>
                      </a:lnTo>
                      <a:lnTo>
                        <a:pt x="21928" y="12555"/>
                      </a:lnTo>
                      <a:lnTo>
                        <a:pt x="22158" y="12597"/>
                      </a:lnTo>
                      <a:lnTo>
                        <a:pt x="22263" y="12513"/>
                      </a:lnTo>
                      <a:lnTo>
                        <a:pt x="22200" y="12618"/>
                      </a:lnTo>
                      <a:lnTo>
                        <a:pt x="21949" y="12659"/>
                      </a:lnTo>
                      <a:lnTo>
                        <a:pt x="21803" y="12576"/>
                      </a:lnTo>
                      <a:lnTo>
                        <a:pt x="21698" y="12555"/>
                      </a:lnTo>
                      <a:lnTo>
                        <a:pt x="21531" y="12366"/>
                      </a:lnTo>
                      <a:lnTo>
                        <a:pt x="21426" y="12346"/>
                      </a:lnTo>
                      <a:lnTo>
                        <a:pt x="21321" y="12408"/>
                      </a:lnTo>
                      <a:lnTo>
                        <a:pt x="21196" y="12408"/>
                      </a:lnTo>
                      <a:lnTo>
                        <a:pt x="21091" y="12534"/>
                      </a:lnTo>
                      <a:lnTo>
                        <a:pt x="21049" y="12429"/>
                      </a:lnTo>
                      <a:lnTo>
                        <a:pt x="20945" y="12346"/>
                      </a:lnTo>
                      <a:lnTo>
                        <a:pt x="20840" y="12408"/>
                      </a:lnTo>
                      <a:lnTo>
                        <a:pt x="20631" y="12408"/>
                      </a:lnTo>
                      <a:lnTo>
                        <a:pt x="20464" y="12304"/>
                      </a:lnTo>
                      <a:lnTo>
                        <a:pt x="20338" y="12325"/>
                      </a:lnTo>
                      <a:lnTo>
                        <a:pt x="20296" y="12220"/>
                      </a:lnTo>
                      <a:lnTo>
                        <a:pt x="20401" y="12136"/>
                      </a:lnTo>
                      <a:lnTo>
                        <a:pt x="20401" y="12053"/>
                      </a:lnTo>
                      <a:lnTo>
                        <a:pt x="20296" y="11990"/>
                      </a:lnTo>
                      <a:lnTo>
                        <a:pt x="20296" y="11885"/>
                      </a:lnTo>
                      <a:lnTo>
                        <a:pt x="20108" y="11718"/>
                      </a:lnTo>
                      <a:lnTo>
                        <a:pt x="20024" y="11592"/>
                      </a:lnTo>
                      <a:lnTo>
                        <a:pt x="20087" y="11425"/>
                      </a:lnTo>
                      <a:lnTo>
                        <a:pt x="19982" y="11278"/>
                      </a:lnTo>
                      <a:lnTo>
                        <a:pt x="19982" y="11006"/>
                      </a:lnTo>
                      <a:lnTo>
                        <a:pt x="19836" y="10881"/>
                      </a:lnTo>
                      <a:lnTo>
                        <a:pt x="19836" y="10693"/>
                      </a:lnTo>
                      <a:lnTo>
                        <a:pt x="19794" y="10651"/>
                      </a:lnTo>
                      <a:lnTo>
                        <a:pt x="19710" y="10630"/>
                      </a:lnTo>
                      <a:lnTo>
                        <a:pt x="19689" y="10462"/>
                      </a:lnTo>
                      <a:lnTo>
                        <a:pt x="19522" y="10337"/>
                      </a:lnTo>
                      <a:lnTo>
                        <a:pt x="19459" y="10379"/>
                      </a:lnTo>
                      <a:lnTo>
                        <a:pt x="19689" y="10860"/>
                      </a:lnTo>
                      <a:lnTo>
                        <a:pt x="19752" y="11174"/>
                      </a:lnTo>
                      <a:lnTo>
                        <a:pt x="19710" y="11425"/>
                      </a:lnTo>
                      <a:lnTo>
                        <a:pt x="19522" y="11676"/>
                      </a:lnTo>
                      <a:lnTo>
                        <a:pt x="19396" y="11802"/>
                      </a:lnTo>
                      <a:lnTo>
                        <a:pt x="19396" y="11885"/>
                      </a:lnTo>
                      <a:lnTo>
                        <a:pt x="19480" y="11948"/>
                      </a:lnTo>
                      <a:lnTo>
                        <a:pt x="19501" y="12136"/>
                      </a:lnTo>
                      <a:lnTo>
                        <a:pt x="19417" y="12346"/>
                      </a:lnTo>
                      <a:lnTo>
                        <a:pt x="19417" y="12471"/>
                      </a:lnTo>
                      <a:lnTo>
                        <a:pt x="19627" y="12618"/>
                      </a:lnTo>
                      <a:lnTo>
                        <a:pt x="19899" y="12848"/>
                      </a:lnTo>
                      <a:lnTo>
                        <a:pt x="19940" y="12994"/>
                      </a:lnTo>
                      <a:lnTo>
                        <a:pt x="20108" y="12994"/>
                      </a:lnTo>
                      <a:lnTo>
                        <a:pt x="20233" y="13141"/>
                      </a:lnTo>
                      <a:lnTo>
                        <a:pt x="20338" y="13371"/>
                      </a:lnTo>
                      <a:lnTo>
                        <a:pt x="20317" y="13727"/>
                      </a:lnTo>
                      <a:lnTo>
                        <a:pt x="20275" y="13894"/>
                      </a:lnTo>
                      <a:lnTo>
                        <a:pt x="20422" y="14103"/>
                      </a:lnTo>
                      <a:lnTo>
                        <a:pt x="20380" y="14354"/>
                      </a:lnTo>
                      <a:lnTo>
                        <a:pt x="20464" y="14501"/>
                      </a:lnTo>
                      <a:lnTo>
                        <a:pt x="20673" y="14731"/>
                      </a:lnTo>
                      <a:lnTo>
                        <a:pt x="20715" y="14856"/>
                      </a:lnTo>
                      <a:lnTo>
                        <a:pt x="20673" y="15024"/>
                      </a:lnTo>
                      <a:lnTo>
                        <a:pt x="20736" y="15087"/>
                      </a:lnTo>
                      <a:lnTo>
                        <a:pt x="20882" y="15149"/>
                      </a:lnTo>
                      <a:lnTo>
                        <a:pt x="21070" y="15045"/>
                      </a:lnTo>
                      <a:lnTo>
                        <a:pt x="21280" y="15087"/>
                      </a:lnTo>
                      <a:lnTo>
                        <a:pt x="21363" y="15045"/>
                      </a:lnTo>
                      <a:lnTo>
                        <a:pt x="21384" y="14877"/>
                      </a:lnTo>
                      <a:lnTo>
                        <a:pt x="21510" y="14752"/>
                      </a:lnTo>
                      <a:lnTo>
                        <a:pt x="21677" y="14815"/>
                      </a:lnTo>
                      <a:lnTo>
                        <a:pt x="21782" y="14773"/>
                      </a:lnTo>
                      <a:lnTo>
                        <a:pt x="21991" y="14919"/>
                      </a:lnTo>
                      <a:lnTo>
                        <a:pt x="22116" y="14856"/>
                      </a:lnTo>
                      <a:lnTo>
                        <a:pt x="22200" y="14982"/>
                      </a:lnTo>
                      <a:lnTo>
                        <a:pt x="22451" y="15087"/>
                      </a:lnTo>
                      <a:lnTo>
                        <a:pt x="22640" y="15087"/>
                      </a:lnTo>
                      <a:lnTo>
                        <a:pt x="22765" y="15275"/>
                      </a:lnTo>
                      <a:lnTo>
                        <a:pt x="22765" y="15379"/>
                      </a:lnTo>
                      <a:lnTo>
                        <a:pt x="22953" y="15484"/>
                      </a:lnTo>
                      <a:lnTo>
                        <a:pt x="23016" y="15589"/>
                      </a:lnTo>
                      <a:lnTo>
                        <a:pt x="23037" y="15610"/>
                      </a:lnTo>
                      <a:lnTo>
                        <a:pt x="23058" y="15693"/>
                      </a:lnTo>
                      <a:lnTo>
                        <a:pt x="23142" y="15777"/>
                      </a:lnTo>
                      <a:lnTo>
                        <a:pt x="23058" y="15861"/>
                      </a:lnTo>
                      <a:lnTo>
                        <a:pt x="22953" y="15882"/>
                      </a:lnTo>
                      <a:lnTo>
                        <a:pt x="22953" y="16070"/>
                      </a:lnTo>
                      <a:lnTo>
                        <a:pt x="23037" y="16216"/>
                      </a:lnTo>
                      <a:lnTo>
                        <a:pt x="23121" y="16279"/>
                      </a:lnTo>
                      <a:lnTo>
                        <a:pt x="23079" y="16384"/>
                      </a:lnTo>
                      <a:lnTo>
                        <a:pt x="23163" y="16488"/>
                      </a:lnTo>
                      <a:lnTo>
                        <a:pt x="23288" y="16488"/>
                      </a:lnTo>
                      <a:lnTo>
                        <a:pt x="23372" y="16593"/>
                      </a:lnTo>
                      <a:lnTo>
                        <a:pt x="23518" y="16593"/>
                      </a:lnTo>
                      <a:lnTo>
                        <a:pt x="23602" y="16426"/>
                      </a:lnTo>
                      <a:lnTo>
                        <a:pt x="23665" y="16509"/>
                      </a:lnTo>
                      <a:lnTo>
                        <a:pt x="23769" y="16488"/>
                      </a:lnTo>
                      <a:lnTo>
                        <a:pt x="23832" y="16509"/>
                      </a:lnTo>
                      <a:lnTo>
                        <a:pt x="23790" y="16530"/>
                      </a:lnTo>
                      <a:lnTo>
                        <a:pt x="23728" y="16593"/>
                      </a:lnTo>
                      <a:lnTo>
                        <a:pt x="23560" y="16614"/>
                      </a:lnTo>
                      <a:lnTo>
                        <a:pt x="23456" y="16635"/>
                      </a:lnTo>
                      <a:lnTo>
                        <a:pt x="23288" y="16656"/>
                      </a:lnTo>
                      <a:lnTo>
                        <a:pt x="23142" y="16551"/>
                      </a:lnTo>
                      <a:lnTo>
                        <a:pt x="22995" y="16551"/>
                      </a:lnTo>
                      <a:lnTo>
                        <a:pt x="22932" y="16426"/>
                      </a:lnTo>
                      <a:lnTo>
                        <a:pt x="22974" y="16384"/>
                      </a:lnTo>
                      <a:lnTo>
                        <a:pt x="22953" y="16237"/>
                      </a:lnTo>
                      <a:lnTo>
                        <a:pt x="22849" y="16112"/>
                      </a:lnTo>
                      <a:lnTo>
                        <a:pt x="22828" y="15986"/>
                      </a:lnTo>
                      <a:lnTo>
                        <a:pt x="22723" y="15923"/>
                      </a:lnTo>
                      <a:lnTo>
                        <a:pt x="22744" y="15798"/>
                      </a:lnTo>
                      <a:lnTo>
                        <a:pt x="22619" y="15610"/>
                      </a:lnTo>
                      <a:lnTo>
                        <a:pt x="22556" y="15610"/>
                      </a:lnTo>
                      <a:lnTo>
                        <a:pt x="22430" y="15526"/>
                      </a:lnTo>
                      <a:lnTo>
                        <a:pt x="22242" y="15421"/>
                      </a:lnTo>
                      <a:lnTo>
                        <a:pt x="22242" y="15254"/>
                      </a:lnTo>
                      <a:lnTo>
                        <a:pt x="22054" y="15066"/>
                      </a:lnTo>
                      <a:lnTo>
                        <a:pt x="21907" y="15066"/>
                      </a:lnTo>
                      <a:lnTo>
                        <a:pt x="21677" y="15317"/>
                      </a:lnTo>
                      <a:lnTo>
                        <a:pt x="21510" y="15338"/>
                      </a:lnTo>
                      <a:lnTo>
                        <a:pt x="21405" y="15463"/>
                      </a:lnTo>
                      <a:lnTo>
                        <a:pt x="21217" y="15589"/>
                      </a:lnTo>
                      <a:lnTo>
                        <a:pt x="21259" y="15944"/>
                      </a:lnTo>
                      <a:lnTo>
                        <a:pt x="21321" y="16049"/>
                      </a:lnTo>
                      <a:lnTo>
                        <a:pt x="21572" y="16175"/>
                      </a:lnTo>
                      <a:lnTo>
                        <a:pt x="21761" y="16593"/>
                      </a:lnTo>
                      <a:lnTo>
                        <a:pt x="21719" y="16698"/>
                      </a:lnTo>
                      <a:lnTo>
                        <a:pt x="21531" y="17012"/>
                      </a:lnTo>
                      <a:lnTo>
                        <a:pt x="21510" y="17179"/>
                      </a:lnTo>
                      <a:lnTo>
                        <a:pt x="21614" y="17367"/>
                      </a:lnTo>
                      <a:lnTo>
                        <a:pt x="21510" y="17639"/>
                      </a:lnTo>
                      <a:lnTo>
                        <a:pt x="21510" y="17744"/>
                      </a:lnTo>
                      <a:lnTo>
                        <a:pt x="21363" y="17890"/>
                      </a:lnTo>
                      <a:lnTo>
                        <a:pt x="21363" y="17974"/>
                      </a:lnTo>
                      <a:lnTo>
                        <a:pt x="21259" y="18016"/>
                      </a:lnTo>
                      <a:lnTo>
                        <a:pt x="21175" y="18120"/>
                      </a:lnTo>
                      <a:lnTo>
                        <a:pt x="21175" y="18267"/>
                      </a:lnTo>
                      <a:lnTo>
                        <a:pt x="21259" y="18330"/>
                      </a:lnTo>
                      <a:lnTo>
                        <a:pt x="21259" y="18434"/>
                      </a:lnTo>
                      <a:lnTo>
                        <a:pt x="21070" y="18539"/>
                      </a:lnTo>
                      <a:lnTo>
                        <a:pt x="20840" y="18497"/>
                      </a:lnTo>
                      <a:lnTo>
                        <a:pt x="20798" y="18434"/>
                      </a:lnTo>
                      <a:lnTo>
                        <a:pt x="20589" y="18434"/>
                      </a:lnTo>
                      <a:lnTo>
                        <a:pt x="20380" y="18476"/>
                      </a:lnTo>
                      <a:lnTo>
                        <a:pt x="20212" y="18413"/>
                      </a:lnTo>
                      <a:lnTo>
                        <a:pt x="19794" y="18330"/>
                      </a:lnTo>
                      <a:lnTo>
                        <a:pt x="19627" y="18183"/>
                      </a:lnTo>
                      <a:lnTo>
                        <a:pt x="19585" y="18079"/>
                      </a:lnTo>
                      <a:lnTo>
                        <a:pt x="19396" y="18100"/>
                      </a:lnTo>
                      <a:lnTo>
                        <a:pt x="19334" y="18204"/>
                      </a:lnTo>
                      <a:lnTo>
                        <a:pt x="19313" y="18162"/>
                      </a:lnTo>
                      <a:lnTo>
                        <a:pt x="19229" y="18120"/>
                      </a:lnTo>
                      <a:lnTo>
                        <a:pt x="19313" y="17974"/>
                      </a:lnTo>
                      <a:lnTo>
                        <a:pt x="19480" y="17953"/>
                      </a:lnTo>
                      <a:lnTo>
                        <a:pt x="19794" y="17890"/>
                      </a:lnTo>
                      <a:lnTo>
                        <a:pt x="19836" y="17807"/>
                      </a:lnTo>
                      <a:lnTo>
                        <a:pt x="20108" y="17974"/>
                      </a:lnTo>
                      <a:lnTo>
                        <a:pt x="20171" y="17974"/>
                      </a:lnTo>
                      <a:lnTo>
                        <a:pt x="20212" y="17890"/>
                      </a:lnTo>
                      <a:lnTo>
                        <a:pt x="20338" y="17890"/>
                      </a:lnTo>
                      <a:lnTo>
                        <a:pt x="20338" y="17974"/>
                      </a:lnTo>
                      <a:lnTo>
                        <a:pt x="20150" y="18079"/>
                      </a:lnTo>
                      <a:lnTo>
                        <a:pt x="20254" y="18183"/>
                      </a:lnTo>
                      <a:lnTo>
                        <a:pt x="20464" y="18162"/>
                      </a:lnTo>
                      <a:lnTo>
                        <a:pt x="20547" y="18058"/>
                      </a:lnTo>
                      <a:lnTo>
                        <a:pt x="20673" y="17995"/>
                      </a:lnTo>
                      <a:lnTo>
                        <a:pt x="20673" y="17911"/>
                      </a:lnTo>
                      <a:lnTo>
                        <a:pt x="20568" y="17786"/>
                      </a:lnTo>
                      <a:lnTo>
                        <a:pt x="20568" y="17702"/>
                      </a:lnTo>
                      <a:lnTo>
                        <a:pt x="20694" y="17786"/>
                      </a:lnTo>
                      <a:lnTo>
                        <a:pt x="20756" y="17702"/>
                      </a:lnTo>
                      <a:lnTo>
                        <a:pt x="20756" y="17472"/>
                      </a:lnTo>
                      <a:lnTo>
                        <a:pt x="20882" y="17388"/>
                      </a:lnTo>
                      <a:lnTo>
                        <a:pt x="20861" y="17325"/>
                      </a:lnTo>
                      <a:lnTo>
                        <a:pt x="20777" y="17346"/>
                      </a:lnTo>
                      <a:lnTo>
                        <a:pt x="20756" y="17284"/>
                      </a:lnTo>
                      <a:lnTo>
                        <a:pt x="20882" y="17242"/>
                      </a:lnTo>
                      <a:lnTo>
                        <a:pt x="20882" y="17012"/>
                      </a:lnTo>
                      <a:lnTo>
                        <a:pt x="20840" y="16928"/>
                      </a:lnTo>
                      <a:lnTo>
                        <a:pt x="20903" y="16823"/>
                      </a:lnTo>
                      <a:lnTo>
                        <a:pt x="20903" y="16760"/>
                      </a:lnTo>
                      <a:lnTo>
                        <a:pt x="21008" y="16698"/>
                      </a:lnTo>
                      <a:lnTo>
                        <a:pt x="20987" y="16509"/>
                      </a:lnTo>
                      <a:lnTo>
                        <a:pt x="20861" y="16384"/>
                      </a:lnTo>
                      <a:lnTo>
                        <a:pt x="20777" y="16175"/>
                      </a:lnTo>
                      <a:lnTo>
                        <a:pt x="20798" y="16007"/>
                      </a:lnTo>
                      <a:lnTo>
                        <a:pt x="20798" y="15882"/>
                      </a:lnTo>
                      <a:lnTo>
                        <a:pt x="20861" y="15903"/>
                      </a:lnTo>
                      <a:lnTo>
                        <a:pt x="20861" y="15819"/>
                      </a:lnTo>
                      <a:lnTo>
                        <a:pt x="20673" y="15651"/>
                      </a:lnTo>
                      <a:lnTo>
                        <a:pt x="20589" y="15610"/>
                      </a:lnTo>
                      <a:lnTo>
                        <a:pt x="20526" y="15505"/>
                      </a:lnTo>
                      <a:lnTo>
                        <a:pt x="20338" y="15463"/>
                      </a:lnTo>
                      <a:lnTo>
                        <a:pt x="20108" y="15170"/>
                      </a:lnTo>
                      <a:lnTo>
                        <a:pt x="20045" y="14940"/>
                      </a:lnTo>
                      <a:lnTo>
                        <a:pt x="20003" y="14877"/>
                      </a:lnTo>
                      <a:lnTo>
                        <a:pt x="20045" y="14794"/>
                      </a:lnTo>
                      <a:lnTo>
                        <a:pt x="19919" y="14710"/>
                      </a:lnTo>
                      <a:lnTo>
                        <a:pt x="19836" y="14563"/>
                      </a:lnTo>
                      <a:lnTo>
                        <a:pt x="19899" y="14417"/>
                      </a:lnTo>
                      <a:lnTo>
                        <a:pt x="19710" y="14145"/>
                      </a:lnTo>
                      <a:lnTo>
                        <a:pt x="19710" y="13978"/>
                      </a:lnTo>
                      <a:lnTo>
                        <a:pt x="19585" y="13831"/>
                      </a:lnTo>
                      <a:lnTo>
                        <a:pt x="19606" y="13768"/>
                      </a:lnTo>
                      <a:lnTo>
                        <a:pt x="19606" y="13685"/>
                      </a:lnTo>
                      <a:lnTo>
                        <a:pt x="19501" y="13580"/>
                      </a:lnTo>
                      <a:lnTo>
                        <a:pt x="19438" y="13224"/>
                      </a:lnTo>
                      <a:lnTo>
                        <a:pt x="19375" y="13078"/>
                      </a:lnTo>
                      <a:lnTo>
                        <a:pt x="19229" y="12973"/>
                      </a:lnTo>
                      <a:lnTo>
                        <a:pt x="19292" y="12910"/>
                      </a:lnTo>
                      <a:lnTo>
                        <a:pt x="19250" y="12848"/>
                      </a:lnTo>
                      <a:lnTo>
                        <a:pt x="19166" y="12869"/>
                      </a:lnTo>
                      <a:lnTo>
                        <a:pt x="19166" y="12848"/>
                      </a:lnTo>
                      <a:lnTo>
                        <a:pt x="19041" y="12806"/>
                      </a:lnTo>
                      <a:lnTo>
                        <a:pt x="18957" y="12638"/>
                      </a:lnTo>
                      <a:lnTo>
                        <a:pt x="18831" y="12534"/>
                      </a:lnTo>
                      <a:lnTo>
                        <a:pt x="18769" y="12408"/>
                      </a:lnTo>
                      <a:lnTo>
                        <a:pt x="18852" y="12387"/>
                      </a:lnTo>
                      <a:lnTo>
                        <a:pt x="18873" y="12283"/>
                      </a:lnTo>
                      <a:lnTo>
                        <a:pt x="18831" y="12178"/>
                      </a:lnTo>
                      <a:lnTo>
                        <a:pt x="18852" y="12094"/>
                      </a:lnTo>
                      <a:lnTo>
                        <a:pt x="18790" y="11990"/>
                      </a:lnTo>
                      <a:lnTo>
                        <a:pt x="18852" y="11676"/>
                      </a:lnTo>
                      <a:lnTo>
                        <a:pt x="18769" y="11488"/>
                      </a:lnTo>
                      <a:lnTo>
                        <a:pt x="18769" y="11278"/>
                      </a:lnTo>
                      <a:lnTo>
                        <a:pt x="18727" y="11195"/>
                      </a:lnTo>
                      <a:lnTo>
                        <a:pt x="18727" y="11069"/>
                      </a:lnTo>
                      <a:lnTo>
                        <a:pt x="18643" y="10944"/>
                      </a:lnTo>
                      <a:lnTo>
                        <a:pt x="18748" y="10881"/>
                      </a:lnTo>
                      <a:lnTo>
                        <a:pt x="18685" y="10776"/>
                      </a:lnTo>
                      <a:lnTo>
                        <a:pt x="18559" y="10755"/>
                      </a:lnTo>
                      <a:lnTo>
                        <a:pt x="18413" y="10755"/>
                      </a:lnTo>
                      <a:lnTo>
                        <a:pt x="18057" y="10630"/>
                      </a:lnTo>
                      <a:lnTo>
                        <a:pt x="17932" y="10630"/>
                      </a:lnTo>
                      <a:lnTo>
                        <a:pt x="17890" y="10672"/>
                      </a:lnTo>
                      <a:lnTo>
                        <a:pt x="17785" y="10630"/>
                      </a:lnTo>
                      <a:lnTo>
                        <a:pt x="17681" y="10630"/>
                      </a:lnTo>
                      <a:lnTo>
                        <a:pt x="17534" y="10714"/>
                      </a:lnTo>
                      <a:lnTo>
                        <a:pt x="17388" y="10714"/>
                      </a:lnTo>
                      <a:lnTo>
                        <a:pt x="17262" y="10755"/>
                      </a:lnTo>
                      <a:lnTo>
                        <a:pt x="17220" y="10714"/>
                      </a:lnTo>
                      <a:lnTo>
                        <a:pt x="17262" y="10651"/>
                      </a:lnTo>
                      <a:lnTo>
                        <a:pt x="17158" y="10609"/>
                      </a:lnTo>
                      <a:lnTo>
                        <a:pt x="17053" y="10630"/>
                      </a:lnTo>
                      <a:lnTo>
                        <a:pt x="17074" y="10860"/>
                      </a:lnTo>
                      <a:lnTo>
                        <a:pt x="17053" y="11069"/>
                      </a:lnTo>
                      <a:lnTo>
                        <a:pt x="17158" y="11195"/>
                      </a:lnTo>
                      <a:lnTo>
                        <a:pt x="17116" y="11258"/>
                      </a:lnTo>
                      <a:lnTo>
                        <a:pt x="17074" y="11467"/>
                      </a:lnTo>
                      <a:lnTo>
                        <a:pt x="17158" y="11550"/>
                      </a:lnTo>
                      <a:lnTo>
                        <a:pt x="17158" y="11676"/>
                      </a:lnTo>
                      <a:lnTo>
                        <a:pt x="17199" y="11760"/>
                      </a:lnTo>
                      <a:lnTo>
                        <a:pt x="17158" y="11822"/>
                      </a:lnTo>
                      <a:lnTo>
                        <a:pt x="17158" y="12011"/>
                      </a:lnTo>
                      <a:lnTo>
                        <a:pt x="17220" y="12136"/>
                      </a:lnTo>
                      <a:lnTo>
                        <a:pt x="17158" y="12304"/>
                      </a:lnTo>
                      <a:lnTo>
                        <a:pt x="17158" y="12408"/>
                      </a:lnTo>
                      <a:lnTo>
                        <a:pt x="17199" y="12534"/>
                      </a:lnTo>
                      <a:lnTo>
                        <a:pt x="17178" y="12618"/>
                      </a:lnTo>
                      <a:lnTo>
                        <a:pt x="17053" y="12701"/>
                      </a:lnTo>
                      <a:lnTo>
                        <a:pt x="16844" y="13015"/>
                      </a:lnTo>
                      <a:lnTo>
                        <a:pt x="16760" y="13057"/>
                      </a:lnTo>
                      <a:lnTo>
                        <a:pt x="16781" y="13162"/>
                      </a:lnTo>
                      <a:lnTo>
                        <a:pt x="16865" y="13266"/>
                      </a:lnTo>
                      <a:lnTo>
                        <a:pt x="16802" y="13371"/>
                      </a:lnTo>
                      <a:lnTo>
                        <a:pt x="16781" y="13559"/>
                      </a:lnTo>
                      <a:lnTo>
                        <a:pt x="16906" y="13685"/>
                      </a:lnTo>
                      <a:lnTo>
                        <a:pt x="16990" y="13643"/>
                      </a:lnTo>
                      <a:lnTo>
                        <a:pt x="17074" y="13706"/>
                      </a:lnTo>
                      <a:lnTo>
                        <a:pt x="17158" y="13915"/>
                      </a:lnTo>
                      <a:lnTo>
                        <a:pt x="17283" y="13915"/>
                      </a:lnTo>
                      <a:lnTo>
                        <a:pt x="17388" y="14019"/>
                      </a:lnTo>
                      <a:lnTo>
                        <a:pt x="17304" y="13999"/>
                      </a:lnTo>
                      <a:lnTo>
                        <a:pt x="17220" y="14103"/>
                      </a:lnTo>
                      <a:lnTo>
                        <a:pt x="17220" y="14271"/>
                      </a:lnTo>
                      <a:lnTo>
                        <a:pt x="17409" y="14396"/>
                      </a:lnTo>
                      <a:lnTo>
                        <a:pt x="17409" y="14522"/>
                      </a:lnTo>
                      <a:lnTo>
                        <a:pt x="17325" y="14605"/>
                      </a:lnTo>
                      <a:lnTo>
                        <a:pt x="17262" y="14543"/>
                      </a:lnTo>
                      <a:lnTo>
                        <a:pt x="17262" y="14626"/>
                      </a:lnTo>
                      <a:lnTo>
                        <a:pt x="17367" y="14898"/>
                      </a:lnTo>
                      <a:lnTo>
                        <a:pt x="17430" y="14961"/>
                      </a:lnTo>
                      <a:lnTo>
                        <a:pt x="17492" y="15149"/>
                      </a:lnTo>
                      <a:lnTo>
                        <a:pt x="17534" y="15066"/>
                      </a:lnTo>
                      <a:lnTo>
                        <a:pt x="17639" y="15149"/>
                      </a:lnTo>
                      <a:lnTo>
                        <a:pt x="17764" y="15149"/>
                      </a:lnTo>
                      <a:lnTo>
                        <a:pt x="17911" y="15233"/>
                      </a:lnTo>
                      <a:lnTo>
                        <a:pt x="18015" y="15066"/>
                      </a:lnTo>
                      <a:lnTo>
                        <a:pt x="18057" y="15128"/>
                      </a:lnTo>
                      <a:lnTo>
                        <a:pt x="18057" y="15338"/>
                      </a:lnTo>
                      <a:lnTo>
                        <a:pt x="18141" y="15442"/>
                      </a:lnTo>
                      <a:lnTo>
                        <a:pt x="18183" y="15463"/>
                      </a:lnTo>
                      <a:lnTo>
                        <a:pt x="18434" y="15756"/>
                      </a:lnTo>
                      <a:lnTo>
                        <a:pt x="18559" y="15777"/>
                      </a:lnTo>
                      <a:lnTo>
                        <a:pt x="18643" y="15735"/>
                      </a:lnTo>
                      <a:lnTo>
                        <a:pt x="18748" y="15735"/>
                      </a:lnTo>
                      <a:lnTo>
                        <a:pt x="18769" y="15777"/>
                      </a:lnTo>
                      <a:lnTo>
                        <a:pt x="18873" y="15777"/>
                      </a:lnTo>
                      <a:lnTo>
                        <a:pt x="18769" y="15861"/>
                      </a:lnTo>
                      <a:lnTo>
                        <a:pt x="18769" y="16175"/>
                      </a:lnTo>
                      <a:lnTo>
                        <a:pt x="18748" y="16258"/>
                      </a:lnTo>
                      <a:lnTo>
                        <a:pt x="18811" y="16384"/>
                      </a:lnTo>
                      <a:lnTo>
                        <a:pt x="18790" y="16426"/>
                      </a:lnTo>
                      <a:lnTo>
                        <a:pt x="18706" y="16426"/>
                      </a:lnTo>
                      <a:lnTo>
                        <a:pt x="18748" y="16593"/>
                      </a:lnTo>
                      <a:lnTo>
                        <a:pt x="18748" y="16677"/>
                      </a:lnTo>
                      <a:lnTo>
                        <a:pt x="18601" y="16635"/>
                      </a:lnTo>
                      <a:lnTo>
                        <a:pt x="18476" y="16384"/>
                      </a:lnTo>
                      <a:lnTo>
                        <a:pt x="18329" y="16258"/>
                      </a:lnTo>
                      <a:lnTo>
                        <a:pt x="18141" y="16216"/>
                      </a:lnTo>
                      <a:lnTo>
                        <a:pt x="18057" y="16070"/>
                      </a:lnTo>
                      <a:lnTo>
                        <a:pt x="17932" y="15965"/>
                      </a:lnTo>
                      <a:lnTo>
                        <a:pt x="17618" y="15944"/>
                      </a:lnTo>
                      <a:lnTo>
                        <a:pt x="17304" y="15756"/>
                      </a:lnTo>
                      <a:lnTo>
                        <a:pt x="17116" y="15735"/>
                      </a:lnTo>
                      <a:lnTo>
                        <a:pt x="17095" y="15631"/>
                      </a:lnTo>
                      <a:lnTo>
                        <a:pt x="17011" y="15631"/>
                      </a:lnTo>
                      <a:lnTo>
                        <a:pt x="16906" y="15547"/>
                      </a:lnTo>
                      <a:lnTo>
                        <a:pt x="16760" y="15589"/>
                      </a:lnTo>
                      <a:lnTo>
                        <a:pt x="16655" y="15693"/>
                      </a:lnTo>
                      <a:lnTo>
                        <a:pt x="16593" y="15568"/>
                      </a:lnTo>
                      <a:lnTo>
                        <a:pt x="16614" y="15526"/>
                      </a:lnTo>
                      <a:lnTo>
                        <a:pt x="16593" y="15442"/>
                      </a:lnTo>
                      <a:lnTo>
                        <a:pt x="16237" y="15317"/>
                      </a:lnTo>
                      <a:lnTo>
                        <a:pt x="16070" y="15212"/>
                      </a:lnTo>
                      <a:lnTo>
                        <a:pt x="15526" y="15170"/>
                      </a:lnTo>
                      <a:lnTo>
                        <a:pt x="15086" y="15233"/>
                      </a:lnTo>
                      <a:lnTo>
                        <a:pt x="14982" y="15191"/>
                      </a:lnTo>
                      <a:lnTo>
                        <a:pt x="14877" y="15233"/>
                      </a:lnTo>
                      <a:lnTo>
                        <a:pt x="14772" y="15170"/>
                      </a:lnTo>
                      <a:lnTo>
                        <a:pt x="14710" y="15212"/>
                      </a:lnTo>
                      <a:lnTo>
                        <a:pt x="14605" y="15170"/>
                      </a:lnTo>
                      <a:lnTo>
                        <a:pt x="14521" y="15233"/>
                      </a:lnTo>
                      <a:lnTo>
                        <a:pt x="14584" y="15359"/>
                      </a:lnTo>
                      <a:lnTo>
                        <a:pt x="14584" y="15463"/>
                      </a:lnTo>
                      <a:lnTo>
                        <a:pt x="14458" y="15505"/>
                      </a:lnTo>
                      <a:lnTo>
                        <a:pt x="14458" y="15568"/>
                      </a:lnTo>
                      <a:lnTo>
                        <a:pt x="14521" y="15693"/>
                      </a:lnTo>
                      <a:lnTo>
                        <a:pt x="14605" y="15756"/>
                      </a:lnTo>
                      <a:lnTo>
                        <a:pt x="14668" y="15965"/>
                      </a:lnTo>
                      <a:lnTo>
                        <a:pt x="14710" y="16070"/>
                      </a:lnTo>
                      <a:lnTo>
                        <a:pt x="14751" y="15965"/>
                      </a:lnTo>
                      <a:lnTo>
                        <a:pt x="14814" y="15965"/>
                      </a:lnTo>
                      <a:lnTo>
                        <a:pt x="14919" y="16133"/>
                      </a:lnTo>
                      <a:lnTo>
                        <a:pt x="14919" y="16237"/>
                      </a:lnTo>
                      <a:lnTo>
                        <a:pt x="15044" y="16279"/>
                      </a:lnTo>
                      <a:lnTo>
                        <a:pt x="15212" y="16447"/>
                      </a:lnTo>
                      <a:lnTo>
                        <a:pt x="15044" y="16426"/>
                      </a:lnTo>
                      <a:lnTo>
                        <a:pt x="15002" y="16384"/>
                      </a:lnTo>
                      <a:lnTo>
                        <a:pt x="14919" y="16384"/>
                      </a:lnTo>
                      <a:lnTo>
                        <a:pt x="14877" y="16551"/>
                      </a:lnTo>
                      <a:lnTo>
                        <a:pt x="14772" y="16635"/>
                      </a:lnTo>
                      <a:lnTo>
                        <a:pt x="14605" y="16551"/>
                      </a:lnTo>
                      <a:lnTo>
                        <a:pt x="14521" y="16614"/>
                      </a:lnTo>
                      <a:lnTo>
                        <a:pt x="14521" y="16656"/>
                      </a:lnTo>
                      <a:lnTo>
                        <a:pt x="14668" y="16823"/>
                      </a:lnTo>
                      <a:lnTo>
                        <a:pt x="14710" y="16865"/>
                      </a:lnTo>
                      <a:lnTo>
                        <a:pt x="14710" y="16949"/>
                      </a:lnTo>
                      <a:lnTo>
                        <a:pt x="14668" y="17032"/>
                      </a:lnTo>
                      <a:lnTo>
                        <a:pt x="14375" y="17032"/>
                      </a:lnTo>
                      <a:lnTo>
                        <a:pt x="14291" y="16949"/>
                      </a:lnTo>
                      <a:lnTo>
                        <a:pt x="14312" y="16865"/>
                      </a:lnTo>
                      <a:lnTo>
                        <a:pt x="14270" y="16760"/>
                      </a:lnTo>
                      <a:lnTo>
                        <a:pt x="14375" y="16698"/>
                      </a:lnTo>
                      <a:lnTo>
                        <a:pt x="14375" y="16635"/>
                      </a:lnTo>
                      <a:lnTo>
                        <a:pt x="14270" y="16530"/>
                      </a:lnTo>
                      <a:lnTo>
                        <a:pt x="14186" y="16509"/>
                      </a:lnTo>
                      <a:lnTo>
                        <a:pt x="14270" y="16405"/>
                      </a:lnTo>
                      <a:lnTo>
                        <a:pt x="14249" y="16384"/>
                      </a:lnTo>
                      <a:lnTo>
                        <a:pt x="14165" y="16426"/>
                      </a:lnTo>
                      <a:lnTo>
                        <a:pt x="14103" y="16426"/>
                      </a:lnTo>
                      <a:lnTo>
                        <a:pt x="13956" y="16593"/>
                      </a:lnTo>
                      <a:lnTo>
                        <a:pt x="13873" y="16614"/>
                      </a:lnTo>
                      <a:lnTo>
                        <a:pt x="13768" y="16719"/>
                      </a:lnTo>
                      <a:lnTo>
                        <a:pt x="13768" y="16760"/>
                      </a:lnTo>
                      <a:lnTo>
                        <a:pt x="13642" y="16760"/>
                      </a:lnTo>
                      <a:lnTo>
                        <a:pt x="13580" y="16844"/>
                      </a:lnTo>
                      <a:lnTo>
                        <a:pt x="13580" y="16928"/>
                      </a:lnTo>
                      <a:lnTo>
                        <a:pt x="13517" y="16970"/>
                      </a:lnTo>
                      <a:lnTo>
                        <a:pt x="13245" y="16970"/>
                      </a:lnTo>
                      <a:lnTo>
                        <a:pt x="13161" y="16949"/>
                      </a:lnTo>
                      <a:lnTo>
                        <a:pt x="13119" y="16970"/>
                      </a:lnTo>
                      <a:lnTo>
                        <a:pt x="13036" y="16970"/>
                      </a:lnTo>
                      <a:lnTo>
                        <a:pt x="12952" y="16928"/>
                      </a:lnTo>
                      <a:lnTo>
                        <a:pt x="12805" y="17032"/>
                      </a:lnTo>
                      <a:lnTo>
                        <a:pt x="12785" y="17074"/>
                      </a:lnTo>
                      <a:lnTo>
                        <a:pt x="12680" y="17116"/>
                      </a:lnTo>
                      <a:lnTo>
                        <a:pt x="12575" y="17221"/>
                      </a:lnTo>
                      <a:lnTo>
                        <a:pt x="12575" y="17263"/>
                      </a:lnTo>
                      <a:lnTo>
                        <a:pt x="12638" y="17325"/>
                      </a:lnTo>
                      <a:lnTo>
                        <a:pt x="12617" y="17388"/>
                      </a:lnTo>
                      <a:lnTo>
                        <a:pt x="12638" y="17472"/>
                      </a:lnTo>
                      <a:lnTo>
                        <a:pt x="12617" y="17535"/>
                      </a:lnTo>
                      <a:lnTo>
                        <a:pt x="12513" y="17451"/>
                      </a:lnTo>
                      <a:lnTo>
                        <a:pt x="12471" y="17367"/>
                      </a:lnTo>
                      <a:lnTo>
                        <a:pt x="12408" y="17367"/>
                      </a:lnTo>
                      <a:lnTo>
                        <a:pt x="12282" y="17493"/>
                      </a:lnTo>
                      <a:lnTo>
                        <a:pt x="12220" y="17639"/>
                      </a:lnTo>
                      <a:lnTo>
                        <a:pt x="12220" y="17493"/>
                      </a:lnTo>
                      <a:lnTo>
                        <a:pt x="12094" y="17451"/>
                      </a:lnTo>
                      <a:lnTo>
                        <a:pt x="12010" y="17493"/>
                      </a:lnTo>
                      <a:lnTo>
                        <a:pt x="11948" y="17493"/>
                      </a:lnTo>
                      <a:lnTo>
                        <a:pt x="11864" y="17535"/>
                      </a:lnTo>
                      <a:lnTo>
                        <a:pt x="11759" y="17493"/>
                      </a:lnTo>
                      <a:lnTo>
                        <a:pt x="11738" y="17388"/>
                      </a:lnTo>
                      <a:lnTo>
                        <a:pt x="11864" y="17284"/>
                      </a:lnTo>
                      <a:lnTo>
                        <a:pt x="11969" y="17284"/>
                      </a:lnTo>
                      <a:lnTo>
                        <a:pt x="12010" y="17221"/>
                      </a:lnTo>
                      <a:lnTo>
                        <a:pt x="11948" y="17074"/>
                      </a:lnTo>
                      <a:lnTo>
                        <a:pt x="11969" y="17032"/>
                      </a:lnTo>
                      <a:lnTo>
                        <a:pt x="12052" y="16970"/>
                      </a:lnTo>
                      <a:lnTo>
                        <a:pt x="11906" y="16844"/>
                      </a:lnTo>
                      <a:lnTo>
                        <a:pt x="11864" y="16865"/>
                      </a:lnTo>
                      <a:lnTo>
                        <a:pt x="11780" y="16844"/>
                      </a:lnTo>
                      <a:lnTo>
                        <a:pt x="11759" y="16802"/>
                      </a:lnTo>
                      <a:lnTo>
                        <a:pt x="11969" y="16698"/>
                      </a:lnTo>
                      <a:lnTo>
                        <a:pt x="12052" y="16698"/>
                      </a:lnTo>
                      <a:lnTo>
                        <a:pt x="12157" y="16635"/>
                      </a:lnTo>
                      <a:lnTo>
                        <a:pt x="12115" y="16593"/>
                      </a:lnTo>
                      <a:lnTo>
                        <a:pt x="11906" y="16614"/>
                      </a:lnTo>
                      <a:lnTo>
                        <a:pt x="11592" y="16740"/>
                      </a:lnTo>
                      <a:lnTo>
                        <a:pt x="11529" y="16823"/>
                      </a:lnTo>
                      <a:lnTo>
                        <a:pt x="11571" y="16886"/>
                      </a:lnTo>
                      <a:lnTo>
                        <a:pt x="11592" y="16970"/>
                      </a:lnTo>
                      <a:lnTo>
                        <a:pt x="11655" y="17053"/>
                      </a:lnTo>
                      <a:lnTo>
                        <a:pt x="11592" y="17137"/>
                      </a:lnTo>
                      <a:lnTo>
                        <a:pt x="11529" y="17158"/>
                      </a:lnTo>
                      <a:lnTo>
                        <a:pt x="11425" y="17053"/>
                      </a:lnTo>
                      <a:lnTo>
                        <a:pt x="11445" y="17012"/>
                      </a:lnTo>
                      <a:lnTo>
                        <a:pt x="11487" y="16991"/>
                      </a:lnTo>
                      <a:lnTo>
                        <a:pt x="11466" y="16907"/>
                      </a:lnTo>
                      <a:lnTo>
                        <a:pt x="11445" y="16907"/>
                      </a:lnTo>
                      <a:lnTo>
                        <a:pt x="11236" y="17116"/>
                      </a:lnTo>
                      <a:lnTo>
                        <a:pt x="11236" y="17158"/>
                      </a:lnTo>
                      <a:lnTo>
                        <a:pt x="11320" y="17242"/>
                      </a:lnTo>
                      <a:lnTo>
                        <a:pt x="11383" y="17263"/>
                      </a:lnTo>
                      <a:lnTo>
                        <a:pt x="11383" y="17346"/>
                      </a:lnTo>
                      <a:lnTo>
                        <a:pt x="11257" y="17472"/>
                      </a:lnTo>
                      <a:lnTo>
                        <a:pt x="11215" y="17430"/>
                      </a:lnTo>
                      <a:lnTo>
                        <a:pt x="11257" y="17346"/>
                      </a:lnTo>
                      <a:lnTo>
                        <a:pt x="11236" y="17263"/>
                      </a:lnTo>
                      <a:lnTo>
                        <a:pt x="11173" y="17263"/>
                      </a:lnTo>
                      <a:lnTo>
                        <a:pt x="11173" y="17200"/>
                      </a:lnTo>
                      <a:lnTo>
                        <a:pt x="10943" y="17263"/>
                      </a:lnTo>
                      <a:lnTo>
                        <a:pt x="10922" y="17346"/>
                      </a:lnTo>
                      <a:lnTo>
                        <a:pt x="10755" y="17430"/>
                      </a:lnTo>
                      <a:lnTo>
                        <a:pt x="10629" y="17409"/>
                      </a:lnTo>
                      <a:lnTo>
                        <a:pt x="10546" y="17430"/>
                      </a:lnTo>
                      <a:lnTo>
                        <a:pt x="10546" y="17472"/>
                      </a:lnTo>
                      <a:lnTo>
                        <a:pt x="10316" y="17765"/>
                      </a:lnTo>
                      <a:lnTo>
                        <a:pt x="10274" y="17786"/>
                      </a:lnTo>
                      <a:lnTo>
                        <a:pt x="10064" y="18058"/>
                      </a:lnTo>
                      <a:lnTo>
                        <a:pt x="9960" y="18100"/>
                      </a:lnTo>
                      <a:lnTo>
                        <a:pt x="9876" y="18037"/>
                      </a:lnTo>
                      <a:lnTo>
                        <a:pt x="9813" y="18037"/>
                      </a:lnTo>
                      <a:lnTo>
                        <a:pt x="9876" y="18141"/>
                      </a:lnTo>
                      <a:lnTo>
                        <a:pt x="10023" y="18246"/>
                      </a:lnTo>
                      <a:lnTo>
                        <a:pt x="10064" y="18309"/>
                      </a:lnTo>
                      <a:lnTo>
                        <a:pt x="10064" y="18309"/>
                      </a:lnTo>
                      <a:lnTo>
                        <a:pt x="9876" y="18246"/>
                      </a:lnTo>
                      <a:lnTo>
                        <a:pt x="9813" y="18288"/>
                      </a:lnTo>
                      <a:lnTo>
                        <a:pt x="9500" y="18309"/>
                      </a:lnTo>
                      <a:lnTo>
                        <a:pt x="9458" y="18372"/>
                      </a:lnTo>
                      <a:lnTo>
                        <a:pt x="9541" y="18476"/>
                      </a:lnTo>
                      <a:lnTo>
                        <a:pt x="9541" y="18581"/>
                      </a:lnTo>
                      <a:lnTo>
                        <a:pt x="9458" y="18706"/>
                      </a:lnTo>
                      <a:lnTo>
                        <a:pt x="9500" y="18895"/>
                      </a:lnTo>
                      <a:lnTo>
                        <a:pt x="9458" y="19020"/>
                      </a:lnTo>
                      <a:lnTo>
                        <a:pt x="9248" y="19104"/>
                      </a:lnTo>
                      <a:lnTo>
                        <a:pt x="9228" y="19146"/>
                      </a:lnTo>
                      <a:lnTo>
                        <a:pt x="9081" y="19146"/>
                      </a:lnTo>
                      <a:lnTo>
                        <a:pt x="9039" y="19229"/>
                      </a:lnTo>
                      <a:lnTo>
                        <a:pt x="8956" y="19104"/>
                      </a:lnTo>
                      <a:lnTo>
                        <a:pt x="8809" y="19208"/>
                      </a:lnTo>
                      <a:lnTo>
                        <a:pt x="8579" y="19208"/>
                      </a:lnTo>
                      <a:lnTo>
                        <a:pt x="8328" y="18916"/>
                      </a:lnTo>
                      <a:lnTo>
                        <a:pt x="8098" y="18706"/>
                      </a:lnTo>
                      <a:lnTo>
                        <a:pt x="8014" y="18644"/>
                      </a:lnTo>
                      <a:lnTo>
                        <a:pt x="8014" y="18476"/>
                      </a:lnTo>
                      <a:lnTo>
                        <a:pt x="8056" y="18413"/>
                      </a:lnTo>
                      <a:lnTo>
                        <a:pt x="8098" y="18455"/>
                      </a:lnTo>
                      <a:lnTo>
                        <a:pt x="8160" y="18372"/>
                      </a:lnTo>
                      <a:lnTo>
                        <a:pt x="8119" y="18309"/>
                      </a:lnTo>
                      <a:lnTo>
                        <a:pt x="8181" y="18267"/>
                      </a:lnTo>
                      <a:lnTo>
                        <a:pt x="8370" y="18267"/>
                      </a:lnTo>
                      <a:lnTo>
                        <a:pt x="8412" y="18183"/>
                      </a:lnTo>
                      <a:lnTo>
                        <a:pt x="8621" y="18183"/>
                      </a:lnTo>
                      <a:lnTo>
                        <a:pt x="8642" y="18100"/>
                      </a:lnTo>
                      <a:lnTo>
                        <a:pt x="8495" y="17890"/>
                      </a:lnTo>
                      <a:lnTo>
                        <a:pt x="8474" y="17807"/>
                      </a:lnTo>
                      <a:lnTo>
                        <a:pt x="8328" y="17786"/>
                      </a:lnTo>
                      <a:lnTo>
                        <a:pt x="8202" y="17660"/>
                      </a:lnTo>
                      <a:lnTo>
                        <a:pt x="8202" y="17556"/>
                      </a:lnTo>
                      <a:lnTo>
                        <a:pt x="8077" y="17451"/>
                      </a:lnTo>
                      <a:lnTo>
                        <a:pt x="7763" y="17430"/>
                      </a:lnTo>
                      <a:lnTo>
                        <a:pt x="7554" y="17451"/>
                      </a:lnTo>
                      <a:lnTo>
                        <a:pt x="7449" y="17493"/>
                      </a:lnTo>
                      <a:lnTo>
                        <a:pt x="7323" y="17493"/>
                      </a:lnTo>
                      <a:lnTo>
                        <a:pt x="7072" y="17346"/>
                      </a:lnTo>
                      <a:lnTo>
                        <a:pt x="6947" y="17346"/>
                      </a:lnTo>
                      <a:lnTo>
                        <a:pt x="6947" y="17388"/>
                      </a:lnTo>
                      <a:lnTo>
                        <a:pt x="7240" y="17639"/>
                      </a:lnTo>
                      <a:lnTo>
                        <a:pt x="7386" y="17744"/>
                      </a:lnTo>
                      <a:lnTo>
                        <a:pt x="7470" y="17974"/>
                      </a:lnTo>
                      <a:lnTo>
                        <a:pt x="7470" y="18100"/>
                      </a:lnTo>
                      <a:lnTo>
                        <a:pt x="7533" y="18183"/>
                      </a:lnTo>
                      <a:lnTo>
                        <a:pt x="7470" y="18225"/>
                      </a:lnTo>
                      <a:lnTo>
                        <a:pt x="7470" y="18330"/>
                      </a:lnTo>
                      <a:lnTo>
                        <a:pt x="7491" y="18413"/>
                      </a:lnTo>
                      <a:lnTo>
                        <a:pt x="7449" y="18434"/>
                      </a:lnTo>
                      <a:lnTo>
                        <a:pt x="7449" y="18706"/>
                      </a:lnTo>
                      <a:lnTo>
                        <a:pt x="7386" y="18853"/>
                      </a:lnTo>
                      <a:lnTo>
                        <a:pt x="7449" y="18999"/>
                      </a:lnTo>
                      <a:lnTo>
                        <a:pt x="7595" y="18999"/>
                      </a:lnTo>
                      <a:lnTo>
                        <a:pt x="7742" y="19062"/>
                      </a:lnTo>
                      <a:lnTo>
                        <a:pt x="7805" y="19167"/>
                      </a:lnTo>
                      <a:lnTo>
                        <a:pt x="7784" y="19229"/>
                      </a:lnTo>
                      <a:lnTo>
                        <a:pt x="7805" y="19313"/>
                      </a:lnTo>
                      <a:lnTo>
                        <a:pt x="7784" y="19355"/>
                      </a:lnTo>
                      <a:lnTo>
                        <a:pt x="7784" y="19418"/>
                      </a:lnTo>
                      <a:lnTo>
                        <a:pt x="7847" y="19460"/>
                      </a:lnTo>
                      <a:lnTo>
                        <a:pt x="7784" y="19543"/>
                      </a:lnTo>
                      <a:lnTo>
                        <a:pt x="7784" y="19794"/>
                      </a:lnTo>
                      <a:lnTo>
                        <a:pt x="7742" y="19857"/>
                      </a:lnTo>
                      <a:lnTo>
                        <a:pt x="7805" y="20004"/>
                      </a:lnTo>
                      <a:lnTo>
                        <a:pt x="7847" y="20213"/>
                      </a:lnTo>
                      <a:lnTo>
                        <a:pt x="7763" y="20171"/>
                      </a:lnTo>
                      <a:lnTo>
                        <a:pt x="7700" y="20045"/>
                      </a:lnTo>
                      <a:lnTo>
                        <a:pt x="7575" y="19941"/>
                      </a:lnTo>
                      <a:lnTo>
                        <a:pt x="7449" y="20066"/>
                      </a:lnTo>
                      <a:lnTo>
                        <a:pt x="7470" y="19941"/>
                      </a:lnTo>
                      <a:lnTo>
                        <a:pt x="7428" y="19857"/>
                      </a:lnTo>
                      <a:lnTo>
                        <a:pt x="7240" y="19836"/>
                      </a:lnTo>
                      <a:lnTo>
                        <a:pt x="7072" y="19857"/>
                      </a:lnTo>
                      <a:lnTo>
                        <a:pt x="6968" y="19773"/>
                      </a:lnTo>
                      <a:lnTo>
                        <a:pt x="6821" y="19753"/>
                      </a:lnTo>
                      <a:lnTo>
                        <a:pt x="6738" y="19794"/>
                      </a:lnTo>
                      <a:lnTo>
                        <a:pt x="6612" y="20087"/>
                      </a:lnTo>
                      <a:lnTo>
                        <a:pt x="6424" y="20255"/>
                      </a:lnTo>
                      <a:lnTo>
                        <a:pt x="6298" y="20276"/>
                      </a:lnTo>
                      <a:lnTo>
                        <a:pt x="6194" y="20380"/>
                      </a:lnTo>
                      <a:lnTo>
                        <a:pt x="6173" y="20527"/>
                      </a:lnTo>
                      <a:lnTo>
                        <a:pt x="6026" y="20694"/>
                      </a:lnTo>
                      <a:lnTo>
                        <a:pt x="5963" y="20757"/>
                      </a:lnTo>
                      <a:lnTo>
                        <a:pt x="5963" y="20841"/>
                      </a:lnTo>
                      <a:lnTo>
                        <a:pt x="6005" y="21029"/>
                      </a:lnTo>
                      <a:lnTo>
                        <a:pt x="6277" y="21301"/>
                      </a:lnTo>
                      <a:lnTo>
                        <a:pt x="6424" y="21531"/>
                      </a:lnTo>
                      <a:lnTo>
                        <a:pt x="6340" y="21636"/>
                      </a:lnTo>
                      <a:lnTo>
                        <a:pt x="6277" y="21636"/>
                      </a:lnTo>
                      <a:lnTo>
                        <a:pt x="6277" y="21761"/>
                      </a:lnTo>
                      <a:lnTo>
                        <a:pt x="6173" y="21845"/>
                      </a:lnTo>
                      <a:lnTo>
                        <a:pt x="6110" y="21949"/>
                      </a:lnTo>
                      <a:lnTo>
                        <a:pt x="5963" y="21782"/>
                      </a:lnTo>
                      <a:lnTo>
                        <a:pt x="5587" y="21615"/>
                      </a:lnTo>
                      <a:lnTo>
                        <a:pt x="5461" y="21615"/>
                      </a:lnTo>
                      <a:lnTo>
                        <a:pt x="5398" y="21531"/>
                      </a:lnTo>
                      <a:lnTo>
                        <a:pt x="5189" y="21531"/>
                      </a:lnTo>
                      <a:lnTo>
                        <a:pt x="5085" y="21447"/>
                      </a:lnTo>
                      <a:lnTo>
                        <a:pt x="5022" y="21322"/>
                      </a:lnTo>
                      <a:lnTo>
                        <a:pt x="4854" y="21301"/>
                      </a:lnTo>
                      <a:lnTo>
                        <a:pt x="4729" y="21217"/>
                      </a:lnTo>
                      <a:lnTo>
                        <a:pt x="4603" y="21217"/>
                      </a:lnTo>
                      <a:lnTo>
                        <a:pt x="4562" y="21301"/>
                      </a:lnTo>
                      <a:lnTo>
                        <a:pt x="4603" y="21364"/>
                      </a:lnTo>
                      <a:lnTo>
                        <a:pt x="4562" y="21426"/>
                      </a:lnTo>
                      <a:lnTo>
                        <a:pt x="4603" y="21468"/>
                      </a:lnTo>
                      <a:lnTo>
                        <a:pt x="4520" y="21552"/>
                      </a:lnTo>
                      <a:lnTo>
                        <a:pt x="4415" y="21552"/>
                      </a:lnTo>
                      <a:lnTo>
                        <a:pt x="4499" y="21719"/>
                      </a:lnTo>
                      <a:lnTo>
                        <a:pt x="4520" y="21845"/>
                      </a:lnTo>
                      <a:lnTo>
                        <a:pt x="4666" y="21929"/>
                      </a:lnTo>
                      <a:lnTo>
                        <a:pt x="4771" y="22054"/>
                      </a:lnTo>
                      <a:lnTo>
                        <a:pt x="4917" y="22138"/>
                      </a:lnTo>
                      <a:lnTo>
                        <a:pt x="5022" y="22075"/>
                      </a:lnTo>
                      <a:lnTo>
                        <a:pt x="5085" y="22075"/>
                      </a:lnTo>
                      <a:lnTo>
                        <a:pt x="5168" y="22033"/>
                      </a:lnTo>
                      <a:lnTo>
                        <a:pt x="5189" y="22096"/>
                      </a:lnTo>
                      <a:lnTo>
                        <a:pt x="5336" y="22159"/>
                      </a:lnTo>
                      <a:lnTo>
                        <a:pt x="5336" y="22201"/>
                      </a:lnTo>
                      <a:lnTo>
                        <a:pt x="5273" y="22263"/>
                      </a:lnTo>
                      <a:lnTo>
                        <a:pt x="5357" y="22347"/>
                      </a:lnTo>
                      <a:lnTo>
                        <a:pt x="5357" y="22514"/>
                      </a:lnTo>
                      <a:lnTo>
                        <a:pt x="5273" y="22556"/>
                      </a:lnTo>
                      <a:lnTo>
                        <a:pt x="5168" y="22556"/>
                      </a:lnTo>
                      <a:lnTo>
                        <a:pt x="5043" y="22682"/>
                      </a:lnTo>
                      <a:lnTo>
                        <a:pt x="4980" y="22682"/>
                      </a:lnTo>
                      <a:lnTo>
                        <a:pt x="4875" y="22577"/>
                      </a:lnTo>
                      <a:lnTo>
                        <a:pt x="4729" y="22577"/>
                      </a:lnTo>
                      <a:lnTo>
                        <a:pt x="4645" y="22514"/>
                      </a:lnTo>
                      <a:lnTo>
                        <a:pt x="4457" y="22514"/>
                      </a:lnTo>
                      <a:lnTo>
                        <a:pt x="4415" y="22473"/>
                      </a:lnTo>
                      <a:lnTo>
                        <a:pt x="4415" y="22347"/>
                      </a:lnTo>
                      <a:lnTo>
                        <a:pt x="4310" y="22284"/>
                      </a:lnTo>
                      <a:lnTo>
                        <a:pt x="4227" y="22180"/>
                      </a:lnTo>
                      <a:lnTo>
                        <a:pt x="4185" y="22180"/>
                      </a:lnTo>
                      <a:lnTo>
                        <a:pt x="4080" y="22263"/>
                      </a:lnTo>
                      <a:lnTo>
                        <a:pt x="3829" y="22180"/>
                      </a:lnTo>
                      <a:lnTo>
                        <a:pt x="3787" y="22075"/>
                      </a:lnTo>
                      <a:lnTo>
                        <a:pt x="3725" y="22033"/>
                      </a:lnTo>
                      <a:lnTo>
                        <a:pt x="3787" y="21949"/>
                      </a:lnTo>
                      <a:lnTo>
                        <a:pt x="3766" y="21824"/>
                      </a:lnTo>
                      <a:lnTo>
                        <a:pt x="3766" y="21719"/>
                      </a:lnTo>
                      <a:lnTo>
                        <a:pt x="3662" y="21636"/>
                      </a:lnTo>
                      <a:lnTo>
                        <a:pt x="3662" y="21531"/>
                      </a:lnTo>
                      <a:lnTo>
                        <a:pt x="3494" y="21385"/>
                      </a:lnTo>
                      <a:lnTo>
                        <a:pt x="3494" y="21238"/>
                      </a:lnTo>
                      <a:lnTo>
                        <a:pt x="3411" y="21217"/>
                      </a:lnTo>
                      <a:lnTo>
                        <a:pt x="3453" y="21113"/>
                      </a:lnTo>
                      <a:lnTo>
                        <a:pt x="3515" y="21092"/>
                      </a:lnTo>
                      <a:lnTo>
                        <a:pt x="3557" y="20903"/>
                      </a:lnTo>
                      <a:lnTo>
                        <a:pt x="3557" y="20799"/>
                      </a:lnTo>
                      <a:lnTo>
                        <a:pt x="3515" y="20778"/>
                      </a:lnTo>
                      <a:lnTo>
                        <a:pt x="3515" y="20694"/>
                      </a:lnTo>
                      <a:lnTo>
                        <a:pt x="3578" y="20610"/>
                      </a:lnTo>
                      <a:lnTo>
                        <a:pt x="3515" y="20589"/>
                      </a:lnTo>
                      <a:lnTo>
                        <a:pt x="3390" y="20401"/>
                      </a:lnTo>
                      <a:lnTo>
                        <a:pt x="3139" y="20297"/>
                      </a:lnTo>
                      <a:lnTo>
                        <a:pt x="3055" y="20359"/>
                      </a:lnTo>
                      <a:lnTo>
                        <a:pt x="2992" y="20297"/>
                      </a:lnTo>
                      <a:lnTo>
                        <a:pt x="2930" y="20297"/>
                      </a:lnTo>
                      <a:lnTo>
                        <a:pt x="2867" y="20338"/>
                      </a:lnTo>
                      <a:lnTo>
                        <a:pt x="2741" y="20297"/>
                      </a:lnTo>
                      <a:lnTo>
                        <a:pt x="2783" y="20255"/>
                      </a:lnTo>
                      <a:lnTo>
                        <a:pt x="2888" y="20234"/>
                      </a:lnTo>
                      <a:lnTo>
                        <a:pt x="2930" y="20150"/>
                      </a:lnTo>
                      <a:lnTo>
                        <a:pt x="2783" y="20108"/>
                      </a:lnTo>
                      <a:lnTo>
                        <a:pt x="2783" y="20087"/>
                      </a:lnTo>
                      <a:lnTo>
                        <a:pt x="2867" y="20066"/>
                      </a:lnTo>
                      <a:lnTo>
                        <a:pt x="2783" y="20004"/>
                      </a:lnTo>
                      <a:lnTo>
                        <a:pt x="2720" y="20066"/>
                      </a:lnTo>
                      <a:lnTo>
                        <a:pt x="2532" y="20108"/>
                      </a:lnTo>
                      <a:lnTo>
                        <a:pt x="2511" y="20087"/>
                      </a:lnTo>
                      <a:lnTo>
                        <a:pt x="2553" y="20004"/>
                      </a:lnTo>
                      <a:lnTo>
                        <a:pt x="2658" y="19962"/>
                      </a:lnTo>
                      <a:lnTo>
                        <a:pt x="2637" y="19941"/>
                      </a:lnTo>
                      <a:lnTo>
                        <a:pt x="2448" y="19899"/>
                      </a:lnTo>
                      <a:lnTo>
                        <a:pt x="2427" y="19836"/>
                      </a:lnTo>
                      <a:lnTo>
                        <a:pt x="2302" y="19753"/>
                      </a:lnTo>
                      <a:lnTo>
                        <a:pt x="2260" y="19585"/>
                      </a:lnTo>
                      <a:lnTo>
                        <a:pt x="2134" y="19522"/>
                      </a:lnTo>
                      <a:lnTo>
                        <a:pt x="2155" y="19481"/>
                      </a:lnTo>
                      <a:lnTo>
                        <a:pt x="2260" y="19481"/>
                      </a:lnTo>
                      <a:lnTo>
                        <a:pt x="2302" y="19522"/>
                      </a:lnTo>
                      <a:lnTo>
                        <a:pt x="2448" y="19543"/>
                      </a:lnTo>
                      <a:lnTo>
                        <a:pt x="2469" y="19648"/>
                      </a:lnTo>
                      <a:lnTo>
                        <a:pt x="2720" y="19857"/>
                      </a:lnTo>
                      <a:lnTo>
                        <a:pt x="2783" y="19857"/>
                      </a:lnTo>
                      <a:lnTo>
                        <a:pt x="2825" y="19794"/>
                      </a:lnTo>
                      <a:lnTo>
                        <a:pt x="2950" y="19878"/>
                      </a:lnTo>
                      <a:lnTo>
                        <a:pt x="3139" y="19878"/>
                      </a:lnTo>
                      <a:lnTo>
                        <a:pt x="3160" y="19836"/>
                      </a:lnTo>
                      <a:lnTo>
                        <a:pt x="3243" y="19899"/>
                      </a:lnTo>
                      <a:lnTo>
                        <a:pt x="3160" y="19962"/>
                      </a:lnTo>
                      <a:lnTo>
                        <a:pt x="3202" y="19983"/>
                      </a:lnTo>
                      <a:lnTo>
                        <a:pt x="3202" y="20045"/>
                      </a:lnTo>
                      <a:lnTo>
                        <a:pt x="3306" y="20045"/>
                      </a:lnTo>
                      <a:lnTo>
                        <a:pt x="3369" y="19983"/>
                      </a:lnTo>
                      <a:lnTo>
                        <a:pt x="3557" y="19983"/>
                      </a:lnTo>
                      <a:lnTo>
                        <a:pt x="3494" y="20004"/>
                      </a:lnTo>
                      <a:lnTo>
                        <a:pt x="3599" y="20004"/>
                      </a:lnTo>
                      <a:lnTo>
                        <a:pt x="3704" y="19983"/>
                      </a:lnTo>
                      <a:lnTo>
                        <a:pt x="3704" y="20066"/>
                      </a:lnTo>
                      <a:lnTo>
                        <a:pt x="3871" y="20192"/>
                      </a:lnTo>
                      <a:lnTo>
                        <a:pt x="3934" y="20150"/>
                      </a:lnTo>
                      <a:lnTo>
                        <a:pt x="4038" y="20171"/>
                      </a:lnTo>
                      <a:lnTo>
                        <a:pt x="4080" y="20213"/>
                      </a:lnTo>
                      <a:lnTo>
                        <a:pt x="4227" y="20213"/>
                      </a:lnTo>
                      <a:lnTo>
                        <a:pt x="4331" y="20255"/>
                      </a:lnTo>
                      <a:lnTo>
                        <a:pt x="4415" y="20192"/>
                      </a:lnTo>
                      <a:lnTo>
                        <a:pt x="4541" y="20297"/>
                      </a:lnTo>
                      <a:lnTo>
                        <a:pt x="4729" y="20359"/>
                      </a:lnTo>
                      <a:lnTo>
                        <a:pt x="5064" y="20380"/>
                      </a:lnTo>
                      <a:lnTo>
                        <a:pt x="5336" y="20359"/>
                      </a:lnTo>
                      <a:lnTo>
                        <a:pt x="5357" y="20297"/>
                      </a:lnTo>
                      <a:lnTo>
                        <a:pt x="5545" y="20297"/>
                      </a:lnTo>
                      <a:lnTo>
                        <a:pt x="5608" y="20255"/>
                      </a:lnTo>
                      <a:lnTo>
                        <a:pt x="5796" y="20213"/>
                      </a:lnTo>
                      <a:lnTo>
                        <a:pt x="5963" y="20150"/>
                      </a:lnTo>
                      <a:lnTo>
                        <a:pt x="6173" y="19857"/>
                      </a:lnTo>
                      <a:lnTo>
                        <a:pt x="6194" y="19773"/>
                      </a:lnTo>
                      <a:lnTo>
                        <a:pt x="6319" y="19627"/>
                      </a:lnTo>
                      <a:lnTo>
                        <a:pt x="6319" y="19543"/>
                      </a:lnTo>
                      <a:lnTo>
                        <a:pt x="6340" y="19460"/>
                      </a:lnTo>
                      <a:lnTo>
                        <a:pt x="6382" y="19313"/>
                      </a:lnTo>
                      <a:lnTo>
                        <a:pt x="6382" y="19167"/>
                      </a:lnTo>
                      <a:lnTo>
                        <a:pt x="6382" y="19041"/>
                      </a:lnTo>
                      <a:lnTo>
                        <a:pt x="6319" y="18999"/>
                      </a:lnTo>
                      <a:lnTo>
                        <a:pt x="6277" y="18999"/>
                      </a:lnTo>
                      <a:lnTo>
                        <a:pt x="6173" y="18832"/>
                      </a:lnTo>
                      <a:lnTo>
                        <a:pt x="6089" y="18790"/>
                      </a:lnTo>
                      <a:lnTo>
                        <a:pt x="6068" y="18644"/>
                      </a:lnTo>
                      <a:lnTo>
                        <a:pt x="5963" y="18392"/>
                      </a:lnTo>
                      <a:lnTo>
                        <a:pt x="5859" y="18372"/>
                      </a:lnTo>
                      <a:lnTo>
                        <a:pt x="5817" y="18413"/>
                      </a:lnTo>
                      <a:lnTo>
                        <a:pt x="5691" y="18372"/>
                      </a:lnTo>
                      <a:lnTo>
                        <a:pt x="5691" y="18288"/>
                      </a:lnTo>
                      <a:lnTo>
                        <a:pt x="5461" y="18120"/>
                      </a:lnTo>
                      <a:lnTo>
                        <a:pt x="5461" y="18016"/>
                      </a:lnTo>
                      <a:lnTo>
                        <a:pt x="5336" y="17890"/>
                      </a:lnTo>
                      <a:lnTo>
                        <a:pt x="5273" y="17890"/>
                      </a:lnTo>
                      <a:lnTo>
                        <a:pt x="5294" y="17953"/>
                      </a:lnTo>
                      <a:lnTo>
                        <a:pt x="5378" y="18079"/>
                      </a:lnTo>
                      <a:lnTo>
                        <a:pt x="5294" y="18100"/>
                      </a:lnTo>
                      <a:lnTo>
                        <a:pt x="5168" y="17974"/>
                      </a:lnTo>
                      <a:lnTo>
                        <a:pt x="5085" y="17974"/>
                      </a:lnTo>
                      <a:lnTo>
                        <a:pt x="4938" y="17807"/>
                      </a:lnTo>
                      <a:lnTo>
                        <a:pt x="4875" y="17807"/>
                      </a:lnTo>
                      <a:lnTo>
                        <a:pt x="4875" y="17869"/>
                      </a:lnTo>
                      <a:lnTo>
                        <a:pt x="4917" y="17911"/>
                      </a:lnTo>
                      <a:lnTo>
                        <a:pt x="4834" y="17890"/>
                      </a:lnTo>
                      <a:lnTo>
                        <a:pt x="4708" y="17681"/>
                      </a:lnTo>
                      <a:lnTo>
                        <a:pt x="4603" y="17660"/>
                      </a:lnTo>
                      <a:lnTo>
                        <a:pt x="4520" y="17556"/>
                      </a:lnTo>
                      <a:lnTo>
                        <a:pt x="4122" y="17284"/>
                      </a:lnTo>
                      <a:lnTo>
                        <a:pt x="3515" y="16970"/>
                      </a:lnTo>
                      <a:lnTo>
                        <a:pt x="3390" y="16928"/>
                      </a:lnTo>
                      <a:lnTo>
                        <a:pt x="3369" y="16970"/>
                      </a:lnTo>
                      <a:lnTo>
                        <a:pt x="3243" y="16907"/>
                      </a:lnTo>
                      <a:lnTo>
                        <a:pt x="3097" y="16865"/>
                      </a:lnTo>
                      <a:lnTo>
                        <a:pt x="3097" y="16928"/>
                      </a:lnTo>
                      <a:lnTo>
                        <a:pt x="3034" y="16970"/>
                      </a:lnTo>
                      <a:lnTo>
                        <a:pt x="2930" y="16928"/>
                      </a:lnTo>
                      <a:lnTo>
                        <a:pt x="2762" y="16928"/>
                      </a:lnTo>
                      <a:lnTo>
                        <a:pt x="2678" y="16823"/>
                      </a:lnTo>
                      <a:lnTo>
                        <a:pt x="2574" y="16760"/>
                      </a:lnTo>
                      <a:lnTo>
                        <a:pt x="2574" y="16802"/>
                      </a:lnTo>
                      <a:lnTo>
                        <a:pt x="2637" y="16865"/>
                      </a:lnTo>
                      <a:lnTo>
                        <a:pt x="2616" y="16928"/>
                      </a:lnTo>
                      <a:lnTo>
                        <a:pt x="2532" y="16865"/>
                      </a:lnTo>
                      <a:lnTo>
                        <a:pt x="2406" y="16907"/>
                      </a:lnTo>
                      <a:lnTo>
                        <a:pt x="2344" y="16949"/>
                      </a:lnTo>
                      <a:lnTo>
                        <a:pt x="2365" y="17032"/>
                      </a:lnTo>
                      <a:lnTo>
                        <a:pt x="2302" y="17158"/>
                      </a:lnTo>
                      <a:lnTo>
                        <a:pt x="2155" y="17158"/>
                      </a:lnTo>
                      <a:lnTo>
                        <a:pt x="2239" y="17053"/>
                      </a:lnTo>
                      <a:lnTo>
                        <a:pt x="2323" y="17012"/>
                      </a:lnTo>
                      <a:lnTo>
                        <a:pt x="2260" y="16949"/>
                      </a:lnTo>
                      <a:lnTo>
                        <a:pt x="2197" y="16949"/>
                      </a:lnTo>
                      <a:lnTo>
                        <a:pt x="2218" y="16907"/>
                      </a:lnTo>
                      <a:lnTo>
                        <a:pt x="2239" y="16844"/>
                      </a:lnTo>
                      <a:lnTo>
                        <a:pt x="2197" y="16823"/>
                      </a:lnTo>
                      <a:lnTo>
                        <a:pt x="2134" y="16886"/>
                      </a:lnTo>
                      <a:lnTo>
                        <a:pt x="2030" y="17012"/>
                      </a:lnTo>
                      <a:lnTo>
                        <a:pt x="2030" y="16928"/>
                      </a:lnTo>
                      <a:lnTo>
                        <a:pt x="2030" y="16886"/>
                      </a:lnTo>
                      <a:lnTo>
                        <a:pt x="2009" y="16844"/>
                      </a:lnTo>
                      <a:lnTo>
                        <a:pt x="1946" y="16928"/>
                      </a:lnTo>
                      <a:lnTo>
                        <a:pt x="1925" y="16928"/>
                      </a:lnTo>
                      <a:lnTo>
                        <a:pt x="1925" y="16844"/>
                      </a:lnTo>
                      <a:lnTo>
                        <a:pt x="1821" y="16823"/>
                      </a:lnTo>
                      <a:lnTo>
                        <a:pt x="1716" y="16907"/>
                      </a:lnTo>
                      <a:lnTo>
                        <a:pt x="1695" y="16802"/>
                      </a:lnTo>
                      <a:lnTo>
                        <a:pt x="1632" y="16760"/>
                      </a:lnTo>
                      <a:lnTo>
                        <a:pt x="1569" y="16844"/>
                      </a:lnTo>
                      <a:lnTo>
                        <a:pt x="1528" y="16740"/>
                      </a:lnTo>
                      <a:lnTo>
                        <a:pt x="1528" y="16614"/>
                      </a:lnTo>
                      <a:lnTo>
                        <a:pt x="1590" y="16530"/>
                      </a:lnTo>
                      <a:lnTo>
                        <a:pt x="1590" y="16614"/>
                      </a:lnTo>
                      <a:lnTo>
                        <a:pt x="1674" y="16698"/>
                      </a:lnTo>
                      <a:lnTo>
                        <a:pt x="1800" y="16656"/>
                      </a:lnTo>
                      <a:lnTo>
                        <a:pt x="1883" y="16719"/>
                      </a:lnTo>
                      <a:lnTo>
                        <a:pt x="1988" y="16635"/>
                      </a:lnTo>
                      <a:lnTo>
                        <a:pt x="1988" y="16593"/>
                      </a:lnTo>
                      <a:lnTo>
                        <a:pt x="1904" y="16530"/>
                      </a:lnTo>
                      <a:lnTo>
                        <a:pt x="1883" y="16509"/>
                      </a:lnTo>
                      <a:lnTo>
                        <a:pt x="1800" y="16488"/>
                      </a:lnTo>
                      <a:lnTo>
                        <a:pt x="1737" y="16530"/>
                      </a:lnTo>
                      <a:lnTo>
                        <a:pt x="1695" y="16488"/>
                      </a:lnTo>
                      <a:lnTo>
                        <a:pt x="1632" y="16405"/>
                      </a:lnTo>
                      <a:lnTo>
                        <a:pt x="1528" y="16342"/>
                      </a:lnTo>
                      <a:lnTo>
                        <a:pt x="1423" y="16342"/>
                      </a:lnTo>
                      <a:lnTo>
                        <a:pt x="1402" y="16384"/>
                      </a:lnTo>
                      <a:lnTo>
                        <a:pt x="1465" y="16426"/>
                      </a:lnTo>
                      <a:lnTo>
                        <a:pt x="1486" y="16426"/>
                      </a:lnTo>
                      <a:lnTo>
                        <a:pt x="1486" y="16488"/>
                      </a:lnTo>
                      <a:lnTo>
                        <a:pt x="1402" y="16509"/>
                      </a:lnTo>
                      <a:lnTo>
                        <a:pt x="1360" y="16509"/>
                      </a:lnTo>
                      <a:lnTo>
                        <a:pt x="1360" y="16551"/>
                      </a:lnTo>
                      <a:lnTo>
                        <a:pt x="1465" y="16635"/>
                      </a:lnTo>
                      <a:lnTo>
                        <a:pt x="1402" y="16656"/>
                      </a:lnTo>
                      <a:lnTo>
                        <a:pt x="1318" y="16656"/>
                      </a:lnTo>
                      <a:lnTo>
                        <a:pt x="1277" y="16740"/>
                      </a:lnTo>
                      <a:lnTo>
                        <a:pt x="1256" y="16886"/>
                      </a:lnTo>
                      <a:lnTo>
                        <a:pt x="1193" y="16802"/>
                      </a:lnTo>
                      <a:lnTo>
                        <a:pt x="1193" y="16698"/>
                      </a:lnTo>
                      <a:lnTo>
                        <a:pt x="1151" y="16635"/>
                      </a:lnTo>
                      <a:lnTo>
                        <a:pt x="1005" y="16614"/>
                      </a:lnTo>
                      <a:lnTo>
                        <a:pt x="1005" y="16740"/>
                      </a:lnTo>
                      <a:lnTo>
                        <a:pt x="942" y="16823"/>
                      </a:lnTo>
                      <a:lnTo>
                        <a:pt x="795" y="16781"/>
                      </a:lnTo>
                      <a:lnTo>
                        <a:pt x="691" y="16781"/>
                      </a:lnTo>
                      <a:lnTo>
                        <a:pt x="691" y="16928"/>
                      </a:lnTo>
                      <a:lnTo>
                        <a:pt x="628" y="17053"/>
                      </a:lnTo>
                      <a:lnTo>
                        <a:pt x="481" y="17095"/>
                      </a:lnTo>
                      <a:lnTo>
                        <a:pt x="335" y="17242"/>
                      </a:lnTo>
                      <a:lnTo>
                        <a:pt x="335" y="17451"/>
                      </a:lnTo>
                      <a:lnTo>
                        <a:pt x="251" y="17451"/>
                      </a:lnTo>
                      <a:lnTo>
                        <a:pt x="105" y="17514"/>
                      </a:lnTo>
                      <a:lnTo>
                        <a:pt x="0" y="17556"/>
                      </a:lnTo>
                      <a:lnTo>
                        <a:pt x="105" y="17576"/>
                      </a:lnTo>
                      <a:lnTo>
                        <a:pt x="63" y="17744"/>
                      </a:lnTo>
                      <a:lnTo>
                        <a:pt x="21" y="17932"/>
                      </a:lnTo>
                      <a:lnTo>
                        <a:pt x="105" y="18037"/>
                      </a:lnTo>
                      <a:lnTo>
                        <a:pt x="209" y="18288"/>
                      </a:lnTo>
                      <a:lnTo>
                        <a:pt x="272" y="18288"/>
                      </a:lnTo>
                      <a:lnTo>
                        <a:pt x="440" y="18372"/>
                      </a:lnTo>
                      <a:lnTo>
                        <a:pt x="523" y="18497"/>
                      </a:lnTo>
                      <a:lnTo>
                        <a:pt x="565" y="18602"/>
                      </a:lnTo>
                      <a:lnTo>
                        <a:pt x="837" y="18769"/>
                      </a:lnTo>
                      <a:lnTo>
                        <a:pt x="900" y="18832"/>
                      </a:lnTo>
                      <a:lnTo>
                        <a:pt x="858" y="19020"/>
                      </a:lnTo>
                      <a:lnTo>
                        <a:pt x="753" y="19208"/>
                      </a:lnTo>
                      <a:lnTo>
                        <a:pt x="649" y="19460"/>
                      </a:lnTo>
                      <a:lnTo>
                        <a:pt x="774" y="19627"/>
                      </a:lnTo>
                      <a:lnTo>
                        <a:pt x="837" y="19773"/>
                      </a:lnTo>
                      <a:lnTo>
                        <a:pt x="1067" y="20234"/>
                      </a:lnTo>
                      <a:lnTo>
                        <a:pt x="1318" y="20820"/>
                      </a:lnTo>
                      <a:lnTo>
                        <a:pt x="1214" y="20861"/>
                      </a:lnTo>
                      <a:lnTo>
                        <a:pt x="1193" y="21217"/>
                      </a:lnTo>
                      <a:lnTo>
                        <a:pt x="1193" y="21322"/>
                      </a:lnTo>
                      <a:lnTo>
                        <a:pt x="1297" y="21343"/>
                      </a:lnTo>
                      <a:lnTo>
                        <a:pt x="1214" y="21447"/>
                      </a:lnTo>
                      <a:lnTo>
                        <a:pt x="1214" y="21636"/>
                      </a:lnTo>
                      <a:lnTo>
                        <a:pt x="1297" y="21740"/>
                      </a:lnTo>
                      <a:lnTo>
                        <a:pt x="1423" y="21761"/>
                      </a:lnTo>
                      <a:lnTo>
                        <a:pt x="1486" y="21866"/>
                      </a:lnTo>
                      <a:lnTo>
                        <a:pt x="1423" y="21929"/>
                      </a:lnTo>
                      <a:lnTo>
                        <a:pt x="1423" y="22138"/>
                      </a:lnTo>
                      <a:lnTo>
                        <a:pt x="1486" y="22263"/>
                      </a:lnTo>
                      <a:lnTo>
                        <a:pt x="1674" y="22389"/>
                      </a:lnTo>
                      <a:lnTo>
                        <a:pt x="1674" y="22577"/>
                      </a:lnTo>
                      <a:lnTo>
                        <a:pt x="1569" y="22745"/>
                      </a:lnTo>
                      <a:lnTo>
                        <a:pt x="1507" y="22912"/>
                      </a:lnTo>
                      <a:lnTo>
                        <a:pt x="1779" y="23289"/>
                      </a:lnTo>
                      <a:lnTo>
                        <a:pt x="1925" y="23330"/>
                      </a:lnTo>
                      <a:lnTo>
                        <a:pt x="2197" y="23623"/>
                      </a:lnTo>
                      <a:lnTo>
                        <a:pt x="2218" y="23812"/>
                      </a:lnTo>
                      <a:lnTo>
                        <a:pt x="2051" y="24230"/>
                      </a:lnTo>
                      <a:lnTo>
                        <a:pt x="1821" y="24628"/>
                      </a:lnTo>
                      <a:lnTo>
                        <a:pt x="1695" y="24900"/>
                      </a:lnTo>
                      <a:lnTo>
                        <a:pt x="1528" y="25151"/>
                      </a:lnTo>
                      <a:lnTo>
                        <a:pt x="1381" y="25402"/>
                      </a:lnTo>
                      <a:lnTo>
                        <a:pt x="1256" y="25486"/>
                      </a:lnTo>
                      <a:lnTo>
                        <a:pt x="984" y="25737"/>
                      </a:lnTo>
                      <a:lnTo>
                        <a:pt x="1005" y="25904"/>
                      </a:lnTo>
                      <a:cubicBezTo>
                        <a:pt x="1005" y="25883"/>
                        <a:pt x="1046" y="25883"/>
                        <a:pt x="1046" y="25883"/>
                      </a:cubicBezTo>
                      <a:cubicBezTo>
                        <a:pt x="1067" y="25883"/>
                        <a:pt x="1193" y="25799"/>
                        <a:pt x="1193" y="25799"/>
                      </a:cubicBezTo>
                      <a:lnTo>
                        <a:pt x="1318" y="25779"/>
                      </a:lnTo>
                      <a:lnTo>
                        <a:pt x="1256" y="25841"/>
                      </a:lnTo>
                      <a:lnTo>
                        <a:pt x="1297" y="25925"/>
                      </a:lnTo>
                      <a:lnTo>
                        <a:pt x="1297" y="26030"/>
                      </a:lnTo>
                      <a:lnTo>
                        <a:pt x="1172" y="25925"/>
                      </a:lnTo>
                      <a:lnTo>
                        <a:pt x="1151" y="26009"/>
                      </a:lnTo>
                      <a:lnTo>
                        <a:pt x="1277" y="26155"/>
                      </a:lnTo>
                      <a:lnTo>
                        <a:pt x="1402" y="26155"/>
                      </a:lnTo>
                      <a:lnTo>
                        <a:pt x="1486" y="26260"/>
                      </a:lnTo>
                      <a:lnTo>
                        <a:pt x="1611" y="26260"/>
                      </a:lnTo>
                      <a:lnTo>
                        <a:pt x="1674" y="26239"/>
                      </a:lnTo>
                      <a:lnTo>
                        <a:pt x="1779" y="26239"/>
                      </a:lnTo>
                      <a:lnTo>
                        <a:pt x="1883" y="26364"/>
                      </a:lnTo>
                      <a:lnTo>
                        <a:pt x="1800" y="26448"/>
                      </a:lnTo>
                      <a:lnTo>
                        <a:pt x="1611" y="26406"/>
                      </a:lnTo>
                      <a:lnTo>
                        <a:pt x="1528" y="26427"/>
                      </a:lnTo>
                      <a:lnTo>
                        <a:pt x="1507" y="26532"/>
                      </a:lnTo>
                      <a:lnTo>
                        <a:pt x="1381" y="26636"/>
                      </a:lnTo>
                      <a:lnTo>
                        <a:pt x="1277" y="26553"/>
                      </a:lnTo>
                      <a:lnTo>
                        <a:pt x="1214" y="26615"/>
                      </a:lnTo>
                      <a:lnTo>
                        <a:pt x="1214" y="26720"/>
                      </a:lnTo>
                      <a:lnTo>
                        <a:pt x="1109" y="26741"/>
                      </a:lnTo>
                      <a:lnTo>
                        <a:pt x="1067" y="26636"/>
                      </a:lnTo>
                      <a:lnTo>
                        <a:pt x="1005" y="26657"/>
                      </a:lnTo>
                      <a:lnTo>
                        <a:pt x="1005" y="26720"/>
                      </a:lnTo>
                      <a:lnTo>
                        <a:pt x="1067" y="26783"/>
                      </a:lnTo>
                      <a:lnTo>
                        <a:pt x="1046" y="26929"/>
                      </a:lnTo>
                      <a:lnTo>
                        <a:pt x="1088" y="26992"/>
                      </a:lnTo>
                      <a:lnTo>
                        <a:pt x="1088" y="27034"/>
                      </a:lnTo>
                      <a:lnTo>
                        <a:pt x="1067" y="27055"/>
                      </a:lnTo>
                      <a:lnTo>
                        <a:pt x="984" y="27159"/>
                      </a:lnTo>
                      <a:lnTo>
                        <a:pt x="942" y="27306"/>
                      </a:lnTo>
                      <a:lnTo>
                        <a:pt x="858" y="27369"/>
                      </a:lnTo>
                      <a:lnTo>
                        <a:pt x="795" y="27808"/>
                      </a:lnTo>
                      <a:lnTo>
                        <a:pt x="1067" y="28289"/>
                      </a:lnTo>
                      <a:lnTo>
                        <a:pt x="1067" y="28394"/>
                      </a:lnTo>
                      <a:lnTo>
                        <a:pt x="984" y="28457"/>
                      </a:lnTo>
                      <a:lnTo>
                        <a:pt x="1005" y="28561"/>
                      </a:lnTo>
                      <a:lnTo>
                        <a:pt x="942" y="28708"/>
                      </a:lnTo>
                      <a:lnTo>
                        <a:pt x="1046" y="28729"/>
                      </a:lnTo>
                      <a:lnTo>
                        <a:pt x="1067" y="28833"/>
                      </a:lnTo>
                      <a:lnTo>
                        <a:pt x="1046" y="28875"/>
                      </a:lnTo>
                      <a:lnTo>
                        <a:pt x="1088" y="28938"/>
                      </a:lnTo>
                      <a:lnTo>
                        <a:pt x="1109" y="29043"/>
                      </a:lnTo>
                      <a:lnTo>
                        <a:pt x="1088" y="29126"/>
                      </a:lnTo>
                      <a:lnTo>
                        <a:pt x="1172" y="29252"/>
                      </a:lnTo>
                      <a:lnTo>
                        <a:pt x="1193" y="29294"/>
                      </a:lnTo>
                      <a:lnTo>
                        <a:pt x="1256" y="29461"/>
                      </a:lnTo>
                      <a:lnTo>
                        <a:pt x="1318" y="29566"/>
                      </a:lnTo>
                      <a:lnTo>
                        <a:pt x="1360" y="29712"/>
                      </a:lnTo>
                      <a:lnTo>
                        <a:pt x="1402" y="29712"/>
                      </a:lnTo>
                      <a:lnTo>
                        <a:pt x="1507" y="29796"/>
                      </a:lnTo>
                      <a:lnTo>
                        <a:pt x="1632" y="29712"/>
                      </a:lnTo>
                      <a:lnTo>
                        <a:pt x="1737" y="29900"/>
                      </a:lnTo>
                      <a:lnTo>
                        <a:pt x="1883" y="29817"/>
                      </a:lnTo>
                      <a:lnTo>
                        <a:pt x="2009" y="29859"/>
                      </a:lnTo>
                      <a:lnTo>
                        <a:pt x="2113" y="30026"/>
                      </a:lnTo>
                      <a:lnTo>
                        <a:pt x="2260" y="29921"/>
                      </a:lnTo>
                      <a:lnTo>
                        <a:pt x="2427" y="29880"/>
                      </a:lnTo>
                      <a:lnTo>
                        <a:pt x="2511" y="29963"/>
                      </a:lnTo>
                      <a:lnTo>
                        <a:pt x="2574" y="29963"/>
                      </a:lnTo>
                      <a:lnTo>
                        <a:pt x="2846" y="30026"/>
                      </a:lnTo>
                      <a:lnTo>
                        <a:pt x="2867" y="30172"/>
                      </a:lnTo>
                      <a:lnTo>
                        <a:pt x="2825" y="30319"/>
                      </a:lnTo>
                      <a:lnTo>
                        <a:pt x="2930" y="30424"/>
                      </a:lnTo>
                      <a:lnTo>
                        <a:pt x="2930" y="30612"/>
                      </a:lnTo>
                      <a:lnTo>
                        <a:pt x="3055" y="30737"/>
                      </a:lnTo>
                      <a:lnTo>
                        <a:pt x="3139" y="30905"/>
                      </a:lnTo>
                      <a:lnTo>
                        <a:pt x="3285" y="31114"/>
                      </a:lnTo>
                      <a:lnTo>
                        <a:pt x="3390" y="31177"/>
                      </a:lnTo>
                      <a:lnTo>
                        <a:pt x="3453" y="31365"/>
                      </a:lnTo>
                      <a:lnTo>
                        <a:pt x="3620" y="31428"/>
                      </a:lnTo>
                      <a:lnTo>
                        <a:pt x="3829" y="31595"/>
                      </a:lnTo>
                      <a:lnTo>
                        <a:pt x="3871" y="31700"/>
                      </a:lnTo>
                      <a:lnTo>
                        <a:pt x="4018" y="31805"/>
                      </a:lnTo>
                      <a:lnTo>
                        <a:pt x="3934" y="31867"/>
                      </a:lnTo>
                      <a:lnTo>
                        <a:pt x="3829" y="32056"/>
                      </a:lnTo>
                      <a:lnTo>
                        <a:pt x="3557" y="32097"/>
                      </a:lnTo>
                      <a:lnTo>
                        <a:pt x="3411" y="31993"/>
                      </a:lnTo>
                      <a:lnTo>
                        <a:pt x="3369" y="32097"/>
                      </a:lnTo>
                      <a:lnTo>
                        <a:pt x="3369" y="32223"/>
                      </a:lnTo>
                      <a:lnTo>
                        <a:pt x="3474" y="32411"/>
                      </a:lnTo>
                      <a:lnTo>
                        <a:pt x="3453" y="32579"/>
                      </a:lnTo>
                      <a:lnTo>
                        <a:pt x="3578" y="32725"/>
                      </a:lnTo>
                      <a:lnTo>
                        <a:pt x="3578" y="32893"/>
                      </a:lnTo>
                      <a:lnTo>
                        <a:pt x="3683" y="32913"/>
                      </a:lnTo>
                      <a:lnTo>
                        <a:pt x="3808" y="32893"/>
                      </a:lnTo>
                      <a:lnTo>
                        <a:pt x="3808" y="32746"/>
                      </a:lnTo>
                      <a:lnTo>
                        <a:pt x="3892" y="32683"/>
                      </a:lnTo>
                      <a:lnTo>
                        <a:pt x="4185" y="32788"/>
                      </a:lnTo>
                      <a:lnTo>
                        <a:pt x="4457" y="32788"/>
                      </a:lnTo>
                      <a:lnTo>
                        <a:pt x="4624" y="32704"/>
                      </a:lnTo>
                      <a:lnTo>
                        <a:pt x="4750" y="32704"/>
                      </a:lnTo>
                      <a:lnTo>
                        <a:pt x="4834" y="32955"/>
                      </a:lnTo>
                      <a:lnTo>
                        <a:pt x="4959" y="33060"/>
                      </a:lnTo>
                      <a:lnTo>
                        <a:pt x="4875" y="33206"/>
                      </a:lnTo>
                      <a:lnTo>
                        <a:pt x="5043" y="33416"/>
                      </a:lnTo>
                      <a:lnTo>
                        <a:pt x="5357" y="33353"/>
                      </a:lnTo>
                      <a:lnTo>
                        <a:pt x="5461" y="33457"/>
                      </a:lnTo>
                      <a:lnTo>
                        <a:pt x="5482" y="33583"/>
                      </a:lnTo>
                      <a:lnTo>
                        <a:pt x="5587" y="33625"/>
                      </a:lnTo>
                      <a:lnTo>
                        <a:pt x="5587" y="33771"/>
                      </a:lnTo>
                      <a:lnTo>
                        <a:pt x="5650" y="33960"/>
                      </a:lnTo>
                      <a:lnTo>
                        <a:pt x="5901" y="34211"/>
                      </a:lnTo>
                      <a:lnTo>
                        <a:pt x="6005" y="34106"/>
                      </a:lnTo>
                      <a:lnTo>
                        <a:pt x="6173" y="34190"/>
                      </a:lnTo>
                      <a:lnTo>
                        <a:pt x="6298" y="34169"/>
                      </a:lnTo>
                      <a:lnTo>
                        <a:pt x="6424" y="34190"/>
                      </a:lnTo>
                      <a:lnTo>
                        <a:pt x="6612" y="34043"/>
                      </a:lnTo>
                      <a:lnTo>
                        <a:pt x="6696" y="34043"/>
                      </a:lnTo>
                      <a:lnTo>
                        <a:pt x="6821" y="34315"/>
                      </a:lnTo>
                      <a:lnTo>
                        <a:pt x="7010" y="34420"/>
                      </a:lnTo>
                      <a:lnTo>
                        <a:pt x="7051" y="34525"/>
                      </a:lnTo>
                      <a:lnTo>
                        <a:pt x="7135" y="34462"/>
                      </a:lnTo>
                      <a:lnTo>
                        <a:pt x="7344" y="34504"/>
                      </a:lnTo>
                      <a:lnTo>
                        <a:pt x="7491" y="34504"/>
                      </a:lnTo>
                      <a:lnTo>
                        <a:pt x="7595" y="34587"/>
                      </a:lnTo>
                      <a:lnTo>
                        <a:pt x="7742" y="34566"/>
                      </a:lnTo>
                      <a:lnTo>
                        <a:pt x="7888" y="34671"/>
                      </a:lnTo>
                      <a:lnTo>
                        <a:pt x="8077" y="34692"/>
                      </a:lnTo>
                      <a:lnTo>
                        <a:pt x="8160" y="34608"/>
                      </a:lnTo>
                      <a:lnTo>
                        <a:pt x="8202" y="34734"/>
                      </a:lnTo>
                      <a:lnTo>
                        <a:pt x="8286" y="34797"/>
                      </a:lnTo>
                      <a:lnTo>
                        <a:pt x="8286" y="34943"/>
                      </a:lnTo>
                      <a:lnTo>
                        <a:pt x="8181" y="35090"/>
                      </a:lnTo>
                      <a:lnTo>
                        <a:pt x="8056" y="35110"/>
                      </a:lnTo>
                      <a:lnTo>
                        <a:pt x="8014" y="35362"/>
                      </a:lnTo>
                      <a:lnTo>
                        <a:pt x="8181" y="35466"/>
                      </a:lnTo>
                      <a:lnTo>
                        <a:pt x="8202" y="35634"/>
                      </a:lnTo>
                      <a:lnTo>
                        <a:pt x="8119" y="35843"/>
                      </a:lnTo>
                      <a:lnTo>
                        <a:pt x="8160" y="35989"/>
                      </a:lnTo>
                      <a:lnTo>
                        <a:pt x="8056" y="36073"/>
                      </a:lnTo>
                      <a:lnTo>
                        <a:pt x="7763" y="36094"/>
                      </a:lnTo>
                      <a:lnTo>
                        <a:pt x="7637" y="36303"/>
                      </a:lnTo>
                      <a:lnTo>
                        <a:pt x="7554" y="36345"/>
                      </a:lnTo>
                      <a:lnTo>
                        <a:pt x="7533" y="36596"/>
                      </a:lnTo>
                      <a:lnTo>
                        <a:pt x="7554" y="36596"/>
                      </a:lnTo>
                      <a:lnTo>
                        <a:pt x="7658" y="36617"/>
                      </a:lnTo>
                      <a:lnTo>
                        <a:pt x="7784" y="36554"/>
                      </a:lnTo>
                      <a:lnTo>
                        <a:pt x="7951" y="36512"/>
                      </a:lnTo>
                      <a:lnTo>
                        <a:pt x="7972" y="36575"/>
                      </a:lnTo>
                      <a:lnTo>
                        <a:pt x="7951" y="36659"/>
                      </a:lnTo>
                      <a:lnTo>
                        <a:pt x="7637" y="36805"/>
                      </a:lnTo>
                      <a:lnTo>
                        <a:pt x="7491" y="36889"/>
                      </a:lnTo>
                      <a:lnTo>
                        <a:pt x="7554" y="36931"/>
                      </a:lnTo>
                      <a:lnTo>
                        <a:pt x="7637" y="36931"/>
                      </a:lnTo>
                      <a:lnTo>
                        <a:pt x="7554" y="37014"/>
                      </a:lnTo>
                      <a:lnTo>
                        <a:pt x="7428" y="36994"/>
                      </a:lnTo>
                      <a:lnTo>
                        <a:pt x="7240" y="37014"/>
                      </a:lnTo>
                      <a:lnTo>
                        <a:pt x="7323" y="37203"/>
                      </a:lnTo>
                      <a:lnTo>
                        <a:pt x="7386" y="37286"/>
                      </a:lnTo>
                      <a:lnTo>
                        <a:pt x="7449" y="37224"/>
                      </a:lnTo>
                      <a:lnTo>
                        <a:pt x="7470" y="37286"/>
                      </a:lnTo>
                      <a:lnTo>
                        <a:pt x="7575" y="37307"/>
                      </a:lnTo>
                      <a:lnTo>
                        <a:pt x="7575" y="37349"/>
                      </a:lnTo>
                      <a:lnTo>
                        <a:pt x="7491" y="37391"/>
                      </a:lnTo>
                      <a:lnTo>
                        <a:pt x="7449" y="37454"/>
                      </a:lnTo>
                      <a:lnTo>
                        <a:pt x="7365" y="37454"/>
                      </a:lnTo>
                      <a:lnTo>
                        <a:pt x="7323" y="37517"/>
                      </a:lnTo>
                      <a:lnTo>
                        <a:pt x="7323" y="37559"/>
                      </a:lnTo>
                      <a:lnTo>
                        <a:pt x="7177" y="37705"/>
                      </a:lnTo>
                      <a:lnTo>
                        <a:pt x="7177" y="37831"/>
                      </a:lnTo>
                      <a:lnTo>
                        <a:pt x="7240" y="37851"/>
                      </a:lnTo>
                      <a:lnTo>
                        <a:pt x="7219" y="38019"/>
                      </a:lnTo>
                      <a:lnTo>
                        <a:pt x="7114" y="37977"/>
                      </a:lnTo>
                      <a:lnTo>
                        <a:pt x="7072" y="38019"/>
                      </a:lnTo>
                      <a:lnTo>
                        <a:pt x="6968" y="37935"/>
                      </a:lnTo>
                      <a:lnTo>
                        <a:pt x="6842" y="37914"/>
                      </a:lnTo>
                      <a:lnTo>
                        <a:pt x="6842" y="37956"/>
                      </a:lnTo>
                      <a:lnTo>
                        <a:pt x="6905" y="38040"/>
                      </a:lnTo>
                      <a:lnTo>
                        <a:pt x="6821" y="38061"/>
                      </a:lnTo>
                      <a:lnTo>
                        <a:pt x="6738" y="38144"/>
                      </a:lnTo>
                      <a:lnTo>
                        <a:pt x="6863" y="38165"/>
                      </a:lnTo>
                      <a:lnTo>
                        <a:pt x="6947" y="38165"/>
                      </a:lnTo>
                      <a:lnTo>
                        <a:pt x="7114" y="38291"/>
                      </a:lnTo>
                      <a:lnTo>
                        <a:pt x="7114" y="38375"/>
                      </a:lnTo>
                      <a:lnTo>
                        <a:pt x="7240" y="38500"/>
                      </a:lnTo>
                      <a:lnTo>
                        <a:pt x="7449" y="38479"/>
                      </a:lnTo>
                      <a:lnTo>
                        <a:pt x="7679" y="38605"/>
                      </a:lnTo>
                      <a:lnTo>
                        <a:pt x="7847" y="38647"/>
                      </a:lnTo>
                      <a:lnTo>
                        <a:pt x="8202" y="38898"/>
                      </a:lnTo>
                      <a:lnTo>
                        <a:pt x="8286" y="39023"/>
                      </a:lnTo>
                      <a:lnTo>
                        <a:pt x="8391" y="39065"/>
                      </a:lnTo>
                      <a:lnTo>
                        <a:pt x="8412" y="39128"/>
                      </a:lnTo>
                      <a:lnTo>
                        <a:pt x="8516" y="39211"/>
                      </a:lnTo>
                      <a:lnTo>
                        <a:pt x="8600" y="39211"/>
                      </a:lnTo>
                      <a:lnTo>
                        <a:pt x="8621" y="39295"/>
                      </a:lnTo>
                      <a:lnTo>
                        <a:pt x="8725" y="39337"/>
                      </a:lnTo>
                      <a:lnTo>
                        <a:pt x="8788" y="39337"/>
                      </a:lnTo>
                      <a:lnTo>
                        <a:pt x="8893" y="39483"/>
                      </a:lnTo>
                      <a:lnTo>
                        <a:pt x="8997" y="39504"/>
                      </a:lnTo>
                      <a:lnTo>
                        <a:pt x="9039" y="39525"/>
                      </a:lnTo>
                      <a:lnTo>
                        <a:pt x="9102" y="39504"/>
                      </a:lnTo>
                      <a:lnTo>
                        <a:pt x="9248" y="39630"/>
                      </a:lnTo>
                      <a:lnTo>
                        <a:pt x="9248" y="39714"/>
                      </a:lnTo>
                      <a:lnTo>
                        <a:pt x="9374" y="39735"/>
                      </a:lnTo>
                      <a:lnTo>
                        <a:pt x="9520" y="39923"/>
                      </a:lnTo>
                      <a:lnTo>
                        <a:pt x="9583" y="40007"/>
                      </a:lnTo>
                      <a:lnTo>
                        <a:pt x="9625" y="40237"/>
                      </a:lnTo>
                      <a:lnTo>
                        <a:pt x="9730" y="40425"/>
                      </a:lnTo>
                      <a:lnTo>
                        <a:pt x="9688" y="40488"/>
                      </a:lnTo>
                      <a:lnTo>
                        <a:pt x="9730" y="40572"/>
                      </a:lnTo>
                      <a:cubicBezTo>
                        <a:pt x="9939" y="40572"/>
                        <a:pt x="10483" y="40572"/>
                        <a:pt x="10462" y="40446"/>
                      </a:cubicBezTo>
                      <a:lnTo>
                        <a:pt x="10420" y="40279"/>
                      </a:lnTo>
                      <a:lnTo>
                        <a:pt x="11090" y="40258"/>
                      </a:lnTo>
                      <a:cubicBezTo>
                        <a:pt x="11090" y="40258"/>
                        <a:pt x="11215" y="40383"/>
                        <a:pt x="11320" y="40383"/>
                      </a:cubicBezTo>
                      <a:cubicBezTo>
                        <a:pt x="11425" y="40383"/>
                        <a:pt x="11948" y="40153"/>
                        <a:pt x="11948" y="40153"/>
                      </a:cubicBezTo>
                      <a:cubicBezTo>
                        <a:pt x="11948" y="40153"/>
                        <a:pt x="12073" y="40174"/>
                        <a:pt x="12136" y="40279"/>
                      </a:cubicBezTo>
                      <a:cubicBezTo>
                        <a:pt x="12159" y="40337"/>
                        <a:pt x="12208" y="40350"/>
                        <a:pt x="12254" y="40350"/>
                      </a:cubicBezTo>
                      <a:cubicBezTo>
                        <a:pt x="12291" y="40350"/>
                        <a:pt x="12327" y="40341"/>
                        <a:pt x="12345" y="40341"/>
                      </a:cubicBezTo>
                      <a:lnTo>
                        <a:pt x="12345" y="40320"/>
                      </a:lnTo>
                      <a:lnTo>
                        <a:pt x="12492" y="40341"/>
                      </a:lnTo>
                      <a:lnTo>
                        <a:pt x="12764" y="40551"/>
                      </a:lnTo>
                      <a:lnTo>
                        <a:pt x="12826" y="40676"/>
                      </a:lnTo>
                      <a:lnTo>
                        <a:pt x="13098" y="40697"/>
                      </a:lnTo>
                      <a:lnTo>
                        <a:pt x="13140" y="40592"/>
                      </a:lnTo>
                      <a:lnTo>
                        <a:pt x="13308" y="40488"/>
                      </a:lnTo>
                      <a:lnTo>
                        <a:pt x="13496" y="40258"/>
                      </a:lnTo>
                      <a:lnTo>
                        <a:pt x="13433" y="40237"/>
                      </a:lnTo>
                      <a:lnTo>
                        <a:pt x="13119" y="39965"/>
                      </a:lnTo>
                      <a:lnTo>
                        <a:pt x="12910" y="39714"/>
                      </a:lnTo>
                      <a:lnTo>
                        <a:pt x="12889" y="39546"/>
                      </a:lnTo>
                      <a:lnTo>
                        <a:pt x="12805" y="39442"/>
                      </a:lnTo>
                      <a:lnTo>
                        <a:pt x="12805" y="39295"/>
                      </a:lnTo>
                      <a:lnTo>
                        <a:pt x="12785" y="39211"/>
                      </a:lnTo>
                      <a:lnTo>
                        <a:pt x="12764" y="39170"/>
                      </a:lnTo>
                      <a:lnTo>
                        <a:pt x="12680" y="39170"/>
                      </a:lnTo>
                      <a:lnTo>
                        <a:pt x="12680" y="39065"/>
                      </a:lnTo>
                      <a:lnTo>
                        <a:pt x="12722" y="39086"/>
                      </a:lnTo>
                      <a:lnTo>
                        <a:pt x="12764" y="38981"/>
                      </a:lnTo>
                      <a:lnTo>
                        <a:pt x="12805" y="38877"/>
                      </a:lnTo>
                      <a:lnTo>
                        <a:pt x="12722" y="38877"/>
                      </a:lnTo>
                      <a:lnTo>
                        <a:pt x="12680" y="38919"/>
                      </a:lnTo>
                      <a:lnTo>
                        <a:pt x="12554" y="38856"/>
                      </a:lnTo>
                      <a:lnTo>
                        <a:pt x="12554" y="38667"/>
                      </a:lnTo>
                      <a:lnTo>
                        <a:pt x="12450" y="38647"/>
                      </a:lnTo>
                      <a:lnTo>
                        <a:pt x="12366" y="38563"/>
                      </a:lnTo>
                      <a:lnTo>
                        <a:pt x="12282" y="38584"/>
                      </a:lnTo>
                      <a:lnTo>
                        <a:pt x="12178" y="38584"/>
                      </a:lnTo>
                      <a:lnTo>
                        <a:pt x="12136" y="38375"/>
                      </a:lnTo>
                      <a:lnTo>
                        <a:pt x="12157" y="38270"/>
                      </a:lnTo>
                      <a:lnTo>
                        <a:pt x="12199" y="38228"/>
                      </a:lnTo>
                      <a:lnTo>
                        <a:pt x="12199" y="38019"/>
                      </a:lnTo>
                      <a:lnTo>
                        <a:pt x="12261" y="37914"/>
                      </a:lnTo>
                      <a:lnTo>
                        <a:pt x="12282" y="37768"/>
                      </a:lnTo>
                      <a:lnTo>
                        <a:pt x="12345" y="37726"/>
                      </a:lnTo>
                      <a:lnTo>
                        <a:pt x="12366" y="37600"/>
                      </a:lnTo>
                      <a:lnTo>
                        <a:pt x="12408" y="37517"/>
                      </a:lnTo>
                      <a:lnTo>
                        <a:pt x="12408" y="37433"/>
                      </a:lnTo>
                      <a:lnTo>
                        <a:pt x="12471" y="37454"/>
                      </a:lnTo>
                      <a:lnTo>
                        <a:pt x="12513" y="37517"/>
                      </a:lnTo>
                      <a:lnTo>
                        <a:pt x="12575" y="37496"/>
                      </a:lnTo>
                      <a:lnTo>
                        <a:pt x="12596" y="37412"/>
                      </a:lnTo>
                      <a:lnTo>
                        <a:pt x="12659" y="37454"/>
                      </a:lnTo>
                      <a:lnTo>
                        <a:pt x="12701" y="37412"/>
                      </a:lnTo>
                      <a:lnTo>
                        <a:pt x="12785" y="37412"/>
                      </a:lnTo>
                      <a:lnTo>
                        <a:pt x="12868" y="37349"/>
                      </a:lnTo>
                      <a:lnTo>
                        <a:pt x="12826" y="37307"/>
                      </a:lnTo>
                      <a:lnTo>
                        <a:pt x="12764" y="37286"/>
                      </a:lnTo>
                      <a:lnTo>
                        <a:pt x="12805" y="37286"/>
                      </a:lnTo>
                      <a:cubicBezTo>
                        <a:pt x="12805" y="37286"/>
                        <a:pt x="12826" y="37307"/>
                        <a:pt x="12868" y="37307"/>
                      </a:cubicBezTo>
                      <a:cubicBezTo>
                        <a:pt x="12889" y="37307"/>
                        <a:pt x="12931" y="37286"/>
                        <a:pt x="12931" y="37286"/>
                      </a:cubicBezTo>
                      <a:lnTo>
                        <a:pt x="12994" y="37328"/>
                      </a:lnTo>
                      <a:lnTo>
                        <a:pt x="13036" y="37307"/>
                      </a:lnTo>
                      <a:lnTo>
                        <a:pt x="13015" y="37245"/>
                      </a:lnTo>
                      <a:lnTo>
                        <a:pt x="12847" y="37140"/>
                      </a:lnTo>
                      <a:lnTo>
                        <a:pt x="12931" y="37119"/>
                      </a:lnTo>
                      <a:lnTo>
                        <a:pt x="13036" y="37140"/>
                      </a:lnTo>
                      <a:lnTo>
                        <a:pt x="13098" y="37119"/>
                      </a:lnTo>
                      <a:lnTo>
                        <a:pt x="13161" y="37140"/>
                      </a:lnTo>
                      <a:lnTo>
                        <a:pt x="13161" y="37077"/>
                      </a:lnTo>
                      <a:lnTo>
                        <a:pt x="13119" y="37035"/>
                      </a:lnTo>
                      <a:lnTo>
                        <a:pt x="13161" y="37035"/>
                      </a:lnTo>
                      <a:lnTo>
                        <a:pt x="13161" y="36994"/>
                      </a:lnTo>
                      <a:lnTo>
                        <a:pt x="13119" y="36931"/>
                      </a:lnTo>
                      <a:lnTo>
                        <a:pt x="13203" y="36910"/>
                      </a:lnTo>
                      <a:lnTo>
                        <a:pt x="13203" y="36868"/>
                      </a:lnTo>
                      <a:lnTo>
                        <a:pt x="13203" y="36805"/>
                      </a:lnTo>
                      <a:lnTo>
                        <a:pt x="13057" y="36722"/>
                      </a:lnTo>
                      <a:lnTo>
                        <a:pt x="12910" y="36784"/>
                      </a:lnTo>
                      <a:lnTo>
                        <a:pt x="12701" y="36659"/>
                      </a:lnTo>
                      <a:lnTo>
                        <a:pt x="12701" y="36554"/>
                      </a:lnTo>
                      <a:lnTo>
                        <a:pt x="12910" y="36554"/>
                      </a:lnTo>
                      <a:lnTo>
                        <a:pt x="12680" y="36157"/>
                      </a:lnTo>
                      <a:lnTo>
                        <a:pt x="12408" y="35885"/>
                      </a:lnTo>
                      <a:lnTo>
                        <a:pt x="12052" y="35780"/>
                      </a:lnTo>
                      <a:lnTo>
                        <a:pt x="11989" y="35864"/>
                      </a:lnTo>
                      <a:lnTo>
                        <a:pt x="11822" y="35717"/>
                      </a:lnTo>
                      <a:lnTo>
                        <a:pt x="11843" y="35634"/>
                      </a:lnTo>
                      <a:lnTo>
                        <a:pt x="11738" y="35466"/>
                      </a:lnTo>
                      <a:lnTo>
                        <a:pt x="11508" y="35403"/>
                      </a:lnTo>
                      <a:lnTo>
                        <a:pt x="11571" y="35194"/>
                      </a:lnTo>
                      <a:lnTo>
                        <a:pt x="11634" y="34818"/>
                      </a:lnTo>
                      <a:lnTo>
                        <a:pt x="11550" y="34734"/>
                      </a:lnTo>
                      <a:lnTo>
                        <a:pt x="11529" y="34462"/>
                      </a:lnTo>
                      <a:lnTo>
                        <a:pt x="11634" y="34399"/>
                      </a:lnTo>
                      <a:lnTo>
                        <a:pt x="11780" y="34211"/>
                      </a:lnTo>
                      <a:lnTo>
                        <a:pt x="11780" y="34064"/>
                      </a:lnTo>
                      <a:lnTo>
                        <a:pt x="11864" y="33960"/>
                      </a:lnTo>
                      <a:lnTo>
                        <a:pt x="12178" y="34253"/>
                      </a:lnTo>
                      <a:lnTo>
                        <a:pt x="12199" y="34357"/>
                      </a:lnTo>
                      <a:lnTo>
                        <a:pt x="12387" y="34462"/>
                      </a:lnTo>
                      <a:lnTo>
                        <a:pt x="12575" y="34420"/>
                      </a:lnTo>
                      <a:lnTo>
                        <a:pt x="12554" y="34253"/>
                      </a:lnTo>
                      <a:lnTo>
                        <a:pt x="12617" y="34190"/>
                      </a:lnTo>
                      <a:lnTo>
                        <a:pt x="12492" y="33729"/>
                      </a:lnTo>
                      <a:lnTo>
                        <a:pt x="12680" y="33688"/>
                      </a:lnTo>
                      <a:lnTo>
                        <a:pt x="12868" y="33688"/>
                      </a:lnTo>
                      <a:lnTo>
                        <a:pt x="12868" y="33562"/>
                      </a:lnTo>
                      <a:lnTo>
                        <a:pt x="12785" y="33457"/>
                      </a:lnTo>
                      <a:lnTo>
                        <a:pt x="12805" y="33332"/>
                      </a:lnTo>
                      <a:lnTo>
                        <a:pt x="12994" y="33227"/>
                      </a:lnTo>
                      <a:lnTo>
                        <a:pt x="13077" y="33227"/>
                      </a:lnTo>
                      <a:lnTo>
                        <a:pt x="13119" y="33060"/>
                      </a:lnTo>
                      <a:lnTo>
                        <a:pt x="13203" y="32997"/>
                      </a:lnTo>
                      <a:lnTo>
                        <a:pt x="13329" y="33018"/>
                      </a:lnTo>
                      <a:lnTo>
                        <a:pt x="13349" y="32913"/>
                      </a:lnTo>
                      <a:lnTo>
                        <a:pt x="13329" y="32809"/>
                      </a:lnTo>
                      <a:lnTo>
                        <a:pt x="13349" y="32725"/>
                      </a:lnTo>
                      <a:lnTo>
                        <a:pt x="13538" y="32830"/>
                      </a:lnTo>
                      <a:lnTo>
                        <a:pt x="13663" y="32893"/>
                      </a:lnTo>
                      <a:lnTo>
                        <a:pt x="13642" y="32955"/>
                      </a:lnTo>
                      <a:lnTo>
                        <a:pt x="13559" y="33060"/>
                      </a:lnTo>
                      <a:lnTo>
                        <a:pt x="13621" y="33123"/>
                      </a:lnTo>
                      <a:lnTo>
                        <a:pt x="13726" y="33060"/>
                      </a:lnTo>
                      <a:lnTo>
                        <a:pt x="13747" y="32997"/>
                      </a:lnTo>
                      <a:lnTo>
                        <a:pt x="13831" y="32934"/>
                      </a:lnTo>
                      <a:lnTo>
                        <a:pt x="13831" y="33039"/>
                      </a:lnTo>
                      <a:lnTo>
                        <a:pt x="13914" y="32955"/>
                      </a:lnTo>
                      <a:lnTo>
                        <a:pt x="13935" y="32893"/>
                      </a:lnTo>
                      <a:lnTo>
                        <a:pt x="14040" y="32893"/>
                      </a:lnTo>
                      <a:lnTo>
                        <a:pt x="14165" y="32809"/>
                      </a:lnTo>
                      <a:lnTo>
                        <a:pt x="14270" y="32809"/>
                      </a:lnTo>
                      <a:lnTo>
                        <a:pt x="14312" y="32955"/>
                      </a:lnTo>
                      <a:lnTo>
                        <a:pt x="14458" y="33039"/>
                      </a:lnTo>
                      <a:lnTo>
                        <a:pt x="14668" y="32955"/>
                      </a:lnTo>
                      <a:lnTo>
                        <a:pt x="14772" y="32955"/>
                      </a:lnTo>
                      <a:lnTo>
                        <a:pt x="14814" y="33039"/>
                      </a:lnTo>
                      <a:lnTo>
                        <a:pt x="14898" y="33039"/>
                      </a:lnTo>
                      <a:lnTo>
                        <a:pt x="15002" y="33206"/>
                      </a:lnTo>
                      <a:lnTo>
                        <a:pt x="15128" y="33206"/>
                      </a:lnTo>
                      <a:lnTo>
                        <a:pt x="15233" y="33332"/>
                      </a:lnTo>
                      <a:lnTo>
                        <a:pt x="15400" y="33457"/>
                      </a:lnTo>
                      <a:lnTo>
                        <a:pt x="15463" y="33457"/>
                      </a:lnTo>
                      <a:lnTo>
                        <a:pt x="15526" y="33541"/>
                      </a:lnTo>
                      <a:lnTo>
                        <a:pt x="15526" y="33667"/>
                      </a:lnTo>
                      <a:lnTo>
                        <a:pt x="15609" y="33688"/>
                      </a:lnTo>
                      <a:lnTo>
                        <a:pt x="15672" y="33583"/>
                      </a:lnTo>
                      <a:lnTo>
                        <a:pt x="15672" y="33437"/>
                      </a:lnTo>
                      <a:lnTo>
                        <a:pt x="15777" y="33353"/>
                      </a:lnTo>
                      <a:lnTo>
                        <a:pt x="15860" y="33457"/>
                      </a:lnTo>
                      <a:lnTo>
                        <a:pt x="16070" y="33478"/>
                      </a:lnTo>
                      <a:lnTo>
                        <a:pt x="16153" y="33583"/>
                      </a:lnTo>
                      <a:lnTo>
                        <a:pt x="16258" y="33625"/>
                      </a:lnTo>
                      <a:lnTo>
                        <a:pt x="16383" y="33520"/>
                      </a:lnTo>
                      <a:lnTo>
                        <a:pt x="16383" y="33311"/>
                      </a:lnTo>
                      <a:lnTo>
                        <a:pt x="16509" y="33311"/>
                      </a:lnTo>
                      <a:lnTo>
                        <a:pt x="16509" y="33206"/>
                      </a:lnTo>
                      <a:lnTo>
                        <a:pt x="16614" y="33165"/>
                      </a:lnTo>
                      <a:lnTo>
                        <a:pt x="16697" y="33248"/>
                      </a:lnTo>
                      <a:lnTo>
                        <a:pt x="16760" y="33144"/>
                      </a:lnTo>
                      <a:lnTo>
                        <a:pt x="16886" y="33123"/>
                      </a:lnTo>
                      <a:lnTo>
                        <a:pt x="17032" y="33269"/>
                      </a:lnTo>
                      <a:lnTo>
                        <a:pt x="17074" y="33332"/>
                      </a:lnTo>
                      <a:lnTo>
                        <a:pt x="17220" y="33311"/>
                      </a:lnTo>
                      <a:lnTo>
                        <a:pt x="17199" y="33165"/>
                      </a:lnTo>
                      <a:lnTo>
                        <a:pt x="17283" y="33144"/>
                      </a:lnTo>
                      <a:lnTo>
                        <a:pt x="17409" y="33144"/>
                      </a:lnTo>
                      <a:lnTo>
                        <a:pt x="17451" y="33060"/>
                      </a:lnTo>
                      <a:lnTo>
                        <a:pt x="17597" y="33144"/>
                      </a:lnTo>
                      <a:lnTo>
                        <a:pt x="17660" y="33206"/>
                      </a:lnTo>
                      <a:lnTo>
                        <a:pt x="17639" y="33269"/>
                      </a:lnTo>
                      <a:lnTo>
                        <a:pt x="17555" y="33332"/>
                      </a:lnTo>
                      <a:lnTo>
                        <a:pt x="17660" y="33457"/>
                      </a:lnTo>
                      <a:lnTo>
                        <a:pt x="17764" y="33478"/>
                      </a:lnTo>
                      <a:lnTo>
                        <a:pt x="17827" y="33457"/>
                      </a:lnTo>
                      <a:lnTo>
                        <a:pt x="17911" y="33520"/>
                      </a:lnTo>
                      <a:lnTo>
                        <a:pt x="18078" y="33520"/>
                      </a:lnTo>
                      <a:lnTo>
                        <a:pt x="18287" y="33625"/>
                      </a:lnTo>
                      <a:lnTo>
                        <a:pt x="18434" y="33583"/>
                      </a:lnTo>
                      <a:lnTo>
                        <a:pt x="18476" y="33457"/>
                      </a:lnTo>
                      <a:lnTo>
                        <a:pt x="18476" y="33353"/>
                      </a:lnTo>
                      <a:lnTo>
                        <a:pt x="18539" y="33311"/>
                      </a:lnTo>
                      <a:lnTo>
                        <a:pt x="18706" y="33416"/>
                      </a:lnTo>
                      <a:lnTo>
                        <a:pt x="18873" y="33437"/>
                      </a:lnTo>
                      <a:lnTo>
                        <a:pt x="19062" y="33353"/>
                      </a:lnTo>
                      <a:lnTo>
                        <a:pt x="19103" y="33248"/>
                      </a:lnTo>
                      <a:lnTo>
                        <a:pt x="19083" y="32809"/>
                      </a:lnTo>
                      <a:lnTo>
                        <a:pt x="19020" y="32746"/>
                      </a:lnTo>
                      <a:lnTo>
                        <a:pt x="18852" y="32746"/>
                      </a:lnTo>
                      <a:lnTo>
                        <a:pt x="18748" y="32683"/>
                      </a:lnTo>
                      <a:lnTo>
                        <a:pt x="18706" y="32621"/>
                      </a:lnTo>
                      <a:lnTo>
                        <a:pt x="18580" y="32600"/>
                      </a:lnTo>
                      <a:lnTo>
                        <a:pt x="18497" y="32516"/>
                      </a:lnTo>
                      <a:lnTo>
                        <a:pt x="18371" y="32516"/>
                      </a:lnTo>
                      <a:lnTo>
                        <a:pt x="18371" y="32432"/>
                      </a:lnTo>
                      <a:lnTo>
                        <a:pt x="18350" y="32369"/>
                      </a:lnTo>
                      <a:lnTo>
                        <a:pt x="18371" y="32307"/>
                      </a:lnTo>
                      <a:lnTo>
                        <a:pt x="18476" y="32307"/>
                      </a:lnTo>
                      <a:lnTo>
                        <a:pt x="18497" y="32181"/>
                      </a:lnTo>
                      <a:lnTo>
                        <a:pt x="18580" y="32077"/>
                      </a:lnTo>
                      <a:lnTo>
                        <a:pt x="18559" y="31951"/>
                      </a:lnTo>
                      <a:lnTo>
                        <a:pt x="18476" y="31951"/>
                      </a:lnTo>
                      <a:lnTo>
                        <a:pt x="18476" y="31805"/>
                      </a:lnTo>
                      <a:lnTo>
                        <a:pt x="18601" y="31637"/>
                      </a:lnTo>
                      <a:lnTo>
                        <a:pt x="18748" y="31491"/>
                      </a:lnTo>
                      <a:lnTo>
                        <a:pt x="18978" y="31470"/>
                      </a:lnTo>
                      <a:lnTo>
                        <a:pt x="19083" y="31491"/>
                      </a:lnTo>
                      <a:lnTo>
                        <a:pt x="19166" y="31449"/>
                      </a:lnTo>
                      <a:lnTo>
                        <a:pt x="19166" y="31344"/>
                      </a:lnTo>
                      <a:lnTo>
                        <a:pt x="19062" y="31323"/>
                      </a:lnTo>
                      <a:lnTo>
                        <a:pt x="18978" y="31219"/>
                      </a:lnTo>
                      <a:lnTo>
                        <a:pt x="18873" y="31219"/>
                      </a:lnTo>
                      <a:lnTo>
                        <a:pt x="18790" y="31260"/>
                      </a:lnTo>
                      <a:lnTo>
                        <a:pt x="18685" y="31219"/>
                      </a:lnTo>
                      <a:lnTo>
                        <a:pt x="18539" y="31219"/>
                      </a:lnTo>
                      <a:lnTo>
                        <a:pt x="18539" y="31135"/>
                      </a:lnTo>
                      <a:lnTo>
                        <a:pt x="18580" y="31072"/>
                      </a:lnTo>
                      <a:lnTo>
                        <a:pt x="18748" y="31072"/>
                      </a:lnTo>
                      <a:lnTo>
                        <a:pt x="18685" y="30947"/>
                      </a:lnTo>
                      <a:lnTo>
                        <a:pt x="18539" y="30968"/>
                      </a:lnTo>
                      <a:lnTo>
                        <a:pt x="18434" y="30947"/>
                      </a:lnTo>
                      <a:lnTo>
                        <a:pt x="18476" y="30905"/>
                      </a:lnTo>
                      <a:lnTo>
                        <a:pt x="18434" y="30758"/>
                      </a:lnTo>
                      <a:lnTo>
                        <a:pt x="18476" y="30737"/>
                      </a:lnTo>
                      <a:lnTo>
                        <a:pt x="18601" y="30737"/>
                      </a:lnTo>
                      <a:lnTo>
                        <a:pt x="18664" y="30654"/>
                      </a:lnTo>
                      <a:lnTo>
                        <a:pt x="18748" y="30654"/>
                      </a:lnTo>
                      <a:lnTo>
                        <a:pt x="18769" y="30716"/>
                      </a:lnTo>
                      <a:lnTo>
                        <a:pt x="18894" y="30696"/>
                      </a:lnTo>
                      <a:lnTo>
                        <a:pt x="18999" y="30758"/>
                      </a:lnTo>
                      <a:lnTo>
                        <a:pt x="19062" y="30716"/>
                      </a:lnTo>
                      <a:lnTo>
                        <a:pt x="19062" y="30633"/>
                      </a:lnTo>
                      <a:lnTo>
                        <a:pt x="19166" y="30591"/>
                      </a:lnTo>
                      <a:lnTo>
                        <a:pt x="19271" y="30591"/>
                      </a:lnTo>
                      <a:lnTo>
                        <a:pt x="19334" y="30696"/>
                      </a:lnTo>
                      <a:lnTo>
                        <a:pt x="19396" y="30612"/>
                      </a:lnTo>
                      <a:lnTo>
                        <a:pt x="19396" y="30528"/>
                      </a:lnTo>
                      <a:lnTo>
                        <a:pt x="19606" y="30486"/>
                      </a:lnTo>
                      <a:lnTo>
                        <a:pt x="19731" y="30486"/>
                      </a:lnTo>
                      <a:lnTo>
                        <a:pt x="19899" y="30403"/>
                      </a:lnTo>
                      <a:lnTo>
                        <a:pt x="20045" y="30403"/>
                      </a:lnTo>
                      <a:lnTo>
                        <a:pt x="20066" y="30340"/>
                      </a:lnTo>
                      <a:lnTo>
                        <a:pt x="20233" y="30235"/>
                      </a:lnTo>
                      <a:lnTo>
                        <a:pt x="20359" y="30235"/>
                      </a:lnTo>
                      <a:lnTo>
                        <a:pt x="20443" y="30193"/>
                      </a:lnTo>
                      <a:lnTo>
                        <a:pt x="20526" y="30193"/>
                      </a:lnTo>
                      <a:lnTo>
                        <a:pt x="20589" y="30214"/>
                      </a:lnTo>
                      <a:lnTo>
                        <a:pt x="20652" y="30172"/>
                      </a:lnTo>
                      <a:lnTo>
                        <a:pt x="20652" y="30026"/>
                      </a:lnTo>
                      <a:lnTo>
                        <a:pt x="20736" y="29984"/>
                      </a:lnTo>
                      <a:lnTo>
                        <a:pt x="20861" y="29984"/>
                      </a:lnTo>
                      <a:lnTo>
                        <a:pt x="20882" y="29900"/>
                      </a:lnTo>
                      <a:lnTo>
                        <a:pt x="20966" y="29859"/>
                      </a:lnTo>
                      <a:lnTo>
                        <a:pt x="21008" y="29900"/>
                      </a:lnTo>
                      <a:lnTo>
                        <a:pt x="21091" y="29921"/>
                      </a:lnTo>
                      <a:lnTo>
                        <a:pt x="21196" y="29880"/>
                      </a:lnTo>
                      <a:lnTo>
                        <a:pt x="21321" y="29817"/>
                      </a:lnTo>
                      <a:lnTo>
                        <a:pt x="21572" y="29670"/>
                      </a:lnTo>
                      <a:lnTo>
                        <a:pt x="21614" y="29670"/>
                      </a:lnTo>
                      <a:lnTo>
                        <a:pt x="21677" y="29649"/>
                      </a:lnTo>
                      <a:lnTo>
                        <a:pt x="21803" y="29608"/>
                      </a:lnTo>
                      <a:lnTo>
                        <a:pt x="21886" y="29503"/>
                      </a:lnTo>
                      <a:lnTo>
                        <a:pt x="21949" y="29545"/>
                      </a:lnTo>
                      <a:lnTo>
                        <a:pt x="22116" y="29503"/>
                      </a:lnTo>
                      <a:lnTo>
                        <a:pt x="22116" y="29440"/>
                      </a:lnTo>
                      <a:lnTo>
                        <a:pt x="22054" y="29356"/>
                      </a:lnTo>
                      <a:lnTo>
                        <a:pt x="22116" y="29336"/>
                      </a:lnTo>
                      <a:lnTo>
                        <a:pt x="22284" y="29336"/>
                      </a:lnTo>
                      <a:lnTo>
                        <a:pt x="22305" y="29231"/>
                      </a:lnTo>
                      <a:lnTo>
                        <a:pt x="22409" y="29168"/>
                      </a:lnTo>
                      <a:lnTo>
                        <a:pt x="22472" y="29168"/>
                      </a:lnTo>
                      <a:lnTo>
                        <a:pt x="22556" y="29147"/>
                      </a:lnTo>
                      <a:lnTo>
                        <a:pt x="22681" y="29189"/>
                      </a:lnTo>
                      <a:lnTo>
                        <a:pt x="22849" y="29168"/>
                      </a:lnTo>
                      <a:lnTo>
                        <a:pt x="22974" y="29273"/>
                      </a:lnTo>
                      <a:lnTo>
                        <a:pt x="23100" y="29273"/>
                      </a:lnTo>
                      <a:lnTo>
                        <a:pt x="23246" y="29210"/>
                      </a:lnTo>
                      <a:lnTo>
                        <a:pt x="23372" y="29210"/>
                      </a:lnTo>
                      <a:lnTo>
                        <a:pt x="23414" y="29356"/>
                      </a:lnTo>
                      <a:lnTo>
                        <a:pt x="23477" y="29377"/>
                      </a:lnTo>
                      <a:lnTo>
                        <a:pt x="23539" y="29503"/>
                      </a:lnTo>
                      <a:lnTo>
                        <a:pt x="23602" y="29608"/>
                      </a:lnTo>
                      <a:lnTo>
                        <a:pt x="23686" y="29670"/>
                      </a:lnTo>
                      <a:lnTo>
                        <a:pt x="23686" y="29712"/>
                      </a:lnTo>
                      <a:lnTo>
                        <a:pt x="23665" y="29817"/>
                      </a:lnTo>
                      <a:lnTo>
                        <a:pt x="23686" y="29921"/>
                      </a:lnTo>
                      <a:lnTo>
                        <a:pt x="23686" y="29984"/>
                      </a:lnTo>
                      <a:lnTo>
                        <a:pt x="23602" y="30005"/>
                      </a:lnTo>
                      <a:lnTo>
                        <a:pt x="23665" y="30110"/>
                      </a:lnTo>
                      <a:lnTo>
                        <a:pt x="23749" y="30152"/>
                      </a:lnTo>
                      <a:lnTo>
                        <a:pt x="23874" y="30089"/>
                      </a:lnTo>
                      <a:lnTo>
                        <a:pt x="23937" y="30152"/>
                      </a:lnTo>
                      <a:lnTo>
                        <a:pt x="24000" y="30131"/>
                      </a:lnTo>
                      <a:lnTo>
                        <a:pt x="24021" y="30026"/>
                      </a:lnTo>
                      <a:lnTo>
                        <a:pt x="24104" y="30005"/>
                      </a:lnTo>
                      <a:lnTo>
                        <a:pt x="24125" y="30110"/>
                      </a:lnTo>
                      <a:lnTo>
                        <a:pt x="24209" y="30110"/>
                      </a:lnTo>
                      <a:lnTo>
                        <a:pt x="24230" y="30026"/>
                      </a:lnTo>
                      <a:lnTo>
                        <a:pt x="24188" y="29921"/>
                      </a:lnTo>
                      <a:lnTo>
                        <a:pt x="24209" y="29900"/>
                      </a:lnTo>
                      <a:lnTo>
                        <a:pt x="24418" y="30026"/>
                      </a:lnTo>
                      <a:lnTo>
                        <a:pt x="24439" y="30214"/>
                      </a:lnTo>
                      <a:lnTo>
                        <a:pt x="24523" y="30340"/>
                      </a:lnTo>
                      <a:lnTo>
                        <a:pt x="24606" y="30340"/>
                      </a:lnTo>
                      <a:lnTo>
                        <a:pt x="24669" y="30256"/>
                      </a:lnTo>
                      <a:lnTo>
                        <a:pt x="24627" y="30235"/>
                      </a:lnTo>
                      <a:lnTo>
                        <a:pt x="24606" y="30193"/>
                      </a:lnTo>
                      <a:lnTo>
                        <a:pt x="24732" y="30152"/>
                      </a:lnTo>
                      <a:lnTo>
                        <a:pt x="24941" y="30256"/>
                      </a:lnTo>
                      <a:lnTo>
                        <a:pt x="25025" y="30256"/>
                      </a:lnTo>
                      <a:lnTo>
                        <a:pt x="25088" y="30193"/>
                      </a:lnTo>
                      <a:lnTo>
                        <a:pt x="25150" y="30214"/>
                      </a:lnTo>
                      <a:lnTo>
                        <a:pt x="25088" y="30319"/>
                      </a:lnTo>
                      <a:lnTo>
                        <a:pt x="25025" y="30361"/>
                      </a:lnTo>
                      <a:lnTo>
                        <a:pt x="25025" y="30528"/>
                      </a:lnTo>
                      <a:lnTo>
                        <a:pt x="25088" y="30633"/>
                      </a:lnTo>
                      <a:lnTo>
                        <a:pt x="25171" y="30633"/>
                      </a:lnTo>
                      <a:lnTo>
                        <a:pt x="25255" y="30549"/>
                      </a:lnTo>
                      <a:lnTo>
                        <a:pt x="25381" y="30528"/>
                      </a:lnTo>
                      <a:lnTo>
                        <a:pt x="25611" y="30570"/>
                      </a:lnTo>
                      <a:lnTo>
                        <a:pt x="25673" y="30612"/>
                      </a:lnTo>
                      <a:lnTo>
                        <a:pt x="25757" y="30549"/>
                      </a:lnTo>
                      <a:lnTo>
                        <a:pt x="25715" y="30424"/>
                      </a:lnTo>
                      <a:lnTo>
                        <a:pt x="25820" y="30361"/>
                      </a:lnTo>
                      <a:lnTo>
                        <a:pt x="25987" y="30340"/>
                      </a:lnTo>
                      <a:lnTo>
                        <a:pt x="26092" y="30256"/>
                      </a:lnTo>
                      <a:lnTo>
                        <a:pt x="26134" y="30152"/>
                      </a:lnTo>
                      <a:lnTo>
                        <a:pt x="26217" y="30089"/>
                      </a:lnTo>
                      <a:lnTo>
                        <a:pt x="26217" y="30005"/>
                      </a:lnTo>
                      <a:lnTo>
                        <a:pt x="26343" y="29880"/>
                      </a:lnTo>
                      <a:lnTo>
                        <a:pt x="26448" y="29838"/>
                      </a:lnTo>
                      <a:lnTo>
                        <a:pt x="26531" y="29733"/>
                      </a:lnTo>
                      <a:lnTo>
                        <a:pt x="26657" y="29712"/>
                      </a:lnTo>
                      <a:lnTo>
                        <a:pt x="26824" y="29670"/>
                      </a:lnTo>
                      <a:lnTo>
                        <a:pt x="26866" y="29712"/>
                      </a:lnTo>
                      <a:lnTo>
                        <a:pt x="26866" y="29817"/>
                      </a:lnTo>
                      <a:lnTo>
                        <a:pt x="27138" y="29900"/>
                      </a:lnTo>
                      <a:lnTo>
                        <a:pt x="27054" y="29921"/>
                      </a:lnTo>
                      <a:lnTo>
                        <a:pt x="27117" y="30005"/>
                      </a:lnTo>
                      <a:lnTo>
                        <a:pt x="28163" y="30800"/>
                      </a:lnTo>
                      <a:lnTo>
                        <a:pt x="29565" y="32579"/>
                      </a:lnTo>
                      <a:lnTo>
                        <a:pt x="29712" y="32537"/>
                      </a:lnTo>
                      <a:lnTo>
                        <a:pt x="29816" y="32495"/>
                      </a:lnTo>
                      <a:lnTo>
                        <a:pt x="29837" y="32411"/>
                      </a:lnTo>
                      <a:lnTo>
                        <a:pt x="29816" y="32390"/>
                      </a:lnTo>
                      <a:lnTo>
                        <a:pt x="29816" y="32265"/>
                      </a:lnTo>
                      <a:lnTo>
                        <a:pt x="29879" y="32202"/>
                      </a:lnTo>
                      <a:lnTo>
                        <a:pt x="30047" y="32286"/>
                      </a:lnTo>
                      <a:lnTo>
                        <a:pt x="30026" y="32369"/>
                      </a:lnTo>
                      <a:lnTo>
                        <a:pt x="30026" y="32432"/>
                      </a:lnTo>
                      <a:lnTo>
                        <a:pt x="30151" y="32474"/>
                      </a:lnTo>
                      <a:lnTo>
                        <a:pt x="30214" y="32537"/>
                      </a:lnTo>
                      <a:lnTo>
                        <a:pt x="30319" y="32537"/>
                      </a:lnTo>
                      <a:lnTo>
                        <a:pt x="30402" y="32495"/>
                      </a:lnTo>
                      <a:lnTo>
                        <a:pt x="30507" y="32474"/>
                      </a:lnTo>
                      <a:lnTo>
                        <a:pt x="30674" y="32537"/>
                      </a:lnTo>
                      <a:lnTo>
                        <a:pt x="30800" y="32495"/>
                      </a:lnTo>
                      <a:lnTo>
                        <a:pt x="30904" y="32516"/>
                      </a:lnTo>
                      <a:lnTo>
                        <a:pt x="31009" y="32474"/>
                      </a:lnTo>
                      <a:lnTo>
                        <a:pt x="31030" y="32411"/>
                      </a:lnTo>
                      <a:lnTo>
                        <a:pt x="31009" y="32369"/>
                      </a:lnTo>
                      <a:lnTo>
                        <a:pt x="31030" y="32307"/>
                      </a:lnTo>
                      <a:lnTo>
                        <a:pt x="31218" y="32286"/>
                      </a:lnTo>
                      <a:lnTo>
                        <a:pt x="31427" y="32286"/>
                      </a:lnTo>
                      <a:lnTo>
                        <a:pt x="31616" y="32328"/>
                      </a:lnTo>
                      <a:lnTo>
                        <a:pt x="31783" y="32474"/>
                      </a:lnTo>
                      <a:lnTo>
                        <a:pt x="31888" y="32621"/>
                      </a:lnTo>
                      <a:lnTo>
                        <a:pt x="31951" y="32746"/>
                      </a:lnTo>
                      <a:lnTo>
                        <a:pt x="32013" y="32746"/>
                      </a:lnTo>
                      <a:lnTo>
                        <a:pt x="32139" y="32788"/>
                      </a:lnTo>
                      <a:lnTo>
                        <a:pt x="32264" y="32851"/>
                      </a:lnTo>
                      <a:lnTo>
                        <a:pt x="32327" y="32851"/>
                      </a:lnTo>
                      <a:lnTo>
                        <a:pt x="32390" y="32913"/>
                      </a:lnTo>
                      <a:lnTo>
                        <a:pt x="32390" y="32997"/>
                      </a:lnTo>
                      <a:lnTo>
                        <a:pt x="32369" y="33039"/>
                      </a:lnTo>
                      <a:lnTo>
                        <a:pt x="32369" y="33144"/>
                      </a:lnTo>
                      <a:lnTo>
                        <a:pt x="32390" y="33227"/>
                      </a:lnTo>
                      <a:lnTo>
                        <a:pt x="32453" y="33269"/>
                      </a:lnTo>
                      <a:lnTo>
                        <a:pt x="32474" y="33311"/>
                      </a:lnTo>
                      <a:lnTo>
                        <a:pt x="32536" y="33311"/>
                      </a:lnTo>
                      <a:lnTo>
                        <a:pt x="32641" y="33353"/>
                      </a:lnTo>
                      <a:lnTo>
                        <a:pt x="32704" y="33416"/>
                      </a:lnTo>
                      <a:lnTo>
                        <a:pt x="32746" y="33353"/>
                      </a:lnTo>
                      <a:lnTo>
                        <a:pt x="32850" y="33311"/>
                      </a:lnTo>
                      <a:lnTo>
                        <a:pt x="33101" y="33269"/>
                      </a:lnTo>
                      <a:lnTo>
                        <a:pt x="33227" y="33248"/>
                      </a:lnTo>
                      <a:lnTo>
                        <a:pt x="33290" y="33144"/>
                      </a:lnTo>
                      <a:lnTo>
                        <a:pt x="33394" y="33102"/>
                      </a:lnTo>
                      <a:lnTo>
                        <a:pt x="33436" y="33123"/>
                      </a:lnTo>
                      <a:lnTo>
                        <a:pt x="33394" y="33248"/>
                      </a:lnTo>
                      <a:lnTo>
                        <a:pt x="33415" y="33353"/>
                      </a:lnTo>
                      <a:lnTo>
                        <a:pt x="33499" y="33374"/>
                      </a:lnTo>
                      <a:lnTo>
                        <a:pt x="33624" y="33478"/>
                      </a:lnTo>
                      <a:lnTo>
                        <a:pt x="33792" y="33541"/>
                      </a:lnTo>
                      <a:lnTo>
                        <a:pt x="33813" y="33562"/>
                      </a:lnTo>
                      <a:lnTo>
                        <a:pt x="33896" y="33562"/>
                      </a:lnTo>
                      <a:lnTo>
                        <a:pt x="34001" y="33625"/>
                      </a:lnTo>
                      <a:lnTo>
                        <a:pt x="34043" y="33625"/>
                      </a:lnTo>
                      <a:lnTo>
                        <a:pt x="34043" y="33583"/>
                      </a:lnTo>
                      <a:lnTo>
                        <a:pt x="34127" y="33374"/>
                      </a:lnTo>
                      <a:lnTo>
                        <a:pt x="34231" y="33332"/>
                      </a:lnTo>
                      <a:lnTo>
                        <a:pt x="34482" y="33332"/>
                      </a:lnTo>
                      <a:lnTo>
                        <a:pt x="34524" y="33269"/>
                      </a:lnTo>
                      <a:lnTo>
                        <a:pt x="34629" y="33165"/>
                      </a:lnTo>
                      <a:lnTo>
                        <a:pt x="34796" y="33102"/>
                      </a:lnTo>
                      <a:lnTo>
                        <a:pt x="34796" y="32997"/>
                      </a:lnTo>
                      <a:lnTo>
                        <a:pt x="34859" y="32893"/>
                      </a:lnTo>
                      <a:lnTo>
                        <a:pt x="35005" y="32809"/>
                      </a:lnTo>
                      <a:lnTo>
                        <a:pt x="35005" y="32725"/>
                      </a:lnTo>
                      <a:lnTo>
                        <a:pt x="35110" y="32621"/>
                      </a:lnTo>
                      <a:lnTo>
                        <a:pt x="35215" y="32600"/>
                      </a:lnTo>
                      <a:lnTo>
                        <a:pt x="35298" y="32495"/>
                      </a:lnTo>
                      <a:lnTo>
                        <a:pt x="35361" y="32432"/>
                      </a:lnTo>
                      <a:lnTo>
                        <a:pt x="35298" y="32390"/>
                      </a:lnTo>
                      <a:lnTo>
                        <a:pt x="35298" y="32307"/>
                      </a:lnTo>
                      <a:lnTo>
                        <a:pt x="35319" y="32265"/>
                      </a:lnTo>
                      <a:lnTo>
                        <a:pt x="35508" y="32307"/>
                      </a:lnTo>
                      <a:lnTo>
                        <a:pt x="35591" y="32265"/>
                      </a:lnTo>
                      <a:lnTo>
                        <a:pt x="35633" y="32097"/>
                      </a:lnTo>
                      <a:lnTo>
                        <a:pt x="35717" y="32077"/>
                      </a:lnTo>
                      <a:lnTo>
                        <a:pt x="35926" y="32056"/>
                      </a:lnTo>
                      <a:lnTo>
                        <a:pt x="36031" y="32014"/>
                      </a:lnTo>
                      <a:lnTo>
                        <a:pt x="36261" y="32014"/>
                      </a:lnTo>
                      <a:lnTo>
                        <a:pt x="36345" y="31972"/>
                      </a:lnTo>
                      <a:lnTo>
                        <a:pt x="36365" y="31972"/>
                      </a:lnTo>
                      <a:lnTo>
                        <a:pt x="36449" y="32077"/>
                      </a:lnTo>
                      <a:lnTo>
                        <a:pt x="36449" y="32160"/>
                      </a:lnTo>
                      <a:lnTo>
                        <a:pt x="36533" y="32223"/>
                      </a:lnTo>
                      <a:lnTo>
                        <a:pt x="36658" y="32223"/>
                      </a:lnTo>
                      <a:lnTo>
                        <a:pt x="36700" y="32202"/>
                      </a:lnTo>
                      <a:lnTo>
                        <a:pt x="36805" y="32202"/>
                      </a:lnTo>
                      <a:lnTo>
                        <a:pt x="36889" y="32160"/>
                      </a:lnTo>
                      <a:lnTo>
                        <a:pt x="37077" y="32160"/>
                      </a:lnTo>
                      <a:lnTo>
                        <a:pt x="37098" y="32223"/>
                      </a:lnTo>
                      <a:lnTo>
                        <a:pt x="37119" y="32328"/>
                      </a:lnTo>
                      <a:lnTo>
                        <a:pt x="37161" y="32411"/>
                      </a:lnTo>
                      <a:lnTo>
                        <a:pt x="37453" y="32579"/>
                      </a:lnTo>
                      <a:lnTo>
                        <a:pt x="37537" y="32641"/>
                      </a:lnTo>
                      <a:lnTo>
                        <a:pt x="37746" y="32746"/>
                      </a:lnTo>
                      <a:lnTo>
                        <a:pt x="37830" y="32704"/>
                      </a:lnTo>
                      <a:lnTo>
                        <a:pt x="37935" y="32641"/>
                      </a:lnTo>
                      <a:lnTo>
                        <a:pt x="38060" y="32579"/>
                      </a:lnTo>
                      <a:lnTo>
                        <a:pt x="38165" y="32579"/>
                      </a:lnTo>
                      <a:lnTo>
                        <a:pt x="38269" y="32600"/>
                      </a:lnTo>
                      <a:lnTo>
                        <a:pt x="38353" y="32641"/>
                      </a:lnTo>
                      <a:lnTo>
                        <a:pt x="38437" y="32621"/>
                      </a:lnTo>
                      <a:lnTo>
                        <a:pt x="38688" y="32621"/>
                      </a:lnTo>
                      <a:lnTo>
                        <a:pt x="38793" y="32683"/>
                      </a:lnTo>
                      <a:lnTo>
                        <a:pt x="38897" y="32683"/>
                      </a:lnTo>
                      <a:lnTo>
                        <a:pt x="38939" y="32641"/>
                      </a:lnTo>
                      <a:lnTo>
                        <a:pt x="39044" y="32683"/>
                      </a:lnTo>
                      <a:lnTo>
                        <a:pt x="39211" y="32641"/>
                      </a:lnTo>
                      <a:lnTo>
                        <a:pt x="39316" y="32474"/>
                      </a:lnTo>
                      <a:lnTo>
                        <a:pt x="39274" y="32390"/>
                      </a:lnTo>
                      <a:lnTo>
                        <a:pt x="39169" y="32307"/>
                      </a:lnTo>
                      <a:lnTo>
                        <a:pt x="39169" y="32118"/>
                      </a:lnTo>
                      <a:lnTo>
                        <a:pt x="39190" y="31951"/>
                      </a:lnTo>
                      <a:lnTo>
                        <a:pt x="39169" y="31867"/>
                      </a:lnTo>
                      <a:lnTo>
                        <a:pt x="39065" y="31846"/>
                      </a:lnTo>
                      <a:lnTo>
                        <a:pt x="39002" y="31763"/>
                      </a:lnTo>
                      <a:lnTo>
                        <a:pt x="38834" y="31700"/>
                      </a:lnTo>
                      <a:lnTo>
                        <a:pt x="38772" y="31574"/>
                      </a:lnTo>
                      <a:lnTo>
                        <a:pt x="38772" y="31281"/>
                      </a:lnTo>
                      <a:lnTo>
                        <a:pt x="38876" y="31156"/>
                      </a:lnTo>
                      <a:lnTo>
                        <a:pt x="38876" y="31072"/>
                      </a:lnTo>
                      <a:lnTo>
                        <a:pt x="38939" y="30968"/>
                      </a:lnTo>
                      <a:lnTo>
                        <a:pt x="39044" y="30947"/>
                      </a:lnTo>
                      <a:lnTo>
                        <a:pt x="39086" y="30968"/>
                      </a:lnTo>
                      <a:lnTo>
                        <a:pt x="39148" y="30863"/>
                      </a:lnTo>
                      <a:lnTo>
                        <a:pt x="39106" y="30758"/>
                      </a:lnTo>
                      <a:lnTo>
                        <a:pt x="39148" y="30696"/>
                      </a:lnTo>
                      <a:lnTo>
                        <a:pt x="39211" y="30633"/>
                      </a:lnTo>
                      <a:lnTo>
                        <a:pt x="39316" y="30633"/>
                      </a:lnTo>
                      <a:lnTo>
                        <a:pt x="39399" y="30696"/>
                      </a:lnTo>
                      <a:lnTo>
                        <a:pt x="39567" y="30737"/>
                      </a:lnTo>
                      <a:lnTo>
                        <a:pt x="39713" y="30821"/>
                      </a:lnTo>
                      <a:lnTo>
                        <a:pt x="39734" y="30863"/>
                      </a:lnTo>
                      <a:lnTo>
                        <a:pt x="39881" y="30926"/>
                      </a:lnTo>
                      <a:lnTo>
                        <a:pt x="40236" y="30926"/>
                      </a:lnTo>
                      <a:lnTo>
                        <a:pt x="40320" y="30968"/>
                      </a:lnTo>
                      <a:lnTo>
                        <a:pt x="40362" y="31030"/>
                      </a:lnTo>
                      <a:lnTo>
                        <a:pt x="40529" y="31051"/>
                      </a:lnTo>
                      <a:lnTo>
                        <a:pt x="40613" y="31114"/>
                      </a:lnTo>
                      <a:lnTo>
                        <a:pt x="40718" y="31135"/>
                      </a:lnTo>
                      <a:lnTo>
                        <a:pt x="40948" y="31135"/>
                      </a:lnTo>
                      <a:lnTo>
                        <a:pt x="41031" y="31156"/>
                      </a:lnTo>
                      <a:lnTo>
                        <a:pt x="41073" y="31240"/>
                      </a:lnTo>
                      <a:lnTo>
                        <a:pt x="41073" y="31323"/>
                      </a:lnTo>
                      <a:lnTo>
                        <a:pt x="41136" y="31386"/>
                      </a:lnTo>
                      <a:lnTo>
                        <a:pt x="41136" y="31470"/>
                      </a:lnTo>
                      <a:lnTo>
                        <a:pt x="41178" y="31533"/>
                      </a:lnTo>
                      <a:lnTo>
                        <a:pt x="41241" y="31658"/>
                      </a:lnTo>
                      <a:lnTo>
                        <a:pt x="41241" y="31763"/>
                      </a:lnTo>
                      <a:lnTo>
                        <a:pt x="41303" y="31805"/>
                      </a:lnTo>
                      <a:lnTo>
                        <a:pt x="41387" y="31805"/>
                      </a:lnTo>
                      <a:lnTo>
                        <a:pt x="41492" y="31909"/>
                      </a:lnTo>
                      <a:lnTo>
                        <a:pt x="41513" y="31972"/>
                      </a:lnTo>
                      <a:lnTo>
                        <a:pt x="41680" y="32014"/>
                      </a:lnTo>
                      <a:lnTo>
                        <a:pt x="41868" y="32118"/>
                      </a:lnTo>
                      <a:lnTo>
                        <a:pt x="41931" y="32118"/>
                      </a:lnTo>
                      <a:lnTo>
                        <a:pt x="41994" y="32077"/>
                      </a:lnTo>
                      <a:lnTo>
                        <a:pt x="42182" y="32077"/>
                      </a:lnTo>
                      <a:lnTo>
                        <a:pt x="42245" y="32014"/>
                      </a:lnTo>
                      <a:lnTo>
                        <a:pt x="42329" y="32014"/>
                      </a:lnTo>
                      <a:lnTo>
                        <a:pt x="42412" y="32056"/>
                      </a:lnTo>
                      <a:lnTo>
                        <a:pt x="42496" y="32014"/>
                      </a:lnTo>
                      <a:lnTo>
                        <a:pt x="42601" y="31909"/>
                      </a:lnTo>
                      <a:lnTo>
                        <a:pt x="42747" y="31867"/>
                      </a:lnTo>
                      <a:lnTo>
                        <a:pt x="42977" y="31846"/>
                      </a:lnTo>
                      <a:lnTo>
                        <a:pt x="43124" y="31763"/>
                      </a:lnTo>
                      <a:lnTo>
                        <a:pt x="43270" y="31763"/>
                      </a:lnTo>
                      <a:lnTo>
                        <a:pt x="43396" y="31700"/>
                      </a:lnTo>
                      <a:lnTo>
                        <a:pt x="43542" y="31784"/>
                      </a:lnTo>
                      <a:lnTo>
                        <a:pt x="43710" y="31805"/>
                      </a:lnTo>
                      <a:lnTo>
                        <a:pt x="43961" y="31805"/>
                      </a:lnTo>
                      <a:lnTo>
                        <a:pt x="44065" y="31972"/>
                      </a:lnTo>
                      <a:lnTo>
                        <a:pt x="44275" y="32056"/>
                      </a:lnTo>
                      <a:lnTo>
                        <a:pt x="44421" y="32056"/>
                      </a:lnTo>
                      <a:lnTo>
                        <a:pt x="44547" y="32014"/>
                      </a:lnTo>
                      <a:lnTo>
                        <a:pt x="44609" y="32077"/>
                      </a:lnTo>
                      <a:lnTo>
                        <a:pt x="44651" y="32265"/>
                      </a:lnTo>
                      <a:lnTo>
                        <a:pt x="44756" y="32328"/>
                      </a:lnTo>
                      <a:lnTo>
                        <a:pt x="44840" y="32390"/>
                      </a:lnTo>
                      <a:lnTo>
                        <a:pt x="44923" y="32411"/>
                      </a:lnTo>
                      <a:lnTo>
                        <a:pt x="45028" y="32516"/>
                      </a:lnTo>
                      <a:lnTo>
                        <a:pt x="45112" y="32516"/>
                      </a:lnTo>
                      <a:lnTo>
                        <a:pt x="45363" y="32495"/>
                      </a:lnTo>
                      <a:lnTo>
                        <a:pt x="45593" y="32579"/>
                      </a:lnTo>
                      <a:lnTo>
                        <a:pt x="45948" y="32579"/>
                      </a:lnTo>
                      <a:lnTo>
                        <a:pt x="46095" y="32537"/>
                      </a:lnTo>
                      <a:lnTo>
                        <a:pt x="46158" y="32495"/>
                      </a:lnTo>
                      <a:lnTo>
                        <a:pt x="46283" y="32495"/>
                      </a:lnTo>
                      <a:lnTo>
                        <a:pt x="46388" y="32537"/>
                      </a:lnTo>
                      <a:lnTo>
                        <a:pt x="46472" y="32537"/>
                      </a:lnTo>
                      <a:lnTo>
                        <a:pt x="46534" y="32411"/>
                      </a:lnTo>
                      <a:lnTo>
                        <a:pt x="46744" y="32286"/>
                      </a:lnTo>
                      <a:lnTo>
                        <a:pt x="46890" y="32286"/>
                      </a:lnTo>
                      <a:lnTo>
                        <a:pt x="46953" y="32181"/>
                      </a:lnTo>
                      <a:lnTo>
                        <a:pt x="47329" y="32181"/>
                      </a:lnTo>
                      <a:lnTo>
                        <a:pt x="47434" y="32077"/>
                      </a:lnTo>
                      <a:lnTo>
                        <a:pt x="47455" y="31972"/>
                      </a:lnTo>
                      <a:lnTo>
                        <a:pt x="47455" y="31909"/>
                      </a:lnTo>
                      <a:lnTo>
                        <a:pt x="47539" y="31805"/>
                      </a:lnTo>
                      <a:lnTo>
                        <a:pt x="47664" y="31763"/>
                      </a:lnTo>
                      <a:lnTo>
                        <a:pt x="47748" y="31679"/>
                      </a:lnTo>
                      <a:lnTo>
                        <a:pt x="47790" y="31553"/>
                      </a:lnTo>
                      <a:lnTo>
                        <a:pt x="47873" y="31470"/>
                      </a:lnTo>
                      <a:lnTo>
                        <a:pt x="47978" y="31470"/>
                      </a:lnTo>
                      <a:lnTo>
                        <a:pt x="47999" y="31491"/>
                      </a:lnTo>
                      <a:lnTo>
                        <a:pt x="48187" y="31449"/>
                      </a:lnTo>
                      <a:lnTo>
                        <a:pt x="48292" y="31449"/>
                      </a:lnTo>
                      <a:lnTo>
                        <a:pt x="48417" y="31533"/>
                      </a:lnTo>
                      <a:lnTo>
                        <a:pt x="48501" y="31637"/>
                      </a:lnTo>
                      <a:lnTo>
                        <a:pt x="48585" y="31658"/>
                      </a:lnTo>
                      <a:lnTo>
                        <a:pt x="48689" y="31595"/>
                      </a:lnTo>
                      <a:lnTo>
                        <a:pt x="48731" y="31658"/>
                      </a:lnTo>
                      <a:lnTo>
                        <a:pt x="48836" y="31658"/>
                      </a:lnTo>
                      <a:lnTo>
                        <a:pt x="48982" y="31574"/>
                      </a:lnTo>
                      <a:lnTo>
                        <a:pt x="48982" y="31533"/>
                      </a:lnTo>
                      <a:lnTo>
                        <a:pt x="49150" y="31491"/>
                      </a:lnTo>
                      <a:lnTo>
                        <a:pt x="49359" y="31574"/>
                      </a:lnTo>
                      <a:lnTo>
                        <a:pt x="49422" y="31637"/>
                      </a:lnTo>
                      <a:lnTo>
                        <a:pt x="49464" y="31595"/>
                      </a:lnTo>
                      <a:lnTo>
                        <a:pt x="49547" y="31595"/>
                      </a:lnTo>
                      <a:lnTo>
                        <a:pt x="49568" y="31658"/>
                      </a:lnTo>
                      <a:lnTo>
                        <a:pt x="49673" y="31637"/>
                      </a:lnTo>
                      <a:lnTo>
                        <a:pt x="49840" y="31658"/>
                      </a:lnTo>
                      <a:lnTo>
                        <a:pt x="49924" y="31742"/>
                      </a:lnTo>
                      <a:lnTo>
                        <a:pt x="49966" y="31742"/>
                      </a:lnTo>
                      <a:lnTo>
                        <a:pt x="50259" y="31470"/>
                      </a:lnTo>
                      <a:lnTo>
                        <a:pt x="50384" y="31365"/>
                      </a:lnTo>
                      <a:lnTo>
                        <a:pt x="50594" y="31344"/>
                      </a:lnTo>
                      <a:lnTo>
                        <a:pt x="50677" y="31260"/>
                      </a:lnTo>
                      <a:lnTo>
                        <a:pt x="50698" y="31156"/>
                      </a:lnTo>
                      <a:lnTo>
                        <a:pt x="50677" y="31030"/>
                      </a:lnTo>
                      <a:lnTo>
                        <a:pt x="50614" y="31009"/>
                      </a:lnTo>
                      <a:lnTo>
                        <a:pt x="50573" y="31030"/>
                      </a:lnTo>
                      <a:lnTo>
                        <a:pt x="50510" y="31009"/>
                      </a:lnTo>
                      <a:lnTo>
                        <a:pt x="50468" y="31009"/>
                      </a:lnTo>
                      <a:lnTo>
                        <a:pt x="50468" y="30842"/>
                      </a:lnTo>
                      <a:lnTo>
                        <a:pt x="50489" y="30800"/>
                      </a:lnTo>
                      <a:lnTo>
                        <a:pt x="50489" y="30633"/>
                      </a:lnTo>
                      <a:lnTo>
                        <a:pt x="50447" y="30528"/>
                      </a:lnTo>
                      <a:lnTo>
                        <a:pt x="50468" y="30444"/>
                      </a:lnTo>
                      <a:lnTo>
                        <a:pt x="50552" y="30424"/>
                      </a:lnTo>
                      <a:lnTo>
                        <a:pt x="50552" y="30319"/>
                      </a:lnTo>
                      <a:lnTo>
                        <a:pt x="50468" y="30235"/>
                      </a:lnTo>
                      <a:lnTo>
                        <a:pt x="50447" y="30110"/>
                      </a:lnTo>
                      <a:lnTo>
                        <a:pt x="50468" y="30068"/>
                      </a:lnTo>
                      <a:lnTo>
                        <a:pt x="50405" y="29963"/>
                      </a:lnTo>
                      <a:lnTo>
                        <a:pt x="50405" y="29859"/>
                      </a:lnTo>
                      <a:lnTo>
                        <a:pt x="50489" y="29754"/>
                      </a:lnTo>
                      <a:lnTo>
                        <a:pt x="50573" y="29691"/>
                      </a:lnTo>
                      <a:lnTo>
                        <a:pt x="50594" y="29566"/>
                      </a:lnTo>
                      <a:lnTo>
                        <a:pt x="50677" y="29461"/>
                      </a:lnTo>
                      <a:lnTo>
                        <a:pt x="50761" y="29398"/>
                      </a:lnTo>
                      <a:lnTo>
                        <a:pt x="50761" y="29273"/>
                      </a:lnTo>
                      <a:lnTo>
                        <a:pt x="50719" y="29189"/>
                      </a:lnTo>
                      <a:lnTo>
                        <a:pt x="50719" y="29126"/>
                      </a:lnTo>
                      <a:lnTo>
                        <a:pt x="50656" y="29064"/>
                      </a:lnTo>
                      <a:lnTo>
                        <a:pt x="50594" y="28959"/>
                      </a:lnTo>
                      <a:lnTo>
                        <a:pt x="50510" y="28833"/>
                      </a:lnTo>
                      <a:lnTo>
                        <a:pt x="50447" y="28812"/>
                      </a:lnTo>
                      <a:lnTo>
                        <a:pt x="50363" y="28833"/>
                      </a:lnTo>
                      <a:lnTo>
                        <a:pt x="50238" y="28917"/>
                      </a:lnTo>
                      <a:lnTo>
                        <a:pt x="50175" y="28917"/>
                      </a:lnTo>
                      <a:lnTo>
                        <a:pt x="50154" y="28854"/>
                      </a:lnTo>
                      <a:lnTo>
                        <a:pt x="50154" y="28603"/>
                      </a:lnTo>
                      <a:lnTo>
                        <a:pt x="50175" y="28540"/>
                      </a:lnTo>
                      <a:lnTo>
                        <a:pt x="50175" y="28499"/>
                      </a:lnTo>
                      <a:lnTo>
                        <a:pt x="50238" y="28436"/>
                      </a:lnTo>
                      <a:lnTo>
                        <a:pt x="50259" y="28331"/>
                      </a:lnTo>
                      <a:lnTo>
                        <a:pt x="50342" y="28227"/>
                      </a:lnTo>
                      <a:lnTo>
                        <a:pt x="50342" y="28143"/>
                      </a:lnTo>
                      <a:lnTo>
                        <a:pt x="50384" y="28101"/>
                      </a:lnTo>
                      <a:lnTo>
                        <a:pt x="50552" y="28080"/>
                      </a:lnTo>
                      <a:lnTo>
                        <a:pt x="50614" y="28038"/>
                      </a:lnTo>
                      <a:lnTo>
                        <a:pt x="50698" y="28038"/>
                      </a:lnTo>
                      <a:lnTo>
                        <a:pt x="50719" y="28017"/>
                      </a:lnTo>
                      <a:lnTo>
                        <a:pt x="50803" y="28017"/>
                      </a:lnTo>
                      <a:lnTo>
                        <a:pt x="50886" y="27996"/>
                      </a:lnTo>
                      <a:lnTo>
                        <a:pt x="50928" y="27913"/>
                      </a:lnTo>
                      <a:lnTo>
                        <a:pt x="51033" y="27913"/>
                      </a:lnTo>
                      <a:lnTo>
                        <a:pt x="51117" y="27829"/>
                      </a:lnTo>
                      <a:lnTo>
                        <a:pt x="51242" y="27871"/>
                      </a:lnTo>
                      <a:lnTo>
                        <a:pt x="51451" y="27871"/>
                      </a:lnTo>
                      <a:lnTo>
                        <a:pt x="51514" y="27808"/>
                      </a:lnTo>
                      <a:lnTo>
                        <a:pt x="51556" y="27808"/>
                      </a:lnTo>
                      <a:lnTo>
                        <a:pt x="51598" y="27724"/>
                      </a:lnTo>
                      <a:lnTo>
                        <a:pt x="51744" y="27703"/>
                      </a:lnTo>
                      <a:lnTo>
                        <a:pt x="51765" y="27683"/>
                      </a:lnTo>
                      <a:lnTo>
                        <a:pt x="51849" y="27703"/>
                      </a:lnTo>
                      <a:lnTo>
                        <a:pt x="51933" y="27703"/>
                      </a:lnTo>
                      <a:lnTo>
                        <a:pt x="52016" y="27745"/>
                      </a:lnTo>
                      <a:lnTo>
                        <a:pt x="52184" y="27787"/>
                      </a:lnTo>
                      <a:lnTo>
                        <a:pt x="52267" y="27829"/>
                      </a:lnTo>
                      <a:lnTo>
                        <a:pt x="52288" y="27892"/>
                      </a:lnTo>
                      <a:lnTo>
                        <a:pt x="52435" y="27892"/>
                      </a:lnTo>
                      <a:lnTo>
                        <a:pt x="52498" y="27850"/>
                      </a:lnTo>
                      <a:lnTo>
                        <a:pt x="52539" y="27892"/>
                      </a:lnTo>
                      <a:lnTo>
                        <a:pt x="52644" y="27934"/>
                      </a:lnTo>
                      <a:lnTo>
                        <a:pt x="52686" y="27913"/>
                      </a:lnTo>
                      <a:lnTo>
                        <a:pt x="52686" y="27829"/>
                      </a:lnTo>
                      <a:lnTo>
                        <a:pt x="52749" y="27808"/>
                      </a:lnTo>
                      <a:lnTo>
                        <a:pt x="52790" y="27829"/>
                      </a:lnTo>
                      <a:lnTo>
                        <a:pt x="52874" y="27829"/>
                      </a:lnTo>
                      <a:lnTo>
                        <a:pt x="52916" y="27808"/>
                      </a:lnTo>
                      <a:lnTo>
                        <a:pt x="52979" y="27892"/>
                      </a:lnTo>
                      <a:lnTo>
                        <a:pt x="53021" y="27892"/>
                      </a:lnTo>
                      <a:lnTo>
                        <a:pt x="53104" y="27913"/>
                      </a:lnTo>
                      <a:lnTo>
                        <a:pt x="53125" y="27955"/>
                      </a:lnTo>
                      <a:lnTo>
                        <a:pt x="53104" y="28017"/>
                      </a:lnTo>
                      <a:lnTo>
                        <a:pt x="53125" y="28059"/>
                      </a:lnTo>
                      <a:lnTo>
                        <a:pt x="53188" y="28059"/>
                      </a:lnTo>
                      <a:lnTo>
                        <a:pt x="53209" y="28122"/>
                      </a:lnTo>
                      <a:lnTo>
                        <a:pt x="53272" y="28059"/>
                      </a:lnTo>
                      <a:lnTo>
                        <a:pt x="53335" y="28101"/>
                      </a:lnTo>
                      <a:lnTo>
                        <a:pt x="53376" y="28143"/>
                      </a:lnTo>
                      <a:lnTo>
                        <a:pt x="53335" y="28206"/>
                      </a:lnTo>
                      <a:lnTo>
                        <a:pt x="53376" y="28247"/>
                      </a:lnTo>
                      <a:lnTo>
                        <a:pt x="53481" y="28268"/>
                      </a:lnTo>
                      <a:lnTo>
                        <a:pt x="53523" y="28268"/>
                      </a:lnTo>
                      <a:lnTo>
                        <a:pt x="53586" y="28310"/>
                      </a:lnTo>
                      <a:lnTo>
                        <a:pt x="53586" y="28352"/>
                      </a:lnTo>
                      <a:lnTo>
                        <a:pt x="53627" y="28373"/>
                      </a:lnTo>
                      <a:lnTo>
                        <a:pt x="53690" y="28457"/>
                      </a:lnTo>
                      <a:lnTo>
                        <a:pt x="53690" y="28540"/>
                      </a:lnTo>
                      <a:lnTo>
                        <a:pt x="53711" y="28624"/>
                      </a:lnTo>
                      <a:lnTo>
                        <a:pt x="53711" y="28666"/>
                      </a:lnTo>
                      <a:lnTo>
                        <a:pt x="53732" y="28687"/>
                      </a:lnTo>
                      <a:lnTo>
                        <a:pt x="53899" y="28687"/>
                      </a:lnTo>
                      <a:lnTo>
                        <a:pt x="53920" y="28750"/>
                      </a:lnTo>
                      <a:lnTo>
                        <a:pt x="53899" y="28833"/>
                      </a:lnTo>
                      <a:lnTo>
                        <a:pt x="53899" y="28875"/>
                      </a:lnTo>
                      <a:lnTo>
                        <a:pt x="54025" y="28959"/>
                      </a:lnTo>
                      <a:lnTo>
                        <a:pt x="54067" y="29064"/>
                      </a:lnTo>
                      <a:lnTo>
                        <a:pt x="54151" y="29147"/>
                      </a:lnTo>
                      <a:lnTo>
                        <a:pt x="54171" y="29210"/>
                      </a:lnTo>
                      <a:lnTo>
                        <a:pt x="54234" y="29252"/>
                      </a:lnTo>
                      <a:lnTo>
                        <a:pt x="54255" y="29356"/>
                      </a:lnTo>
                      <a:lnTo>
                        <a:pt x="54339" y="29398"/>
                      </a:lnTo>
                      <a:lnTo>
                        <a:pt x="54339" y="29461"/>
                      </a:lnTo>
                      <a:lnTo>
                        <a:pt x="54318" y="29503"/>
                      </a:lnTo>
                      <a:lnTo>
                        <a:pt x="54339" y="29524"/>
                      </a:lnTo>
                      <a:lnTo>
                        <a:pt x="54381" y="29503"/>
                      </a:lnTo>
                      <a:lnTo>
                        <a:pt x="54443" y="29587"/>
                      </a:lnTo>
                      <a:lnTo>
                        <a:pt x="54464" y="29670"/>
                      </a:lnTo>
                      <a:lnTo>
                        <a:pt x="54569" y="29817"/>
                      </a:lnTo>
                      <a:lnTo>
                        <a:pt x="54778" y="29963"/>
                      </a:lnTo>
                      <a:lnTo>
                        <a:pt x="54799" y="30047"/>
                      </a:lnTo>
                      <a:lnTo>
                        <a:pt x="54841" y="30152"/>
                      </a:lnTo>
                      <a:lnTo>
                        <a:pt x="54883" y="30193"/>
                      </a:lnTo>
                      <a:lnTo>
                        <a:pt x="54883" y="30298"/>
                      </a:lnTo>
                      <a:lnTo>
                        <a:pt x="54967" y="30319"/>
                      </a:lnTo>
                      <a:lnTo>
                        <a:pt x="55008" y="30319"/>
                      </a:lnTo>
                      <a:lnTo>
                        <a:pt x="55050" y="30424"/>
                      </a:lnTo>
                      <a:lnTo>
                        <a:pt x="55050" y="30507"/>
                      </a:lnTo>
                      <a:lnTo>
                        <a:pt x="55092" y="30612"/>
                      </a:lnTo>
                      <a:lnTo>
                        <a:pt x="55218" y="30737"/>
                      </a:lnTo>
                      <a:lnTo>
                        <a:pt x="55322" y="30758"/>
                      </a:lnTo>
                      <a:lnTo>
                        <a:pt x="55385" y="30842"/>
                      </a:lnTo>
                      <a:lnTo>
                        <a:pt x="55469" y="30842"/>
                      </a:lnTo>
                      <a:lnTo>
                        <a:pt x="55511" y="30821"/>
                      </a:lnTo>
                      <a:lnTo>
                        <a:pt x="55573" y="30842"/>
                      </a:lnTo>
                      <a:lnTo>
                        <a:pt x="55615" y="30821"/>
                      </a:lnTo>
                      <a:lnTo>
                        <a:pt x="55741" y="30842"/>
                      </a:lnTo>
                      <a:lnTo>
                        <a:pt x="55803" y="30779"/>
                      </a:lnTo>
                      <a:lnTo>
                        <a:pt x="55887" y="30779"/>
                      </a:lnTo>
                      <a:lnTo>
                        <a:pt x="55887" y="30821"/>
                      </a:lnTo>
                      <a:lnTo>
                        <a:pt x="55824" y="30863"/>
                      </a:lnTo>
                      <a:lnTo>
                        <a:pt x="55845" y="30905"/>
                      </a:lnTo>
                      <a:lnTo>
                        <a:pt x="55992" y="30905"/>
                      </a:lnTo>
                      <a:lnTo>
                        <a:pt x="56034" y="30926"/>
                      </a:lnTo>
                      <a:lnTo>
                        <a:pt x="56055" y="30968"/>
                      </a:lnTo>
                      <a:lnTo>
                        <a:pt x="56138" y="31030"/>
                      </a:lnTo>
                      <a:lnTo>
                        <a:pt x="56159" y="30968"/>
                      </a:lnTo>
                      <a:lnTo>
                        <a:pt x="56222" y="30947"/>
                      </a:lnTo>
                      <a:lnTo>
                        <a:pt x="56264" y="30968"/>
                      </a:lnTo>
                      <a:lnTo>
                        <a:pt x="56306" y="30905"/>
                      </a:lnTo>
                      <a:lnTo>
                        <a:pt x="56348" y="30905"/>
                      </a:lnTo>
                      <a:lnTo>
                        <a:pt x="56410" y="30947"/>
                      </a:lnTo>
                      <a:lnTo>
                        <a:pt x="56431" y="31009"/>
                      </a:lnTo>
                      <a:lnTo>
                        <a:pt x="56473" y="31072"/>
                      </a:lnTo>
                      <a:lnTo>
                        <a:pt x="56536" y="31072"/>
                      </a:lnTo>
                      <a:lnTo>
                        <a:pt x="56557" y="31135"/>
                      </a:lnTo>
                      <a:lnTo>
                        <a:pt x="56620" y="31177"/>
                      </a:lnTo>
                      <a:lnTo>
                        <a:pt x="56640" y="31177"/>
                      </a:lnTo>
                      <a:lnTo>
                        <a:pt x="56682" y="31240"/>
                      </a:lnTo>
                      <a:lnTo>
                        <a:pt x="56724" y="31281"/>
                      </a:lnTo>
                      <a:lnTo>
                        <a:pt x="56850" y="31344"/>
                      </a:lnTo>
                      <a:lnTo>
                        <a:pt x="56871" y="31365"/>
                      </a:lnTo>
                      <a:lnTo>
                        <a:pt x="56933" y="31365"/>
                      </a:lnTo>
                      <a:lnTo>
                        <a:pt x="56975" y="31407"/>
                      </a:lnTo>
                      <a:lnTo>
                        <a:pt x="57059" y="31449"/>
                      </a:lnTo>
                      <a:lnTo>
                        <a:pt x="57122" y="31407"/>
                      </a:lnTo>
                      <a:lnTo>
                        <a:pt x="57184" y="31407"/>
                      </a:lnTo>
                      <a:lnTo>
                        <a:pt x="57247" y="31365"/>
                      </a:lnTo>
                      <a:lnTo>
                        <a:pt x="57289" y="31365"/>
                      </a:lnTo>
                      <a:lnTo>
                        <a:pt x="57352" y="31386"/>
                      </a:lnTo>
                      <a:lnTo>
                        <a:pt x="57352" y="31470"/>
                      </a:lnTo>
                      <a:lnTo>
                        <a:pt x="57289" y="31553"/>
                      </a:lnTo>
                      <a:lnTo>
                        <a:pt x="57289" y="31637"/>
                      </a:lnTo>
                      <a:lnTo>
                        <a:pt x="57289" y="31700"/>
                      </a:lnTo>
                      <a:lnTo>
                        <a:pt x="57394" y="31700"/>
                      </a:lnTo>
                      <a:lnTo>
                        <a:pt x="57436" y="31805"/>
                      </a:lnTo>
                      <a:lnTo>
                        <a:pt x="57456" y="31909"/>
                      </a:lnTo>
                      <a:lnTo>
                        <a:pt x="57436" y="32014"/>
                      </a:lnTo>
                      <a:lnTo>
                        <a:pt x="57394" y="32056"/>
                      </a:lnTo>
                      <a:lnTo>
                        <a:pt x="57394" y="32118"/>
                      </a:lnTo>
                      <a:lnTo>
                        <a:pt x="57498" y="32265"/>
                      </a:lnTo>
                      <a:lnTo>
                        <a:pt x="57561" y="32286"/>
                      </a:lnTo>
                      <a:lnTo>
                        <a:pt x="57645" y="32390"/>
                      </a:lnTo>
                      <a:lnTo>
                        <a:pt x="57666" y="32432"/>
                      </a:lnTo>
                      <a:lnTo>
                        <a:pt x="57749" y="32411"/>
                      </a:lnTo>
                      <a:lnTo>
                        <a:pt x="57812" y="32369"/>
                      </a:lnTo>
                      <a:lnTo>
                        <a:pt x="57896" y="32369"/>
                      </a:lnTo>
                      <a:lnTo>
                        <a:pt x="57938" y="32432"/>
                      </a:lnTo>
                      <a:lnTo>
                        <a:pt x="57980" y="32516"/>
                      </a:lnTo>
                      <a:lnTo>
                        <a:pt x="58042" y="32495"/>
                      </a:lnTo>
                      <a:lnTo>
                        <a:pt x="58105" y="32432"/>
                      </a:lnTo>
                      <a:lnTo>
                        <a:pt x="58189" y="32474"/>
                      </a:lnTo>
                      <a:lnTo>
                        <a:pt x="58231" y="32432"/>
                      </a:lnTo>
                      <a:lnTo>
                        <a:pt x="58398" y="32411"/>
                      </a:lnTo>
                      <a:lnTo>
                        <a:pt x="58461" y="32328"/>
                      </a:lnTo>
                      <a:lnTo>
                        <a:pt x="58524" y="32307"/>
                      </a:lnTo>
                      <a:lnTo>
                        <a:pt x="58524" y="32244"/>
                      </a:lnTo>
                      <a:lnTo>
                        <a:pt x="58544" y="32160"/>
                      </a:lnTo>
                      <a:lnTo>
                        <a:pt x="58628" y="32097"/>
                      </a:lnTo>
                      <a:lnTo>
                        <a:pt x="58628" y="31993"/>
                      </a:lnTo>
                      <a:lnTo>
                        <a:pt x="58649" y="31909"/>
                      </a:lnTo>
                      <a:lnTo>
                        <a:pt x="58837" y="31909"/>
                      </a:lnTo>
                      <a:lnTo>
                        <a:pt x="58858" y="31805"/>
                      </a:lnTo>
                      <a:lnTo>
                        <a:pt x="58921" y="31805"/>
                      </a:lnTo>
                      <a:lnTo>
                        <a:pt x="58963" y="31784"/>
                      </a:lnTo>
                      <a:lnTo>
                        <a:pt x="59005" y="31700"/>
                      </a:lnTo>
                      <a:lnTo>
                        <a:pt x="59047" y="31658"/>
                      </a:lnTo>
                      <a:lnTo>
                        <a:pt x="59151" y="31658"/>
                      </a:lnTo>
                      <a:lnTo>
                        <a:pt x="59214" y="31595"/>
                      </a:lnTo>
                      <a:lnTo>
                        <a:pt x="59319" y="31658"/>
                      </a:lnTo>
                      <a:lnTo>
                        <a:pt x="59361" y="31700"/>
                      </a:lnTo>
                      <a:lnTo>
                        <a:pt x="59465" y="31700"/>
                      </a:lnTo>
                      <a:lnTo>
                        <a:pt x="59486" y="31763"/>
                      </a:lnTo>
                      <a:lnTo>
                        <a:pt x="59549" y="31867"/>
                      </a:lnTo>
                      <a:lnTo>
                        <a:pt x="59486" y="31909"/>
                      </a:lnTo>
                      <a:lnTo>
                        <a:pt x="59528" y="31972"/>
                      </a:lnTo>
                      <a:lnTo>
                        <a:pt x="59633" y="32077"/>
                      </a:lnTo>
                      <a:lnTo>
                        <a:pt x="59633" y="32139"/>
                      </a:lnTo>
                      <a:lnTo>
                        <a:pt x="59674" y="32202"/>
                      </a:lnTo>
                      <a:lnTo>
                        <a:pt x="59758" y="32244"/>
                      </a:lnTo>
                      <a:lnTo>
                        <a:pt x="59737" y="32390"/>
                      </a:lnTo>
                      <a:lnTo>
                        <a:pt x="59737" y="32495"/>
                      </a:lnTo>
                      <a:lnTo>
                        <a:pt x="59695" y="32537"/>
                      </a:lnTo>
                      <a:lnTo>
                        <a:pt x="59633" y="32558"/>
                      </a:lnTo>
                      <a:lnTo>
                        <a:pt x="59549" y="32662"/>
                      </a:lnTo>
                      <a:lnTo>
                        <a:pt x="59549" y="32725"/>
                      </a:lnTo>
                      <a:lnTo>
                        <a:pt x="59591" y="32809"/>
                      </a:lnTo>
                      <a:lnTo>
                        <a:pt x="59633" y="32830"/>
                      </a:lnTo>
                      <a:lnTo>
                        <a:pt x="59633" y="32934"/>
                      </a:lnTo>
                      <a:lnTo>
                        <a:pt x="59591" y="33018"/>
                      </a:lnTo>
                      <a:lnTo>
                        <a:pt x="59633" y="33060"/>
                      </a:lnTo>
                      <a:lnTo>
                        <a:pt x="59674" y="33081"/>
                      </a:lnTo>
                      <a:lnTo>
                        <a:pt x="59674" y="33144"/>
                      </a:lnTo>
                      <a:lnTo>
                        <a:pt x="59695" y="33185"/>
                      </a:lnTo>
                      <a:lnTo>
                        <a:pt x="59695" y="33248"/>
                      </a:lnTo>
                      <a:lnTo>
                        <a:pt x="59674" y="33269"/>
                      </a:lnTo>
                      <a:lnTo>
                        <a:pt x="59653" y="33290"/>
                      </a:lnTo>
                      <a:lnTo>
                        <a:pt x="59653" y="33437"/>
                      </a:lnTo>
                      <a:lnTo>
                        <a:pt x="59695" y="33562"/>
                      </a:lnTo>
                      <a:lnTo>
                        <a:pt x="59737" y="33604"/>
                      </a:lnTo>
                      <a:lnTo>
                        <a:pt x="59737" y="33667"/>
                      </a:lnTo>
                      <a:lnTo>
                        <a:pt x="59674" y="33709"/>
                      </a:lnTo>
                      <a:lnTo>
                        <a:pt x="59653" y="33792"/>
                      </a:lnTo>
                      <a:lnTo>
                        <a:pt x="59674" y="33855"/>
                      </a:lnTo>
                      <a:lnTo>
                        <a:pt x="59674" y="33897"/>
                      </a:lnTo>
                      <a:lnTo>
                        <a:pt x="59695" y="33960"/>
                      </a:lnTo>
                      <a:lnTo>
                        <a:pt x="59633" y="34001"/>
                      </a:lnTo>
                      <a:lnTo>
                        <a:pt x="59591" y="34022"/>
                      </a:lnTo>
                      <a:lnTo>
                        <a:pt x="59633" y="34085"/>
                      </a:lnTo>
                      <a:lnTo>
                        <a:pt x="59653" y="34169"/>
                      </a:lnTo>
                      <a:lnTo>
                        <a:pt x="59633" y="34211"/>
                      </a:lnTo>
                      <a:lnTo>
                        <a:pt x="59570" y="34315"/>
                      </a:lnTo>
                      <a:lnTo>
                        <a:pt x="59591" y="34378"/>
                      </a:lnTo>
                      <a:lnTo>
                        <a:pt x="59633" y="34420"/>
                      </a:lnTo>
                      <a:lnTo>
                        <a:pt x="59591" y="34483"/>
                      </a:lnTo>
                      <a:lnTo>
                        <a:pt x="59591" y="34525"/>
                      </a:lnTo>
                      <a:lnTo>
                        <a:pt x="59633" y="34587"/>
                      </a:lnTo>
                      <a:lnTo>
                        <a:pt x="59653" y="34650"/>
                      </a:lnTo>
                      <a:lnTo>
                        <a:pt x="59591" y="34713"/>
                      </a:lnTo>
                      <a:lnTo>
                        <a:pt x="59549" y="34713"/>
                      </a:lnTo>
                      <a:lnTo>
                        <a:pt x="59486" y="34692"/>
                      </a:lnTo>
                      <a:lnTo>
                        <a:pt x="59130" y="34608"/>
                      </a:lnTo>
                      <a:lnTo>
                        <a:pt x="59047" y="34587"/>
                      </a:lnTo>
                      <a:lnTo>
                        <a:pt x="58942" y="34546"/>
                      </a:lnTo>
                      <a:lnTo>
                        <a:pt x="58900" y="34546"/>
                      </a:lnTo>
                      <a:lnTo>
                        <a:pt x="58796" y="34713"/>
                      </a:lnTo>
                      <a:lnTo>
                        <a:pt x="58754" y="34797"/>
                      </a:lnTo>
                      <a:lnTo>
                        <a:pt x="58712" y="34859"/>
                      </a:lnTo>
                      <a:lnTo>
                        <a:pt x="58628" y="34859"/>
                      </a:lnTo>
                      <a:lnTo>
                        <a:pt x="58544" y="34922"/>
                      </a:lnTo>
                      <a:lnTo>
                        <a:pt x="58524" y="34964"/>
                      </a:lnTo>
                      <a:lnTo>
                        <a:pt x="58586" y="35069"/>
                      </a:lnTo>
                      <a:lnTo>
                        <a:pt x="58712" y="35278"/>
                      </a:lnTo>
                      <a:lnTo>
                        <a:pt x="58733" y="35362"/>
                      </a:lnTo>
                      <a:lnTo>
                        <a:pt x="58754" y="35445"/>
                      </a:lnTo>
                      <a:lnTo>
                        <a:pt x="58837" y="35550"/>
                      </a:lnTo>
                      <a:lnTo>
                        <a:pt x="58837" y="35654"/>
                      </a:lnTo>
                      <a:lnTo>
                        <a:pt x="58837" y="35780"/>
                      </a:lnTo>
                      <a:lnTo>
                        <a:pt x="58837" y="35885"/>
                      </a:lnTo>
                      <a:lnTo>
                        <a:pt x="58837" y="36094"/>
                      </a:lnTo>
                      <a:lnTo>
                        <a:pt x="58921" y="36157"/>
                      </a:lnTo>
                      <a:lnTo>
                        <a:pt x="58921" y="36261"/>
                      </a:lnTo>
                      <a:lnTo>
                        <a:pt x="58921" y="36366"/>
                      </a:lnTo>
                      <a:lnTo>
                        <a:pt x="58900" y="36408"/>
                      </a:lnTo>
                      <a:lnTo>
                        <a:pt x="58900" y="36491"/>
                      </a:lnTo>
                      <a:lnTo>
                        <a:pt x="58921" y="36533"/>
                      </a:lnTo>
                      <a:lnTo>
                        <a:pt x="58921" y="36638"/>
                      </a:lnTo>
                      <a:lnTo>
                        <a:pt x="58858" y="36638"/>
                      </a:lnTo>
                      <a:lnTo>
                        <a:pt x="58733" y="36617"/>
                      </a:lnTo>
                      <a:lnTo>
                        <a:pt x="58649" y="36680"/>
                      </a:lnTo>
                      <a:lnTo>
                        <a:pt x="58649" y="36722"/>
                      </a:lnTo>
                      <a:lnTo>
                        <a:pt x="58691" y="36826"/>
                      </a:lnTo>
                      <a:lnTo>
                        <a:pt x="58733" y="36847"/>
                      </a:lnTo>
                      <a:lnTo>
                        <a:pt x="58733" y="36931"/>
                      </a:lnTo>
                      <a:lnTo>
                        <a:pt x="58733" y="36952"/>
                      </a:lnTo>
                      <a:lnTo>
                        <a:pt x="58837" y="37098"/>
                      </a:lnTo>
                      <a:lnTo>
                        <a:pt x="58858" y="37098"/>
                      </a:lnTo>
                      <a:lnTo>
                        <a:pt x="58921" y="36931"/>
                      </a:lnTo>
                      <a:lnTo>
                        <a:pt x="59068" y="36910"/>
                      </a:lnTo>
                      <a:lnTo>
                        <a:pt x="59130" y="36952"/>
                      </a:lnTo>
                      <a:lnTo>
                        <a:pt x="59172" y="36784"/>
                      </a:lnTo>
                      <a:lnTo>
                        <a:pt x="59256" y="36722"/>
                      </a:lnTo>
                      <a:lnTo>
                        <a:pt x="59256" y="36512"/>
                      </a:lnTo>
                      <a:lnTo>
                        <a:pt x="59361" y="36429"/>
                      </a:lnTo>
                      <a:lnTo>
                        <a:pt x="59361" y="36324"/>
                      </a:lnTo>
                      <a:lnTo>
                        <a:pt x="59381" y="36282"/>
                      </a:lnTo>
                      <a:lnTo>
                        <a:pt x="59528" y="36366"/>
                      </a:lnTo>
                      <a:lnTo>
                        <a:pt x="59653" y="36303"/>
                      </a:lnTo>
                      <a:lnTo>
                        <a:pt x="59695" y="36366"/>
                      </a:lnTo>
                      <a:lnTo>
                        <a:pt x="59695" y="36575"/>
                      </a:lnTo>
                      <a:lnTo>
                        <a:pt x="59884" y="36617"/>
                      </a:lnTo>
                      <a:lnTo>
                        <a:pt x="60072" y="36722"/>
                      </a:lnTo>
                      <a:lnTo>
                        <a:pt x="60114" y="36680"/>
                      </a:lnTo>
                      <a:lnTo>
                        <a:pt x="60197" y="36742"/>
                      </a:lnTo>
                      <a:lnTo>
                        <a:pt x="60323" y="36617"/>
                      </a:lnTo>
                      <a:lnTo>
                        <a:pt x="60490" y="36596"/>
                      </a:lnTo>
                      <a:lnTo>
                        <a:pt x="60511" y="36512"/>
                      </a:lnTo>
                      <a:lnTo>
                        <a:pt x="60595" y="36512"/>
                      </a:lnTo>
                      <a:lnTo>
                        <a:pt x="60679" y="36366"/>
                      </a:lnTo>
                      <a:lnTo>
                        <a:pt x="60846" y="36115"/>
                      </a:lnTo>
                      <a:lnTo>
                        <a:pt x="60825" y="36073"/>
                      </a:lnTo>
                      <a:lnTo>
                        <a:pt x="60951" y="36010"/>
                      </a:lnTo>
                      <a:lnTo>
                        <a:pt x="60951" y="35926"/>
                      </a:lnTo>
                      <a:lnTo>
                        <a:pt x="60909" y="35780"/>
                      </a:lnTo>
                      <a:lnTo>
                        <a:pt x="60993" y="35822"/>
                      </a:lnTo>
                      <a:lnTo>
                        <a:pt x="60993" y="35843"/>
                      </a:lnTo>
                      <a:lnTo>
                        <a:pt x="61118" y="35654"/>
                      </a:lnTo>
                      <a:lnTo>
                        <a:pt x="61055" y="35550"/>
                      </a:lnTo>
                      <a:lnTo>
                        <a:pt x="61118" y="35529"/>
                      </a:lnTo>
                      <a:lnTo>
                        <a:pt x="61118" y="35341"/>
                      </a:lnTo>
                      <a:lnTo>
                        <a:pt x="61223" y="35299"/>
                      </a:lnTo>
                      <a:lnTo>
                        <a:pt x="61223" y="35194"/>
                      </a:lnTo>
                      <a:lnTo>
                        <a:pt x="61369" y="35090"/>
                      </a:lnTo>
                      <a:lnTo>
                        <a:pt x="61411" y="35027"/>
                      </a:lnTo>
                      <a:lnTo>
                        <a:pt x="61348" y="34985"/>
                      </a:lnTo>
                      <a:lnTo>
                        <a:pt x="61369" y="34838"/>
                      </a:lnTo>
                      <a:lnTo>
                        <a:pt x="61453" y="34818"/>
                      </a:lnTo>
                      <a:lnTo>
                        <a:pt x="61557" y="34315"/>
                      </a:lnTo>
                      <a:lnTo>
                        <a:pt x="61683" y="34169"/>
                      </a:lnTo>
                      <a:lnTo>
                        <a:pt x="61683" y="34064"/>
                      </a:lnTo>
                      <a:lnTo>
                        <a:pt x="61829" y="33960"/>
                      </a:lnTo>
                      <a:lnTo>
                        <a:pt x="61850" y="33834"/>
                      </a:lnTo>
                      <a:lnTo>
                        <a:pt x="61976" y="33667"/>
                      </a:lnTo>
                      <a:lnTo>
                        <a:pt x="61976" y="33541"/>
                      </a:lnTo>
                      <a:lnTo>
                        <a:pt x="61934" y="33520"/>
                      </a:lnTo>
                      <a:lnTo>
                        <a:pt x="61892" y="33353"/>
                      </a:lnTo>
                      <a:lnTo>
                        <a:pt x="62039" y="33227"/>
                      </a:lnTo>
                      <a:lnTo>
                        <a:pt x="61976" y="32955"/>
                      </a:lnTo>
                      <a:lnTo>
                        <a:pt x="62081" y="32830"/>
                      </a:lnTo>
                      <a:lnTo>
                        <a:pt x="62081" y="32746"/>
                      </a:lnTo>
                      <a:lnTo>
                        <a:pt x="62039" y="32746"/>
                      </a:lnTo>
                      <a:lnTo>
                        <a:pt x="62101" y="32579"/>
                      </a:lnTo>
                      <a:lnTo>
                        <a:pt x="62101" y="32411"/>
                      </a:lnTo>
                      <a:lnTo>
                        <a:pt x="62206" y="32307"/>
                      </a:lnTo>
                      <a:lnTo>
                        <a:pt x="62206" y="32118"/>
                      </a:lnTo>
                      <a:lnTo>
                        <a:pt x="62185" y="32097"/>
                      </a:lnTo>
                      <a:lnTo>
                        <a:pt x="62164" y="31909"/>
                      </a:lnTo>
                      <a:lnTo>
                        <a:pt x="62248" y="31742"/>
                      </a:lnTo>
                      <a:lnTo>
                        <a:pt x="62248" y="31574"/>
                      </a:lnTo>
                      <a:lnTo>
                        <a:pt x="62394" y="31386"/>
                      </a:lnTo>
                      <a:lnTo>
                        <a:pt x="62394" y="31240"/>
                      </a:lnTo>
                      <a:lnTo>
                        <a:pt x="62353" y="31135"/>
                      </a:lnTo>
                      <a:lnTo>
                        <a:pt x="62353" y="30947"/>
                      </a:lnTo>
                      <a:lnTo>
                        <a:pt x="62394" y="30905"/>
                      </a:lnTo>
                      <a:lnTo>
                        <a:pt x="62394" y="30758"/>
                      </a:lnTo>
                      <a:lnTo>
                        <a:pt x="62311" y="30758"/>
                      </a:lnTo>
                      <a:lnTo>
                        <a:pt x="62269" y="30486"/>
                      </a:lnTo>
                      <a:lnTo>
                        <a:pt x="62269" y="30403"/>
                      </a:lnTo>
                      <a:lnTo>
                        <a:pt x="62248" y="30319"/>
                      </a:lnTo>
                      <a:lnTo>
                        <a:pt x="62248" y="30110"/>
                      </a:lnTo>
                      <a:lnTo>
                        <a:pt x="62081" y="29921"/>
                      </a:lnTo>
                      <a:lnTo>
                        <a:pt x="62039" y="29921"/>
                      </a:lnTo>
                      <a:lnTo>
                        <a:pt x="61976" y="29817"/>
                      </a:lnTo>
                      <a:lnTo>
                        <a:pt x="62039" y="29775"/>
                      </a:lnTo>
                      <a:lnTo>
                        <a:pt x="62101" y="29608"/>
                      </a:lnTo>
                      <a:lnTo>
                        <a:pt x="62101" y="29566"/>
                      </a:lnTo>
                      <a:lnTo>
                        <a:pt x="61997" y="29649"/>
                      </a:lnTo>
                      <a:lnTo>
                        <a:pt x="61892" y="29608"/>
                      </a:lnTo>
                      <a:lnTo>
                        <a:pt x="61788" y="29231"/>
                      </a:lnTo>
                      <a:lnTo>
                        <a:pt x="61788" y="29126"/>
                      </a:lnTo>
                      <a:lnTo>
                        <a:pt x="61767" y="29043"/>
                      </a:lnTo>
                      <a:lnTo>
                        <a:pt x="61746" y="28833"/>
                      </a:lnTo>
                      <a:lnTo>
                        <a:pt x="61788" y="28750"/>
                      </a:lnTo>
                      <a:lnTo>
                        <a:pt x="61683" y="28457"/>
                      </a:lnTo>
                      <a:lnTo>
                        <a:pt x="61767" y="28394"/>
                      </a:lnTo>
                      <a:lnTo>
                        <a:pt x="61725" y="28352"/>
                      </a:lnTo>
                      <a:lnTo>
                        <a:pt x="61746" y="28310"/>
                      </a:lnTo>
                      <a:lnTo>
                        <a:pt x="61746" y="28227"/>
                      </a:lnTo>
                      <a:lnTo>
                        <a:pt x="61683" y="28185"/>
                      </a:lnTo>
                      <a:lnTo>
                        <a:pt x="61746" y="28080"/>
                      </a:lnTo>
                      <a:lnTo>
                        <a:pt x="61683" y="27975"/>
                      </a:lnTo>
                      <a:lnTo>
                        <a:pt x="61683" y="27892"/>
                      </a:lnTo>
                      <a:lnTo>
                        <a:pt x="61767" y="27829"/>
                      </a:lnTo>
                      <a:lnTo>
                        <a:pt x="61662" y="27766"/>
                      </a:lnTo>
                      <a:lnTo>
                        <a:pt x="61641" y="27620"/>
                      </a:lnTo>
                      <a:lnTo>
                        <a:pt x="61683" y="27557"/>
                      </a:lnTo>
                      <a:lnTo>
                        <a:pt x="61662" y="27452"/>
                      </a:lnTo>
                      <a:lnTo>
                        <a:pt x="61578" y="27515"/>
                      </a:lnTo>
                      <a:lnTo>
                        <a:pt x="61474" y="27494"/>
                      </a:lnTo>
                      <a:lnTo>
                        <a:pt x="61348" y="27390"/>
                      </a:lnTo>
                      <a:lnTo>
                        <a:pt x="61348" y="27264"/>
                      </a:lnTo>
                      <a:lnTo>
                        <a:pt x="61411" y="27180"/>
                      </a:lnTo>
                      <a:lnTo>
                        <a:pt x="61411" y="27076"/>
                      </a:lnTo>
                      <a:lnTo>
                        <a:pt x="61244" y="26887"/>
                      </a:lnTo>
                      <a:lnTo>
                        <a:pt x="61160" y="26887"/>
                      </a:lnTo>
                      <a:lnTo>
                        <a:pt x="61055" y="26762"/>
                      </a:lnTo>
                      <a:lnTo>
                        <a:pt x="61139" y="26720"/>
                      </a:lnTo>
                      <a:lnTo>
                        <a:pt x="61139" y="26615"/>
                      </a:lnTo>
                      <a:lnTo>
                        <a:pt x="61202" y="26511"/>
                      </a:lnTo>
                      <a:lnTo>
                        <a:pt x="61097" y="26323"/>
                      </a:lnTo>
                      <a:lnTo>
                        <a:pt x="61013" y="26323"/>
                      </a:lnTo>
                      <a:lnTo>
                        <a:pt x="60930" y="26239"/>
                      </a:lnTo>
                      <a:lnTo>
                        <a:pt x="60825" y="26218"/>
                      </a:lnTo>
                      <a:lnTo>
                        <a:pt x="60804" y="26134"/>
                      </a:lnTo>
                      <a:lnTo>
                        <a:pt x="60532" y="26051"/>
                      </a:lnTo>
                      <a:lnTo>
                        <a:pt x="60490" y="25988"/>
                      </a:lnTo>
                      <a:lnTo>
                        <a:pt x="60323" y="25946"/>
                      </a:lnTo>
                      <a:lnTo>
                        <a:pt x="60260" y="25904"/>
                      </a:lnTo>
                      <a:lnTo>
                        <a:pt x="60197" y="25779"/>
                      </a:lnTo>
                      <a:lnTo>
                        <a:pt x="60114" y="25695"/>
                      </a:lnTo>
                      <a:lnTo>
                        <a:pt x="59988" y="25695"/>
                      </a:lnTo>
                      <a:lnTo>
                        <a:pt x="59863" y="25590"/>
                      </a:lnTo>
                      <a:lnTo>
                        <a:pt x="59737" y="25695"/>
                      </a:lnTo>
                      <a:lnTo>
                        <a:pt x="59633" y="25695"/>
                      </a:lnTo>
                      <a:lnTo>
                        <a:pt x="59570" y="25779"/>
                      </a:lnTo>
                      <a:lnTo>
                        <a:pt x="59486" y="25779"/>
                      </a:lnTo>
                      <a:lnTo>
                        <a:pt x="59444" y="25716"/>
                      </a:lnTo>
                      <a:lnTo>
                        <a:pt x="59444" y="25674"/>
                      </a:lnTo>
                      <a:lnTo>
                        <a:pt x="59340" y="25611"/>
                      </a:lnTo>
                      <a:lnTo>
                        <a:pt x="59235" y="25611"/>
                      </a:lnTo>
                      <a:lnTo>
                        <a:pt x="59277" y="25799"/>
                      </a:lnTo>
                      <a:lnTo>
                        <a:pt x="59381" y="25904"/>
                      </a:lnTo>
                      <a:lnTo>
                        <a:pt x="59340" y="26009"/>
                      </a:lnTo>
                      <a:lnTo>
                        <a:pt x="59381" y="26197"/>
                      </a:lnTo>
                      <a:lnTo>
                        <a:pt x="59340" y="26343"/>
                      </a:lnTo>
                      <a:lnTo>
                        <a:pt x="59256" y="26406"/>
                      </a:lnTo>
                      <a:lnTo>
                        <a:pt x="59256" y="26239"/>
                      </a:lnTo>
                      <a:lnTo>
                        <a:pt x="59277" y="26113"/>
                      </a:lnTo>
                      <a:lnTo>
                        <a:pt x="59214" y="25946"/>
                      </a:lnTo>
                      <a:lnTo>
                        <a:pt x="59151" y="26030"/>
                      </a:lnTo>
                      <a:lnTo>
                        <a:pt x="59172" y="26134"/>
                      </a:lnTo>
                      <a:lnTo>
                        <a:pt x="59130" y="26323"/>
                      </a:lnTo>
                      <a:lnTo>
                        <a:pt x="59005" y="26406"/>
                      </a:lnTo>
                      <a:lnTo>
                        <a:pt x="58733" y="26427"/>
                      </a:lnTo>
                      <a:lnTo>
                        <a:pt x="58712" y="26364"/>
                      </a:lnTo>
                      <a:lnTo>
                        <a:pt x="58816" y="26302"/>
                      </a:lnTo>
                      <a:lnTo>
                        <a:pt x="58858" y="26302"/>
                      </a:lnTo>
                      <a:lnTo>
                        <a:pt x="58858" y="26134"/>
                      </a:lnTo>
                      <a:lnTo>
                        <a:pt x="58921" y="26051"/>
                      </a:lnTo>
                      <a:lnTo>
                        <a:pt x="58963" y="26009"/>
                      </a:lnTo>
                      <a:lnTo>
                        <a:pt x="58837" y="26009"/>
                      </a:lnTo>
                      <a:lnTo>
                        <a:pt x="58796" y="26051"/>
                      </a:lnTo>
                      <a:lnTo>
                        <a:pt x="58733" y="26009"/>
                      </a:lnTo>
                      <a:lnTo>
                        <a:pt x="58649" y="26030"/>
                      </a:lnTo>
                      <a:lnTo>
                        <a:pt x="58607" y="26134"/>
                      </a:lnTo>
                      <a:lnTo>
                        <a:pt x="58524" y="26197"/>
                      </a:lnTo>
                      <a:lnTo>
                        <a:pt x="58503" y="26197"/>
                      </a:lnTo>
                      <a:lnTo>
                        <a:pt x="58419" y="26302"/>
                      </a:lnTo>
                      <a:lnTo>
                        <a:pt x="58272" y="26155"/>
                      </a:lnTo>
                      <a:lnTo>
                        <a:pt x="58293" y="26009"/>
                      </a:lnTo>
                      <a:lnTo>
                        <a:pt x="58231" y="25820"/>
                      </a:lnTo>
                      <a:lnTo>
                        <a:pt x="58105" y="25632"/>
                      </a:lnTo>
                      <a:lnTo>
                        <a:pt x="58105" y="25339"/>
                      </a:lnTo>
                      <a:lnTo>
                        <a:pt x="57980" y="25381"/>
                      </a:lnTo>
                      <a:lnTo>
                        <a:pt x="57917" y="25381"/>
                      </a:lnTo>
                      <a:lnTo>
                        <a:pt x="57812" y="25423"/>
                      </a:lnTo>
                      <a:lnTo>
                        <a:pt x="57749" y="25465"/>
                      </a:lnTo>
                      <a:lnTo>
                        <a:pt x="57603" y="25548"/>
                      </a:lnTo>
                      <a:lnTo>
                        <a:pt x="57498" y="25548"/>
                      </a:lnTo>
                      <a:lnTo>
                        <a:pt x="57394" y="25486"/>
                      </a:lnTo>
                      <a:lnTo>
                        <a:pt x="57289" y="25527"/>
                      </a:lnTo>
                      <a:lnTo>
                        <a:pt x="57184" y="25444"/>
                      </a:lnTo>
                      <a:lnTo>
                        <a:pt x="57143" y="25339"/>
                      </a:lnTo>
                      <a:lnTo>
                        <a:pt x="57184" y="25255"/>
                      </a:lnTo>
                      <a:lnTo>
                        <a:pt x="57226" y="25109"/>
                      </a:lnTo>
                      <a:lnTo>
                        <a:pt x="57331" y="24942"/>
                      </a:lnTo>
                      <a:lnTo>
                        <a:pt x="57477" y="24774"/>
                      </a:lnTo>
                      <a:lnTo>
                        <a:pt x="57477" y="24586"/>
                      </a:lnTo>
                      <a:lnTo>
                        <a:pt x="57666" y="24439"/>
                      </a:lnTo>
                      <a:lnTo>
                        <a:pt x="57666" y="24272"/>
                      </a:lnTo>
                      <a:lnTo>
                        <a:pt x="57708" y="24251"/>
                      </a:lnTo>
                      <a:lnTo>
                        <a:pt x="57708" y="24188"/>
                      </a:lnTo>
                      <a:lnTo>
                        <a:pt x="57812" y="24021"/>
                      </a:lnTo>
                      <a:lnTo>
                        <a:pt x="57854" y="23874"/>
                      </a:lnTo>
                      <a:lnTo>
                        <a:pt x="57917" y="23749"/>
                      </a:lnTo>
                      <a:lnTo>
                        <a:pt x="57875" y="23623"/>
                      </a:lnTo>
                      <a:lnTo>
                        <a:pt x="57917" y="23540"/>
                      </a:lnTo>
                      <a:lnTo>
                        <a:pt x="57917" y="23330"/>
                      </a:lnTo>
                      <a:lnTo>
                        <a:pt x="57980" y="23038"/>
                      </a:lnTo>
                      <a:lnTo>
                        <a:pt x="58021" y="23038"/>
                      </a:lnTo>
                      <a:lnTo>
                        <a:pt x="58063" y="22828"/>
                      </a:lnTo>
                      <a:lnTo>
                        <a:pt x="58168" y="22786"/>
                      </a:lnTo>
                      <a:lnTo>
                        <a:pt x="58126" y="22661"/>
                      </a:lnTo>
                      <a:lnTo>
                        <a:pt x="58293" y="22473"/>
                      </a:lnTo>
                      <a:lnTo>
                        <a:pt x="58314" y="22305"/>
                      </a:lnTo>
                      <a:lnTo>
                        <a:pt x="58419" y="22242"/>
                      </a:lnTo>
                      <a:lnTo>
                        <a:pt x="58377" y="22033"/>
                      </a:lnTo>
                      <a:lnTo>
                        <a:pt x="58419" y="21970"/>
                      </a:lnTo>
                      <a:lnTo>
                        <a:pt x="58419" y="21845"/>
                      </a:lnTo>
                      <a:lnTo>
                        <a:pt x="58503" y="21782"/>
                      </a:lnTo>
                      <a:lnTo>
                        <a:pt x="58544" y="21782"/>
                      </a:lnTo>
                      <a:lnTo>
                        <a:pt x="58544" y="21657"/>
                      </a:lnTo>
                      <a:lnTo>
                        <a:pt x="58503" y="21573"/>
                      </a:lnTo>
                      <a:lnTo>
                        <a:pt x="58503" y="21343"/>
                      </a:lnTo>
                      <a:lnTo>
                        <a:pt x="58482" y="21217"/>
                      </a:lnTo>
                      <a:lnTo>
                        <a:pt x="58544" y="21029"/>
                      </a:lnTo>
                      <a:lnTo>
                        <a:pt x="58712" y="20841"/>
                      </a:lnTo>
                      <a:lnTo>
                        <a:pt x="58754" y="20631"/>
                      </a:lnTo>
                      <a:lnTo>
                        <a:pt x="58607" y="20401"/>
                      </a:lnTo>
                      <a:lnTo>
                        <a:pt x="58628" y="20276"/>
                      </a:lnTo>
                      <a:lnTo>
                        <a:pt x="58733" y="20171"/>
                      </a:lnTo>
                      <a:lnTo>
                        <a:pt x="58754" y="20045"/>
                      </a:lnTo>
                      <a:lnTo>
                        <a:pt x="58963" y="19878"/>
                      </a:lnTo>
                      <a:lnTo>
                        <a:pt x="59005" y="19773"/>
                      </a:lnTo>
                      <a:lnTo>
                        <a:pt x="59068" y="19773"/>
                      </a:lnTo>
                      <a:lnTo>
                        <a:pt x="59151" y="19857"/>
                      </a:lnTo>
                      <a:lnTo>
                        <a:pt x="59277" y="19836"/>
                      </a:lnTo>
                      <a:lnTo>
                        <a:pt x="59486" y="19669"/>
                      </a:lnTo>
                      <a:lnTo>
                        <a:pt x="59674" y="19669"/>
                      </a:lnTo>
                      <a:lnTo>
                        <a:pt x="59842" y="19564"/>
                      </a:lnTo>
                      <a:lnTo>
                        <a:pt x="59967" y="19564"/>
                      </a:lnTo>
                      <a:lnTo>
                        <a:pt x="60072" y="19481"/>
                      </a:lnTo>
                      <a:lnTo>
                        <a:pt x="60177" y="19481"/>
                      </a:lnTo>
                      <a:lnTo>
                        <a:pt x="60281" y="19460"/>
                      </a:lnTo>
                      <a:lnTo>
                        <a:pt x="60323" y="19376"/>
                      </a:lnTo>
                      <a:lnTo>
                        <a:pt x="60428" y="19460"/>
                      </a:lnTo>
                      <a:lnTo>
                        <a:pt x="60386" y="19585"/>
                      </a:lnTo>
                      <a:lnTo>
                        <a:pt x="60469" y="19627"/>
                      </a:lnTo>
                      <a:lnTo>
                        <a:pt x="60574" y="19732"/>
                      </a:lnTo>
                      <a:lnTo>
                        <a:pt x="60616" y="19627"/>
                      </a:lnTo>
                      <a:lnTo>
                        <a:pt x="60721" y="19543"/>
                      </a:lnTo>
                      <a:lnTo>
                        <a:pt x="60574" y="19418"/>
                      </a:lnTo>
                      <a:lnTo>
                        <a:pt x="60574" y="19355"/>
                      </a:lnTo>
                      <a:lnTo>
                        <a:pt x="60700" y="19271"/>
                      </a:lnTo>
                      <a:lnTo>
                        <a:pt x="60909" y="19313"/>
                      </a:lnTo>
                      <a:lnTo>
                        <a:pt x="61013" y="19250"/>
                      </a:lnTo>
                      <a:lnTo>
                        <a:pt x="61244" y="19250"/>
                      </a:lnTo>
                      <a:lnTo>
                        <a:pt x="61306" y="19334"/>
                      </a:lnTo>
                      <a:lnTo>
                        <a:pt x="61348" y="19334"/>
                      </a:lnTo>
                      <a:lnTo>
                        <a:pt x="61432" y="19250"/>
                      </a:lnTo>
                      <a:lnTo>
                        <a:pt x="61516" y="19250"/>
                      </a:lnTo>
                      <a:lnTo>
                        <a:pt x="61474" y="19146"/>
                      </a:lnTo>
                      <a:lnTo>
                        <a:pt x="61557" y="19104"/>
                      </a:lnTo>
                      <a:lnTo>
                        <a:pt x="61746" y="19104"/>
                      </a:lnTo>
                      <a:lnTo>
                        <a:pt x="61829" y="19208"/>
                      </a:lnTo>
                      <a:lnTo>
                        <a:pt x="62039" y="19125"/>
                      </a:lnTo>
                      <a:lnTo>
                        <a:pt x="62039" y="19041"/>
                      </a:lnTo>
                      <a:lnTo>
                        <a:pt x="61955" y="18999"/>
                      </a:lnTo>
                      <a:lnTo>
                        <a:pt x="61892" y="19041"/>
                      </a:lnTo>
                      <a:lnTo>
                        <a:pt x="61767" y="18957"/>
                      </a:lnTo>
                      <a:lnTo>
                        <a:pt x="61850" y="18832"/>
                      </a:lnTo>
                      <a:lnTo>
                        <a:pt x="61871" y="18916"/>
                      </a:lnTo>
                      <a:lnTo>
                        <a:pt x="62039" y="18853"/>
                      </a:lnTo>
                      <a:lnTo>
                        <a:pt x="61871" y="18748"/>
                      </a:lnTo>
                      <a:lnTo>
                        <a:pt x="61871" y="18685"/>
                      </a:lnTo>
                      <a:lnTo>
                        <a:pt x="61955" y="18685"/>
                      </a:lnTo>
                      <a:lnTo>
                        <a:pt x="62101" y="18497"/>
                      </a:lnTo>
                      <a:lnTo>
                        <a:pt x="62269" y="18497"/>
                      </a:lnTo>
                      <a:lnTo>
                        <a:pt x="62353" y="18581"/>
                      </a:lnTo>
                      <a:lnTo>
                        <a:pt x="62457" y="18518"/>
                      </a:lnTo>
                      <a:lnTo>
                        <a:pt x="62666" y="18581"/>
                      </a:lnTo>
                      <a:lnTo>
                        <a:pt x="62813" y="18581"/>
                      </a:lnTo>
                      <a:lnTo>
                        <a:pt x="62813" y="18623"/>
                      </a:lnTo>
                      <a:lnTo>
                        <a:pt x="62897" y="18685"/>
                      </a:lnTo>
                      <a:lnTo>
                        <a:pt x="62959" y="18644"/>
                      </a:lnTo>
                      <a:lnTo>
                        <a:pt x="62918" y="18581"/>
                      </a:lnTo>
                      <a:lnTo>
                        <a:pt x="63106" y="18581"/>
                      </a:lnTo>
                      <a:lnTo>
                        <a:pt x="63252" y="18602"/>
                      </a:lnTo>
                      <a:lnTo>
                        <a:pt x="63357" y="18602"/>
                      </a:lnTo>
                      <a:lnTo>
                        <a:pt x="63462" y="18685"/>
                      </a:lnTo>
                      <a:lnTo>
                        <a:pt x="63462" y="18727"/>
                      </a:lnTo>
                      <a:lnTo>
                        <a:pt x="63629" y="18748"/>
                      </a:lnTo>
                      <a:lnTo>
                        <a:pt x="63734" y="18664"/>
                      </a:lnTo>
                      <a:lnTo>
                        <a:pt x="63796" y="18685"/>
                      </a:lnTo>
                      <a:lnTo>
                        <a:pt x="63838" y="18769"/>
                      </a:lnTo>
                      <a:lnTo>
                        <a:pt x="63629" y="18916"/>
                      </a:lnTo>
                      <a:lnTo>
                        <a:pt x="63441" y="18916"/>
                      </a:lnTo>
                      <a:lnTo>
                        <a:pt x="63378" y="18978"/>
                      </a:lnTo>
                      <a:lnTo>
                        <a:pt x="63378" y="19083"/>
                      </a:lnTo>
                      <a:lnTo>
                        <a:pt x="63273" y="19083"/>
                      </a:lnTo>
                      <a:lnTo>
                        <a:pt x="63252" y="19125"/>
                      </a:lnTo>
                      <a:lnTo>
                        <a:pt x="63315" y="19146"/>
                      </a:lnTo>
                      <a:lnTo>
                        <a:pt x="63378" y="19146"/>
                      </a:lnTo>
                      <a:lnTo>
                        <a:pt x="63545" y="19355"/>
                      </a:lnTo>
                      <a:lnTo>
                        <a:pt x="63587" y="19313"/>
                      </a:lnTo>
                      <a:lnTo>
                        <a:pt x="63775" y="19250"/>
                      </a:lnTo>
                      <a:lnTo>
                        <a:pt x="63859" y="19146"/>
                      </a:lnTo>
                      <a:lnTo>
                        <a:pt x="63838" y="19104"/>
                      </a:lnTo>
                      <a:lnTo>
                        <a:pt x="63964" y="19041"/>
                      </a:lnTo>
                      <a:lnTo>
                        <a:pt x="63880" y="18916"/>
                      </a:lnTo>
                      <a:lnTo>
                        <a:pt x="63964" y="18916"/>
                      </a:lnTo>
                      <a:lnTo>
                        <a:pt x="64089" y="19083"/>
                      </a:lnTo>
                      <a:lnTo>
                        <a:pt x="64173" y="19104"/>
                      </a:lnTo>
                      <a:lnTo>
                        <a:pt x="64215" y="19020"/>
                      </a:lnTo>
                      <a:lnTo>
                        <a:pt x="64173" y="18978"/>
                      </a:lnTo>
                      <a:lnTo>
                        <a:pt x="64257" y="18916"/>
                      </a:lnTo>
                      <a:lnTo>
                        <a:pt x="64298" y="18832"/>
                      </a:lnTo>
                      <a:lnTo>
                        <a:pt x="64319" y="18832"/>
                      </a:lnTo>
                      <a:lnTo>
                        <a:pt x="64319" y="18727"/>
                      </a:lnTo>
                      <a:lnTo>
                        <a:pt x="64298" y="18664"/>
                      </a:lnTo>
                      <a:lnTo>
                        <a:pt x="64382" y="18623"/>
                      </a:lnTo>
                      <a:lnTo>
                        <a:pt x="64466" y="18685"/>
                      </a:lnTo>
                      <a:lnTo>
                        <a:pt x="64529" y="18623"/>
                      </a:lnTo>
                      <a:lnTo>
                        <a:pt x="64591" y="18685"/>
                      </a:lnTo>
                      <a:lnTo>
                        <a:pt x="64612" y="18769"/>
                      </a:lnTo>
                      <a:lnTo>
                        <a:pt x="64696" y="18811"/>
                      </a:lnTo>
                      <a:lnTo>
                        <a:pt x="64842" y="18664"/>
                      </a:lnTo>
                      <a:lnTo>
                        <a:pt x="64780" y="18602"/>
                      </a:lnTo>
                      <a:lnTo>
                        <a:pt x="64780" y="18581"/>
                      </a:lnTo>
                      <a:lnTo>
                        <a:pt x="64842" y="18518"/>
                      </a:lnTo>
                      <a:lnTo>
                        <a:pt x="64926" y="18560"/>
                      </a:lnTo>
                      <a:lnTo>
                        <a:pt x="65010" y="18497"/>
                      </a:lnTo>
                      <a:lnTo>
                        <a:pt x="65094" y="18497"/>
                      </a:lnTo>
                      <a:lnTo>
                        <a:pt x="65114" y="18455"/>
                      </a:lnTo>
                      <a:lnTo>
                        <a:pt x="65010" y="18351"/>
                      </a:lnTo>
                      <a:lnTo>
                        <a:pt x="65031" y="18288"/>
                      </a:lnTo>
                      <a:lnTo>
                        <a:pt x="65031" y="18246"/>
                      </a:lnTo>
                      <a:lnTo>
                        <a:pt x="64926" y="18183"/>
                      </a:lnTo>
                      <a:lnTo>
                        <a:pt x="64884" y="18141"/>
                      </a:lnTo>
                      <a:lnTo>
                        <a:pt x="64884" y="18162"/>
                      </a:lnTo>
                      <a:lnTo>
                        <a:pt x="64884" y="18204"/>
                      </a:lnTo>
                      <a:lnTo>
                        <a:pt x="64822" y="18204"/>
                      </a:lnTo>
                      <a:lnTo>
                        <a:pt x="64717" y="18162"/>
                      </a:lnTo>
                      <a:lnTo>
                        <a:pt x="64696" y="18183"/>
                      </a:lnTo>
                      <a:lnTo>
                        <a:pt x="64696" y="18246"/>
                      </a:lnTo>
                      <a:lnTo>
                        <a:pt x="64591" y="18246"/>
                      </a:lnTo>
                      <a:lnTo>
                        <a:pt x="64529" y="18288"/>
                      </a:lnTo>
                      <a:lnTo>
                        <a:pt x="64466" y="18246"/>
                      </a:lnTo>
                      <a:lnTo>
                        <a:pt x="64487" y="18141"/>
                      </a:lnTo>
                      <a:lnTo>
                        <a:pt x="64529" y="18100"/>
                      </a:lnTo>
                      <a:lnTo>
                        <a:pt x="64382" y="17890"/>
                      </a:lnTo>
                      <a:lnTo>
                        <a:pt x="64487" y="17828"/>
                      </a:lnTo>
                      <a:lnTo>
                        <a:pt x="64382" y="17660"/>
                      </a:lnTo>
                      <a:lnTo>
                        <a:pt x="64424" y="17451"/>
                      </a:lnTo>
                      <a:lnTo>
                        <a:pt x="64424" y="17325"/>
                      </a:lnTo>
                      <a:lnTo>
                        <a:pt x="64508" y="17221"/>
                      </a:lnTo>
                      <a:lnTo>
                        <a:pt x="64508" y="17032"/>
                      </a:lnTo>
                      <a:lnTo>
                        <a:pt x="64612" y="16928"/>
                      </a:lnTo>
                      <a:lnTo>
                        <a:pt x="64612" y="16802"/>
                      </a:lnTo>
                      <a:lnTo>
                        <a:pt x="64591" y="16781"/>
                      </a:lnTo>
                      <a:lnTo>
                        <a:pt x="64717" y="16719"/>
                      </a:lnTo>
                      <a:lnTo>
                        <a:pt x="64591" y="16572"/>
                      </a:lnTo>
                      <a:lnTo>
                        <a:pt x="64633" y="16175"/>
                      </a:lnTo>
                      <a:lnTo>
                        <a:pt x="64738" y="16091"/>
                      </a:lnTo>
                      <a:lnTo>
                        <a:pt x="64633" y="15944"/>
                      </a:lnTo>
                      <a:lnTo>
                        <a:pt x="64612" y="15777"/>
                      </a:lnTo>
                      <a:lnTo>
                        <a:pt x="64529" y="15735"/>
                      </a:lnTo>
                      <a:lnTo>
                        <a:pt x="64529" y="15672"/>
                      </a:lnTo>
                      <a:lnTo>
                        <a:pt x="64633" y="15589"/>
                      </a:lnTo>
                      <a:lnTo>
                        <a:pt x="64612" y="15442"/>
                      </a:lnTo>
                      <a:lnTo>
                        <a:pt x="64696" y="15379"/>
                      </a:lnTo>
                      <a:lnTo>
                        <a:pt x="64822" y="15170"/>
                      </a:lnTo>
                      <a:lnTo>
                        <a:pt x="64947" y="15212"/>
                      </a:lnTo>
                      <a:lnTo>
                        <a:pt x="65031" y="15149"/>
                      </a:lnTo>
                      <a:lnTo>
                        <a:pt x="65114" y="15170"/>
                      </a:lnTo>
                      <a:lnTo>
                        <a:pt x="65156" y="15107"/>
                      </a:lnTo>
                      <a:lnTo>
                        <a:pt x="65366" y="15107"/>
                      </a:lnTo>
                      <a:lnTo>
                        <a:pt x="65407" y="15045"/>
                      </a:lnTo>
                      <a:lnTo>
                        <a:pt x="65470" y="15024"/>
                      </a:lnTo>
                      <a:lnTo>
                        <a:pt x="65512" y="14919"/>
                      </a:lnTo>
                      <a:lnTo>
                        <a:pt x="65554" y="14919"/>
                      </a:lnTo>
                      <a:lnTo>
                        <a:pt x="65617" y="14898"/>
                      </a:lnTo>
                      <a:lnTo>
                        <a:pt x="65742" y="14898"/>
                      </a:lnTo>
                      <a:lnTo>
                        <a:pt x="65763" y="15003"/>
                      </a:lnTo>
                      <a:lnTo>
                        <a:pt x="65826" y="14961"/>
                      </a:lnTo>
                      <a:lnTo>
                        <a:pt x="65868" y="14961"/>
                      </a:lnTo>
                      <a:lnTo>
                        <a:pt x="65951" y="15107"/>
                      </a:lnTo>
                      <a:lnTo>
                        <a:pt x="65993" y="15107"/>
                      </a:lnTo>
                      <a:lnTo>
                        <a:pt x="66098" y="14961"/>
                      </a:lnTo>
                      <a:lnTo>
                        <a:pt x="66098" y="14835"/>
                      </a:lnTo>
                      <a:lnTo>
                        <a:pt x="66182" y="14815"/>
                      </a:lnTo>
                      <a:lnTo>
                        <a:pt x="66203" y="14689"/>
                      </a:lnTo>
                      <a:lnTo>
                        <a:pt x="66265" y="14689"/>
                      </a:lnTo>
                      <a:lnTo>
                        <a:pt x="66286" y="14794"/>
                      </a:lnTo>
                      <a:lnTo>
                        <a:pt x="66412" y="14856"/>
                      </a:lnTo>
                      <a:lnTo>
                        <a:pt x="66412" y="15003"/>
                      </a:lnTo>
                      <a:lnTo>
                        <a:pt x="66391" y="15045"/>
                      </a:lnTo>
                      <a:lnTo>
                        <a:pt x="66454" y="15107"/>
                      </a:lnTo>
                      <a:lnTo>
                        <a:pt x="66475" y="15212"/>
                      </a:lnTo>
                      <a:lnTo>
                        <a:pt x="66391" y="15275"/>
                      </a:lnTo>
                      <a:lnTo>
                        <a:pt x="66454" y="15317"/>
                      </a:lnTo>
                      <a:lnTo>
                        <a:pt x="66475" y="15442"/>
                      </a:lnTo>
                      <a:lnTo>
                        <a:pt x="66454" y="15442"/>
                      </a:lnTo>
                      <a:lnTo>
                        <a:pt x="66454" y="15526"/>
                      </a:lnTo>
                      <a:lnTo>
                        <a:pt x="66475" y="15568"/>
                      </a:lnTo>
                      <a:lnTo>
                        <a:pt x="66412" y="15651"/>
                      </a:lnTo>
                      <a:lnTo>
                        <a:pt x="66391" y="15693"/>
                      </a:lnTo>
                      <a:lnTo>
                        <a:pt x="66412" y="15756"/>
                      </a:lnTo>
                      <a:lnTo>
                        <a:pt x="66516" y="15651"/>
                      </a:lnTo>
                      <a:lnTo>
                        <a:pt x="66558" y="15735"/>
                      </a:lnTo>
                      <a:lnTo>
                        <a:pt x="66663" y="15756"/>
                      </a:lnTo>
                      <a:lnTo>
                        <a:pt x="66684" y="15965"/>
                      </a:lnTo>
                      <a:lnTo>
                        <a:pt x="66726" y="15903"/>
                      </a:lnTo>
                      <a:lnTo>
                        <a:pt x="66726" y="15840"/>
                      </a:lnTo>
                      <a:lnTo>
                        <a:pt x="66830" y="15735"/>
                      </a:lnTo>
                      <a:lnTo>
                        <a:pt x="66914" y="15735"/>
                      </a:lnTo>
                      <a:lnTo>
                        <a:pt x="66977" y="15777"/>
                      </a:lnTo>
                      <a:lnTo>
                        <a:pt x="66872" y="15944"/>
                      </a:lnTo>
                      <a:lnTo>
                        <a:pt x="66977" y="16049"/>
                      </a:lnTo>
                      <a:lnTo>
                        <a:pt x="66998" y="16175"/>
                      </a:lnTo>
                      <a:lnTo>
                        <a:pt x="67081" y="15986"/>
                      </a:lnTo>
                      <a:lnTo>
                        <a:pt x="67144" y="15944"/>
                      </a:lnTo>
                      <a:lnTo>
                        <a:pt x="67144" y="15861"/>
                      </a:lnTo>
                      <a:lnTo>
                        <a:pt x="67207" y="15777"/>
                      </a:lnTo>
                      <a:lnTo>
                        <a:pt x="67207" y="15484"/>
                      </a:lnTo>
                      <a:lnTo>
                        <a:pt x="67291" y="15421"/>
                      </a:lnTo>
                      <a:lnTo>
                        <a:pt x="67207" y="15338"/>
                      </a:lnTo>
                      <a:lnTo>
                        <a:pt x="67311" y="15254"/>
                      </a:lnTo>
                      <a:lnTo>
                        <a:pt x="67311" y="15149"/>
                      </a:lnTo>
                      <a:lnTo>
                        <a:pt x="67249" y="15128"/>
                      </a:lnTo>
                      <a:lnTo>
                        <a:pt x="67249" y="15066"/>
                      </a:lnTo>
                      <a:lnTo>
                        <a:pt x="67311" y="15045"/>
                      </a:lnTo>
                      <a:lnTo>
                        <a:pt x="67332" y="14856"/>
                      </a:lnTo>
                      <a:lnTo>
                        <a:pt x="67249" y="14794"/>
                      </a:lnTo>
                      <a:lnTo>
                        <a:pt x="67311" y="14605"/>
                      </a:lnTo>
                      <a:lnTo>
                        <a:pt x="67395" y="14522"/>
                      </a:lnTo>
                      <a:lnTo>
                        <a:pt x="67542" y="14501"/>
                      </a:lnTo>
                      <a:lnTo>
                        <a:pt x="67604" y="14584"/>
                      </a:lnTo>
                      <a:lnTo>
                        <a:pt x="67667" y="14647"/>
                      </a:lnTo>
                      <a:lnTo>
                        <a:pt x="67730" y="14584"/>
                      </a:lnTo>
                      <a:lnTo>
                        <a:pt x="67646" y="14501"/>
                      </a:lnTo>
                      <a:lnTo>
                        <a:pt x="67688" y="14375"/>
                      </a:lnTo>
                      <a:lnTo>
                        <a:pt x="67521" y="14291"/>
                      </a:lnTo>
                      <a:lnTo>
                        <a:pt x="67479" y="14061"/>
                      </a:lnTo>
                      <a:lnTo>
                        <a:pt x="67395" y="13999"/>
                      </a:lnTo>
                      <a:lnTo>
                        <a:pt x="67395" y="13957"/>
                      </a:lnTo>
                      <a:lnTo>
                        <a:pt x="67291" y="13873"/>
                      </a:lnTo>
                      <a:lnTo>
                        <a:pt x="67270" y="13706"/>
                      </a:lnTo>
                      <a:lnTo>
                        <a:pt x="67311" y="13664"/>
                      </a:lnTo>
                      <a:lnTo>
                        <a:pt x="67291" y="13538"/>
                      </a:lnTo>
                      <a:lnTo>
                        <a:pt x="67165" y="13434"/>
                      </a:lnTo>
                      <a:lnTo>
                        <a:pt x="67186" y="13329"/>
                      </a:lnTo>
                      <a:lnTo>
                        <a:pt x="67123" y="13266"/>
                      </a:lnTo>
                      <a:lnTo>
                        <a:pt x="67291" y="13141"/>
                      </a:lnTo>
                      <a:lnTo>
                        <a:pt x="67416" y="13141"/>
                      </a:lnTo>
                      <a:lnTo>
                        <a:pt x="67521" y="13015"/>
                      </a:lnTo>
                      <a:lnTo>
                        <a:pt x="67688" y="13015"/>
                      </a:lnTo>
                      <a:lnTo>
                        <a:pt x="67730" y="12952"/>
                      </a:lnTo>
                      <a:lnTo>
                        <a:pt x="67897" y="13078"/>
                      </a:lnTo>
                      <a:lnTo>
                        <a:pt x="68044" y="13078"/>
                      </a:lnTo>
                      <a:lnTo>
                        <a:pt x="68107" y="13120"/>
                      </a:lnTo>
                      <a:lnTo>
                        <a:pt x="68211" y="13141"/>
                      </a:lnTo>
                      <a:lnTo>
                        <a:pt x="68274" y="13120"/>
                      </a:lnTo>
                      <a:lnTo>
                        <a:pt x="68127" y="13182"/>
                      </a:lnTo>
                      <a:lnTo>
                        <a:pt x="68211" y="13245"/>
                      </a:lnTo>
                      <a:lnTo>
                        <a:pt x="68065" y="13287"/>
                      </a:lnTo>
                      <a:lnTo>
                        <a:pt x="67939" y="13266"/>
                      </a:lnTo>
                      <a:lnTo>
                        <a:pt x="67793" y="13434"/>
                      </a:lnTo>
                      <a:lnTo>
                        <a:pt x="67793" y="13496"/>
                      </a:lnTo>
                      <a:lnTo>
                        <a:pt x="67835" y="13643"/>
                      </a:lnTo>
                      <a:lnTo>
                        <a:pt x="67835" y="13768"/>
                      </a:lnTo>
                      <a:lnTo>
                        <a:pt x="67918" y="13810"/>
                      </a:lnTo>
                      <a:lnTo>
                        <a:pt x="67939" y="13894"/>
                      </a:lnTo>
                      <a:lnTo>
                        <a:pt x="68065" y="14061"/>
                      </a:lnTo>
                      <a:lnTo>
                        <a:pt x="68065" y="14103"/>
                      </a:lnTo>
                      <a:lnTo>
                        <a:pt x="68107" y="14103"/>
                      </a:lnTo>
                      <a:lnTo>
                        <a:pt x="68065" y="14166"/>
                      </a:lnTo>
                      <a:lnTo>
                        <a:pt x="68211" y="14208"/>
                      </a:lnTo>
                      <a:lnTo>
                        <a:pt x="68232" y="14333"/>
                      </a:lnTo>
                      <a:lnTo>
                        <a:pt x="68232" y="14396"/>
                      </a:lnTo>
                      <a:lnTo>
                        <a:pt x="68169" y="14438"/>
                      </a:lnTo>
                      <a:lnTo>
                        <a:pt x="68211" y="14710"/>
                      </a:lnTo>
                      <a:lnTo>
                        <a:pt x="68253" y="14731"/>
                      </a:lnTo>
                      <a:lnTo>
                        <a:pt x="68316" y="14647"/>
                      </a:lnTo>
                      <a:lnTo>
                        <a:pt x="68358" y="14647"/>
                      </a:lnTo>
                      <a:lnTo>
                        <a:pt x="68441" y="14752"/>
                      </a:lnTo>
                      <a:lnTo>
                        <a:pt x="68483" y="14835"/>
                      </a:lnTo>
                      <a:lnTo>
                        <a:pt x="68420" y="15024"/>
                      </a:lnTo>
                      <a:lnTo>
                        <a:pt x="68420" y="15233"/>
                      </a:lnTo>
                      <a:lnTo>
                        <a:pt x="68483" y="15317"/>
                      </a:lnTo>
                      <a:lnTo>
                        <a:pt x="68567" y="15254"/>
                      </a:lnTo>
                      <a:lnTo>
                        <a:pt x="68672" y="15275"/>
                      </a:lnTo>
                      <a:lnTo>
                        <a:pt x="68692" y="15338"/>
                      </a:lnTo>
                      <a:lnTo>
                        <a:pt x="68672" y="15421"/>
                      </a:lnTo>
                      <a:lnTo>
                        <a:pt x="68588" y="15421"/>
                      </a:lnTo>
                      <a:lnTo>
                        <a:pt x="68483" y="15484"/>
                      </a:lnTo>
                      <a:lnTo>
                        <a:pt x="68462" y="15484"/>
                      </a:lnTo>
                      <a:lnTo>
                        <a:pt x="68337" y="15631"/>
                      </a:lnTo>
                      <a:lnTo>
                        <a:pt x="68316" y="15735"/>
                      </a:lnTo>
                      <a:lnTo>
                        <a:pt x="68169" y="15798"/>
                      </a:lnTo>
                      <a:lnTo>
                        <a:pt x="68148" y="15861"/>
                      </a:lnTo>
                      <a:lnTo>
                        <a:pt x="68065" y="15882"/>
                      </a:lnTo>
                      <a:lnTo>
                        <a:pt x="68065" y="15986"/>
                      </a:lnTo>
                      <a:lnTo>
                        <a:pt x="68023" y="16070"/>
                      </a:lnTo>
                      <a:lnTo>
                        <a:pt x="68065" y="16195"/>
                      </a:lnTo>
                      <a:lnTo>
                        <a:pt x="68148" y="16175"/>
                      </a:lnTo>
                      <a:lnTo>
                        <a:pt x="68148" y="16321"/>
                      </a:lnTo>
                      <a:lnTo>
                        <a:pt x="68044" y="16509"/>
                      </a:lnTo>
                      <a:lnTo>
                        <a:pt x="68065" y="16593"/>
                      </a:lnTo>
                      <a:lnTo>
                        <a:pt x="68127" y="16614"/>
                      </a:lnTo>
                      <a:lnTo>
                        <a:pt x="68107" y="16844"/>
                      </a:lnTo>
                      <a:lnTo>
                        <a:pt x="68127" y="17032"/>
                      </a:lnTo>
                      <a:lnTo>
                        <a:pt x="68065" y="17116"/>
                      </a:lnTo>
                      <a:lnTo>
                        <a:pt x="67939" y="17158"/>
                      </a:lnTo>
                      <a:lnTo>
                        <a:pt x="67918" y="17263"/>
                      </a:lnTo>
                      <a:lnTo>
                        <a:pt x="67960" y="17325"/>
                      </a:lnTo>
                      <a:lnTo>
                        <a:pt x="67939" y="17535"/>
                      </a:lnTo>
                      <a:lnTo>
                        <a:pt x="67918" y="17576"/>
                      </a:lnTo>
                      <a:lnTo>
                        <a:pt x="67939" y="17660"/>
                      </a:lnTo>
                      <a:lnTo>
                        <a:pt x="68044" y="17765"/>
                      </a:lnTo>
                      <a:lnTo>
                        <a:pt x="67960" y="17765"/>
                      </a:lnTo>
                      <a:lnTo>
                        <a:pt x="67939" y="17953"/>
                      </a:lnTo>
                      <a:lnTo>
                        <a:pt x="67960" y="17995"/>
                      </a:lnTo>
                      <a:lnTo>
                        <a:pt x="67960" y="18141"/>
                      </a:lnTo>
                      <a:lnTo>
                        <a:pt x="67855" y="18246"/>
                      </a:lnTo>
                      <a:lnTo>
                        <a:pt x="67939" y="18372"/>
                      </a:lnTo>
                      <a:lnTo>
                        <a:pt x="67939" y="18602"/>
                      </a:lnTo>
                      <a:lnTo>
                        <a:pt x="68023" y="18811"/>
                      </a:lnTo>
                      <a:lnTo>
                        <a:pt x="67835" y="19146"/>
                      </a:lnTo>
                      <a:lnTo>
                        <a:pt x="67939" y="19292"/>
                      </a:lnTo>
                      <a:lnTo>
                        <a:pt x="67835" y="19250"/>
                      </a:lnTo>
                      <a:lnTo>
                        <a:pt x="67625" y="19292"/>
                      </a:lnTo>
                      <a:lnTo>
                        <a:pt x="67625" y="19501"/>
                      </a:lnTo>
                      <a:lnTo>
                        <a:pt x="67646" y="19564"/>
                      </a:lnTo>
                      <a:lnTo>
                        <a:pt x="67521" y="19711"/>
                      </a:lnTo>
                      <a:lnTo>
                        <a:pt x="67291" y="19606"/>
                      </a:lnTo>
                      <a:lnTo>
                        <a:pt x="67186" y="19711"/>
                      </a:lnTo>
                      <a:lnTo>
                        <a:pt x="67186" y="19773"/>
                      </a:lnTo>
                      <a:lnTo>
                        <a:pt x="67332" y="19773"/>
                      </a:lnTo>
                      <a:lnTo>
                        <a:pt x="67542" y="20087"/>
                      </a:lnTo>
                      <a:lnTo>
                        <a:pt x="67542" y="20380"/>
                      </a:lnTo>
                      <a:lnTo>
                        <a:pt x="67500" y="20464"/>
                      </a:lnTo>
                      <a:lnTo>
                        <a:pt x="67542" y="20548"/>
                      </a:lnTo>
                      <a:lnTo>
                        <a:pt x="67437" y="20569"/>
                      </a:lnTo>
                      <a:lnTo>
                        <a:pt x="67416" y="20778"/>
                      </a:lnTo>
                      <a:lnTo>
                        <a:pt x="67291" y="20924"/>
                      </a:lnTo>
                      <a:lnTo>
                        <a:pt x="67270" y="21175"/>
                      </a:lnTo>
                      <a:lnTo>
                        <a:pt x="67374" y="21385"/>
                      </a:lnTo>
                      <a:lnTo>
                        <a:pt x="67416" y="21761"/>
                      </a:lnTo>
                      <a:lnTo>
                        <a:pt x="67583" y="22033"/>
                      </a:lnTo>
                      <a:lnTo>
                        <a:pt x="67583" y="22242"/>
                      </a:lnTo>
                      <a:lnTo>
                        <a:pt x="67835" y="22807"/>
                      </a:lnTo>
                      <a:lnTo>
                        <a:pt x="68148" y="23414"/>
                      </a:lnTo>
                      <a:lnTo>
                        <a:pt x="68462" y="23916"/>
                      </a:lnTo>
                      <a:lnTo>
                        <a:pt x="68630" y="24063"/>
                      </a:lnTo>
                      <a:lnTo>
                        <a:pt x="68630" y="24251"/>
                      </a:lnTo>
                      <a:lnTo>
                        <a:pt x="69048" y="24732"/>
                      </a:lnTo>
                      <a:lnTo>
                        <a:pt x="69488" y="25527"/>
                      </a:lnTo>
                      <a:lnTo>
                        <a:pt x="69697" y="25632"/>
                      </a:lnTo>
                      <a:lnTo>
                        <a:pt x="69843" y="25632"/>
                      </a:lnTo>
                      <a:lnTo>
                        <a:pt x="69927" y="25590"/>
                      </a:lnTo>
                      <a:lnTo>
                        <a:pt x="69927" y="25590"/>
                      </a:lnTo>
                      <a:lnTo>
                        <a:pt x="69885" y="25695"/>
                      </a:lnTo>
                      <a:lnTo>
                        <a:pt x="69780" y="25737"/>
                      </a:lnTo>
                      <a:lnTo>
                        <a:pt x="69697" y="25737"/>
                      </a:lnTo>
                      <a:lnTo>
                        <a:pt x="69843" y="25988"/>
                      </a:lnTo>
                      <a:lnTo>
                        <a:pt x="70052" y="26469"/>
                      </a:lnTo>
                      <a:lnTo>
                        <a:pt x="70094" y="26678"/>
                      </a:lnTo>
                      <a:lnTo>
                        <a:pt x="70220" y="26867"/>
                      </a:lnTo>
                      <a:lnTo>
                        <a:pt x="70450" y="26887"/>
                      </a:lnTo>
                      <a:lnTo>
                        <a:pt x="70471" y="26971"/>
                      </a:lnTo>
                      <a:lnTo>
                        <a:pt x="70471" y="27076"/>
                      </a:lnTo>
                      <a:lnTo>
                        <a:pt x="70513" y="27159"/>
                      </a:lnTo>
                      <a:lnTo>
                        <a:pt x="70471" y="27285"/>
                      </a:lnTo>
                      <a:lnTo>
                        <a:pt x="70617" y="27034"/>
                      </a:lnTo>
                      <a:lnTo>
                        <a:pt x="70659" y="26762"/>
                      </a:lnTo>
                      <a:lnTo>
                        <a:pt x="70680" y="26741"/>
                      </a:lnTo>
                      <a:lnTo>
                        <a:pt x="70680" y="26636"/>
                      </a:lnTo>
                      <a:lnTo>
                        <a:pt x="70827" y="26511"/>
                      </a:lnTo>
                      <a:lnTo>
                        <a:pt x="70848" y="26406"/>
                      </a:lnTo>
                      <a:lnTo>
                        <a:pt x="70827" y="26343"/>
                      </a:lnTo>
                      <a:lnTo>
                        <a:pt x="70868" y="26239"/>
                      </a:lnTo>
                      <a:lnTo>
                        <a:pt x="70931" y="25988"/>
                      </a:lnTo>
                      <a:lnTo>
                        <a:pt x="70868" y="25883"/>
                      </a:lnTo>
                      <a:lnTo>
                        <a:pt x="70889" y="25695"/>
                      </a:lnTo>
                      <a:lnTo>
                        <a:pt x="70994" y="25611"/>
                      </a:lnTo>
                      <a:lnTo>
                        <a:pt x="70889" y="25507"/>
                      </a:lnTo>
                      <a:lnTo>
                        <a:pt x="70848" y="25527"/>
                      </a:lnTo>
                      <a:lnTo>
                        <a:pt x="70764" y="25507"/>
                      </a:lnTo>
                      <a:lnTo>
                        <a:pt x="70827" y="25423"/>
                      </a:lnTo>
                      <a:lnTo>
                        <a:pt x="70743" y="25276"/>
                      </a:lnTo>
                      <a:lnTo>
                        <a:pt x="70785" y="25297"/>
                      </a:lnTo>
                      <a:lnTo>
                        <a:pt x="70848" y="25255"/>
                      </a:lnTo>
                      <a:lnTo>
                        <a:pt x="70743" y="25151"/>
                      </a:lnTo>
                      <a:lnTo>
                        <a:pt x="70764" y="25067"/>
                      </a:lnTo>
                      <a:lnTo>
                        <a:pt x="70785" y="24942"/>
                      </a:lnTo>
                      <a:lnTo>
                        <a:pt x="70659" y="24942"/>
                      </a:lnTo>
                      <a:lnTo>
                        <a:pt x="70576" y="24879"/>
                      </a:lnTo>
                      <a:lnTo>
                        <a:pt x="70638" y="24774"/>
                      </a:lnTo>
                      <a:lnTo>
                        <a:pt x="70743" y="24879"/>
                      </a:lnTo>
                      <a:lnTo>
                        <a:pt x="70889" y="24732"/>
                      </a:lnTo>
                      <a:lnTo>
                        <a:pt x="70973" y="24753"/>
                      </a:lnTo>
                      <a:lnTo>
                        <a:pt x="71078" y="24649"/>
                      </a:lnTo>
                      <a:lnTo>
                        <a:pt x="71182" y="24565"/>
                      </a:lnTo>
                      <a:lnTo>
                        <a:pt x="71203" y="24586"/>
                      </a:lnTo>
                      <a:lnTo>
                        <a:pt x="71350" y="24628"/>
                      </a:lnTo>
                      <a:lnTo>
                        <a:pt x="71266" y="24523"/>
                      </a:lnTo>
                      <a:lnTo>
                        <a:pt x="71099" y="24439"/>
                      </a:lnTo>
                      <a:lnTo>
                        <a:pt x="71099" y="24314"/>
                      </a:lnTo>
                      <a:lnTo>
                        <a:pt x="70952" y="24230"/>
                      </a:lnTo>
                      <a:lnTo>
                        <a:pt x="70848" y="23895"/>
                      </a:lnTo>
                      <a:lnTo>
                        <a:pt x="70931" y="23602"/>
                      </a:lnTo>
                      <a:lnTo>
                        <a:pt x="70827" y="23498"/>
                      </a:lnTo>
                      <a:lnTo>
                        <a:pt x="70889" y="23414"/>
                      </a:lnTo>
                      <a:lnTo>
                        <a:pt x="70931" y="23268"/>
                      </a:lnTo>
                      <a:lnTo>
                        <a:pt x="71036" y="23058"/>
                      </a:lnTo>
                      <a:lnTo>
                        <a:pt x="71078" y="23372"/>
                      </a:lnTo>
                      <a:lnTo>
                        <a:pt x="71161" y="23393"/>
                      </a:lnTo>
                      <a:lnTo>
                        <a:pt x="71350" y="23289"/>
                      </a:lnTo>
                      <a:lnTo>
                        <a:pt x="71371" y="23330"/>
                      </a:lnTo>
                      <a:lnTo>
                        <a:pt x="71705" y="23205"/>
                      </a:lnTo>
                      <a:lnTo>
                        <a:pt x="71705" y="23058"/>
                      </a:lnTo>
                      <a:lnTo>
                        <a:pt x="71789" y="22975"/>
                      </a:lnTo>
                      <a:lnTo>
                        <a:pt x="71664" y="22891"/>
                      </a:lnTo>
                      <a:lnTo>
                        <a:pt x="71454" y="22598"/>
                      </a:lnTo>
                      <a:lnTo>
                        <a:pt x="71371" y="22598"/>
                      </a:lnTo>
                      <a:lnTo>
                        <a:pt x="71078" y="22159"/>
                      </a:lnTo>
                      <a:lnTo>
                        <a:pt x="71078" y="22054"/>
                      </a:lnTo>
                      <a:lnTo>
                        <a:pt x="70994" y="21970"/>
                      </a:lnTo>
                      <a:lnTo>
                        <a:pt x="70973" y="21594"/>
                      </a:lnTo>
                      <a:lnTo>
                        <a:pt x="70994" y="21531"/>
                      </a:lnTo>
                      <a:lnTo>
                        <a:pt x="70952" y="21343"/>
                      </a:lnTo>
                      <a:lnTo>
                        <a:pt x="71036" y="21217"/>
                      </a:lnTo>
                      <a:lnTo>
                        <a:pt x="71036" y="21092"/>
                      </a:lnTo>
                      <a:lnTo>
                        <a:pt x="70889" y="21113"/>
                      </a:lnTo>
                      <a:lnTo>
                        <a:pt x="70868" y="21029"/>
                      </a:lnTo>
                      <a:lnTo>
                        <a:pt x="70973" y="20882"/>
                      </a:lnTo>
                      <a:lnTo>
                        <a:pt x="71078" y="20841"/>
                      </a:lnTo>
                      <a:lnTo>
                        <a:pt x="71078" y="20778"/>
                      </a:lnTo>
                      <a:lnTo>
                        <a:pt x="71078" y="20757"/>
                      </a:lnTo>
                      <a:lnTo>
                        <a:pt x="71161" y="20673"/>
                      </a:lnTo>
                      <a:lnTo>
                        <a:pt x="71182" y="20778"/>
                      </a:lnTo>
                      <a:lnTo>
                        <a:pt x="71182" y="20903"/>
                      </a:lnTo>
                      <a:lnTo>
                        <a:pt x="71140" y="21029"/>
                      </a:lnTo>
                      <a:lnTo>
                        <a:pt x="71140" y="21196"/>
                      </a:lnTo>
                      <a:lnTo>
                        <a:pt x="71308" y="21238"/>
                      </a:lnTo>
                      <a:lnTo>
                        <a:pt x="71475" y="21343"/>
                      </a:lnTo>
                      <a:lnTo>
                        <a:pt x="71559" y="21322"/>
                      </a:lnTo>
                      <a:lnTo>
                        <a:pt x="71559" y="21154"/>
                      </a:lnTo>
                      <a:lnTo>
                        <a:pt x="71601" y="21092"/>
                      </a:lnTo>
                      <a:lnTo>
                        <a:pt x="71496" y="20903"/>
                      </a:lnTo>
                      <a:lnTo>
                        <a:pt x="71245" y="20673"/>
                      </a:lnTo>
                      <a:lnTo>
                        <a:pt x="71245" y="20401"/>
                      </a:lnTo>
                      <a:lnTo>
                        <a:pt x="71099" y="20359"/>
                      </a:lnTo>
                      <a:lnTo>
                        <a:pt x="71078" y="20317"/>
                      </a:lnTo>
                      <a:lnTo>
                        <a:pt x="71057" y="20380"/>
                      </a:lnTo>
                      <a:lnTo>
                        <a:pt x="70973" y="20464"/>
                      </a:lnTo>
                      <a:lnTo>
                        <a:pt x="70973" y="20506"/>
                      </a:lnTo>
                      <a:lnTo>
                        <a:pt x="70931" y="20569"/>
                      </a:lnTo>
                      <a:lnTo>
                        <a:pt x="70785" y="20485"/>
                      </a:lnTo>
                      <a:lnTo>
                        <a:pt x="70785" y="20276"/>
                      </a:lnTo>
                      <a:lnTo>
                        <a:pt x="70722" y="20150"/>
                      </a:lnTo>
                      <a:lnTo>
                        <a:pt x="70617" y="19941"/>
                      </a:lnTo>
                      <a:lnTo>
                        <a:pt x="70680" y="19836"/>
                      </a:lnTo>
                      <a:lnTo>
                        <a:pt x="70743" y="19794"/>
                      </a:lnTo>
                      <a:lnTo>
                        <a:pt x="70722" y="19690"/>
                      </a:lnTo>
                      <a:lnTo>
                        <a:pt x="70785" y="19585"/>
                      </a:lnTo>
                      <a:lnTo>
                        <a:pt x="70722" y="19522"/>
                      </a:lnTo>
                      <a:lnTo>
                        <a:pt x="70743" y="19439"/>
                      </a:lnTo>
                      <a:lnTo>
                        <a:pt x="70743" y="19334"/>
                      </a:lnTo>
                      <a:lnTo>
                        <a:pt x="70659" y="19271"/>
                      </a:lnTo>
                      <a:lnTo>
                        <a:pt x="70555" y="19313"/>
                      </a:lnTo>
                      <a:lnTo>
                        <a:pt x="70366" y="19146"/>
                      </a:lnTo>
                      <a:lnTo>
                        <a:pt x="70241" y="19146"/>
                      </a:lnTo>
                      <a:lnTo>
                        <a:pt x="70157" y="19229"/>
                      </a:lnTo>
                      <a:lnTo>
                        <a:pt x="70157" y="19313"/>
                      </a:lnTo>
                      <a:lnTo>
                        <a:pt x="70304" y="19460"/>
                      </a:lnTo>
                      <a:lnTo>
                        <a:pt x="70262" y="19564"/>
                      </a:lnTo>
                      <a:lnTo>
                        <a:pt x="70220" y="19627"/>
                      </a:lnTo>
                      <a:lnTo>
                        <a:pt x="70094" y="19564"/>
                      </a:lnTo>
                      <a:lnTo>
                        <a:pt x="69927" y="19355"/>
                      </a:lnTo>
                      <a:lnTo>
                        <a:pt x="69822" y="19250"/>
                      </a:lnTo>
                      <a:lnTo>
                        <a:pt x="69739" y="19208"/>
                      </a:lnTo>
                      <a:lnTo>
                        <a:pt x="69801" y="19146"/>
                      </a:lnTo>
                      <a:lnTo>
                        <a:pt x="69697" y="18936"/>
                      </a:lnTo>
                      <a:lnTo>
                        <a:pt x="69697" y="18811"/>
                      </a:lnTo>
                      <a:lnTo>
                        <a:pt x="69697" y="18727"/>
                      </a:lnTo>
                      <a:lnTo>
                        <a:pt x="69634" y="18623"/>
                      </a:lnTo>
                      <a:lnTo>
                        <a:pt x="69697" y="18539"/>
                      </a:lnTo>
                      <a:lnTo>
                        <a:pt x="69634" y="18372"/>
                      </a:lnTo>
                      <a:lnTo>
                        <a:pt x="69718" y="18267"/>
                      </a:lnTo>
                      <a:lnTo>
                        <a:pt x="69718" y="18162"/>
                      </a:lnTo>
                      <a:lnTo>
                        <a:pt x="69739" y="18037"/>
                      </a:lnTo>
                      <a:lnTo>
                        <a:pt x="69739" y="17890"/>
                      </a:lnTo>
                      <a:lnTo>
                        <a:pt x="69697" y="17932"/>
                      </a:lnTo>
                      <a:lnTo>
                        <a:pt x="69592" y="17786"/>
                      </a:lnTo>
                      <a:lnTo>
                        <a:pt x="69613" y="17744"/>
                      </a:lnTo>
                      <a:lnTo>
                        <a:pt x="69697" y="17723"/>
                      </a:lnTo>
                      <a:lnTo>
                        <a:pt x="69801" y="17786"/>
                      </a:lnTo>
                      <a:lnTo>
                        <a:pt x="69801" y="17744"/>
                      </a:lnTo>
                      <a:lnTo>
                        <a:pt x="69718" y="17660"/>
                      </a:lnTo>
                      <a:lnTo>
                        <a:pt x="69634" y="17576"/>
                      </a:lnTo>
                      <a:lnTo>
                        <a:pt x="69676" y="17514"/>
                      </a:lnTo>
                      <a:lnTo>
                        <a:pt x="69718" y="17514"/>
                      </a:lnTo>
                      <a:lnTo>
                        <a:pt x="69697" y="17430"/>
                      </a:lnTo>
                      <a:lnTo>
                        <a:pt x="69613" y="17346"/>
                      </a:lnTo>
                      <a:lnTo>
                        <a:pt x="69488" y="17325"/>
                      </a:lnTo>
                      <a:lnTo>
                        <a:pt x="69467" y="17242"/>
                      </a:lnTo>
                      <a:lnTo>
                        <a:pt x="69508" y="17221"/>
                      </a:lnTo>
                      <a:lnTo>
                        <a:pt x="69488" y="17074"/>
                      </a:lnTo>
                      <a:lnTo>
                        <a:pt x="69383" y="16970"/>
                      </a:lnTo>
                      <a:lnTo>
                        <a:pt x="69404" y="16886"/>
                      </a:lnTo>
                      <a:lnTo>
                        <a:pt x="69425" y="16781"/>
                      </a:lnTo>
                      <a:lnTo>
                        <a:pt x="69488" y="16719"/>
                      </a:lnTo>
                      <a:lnTo>
                        <a:pt x="69404" y="16614"/>
                      </a:lnTo>
                      <a:lnTo>
                        <a:pt x="69425" y="16530"/>
                      </a:lnTo>
                      <a:lnTo>
                        <a:pt x="69508" y="16530"/>
                      </a:lnTo>
                      <a:lnTo>
                        <a:pt x="69613" y="16593"/>
                      </a:lnTo>
                      <a:lnTo>
                        <a:pt x="69697" y="16572"/>
                      </a:lnTo>
                      <a:lnTo>
                        <a:pt x="69739" y="16405"/>
                      </a:lnTo>
                      <a:lnTo>
                        <a:pt x="69822" y="16405"/>
                      </a:lnTo>
                      <a:lnTo>
                        <a:pt x="69885" y="16488"/>
                      </a:lnTo>
                      <a:lnTo>
                        <a:pt x="69927" y="16488"/>
                      </a:lnTo>
                      <a:lnTo>
                        <a:pt x="70011" y="16614"/>
                      </a:lnTo>
                      <a:lnTo>
                        <a:pt x="70136" y="16363"/>
                      </a:lnTo>
                      <a:lnTo>
                        <a:pt x="70011" y="16300"/>
                      </a:lnTo>
                      <a:lnTo>
                        <a:pt x="70032" y="16195"/>
                      </a:lnTo>
                      <a:lnTo>
                        <a:pt x="70115" y="16154"/>
                      </a:lnTo>
                      <a:lnTo>
                        <a:pt x="70241" y="15903"/>
                      </a:lnTo>
                      <a:lnTo>
                        <a:pt x="70241" y="15777"/>
                      </a:lnTo>
                      <a:lnTo>
                        <a:pt x="70324" y="15882"/>
                      </a:lnTo>
                      <a:lnTo>
                        <a:pt x="70429" y="15944"/>
                      </a:lnTo>
                      <a:lnTo>
                        <a:pt x="70429" y="16070"/>
                      </a:lnTo>
                      <a:lnTo>
                        <a:pt x="70555" y="16426"/>
                      </a:lnTo>
                      <a:lnTo>
                        <a:pt x="70638" y="16509"/>
                      </a:lnTo>
                      <a:lnTo>
                        <a:pt x="70680" y="16468"/>
                      </a:lnTo>
                      <a:lnTo>
                        <a:pt x="70722" y="16154"/>
                      </a:lnTo>
                      <a:lnTo>
                        <a:pt x="70743" y="16049"/>
                      </a:lnTo>
                      <a:lnTo>
                        <a:pt x="70722" y="15903"/>
                      </a:lnTo>
                      <a:lnTo>
                        <a:pt x="70785" y="15798"/>
                      </a:lnTo>
                      <a:lnTo>
                        <a:pt x="70722" y="15651"/>
                      </a:lnTo>
                      <a:lnTo>
                        <a:pt x="70827" y="15693"/>
                      </a:lnTo>
                      <a:lnTo>
                        <a:pt x="70889" y="15631"/>
                      </a:lnTo>
                      <a:lnTo>
                        <a:pt x="70952" y="15421"/>
                      </a:lnTo>
                      <a:lnTo>
                        <a:pt x="71057" y="15421"/>
                      </a:lnTo>
                      <a:lnTo>
                        <a:pt x="71182" y="15254"/>
                      </a:lnTo>
                      <a:lnTo>
                        <a:pt x="71308" y="15233"/>
                      </a:lnTo>
                      <a:lnTo>
                        <a:pt x="71371" y="15275"/>
                      </a:lnTo>
                      <a:lnTo>
                        <a:pt x="71559" y="15149"/>
                      </a:lnTo>
                      <a:lnTo>
                        <a:pt x="71705" y="15170"/>
                      </a:lnTo>
                      <a:lnTo>
                        <a:pt x="72019" y="15359"/>
                      </a:lnTo>
                      <a:lnTo>
                        <a:pt x="72040" y="15463"/>
                      </a:lnTo>
                      <a:lnTo>
                        <a:pt x="72124" y="15484"/>
                      </a:lnTo>
                      <a:lnTo>
                        <a:pt x="72229" y="15463"/>
                      </a:lnTo>
                      <a:lnTo>
                        <a:pt x="72291" y="15484"/>
                      </a:lnTo>
                      <a:lnTo>
                        <a:pt x="72229" y="15547"/>
                      </a:lnTo>
                      <a:lnTo>
                        <a:pt x="72396" y="15714"/>
                      </a:lnTo>
                      <a:lnTo>
                        <a:pt x="72438" y="15672"/>
                      </a:lnTo>
                      <a:lnTo>
                        <a:pt x="72542" y="15777"/>
                      </a:lnTo>
                      <a:lnTo>
                        <a:pt x="72668" y="15756"/>
                      </a:lnTo>
                      <a:lnTo>
                        <a:pt x="72752" y="15777"/>
                      </a:lnTo>
                      <a:lnTo>
                        <a:pt x="72752" y="15672"/>
                      </a:lnTo>
                      <a:lnTo>
                        <a:pt x="72647" y="15526"/>
                      </a:lnTo>
                      <a:lnTo>
                        <a:pt x="72710" y="15442"/>
                      </a:lnTo>
                      <a:lnTo>
                        <a:pt x="72668" y="15359"/>
                      </a:lnTo>
                      <a:lnTo>
                        <a:pt x="72605" y="15338"/>
                      </a:lnTo>
                      <a:lnTo>
                        <a:pt x="72605" y="15233"/>
                      </a:lnTo>
                      <a:lnTo>
                        <a:pt x="72668" y="15128"/>
                      </a:lnTo>
                      <a:lnTo>
                        <a:pt x="72731" y="14856"/>
                      </a:lnTo>
                      <a:lnTo>
                        <a:pt x="72814" y="14647"/>
                      </a:lnTo>
                      <a:lnTo>
                        <a:pt x="72773" y="14543"/>
                      </a:lnTo>
                      <a:lnTo>
                        <a:pt x="72919" y="14375"/>
                      </a:lnTo>
                      <a:lnTo>
                        <a:pt x="72856" y="14291"/>
                      </a:lnTo>
                      <a:lnTo>
                        <a:pt x="72940" y="14229"/>
                      </a:lnTo>
                      <a:lnTo>
                        <a:pt x="72856" y="14061"/>
                      </a:lnTo>
                      <a:lnTo>
                        <a:pt x="72773" y="13999"/>
                      </a:lnTo>
                      <a:lnTo>
                        <a:pt x="72773" y="13957"/>
                      </a:lnTo>
                      <a:lnTo>
                        <a:pt x="72940" y="13957"/>
                      </a:lnTo>
                      <a:lnTo>
                        <a:pt x="72982" y="13810"/>
                      </a:lnTo>
                      <a:lnTo>
                        <a:pt x="72814" y="13747"/>
                      </a:lnTo>
                      <a:lnTo>
                        <a:pt x="72752" y="13643"/>
                      </a:lnTo>
                      <a:lnTo>
                        <a:pt x="72835" y="13601"/>
                      </a:lnTo>
                      <a:lnTo>
                        <a:pt x="72877" y="13664"/>
                      </a:lnTo>
                      <a:lnTo>
                        <a:pt x="72961" y="13643"/>
                      </a:lnTo>
                      <a:lnTo>
                        <a:pt x="72982" y="13559"/>
                      </a:lnTo>
                      <a:lnTo>
                        <a:pt x="72940" y="13475"/>
                      </a:lnTo>
                      <a:lnTo>
                        <a:pt x="73065" y="13371"/>
                      </a:lnTo>
                      <a:lnTo>
                        <a:pt x="73065" y="13287"/>
                      </a:lnTo>
                      <a:lnTo>
                        <a:pt x="72982" y="13224"/>
                      </a:lnTo>
                      <a:lnTo>
                        <a:pt x="73065" y="13162"/>
                      </a:lnTo>
                      <a:lnTo>
                        <a:pt x="73149" y="13182"/>
                      </a:lnTo>
                      <a:lnTo>
                        <a:pt x="73191" y="13078"/>
                      </a:lnTo>
                      <a:lnTo>
                        <a:pt x="73233" y="13036"/>
                      </a:lnTo>
                      <a:lnTo>
                        <a:pt x="73170" y="12973"/>
                      </a:lnTo>
                      <a:lnTo>
                        <a:pt x="73275" y="12952"/>
                      </a:lnTo>
                      <a:lnTo>
                        <a:pt x="73400" y="12827"/>
                      </a:lnTo>
                      <a:lnTo>
                        <a:pt x="73358" y="12743"/>
                      </a:lnTo>
                      <a:lnTo>
                        <a:pt x="73379" y="12638"/>
                      </a:lnTo>
                      <a:lnTo>
                        <a:pt x="73421" y="12722"/>
                      </a:lnTo>
                      <a:lnTo>
                        <a:pt x="73526" y="12618"/>
                      </a:lnTo>
                      <a:lnTo>
                        <a:pt x="73463" y="12450"/>
                      </a:lnTo>
                      <a:lnTo>
                        <a:pt x="73463" y="12304"/>
                      </a:lnTo>
                      <a:lnTo>
                        <a:pt x="73568" y="12304"/>
                      </a:lnTo>
                      <a:lnTo>
                        <a:pt x="73589" y="12325"/>
                      </a:lnTo>
                      <a:lnTo>
                        <a:pt x="73651" y="12283"/>
                      </a:lnTo>
                      <a:lnTo>
                        <a:pt x="73819" y="12074"/>
                      </a:lnTo>
                      <a:lnTo>
                        <a:pt x="73756" y="12032"/>
                      </a:lnTo>
                      <a:lnTo>
                        <a:pt x="73756" y="11927"/>
                      </a:lnTo>
                      <a:lnTo>
                        <a:pt x="73861" y="11927"/>
                      </a:lnTo>
                      <a:lnTo>
                        <a:pt x="74070" y="11760"/>
                      </a:lnTo>
                      <a:lnTo>
                        <a:pt x="73986" y="11697"/>
                      </a:lnTo>
                      <a:lnTo>
                        <a:pt x="74028" y="11655"/>
                      </a:lnTo>
                      <a:lnTo>
                        <a:pt x="74174" y="11655"/>
                      </a:lnTo>
                      <a:lnTo>
                        <a:pt x="74342" y="11550"/>
                      </a:lnTo>
                      <a:lnTo>
                        <a:pt x="74300" y="11467"/>
                      </a:lnTo>
                      <a:lnTo>
                        <a:pt x="74321" y="11404"/>
                      </a:lnTo>
                      <a:lnTo>
                        <a:pt x="74405" y="11467"/>
                      </a:lnTo>
                      <a:lnTo>
                        <a:pt x="74426" y="11571"/>
                      </a:lnTo>
                      <a:lnTo>
                        <a:pt x="74530" y="11592"/>
                      </a:lnTo>
                      <a:lnTo>
                        <a:pt x="74614" y="11550"/>
                      </a:lnTo>
                      <a:lnTo>
                        <a:pt x="74739" y="11613"/>
                      </a:lnTo>
                      <a:lnTo>
                        <a:pt x="75158" y="11613"/>
                      </a:lnTo>
                      <a:lnTo>
                        <a:pt x="75242" y="11676"/>
                      </a:lnTo>
                      <a:lnTo>
                        <a:pt x="75283" y="11655"/>
                      </a:lnTo>
                      <a:lnTo>
                        <a:pt x="75242" y="11488"/>
                      </a:lnTo>
                      <a:lnTo>
                        <a:pt x="75137" y="11404"/>
                      </a:lnTo>
                      <a:lnTo>
                        <a:pt x="75137" y="11362"/>
                      </a:lnTo>
                      <a:lnTo>
                        <a:pt x="75221" y="11341"/>
                      </a:lnTo>
                      <a:lnTo>
                        <a:pt x="75221" y="10986"/>
                      </a:lnTo>
                      <a:lnTo>
                        <a:pt x="75053" y="10755"/>
                      </a:lnTo>
                      <a:lnTo>
                        <a:pt x="74928" y="10734"/>
                      </a:lnTo>
                      <a:lnTo>
                        <a:pt x="74760" y="10525"/>
                      </a:lnTo>
                      <a:lnTo>
                        <a:pt x="74844" y="10442"/>
                      </a:lnTo>
                      <a:lnTo>
                        <a:pt x="74677" y="10316"/>
                      </a:lnTo>
                      <a:lnTo>
                        <a:pt x="74426" y="10253"/>
                      </a:lnTo>
                      <a:lnTo>
                        <a:pt x="74153" y="10086"/>
                      </a:lnTo>
                      <a:lnTo>
                        <a:pt x="74049" y="9918"/>
                      </a:lnTo>
                      <a:lnTo>
                        <a:pt x="74028" y="10023"/>
                      </a:lnTo>
                      <a:lnTo>
                        <a:pt x="73944" y="10002"/>
                      </a:lnTo>
                      <a:lnTo>
                        <a:pt x="73902" y="10023"/>
                      </a:lnTo>
                      <a:lnTo>
                        <a:pt x="73881" y="10149"/>
                      </a:lnTo>
                      <a:lnTo>
                        <a:pt x="73735" y="10190"/>
                      </a:lnTo>
                      <a:lnTo>
                        <a:pt x="73693" y="10107"/>
                      </a:lnTo>
                      <a:lnTo>
                        <a:pt x="73693" y="9981"/>
                      </a:lnTo>
                      <a:lnTo>
                        <a:pt x="73819" y="9897"/>
                      </a:lnTo>
                      <a:lnTo>
                        <a:pt x="73735" y="9793"/>
                      </a:lnTo>
                      <a:lnTo>
                        <a:pt x="73777" y="9730"/>
                      </a:lnTo>
                      <a:lnTo>
                        <a:pt x="73840" y="9730"/>
                      </a:lnTo>
                      <a:lnTo>
                        <a:pt x="73923" y="9814"/>
                      </a:lnTo>
                      <a:lnTo>
                        <a:pt x="73693" y="9458"/>
                      </a:lnTo>
                      <a:lnTo>
                        <a:pt x="73526" y="9312"/>
                      </a:lnTo>
                      <a:lnTo>
                        <a:pt x="73526" y="9479"/>
                      </a:lnTo>
                      <a:lnTo>
                        <a:pt x="73526" y="9521"/>
                      </a:lnTo>
                      <a:lnTo>
                        <a:pt x="73463" y="9521"/>
                      </a:lnTo>
                      <a:lnTo>
                        <a:pt x="73254" y="9312"/>
                      </a:lnTo>
                      <a:lnTo>
                        <a:pt x="73254" y="9207"/>
                      </a:lnTo>
                      <a:lnTo>
                        <a:pt x="73358" y="9249"/>
                      </a:lnTo>
                      <a:lnTo>
                        <a:pt x="73296" y="9144"/>
                      </a:lnTo>
                      <a:lnTo>
                        <a:pt x="73003" y="8893"/>
                      </a:lnTo>
                      <a:lnTo>
                        <a:pt x="72961" y="8893"/>
                      </a:lnTo>
                      <a:lnTo>
                        <a:pt x="72982" y="8977"/>
                      </a:lnTo>
                      <a:lnTo>
                        <a:pt x="72940" y="9081"/>
                      </a:lnTo>
                      <a:lnTo>
                        <a:pt x="72773" y="9102"/>
                      </a:lnTo>
                      <a:lnTo>
                        <a:pt x="72647" y="8977"/>
                      </a:lnTo>
                      <a:lnTo>
                        <a:pt x="72521" y="8956"/>
                      </a:lnTo>
                      <a:lnTo>
                        <a:pt x="72375" y="8726"/>
                      </a:lnTo>
                      <a:lnTo>
                        <a:pt x="72375" y="8642"/>
                      </a:lnTo>
                      <a:lnTo>
                        <a:pt x="72312" y="8579"/>
                      </a:lnTo>
                      <a:lnTo>
                        <a:pt x="72208" y="8621"/>
                      </a:lnTo>
                      <a:lnTo>
                        <a:pt x="72019" y="8768"/>
                      </a:lnTo>
                      <a:lnTo>
                        <a:pt x="72019" y="8830"/>
                      </a:lnTo>
                      <a:lnTo>
                        <a:pt x="71915" y="8789"/>
                      </a:lnTo>
                      <a:lnTo>
                        <a:pt x="71831" y="8851"/>
                      </a:lnTo>
                      <a:lnTo>
                        <a:pt x="71831" y="9081"/>
                      </a:lnTo>
                      <a:lnTo>
                        <a:pt x="71894" y="9144"/>
                      </a:lnTo>
                      <a:lnTo>
                        <a:pt x="71894" y="9144"/>
                      </a:lnTo>
                      <a:lnTo>
                        <a:pt x="71789" y="9081"/>
                      </a:lnTo>
                      <a:lnTo>
                        <a:pt x="71705" y="8872"/>
                      </a:lnTo>
                      <a:lnTo>
                        <a:pt x="71747" y="8726"/>
                      </a:lnTo>
                      <a:lnTo>
                        <a:pt x="71580" y="8621"/>
                      </a:lnTo>
                      <a:lnTo>
                        <a:pt x="71517" y="8454"/>
                      </a:lnTo>
                      <a:lnTo>
                        <a:pt x="71475" y="8454"/>
                      </a:lnTo>
                      <a:lnTo>
                        <a:pt x="71580" y="8433"/>
                      </a:lnTo>
                      <a:lnTo>
                        <a:pt x="71685" y="8558"/>
                      </a:lnTo>
                      <a:lnTo>
                        <a:pt x="71685" y="8433"/>
                      </a:lnTo>
                      <a:lnTo>
                        <a:pt x="71810" y="8433"/>
                      </a:lnTo>
                      <a:lnTo>
                        <a:pt x="71915" y="8475"/>
                      </a:lnTo>
                      <a:lnTo>
                        <a:pt x="72061" y="8370"/>
                      </a:lnTo>
                      <a:lnTo>
                        <a:pt x="72019" y="8265"/>
                      </a:lnTo>
                      <a:lnTo>
                        <a:pt x="71705" y="8140"/>
                      </a:lnTo>
                      <a:lnTo>
                        <a:pt x="71622" y="8265"/>
                      </a:lnTo>
                      <a:lnTo>
                        <a:pt x="71475" y="8265"/>
                      </a:lnTo>
                      <a:lnTo>
                        <a:pt x="71329" y="8224"/>
                      </a:lnTo>
                      <a:lnTo>
                        <a:pt x="71475" y="8224"/>
                      </a:lnTo>
                      <a:lnTo>
                        <a:pt x="71580" y="8098"/>
                      </a:lnTo>
                      <a:lnTo>
                        <a:pt x="71685" y="8056"/>
                      </a:lnTo>
                      <a:lnTo>
                        <a:pt x="71789" y="8119"/>
                      </a:lnTo>
                      <a:lnTo>
                        <a:pt x="71936" y="8140"/>
                      </a:lnTo>
                      <a:lnTo>
                        <a:pt x="72061" y="8245"/>
                      </a:lnTo>
                      <a:lnTo>
                        <a:pt x="72229" y="8433"/>
                      </a:lnTo>
                      <a:lnTo>
                        <a:pt x="72354" y="8433"/>
                      </a:lnTo>
                      <a:lnTo>
                        <a:pt x="72417" y="8537"/>
                      </a:lnTo>
                      <a:lnTo>
                        <a:pt x="72480" y="8558"/>
                      </a:lnTo>
                      <a:lnTo>
                        <a:pt x="72626" y="8475"/>
                      </a:lnTo>
                      <a:lnTo>
                        <a:pt x="72668" y="8558"/>
                      </a:lnTo>
                      <a:lnTo>
                        <a:pt x="72940" y="8349"/>
                      </a:lnTo>
                      <a:lnTo>
                        <a:pt x="72961" y="8391"/>
                      </a:lnTo>
                      <a:lnTo>
                        <a:pt x="72940" y="8496"/>
                      </a:lnTo>
                      <a:lnTo>
                        <a:pt x="73045" y="8433"/>
                      </a:lnTo>
                      <a:lnTo>
                        <a:pt x="73045" y="8286"/>
                      </a:lnTo>
                      <a:lnTo>
                        <a:pt x="73170" y="8077"/>
                      </a:lnTo>
                      <a:lnTo>
                        <a:pt x="73149" y="8014"/>
                      </a:lnTo>
                      <a:lnTo>
                        <a:pt x="73149" y="7847"/>
                      </a:lnTo>
                      <a:lnTo>
                        <a:pt x="73086" y="7617"/>
                      </a:lnTo>
                      <a:lnTo>
                        <a:pt x="73191" y="7240"/>
                      </a:lnTo>
                      <a:lnTo>
                        <a:pt x="73191" y="7010"/>
                      </a:lnTo>
                      <a:lnTo>
                        <a:pt x="73086" y="6884"/>
                      </a:lnTo>
                      <a:lnTo>
                        <a:pt x="73045" y="6759"/>
                      </a:lnTo>
                      <a:lnTo>
                        <a:pt x="72877" y="6612"/>
                      </a:lnTo>
                      <a:lnTo>
                        <a:pt x="72793" y="6445"/>
                      </a:lnTo>
                      <a:lnTo>
                        <a:pt x="72856" y="6445"/>
                      </a:lnTo>
                      <a:lnTo>
                        <a:pt x="72961" y="6571"/>
                      </a:lnTo>
                      <a:lnTo>
                        <a:pt x="72982" y="6571"/>
                      </a:lnTo>
                      <a:lnTo>
                        <a:pt x="72940" y="6403"/>
                      </a:lnTo>
                      <a:lnTo>
                        <a:pt x="72773" y="6340"/>
                      </a:lnTo>
                      <a:lnTo>
                        <a:pt x="72647" y="6382"/>
                      </a:lnTo>
                      <a:lnTo>
                        <a:pt x="72417" y="6340"/>
                      </a:lnTo>
                      <a:lnTo>
                        <a:pt x="72103" y="5943"/>
                      </a:lnTo>
                      <a:lnTo>
                        <a:pt x="72019" y="5880"/>
                      </a:lnTo>
                      <a:lnTo>
                        <a:pt x="72040" y="5817"/>
                      </a:lnTo>
                      <a:lnTo>
                        <a:pt x="72208" y="5817"/>
                      </a:lnTo>
                      <a:lnTo>
                        <a:pt x="72249" y="5671"/>
                      </a:lnTo>
                      <a:lnTo>
                        <a:pt x="72166" y="5608"/>
                      </a:lnTo>
                      <a:lnTo>
                        <a:pt x="72040" y="5608"/>
                      </a:lnTo>
                      <a:lnTo>
                        <a:pt x="71998" y="5545"/>
                      </a:lnTo>
                      <a:lnTo>
                        <a:pt x="72061" y="5504"/>
                      </a:lnTo>
                      <a:lnTo>
                        <a:pt x="72019" y="5336"/>
                      </a:lnTo>
                      <a:lnTo>
                        <a:pt x="72040" y="5315"/>
                      </a:lnTo>
                      <a:lnTo>
                        <a:pt x="72166" y="5462"/>
                      </a:lnTo>
                      <a:lnTo>
                        <a:pt x="72354" y="5566"/>
                      </a:lnTo>
                      <a:lnTo>
                        <a:pt x="72375" y="5504"/>
                      </a:lnTo>
                      <a:lnTo>
                        <a:pt x="72312" y="5420"/>
                      </a:lnTo>
                      <a:lnTo>
                        <a:pt x="72312" y="5315"/>
                      </a:lnTo>
                      <a:lnTo>
                        <a:pt x="72270" y="5232"/>
                      </a:lnTo>
                      <a:lnTo>
                        <a:pt x="72333" y="5190"/>
                      </a:lnTo>
                      <a:lnTo>
                        <a:pt x="72375" y="5252"/>
                      </a:lnTo>
                      <a:lnTo>
                        <a:pt x="72417" y="5336"/>
                      </a:lnTo>
                      <a:lnTo>
                        <a:pt x="72521" y="5357"/>
                      </a:lnTo>
                      <a:lnTo>
                        <a:pt x="72563" y="5650"/>
                      </a:lnTo>
                      <a:lnTo>
                        <a:pt x="72542" y="5734"/>
                      </a:lnTo>
                      <a:lnTo>
                        <a:pt x="72835" y="5943"/>
                      </a:lnTo>
                      <a:lnTo>
                        <a:pt x="72940" y="5880"/>
                      </a:lnTo>
                      <a:lnTo>
                        <a:pt x="73065" y="5943"/>
                      </a:lnTo>
                      <a:lnTo>
                        <a:pt x="73065" y="6152"/>
                      </a:lnTo>
                      <a:lnTo>
                        <a:pt x="73170" y="6152"/>
                      </a:lnTo>
                      <a:lnTo>
                        <a:pt x="73379" y="5859"/>
                      </a:lnTo>
                      <a:lnTo>
                        <a:pt x="73421" y="5734"/>
                      </a:lnTo>
                      <a:lnTo>
                        <a:pt x="73379" y="5608"/>
                      </a:lnTo>
                      <a:lnTo>
                        <a:pt x="73400" y="5357"/>
                      </a:lnTo>
                      <a:lnTo>
                        <a:pt x="73379" y="5252"/>
                      </a:lnTo>
                      <a:lnTo>
                        <a:pt x="73421" y="5357"/>
                      </a:lnTo>
                      <a:lnTo>
                        <a:pt x="73421" y="5524"/>
                      </a:lnTo>
                      <a:lnTo>
                        <a:pt x="73505" y="5524"/>
                      </a:lnTo>
                      <a:lnTo>
                        <a:pt x="73609" y="5420"/>
                      </a:lnTo>
                      <a:lnTo>
                        <a:pt x="73798" y="5357"/>
                      </a:lnTo>
                      <a:lnTo>
                        <a:pt x="73819" y="5232"/>
                      </a:lnTo>
                      <a:lnTo>
                        <a:pt x="74007" y="5294"/>
                      </a:lnTo>
                      <a:lnTo>
                        <a:pt x="73986" y="5336"/>
                      </a:lnTo>
                      <a:lnTo>
                        <a:pt x="74007" y="5399"/>
                      </a:lnTo>
                      <a:lnTo>
                        <a:pt x="74300" y="5608"/>
                      </a:lnTo>
                      <a:lnTo>
                        <a:pt x="74342" y="5629"/>
                      </a:lnTo>
                      <a:lnTo>
                        <a:pt x="74405" y="5776"/>
                      </a:lnTo>
                      <a:lnTo>
                        <a:pt x="74405" y="5838"/>
                      </a:lnTo>
                      <a:lnTo>
                        <a:pt x="74446" y="5859"/>
                      </a:lnTo>
                      <a:lnTo>
                        <a:pt x="74698" y="5817"/>
                      </a:lnTo>
                      <a:lnTo>
                        <a:pt x="74739" y="5838"/>
                      </a:lnTo>
                      <a:lnTo>
                        <a:pt x="74739" y="5880"/>
                      </a:lnTo>
                      <a:lnTo>
                        <a:pt x="74760" y="5880"/>
                      </a:lnTo>
                      <a:lnTo>
                        <a:pt x="74865" y="5776"/>
                      </a:lnTo>
                      <a:lnTo>
                        <a:pt x="74823" y="5671"/>
                      </a:lnTo>
                      <a:lnTo>
                        <a:pt x="74844" y="5650"/>
                      </a:lnTo>
                      <a:lnTo>
                        <a:pt x="74928" y="5650"/>
                      </a:lnTo>
                      <a:lnTo>
                        <a:pt x="74886" y="5504"/>
                      </a:lnTo>
                      <a:lnTo>
                        <a:pt x="74970" y="5524"/>
                      </a:lnTo>
                      <a:lnTo>
                        <a:pt x="75032" y="5608"/>
                      </a:lnTo>
                      <a:lnTo>
                        <a:pt x="74990" y="5671"/>
                      </a:lnTo>
                      <a:lnTo>
                        <a:pt x="75095" y="5671"/>
                      </a:lnTo>
                      <a:lnTo>
                        <a:pt x="75200" y="5629"/>
                      </a:lnTo>
                      <a:lnTo>
                        <a:pt x="75472" y="5650"/>
                      </a:lnTo>
                      <a:lnTo>
                        <a:pt x="75555" y="5713"/>
                      </a:lnTo>
                      <a:lnTo>
                        <a:pt x="75618" y="5713"/>
                      </a:lnTo>
                      <a:lnTo>
                        <a:pt x="75660" y="5755"/>
                      </a:lnTo>
                      <a:lnTo>
                        <a:pt x="75702" y="5755"/>
                      </a:lnTo>
                      <a:lnTo>
                        <a:pt x="75786" y="5671"/>
                      </a:lnTo>
                      <a:lnTo>
                        <a:pt x="75723" y="5462"/>
                      </a:lnTo>
                      <a:lnTo>
                        <a:pt x="75786" y="5504"/>
                      </a:lnTo>
                      <a:lnTo>
                        <a:pt x="75911" y="5671"/>
                      </a:lnTo>
                      <a:lnTo>
                        <a:pt x="76078" y="5608"/>
                      </a:lnTo>
                      <a:lnTo>
                        <a:pt x="76078" y="5524"/>
                      </a:lnTo>
                      <a:lnTo>
                        <a:pt x="75995" y="5357"/>
                      </a:lnTo>
                      <a:lnTo>
                        <a:pt x="75869" y="5378"/>
                      </a:lnTo>
                      <a:lnTo>
                        <a:pt x="75744" y="5294"/>
                      </a:lnTo>
                      <a:lnTo>
                        <a:pt x="75806" y="5190"/>
                      </a:lnTo>
                      <a:lnTo>
                        <a:pt x="75911" y="5232"/>
                      </a:lnTo>
                      <a:lnTo>
                        <a:pt x="75995" y="5211"/>
                      </a:lnTo>
                      <a:lnTo>
                        <a:pt x="75995" y="5064"/>
                      </a:lnTo>
                      <a:lnTo>
                        <a:pt x="75890" y="5022"/>
                      </a:lnTo>
                      <a:lnTo>
                        <a:pt x="75806" y="4980"/>
                      </a:lnTo>
                      <a:lnTo>
                        <a:pt x="75744" y="5022"/>
                      </a:lnTo>
                      <a:lnTo>
                        <a:pt x="75744" y="5127"/>
                      </a:lnTo>
                      <a:lnTo>
                        <a:pt x="75681" y="5064"/>
                      </a:lnTo>
                      <a:lnTo>
                        <a:pt x="75555" y="5085"/>
                      </a:lnTo>
                      <a:lnTo>
                        <a:pt x="75576" y="4918"/>
                      </a:lnTo>
                      <a:lnTo>
                        <a:pt x="75493" y="4855"/>
                      </a:lnTo>
                      <a:lnTo>
                        <a:pt x="75388" y="4876"/>
                      </a:lnTo>
                      <a:lnTo>
                        <a:pt x="75388" y="4980"/>
                      </a:lnTo>
                      <a:lnTo>
                        <a:pt x="75346" y="4897"/>
                      </a:lnTo>
                      <a:lnTo>
                        <a:pt x="75346" y="4813"/>
                      </a:lnTo>
                      <a:lnTo>
                        <a:pt x="75472" y="4771"/>
                      </a:lnTo>
                      <a:lnTo>
                        <a:pt x="75451" y="4583"/>
                      </a:lnTo>
                      <a:lnTo>
                        <a:pt x="75367" y="4562"/>
                      </a:lnTo>
                      <a:lnTo>
                        <a:pt x="75493" y="4457"/>
                      </a:lnTo>
                      <a:lnTo>
                        <a:pt x="75430" y="4290"/>
                      </a:lnTo>
                      <a:lnTo>
                        <a:pt x="75451" y="4227"/>
                      </a:lnTo>
                      <a:lnTo>
                        <a:pt x="75283" y="4081"/>
                      </a:lnTo>
                      <a:lnTo>
                        <a:pt x="75158" y="4102"/>
                      </a:lnTo>
                      <a:lnTo>
                        <a:pt x="75032" y="4248"/>
                      </a:lnTo>
                      <a:lnTo>
                        <a:pt x="75053" y="4060"/>
                      </a:lnTo>
                      <a:lnTo>
                        <a:pt x="75158" y="4018"/>
                      </a:lnTo>
                      <a:lnTo>
                        <a:pt x="75053" y="3851"/>
                      </a:lnTo>
                      <a:lnTo>
                        <a:pt x="75053" y="3746"/>
                      </a:lnTo>
                      <a:lnTo>
                        <a:pt x="75011" y="3746"/>
                      </a:lnTo>
                      <a:lnTo>
                        <a:pt x="74928" y="3830"/>
                      </a:lnTo>
                      <a:lnTo>
                        <a:pt x="74865" y="3746"/>
                      </a:lnTo>
                      <a:lnTo>
                        <a:pt x="74739" y="3746"/>
                      </a:lnTo>
                      <a:lnTo>
                        <a:pt x="74593" y="3767"/>
                      </a:lnTo>
                      <a:lnTo>
                        <a:pt x="74718" y="3662"/>
                      </a:lnTo>
                      <a:lnTo>
                        <a:pt x="74865" y="3662"/>
                      </a:lnTo>
                      <a:lnTo>
                        <a:pt x="75011" y="3558"/>
                      </a:lnTo>
                      <a:lnTo>
                        <a:pt x="75053" y="3620"/>
                      </a:lnTo>
                      <a:lnTo>
                        <a:pt x="75158" y="3432"/>
                      </a:lnTo>
                      <a:lnTo>
                        <a:pt x="75283" y="3411"/>
                      </a:lnTo>
                      <a:lnTo>
                        <a:pt x="75325" y="3307"/>
                      </a:lnTo>
                      <a:lnTo>
                        <a:pt x="75242" y="3202"/>
                      </a:lnTo>
                      <a:lnTo>
                        <a:pt x="74970" y="3139"/>
                      </a:lnTo>
                      <a:lnTo>
                        <a:pt x="75158" y="3118"/>
                      </a:lnTo>
                      <a:lnTo>
                        <a:pt x="75346" y="3118"/>
                      </a:lnTo>
                      <a:lnTo>
                        <a:pt x="75388" y="3035"/>
                      </a:lnTo>
                      <a:lnTo>
                        <a:pt x="75346" y="2909"/>
                      </a:lnTo>
                      <a:lnTo>
                        <a:pt x="75221" y="2867"/>
                      </a:lnTo>
                      <a:lnTo>
                        <a:pt x="75137" y="2721"/>
                      </a:lnTo>
                      <a:lnTo>
                        <a:pt x="75032" y="2763"/>
                      </a:lnTo>
                      <a:lnTo>
                        <a:pt x="75011" y="2679"/>
                      </a:lnTo>
                      <a:lnTo>
                        <a:pt x="75053" y="2511"/>
                      </a:lnTo>
                      <a:lnTo>
                        <a:pt x="74949" y="2198"/>
                      </a:lnTo>
                      <a:lnTo>
                        <a:pt x="74970" y="2135"/>
                      </a:lnTo>
                      <a:lnTo>
                        <a:pt x="75032" y="2051"/>
                      </a:lnTo>
                      <a:lnTo>
                        <a:pt x="75032" y="1967"/>
                      </a:lnTo>
                      <a:lnTo>
                        <a:pt x="74928" y="1905"/>
                      </a:lnTo>
                      <a:lnTo>
                        <a:pt x="74823" y="2051"/>
                      </a:lnTo>
                      <a:lnTo>
                        <a:pt x="74718" y="2135"/>
                      </a:lnTo>
                      <a:lnTo>
                        <a:pt x="74718" y="1967"/>
                      </a:lnTo>
                      <a:lnTo>
                        <a:pt x="74614" y="1967"/>
                      </a:lnTo>
                      <a:lnTo>
                        <a:pt x="74614" y="2051"/>
                      </a:lnTo>
                      <a:lnTo>
                        <a:pt x="74530" y="2072"/>
                      </a:lnTo>
                      <a:lnTo>
                        <a:pt x="74509" y="2030"/>
                      </a:lnTo>
                      <a:lnTo>
                        <a:pt x="74530" y="1884"/>
                      </a:lnTo>
                      <a:lnTo>
                        <a:pt x="74174" y="1842"/>
                      </a:lnTo>
                      <a:lnTo>
                        <a:pt x="74091" y="1884"/>
                      </a:lnTo>
                      <a:lnTo>
                        <a:pt x="73923" y="1863"/>
                      </a:lnTo>
                      <a:lnTo>
                        <a:pt x="73819" y="1758"/>
                      </a:lnTo>
                      <a:lnTo>
                        <a:pt x="73798" y="1716"/>
                      </a:lnTo>
                      <a:lnTo>
                        <a:pt x="73693" y="1675"/>
                      </a:lnTo>
                      <a:lnTo>
                        <a:pt x="73651" y="1716"/>
                      </a:lnTo>
                      <a:lnTo>
                        <a:pt x="73589" y="1633"/>
                      </a:lnTo>
                      <a:lnTo>
                        <a:pt x="73484" y="1633"/>
                      </a:lnTo>
                      <a:lnTo>
                        <a:pt x="73379" y="1779"/>
                      </a:lnTo>
                      <a:lnTo>
                        <a:pt x="73275" y="1821"/>
                      </a:lnTo>
                      <a:lnTo>
                        <a:pt x="73233" y="1842"/>
                      </a:lnTo>
                      <a:lnTo>
                        <a:pt x="73170" y="1884"/>
                      </a:lnTo>
                      <a:lnTo>
                        <a:pt x="73296" y="1884"/>
                      </a:lnTo>
                      <a:lnTo>
                        <a:pt x="73254" y="1967"/>
                      </a:lnTo>
                      <a:lnTo>
                        <a:pt x="73128" y="2051"/>
                      </a:lnTo>
                      <a:lnTo>
                        <a:pt x="73065" y="2051"/>
                      </a:lnTo>
                      <a:lnTo>
                        <a:pt x="73086" y="2156"/>
                      </a:lnTo>
                      <a:lnTo>
                        <a:pt x="73191" y="2239"/>
                      </a:lnTo>
                      <a:lnTo>
                        <a:pt x="73170" y="2281"/>
                      </a:lnTo>
                      <a:lnTo>
                        <a:pt x="73065" y="2260"/>
                      </a:lnTo>
                      <a:lnTo>
                        <a:pt x="72982" y="2051"/>
                      </a:lnTo>
                      <a:lnTo>
                        <a:pt x="73024" y="1988"/>
                      </a:lnTo>
                      <a:lnTo>
                        <a:pt x="73024" y="1988"/>
                      </a:lnTo>
                      <a:lnTo>
                        <a:pt x="72940" y="2030"/>
                      </a:lnTo>
                      <a:lnTo>
                        <a:pt x="72773" y="2239"/>
                      </a:lnTo>
                      <a:lnTo>
                        <a:pt x="72710" y="2386"/>
                      </a:lnTo>
                      <a:lnTo>
                        <a:pt x="72605" y="2491"/>
                      </a:lnTo>
                      <a:lnTo>
                        <a:pt x="72626" y="2553"/>
                      </a:lnTo>
                      <a:lnTo>
                        <a:pt x="72773" y="2407"/>
                      </a:lnTo>
                      <a:lnTo>
                        <a:pt x="72856" y="2407"/>
                      </a:lnTo>
                      <a:lnTo>
                        <a:pt x="72919" y="2511"/>
                      </a:lnTo>
                      <a:lnTo>
                        <a:pt x="73024" y="2616"/>
                      </a:lnTo>
                      <a:lnTo>
                        <a:pt x="73233" y="2783"/>
                      </a:lnTo>
                      <a:lnTo>
                        <a:pt x="73254" y="2909"/>
                      </a:lnTo>
                      <a:lnTo>
                        <a:pt x="73170" y="2993"/>
                      </a:lnTo>
                      <a:lnTo>
                        <a:pt x="73191" y="3097"/>
                      </a:lnTo>
                      <a:lnTo>
                        <a:pt x="73358" y="3076"/>
                      </a:lnTo>
                      <a:lnTo>
                        <a:pt x="73505" y="2993"/>
                      </a:lnTo>
                      <a:lnTo>
                        <a:pt x="73589" y="3097"/>
                      </a:lnTo>
                      <a:lnTo>
                        <a:pt x="73589" y="3202"/>
                      </a:lnTo>
                      <a:lnTo>
                        <a:pt x="73672" y="3390"/>
                      </a:lnTo>
                      <a:lnTo>
                        <a:pt x="73672" y="3432"/>
                      </a:lnTo>
                      <a:lnTo>
                        <a:pt x="73568" y="3327"/>
                      </a:lnTo>
                      <a:lnTo>
                        <a:pt x="73484" y="3181"/>
                      </a:lnTo>
                      <a:lnTo>
                        <a:pt x="73400" y="3139"/>
                      </a:lnTo>
                      <a:lnTo>
                        <a:pt x="73358" y="3244"/>
                      </a:lnTo>
                      <a:lnTo>
                        <a:pt x="73379" y="3348"/>
                      </a:lnTo>
                      <a:lnTo>
                        <a:pt x="73442" y="3390"/>
                      </a:lnTo>
                      <a:lnTo>
                        <a:pt x="73400" y="3411"/>
                      </a:lnTo>
                      <a:lnTo>
                        <a:pt x="73296" y="3390"/>
                      </a:lnTo>
                      <a:lnTo>
                        <a:pt x="73191" y="3223"/>
                      </a:lnTo>
                      <a:lnTo>
                        <a:pt x="73045" y="3202"/>
                      </a:lnTo>
                      <a:lnTo>
                        <a:pt x="72940" y="3307"/>
                      </a:lnTo>
                      <a:lnTo>
                        <a:pt x="72856" y="3286"/>
                      </a:lnTo>
                      <a:lnTo>
                        <a:pt x="72835" y="3139"/>
                      </a:lnTo>
                      <a:lnTo>
                        <a:pt x="72877" y="3097"/>
                      </a:lnTo>
                      <a:lnTo>
                        <a:pt x="72814" y="2972"/>
                      </a:lnTo>
                      <a:lnTo>
                        <a:pt x="72710" y="2888"/>
                      </a:lnTo>
                      <a:lnTo>
                        <a:pt x="72668" y="2763"/>
                      </a:lnTo>
                      <a:lnTo>
                        <a:pt x="72459" y="2700"/>
                      </a:lnTo>
                      <a:lnTo>
                        <a:pt x="72291" y="2365"/>
                      </a:lnTo>
                      <a:lnTo>
                        <a:pt x="72187" y="2239"/>
                      </a:lnTo>
                      <a:lnTo>
                        <a:pt x="72208" y="2177"/>
                      </a:lnTo>
                      <a:lnTo>
                        <a:pt x="72124" y="2093"/>
                      </a:lnTo>
                      <a:lnTo>
                        <a:pt x="72019" y="2072"/>
                      </a:lnTo>
                      <a:lnTo>
                        <a:pt x="72019" y="2072"/>
                      </a:lnTo>
                      <a:lnTo>
                        <a:pt x="72040" y="2135"/>
                      </a:lnTo>
                      <a:lnTo>
                        <a:pt x="72019" y="2239"/>
                      </a:lnTo>
                      <a:lnTo>
                        <a:pt x="71977" y="2198"/>
                      </a:lnTo>
                      <a:lnTo>
                        <a:pt x="71915" y="2072"/>
                      </a:lnTo>
                      <a:lnTo>
                        <a:pt x="71685" y="1947"/>
                      </a:lnTo>
                      <a:lnTo>
                        <a:pt x="71559" y="1926"/>
                      </a:lnTo>
                      <a:lnTo>
                        <a:pt x="71454" y="1947"/>
                      </a:lnTo>
                      <a:lnTo>
                        <a:pt x="71475" y="2030"/>
                      </a:lnTo>
                      <a:lnTo>
                        <a:pt x="71580" y="2072"/>
                      </a:lnTo>
                      <a:lnTo>
                        <a:pt x="71789" y="2156"/>
                      </a:lnTo>
                      <a:lnTo>
                        <a:pt x="71622" y="2198"/>
                      </a:lnTo>
                      <a:lnTo>
                        <a:pt x="71413" y="2135"/>
                      </a:lnTo>
                      <a:lnTo>
                        <a:pt x="71308" y="2030"/>
                      </a:lnTo>
                      <a:lnTo>
                        <a:pt x="71350" y="1947"/>
                      </a:lnTo>
                      <a:lnTo>
                        <a:pt x="71287" y="1926"/>
                      </a:lnTo>
                      <a:lnTo>
                        <a:pt x="71099" y="1926"/>
                      </a:lnTo>
                      <a:lnTo>
                        <a:pt x="71161" y="1947"/>
                      </a:lnTo>
                      <a:lnTo>
                        <a:pt x="71161" y="1988"/>
                      </a:lnTo>
                      <a:lnTo>
                        <a:pt x="70994" y="2051"/>
                      </a:lnTo>
                      <a:lnTo>
                        <a:pt x="70931" y="1947"/>
                      </a:lnTo>
                      <a:lnTo>
                        <a:pt x="70952" y="1884"/>
                      </a:lnTo>
                      <a:lnTo>
                        <a:pt x="70764" y="1863"/>
                      </a:lnTo>
                      <a:lnTo>
                        <a:pt x="70722" y="1884"/>
                      </a:lnTo>
                      <a:lnTo>
                        <a:pt x="70743" y="1988"/>
                      </a:lnTo>
                      <a:lnTo>
                        <a:pt x="70638" y="1967"/>
                      </a:lnTo>
                      <a:lnTo>
                        <a:pt x="70576" y="1863"/>
                      </a:lnTo>
                      <a:lnTo>
                        <a:pt x="70429" y="1863"/>
                      </a:lnTo>
                      <a:lnTo>
                        <a:pt x="70471" y="1967"/>
                      </a:lnTo>
                      <a:lnTo>
                        <a:pt x="70471" y="1967"/>
                      </a:lnTo>
                      <a:lnTo>
                        <a:pt x="69990" y="1863"/>
                      </a:lnTo>
                      <a:lnTo>
                        <a:pt x="69843" y="1926"/>
                      </a:lnTo>
                      <a:lnTo>
                        <a:pt x="69676" y="1842"/>
                      </a:lnTo>
                      <a:lnTo>
                        <a:pt x="69676" y="1758"/>
                      </a:lnTo>
                      <a:lnTo>
                        <a:pt x="69508" y="1716"/>
                      </a:lnTo>
                      <a:lnTo>
                        <a:pt x="69488" y="1737"/>
                      </a:lnTo>
                      <a:lnTo>
                        <a:pt x="69488" y="1779"/>
                      </a:lnTo>
                      <a:lnTo>
                        <a:pt x="69425" y="1737"/>
                      </a:lnTo>
                      <a:lnTo>
                        <a:pt x="69320" y="1716"/>
                      </a:lnTo>
                      <a:lnTo>
                        <a:pt x="69216" y="1633"/>
                      </a:lnTo>
                      <a:lnTo>
                        <a:pt x="69153" y="1654"/>
                      </a:lnTo>
                      <a:lnTo>
                        <a:pt x="69174" y="1758"/>
                      </a:lnTo>
                      <a:lnTo>
                        <a:pt x="69006" y="1758"/>
                      </a:lnTo>
                      <a:lnTo>
                        <a:pt x="68860" y="1779"/>
                      </a:lnTo>
                      <a:lnTo>
                        <a:pt x="68839" y="1884"/>
                      </a:lnTo>
                      <a:lnTo>
                        <a:pt x="68651" y="1884"/>
                      </a:lnTo>
                      <a:lnTo>
                        <a:pt x="68316" y="1758"/>
                      </a:lnTo>
                      <a:lnTo>
                        <a:pt x="68337" y="1716"/>
                      </a:lnTo>
                      <a:lnTo>
                        <a:pt x="68546" y="1779"/>
                      </a:lnTo>
                      <a:lnTo>
                        <a:pt x="68651" y="1842"/>
                      </a:lnTo>
                      <a:lnTo>
                        <a:pt x="68672" y="1779"/>
                      </a:lnTo>
                      <a:lnTo>
                        <a:pt x="68337" y="1549"/>
                      </a:lnTo>
                      <a:lnTo>
                        <a:pt x="67939" y="1507"/>
                      </a:lnTo>
                      <a:lnTo>
                        <a:pt x="67793" y="1549"/>
                      </a:lnTo>
                      <a:lnTo>
                        <a:pt x="67730" y="1507"/>
                      </a:lnTo>
                      <a:lnTo>
                        <a:pt x="67793" y="1444"/>
                      </a:lnTo>
                      <a:lnTo>
                        <a:pt x="67688" y="1402"/>
                      </a:lnTo>
                      <a:lnTo>
                        <a:pt x="67542" y="1423"/>
                      </a:lnTo>
                      <a:lnTo>
                        <a:pt x="67604" y="1444"/>
                      </a:lnTo>
                      <a:lnTo>
                        <a:pt x="67521" y="1465"/>
                      </a:lnTo>
                      <a:lnTo>
                        <a:pt x="67395" y="1423"/>
                      </a:lnTo>
                      <a:lnTo>
                        <a:pt x="67019" y="1319"/>
                      </a:lnTo>
                      <a:lnTo>
                        <a:pt x="66851" y="1340"/>
                      </a:lnTo>
                      <a:lnTo>
                        <a:pt x="66788" y="1423"/>
                      </a:lnTo>
                      <a:lnTo>
                        <a:pt x="66705" y="1402"/>
                      </a:lnTo>
                      <a:lnTo>
                        <a:pt x="66663" y="1319"/>
                      </a:lnTo>
                      <a:lnTo>
                        <a:pt x="66558" y="1361"/>
                      </a:lnTo>
                      <a:lnTo>
                        <a:pt x="66349" y="1361"/>
                      </a:lnTo>
                      <a:lnTo>
                        <a:pt x="66244" y="1298"/>
                      </a:lnTo>
                      <a:lnTo>
                        <a:pt x="66161" y="1319"/>
                      </a:lnTo>
                      <a:lnTo>
                        <a:pt x="66014" y="1340"/>
                      </a:lnTo>
                      <a:lnTo>
                        <a:pt x="65951" y="1319"/>
                      </a:lnTo>
                      <a:lnTo>
                        <a:pt x="65847" y="1402"/>
                      </a:lnTo>
                      <a:lnTo>
                        <a:pt x="65826" y="1507"/>
                      </a:lnTo>
                      <a:lnTo>
                        <a:pt x="65763" y="1402"/>
                      </a:lnTo>
                      <a:lnTo>
                        <a:pt x="65303" y="1528"/>
                      </a:lnTo>
                      <a:lnTo>
                        <a:pt x="65303" y="1633"/>
                      </a:lnTo>
                      <a:lnTo>
                        <a:pt x="65198" y="1612"/>
                      </a:lnTo>
                      <a:lnTo>
                        <a:pt x="65135" y="1737"/>
                      </a:lnTo>
                      <a:lnTo>
                        <a:pt x="65094" y="1737"/>
                      </a:lnTo>
                      <a:lnTo>
                        <a:pt x="65031" y="1654"/>
                      </a:lnTo>
                      <a:lnTo>
                        <a:pt x="64884" y="1675"/>
                      </a:lnTo>
                      <a:lnTo>
                        <a:pt x="64884" y="1779"/>
                      </a:lnTo>
                      <a:lnTo>
                        <a:pt x="64801" y="1779"/>
                      </a:lnTo>
                      <a:lnTo>
                        <a:pt x="64696" y="1842"/>
                      </a:lnTo>
                      <a:lnTo>
                        <a:pt x="64529" y="1737"/>
                      </a:lnTo>
                      <a:lnTo>
                        <a:pt x="64403" y="1779"/>
                      </a:lnTo>
                      <a:lnTo>
                        <a:pt x="64403" y="1863"/>
                      </a:lnTo>
                      <a:lnTo>
                        <a:pt x="64152" y="1863"/>
                      </a:lnTo>
                      <a:lnTo>
                        <a:pt x="63838" y="1884"/>
                      </a:lnTo>
                      <a:lnTo>
                        <a:pt x="63754" y="1842"/>
                      </a:lnTo>
                      <a:lnTo>
                        <a:pt x="63482" y="1884"/>
                      </a:lnTo>
                      <a:lnTo>
                        <a:pt x="63462" y="1905"/>
                      </a:lnTo>
                      <a:lnTo>
                        <a:pt x="63629" y="2009"/>
                      </a:lnTo>
                      <a:lnTo>
                        <a:pt x="63692" y="2198"/>
                      </a:lnTo>
                      <a:lnTo>
                        <a:pt x="63775" y="2260"/>
                      </a:lnTo>
                      <a:lnTo>
                        <a:pt x="63796" y="2386"/>
                      </a:lnTo>
                      <a:lnTo>
                        <a:pt x="63880" y="2574"/>
                      </a:lnTo>
                      <a:lnTo>
                        <a:pt x="63838" y="2637"/>
                      </a:lnTo>
                      <a:lnTo>
                        <a:pt x="63838" y="2804"/>
                      </a:lnTo>
                      <a:lnTo>
                        <a:pt x="63880" y="2804"/>
                      </a:lnTo>
                      <a:lnTo>
                        <a:pt x="63985" y="2700"/>
                      </a:lnTo>
                      <a:lnTo>
                        <a:pt x="64194" y="2804"/>
                      </a:lnTo>
                      <a:lnTo>
                        <a:pt x="64257" y="2888"/>
                      </a:lnTo>
                      <a:lnTo>
                        <a:pt x="64319" y="2909"/>
                      </a:lnTo>
                      <a:lnTo>
                        <a:pt x="64529" y="3118"/>
                      </a:lnTo>
                      <a:lnTo>
                        <a:pt x="64570" y="3307"/>
                      </a:lnTo>
                      <a:lnTo>
                        <a:pt x="64717" y="3348"/>
                      </a:lnTo>
                      <a:lnTo>
                        <a:pt x="64822" y="3516"/>
                      </a:lnTo>
                      <a:lnTo>
                        <a:pt x="64822" y="3579"/>
                      </a:lnTo>
                      <a:lnTo>
                        <a:pt x="64842" y="3662"/>
                      </a:lnTo>
                      <a:lnTo>
                        <a:pt x="64801" y="3725"/>
                      </a:lnTo>
                      <a:lnTo>
                        <a:pt x="64884" y="3830"/>
                      </a:lnTo>
                      <a:lnTo>
                        <a:pt x="64822" y="3871"/>
                      </a:lnTo>
                      <a:lnTo>
                        <a:pt x="64738" y="3851"/>
                      </a:lnTo>
                      <a:lnTo>
                        <a:pt x="64612" y="3934"/>
                      </a:lnTo>
                      <a:lnTo>
                        <a:pt x="64633" y="4039"/>
                      </a:lnTo>
                      <a:lnTo>
                        <a:pt x="64508" y="4060"/>
                      </a:lnTo>
                      <a:lnTo>
                        <a:pt x="64403" y="4143"/>
                      </a:lnTo>
                      <a:lnTo>
                        <a:pt x="64215" y="4102"/>
                      </a:lnTo>
                      <a:lnTo>
                        <a:pt x="64152" y="4039"/>
                      </a:lnTo>
                      <a:lnTo>
                        <a:pt x="64152" y="3892"/>
                      </a:lnTo>
                      <a:lnTo>
                        <a:pt x="63964" y="3641"/>
                      </a:lnTo>
                      <a:lnTo>
                        <a:pt x="63880" y="3641"/>
                      </a:lnTo>
                      <a:lnTo>
                        <a:pt x="63838" y="3662"/>
                      </a:lnTo>
                      <a:lnTo>
                        <a:pt x="63566" y="3620"/>
                      </a:lnTo>
                      <a:lnTo>
                        <a:pt x="63378" y="3641"/>
                      </a:lnTo>
                      <a:lnTo>
                        <a:pt x="63315" y="3579"/>
                      </a:lnTo>
                      <a:lnTo>
                        <a:pt x="63148" y="3411"/>
                      </a:lnTo>
                      <a:lnTo>
                        <a:pt x="63148" y="3286"/>
                      </a:lnTo>
                      <a:lnTo>
                        <a:pt x="63043" y="3202"/>
                      </a:lnTo>
                      <a:lnTo>
                        <a:pt x="62897" y="3181"/>
                      </a:lnTo>
                      <a:lnTo>
                        <a:pt x="62855" y="3097"/>
                      </a:lnTo>
                      <a:lnTo>
                        <a:pt x="62813" y="2951"/>
                      </a:lnTo>
                      <a:lnTo>
                        <a:pt x="62625" y="2909"/>
                      </a:lnTo>
                      <a:lnTo>
                        <a:pt x="62583" y="2951"/>
                      </a:lnTo>
                      <a:lnTo>
                        <a:pt x="62583" y="3097"/>
                      </a:lnTo>
                      <a:lnTo>
                        <a:pt x="62583" y="3244"/>
                      </a:lnTo>
                      <a:lnTo>
                        <a:pt x="62604" y="3327"/>
                      </a:lnTo>
                      <a:lnTo>
                        <a:pt x="62478" y="3516"/>
                      </a:lnTo>
                      <a:lnTo>
                        <a:pt x="62415" y="3641"/>
                      </a:lnTo>
                      <a:lnTo>
                        <a:pt x="62332" y="3558"/>
                      </a:lnTo>
                      <a:lnTo>
                        <a:pt x="62311" y="3474"/>
                      </a:lnTo>
                      <a:lnTo>
                        <a:pt x="62269" y="3474"/>
                      </a:lnTo>
                      <a:lnTo>
                        <a:pt x="62164" y="3558"/>
                      </a:lnTo>
                      <a:lnTo>
                        <a:pt x="61913" y="3537"/>
                      </a:lnTo>
                      <a:lnTo>
                        <a:pt x="61704" y="3620"/>
                      </a:lnTo>
                      <a:lnTo>
                        <a:pt x="61641" y="3579"/>
                      </a:lnTo>
                      <a:lnTo>
                        <a:pt x="61474" y="3725"/>
                      </a:lnTo>
                      <a:lnTo>
                        <a:pt x="61327" y="3746"/>
                      </a:lnTo>
                      <a:lnTo>
                        <a:pt x="61223" y="3725"/>
                      </a:lnTo>
                      <a:lnTo>
                        <a:pt x="61118" y="3620"/>
                      </a:lnTo>
                      <a:lnTo>
                        <a:pt x="61034" y="3620"/>
                      </a:lnTo>
                      <a:lnTo>
                        <a:pt x="60972" y="3662"/>
                      </a:lnTo>
                      <a:lnTo>
                        <a:pt x="61013" y="3746"/>
                      </a:lnTo>
                      <a:lnTo>
                        <a:pt x="60804" y="3830"/>
                      </a:lnTo>
                      <a:lnTo>
                        <a:pt x="60700" y="3913"/>
                      </a:lnTo>
                      <a:lnTo>
                        <a:pt x="60449" y="3934"/>
                      </a:lnTo>
                      <a:lnTo>
                        <a:pt x="60323" y="4081"/>
                      </a:lnTo>
                      <a:lnTo>
                        <a:pt x="60323" y="4290"/>
                      </a:lnTo>
                      <a:lnTo>
                        <a:pt x="60323" y="4562"/>
                      </a:lnTo>
                      <a:lnTo>
                        <a:pt x="60532" y="4855"/>
                      </a:lnTo>
                      <a:lnTo>
                        <a:pt x="60553" y="5022"/>
                      </a:lnTo>
                      <a:lnTo>
                        <a:pt x="60407" y="4813"/>
                      </a:lnTo>
                      <a:lnTo>
                        <a:pt x="60281" y="4688"/>
                      </a:lnTo>
                      <a:lnTo>
                        <a:pt x="60177" y="4708"/>
                      </a:lnTo>
                      <a:lnTo>
                        <a:pt x="60030" y="4625"/>
                      </a:lnTo>
                      <a:lnTo>
                        <a:pt x="60072" y="4729"/>
                      </a:lnTo>
                      <a:lnTo>
                        <a:pt x="60177" y="4792"/>
                      </a:lnTo>
                      <a:lnTo>
                        <a:pt x="60218" y="4980"/>
                      </a:lnTo>
                      <a:lnTo>
                        <a:pt x="60218" y="5022"/>
                      </a:lnTo>
                      <a:lnTo>
                        <a:pt x="60072" y="4813"/>
                      </a:lnTo>
                      <a:lnTo>
                        <a:pt x="59967" y="4813"/>
                      </a:lnTo>
                      <a:lnTo>
                        <a:pt x="59925" y="4604"/>
                      </a:lnTo>
                      <a:lnTo>
                        <a:pt x="59758" y="4415"/>
                      </a:lnTo>
                      <a:lnTo>
                        <a:pt x="59674" y="4269"/>
                      </a:lnTo>
                      <a:lnTo>
                        <a:pt x="59570" y="4269"/>
                      </a:lnTo>
                      <a:lnTo>
                        <a:pt x="59612" y="4457"/>
                      </a:lnTo>
                      <a:lnTo>
                        <a:pt x="59591" y="4562"/>
                      </a:lnTo>
                      <a:lnTo>
                        <a:pt x="59549" y="4415"/>
                      </a:lnTo>
                      <a:lnTo>
                        <a:pt x="59402" y="4353"/>
                      </a:lnTo>
                      <a:lnTo>
                        <a:pt x="59256" y="4374"/>
                      </a:lnTo>
                      <a:lnTo>
                        <a:pt x="59256" y="4457"/>
                      </a:lnTo>
                      <a:lnTo>
                        <a:pt x="59172" y="4374"/>
                      </a:lnTo>
                      <a:lnTo>
                        <a:pt x="59026" y="4374"/>
                      </a:lnTo>
                      <a:lnTo>
                        <a:pt x="58879" y="4520"/>
                      </a:lnTo>
                      <a:lnTo>
                        <a:pt x="58754" y="4562"/>
                      </a:lnTo>
                      <a:lnTo>
                        <a:pt x="58837" y="4415"/>
                      </a:lnTo>
                      <a:lnTo>
                        <a:pt x="58837" y="4311"/>
                      </a:lnTo>
                      <a:lnTo>
                        <a:pt x="58712" y="4081"/>
                      </a:lnTo>
                      <a:lnTo>
                        <a:pt x="58712" y="3934"/>
                      </a:lnTo>
                      <a:lnTo>
                        <a:pt x="58649" y="3871"/>
                      </a:lnTo>
                      <a:lnTo>
                        <a:pt x="58649" y="3767"/>
                      </a:lnTo>
                      <a:lnTo>
                        <a:pt x="58544" y="3558"/>
                      </a:lnTo>
                      <a:lnTo>
                        <a:pt x="58335" y="3327"/>
                      </a:lnTo>
                      <a:lnTo>
                        <a:pt x="58105" y="3202"/>
                      </a:lnTo>
                      <a:lnTo>
                        <a:pt x="57875" y="2930"/>
                      </a:lnTo>
                      <a:lnTo>
                        <a:pt x="57310" y="2742"/>
                      </a:lnTo>
                      <a:lnTo>
                        <a:pt x="57038" y="2742"/>
                      </a:lnTo>
                      <a:lnTo>
                        <a:pt x="56892" y="2783"/>
                      </a:lnTo>
                      <a:lnTo>
                        <a:pt x="56661" y="2930"/>
                      </a:lnTo>
                      <a:lnTo>
                        <a:pt x="56661" y="2993"/>
                      </a:lnTo>
                      <a:lnTo>
                        <a:pt x="56536" y="2951"/>
                      </a:lnTo>
                      <a:lnTo>
                        <a:pt x="56327" y="3035"/>
                      </a:lnTo>
                      <a:lnTo>
                        <a:pt x="55887" y="3244"/>
                      </a:lnTo>
                      <a:lnTo>
                        <a:pt x="55720" y="3265"/>
                      </a:lnTo>
                      <a:lnTo>
                        <a:pt x="55531" y="3453"/>
                      </a:lnTo>
                      <a:lnTo>
                        <a:pt x="55427" y="3516"/>
                      </a:lnTo>
                      <a:lnTo>
                        <a:pt x="55197" y="3683"/>
                      </a:lnTo>
                      <a:lnTo>
                        <a:pt x="55071" y="3746"/>
                      </a:lnTo>
                      <a:lnTo>
                        <a:pt x="54946" y="3871"/>
                      </a:lnTo>
                      <a:lnTo>
                        <a:pt x="54757" y="3934"/>
                      </a:lnTo>
                      <a:lnTo>
                        <a:pt x="54590" y="3871"/>
                      </a:lnTo>
                      <a:lnTo>
                        <a:pt x="54360" y="3934"/>
                      </a:lnTo>
                      <a:lnTo>
                        <a:pt x="54213" y="3997"/>
                      </a:lnTo>
                      <a:lnTo>
                        <a:pt x="54339" y="3871"/>
                      </a:lnTo>
                      <a:lnTo>
                        <a:pt x="54527" y="3767"/>
                      </a:lnTo>
                      <a:lnTo>
                        <a:pt x="54548" y="3662"/>
                      </a:lnTo>
                      <a:lnTo>
                        <a:pt x="54381" y="3474"/>
                      </a:lnTo>
                      <a:lnTo>
                        <a:pt x="54109" y="3411"/>
                      </a:lnTo>
                      <a:lnTo>
                        <a:pt x="53837" y="3223"/>
                      </a:lnTo>
                      <a:lnTo>
                        <a:pt x="53753" y="3160"/>
                      </a:lnTo>
                      <a:lnTo>
                        <a:pt x="53711" y="3223"/>
                      </a:lnTo>
                      <a:lnTo>
                        <a:pt x="53607" y="3453"/>
                      </a:lnTo>
                      <a:lnTo>
                        <a:pt x="53607" y="3579"/>
                      </a:lnTo>
                      <a:lnTo>
                        <a:pt x="53544" y="3516"/>
                      </a:lnTo>
                      <a:lnTo>
                        <a:pt x="53502" y="3537"/>
                      </a:lnTo>
                      <a:lnTo>
                        <a:pt x="53439" y="3662"/>
                      </a:lnTo>
                      <a:lnTo>
                        <a:pt x="53376" y="3725"/>
                      </a:lnTo>
                      <a:lnTo>
                        <a:pt x="53335" y="3662"/>
                      </a:lnTo>
                      <a:lnTo>
                        <a:pt x="53397" y="3516"/>
                      </a:lnTo>
                      <a:lnTo>
                        <a:pt x="53439" y="3432"/>
                      </a:lnTo>
                      <a:lnTo>
                        <a:pt x="53397" y="3265"/>
                      </a:lnTo>
                      <a:lnTo>
                        <a:pt x="53272" y="3202"/>
                      </a:lnTo>
                      <a:lnTo>
                        <a:pt x="53125" y="3327"/>
                      </a:lnTo>
                      <a:lnTo>
                        <a:pt x="53167" y="3411"/>
                      </a:lnTo>
                      <a:lnTo>
                        <a:pt x="53083" y="3537"/>
                      </a:lnTo>
                      <a:lnTo>
                        <a:pt x="53000" y="3453"/>
                      </a:lnTo>
                      <a:lnTo>
                        <a:pt x="52979" y="3307"/>
                      </a:lnTo>
                      <a:lnTo>
                        <a:pt x="52916" y="3160"/>
                      </a:lnTo>
                      <a:lnTo>
                        <a:pt x="52874" y="3014"/>
                      </a:lnTo>
                      <a:lnTo>
                        <a:pt x="52770" y="3118"/>
                      </a:lnTo>
                      <a:lnTo>
                        <a:pt x="52560" y="3139"/>
                      </a:lnTo>
                      <a:lnTo>
                        <a:pt x="52246" y="3223"/>
                      </a:lnTo>
                      <a:lnTo>
                        <a:pt x="52163" y="3202"/>
                      </a:lnTo>
                      <a:lnTo>
                        <a:pt x="52267" y="3118"/>
                      </a:lnTo>
                      <a:lnTo>
                        <a:pt x="52246" y="3014"/>
                      </a:lnTo>
                      <a:lnTo>
                        <a:pt x="52246" y="2909"/>
                      </a:lnTo>
                      <a:lnTo>
                        <a:pt x="52226" y="2783"/>
                      </a:lnTo>
                      <a:lnTo>
                        <a:pt x="52246" y="2763"/>
                      </a:lnTo>
                      <a:lnTo>
                        <a:pt x="52456" y="2909"/>
                      </a:lnTo>
                      <a:lnTo>
                        <a:pt x="52560" y="2825"/>
                      </a:lnTo>
                      <a:lnTo>
                        <a:pt x="52581" y="2700"/>
                      </a:lnTo>
                      <a:lnTo>
                        <a:pt x="52393" y="2428"/>
                      </a:lnTo>
                      <a:lnTo>
                        <a:pt x="52016" y="2302"/>
                      </a:lnTo>
                      <a:lnTo>
                        <a:pt x="51702" y="2281"/>
                      </a:lnTo>
                      <a:lnTo>
                        <a:pt x="51347" y="2365"/>
                      </a:lnTo>
                      <a:lnTo>
                        <a:pt x="51033" y="2407"/>
                      </a:lnTo>
                      <a:lnTo>
                        <a:pt x="50824" y="2574"/>
                      </a:lnTo>
                      <a:lnTo>
                        <a:pt x="50886" y="3139"/>
                      </a:lnTo>
                      <a:lnTo>
                        <a:pt x="50866" y="3307"/>
                      </a:lnTo>
                      <a:lnTo>
                        <a:pt x="50907" y="3411"/>
                      </a:lnTo>
                      <a:lnTo>
                        <a:pt x="50803" y="3579"/>
                      </a:lnTo>
                      <a:lnTo>
                        <a:pt x="50803" y="3746"/>
                      </a:lnTo>
                      <a:lnTo>
                        <a:pt x="50656" y="3851"/>
                      </a:lnTo>
                      <a:lnTo>
                        <a:pt x="50552" y="3851"/>
                      </a:lnTo>
                      <a:lnTo>
                        <a:pt x="50489" y="3788"/>
                      </a:lnTo>
                      <a:lnTo>
                        <a:pt x="50489" y="3725"/>
                      </a:lnTo>
                      <a:lnTo>
                        <a:pt x="50363" y="3620"/>
                      </a:lnTo>
                      <a:lnTo>
                        <a:pt x="50447" y="3537"/>
                      </a:lnTo>
                      <a:lnTo>
                        <a:pt x="50510" y="3558"/>
                      </a:lnTo>
                      <a:lnTo>
                        <a:pt x="50594" y="3369"/>
                      </a:lnTo>
                      <a:lnTo>
                        <a:pt x="50552" y="3139"/>
                      </a:lnTo>
                      <a:lnTo>
                        <a:pt x="50405" y="3097"/>
                      </a:lnTo>
                      <a:lnTo>
                        <a:pt x="50342" y="2888"/>
                      </a:lnTo>
                      <a:lnTo>
                        <a:pt x="50405" y="2909"/>
                      </a:lnTo>
                      <a:lnTo>
                        <a:pt x="50510" y="2804"/>
                      </a:lnTo>
                      <a:lnTo>
                        <a:pt x="50510" y="2930"/>
                      </a:lnTo>
                      <a:lnTo>
                        <a:pt x="50614" y="3035"/>
                      </a:lnTo>
                      <a:lnTo>
                        <a:pt x="50698" y="3223"/>
                      </a:lnTo>
                      <a:lnTo>
                        <a:pt x="50719" y="3160"/>
                      </a:lnTo>
                      <a:lnTo>
                        <a:pt x="50698" y="2888"/>
                      </a:lnTo>
                      <a:lnTo>
                        <a:pt x="50656" y="2679"/>
                      </a:lnTo>
                      <a:lnTo>
                        <a:pt x="50259" y="2825"/>
                      </a:lnTo>
                      <a:lnTo>
                        <a:pt x="49945" y="3035"/>
                      </a:lnTo>
                      <a:lnTo>
                        <a:pt x="49945" y="3160"/>
                      </a:lnTo>
                      <a:lnTo>
                        <a:pt x="49757" y="3307"/>
                      </a:lnTo>
                      <a:lnTo>
                        <a:pt x="49652" y="3223"/>
                      </a:lnTo>
                      <a:lnTo>
                        <a:pt x="49673" y="3139"/>
                      </a:lnTo>
                      <a:lnTo>
                        <a:pt x="49777" y="3118"/>
                      </a:lnTo>
                      <a:lnTo>
                        <a:pt x="49673" y="2993"/>
                      </a:lnTo>
                      <a:lnTo>
                        <a:pt x="49757" y="2742"/>
                      </a:lnTo>
                      <a:lnTo>
                        <a:pt x="49882" y="2804"/>
                      </a:lnTo>
                      <a:lnTo>
                        <a:pt x="49945" y="2783"/>
                      </a:lnTo>
                      <a:lnTo>
                        <a:pt x="50070" y="2825"/>
                      </a:lnTo>
                      <a:lnTo>
                        <a:pt x="50468" y="2637"/>
                      </a:lnTo>
                      <a:lnTo>
                        <a:pt x="50614" y="2595"/>
                      </a:lnTo>
                      <a:lnTo>
                        <a:pt x="50342" y="2595"/>
                      </a:lnTo>
                      <a:lnTo>
                        <a:pt x="50175" y="2616"/>
                      </a:lnTo>
                      <a:lnTo>
                        <a:pt x="49945" y="2595"/>
                      </a:lnTo>
                      <a:lnTo>
                        <a:pt x="49443" y="2595"/>
                      </a:lnTo>
                      <a:lnTo>
                        <a:pt x="49338" y="2637"/>
                      </a:lnTo>
                      <a:lnTo>
                        <a:pt x="48669" y="2700"/>
                      </a:lnTo>
                      <a:lnTo>
                        <a:pt x="48271" y="2700"/>
                      </a:lnTo>
                      <a:lnTo>
                        <a:pt x="48041" y="2742"/>
                      </a:lnTo>
                      <a:lnTo>
                        <a:pt x="47769" y="2637"/>
                      </a:lnTo>
                      <a:lnTo>
                        <a:pt x="47539" y="2679"/>
                      </a:lnTo>
                      <a:lnTo>
                        <a:pt x="47371" y="2742"/>
                      </a:lnTo>
                      <a:lnTo>
                        <a:pt x="47518" y="2909"/>
                      </a:lnTo>
                      <a:lnTo>
                        <a:pt x="47685" y="2909"/>
                      </a:lnTo>
                      <a:lnTo>
                        <a:pt x="47790" y="2951"/>
                      </a:lnTo>
                      <a:lnTo>
                        <a:pt x="47894" y="2930"/>
                      </a:lnTo>
                      <a:lnTo>
                        <a:pt x="48041" y="3055"/>
                      </a:lnTo>
                      <a:lnTo>
                        <a:pt x="48041" y="3139"/>
                      </a:lnTo>
                      <a:lnTo>
                        <a:pt x="47832" y="3327"/>
                      </a:lnTo>
                      <a:lnTo>
                        <a:pt x="47685" y="3307"/>
                      </a:lnTo>
                      <a:lnTo>
                        <a:pt x="47518" y="3369"/>
                      </a:lnTo>
                      <a:lnTo>
                        <a:pt x="47476" y="3537"/>
                      </a:lnTo>
                      <a:lnTo>
                        <a:pt x="47434" y="3641"/>
                      </a:lnTo>
                      <a:lnTo>
                        <a:pt x="47560" y="3871"/>
                      </a:lnTo>
                      <a:lnTo>
                        <a:pt x="47769" y="3934"/>
                      </a:lnTo>
                      <a:lnTo>
                        <a:pt x="47790" y="3788"/>
                      </a:lnTo>
                      <a:lnTo>
                        <a:pt x="47936" y="3662"/>
                      </a:lnTo>
                      <a:lnTo>
                        <a:pt x="48145" y="3579"/>
                      </a:lnTo>
                      <a:lnTo>
                        <a:pt x="48104" y="3788"/>
                      </a:lnTo>
                      <a:lnTo>
                        <a:pt x="47894" y="3788"/>
                      </a:lnTo>
                      <a:lnTo>
                        <a:pt x="47999" y="3934"/>
                      </a:lnTo>
                      <a:lnTo>
                        <a:pt x="47978" y="3955"/>
                      </a:lnTo>
                      <a:lnTo>
                        <a:pt x="48041" y="4060"/>
                      </a:lnTo>
                      <a:lnTo>
                        <a:pt x="47894" y="4143"/>
                      </a:lnTo>
                      <a:lnTo>
                        <a:pt x="48041" y="4164"/>
                      </a:lnTo>
                      <a:lnTo>
                        <a:pt x="48166" y="4102"/>
                      </a:lnTo>
                      <a:lnTo>
                        <a:pt x="48208" y="4206"/>
                      </a:lnTo>
                      <a:lnTo>
                        <a:pt x="48187" y="4353"/>
                      </a:lnTo>
                      <a:lnTo>
                        <a:pt x="48313" y="4478"/>
                      </a:lnTo>
                      <a:lnTo>
                        <a:pt x="48459" y="4499"/>
                      </a:lnTo>
                      <a:lnTo>
                        <a:pt x="48627" y="4708"/>
                      </a:lnTo>
                      <a:lnTo>
                        <a:pt x="48606" y="4813"/>
                      </a:lnTo>
                      <a:lnTo>
                        <a:pt x="48522" y="4771"/>
                      </a:lnTo>
                      <a:lnTo>
                        <a:pt x="48397" y="4813"/>
                      </a:lnTo>
                      <a:lnTo>
                        <a:pt x="48459" y="4939"/>
                      </a:lnTo>
                      <a:lnTo>
                        <a:pt x="48376" y="5001"/>
                      </a:lnTo>
                      <a:lnTo>
                        <a:pt x="48313" y="4939"/>
                      </a:lnTo>
                      <a:lnTo>
                        <a:pt x="48250" y="4980"/>
                      </a:lnTo>
                      <a:lnTo>
                        <a:pt x="48187" y="4834"/>
                      </a:lnTo>
                      <a:lnTo>
                        <a:pt x="47999" y="4708"/>
                      </a:lnTo>
                      <a:lnTo>
                        <a:pt x="47936" y="4729"/>
                      </a:lnTo>
                      <a:lnTo>
                        <a:pt x="47978" y="4813"/>
                      </a:lnTo>
                      <a:lnTo>
                        <a:pt x="47873" y="4897"/>
                      </a:lnTo>
                      <a:lnTo>
                        <a:pt x="47790" y="4834"/>
                      </a:lnTo>
                      <a:lnTo>
                        <a:pt x="47727" y="4897"/>
                      </a:lnTo>
                      <a:lnTo>
                        <a:pt x="47769" y="5022"/>
                      </a:lnTo>
                      <a:lnTo>
                        <a:pt x="47790" y="5211"/>
                      </a:lnTo>
                      <a:lnTo>
                        <a:pt x="47936" y="5232"/>
                      </a:lnTo>
                      <a:lnTo>
                        <a:pt x="48083" y="5148"/>
                      </a:lnTo>
                      <a:lnTo>
                        <a:pt x="48187" y="5252"/>
                      </a:lnTo>
                      <a:lnTo>
                        <a:pt x="48104" y="5336"/>
                      </a:lnTo>
                      <a:lnTo>
                        <a:pt x="48250" y="5399"/>
                      </a:lnTo>
                      <a:lnTo>
                        <a:pt x="48145" y="5462"/>
                      </a:lnTo>
                      <a:lnTo>
                        <a:pt x="47978" y="5420"/>
                      </a:lnTo>
                      <a:lnTo>
                        <a:pt x="47978" y="5462"/>
                      </a:lnTo>
                      <a:lnTo>
                        <a:pt x="48145" y="5566"/>
                      </a:lnTo>
                      <a:lnTo>
                        <a:pt x="47873" y="5566"/>
                      </a:lnTo>
                      <a:lnTo>
                        <a:pt x="47832" y="5462"/>
                      </a:lnTo>
                      <a:lnTo>
                        <a:pt x="47643" y="5462"/>
                      </a:lnTo>
                      <a:lnTo>
                        <a:pt x="47560" y="5336"/>
                      </a:lnTo>
                      <a:lnTo>
                        <a:pt x="47434" y="5315"/>
                      </a:lnTo>
                      <a:lnTo>
                        <a:pt x="47308" y="5190"/>
                      </a:lnTo>
                      <a:lnTo>
                        <a:pt x="47120" y="5190"/>
                      </a:lnTo>
                      <a:lnTo>
                        <a:pt x="46995" y="5106"/>
                      </a:lnTo>
                      <a:lnTo>
                        <a:pt x="46890" y="5127"/>
                      </a:lnTo>
                      <a:lnTo>
                        <a:pt x="46827" y="5106"/>
                      </a:lnTo>
                      <a:lnTo>
                        <a:pt x="46430" y="5252"/>
                      </a:lnTo>
                      <a:lnTo>
                        <a:pt x="46409" y="5357"/>
                      </a:lnTo>
                      <a:lnTo>
                        <a:pt x="46367" y="5420"/>
                      </a:lnTo>
                      <a:lnTo>
                        <a:pt x="46430" y="5504"/>
                      </a:lnTo>
                      <a:lnTo>
                        <a:pt x="46409" y="5566"/>
                      </a:lnTo>
                      <a:lnTo>
                        <a:pt x="46492" y="5713"/>
                      </a:lnTo>
                      <a:lnTo>
                        <a:pt x="46472" y="5734"/>
                      </a:lnTo>
                      <a:lnTo>
                        <a:pt x="46367" y="5629"/>
                      </a:lnTo>
                      <a:lnTo>
                        <a:pt x="46283" y="5671"/>
                      </a:lnTo>
                      <a:lnTo>
                        <a:pt x="46179" y="5629"/>
                      </a:lnTo>
                      <a:lnTo>
                        <a:pt x="45739" y="5671"/>
                      </a:lnTo>
                      <a:lnTo>
                        <a:pt x="45530" y="5650"/>
                      </a:lnTo>
                      <a:lnTo>
                        <a:pt x="45384" y="5524"/>
                      </a:lnTo>
                      <a:lnTo>
                        <a:pt x="45258" y="5504"/>
                      </a:lnTo>
                      <a:lnTo>
                        <a:pt x="45132" y="5357"/>
                      </a:lnTo>
                      <a:lnTo>
                        <a:pt x="45049" y="5211"/>
                      </a:lnTo>
                      <a:lnTo>
                        <a:pt x="44944" y="5148"/>
                      </a:lnTo>
                      <a:lnTo>
                        <a:pt x="44944" y="5232"/>
                      </a:lnTo>
                      <a:lnTo>
                        <a:pt x="45028" y="5420"/>
                      </a:lnTo>
                      <a:lnTo>
                        <a:pt x="45049" y="5734"/>
                      </a:lnTo>
                      <a:lnTo>
                        <a:pt x="45216" y="6068"/>
                      </a:lnTo>
                      <a:lnTo>
                        <a:pt x="45342" y="6340"/>
                      </a:lnTo>
                      <a:lnTo>
                        <a:pt x="45446" y="6926"/>
                      </a:lnTo>
                      <a:lnTo>
                        <a:pt x="45425" y="7073"/>
                      </a:lnTo>
                      <a:lnTo>
                        <a:pt x="45342" y="7073"/>
                      </a:lnTo>
                      <a:lnTo>
                        <a:pt x="45258" y="6968"/>
                      </a:lnTo>
                      <a:lnTo>
                        <a:pt x="45237" y="6864"/>
                      </a:lnTo>
                      <a:lnTo>
                        <a:pt x="45132" y="6759"/>
                      </a:lnTo>
                      <a:lnTo>
                        <a:pt x="45070" y="6801"/>
                      </a:lnTo>
                      <a:lnTo>
                        <a:pt x="45132" y="6884"/>
                      </a:lnTo>
                      <a:lnTo>
                        <a:pt x="45112" y="6968"/>
                      </a:lnTo>
                      <a:lnTo>
                        <a:pt x="44923" y="6905"/>
                      </a:lnTo>
                      <a:lnTo>
                        <a:pt x="44756" y="6717"/>
                      </a:lnTo>
                      <a:lnTo>
                        <a:pt x="44505" y="6696"/>
                      </a:lnTo>
                      <a:lnTo>
                        <a:pt x="44379" y="6550"/>
                      </a:lnTo>
                      <a:lnTo>
                        <a:pt x="44275" y="6508"/>
                      </a:lnTo>
                      <a:lnTo>
                        <a:pt x="43898" y="6173"/>
                      </a:lnTo>
                      <a:lnTo>
                        <a:pt x="43877" y="6173"/>
                      </a:lnTo>
                      <a:lnTo>
                        <a:pt x="43793" y="6236"/>
                      </a:lnTo>
                      <a:lnTo>
                        <a:pt x="43689" y="6236"/>
                      </a:lnTo>
                      <a:lnTo>
                        <a:pt x="43647" y="6152"/>
                      </a:lnTo>
                      <a:lnTo>
                        <a:pt x="43877" y="5943"/>
                      </a:lnTo>
                      <a:lnTo>
                        <a:pt x="43982" y="5943"/>
                      </a:lnTo>
                      <a:lnTo>
                        <a:pt x="43898" y="5880"/>
                      </a:lnTo>
                      <a:lnTo>
                        <a:pt x="43772" y="5817"/>
                      </a:lnTo>
                      <a:lnTo>
                        <a:pt x="43647" y="5671"/>
                      </a:lnTo>
                      <a:lnTo>
                        <a:pt x="43626" y="5671"/>
                      </a:lnTo>
                      <a:lnTo>
                        <a:pt x="43647" y="5755"/>
                      </a:lnTo>
                      <a:lnTo>
                        <a:pt x="43751" y="5859"/>
                      </a:lnTo>
                      <a:lnTo>
                        <a:pt x="43751" y="5964"/>
                      </a:lnTo>
                      <a:lnTo>
                        <a:pt x="43626" y="6048"/>
                      </a:lnTo>
                      <a:lnTo>
                        <a:pt x="43417" y="5985"/>
                      </a:lnTo>
                      <a:lnTo>
                        <a:pt x="43207" y="5838"/>
                      </a:lnTo>
                      <a:lnTo>
                        <a:pt x="43145" y="5755"/>
                      </a:lnTo>
                      <a:lnTo>
                        <a:pt x="42935" y="5734"/>
                      </a:lnTo>
                      <a:lnTo>
                        <a:pt x="42894" y="5608"/>
                      </a:lnTo>
                      <a:lnTo>
                        <a:pt x="42789" y="5545"/>
                      </a:lnTo>
                      <a:lnTo>
                        <a:pt x="43040" y="5545"/>
                      </a:lnTo>
                      <a:lnTo>
                        <a:pt x="43270" y="5608"/>
                      </a:lnTo>
                      <a:lnTo>
                        <a:pt x="43375" y="5671"/>
                      </a:lnTo>
                      <a:lnTo>
                        <a:pt x="43521" y="5629"/>
                      </a:lnTo>
                      <a:lnTo>
                        <a:pt x="43626" y="5441"/>
                      </a:lnTo>
                      <a:lnTo>
                        <a:pt x="43626" y="5378"/>
                      </a:lnTo>
                      <a:lnTo>
                        <a:pt x="43542" y="5420"/>
                      </a:lnTo>
                      <a:lnTo>
                        <a:pt x="43521" y="5336"/>
                      </a:lnTo>
                      <a:lnTo>
                        <a:pt x="43417" y="5357"/>
                      </a:lnTo>
                      <a:lnTo>
                        <a:pt x="43459" y="5190"/>
                      </a:lnTo>
                      <a:lnTo>
                        <a:pt x="43333" y="5043"/>
                      </a:lnTo>
                      <a:lnTo>
                        <a:pt x="43249" y="5106"/>
                      </a:lnTo>
                      <a:lnTo>
                        <a:pt x="43228" y="5001"/>
                      </a:lnTo>
                      <a:lnTo>
                        <a:pt x="43145" y="4980"/>
                      </a:lnTo>
                      <a:lnTo>
                        <a:pt x="43061" y="5022"/>
                      </a:lnTo>
                      <a:lnTo>
                        <a:pt x="43019" y="5085"/>
                      </a:lnTo>
                      <a:lnTo>
                        <a:pt x="42831" y="5043"/>
                      </a:lnTo>
                      <a:lnTo>
                        <a:pt x="42810" y="4897"/>
                      </a:lnTo>
                      <a:lnTo>
                        <a:pt x="43019" y="4708"/>
                      </a:lnTo>
                      <a:lnTo>
                        <a:pt x="42998" y="4625"/>
                      </a:lnTo>
                      <a:lnTo>
                        <a:pt x="42894" y="4625"/>
                      </a:lnTo>
                      <a:lnTo>
                        <a:pt x="42726" y="4792"/>
                      </a:lnTo>
                      <a:lnTo>
                        <a:pt x="42705" y="4667"/>
                      </a:lnTo>
                      <a:lnTo>
                        <a:pt x="42768" y="4562"/>
                      </a:lnTo>
                      <a:lnTo>
                        <a:pt x="42726" y="4415"/>
                      </a:lnTo>
                      <a:lnTo>
                        <a:pt x="42663" y="4457"/>
                      </a:lnTo>
                      <a:lnTo>
                        <a:pt x="42622" y="4499"/>
                      </a:lnTo>
                      <a:lnTo>
                        <a:pt x="42601" y="4395"/>
                      </a:lnTo>
                      <a:lnTo>
                        <a:pt x="42496" y="4395"/>
                      </a:lnTo>
                      <a:lnTo>
                        <a:pt x="42454" y="4353"/>
                      </a:lnTo>
                      <a:lnTo>
                        <a:pt x="42391" y="4269"/>
                      </a:lnTo>
                      <a:lnTo>
                        <a:pt x="42433" y="4102"/>
                      </a:lnTo>
                      <a:lnTo>
                        <a:pt x="42391" y="4060"/>
                      </a:lnTo>
                      <a:lnTo>
                        <a:pt x="42308" y="4102"/>
                      </a:lnTo>
                      <a:lnTo>
                        <a:pt x="42224" y="4248"/>
                      </a:lnTo>
                      <a:lnTo>
                        <a:pt x="42203" y="4039"/>
                      </a:lnTo>
                      <a:lnTo>
                        <a:pt x="42099" y="3955"/>
                      </a:lnTo>
                      <a:lnTo>
                        <a:pt x="41994" y="4039"/>
                      </a:lnTo>
                      <a:lnTo>
                        <a:pt x="41910" y="4039"/>
                      </a:lnTo>
                      <a:lnTo>
                        <a:pt x="41868" y="3871"/>
                      </a:lnTo>
                      <a:lnTo>
                        <a:pt x="41764" y="3976"/>
                      </a:lnTo>
                      <a:lnTo>
                        <a:pt x="41701" y="3976"/>
                      </a:lnTo>
                      <a:lnTo>
                        <a:pt x="41680" y="4060"/>
                      </a:lnTo>
                      <a:lnTo>
                        <a:pt x="41659" y="3892"/>
                      </a:lnTo>
                      <a:lnTo>
                        <a:pt x="41659" y="3830"/>
                      </a:lnTo>
                      <a:lnTo>
                        <a:pt x="41492" y="3830"/>
                      </a:lnTo>
                      <a:lnTo>
                        <a:pt x="41408" y="3851"/>
                      </a:lnTo>
                      <a:lnTo>
                        <a:pt x="41366" y="3788"/>
                      </a:lnTo>
                      <a:lnTo>
                        <a:pt x="41199" y="3851"/>
                      </a:lnTo>
                      <a:lnTo>
                        <a:pt x="41094" y="3851"/>
                      </a:lnTo>
                      <a:lnTo>
                        <a:pt x="41073" y="3892"/>
                      </a:lnTo>
                      <a:lnTo>
                        <a:pt x="41136" y="3955"/>
                      </a:lnTo>
                      <a:lnTo>
                        <a:pt x="41178" y="4081"/>
                      </a:lnTo>
                      <a:lnTo>
                        <a:pt x="41115" y="4060"/>
                      </a:lnTo>
                      <a:lnTo>
                        <a:pt x="41052" y="4081"/>
                      </a:lnTo>
                      <a:lnTo>
                        <a:pt x="41052" y="4164"/>
                      </a:lnTo>
                      <a:lnTo>
                        <a:pt x="41031" y="4143"/>
                      </a:lnTo>
                      <a:lnTo>
                        <a:pt x="40885" y="4164"/>
                      </a:lnTo>
                      <a:lnTo>
                        <a:pt x="40843" y="4143"/>
                      </a:lnTo>
                      <a:lnTo>
                        <a:pt x="40885" y="4039"/>
                      </a:lnTo>
                      <a:lnTo>
                        <a:pt x="40969" y="3976"/>
                      </a:lnTo>
                      <a:lnTo>
                        <a:pt x="40927" y="3871"/>
                      </a:lnTo>
                      <a:lnTo>
                        <a:pt x="40822" y="3851"/>
                      </a:lnTo>
                      <a:lnTo>
                        <a:pt x="40822" y="3955"/>
                      </a:lnTo>
                      <a:lnTo>
                        <a:pt x="40738" y="3997"/>
                      </a:lnTo>
                      <a:lnTo>
                        <a:pt x="40655" y="3892"/>
                      </a:lnTo>
                      <a:lnTo>
                        <a:pt x="40550" y="3871"/>
                      </a:lnTo>
                      <a:lnTo>
                        <a:pt x="40446" y="3767"/>
                      </a:lnTo>
                      <a:lnTo>
                        <a:pt x="40425" y="3851"/>
                      </a:lnTo>
                      <a:lnTo>
                        <a:pt x="40341" y="3871"/>
                      </a:lnTo>
                      <a:lnTo>
                        <a:pt x="40194" y="3871"/>
                      </a:lnTo>
                      <a:lnTo>
                        <a:pt x="40132" y="3788"/>
                      </a:lnTo>
                      <a:lnTo>
                        <a:pt x="40111" y="3892"/>
                      </a:lnTo>
                      <a:lnTo>
                        <a:pt x="40027" y="3955"/>
                      </a:lnTo>
                      <a:lnTo>
                        <a:pt x="39902" y="3851"/>
                      </a:lnTo>
                      <a:lnTo>
                        <a:pt x="39818" y="3851"/>
                      </a:lnTo>
                      <a:lnTo>
                        <a:pt x="39860" y="3955"/>
                      </a:lnTo>
                      <a:lnTo>
                        <a:pt x="39881" y="3997"/>
                      </a:lnTo>
                      <a:lnTo>
                        <a:pt x="39755" y="4102"/>
                      </a:lnTo>
                      <a:lnTo>
                        <a:pt x="39692" y="4081"/>
                      </a:lnTo>
                      <a:lnTo>
                        <a:pt x="39671" y="3997"/>
                      </a:lnTo>
                      <a:lnTo>
                        <a:pt x="39609" y="4102"/>
                      </a:lnTo>
                      <a:lnTo>
                        <a:pt x="39630" y="4269"/>
                      </a:lnTo>
                      <a:lnTo>
                        <a:pt x="39713" y="4353"/>
                      </a:lnTo>
                      <a:lnTo>
                        <a:pt x="39734" y="4457"/>
                      </a:lnTo>
                      <a:lnTo>
                        <a:pt x="39797" y="4478"/>
                      </a:lnTo>
                      <a:lnTo>
                        <a:pt x="39818" y="4625"/>
                      </a:lnTo>
                      <a:lnTo>
                        <a:pt x="39964" y="4667"/>
                      </a:lnTo>
                      <a:lnTo>
                        <a:pt x="40006" y="4729"/>
                      </a:lnTo>
                      <a:lnTo>
                        <a:pt x="40006" y="4834"/>
                      </a:lnTo>
                      <a:lnTo>
                        <a:pt x="40111" y="4918"/>
                      </a:lnTo>
                      <a:lnTo>
                        <a:pt x="40132" y="5001"/>
                      </a:lnTo>
                      <a:lnTo>
                        <a:pt x="40069" y="5106"/>
                      </a:lnTo>
                      <a:lnTo>
                        <a:pt x="40006" y="5085"/>
                      </a:lnTo>
                      <a:lnTo>
                        <a:pt x="39985" y="5001"/>
                      </a:lnTo>
                      <a:lnTo>
                        <a:pt x="39818" y="5043"/>
                      </a:lnTo>
                      <a:lnTo>
                        <a:pt x="39713" y="5022"/>
                      </a:lnTo>
                      <a:lnTo>
                        <a:pt x="39609" y="5043"/>
                      </a:lnTo>
                      <a:lnTo>
                        <a:pt x="39671" y="5127"/>
                      </a:lnTo>
                      <a:lnTo>
                        <a:pt x="39588" y="5232"/>
                      </a:lnTo>
                      <a:lnTo>
                        <a:pt x="39462" y="5232"/>
                      </a:lnTo>
                      <a:lnTo>
                        <a:pt x="39378" y="5211"/>
                      </a:lnTo>
                      <a:lnTo>
                        <a:pt x="39127" y="5336"/>
                      </a:lnTo>
                      <a:lnTo>
                        <a:pt x="38751" y="5399"/>
                      </a:lnTo>
                      <a:lnTo>
                        <a:pt x="38625" y="5336"/>
                      </a:lnTo>
                      <a:lnTo>
                        <a:pt x="38437" y="5336"/>
                      </a:lnTo>
                      <a:lnTo>
                        <a:pt x="38416" y="5357"/>
                      </a:lnTo>
                      <a:lnTo>
                        <a:pt x="38311" y="5336"/>
                      </a:lnTo>
                      <a:lnTo>
                        <a:pt x="37788" y="5315"/>
                      </a:lnTo>
                      <a:lnTo>
                        <a:pt x="37621" y="5190"/>
                      </a:lnTo>
                      <a:lnTo>
                        <a:pt x="37579" y="4980"/>
                      </a:lnTo>
                      <a:lnTo>
                        <a:pt x="37663" y="4834"/>
                      </a:lnTo>
                      <a:lnTo>
                        <a:pt x="37705" y="4813"/>
                      </a:lnTo>
                      <a:lnTo>
                        <a:pt x="37705" y="4729"/>
                      </a:lnTo>
                      <a:lnTo>
                        <a:pt x="37558" y="4688"/>
                      </a:lnTo>
                      <a:lnTo>
                        <a:pt x="37370" y="4688"/>
                      </a:lnTo>
                      <a:lnTo>
                        <a:pt x="37035" y="4834"/>
                      </a:lnTo>
                      <a:lnTo>
                        <a:pt x="36554" y="4876"/>
                      </a:lnTo>
                      <a:lnTo>
                        <a:pt x="36156" y="4980"/>
                      </a:lnTo>
                      <a:lnTo>
                        <a:pt x="35926" y="5022"/>
                      </a:lnTo>
                      <a:lnTo>
                        <a:pt x="35884" y="5106"/>
                      </a:lnTo>
                      <a:lnTo>
                        <a:pt x="35801" y="5106"/>
                      </a:lnTo>
                      <a:lnTo>
                        <a:pt x="35738" y="5190"/>
                      </a:lnTo>
                      <a:lnTo>
                        <a:pt x="35612" y="5252"/>
                      </a:lnTo>
                      <a:lnTo>
                        <a:pt x="35466" y="5399"/>
                      </a:lnTo>
                      <a:lnTo>
                        <a:pt x="35529" y="5545"/>
                      </a:lnTo>
                      <a:lnTo>
                        <a:pt x="35612" y="5566"/>
                      </a:lnTo>
                      <a:lnTo>
                        <a:pt x="35717" y="5524"/>
                      </a:lnTo>
                      <a:lnTo>
                        <a:pt x="35780" y="5545"/>
                      </a:lnTo>
                      <a:lnTo>
                        <a:pt x="35717" y="5629"/>
                      </a:lnTo>
                      <a:lnTo>
                        <a:pt x="35654" y="5650"/>
                      </a:lnTo>
                      <a:lnTo>
                        <a:pt x="35549" y="5755"/>
                      </a:lnTo>
                      <a:lnTo>
                        <a:pt x="35549" y="5817"/>
                      </a:lnTo>
                      <a:lnTo>
                        <a:pt x="35508" y="5755"/>
                      </a:lnTo>
                      <a:lnTo>
                        <a:pt x="35487" y="5545"/>
                      </a:lnTo>
                      <a:lnTo>
                        <a:pt x="35319" y="5420"/>
                      </a:lnTo>
                      <a:lnTo>
                        <a:pt x="35298" y="5336"/>
                      </a:lnTo>
                      <a:lnTo>
                        <a:pt x="35319" y="5252"/>
                      </a:lnTo>
                      <a:lnTo>
                        <a:pt x="35194" y="5148"/>
                      </a:lnTo>
                      <a:lnTo>
                        <a:pt x="35110" y="5148"/>
                      </a:lnTo>
                      <a:lnTo>
                        <a:pt x="34880" y="4939"/>
                      </a:lnTo>
                      <a:lnTo>
                        <a:pt x="34817" y="4939"/>
                      </a:lnTo>
                      <a:lnTo>
                        <a:pt x="34817" y="5022"/>
                      </a:lnTo>
                      <a:lnTo>
                        <a:pt x="35005" y="5232"/>
                      </a:lnTo>
                      <a:lnTo>
                        <a:pt x="35026" y="5357"/>
                      </a:lnTo>
                      <a:lnTo>
                        <a:pt x="34922" y="5462"/>
                      </a:lnTo>
                      <a:lnTo>
                        <a:pt x="34733" y="5504"/>
                      </a:lnTo>
                      <a:lnTo>
                        <a:pt x="34650" y="5545"/>
                      </a:lnTo>
                      <a:lnTo>
                        <a:pt x="34482" y="5545"/>
                      </a:lnTo>
                      <a:lnTo>
                        <a:pt x="34168" y="5294"/>
                      </a:lnTo>
                      <a:lnTo>
                        <a:pt x="34168" y="5190"/>
                      </a:lnTo>
                      <a:lnTo>
                        <a:pt x="34231" y="5106"/>
                      </a:lnTo>
                      <a:lnTo>
                        <a:pt x="34210" y="5022"/>
                      </a:lnTo>
                      <a:lnTo>
                        <a:pt x="34043" y="5085"/>
                      </a:lnTo>
                      <a:lnTo>
                        <a:pt x="34043" y="5211"/>
                      </a:lnTo>
                      <a:lnTo>
                        <a:pt x="33959" y="5294"/>
                      </a:lnTo>
                      <a:lnTo>
                        <a:pt x="33750" y="5148"/>
                      </a:lnTo>
                      <a:lnTo>
                        <a:pt x="33604" y="5148"/>
                      </a:lnTo>
                      <a:lnTo>
                        <a:pt x="33499" y="5252"/>
                      </a:lnTo>
                      <a:lnTo>
                        <a:pt x="33520" y="5441"/>
                      </a:lnTo>
                      <a:lnTo>
                        <a:pt x="33436" y="5566"/>
                      </a:lnTo>
                      <a:lnTo>
                        <a:pt x="33520" y="5734"/>
                      </a:lnTo>
                      <a:lnTo>
                        <a:pt x="33645" y="5776"/>
                      </a:lnTo>
                      <a:lnTo>
                        <a:pt x="33813" y="5650"/>
                      </a:lnTo>
                      <a:lnTo>
                        <a:pt x="33834" y="5566"/>
                      </a:lnTo>
                      <a:lnTo>
                        <a:pt x="34043" y="5441"/>
                      </a:lnTo>
                      <a:lnTo>
                        <a:pt x="34106" y="5524"/>
                      </a:lnTo>
                      <a:lnTo>
                        <a:pt x="34064" y="5650"/>
                      </a:lnTo>
                      <a:lnTo>
                        <a:pt x="33855" y="5817"/>
                      </a:lnTo>
                      <a:lnTo>
                        <a:pt x="33938" y="5880"/>
                      </a:lnTo>
                      <a:lnTo>
                        <a:pt x="33855" y="6027"/>
                      </a:lnTo>
                      <a:lnTo>
                        <a:pt x="33729" y="6068"/>
                      </a:lnTo>
                      <a:lnTo>
                        <a:pt x="33604" y="5985"/>
                      </a:lnTo>
                      <a:lnTo>
                        <a:pt x="33604" y="6048"/>
                      </a:lnTo>
                      <a:lnTo>
                        <a:pt x="33645" y="6173"/>
                      </a:lnTo>
                      <a:lnTo>
                        <a:pt x="33583" y="6299"/>
                      </a:lnTo>
                      <a:lnTo>
                        <a:pt x="33394" y="6445"/>
                      </a:lnTo>
                      <a:lnTo>
                        <a:pt x="33436" y="6550"/>
                      </a:lnTo>
                      <a:lnTo>
                        <a:pt x="33394" y="6592"/>
                      </a:lnTo>
                      <a:lnTo>
                        <a:pt x="33311" y="6592"/>
                      </a:lnTo>
                      <a:lnTo>
                        <a:pt x="33164" y="6759"/>
                      </a:lnTo>
                      <a:lnTo>
                        <a:pt x="32955" y="6780"/>
                      </a:lnTo>
                      <a:lnTo>
                        <a:pt x="32746" y="6801"/>
                      </a:lnTo>
                      <a:lnTo>
                        <a:pt x="32683" y="6926"/>
                      </a:lnTo>
                      <a:lnTo>
                        <a:pt x="32746" y="7094"/>
                      </a:lnTo>
                      <a:lnTo>
                        <a:pt x="32913" y="7303"/>
                      </a:lnTo>
                      <a:lnTo>
                        <a:pt x="32997" y="7324"/>
                      </a:lnTo>
                      <a:lnTo>
                        <a:pt x="32913" y="7345"/>
                      </a:lnTo>
                      <a:lnTo>
                        <a:pt x="32767" y="7345"/>
                      </a:lnTo>
                      <a:lnTo>
                        <a:pt x="32746" y="7429"/>
                      </a:lnTo>
                      <a:lnTo>
                        <a:pt x="32767" y="7491"/>
                      </a:lnTo>
                      <a:lnTo>
                        <a:pt x="32704" y="7596"/>
                      </a:lnTo>
                      <a:lnTo>
                        <a:pt x="32599" y="7701"/>
                      </a:lnTo>
                      <a:lnTo>
                        <a:pt x="32495" y="7701"/>
                      </a:lnTo>
                      <a:lnTo>
                        <a:pt x="32474" y="7763"/>
                      </a:lnTo>
                      <a:lnTo>
                        <a:pt x="32495" y="7659"/>
                      </a:lnTo>
                      <a:lnTo>
                        <a:pt x="32599" y="7596"/>
                      </a:lnTo>
                      <a:lnTo>
                        <a:pt x="32683" y="7282"/>
                      </a:lnTo>
                      <a:lnTo>
                        <a:pt x="32599" y="7219"/>
                      </a:lnTo>
                      <a:lnTo>
                        <a:pt x="32599" y="7115"/>
                      </a:lnTo>
                      <a:lnTo>
                        <a:pt x="32662" y="7073"/>
                      </a:lnTo>
                      <a:lnTo>
                        <a:pt x="32662" y="6926"/>
                      </a:lnTo>
                      <a:lnTo>
                        <a:pt x="32599" y="6780"/>
                      </a:lnTo>
                      <a:lnTo>
                        <a:pt x="32662" y="6612"/>
                      </a:lnTo>
                      <a:lnTo>
                        <a:pt x="32767" y="6550"/>
                      </a:lnTo>
                      <a:lnTo>
                        <a:pt x="32808" y="6445"/>
                      </a:lnTo>
                      <a:lnTo>
                        <a:pt x="32767" y="6194"/>
                      </a:lnTo>
                      <a:lnTo>
                        <a:pt x="32746" y="6152"/>
                      </a:lnTo>
                      <a:lnTo>
                        <a:pt x="32788" y="6068"/>
                      </a:lnTo>
                      <a:lnTo>
                        <a:pt x="32871" y="6068"/>
                      </a:lnTo>
                      <a:lnTo>
                        <a:pt x="32913" y="6089"/>
                      </a:lnTo>
                      <a:lnTo>
                        <a:pt x="33080" y="6048"/>
                      </a:lnTo>
                      <a:lnTo>
                        <a:pt x="33185" y="5776"/>
                      </a:lnTo>
                      <a:lnTo>
                        <a:pt x="33164" y="5671"/>
                      </a:lnTo>
                      <a:lnTo>
                        <a:pt x="33101" y="5545"/>
                      </a:lnTo>
                      <a:lnTo>
                        <a:pt x="33185" y="5252"/>
                      </a:lnTo>
                      <a:lnTo>
                        <a:pt x="33269" y="5127"/>
                      </a:lnTo>
                      <a:lnTo>
                        <a:pt x="33373" y="4939"/>
                      </a:lnTo>
                      <a:lnTo>
                        <a:pt x="33311" y="4792"/>
                      </a:lnTo>
                      <a:lnTo>
                        <a:pt x="33290" y="4792"/>
                      </a:lnTo>
                      <a:lnTo>
                        <a:pt x="33206" y="4876"/>
                      </a:lnTo>
                      <a:lnTo>
                        <a:pt x="33122" y="4876"/>
                      </a:lnTo>
                      <a:lnTo>
                        <a:pt x="32997" y="4813"/>
                      </a:lnTo>
                      <a:lnTo>
                        <a:pt x="33122" y="4813"/>
                      </a:lnTo>
                      <a:lnTo>
                        <a:pt x="33269" y="4708"/>
                      </a:lnTo>
                      <a:lnTo>
                        <a:pt x="33373" y="4667"/>
                      </a:lnTo>
                      <a:lnTo>
                        <a:pt x="33415" y="4562"/>
                      </a:lnTo>
                      <a:lnTo>
                        <a:pt x="33394" y="4499"/>
                      </a:lnTo>
                      <a:lnTo>
                        <a:pt x="33436" y="4415"/>
                      </a:lnTo>
                      <a:lnTo>
                        <a:pt x="33520" y="4248"/>
                      </a:lnTo>
                      <a:lnTo>
                        <a:pt x="33499" y="4185"/>
                      </a:lnTo>
                      <a:lnTo>
                        <a:pt x="33541" y="4081"/>
                      </a:lnTo>
                      <a:lnTo>
                        <a:pt x="33708" y="3997"/>
                      </a:lnTo>
                      <a:lnTo>
                        <a:pt x="33708" y="3892"/>
                      </a:lnTo>
                      <a:lnTo>
                        <a:pt x="33624" y="3830"/>
                      </a:lnTo>
                      <a:lnTo>
                        <a:pt x="33624" y="3767"/>
                      </a:lnTo>
                      <a:lnTo>
                        <a:pt x="33708" y="3641"/>
                      </a:lnTo>
                      <a:lnTo>
                        <a:pt x="33687" y="3537"/>
                      </a:lnTo>
                      <a:lnTo>
                        <a:pt x="33729" y="3432"/>
                      </a:lnTo>
                      <a:lnTo>
                        <a:pt x="33792" y="3411"/>
                      </a:lnTo>
                      <a:lnTo>
                        <a:pt x="33855" y="3223"/>
                      </a:lnTo>
                      <a:lnTo>
                        <a:pt x="33855" y="3014"/>
                      </a:lnTo>
                      <a:lnTo>
                        <a:pt x="33813" y="2804"/>
                      </a:lnTo>
                      <a:lnTo>
                        <a:pt x="33708" y="2616"/>
                      </a:lnTo>
                      <a:lnTo>
                        <a:pt x="33729" y="2574"/>
                      </a:lnTo>
                      <a:lnTo>
                        <a:pt x="33708" y="2491"/>
                      </a:lnTo>
                      <a:lnTo>
                        <a:pt x="33645" y="2470"/>
                      </a:lnTo>
                      <a:lnTo>
                        <a:pt x="33604" y="2491"/>
                      </a:lnTo>
                      <a:lnTo>
                        <a:pt x="33520" y="2428"/>
                      </a:lnTo>
                      <a:lnTo>
                        <a:pt x="33478" y="2365"/>
                      </a:lnTo>
                      <a:lnTo>
                        <a:pt x="33436" y="2365"/>
                      </a:lnTo>
                      <a:lnTo>
                        <a:pt x="33394" y="2491"/>
                      </a:lnTo>
                      <a:lnTo>
                        <a:pt x="33332" y="2532"/>
                      </a:lnTo>
                      <a:lnTo>
                        <a:pt x="33290" y="2491"/>
                      </a:lnTo>
                      <a:lnTo>
                        <a:pt x="33206" y="2365"/>
                      </a:lnTo>
                      <a:lnTo>
                        <a:pt x="33227" y="2323"/>
                      </a:lnTo>
                      <a:lnTo>
                        <a:pt x="33185" y="2302"/>
                      </a:lnTo>
                      <a:lnTo>
                        <a:pt x="33018" y="2281"/>
                      </a:lnTo>
                      <a:lnTo>
                        <a:pt x="32955" y="2177"/>
                      </a:lnTo>
                      <a:lnTo>
                        <a:pt x="32976" y="2156"/>
                      </a:lnTo>
                      <a:lnTo>
                        <a:pt x="33122" y="2156"/>
                      </a:lnTo>
                      <a:lnTo>
                        <a:pt x="33332" y="2219"/>
                      </a:lnTo>
                      <a:lnTo>
                        <a:pt x="33415" y="2302"/>
                      </a:lnTo>
                      <a:lnTo>
                        <a:pt x="33478" y="2260"/>
                      </a:lnTo>
                      <a:lnTo>
                        <a:pt x="33520" y="2260"/>
                      </a:lnTo>
                      <a:lnTo>
                        <a:pt x="33583" y="2323"/>
                      </a:lnTo>
                      <a:lnTo>
                        <a:pt x="33604" y="2386"/>
                      </a:lnTo>
                      <a:lnTo>
                        <a:pt x="33645" y="2386"/>
                      </a:lnTo>
                      <a:lnTo>
                        <a:pt x="33645" y="2302"/>
                      </a:lnTo>
                      <a:lnTo>
                        <a:pt x="33541" y="2177"/>
                      </a:lnTo>
                      <a:lnTo>
                        <a:pt x="33541" y="2072"/>
                      </a:lnTo>
                      <a:lnTo>
                        <a:pt x="33478" y="1967"/>
                      </a:lnTo>
                      <a:lnTo>
                        <a:pt x="33394" y="1905"/>
                      </a:lnTo>
                      <a:lnTo>
                        <a:pt x="33332" y="1905"/>
                      </a:lnTo>
                      <a:lnTo>
                        <a:pt x="33290" y="1967"/>
                      </a:lnTo>
                      <a:lnTo>
                        <a:pt x="33206" y="1947"/>
                      </a:lnTo>
                      <a:lnTo>
                        <a:pt x="33185" y="1800"/>
                      </a:lnTo>
                      <a:lnTo>
                        <a:pt x="33018" y="1654"/>
                      </a:lnTo>
                      <a:lnTo>
                        <a:pt x="33018" y="1549"/>
                      </a:lnTo>
                      <a:lnTo>
                        <a:pt x="32955" y="1465"/>
                      </a:lnTo>
                      <a:lnTo>
                        <a:pt x="32892" y="1382"/>
                      </a:lnTo>
                      <a:lnTo>
                        <a:pt x="32808" y="1382"/>
                      </a:lnTo>
                      <a:lnTo>
                        <a:pt x="32704" y="1444"/>
                      </a:lnTo>
                      <a:lnTo>
                        <a:pt x="32704" y="1549"/>
                      </a:lnTo>
                      <a:lnTo>
                        <a:pt x="32808" y="1549"/>
                      </a:lnTo>
                      <a:lnTo>
                        <a:pt x="32892" y="1591"/>
                      </a:lnTo>
                      <a:lnTo>
                        <a:pt x="32871" y="1654"/>
                      </a:lnTo>
                      <a:lnTo>
                        <a:pt x="32788" y="1695"/>
                      </a:lnTo>
                      <a:lnTo>
                        <a:pt x="32788" y="1779"/>
                      </a:lnTo>
                      <a:lnTo>
                        <a:pt x="32746" y="1800"/>
                      </a:lnTo>
                      <a:lnTo>
                        <a:pt x="32536" y="1570"/>
                      </a:lnTo>
                      <a:lnTo>
                        <a:pt x="32536" y="1486"/>
                      </a:lnTo>
                      <a:lnTo>
                        <a:pt x="32474" y="1361"/>
                      </a:lnTo>
                      <a:lnTo>
                        <a:pt x="32369" y="1340"/>
                      </a:lnTo>
                      <a:lnTo>
                        <a:pt x="31930" y="1068"/>
                      </a:lnTo>
                      <a:lnTo>
                        <a:pt x="31825" y="1026"/>
                      </a:lnTo>
                      <a:lnTo>
                        <a:pt x="31804" y="1005"/>
                      </a:lnTo>
                      <a:lnTo>
                        <a:pt x="31532" y="1026"/>
                      </a:lnTo>
                      <a:lnTo>
                        <a:pt x="31511" y="921"/>
                      </a:lnTo>
                      <a:lnTo>
                        <a:pt x="31553" y="858"/>
                      </a:lnTo>
                      <a:lnTo>
                        <a:pt x="31532" y="796"/>
                      </a:lnTo>
                      <a:lnTo>
                        <a:pt x="31407" y="817"/>
                      </a:lnTo>
                      <a:lnTo>
                        <a:pt x="31344" y="754"/>
                      </a:lnTo>
                      <a:lnTo>
                        <a:pt x="31218" y="796"/>
                      </a:lnTo>
                      <a:lnTo>
                        <a:pt x="31135" y="858"/>
                      </a:lnTo>
                      <a:lnTo>
                        <a:pt x="31093" y="838"/>
                      </a:lnTo>
                      <a:lnTo>
                        <a:pt x="30988" y="942"/>
                      </a:lnTo>
                      <a:lnTo>
                        <a:pt x="30925" y="1047"/>
                      </a:lnTo>
                      <a:lnTo>
                        <a:pt x="30779" y="1047"/>
                      </a:lnTo>
                      <a:lnTo>
                        <a:pt x="30695" y="1026"/>
                      </a:lnTo>
                      <a:lnTo>
                        <a:pt x="30570" y="1172"/>
                      </a:lnTo>
                      <a:lnTo>
                        <a:pt x="30381" y="1235"/>
                      </a:lnTo>
                      <a:lnTo>
                        <a:pt x="30298" y="1256"/>
                      </a:lnTo>
                      <a:lnTo>
                        <a:pt x="30256" y="1214"/>
                      </a:lnTo>
                      <a:lnTo>
                        <a:pt x="30172" y="1214"/>
                      </a:lnTo>
                      <a:lnTo>
                        <a:pt x="30130" y="1256"/>
                      </a:lnTo>
                      <a:lnTo>
                        <a:pt x="30130" y="1361"/>
                      </a:lnTo>
                      <a:lnTo>
                        <a:pt x="30193" y="1382"/>
                      </a:lnTo>
                      <a:lnTo>
                        <a:pt x="30256" y="1382"/>
                      </a:lnTo>
                      <a:lnTo>
                        <a:pt x="30298" y="1549"/>
                      </a:lnTo>
                      <a:lnTo>
                        <a:pt x="30339" y="1758"/>
                      </a:lnTo>
                      <a:lnTo>
                        <a:pt x="30256" y="1905"/>
                      </a:lnTo>
                      <a:lnTo>
                        <a:pt x="30067" y="1905"/>
                      </a:lnTo>
                      <a:lnTo>
                        <a:pt x="29942" y="2051"/>
                      </a:lnTo>
                      <a:lnTo>
                        <a:pt x="29733" y="2093"/>
                      </a:lnTo>
                      <a:lnTo>
                        <a:pt x="29649" y="2072"/>
                      </a:lnTo>
                      <a:lnTo>
                        <a:pt x="29754" y="1988"/>
                      </a:lnTo>
                      <a:lnTo>
                        <a:pt x="29837" y="1967"/>
                      </a:lnTo>
                      <a:lnTo>
                        <a:pt x="29858" y="1842"/>
                      </a:lnTo>
                      <a:lnTo>
                        <a:pt x="29733" y="1591"/>
                      </a:lnTo>
                      <a:lnTo>
                        <a:pt x="29816" y="1444"/>
                      </a:lnTo>
                      <a:lnTo>
                        <a:pt x="29816" y="1340"/>
                      </a:lnTo>
                      <a:lnTo>
                        <a:pt x="29858" y="1256"/>
                      </a:lnTo>
                      <a:lnTo>
                        <a:pt x="29775" y="1068"/>
                      </a:lnTo>
                      <a:lnTo>
                        <a:pt x="29775" y="963"/>
                      </a:lnTo>
                      <a:lnTo>
                        <a:pt x="29628" y="817"/>
                      </a:lnTo>
                      <a:lnTo>
                        <a:pt x="29523" y="858"/>
                      </a:lnTo>
                      <a:lnTo>
                        <a:pt x="29440" y="817"/>
                      </a:lnTo>
                      <a:lnTo>
                        <a:pt x="29398" y="817"/>
                      </a:lnTo>
                      <a:lnTo>
                        <a:pt x="29356" y="942"/>
                      </a:lnTo>
                      <a:lnTo>
                        <a:pt x="29210" y="963"/>
                      </a:lnTo>
                      <a:lnTo>
                        <a:pt x="29147" y="921"/>
                      </a:lnTo>
                      <a:lnTo>
                        <a:pt x="29042" y="963"/>
                      </a:lnTo>
                      <a:lnTo>
                        <a:pt x="28938" y="1130"/>
                      </a:lnTo>
                      <a:lnTo>
                        <a:pt x="28707" y="1130"/>
                      </a:lnTo>
                      <a:lnTo>
                        <a:pt x="28707" y="1047"/>
                      </a:lnTo>
                      <a:lnTo>
                        <a:pt x="28791" y="921"/>
                      </a:lnTo>
                      <a:lnTo>
                        <a:pt x="28791" y="838"/>
                      </a:lnTo>
                      <a:lnTo>
                        <a:pt x="28707" y="817"/>
                      </a:lnTo>
                      <a:lnTo>
                        <a:pt x="28519" y="1110"/>
                      </a:lnTo>
                      <a:lnTo>
                        <a:pt x="28268" y="1214"/>
                      </a:lnTo>
                      <a:lnTo>
                        <a:pt x="28163" y="1172"/>
                      </a:lnTo>
                      <a:lnTo>
                        <a:pt x="28268" y="1026"/>
                      </a:lnTo>
                      <a:lnTo>
                        <a:pt x="28394" y="1005"/>
                      </a:lnTo>
                      <a:lnTo>
                        <a:pt x="28519" y="817"/>
                      </a:lnTo>
                      <a:lnTo>
                        <a:pt x="28498" y="691"/>
                      </a:lnTo>
                      <a:lnTo>
                        <a:pt x="28561" y="586"/>
                      </a:lnTo>
                      <a:lnTo>
                        <a:pt x="28561" y="524"/>
                      </a:lnTo>
                      <a:lnTo>
                        <a:pt x="28645" y="440"/>
                      </a:lnTo>
                      <a:lnTo>
                        <a:pt x="28645" y="398"/>
                      </a:lnTo>
                      <a:lnTo>
                        <a:pt x="28477" y="335"/>
                      </a:lnTo>
                      <a:lnTo>
                        <a:pt x="28414" y="294"/>
                      </a:lnTo>
                      <a:lnTo>
                        <a:pt x="28414" y="126"/>
                      </a:lnTo>
                      <a:lnTo>
                        <a:pt x="28373" y="105"/>
                      </a:lnTo>
                      <a:lnTo>
                        <a:pt x="28205" y="231"/>
                      </a:lnTo>
                      <a:lnTo>
                        <a:pt x="28059" y="210"/>
                      </a:lnTo>
                      <a:lnTo>
                        <a:pt x="27996" y="63"/>
                      </a:lnTo>
                      <a:lnTo>
                        <a:pt x="27891" y="63"/>
                      </a:lnTo>
                      <a:lnTo>
                        <a:pt x="27787" y="168"/>
                      </a:lnTo>
                      <a:lnTo>
                        <a:pt x="2766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1729" name="Google Shape;1729;p60"/>
                <p:cNvSpPr/>
                <p:nvPr/>
              </p:nvSpPr>
              <p:spPr>
                <a:xfrm>
                  <a:off x="5538025" y="2213300"/>
                  <a:ext cx="94175" cy="208750"/>
                </a:xfrm>
                <a:custGeom>
                  <a:rect b="b" l="l" r="r" t="t"/>
                  <a:pathLst>
                    <a:path extrusionOk="0" h="8350" w="3767">
                      <a:moveTo>
                        <a:pt x="251" y="1"/>
                      </a:moveTo>
                      <a:lnTo>
                        <a:pt x="209" y="63"/>
                      </a:lnTo>
                      <a:lnTo>
                        <a:pt x="251" y="105"/>
                      </a:lnTo>
                      <a:lnTo>
                        <a:pt x="251" y="189"/>
                      </a:lnTo>
                      <a:lnTo>
                        <a:pt x="188" y="210"/>
                      </a:lnTo>
                      <a:lnTo>
                        <a:pt x="105" y="168"/>
                      </a:lnTo>
                      <a:lnTo>
                        <a:pt x="0" y="168"/>
                      </a:lnTo>
                      <a:lnTo>
                        <a:pt x="168" y="314"/>
                      </a:lnTo>
                      <a:lnTo>
                        <a:pt x="356" y="461"/>
                      </a:lnTo>
                      <a:lnTo>
                        <a:pt x="419" y="524"/>
                      </a:lnTo>
                      <a:lnTo>
                        <a:pt x="398" y="670"/>
                      </a:lnTo>
                      <a:lnTo>
                        <a:pt x="460" y="607"/>
                      </a:lnTo>
                      <a:lnTo>
                        <a:pt x="502" y="607"/>
                      </a:lnTo>
                      <a:lnTo>
                        <a:pt x="565" y="691"/>
                      </a:lnTo>
                      <a:lnTo>
                        <a:pt x="502" y="733"/>
                      </a:lnTo>
                      <a:lnTo>
                        <a:pt x="419" y="775"/>
                      </a:lnTo>
                      <a:lnTo>
                        <a:pt x="460" y="838"/>
                      </a:lnTo>
                      <a:lnTo>
                        <a:pt x="523" y="838"/>
                      </a:lnTo>
                      <a:lnTo>
                        <a:pt x="565" y="984"/>
                      </a:lnTo>
                      <a:lnTo>
                        <a:pt x="481" y="1026"/>
                      </a:lnTo>
                      <a:lnTo>
                        <a:pt x="377" y="1005"/>
                      </a:lnTo>
                      <a:lnTo>
                        <a:pt x="314" y="900"/>
                      </a:lnTo>
                      <a:lnTo>
                        <a:pt x="251" y="984"/>
                      </a:lnTo>
                      <a:lnTo>
                        <a:pt x="168" y="1130"/>
                      </a:lnTo>
                      <a:lnTo>
                        <a:pt x="272" y="1235"/>
                      </a:lnTo>
                      <a:lnTo>
                        <a:pt x="314" y="1382"/>
                      </a:lnTo>
                      <a:lnTo>
                        <a:pt x="419" y="1528"/>
                      </a:lnTo>
                      <a:lnTo>
                        <a:pt x="523" y="1716"/>
                      </a:lnTo>
                      <a:lnTo>
                        <a:pt x="523" y="1946"/>
                      </a:lnTo>
                      <a:lnTo>
                        <a:pt x="586" y="1988"/>
                      </a:lnTo>
                      <a:lnTo>
                        <a:pt x="607" y="2177"/>
                      </a:lnTo>
                      <a:lnTo>
                        <a:pt x="691" y="2470"/>
                      </a:lnTo>
                      <a:lnTo>
                        <a:pt x="774" y="2658"/>
                      </a:lnTo>
                      <a:lnTo>
                        <a:pt x="900" y="2700"/>
                      </a:lnTo>
                      <a:lnTo>
                        <a:pt x="900" y="2762"/>
                      </a:lnTo>
                      <a:lnTo>
                        <a:pt x="837" y="2804"/>
                      </a:lnTo>
                      <a:lnTo>
                        <a:pt x="1130" y="3097"/>
                      </a:lnTo>
                      <a:lnTo>
                        <a:pt x="1235" y="3118"/>
                      </a:lnTo>
                      <a:lnTo>
                        <a:pt x="1360" y="3307"/>
                      </a:lnTo>
                      <a:lnTo>
                        <a:pt x="1402" y="3516"/>
                      </a:lnTo>
                      <a:lnTo>
                        <a:pt x="1402" y="3641"/>
                      </a:lnTo>
                      <a:lnTo>
                        <a:pt x="1465" y="3809"/>
                      </a:lnTo>
                      <a:lnTo>
                        <a:pt x="1465" y="3934"/>
                      </a:lnTo>
                      <a:lnTo>
                        <a:pt x="1569" y="3976"/>
                      </a:lnTo>
                      <a:lnTo>
                        <a:pt x="1674" y="4123"/>
                      </a:lnTo>
                      <a:lnTo>
                        <a:pt x="1653" y="4143"/>
                      </a:lnTo>
                      <a:lnTo>
                        <a:pt x="1653" y="4227"/>
                      </a:lnTo>
                      <a:lnTo>
                        <a:pt x="1779" y="4436"/>
                      </a:lnTo>
                      <a:lnTo>
                        <a:pt x="1821" y="4562"/>
                      </a:lnTo>
                      <a:lnTo>
                        <a:pt x="1883" y="4708"/>
                      </a:lnTo>
                      <a:lnTo>
                        <a:pt x="1883" y="4918"/>
                      </a:lnTo>
                      <a:lnTo>
                        <a:pt x="1946" y="5001"/>
                      </a:lnTo>
                      <a:lnTo>
                        <a:pt x="1925" y="5106"/>
                      </a:lnTo>
                      <a:lnTo>
                        <a:pt x="1946" y="5315"/>
                      </a:lnTo>
                      <a:lnTo>
                        <a:pt x="2051" y="5524"/>
                      </a:lnTo>
                      <a:lnTo>
                        <a:pt x="2030" y="5608"/>
                      </a:lnTo>
                      <a:lnTo>
                        <a:pt x="2030" y="5755"/>
                      </a:lnTo>
                      <a:lnTo>
                        <a:pt x="2155" y="5859"/>
                      </a:lnTo>
                      <a:lnTo>
                        <a:pt x="2365" y="6131"/>
                      </a:lnTo>
                      <a:lnTo>
                        <a:pt x="2365" y="6257"/>
                      </a:lnTo>
                      <a:lnTo>
                        <a:pt x="2448" y="6424"/>
                      </a:lnTo>
                      <a:lnTo>
                        <a:pt x="2406" y="6654"/>
                      </a:lnTo>
                      <a:lnTo>
                        <a:pt x="2448" y="6843"/>
                      </a:lnTo>
                      <a:lnTo>
                        <a:pt x="2553" y="7010"/>
                      </a:lnTo>
                      <a:lnTo>
                        <a:pt x="2574" y="7156"/>
                      </a:lnTo>
                      <a:lnTo>
                        <a:pt x="2720" y="7324"/>
                      </a:lnTo>
                      <a:lnTo>
                        <a:pt x="2762" y="7408"/>
                      </a:lnTo>
                      <a:lnTo>
                        <a:pt x="2699" y="7596"/>
                      </a:lnTo>
                      <a:lnTo>
                        <a:pt x="2699" y="7847"/>
                      </a:lnTo>
                      <a:lnTo>
                        <a:pt x="2762" y="7993"/>
                      </a:lnTo>
                      <a:lnTo>
                        <a:pt x="2867" y="8098"/>
                      </a:lnTo>
                      <a:lnTo>
                        <a:pt x="2929" y="8244"/>
                      </a:lnTo>
                      <a:lnTo>
                        <a:pt x="3097" y="8349"/>
                      </a:lnTo>
                      <a:lnTo>
                        <a:pt x="3097" y="8349"/>
                      </a:lnTo>
                      <a:lnTo>
                        <a:pt x="3076" y="8224"/>
                      </a:lnTo>
                      <a:lnTo>
                        <a:pt x="3097" y="8098"/>
                      </a:lnTo>
                      <a:lnTo>
                        <a:pt x="3034" y="7993"/>
                      </a:lnTo>
                      <a:lnTo>
                        <a:pt x="3013" y="7847"/>
                      </a:lnTo>
                      <a:lnTo>
                        <a:pt x="3034" y="7680"/>
                      </a:lnTo>
                      <a:lnTo>
                        <a:pt x="3139" y="7575"/>
                      </a:lnTo>
                      <a:lnTo>
                        <a:pt x="3201" y="7596"/>
                      </a:lnTo>
                      <a:lnTo>
                        <a:pt x="3201" y="7680"/>
                      </a:lnTo>
                      <a:lnTo>
                        <a:pt x="3243" y="7721"/>
                      </a:lnTo>
                      <a:lnTo>
                        <a:pt x="3494" y="7700"/>
                      </a:lnTo>
                      <a:lnTo>
                        <a:pt x="3515" y="7638"/>
                      </a:lnTo>
                      <a:lnTo>
                        <a:pt x="3557" y="7638"/>
                      </a:lnTo>
                      <a:lnTo>
                        <a:pt x="3599" y="7700"/>
                      </a:lnTo>
                      <a:lnTo>
                        <a:pt x="3557" y="7721"/>
                      </a:lnTo>
                      <a:lnTo>
                        <a:pt x="3557" y="7826"/>
                      </a:lnTo>
                      <a:lnTo>
                        <a:pt x="3704" y="7952"/>
                      </a:lnTo>
                      <a:lnTo>
                        <a:pt x="3725" y="8056"/>
                      </a:lnTo>
                      <a:lnTo>
                        <a:pt x="3766" y="8119"/>
                      </a:lnTo>
                      <a:lnTo>
                        <a:pt x="3766" y="8035"/>
                      </a:lnTo>
                      <a:lnTo>
                        <a:pt x="3745" y="7993"/>
                      </a:lnTo>
                      <a:lnTo>
                        <a:pt x="3766" y="7847"/>
                      </a:lnTo>
                      <a:lnTo>
                        <a:pt x="3766" y="7721"/>
                      </a:lnTo>
                      <a:lnTo>
                        <a:pt x="3662" y="7638"/>
                      </a:lnTo>
                      <a:lnTo>
                        <a:pt x="3641" y="7491"/>
                      </a:lnTo>
                      <a:lnTo>
                        <a:pt x="3599" y="7387"/>
                      </a:lnTo>
                      <a:lnTo>
                        <a:pt x="3515" y="7428"/>
                      </a:lnTo>
                      <a:lnTo>
                        <a:pt x="3432" y="7428"/>
                      </a:lnTo>
                      <a:lnTo>
                        <a:pt x="3285" y="7324"/>
                      </a:lnTo>
                      <a:lnTo>
                        <a:pt x="3243" y="7156"/>
                      </a:lnTo>
                      <a:lnTo>
                        <a:pt x="3181" y="7010"/>
                      </a:lnTo>
                      <a:lnTo>
                        <a:pt x="3034" y="6905"/>
                      </a:lnTo>
                      <a:lnTo>
                        <a:pt x="2929" y="6884"/>
                      </a:lnTo>
                      <a:lnTo>
                        <a:pt x="2867" y="6780"/>
                      </a:lnTo>
                      <a:lnTo>
                        <a:pt x="2804" y="6571"/>
                      </a:lnTo>
                      <a:lnTo>
                        <a:pt x="2720" y="6424"/>
                      </a:lnTo>
                      <a:lnTo>
                        <a:pt x="2678" y="6278"/>
                      </a:lnTo>
                      <a:lnTo>
                        <a:pt x="2678" y="6089"/>
                      </a:lnTo>
                      <a:lnTo>
                        <a:pt x="2657" y="5859"/>
                      </a:lnTo>
                      <a:lnTo>
                        <a:pt x="2595" y="5755"/>
                      </a:lnTo>
                      <a:lnTo>
                        <a:pt x="2616" y="5545"/>
                      </a:lnTo>
                      <a:lnTo>
                        <a:pt x="2595" y="5441"/>
                      </a:lnTo>
                      <a:lnTo>
                        <a:pt x="2511" y="5294"/>
                      </a:lnTo>
                      <a:lnTo>
                        <a:pt x="2574" y="5211"/>
                      </a:lnTo>
                      <a:lnTo>
                        <a:pt x="2595" y="5127"/>
                      </a:lnTo>
                      <a:lnTo>
                        <a:pt x="2595" y="5085"/>
                      </a:lnTo>
                      <a:lnTo>
                        <a:pt x="2657" y="5043"/>
                      </a:lnTo>
                      <a:lnTo>
                        <a:pt x="2720" y="5085"/>
                      </a:lnTo>
                      <a:lnTo>
                        <a:pt x="2867" y="5043"/>
                      </a:lnTo>
                      <a:lnTo>
                        <a:pt x="2992" y="5043"/>
                      </a:lnTo>
                      <a:lnTo>
                        <a:pt x="3118" y="5127"/>
                      </a:lnTo>
                      <a:lnTo>
                        <a:pt x="3201" y="5315"/>
                      </a:lnTo>
                      <a:lnTo>
                        <a:pt x="3306" y="5336"/>
                      </a:lnTo>
                      <a:lnTo>
                        <a:pt x="3411" y="5420"/>
                      </a:lnTo>
                      <a:lnTo>
                        <a:pt x="3515" y="5566"/>
                      </a:lnTo>
                      <a:lnTo>
                        <a:pt x="3599" y="5608"/>
                      </a:lnTo>
                      <a:lnTo>
                        <a:pt x="3536" y="5483"/>
                      </a:lnTo>
                      <a:lnTo>
                        <a:pt x="3411" y="5315"/>
                      </a:lnTo>
                      <a:lnTo>
                        <a:pt x="3243" y="5211"/>
                      </a:lnTo>
                      <a:lnTo>
                        <a:pt x="3139" y="5022"/>
                      </a:lnTo>
                      <a:lnTo>
                        <a:pt x="3034" y="4897"/>
                      </a:lnTo>
                      <a:lnTo>
                        <a:pt x="3034" y="4813"/>
                      </a:lnTo>
                      <a:lnTo>
                        <a:pt x="2992" y="4771"/>
                      </a:lnTo>
                      <a:lnTo>
                        <a:pt x="2888" y="4562"/>
                      </a:lnTo>
                      <a:lnTo>
                        <a:pt x="2825" y="4436"/>
                      </a:lnTo>
                      <a:lnTo>
                        <a:pt x="2762" y="4395"/>
                      </a:lnTo>
                      <a:lnTo>
                        <a:pt x="2720" y="4269"/>
                      </a:lnTo>
                      <a:lnTo>
                        <a:pt x="2574" y="4060"/>
                      </a:lnTo>
                      <a:lnTo>
                        <a:pt x="2406" y="3809"/>
                      </a:lnTo>
                      <a:lnTo>
                        <a:pt x="2365" y="3641"/>
                      </a:lnTo>
                      <a:lnTo>
                        <a:pt x="2155" y="3390"/>
                      </a:lnTo>
                      <a:lnTo>
                        <a:pt x="2072" y="3181"/>
                      </a:lnTo>
                      <a:lnTo>
                        <a:pt x="1967" y="3118"/>
                      </a:lnTo>
                      <a:lnTo>
                        <a:pt x="1967" y="3014"/>
                      </a:lnTo>
                      <a:lnTo>
                        <a:pt x="1925" y="2888"/>
                      </a:lnTo>
                      <a:lnTo>
                        <a:pt x="1841" y="2867"/>
                      </a:lnTo>
                      <a:lnTo>
                        <a:pt x="1841" y="2909"/>
                      </a:lnTo>
                      <a:lnTo>
                        <a:pt x="1758" y="2909"/>
                      </a:lnTo>
                      <a:lnTo>
                        <a:pt x="1737" y="2867"/>
                      </a:lnTo>
                      <a:lnTo>
                        <a:pt x="1758" y="2762"/>
                      </a:lnTo>
                      <a:lnTo>
                        <a:pt x="1737" y="2679"/>
                      </a:lnTo>
                      <a:lnTo>
                        <a:pt x="1632" y="2616"/>
                      </a:lnTo>
                      <a:lnTo>
                        <a:pt x="1528" y="2490"/>
                      </a:lnTo>
                      <a:lnTo>
                        <a:pt x="1465" y="2344"/>
                      </a:lnTo>
                      <a:lnTo>
                        <a:pt x="1402" y="2260"/>
                      </a:lnTo>
                      <a:lnTo>
                        <a:pt x="1402" y="2135"/>
                      </a:lnTo>
                      <a:lnTo>
                        <a:pt x="1423" y="2030"/>
                      </a:lnTo>
                      <a:lnTo>
                        <a:pt x="1444" y="2051"/>
                      </a:lnTo>
                      <a:lnTo>
                        <a:pt x="1423" y="1884"/>
                      </a:lnTo>
                      <a:lnTo>
                        <a:pt x="1402" y="1716"/>
                      </a:lnTo>
                      <a:lnTo>
                        <a:pt x="1360" y="1570"/>
                      </a:lnTo>
                      <a:lnTo>
                        <a:pt x="1235" y="1528"/>
                      </a:lnTo>
                      <a:lnTo>
                        <a:pt x="1109" y="1382"/>
                      </a:lnTo>
                      <a:lnTo>
                        <a:pt x="1109" y="1319"/>
                      </a:lnTo>
                      <a:lnTo>
                        <a:pt x="1046" y="1256"/>
                      </a:lnTo>
                      <a:lnTo>
                        <a:pt x="1046" y="1193"/>
                      </a:lnTo>
                      <a:lnTo>
                        <a:pt x="1109" y="1193"/>
                      </a:lnTo>
                      <a:lnTo>
                        <a:pt x="1214" y="1298"/>
                      </a:lnTo>
                      <a:lnTo>
                        <a:pt x="1318" y="1444"/>
                      </a:lnTo>
                      <a:lnTo>
                        <a:pt x="1318" y="1444"/>
                      </a:lnTo>
                      <a:lnTo>
                        <a:pt x="1256" y="1298"/>
                      </a:lnTo>
                      <a:lnTo>
                        <a:pt x="1130" y="1110"/>
                      </a:lnTo>
                      <a:lnTo>
                        <a:pt x="1005" y="942"/>
                      </a:lnTo>
                      <a:lnTo>
                        <a:pt x="942" y="942"/>
                      </a:lnTo>
                      <a:lnTo>
                        <a:pt x="921" y="858"/>
                      </a:lnTo>
                      <a:lnTo>
                        <a:pt x="691" y="670"/>
                      </a:lnTo>
                      <a:lnTo>
                        <a:pt x="607" y="566"/>
                      </a:lnTo>
                      <a:lnTo>
                        <a:pt x="607" y="335"/>
                      </a:lnTo>
                      <a:lnTo>
                        <a:pt x="523" y="273"/>
                      </a:lnTo>
                      <a:lnTo>
                        <a:pt x="377" y="210"/>
                      </a:lnTo>
                      <a:lnTo>
                        <a:pt x="293" y="63"/>
                      </a:lnTo>
                      <a:lnTo>
                        <a:pt x="25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730" name="Google Shape;1730;p60"/>
            <p:cNvGrpSpPr/>
            <p:nvPr/>
          </p:nvGrpSpPr>
          <p:grpSpPr>
            <a:xfrm>
              <a:off x="3875768" y="2846704"/>
              <a:ext cx="44796" cy="47366"/>
              <a:chOff x="3960625" y="2587825"/>
              <a:chExt cx="94050" cy="104125"/>
            </a:xfrm>
          </p:grpSpPr>
          <p:sp>
            <p:nvSpPr>
              <p:cNvPr id="1731" name="Google Shape;1731;p60"/>
              <p:cNvSpPr/>
              <p:nvPr/>
            </p:nvSpPr>
            <p:spPr>
              <a:xfrm>
                <a:off x="3960625" y="2587825"/>
                <a:ext cx="94050" cy="51200"/>
              </a:xfrm>
              <a:custGeom>
                <a:rect b="b" l="l" r="r" t="t"/>
                <a:pathLst>
                  <a:path extrusionOk="0" h="2048" w="3762">
                    <a:moveTo>
                      <a:pt x="190" y="2048"/>
                    </a:moveTo>
                    <a:lnTo>
                      <a:pt x="0" y="1762"/>
                    </a:lnTo>
                    <a:lnTo>
                      <a:pt x="309" y="1048"/>
                    </a:lnTo>
                    <a:lnTo>
                      <a:pt x="3762" y="0"/>
                    </a:lnTo>
                    <a:lnTo>
                      <a:pt x="3714" y="1072"/>
                    </a:lnTo>
                    <a:lnTo>
                      <a:pt x="2929" y="1143"/>
                    </a:lnTo>
                    <a:lnTo>
                      <a:pt x="2167" y="1000"/>
                    </a:lnTo>
                    <a:close/>
                  </a:path>
                </a:pathLst>
              </a:custGeom>
              <a:solidFill>
                <a:srgbClr val="5F7D95"/>
              </a:solidFill>
              <a:ln>
                <a:noFill/>
              </a:ln>
            </p:spPr>
          </p:sp>
          <p:sp>
            <p:nvSpPr>
              <p:cNvPr id="1732" name="Google Shape;1732;p60"/>
              <p:cNvSpPr/>
              <p:nvPr/>
            </p:nvSpPr>
            <p:spPr>
              <a:xfrm>
                <a:off x="3963000" y="2596725"/>
                <a:ext cx="86850" cy="95225"/>
              </a:xfrm>
              <a:custGeom>
                <a:rect b="b" l="l" r="r" t="t"/>
                <a:pathLst>
                  <a:path extrusionOk="0" h="3809" w="3474">
                    <a:moveTo>
                      <a:pt x="1549" y="2009"/>
                    </a:moveTo>
                    <a:lnTo>
                      <a:pt x="1632" y="2030"/>
                    </a:lnTo>
                    <a:lnTo>
                      <a:pt x="1695" y="2093"/>
                    </a:lnTo>
                    <a:lnTo>
                      <a:pt x="1674" y="2135"/>
                    </a:lnTo>
                    <a:lnTo>
                      <a:pt x="1674" y="2189"/>
                    </a:lnTo>
                    <a:lnTo>
                      <a:pt x="1674" y="2189"/>
                    </a:lnTo>
                    <a:cubicBezTo>
                      <a:pt x="1645" y="2167"/>
                      <a:pt x="1613" y="2146"/>
                      <a:pt x="1569" y="2135"/>
                    </a:cubicBezTo>
                    <a:cubicBezTo>
                      <a:pt x="1549" y="2114"/>
                      <a:pt x="1528" y="2114"/>
                      <a:pt x="1486" y="2114"/>
                    </a:cubicBezTo>
                    <a:lnTo>
                      <a:pt x="1549" y="2072"/>
                    </a:lnTo>
                    <a:lnTo>
                      <a:pt x="1549" y="2009"/>
                    </a:lnTo>
                    <a:close/>
                    <a:moveTo>
                      <a:pt x="3327" y="1"/>
                    </a:moveTo>
                    <a:lnTo>
                      <a:pt x="3201" y="105"/>
                    </a:lnTo>
                    <a:lnTo>
                      <a:pt x="3201" y="231"/>
                    </a:lnTo>
                    <a:lnTo>
                      <a:pt x="3243" y="335"/>
                    </a:lnTo>
                    <a:lnTo>
                      <a:pt x="3160" y="377"/>
                    </a:lnTo>
                    <a:lnTo>
                      <a:pt x="2929" y="356"/>
                    </a:lnTo>
                    <a:lnTo>
                      <a:pt x="2825" y="419"/>
                    </a:lnTo>
                    <a:lnTo>
                      <a:pt x="2720" y="356"/>
                    </a:lnTo>
                    <a:lnTo>
                      <a:pt x="2616" y="356"/>
                    </a:lnTo>
                    <a:lnTo>
                      <a:pt x="2532" y="419"/>
                    </a:lnTo>
                    <a:lnTo>
                      <a:pt x="2427" y="419"/>
                    </a:lnTo>
                    <a:lnTo>
                      <a:pt x="2406" y="314"/>
                    </a:lnTo>
                    <a:lnTo>
                      <a:pt x="2260" y="314"/>
                    </a:lnTo>
                    <a:lnTo>
                      <a:pt x="2113" y="273"/>
                    </a:lnTo>
                    <a:lnTo>
                      <a:pt x="2009" y="377"/>
                    </a:lnTo>
                    <a:lnTo>
                      <a:pt x="1862" y="419"/>
                    </a:lnTo>
                    <a:lnTo>
                      <a:pt x="1674" y="419"/>
                    </a:lnTo>
                    <a:lnTo>
                      <a:pt x="1632" y="377"/>
                    </a:lnTo>
                    <a:lnTo>
                      <a:pt x="1549" y="440"/>
                    </a:lnTo>
                    <a:lnTo>
                      <a:pt x="1444" y="440"/>
                    </a:lnTo>
                    <a:lnTo>
                      <a:pt x="1318" y="524"/>
                    </a:lnTo>
                    <a:lnTo>
                      <a:pt x="1025" y="524"/>
                    </a:lnTo>
                    <a:lnTo>
                      <a:pt x="900" y="586"/>
                    </a:lnTo>
                    <a:lnTo>
                      <a:pt x="900" y="649"/>
                    </a:lnTo>
                    <a:lnTo>
                      <a:pt x="732" y="691"/>
                    </a:lnTo>
                    <a:lnTo>
                      <a:pt x="502" y="838"/>
                    </a:lnTo>
                    <a:lnTo>
                      <a:pt x="481" y="984"/>
                    </a:lnTo>
                    <a:lnTo>
                      <a:pt x="398" y="1151"/>
                    </a:lnTo>
                    <a:lnTo>
                      <a:pt x="168" y="1214"/>
                    </a:lnTo>
                    <a:lnTo>
                      <a:pt x="168" y="1361"/>
                    </a:lnTo>
                    <a:lnTo>
                      <a:pt x="84" y="1507"/>
                    </a:lnTo>
                    <a:lnTo>
                      <a:pt x="0" y="1570"/>
                    </a:lnTo>
                    <a:lnTo>
                      <a:pt x="0" y="1716"/>
                    </a:lnTo>
                    <a:lnTo>
                      <a:pt x="209" y="1884"/>
                    </a:lnTo>
                    <a:lnTo>
                      <a:pt x="335" y="2072"/>
                    </a:lnTo>
                    <a:lnTo>
                      <a:pt x="398" y="2093"/>
                    </a:lnTo>
                    <a:lnTo>
                      <a:pt x="398" y="2135"/>
                    </a:lnTo>
                    <a:lnTo>
                      <a:pt x="544" y="2365"/>
                    </a:lnTo>
                    <a:lnTo>
                      <a:pt x="586" y="2532"/>
                    </a:lnTo>
                    <a:lnTo>
                      <a:pt x="649" y="2553"/>
                    </a:lnTo>
                    <a:lnTo>
                      <a:pt x="753" y="2449"/>
                    </a:lnTo>
                    <a:lnTo>
                      <a:pt x="837" y="2553"/>
                    </a:lnTo>
                    <a:lnTo>
                      <a:pt x="963" y="2595"/>
                    </a:lnTo>
                    <a:lnTo>
                      <a:pt x="1025" y="2511"/>
                    </a:lnTo>
                    <a:lnTo>
                      <a:pt x="1130" y="2511"/>
                    </a:lnTo>
                    <a:lnTo>
                      <a:pt x="1277" y="2595"/>
                    </a:lnTo>
                    <a:lnTo>
                      <a:pt x="1360" y="2532"/>
                    </a:lnTo>
                    <a:lnTo>
                      <a:pt x="1381" y="2616"/>
                    </a:lnTo>
                    <a:lnTo>
                      <a:pt x="1465" y="2616"/>
                    </a:lnTo>
                    <a:lnTo>
                      <a:pt x="1528" y="2658"/>
                    </a:lnTo>
                    <a:lnTo>
                      <a:pt x="1653" y="2700"/>
                    </a:lnTo>
                    <a:lnTo>
                      <a:pt x="1569" y="2742"/>
                    </a:lnTo>
                    <a:lnTo>
                      <a:pt x="1486" y="2825"/>
                    </a:lnTo>
                    <a:lnTo>
                      <a:pt x="1423" y="2762"/>
                    </a:lnTo>
                    <a:lnTo>
                      <a:pt x="1318" y="2742"/>
                    </a:lnTo>
                    <a:lnTo>
                      <a:pt x="1067" y="2595"/>
                    </a:lnTo>
                    <a:lnTo>
                      <a:pt x="963" y="2616"/>
                    </a:lnTo>
                    <a:lnTo>
                      <a:pt x="858" y="2658"/>
                    </a:lnTo>
                    <a:lnTo>
                      <a:pt x="753" y="2616"/>
                    </a:lnTo>
                    <a:lnTo>
                      <a:pt x="691" y="2721"/>
                    </a:lnTo>
                    <a:lnTo>
                      <a:pt x="628" y="2742"/>
                    </a:lnTo>
                    <a:lnTo>
                      <a:pt x="607" y="2846"/>
                    </a:lnTo>
                    <a:lnTo>
                      <a:pt x="732" y="2972"/>
                    </a:lnTo>
                    <a:lnTo>
                      <a:pt x="858" y="3035"/>
                    </a:lnTo>
                    <a:lnTo>
                      <a:pt x="1004" y="3139"/>
                    </a:lnTo>
                    <a:lnTo>
                      <a:pt x="1004" y="3223"/>
                    </a:lnTo>
                    <a:lnTo>
                      <a:pt x="942" y="3265"/>
                    </a:lnTo>
                    <a:lnTo>
                      <a:pt x="942" y="3369"/>
                    </a:lnTo>
                    <a:lnTo>
                      <a:pt x="1046" y="3495"/>
                    </a:lnTo>
                    <a:lnTo>
                      <a:pt x="1130" y="3579"/>
                    </a:lnTo>
                    <a:lnTo>
                      <a:pt x="1151" y="3495"/>
                    </a:lnTo>
                    <a:lnTo>
                      <a:pt x="1130" y="3453"/>
                    </a:lnTo>
                    <a:lnTo>
                      <a:pt x="1172" y="3348"/>
                    </a:lnTo>
                    <a:lnTo>
                      <a:pt x="1214" y="3474"/>
                    </a:lnTo>
                    <a:lnTo>
                      <a:pt x="1360" y="3537"/>
                    </a:lnTo>
                    <a:lnTo>
                      <a:pt x="1381" y="3599"/>
                    </a:lnTo>
                    <a:lnTo>
                      <a:pt x="1360" y="3704"/>
                    </a:lnTo>
                    <a:lnTo>
                      <a:pt x="1423" y="3788"/>
                    </a:lnTo>
                    <a:lnTo>
                      <a:pt x="1423" y="3746"/>
                    </a:lnTo>
                    <a:lnTo>
                      <a:pt x="1465" y="3599"/>
                    </a:lnTo>
                    <a:lnTo>
                      <a:pt x="1569" y="3599"/>
                    </a:lnTo>
                    <a:lnTo>
                      <a:pt x="1632" y="3704"/>
                    </a:lnTo>
                    <a:lnTo>
                      <a:pt x="1800" y="3809"/>
                    </a:lnTo>
                    <a:lnTo>
                      <a:pt x="1800" y="3809"/>
                    </a:lnTo>
                    <a:lnTo>
                      <a:pt x="1737" y="3704"/>
                    </a:lnTo>
                    <a:lnTo>
                      <a:pt x="1758" y="3641"/>
                    </a:lnTo>
                    <a:lnTo>
                      <a:pt x="1695" y="3537"/>
                    </a:lnTo>
                    <a:lnTo>
                      <a:pt x="1632" y="3348"/>
                    </a:lnTo>
                    <a:lnTo>
                      <a:pt x="1549" y="3244"/>
                    </a:lnTo>
                    <a:lnTo>
                      <a:pt x="1549" y="3181"/>
                    </a:lnTo>
                    <a:lnTo>
                      <a:pt x="1632" y="3181"/>
                    </a:lnTo>
                    <a:lnTo>
                      <a:pt x="1758" y="3265"/>
                    </a:lnTo>
                    <a:lnTo>
                      <a:pt x="1737" y="3327"/>
                    </a:lnTo>
                    <a:lnTo>
                      <a:pt x="1758" y="3369"/>
                    </a:lnTo>
                    <a:lnTo>
                      <a:pt x="1841" y="3286"/>
                    </a:lnTo>
                    <a:lnTo>
                      <a:pt x="1967" y="3348"/>
                    </a:lnTo>
                    <a:lnTo>
                      <a:pt x="1967" y="3286"/>
                    </a:lnTo>
                    <a:lnTo>
                      <a:pt x="1904" y="3244"/>
                    </a:lnTo>
                    <a:lnTo>
                      <a:pt x="1904" y="3181"/>
                    </a:lnTo>
                    <a:lnTo>
                      <a:pt x="1862" y="3181"/>
                    </a:lnTo>
                    <a:lnTo>
                      <a:pt x="1758" y="3139"/>
                    </a:lnTo>
                    <a:lnTo>
                      <a:pt x="1758" y="3076"/>
                    </a:lnTo>
                    <a:lnTo>
                      <a:pt x="1653" y="3014"/>
                    </a:lnTo>
                    <a:lnTo>
                      <a:pt x="1758" y="2951"/>
                    </a:lnTo>
                    <a:lnTo>
                      <a:pt x="1862" y="2951"/>
                    </a:lnTo>
                    <a:lnTo>
                      <a:pt x="1904" y="2909"/>
                    </a:lnTo>
                    <a:lnTo>
                      <a:pt x="2072" y="3014"/>
                    </a:lnTo>
                    <a:lnTo>
                      <a:pt x="2093" y="3055"/>
                    </a:lnTo>
                    <a:lnTo>
                      <a:pt x="2197" y="3076"/>
                    </a:lnTo>
                    <a:lnTo>
                      <a:pt x="2218" y="3035"/>
                    </a:lnTo>
                    <a:lnTo>
                      <a:pt x="2113" y="2909"/>
                    </a:lnTo>
                    <a:lnTo>
                      <a:pt x="2155" y="2762"/>
                    </a:lnTo>
                    <a:lnTo>
                      <a:pt x="2093" y="2700"/>
                    </a:lnTo>
                    <a:lnTo>
                      <a:pt x="1841" y="2532"/>
                    </a:lnTo>
                    <a:lnTo>
                      <a:pt x="1758" y="2511"/>
                    </a:lnTo>
                    <a:lnTo>
                      <a:pt x="1737" y="2490"/>
                    </a:lnTo>
                    <a:cubicBezTo>
                      <a:pt x="1758" y="2490"/>
                      <a:pt x="1779" y="2449"/>
                      <a:pt x="1800" y="2407"/>
                    </a:cubicBezTo>
                    <a:lnTo>
                      <a:pt x="1862" y="2449"/>
                    </a:lnTo>
                    <a:lnTo>
                      <a:pt x="1946" y="2490"/>
                    </a:lnTo>
                    <a:lnTo>
                      <a:pt x="1988" y="2553"/>
                    </a:lnTo>
                    <a:lnTo>
                      <a:pt x="2093" y="2616"/>
                    </a:lnTo>
                    <a:lnTo>
                      <a:pt x="2176" y="2616"/>
                    </a:lnTo>
                    <a:lnTo>
                      <a:pt x="2197" y="2658"/>
                    </a:lnTo>
                    <a:lnTo>
                      <a:pt x="2281" y="2762"/>
                    </a:lnTo>
                    <a:lnTo>
                      <a:pt x="2323" y="2825"/>
                    </a:lnTo>
                    <a:lnTo>
                      <a:pt x="2323" y="2867"/>
                    </a:lnTo>
                    <a:lnTo>
                      <a:pt x="2365" y="2930"/>
                    </a:lnTo>
                    <a:lnTo>
                      <a:pt x="2427" y="2972"/>
                    </a:lnTo>
                    <a:lnTo>
                      <a:pt x="2490" y="2951"/>
                    </a:lnTo>
                    <a:lnTo>
                      <a:pt x="2532" y="2972"/>
                    </a:lnTo>
                    <a:lnTo>
                      <a:pt x="2595" y="2867"/>
                    </a:lnTo>
                    <a:lnTo>
                      <a:pt x="2490" y="2867"/>
                    </a:lnTo>
                    <a:lnTo>
                      <a:pt x="2469" y="2888"/>
                    </a:lnTo>
                    <a:lnTo>
                      <a:pt x="2385" y="2825"/>
                    </a:lnTo>
                    <a:lnTo>
                      <a:pt x="2385" y="2742"/>
                    </a:lnTo>
                    <a:lnTo>
                      <a:pt x="2365" y="2679"/>
                    </a:lnTo>
                    <a:lnTo>
                      <a:pt x="2365" y="2637"/>
                    </a:lnTo>
                    <a:lnTo>
                      <a:pt x="2302" y="2553"/>
                    </a:lnTo>
                    <a:lnTo>
                      <a:pt x="2176" y="2428"/>
                    </a:lnTo>
                    <a:lnTo>
                      <a:pt x="2176" y="2449"/>
                    </a:lnTo>
                    <a:lnTo>
                      <a:pt x="2093" y="2449"/>
                    </a:lnTo>
                    <a:lnTo>
                      <a:pt x="2093" y="2428"/>
                    </a:lnTo>
                    <a:lnTo>
                      <a:pt x="1988" y="2365"/>
                    </a:lnTo>
                    <a:lnTo>
                      <a:pt x="1883" y="2344"/>
                    </a:lnTo>
                    <a:lnTo>
                      <a:pt x="1800" y="2239"/>
                    </a:lnTo>
                    <a:lnTo>
                      <a:pt x="1758" y="2239"/>
                    </a:lnTo>
                    <a:cubicBezTo>
                      <a:pt x="1730" y="2230"/>
                      <a:pt x="1706" y="2212"/>
                      <a:pt x="1680" y="2193"/>
                    </a:cubicBezTo>
                    <a:lnTo>
                      <a:pt x="1680" y="2193"/>
                    </a:lnTo>
                    <a:lnTo>
                      <a:pt x="1737" y="2156"/>
                    </a:lnTo>
                    <a:lnTo>
                      <a:pt x="1758" y="2030"/>
                    </a:lnTo>
                    <a:lnTo>
                      <a:pt x="1674" y="1946"/>
                    </a:lnTo>
                    <a:lnTo>
                      <a:pt x="1486" y="1737"/>
                    </a:lnTo>
                    <a:lnTo>
                      <a:pt x="1423" y="1695"/>
                    </a:lnTo>
                    <a:lnTo>
                      <a:pt x="1381" y="1612"/>
                    </a:lnTo>
                    <a:lnTo>
                      <a:pt x="1256" y="1507"/>
                    </a:lnTo>
                    <a:lnTo>
                      <a:pt x="1318" y="1465"/>
                    </a:lnTo>
                    <a:lnTo>
                      <a:pt x="1277" y="1235"/>
                    </a:lnTo>
                    <a:lnTo>
                      <a:pt x="1360" y="1130"/>
                    </a:lnTo>
                    <a:lnTo>
                      <a:pt x="1486" y="1089"/>
                    </a:lnTo>
                    <a:lnTo>
                      <a:pt x="1528" y="1193"/>
                    </a:lnTo>
                    <a:lnTo>
                      <a:pt x="1465" y="1193"/>
                    </a:lnTo>
                    <a:lnTo>
                      <a:pt x="1465" y="1256"/>
                    </a:lnTo>
                    <a:lnTo>
                      <a:pt x="1653" y="1319"/>
                    </a:lnTo>
                    <a:lnTo>
                      <a:pt x="1674" y="1465"/>
                    </a:lnTo>
                    <a:lnTo>
                      <a:pt x="1779" y="1570"/>
                    </a:lnTo>
                    <a:lnTo>
                      <a:pt x="1904" y="1570"/>
                    </a:lnTo>
                    <a:lnTo>
                      <a:pt x="1841" y="1507"/>
                    </a:lnTo>
                    <a:lnTo>
                      <a:pt x="1779" y="1423"/>
                    </a:lnTo>
                    <a:lnTo>
                      <a:pt x="1800" y="1361"/>
                    </a:lnTo>
                    <a:lnTo>
                      <a:pt x="1946" y="1402"/>
                    </a:lnTo>
                    <a:lnTo>
                      <a:pt x="2009" y="1528"/>
                    </a:lnTo>
                    <a:lnTo>
                      <a:pt x="2093" y="1570"/>
                    </a:lnTo>
                    <a:lnTo>
                      <a:pt x="2155" y="1486"/>
                    </a:lnTo>
                    <a:lnTo>
                      <a:pt x="2072" y="1423"/>
                    </a:lnTo>
                    <a:lnTo>
                      <a:pt x="1988" y="1402"/>
                    </a:lnTo>
                    <a:lnTo>
                      <a:pt x="1988" y="1361"/>
                    </a:lnTo>
                    <a:lnTo>
                      <a:pt x="2197" y="1361"/>
                    </a:lnTo>
                    <a:lnTo>
                      <a:pt x="2281" y="1423"/>
                    </a:lnTo>
                    <a:lnTo>
                      <a:pt x="2302" y="1402"/>
                    </a:lnTo>
                    <a:lnTo>
                      <a:pt x="2176" y="1298"/>
                    </a:lnTo>
                    <a:lnTo>
                      <a:pt x="2051" y="1277"/>
                    </a:lnTo>
                    <a:lnTo>
                      <a:pt x="1946" y="1151"/>
                    </a:lnTo>
                    <a:lnTo>
                      <a:pt x="1988" y="1068"/>
                    </a:lnTo>
                    <a:lnTo>
                      <a:pt x="2093" y="1089"/>
                    </a:lnTo>
                    <a:lnTo>
                      <a:pt x="2176" y="1047"/>
                    </a:lnTo>
                    <a:lnTo>
                      <a:pt x="2218" y="879"/>
                    </a:lnTo>
                    <a:lnTo>
                      <a:pt x="2302" y="858"/>
                    </a:lnTo>
                    <a:lnTo>
                      <a:pt x="2427" y="963"/>
                    </a:lnTo>
                    <a:lnTo>
                      <a:pt x="2532" y="963"/>
                    </a:lnTo>
                    <a:lnTo>
                      <a:pt x="2637" y="858"/>
                    </a:lnTo>
                    <a:lnTo>
                      <a:pt x="2637" y="796"/>
                    </a:lnTo>
                    <a:lnTo>
                      <a:pt x="2699" y="796"/>
                    </a:lnTo>
                    <a:lnTo>
                      <a:pt x="2783" y="879"/>
                    </a:lnTo>
                    <a:lnTo>
                      <a:pt x="3013" y="879"/>
                    </a:lnTo>
                    <a:lnTo>
                      <a:pt x="3201" y="942"/>
                    </a:lnTo>
                    <a:lnTo>
                      <a:pt x="3327" y="900"/>
                    </a:lnTo>
                    <a:lnTo>
                      <a:pt x="3348" y="566"/>
                    </a:lnTo>
                    <a:lnTo>
                      <a:pt x="3327" y="440"/>
                    </a:lnTo>
                    <a:lnTo>
                      <a:pt x="3473" y="335"/>
                    </a:lnTo>
                    <a:lnTo>
                      <a:pt x="3473" y="210"/>
                    </a:lnTo>
                    <a:lnTo>
                      <a:pt x="3369" y="147"/>
                    </a:lnTo>
                    <a:lnTo>
                      <a:pt x="341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33" name="Google Shape;1733;p60"/>
            <p:cNvGrpSpPr/>
            <p:nvPr/>
          </p:nvGrpSpPr>
          <p:grpSpPr>
            <a:xfrm>
              <a:off x="3782759" y="2807162"/>
              <a:ext cx="82686" cy="85487"/>
              <a:chOff x="3765350" y="2500900"/>
              <a:chExt cx="173600" cy="187925"/>
            </a:xfrm>
          </p:grpSpPr>
          <p:sp>
            <p:nvSpPr>
              <p:cNvPr id="1734" name="Google Shape;1734;p60"/>
              <p:cNvSpPr/>
              <p:nvPr/>
            </p:nvSpPr>
            <p:spPr>
              <a:xfrm>
                <a:off x="3765350" y="2500900"/>
                <a:ext cx="108950" cy="64300"/>
              </a:xfrm>
              <a:custGeom>
                <a:rect b="b" l="l" r="r" t="t"/>
                <a:pathLst>
                  <a:path extrusionOk="0" h="2572" w="4358">
                    <a:moveTo>
                      <a:pt x="1286" y="596"/>
                    </a:moveTo>
                    <a:lnTo>
                      <a:pt x="0" y="1072"/>
                    </a:lnTo>
                    <a:lnTo>
                      <a:pt x="429" y="2239"/>
                    </a:lnTo>
                    <a:lnTo>
                      <a:pt x="857" y="2572"/>
                    </a:lnTo>
                    <a:lnTo>
                      <a:pt x="2191" y="1215"/>
                    </a:lnTo>
                    <a:lnTo>
                      <a:pt x="4024" y="1072"/>
                    </a:lnTo>
                    <a:lnTo>
                      <a:pt x="4358" y="429"/>
                    </a:lnTo>
                    <a:lnTo>
                      <a:pt x="3120" y="0"/>
                    </a:lnTo>
                    <a:lnTo>
                      <a:pt x="2477" y="358"/>
                    </a:lnTo>
                    <a:close/>
                  </a:path>
                </a:pathLst>
              </a:custGeom>
              <a:solidFill>
                <a:srgbClr val="5F7D95"/>
              </a:solidFill>
              <a:ln>
                <a:noFill/>
              </a:ln>
            </p:spPr>
          </p:sp>
          <p:sp>
            <p:nvSpPr>
              <p:cNvPr id="1735" name="Google Shape;1735;p60"/>
              <p:cNvSpPr/>
              <p:nvPr/>
            </p:nvSpPr>
            <p:spPr>
              <a:xfrm>
                <a:off x="3797175" y="2609800"/>
                <a:ext cx="2625" cy="3700"/>
              </a:xfrm>
              <a:custGeom>
                <a:rect b="b" l="l" r="r" t="t"/>
                <a:pathLst>
                  <a:path extrusionOk="0" h="148" w="105">
                    <a:moveTo>
                      <a:pt x="42" y="1"/>
                    </a:moveTo>
                    <a:lnTo>
                      <a:pt x="21" y="43"/>
                    </a:lnTo>
                    <a:lnTo>
                      <a:pt x="0" y="84"/>
                    </a:lnTo>
                    <a:lnTo>
                      <a:pt x="0" y="147"/>
                    </a:lnTo>
                    <a:lnTo>
                      <a:pt x="21" y="147"/>
                    </a:lnTo>
                    <a:lnTo>
                      <a:pt x="42" y="105"/>
                    </a:lnTo>
                    <a:lnTo>
                      <a:pt x="105" y="22"/>
                    </a:lnTo>
                    <a:lnTo>
                      <a:pt x="4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60"/>
              <p:cNvSpPr/>
              <p:nvPr/>
            </p:nvSpPr>
            <p:spPr>
              <a:xfrm>
                <a:off x="3796125" y="2610325"/>
                <a:ext cx="22525" cy="41875"/>
              </a:xfrm>
              <a:custGeom>
                <a:rect b="b" l="l" r="r" t="t"/>
                <a:pathLst>
                  <a:path extrusionOk="0" h="1675" w="901">
                    <a:moveTo>
                      <a:pt x="565" y="1"/>
                    </a:moveTo>
                    <a:lnTo>
                      <a:pt x="461" y="22"/>
                    </a:lnTo>
                    <a:lnTo>
                      <a:pt x="252" y="273"/>
                    </a:lnTo>
                    <a:lnTo>
                      <a:pt x="168" y="273"/>
                    </a:lnTo>
                    <a:lnTo>
                      <a:pt x="42" y="189"/>
                    </a:lnTo>
                    <a:lnTo>
                      <a:pt x="42" y="314"/>
                    </a:lnTo>
                    <a:lnTo>
                      <a:pt x="1" y="398"/>
                    </a:lnTo>
                    <a:lnTo>
                      <a:pt x="105" y="503"/>
                    </a:lnTo>
                    <a:lnTo>
                      <a:pt x="105" y="586"/>
                    </a:lnTo>
                    <a:lnTo>
                      <a:pt x="189" y="649"/>
                    </a:lnTo>
                    <a:lnTo>
                      <a:pt x="189" y="796"/>
                    </a:lnTo>
                    <a:lnTo>
                      <a:pt x="105" y="858"/>
                    </a:lnTo>
                    <a:lnTo>
                      <a:pt x="147" y="942"/>
                    </a:lnTo>
                    <a:lnTo>
                      <a:pt x="273" y="942"/>
                    </a:lnTo>
                    <a:lnTo>
                      <a:pt x="273" y="1005"/>
                    </a:lnTo>
                    <a:lnTo>
                      <a:pt x="189" y="1068"/>
                    </a:lnTo>
                    <a:lnTo>
                      <a:pt x="147" y="1277"/>
                    </a:lnTo>
                    <a:lnTo>
                      <a:pt x="189" y="1361"/>
                    </a:lnTo>
                    <a:lnTo>
                      <a:pt x="252" y="1591"/>
                    </a:lnTo>
                    <a:lnTo>
                      <a:pt x="314" y="1674"/>
                    </a:lnTo>
                    <a:lnTo>
                      <a:pt x="377" y="1654"/>
                    </a:lnTo>
                    <a:lnTo>
                      <a:pt x="419" y="1674"/>
                    </a:lnTo>
                    <a:lnTo>
                      <a:pt x="503" y="1654"/>
                    </a:lnTo>
                    <a:lnTo>
                      <a:pt x="524" y="1528"/>
                    </a:lnTo>
                    <a:lnTo>
                      <a:pt x="565" y="1444"/>
                    </a:lnTo>
                    <a:lnTo>
                      <a:pt x="670" y="1444"/>
                    </a:lnTo>
                    <a:lnTo>
                      <a:pt x="733" y="1528"/>
                    </a:lnTo>
                    <a:lnTo>
                      <a:pt x="796" y="1528"/>
                    </a:lnTo>
                    <a:lnTo>
                      <a:pt x="837" y="1444"/>
                    </a:lnTo>
                    <a:lnTo>
                      <a:pt x="837" y="1214"/>
                    </a:lnTo>
                    <a:lnTo>
                      <a:pt x="879" y="1151"/>
                    </a:lnTo>
                    <a:lnTo>
                      <a:pt x="837" y="921"/>
                    </a:lnTo>
                    <a:lnTo>
                      <a:pt x="900" y="712"/>
                    </a:lnTo>
                    <a:lnTo>
                      <a:pt x="733" y="586"/>
                    </a:lnTo>
                    <a:lnTo>
                      <a:pt x="879" y="503"/>
                    </a:lnTo>
                    <a:lnTo>
                      <a:pt x="879" y="419"/>
                    </a:lnTo>
                    <a:lnTo>
                      <a:pt x="837" y="294"/>
                    </a:lnTo>
                    <a:lnTo>
                      <a:pt x="775" y="189"/>
                    </a:lnTo>
                    <a:lnTo>
                      <a:pt x="691" y="63"/>
                    </a:lnTo>
                    <a:lnTo>
                      <a:pt x="670" y="84"/>
                    </a:lnTo>
                    <a:lnTo>
                      <a:pt x="56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60"/>
              <p:cNvSpPr/>
              <p:nvPr/>
            </p:nvSpPr>
            <p:spPr>
              <a:xfrm>
                <a:off x="3821225" y="2579475"/>
                <a:ext cx="6300" cy="4200"/>
              </a:xfrm>
              <a:custGeom>
                <a:rect b="b" l="l" r="r" t="t"/>
                <a:pathLst>
                  <a:path extrusionOk="0" h="168" w="252">
                    <a:moveTo>
                      <a:pt x="189" y="0"/>
                    </a:moveTo>
                    <a:lnTo>
                      <a:pt x="147" y="42"/>
                    </a:lnTo>
                    <a:lnTo>
                      <a:pt x="43" y="84"/>
                    </a:lnTo>
                    <a:lnTo>
                      <a:pt x="1" y="147"/>
                    </a:lnTo>
                    <a:lnTo>
                      <a:pt x="43" y="167"/>
                    </a:lnTo>
                    <a:lnTo>
                      <a:pt x="189" y="147"/>
                    </a:lnTo>
                    <a:lnTo>
                      <a:pt x="252" y="147"/>
                    </a:lnTo>
                    <a:lnTo>
                      <a:pt x="252" y="63"/>
                    </a:lnTo>
                    <a:lnTo>
                      <a:pt x="1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60"/>
              <p:cNvSpPr/>
              <p:nvPr/>
            </p:nvSpPr>
            <p:spPr>
              <a:xfrm>
                <a:off x="3833800" y="2589400"/>
                <a:ext cx="1575" cy="1600"/>
              </a:xfrm>
              <a:custGeom>
                <a:rect b="b" l="l" r="r" t="t"/>
                <a:pathLst>
                  <a:path extrusionOk="0" h="64" w="63">
                    <a:moveTo>
                      <a:pt x="42" y="1"/>
                    </a:moveTo>
                    <a:lnTo>
                      <a:pt x="0" y="22"/>
                    </a:lnTo>
                    <a:lnTo>
                      <a:pt x="63" y="63"/>
                    </a:lnTo>
                    <a:lnTo>
                      <a:pt x="4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60"/>
              <p:cNvSpPr/>
              <p:nvPr/>
            </p:nvSpPr>
            <p:spPr>
              <a:xfrm>
                <a:off x="3774675" y="2506225"/>
                <a:ext cx="164275" cy="182600"/>
              </a:xfrm>
              <a:custGeom>
                <a:rect b="b" l="l" r="r" t="t"/>
                <a:pathLst>
                  <a:path extrusionOk="0" h="7304" w="6571">
                    <a:moveTo>
                      <a:pt x="2595" y="1"/>
                    </a:moveTo>
                    <a:lnTo>
                      <a:pt x="2302" y="189"/>
                    </a:lnTo>
                    <a:lnTo>
                      <a:pt x="2114" y="105"/>
                    </a:lnTo>
                    <a:lnTo>
                      <a:pt x="2009" y="252"/>
                    </a:lnTo>
                    <a:lnTo>
                      <a:pt x="2072" y="419"/>
                    </a:lnTo>
                    <a:lnTo>
                      <a:pt x="1842" y="482"/>
                    </a:lnTo>
                    <a:lnTo>
                      <a:pt x="1800" y="691"/>
                    </a:lnTo>
                    <a:lnTo>
                      <a:pt x="1695" y="608"/>
                    </a:lnTo>
                    <a:lnTo>
                      <a:pt x="1591" y="608"/>
                    </a:lnTo>
                    <a:lnTo>
                      <a:pt x="1340" y="524"/>
                    </a:lnTo>
                    <a:lnTo>
                      <a:pt x="1340" y="691"/>
                    </a:lnTo>
                    <a:lnTo>
                      <a:pt x="1235" y="901"/>
                    </a:lnTo>
                    <a:lnTo>
                      <a:pt x="1172" y="796"/>
                    </a:lnTo>
                    <a:lnTo>
                      <a:pt x="1005" y="712"/>
                    </a:lnTo>
                    <a:lnTo>
                      <a:pt x="1026" y="587"/>
                    </a:lnTo>
                    <a:lnTo>
                      <a:pt x="900" y="503"/>
                    </a:lnTo>
                    <a:lnTo>
                      <a:pt x="691" y="880"/>
                    </a:lnTo>
                    <a:lnTo>
                      <a:pt x="524" y="796"/>
                    </a:lnTo>
                    <a:lnTo>
                      <a:pt x="294" y="942"/>
                    </a:lnTo>
                    <a:lnTo>
                      <a:pt x="168" y="901"/>
                    </a:lnTo>
                    <a:lnTo>
                      <a:pt x="105" y="942"/>
                    </a:lnTo>
                    <a:lnTo>
                      <a:pt x="126" y="1089"/>
                    </a:lnTo>
                    <a:lnTo>
                      <a:pt x="231" y="1193"/>
                    </a:lnTo>
                    <a:lnTo>
                      <a:pt x="210" y="1361"/>
                    </a:lnTo>
                    <a:lnTo>
                      <a:pt x="84" y="1403"/>
                    </a:lnTo>
                    <a:lnTo>
                      <a:pt x="1" y="1465"/>
                    </a:lnTo>
                    <a:lnTo>
                      <a:pt x="126" y="1633"/>
                    </a:lnTo>
                    <a:lnTo>
                      <a:pt x="168" y="1926"/>
                    </a:lnTo>
                    <a:lnTo>
                      <a:pt x="335" y="2051"/>
                    </a:lnTo>
                    <a:lnTo>
                      <a:pt x="524" y="2051"/>
                    </a:lnTo>
                    <a:lnTo>
                      <a:pt x="440" y="2240"/>
                    </a:lnTo>
                    <a:lnTo>
                      <a:pt x="503" y="2365"/>
                    </a:lnTo>
                    <a:lnTo>
                      <a:pt x="796" y="2302"/>
                    </a:lnTo>
                    <a:lnTo>
                      <a:pt x="900" y="2177"/>
                    </a:lnTo>
                    <a:lnTo>
                      <a:pt x="900" y="2072"/>
                    </a:lnTo>
                    <a:lnTo>
                      <a:pt x="1172" y="1926"/>
                    </a:lnTo>
                    <a:lnTo>
                      <a:pt x="1570" y="2030"/>
                    </a:lnTo>
                    <a:lnTo>
                      <a:pt x="1675" y="2093"/>
                    </a:lnTo>
                    <a:lnTo>
                      <a:pt x="1842" y="2156"/>
                    </a:lnTo>
                    <a:lnTo>
                      <a:pt x="1884" y="2261"/>
                    </a:lnTo>
                    <a:lnTo>
                      <a:pt x="1905" y="2302"/>
                    </a:lnTo>
                    <a:lnTo>
                      <a:pt x="1967" y="2386"/>
                    </a:lnTo>
                    <a:lnTo>
                      <a:pt x="2072" y="2574"/>
                    </a:lnTo>
                    <a:lnTo>
                      <a:pt x="2072" y="2679"/>
                    </a:lnTo>
                    <a:lnTo>
                      <a:pt x="2156" y="2721"/>
                    </a:lnTo>
                    <a:lnTo>
                      <a:pt x="2156" y="2888"/>
                    </a:lnTo>
                    <a:lnTo>
                      <a:pt x="2281" y="2930"/>
                    </a:lnTo>
                    <a:lnTo>
                      <a:pt x="2365" y="3035"/>
                    </a:lnTo>
                    <a:lnTo>
                      <a:pt x="2511" y="3202"/>
                    </a:lnTo>
                    <a:lnTo>
                      <a:pt x="2532" y="3307"/>
                    </a:lnTo>
                    <a:lnTo>
                      <a:pt x="2700" y="3307"/>
                    </a:lnTo>
                    <a:lnTo>
                      <a:pt x="2804" y="3432"/>
                    </a:lnTo>
                    <a:lnTo>
                      <a:pt x="2825" y="3537"/>
                    </a:lnTo>
                    <a:lnTo>
                      <a:pt x="2909" y="3558"/>
                    </a:lnTo>
                    <a:lnTo>
                      <a:pt x="3139" y="3851"/>
                    </a:lnTo>
                    <a:lnTo>
                      <a:pt x="3369" y="4018"/>
                    </a:lnTo>
                    <a:lnTo>
                      <a:pt x="3474" y="4039"/>
                    </a:lnTo>
                    <a:lnTo>
                      <a:pt x="3579" y="4081"/>
                    </a:lnTo>
                    <a:lnTo>
                      <a:pt x="3620" y="4186"/>
                    </a:lnTo>
                    <a:lnTo>
                      <a:pt x="3725" y="4186"/>
                    </a:lnTo>
                    <a:lnTo>
                      <a:pt x="3788" y="4123"/>
                    </a:lnTo>
                    <a:lnTo>
                      <a:pt x="3934" y="4165"/>
                    </a:lnTo>
                    <a:lnTo>
                      <a:pt x="4039" y="4165"/>
                    </a:lnTo>
                    <a:lnTo>
                      <a:pt x="4164" y="4395"/>
                    </a:lnTo>
                    <a:lnTo>
                      <a:pt x="4248" y="4458"/>
                    </a:lnTo>
                    <a:lnTo>
                      <a:pt x="4290" y="4416"/>
                    </a:lnTo>
                    <a:lnTo>
                      <a:pt x="4395" y="4458"/>
                    </a:lnTo>
                    <a:lnTo>
                      <a:pt x="4395" y="4520"/>
                    </a:lnTo>
                    <a:lnTo>
                      <a:pt x="4604" y="4520"/>
                    </a:lnTo>
                    <a:lnTo>
                      <a:pt x="4688" y="4625"/>
                    </a:lnTo>
                    <a:lnTo>
                      <a:pt x="4688" y="4730"/>
                    </a:lnTo>
                    <a:lnTo>
                      <a:pt x="4646" y="4792"/>
                    </a:lnTo>
                    <a:lnTo>
                      <a:pt x="4708" y="4834"/>
                    </a:lnTo>
                    <a:lnTo>
                      <a:pt x="4834" y="4834"/>
                    </a:lnTo>
                    <a:lnTo>
                      <a:pt x="4897" y="4939"/>
                    </a:lnTo>
                    <a:lnTo>
                      <a:pt x="5043" y="4981"/>
                    </a:lnTo>
                    <a:lnTo>
                      <a:pt x="5106" y="4939"/>
                    </a:lnTo>
                    <a:lnTo>
                      <a:pt x="5169" y="5002"/>
                    </a:lnTo>
                    <a:lnTo>
                      <a:pt x="5232" y="5190"/>
                    </a:lnTo>
                    <a:lnTo>
                      <a:pt x="5252" y="5357"/>
                    </a:lnTo>
                    <a:lnTo>
                      <a:pt x="5315" y="5441"/>
                    </a:lnTo>
                    <a:lnTo>
                      <a:pt x="5357" y="5650"/>
                    </a:lnTo>
                    <a:lnTo>
                      <a:pt x="5420" y="5755"/>
                    </a:lnTo>
                    <a:lnTo>
                      <a:pt x="5420" y="5859"/>
                    </a:lnTo>
                    <a:lnTo>
                      <a:pt x="5357" y="5943"/>
                    </a:lnTo>
                    <a:lnTo>
                      <a:pt x="5315" y="5943"/>
                    </a:lnTo>
                    <a:lnTo>
                      <a:pt x="5273" y="5964"/>
                    </a:lnTo>
                    <a:lnTo>
                      <a:pt x="5315" y="6069"/>
                    </a:lnTo>
                    <a:lnTo>
                      <a:pt x="5273" y="6173"/>
                    </a:lnTo>
                    <a:lnTo>
                      <a:pt x="5211" y="6257"/>
                    </a:lnTo>
                    <a:lnTo>
                      <a:pt x="5127" y="6278"/>
                    </a:lnTo>
                    <a:lnTo>
                      <a:pt x="5106" y="6341"/>
                    </a:lnTo>
                    <a:lnTo>
                      <a:pt x="5106" y="6362"/>
                    </a:lnTo>
                    <a:lnTo>
                      <a:pt x="5211" y="6466"/>
                    </a:lnTo>
                    <a:lnTo>
                      <a:pt x="5357" y="6445"/>
                    </a:lnTo>
                    <a:lnTo>
                      <a:pt x="5441" y="6341"/>
                    </a:lnTo>
                    <a:lnTo>
                      <a:pt x="5462" y="6194"/>
                    </a:lnTo>
                    <a:lnTo>
                      <a:pt x="5629" y="6069"/>
                    </a:lnTo>
                    <a:lnTo>
                      <a:pt x="5650" y="5818"/>
                    </a:lnTo>
                    <a:lnTo>
                      <a:pt x="5755" y="5713"/>
                    </a:lnTo>
                    <a:lnTo>
                      <a:pt x="5859" y="5671"/>
                    </a:lnTo>
                    <a:lnTo>
                      <a:pt x="5880" y="5608"/>
                    </a:lnTo>
                    <a:lnTo>
                      <a:pt x="5859" y="5546"/>
                    </a:lnTo>
                    <a:lnTo>
                      <a:pt x="5880" y="5399"/>
                    </a:lnTo>
                    <a:lnTo>
                      <a:pt x="5859" y="5336"/>
                    </a:lnTo>
                    <a:lnTo>
                      <a:pt x="5692" y="5190"/>
                    </a:lnTo>
                    <a:lnTo>
                      <a:pt x="5587" y="5190"/>
                    </a:lnTo>
                    <a:lnTo>
                      <a:pt x="5566" y="5127"/>
                    </a:lnTo>
                    <a:lnTo>
                      <a:pt x="5566" y="5043"/>
                    </a:lnTo>
                    <a:lnTo>
                      <a:pt x="5650" y="5002"/>
                    </a:lnTo>
                    <a:lnTo>
                      <a:pt x="5671" y="4918"/>
                    </a:lnTo>
                    <a:lnTo>
                      <a:pt x="5671" y="4834"/>
                    </a:lnTo>
                    <a:lnTo>
                      <a:pt x="5734" y="4771"/>
                    </a:lnTo>
                    <a:lnTo>
                      <a:pt x="5776" y="4625"/>
                    </a:lnTo>
                    <a:lnTo>
                      <a:pt x="5838" y="4604"/>
                    </a:lnTo>
                    <a:lnTo>
                      <a:pt x="5901" y="4604"/>
                    </a:lnTo>
                    <a:lnTo>
                      <a:pt x="6006" y="4667"/>
                    </a:lnTo>
                    <a:lnTo>
                      <a:pt x="6048" y="4709"/>
                    </a:lnTo>
                    <a:lnTo>
                      <a:pt x="6215" y="4709"/>
                    </a:lnTo>
                    <a:lnTo>
                      <a:pt x="6278" y="4730"/>
                    </a:lnTo>
                    <a:lnTo>
                      <a:pt x="6257" y="4813"/>
                    </a:lnTo>
                    <a:lnTo>
                      <a:pt x="6299" y="4918"/>
                    </a:lnTo>
                    <a:lnTo>
                      <a:pt x="6382" y="5022"/>
                    </a:lnTo>
                    <a:lnTo>
                      <a:pt x="6487" y="5085"/>
                    </a:lnTo>
                    <a:lnTo>
                      <a:pt x="6487" y="5043"/>
                    </a:lnTo>
                    <a:lnTo>
                      <a:pt x="6508" y="5022"/>
                    </a:lnTo>
                    <a:lnTo>
                      <a:pt x="6487" y="5002"/>
                    </a:lnTo>
                    <a:lnTo>
                      <a:pt x="6550" y="4918"/>
                    </a:lnTo>
                    <a:lnTo>
                      <a:pt x="6571" y="4771"/>
                    </a:lnTo>
                    <a:lnTo>
                      <a:pt x="6508" y="4688"/>
                    </a:lnTo>
                    <a:lnTo>
                      <a:pt x="6403" y="4604"/>
                    </a:lnTo>
                    <a:lnTo>
                      <a:pt x="6236" y="4562"/>
                    </a:lnTo>
                    <a:lnTo>
                      <a:pt x="6131" y="4416"/>
                    </a:lnTo>
                    <a:lnTo>
                      <a:pt x="5943" y="4290"/>
                    </a:lnTo>
                    <a:lnTo>
                      <a:pt x="5504" y="4060"/>
                    </a:lnTo>
                    <a:lnTo>
                      <a:pt x="5294" y="4018"/>
                    </a:lnTo>
                    <a:lnTo>
                      <a:pt x="5148" y="4018"/>
                    </a:lnTo>
                    <a:lnTo>
                      <a:pt x="5106" y="3914"/>
                    </a:lnTo>
                    <a:lnTo>
                      <a:pt x="5106" y="3851"/>
                    </a:lnTo>
                    <a:lnTo>
                      <a:pt x="5232" y="3746"/>
                    </a:lnTo>
                    <a:lnTo>
                      <a:pt x="5252" y="3662"/>
                    </a:lnTo>
                    <a:lnTo>
                      <a:pt x="5148" y="3621"/>
                    </a:lnTo>
                    <a:lnTo>
                      <a:pt x="5022" y="3642"/>
                    </a:lnTo>
                    <a:lnTo>
                      <a:pt x="4918" y="3621"/>
                    </a:lnTo>
                    <a:lnTo>
                      <a:pt x="4708" y="3621"/>
                    </a:lnTo>
                    <a:lnTo>
                      <a:pt x="4625" y="3558"/>
                    </a:lnTo>
                    <a:lnTo>
                      <a:pt x="4520" y="3537"/>
                    </a:lnTo>
                    <a:lnTo>
                      <a:pt x="4457" y="3453"/>
                    </a:lnTo>
                    <a:lnTo>
                      <a:pt x="4290" y="3328"/>
                    </a:lnTo>
                    <a:lnTo>
                      <a:pt x="4206" y="3202"/>
                    </a:lnTo>
                    <a:lnTo>
                      <a:pt x="4102" y="3097"/>
                    </a:lnTo>
                    <a:lnTo>
                      <a:pt x="4039" y="2993"/>
                    </a:lnTo>
                    <a:lnTo>
                      <a:pt x="4039" y="2867"/>
                    </a:lnTo>
                    <a:lnTo>
                      <a:pt x="3976" y="2825"/>
                    </a:lnTo>
                    <a:lnTo>
                      <a:pt x="3976" y="2721"/>
                    </a:lnTo>
                    <a:lnTo>
                      <a:pt x="3620" y="2365"/>
                    </a:lnTo>
                    <a:lnTo>
                      <a:pt x="3537" y="2261"/>
                    </a:lnTo>
                    <a:lnTo>
                      <a:pt x="3411" y="2177"/>
                    </a:lnTo>
                    <a:lnTo>
                      <a:pt x="3139" y="2051"/>
                    </a:lnTo>
                    <a:lnTo>
                      <a:pt x="3097" y="1968"/>
                    </a:lnTo>
                    <a:lnTo>
                      <a:pt x="3056" y="1821"/>
                    </a:lnTo>
                    <a:lnTo>
                      <a:pt x="3014" y="1654"/>
                    </a:lnTo>
                    <a:lnTo>
                      <a:pt x="3056" y="1612"/>
                    </a:lnTo>
                    <a:lnTo>
                      <a:pt x="3139" y="1465"/>
                    </a:lnTo>
                    <a:lnTo>
                      <a:pt x="3056" y="1361"/>
                    </a:lnTo>
                    <a:lnTo>
                      <a:pt x="3014" y="1235"/>
                    </a:lnTo>
                    <a:lnTo>
                      <a:pt x="3056" y="1152"/>
                    </a:lnTo>
                    <a:lnTo>
                      <a:pt x="3202" y="1131"/>
                    </a:lnTo>
                    <a:lnTo>
                      <a:pt x="3307" y="1026"/>
                    </a:lnTo>
                    <a:lnTo>
                      <a:pt x="3432" y="1026"/>
                    </a:lnTo>
                    <a:lnTo>
                      <a:pt x="3516" y="942"/>
                    </a:lnTo>
                    <a:lnTo>
                      <a:pt x="3579" y="901"/>
                    </a:lnTo>
                    <a:lnTo>
                      <a:pt x="3725" y="921"/>
                    </a:lnTo>
                    <a:lnTo>
                      <a:pt x="3683" y="712"/>
                    </a:lnTo>
                    <a:lnTo>
                      <a:pt x="3725" y="691"/>
                    </a:lnTo>
                    <a:lnTo>
                      <a:pt x="3662" y="587"/>
                    </a:lnTo>
                    <a:lnTo>
                      <a:pt x="3788" y="398"/>
                    </a:lnTo>
                    <a:lnTo>
                      <a:pt x="3725" y="315"/>
                    </a:lnTo>
                    <a:lnTo>
                      <a:pt x="3537" y="356"/>
                    </a:lnTo>
                    <a:lnTo>
                      <a:pt x="3202" y="273"/>
                    </a:lnTo>
                    <a:lnTo>
                      <a:pt x="2909" y="105"/>
                    </a:lnTo>
                    <a:lnTo>
                      <a:pt x="2930" y="1"/>
                    </a:lnTo>
                    <a:lnTo>
                      <a:pt x="2721" y="43"/>
                    </a:lnTo>
                    <a:lnTo>
                      <a:pt x="2595" y="1"/>
                    </a:lnTo>
                    <a:close/>
                    <a:moveTo>
                      <a:pt x="4960" y="6236"/>
                    </a:moveTo>
                    <a:lnTo>
                      <a:pt x="4813" y="6362"/>
                    </a:lnTo>
                    <a:lnTo>
                      <a:pt x="4750" y="6362"/>
                    </a:lnTo>
                    <a:lnTo>
                      <a:pt x="4625" y="6278"/>
                    </a:lnTo>
                    <a:lnTo>
                      <a:pt x="4499" y="6403"/>
                    </a:lnTo>
                    <a:lnTo>
                      <a:pt x="4227" y="6382"/>
                    </a:lnTo>
                    <a:lnTo>
                      <a:pt x="4018" y="6445"/>
                    </a:lnTo>
                    <a:lnTo>
                      <a:pt x="3872" y="6403"/>
                    </a:lnTo>
                    <a:lnTo>
                      <a:pt x="3767" y="6341"/>
                    </a:lnTo>
                    <a:lnTo>
                      <a:pt x="3641" y="6341"/>
                    </a:lnTo>
                    <a:lnTo>
                      <a:pt x="3558" y="6382"/>
                    </a:lnTo>
                    <a:lnTo>
                      <a:pt x="3495" y="6341"/>
                    </a:lnTo>
                    <a:lnTo>
                      <a:pt x="3369" y="6382"/>
                    </a:lnTo>
                    <a:lnTo>
                      <a:pt x="3348" y="6571"/>
                    </a:lnTo>
                    <a:lnTo>
                      <a:pt x="3474" y="6675"/>
                    </a:lnTo>
                    <a:lnTo>
                      <a:pt x="3600" y="6655"/>
                    </a:lnTo>
                    <a:lnTo>
                      <a:pt x="3809" y="6801"/>
                    </a:lnTo>
                    <a:lnTo>
                      <a:pt x="3955" y="6822"/>
                    </a:lnTo>
                    <a:lnTo>
                      <a:pt x="4060" y="6927"/>
                    </a:lnTo>
                    <a:lnTo>
                      <a:pt x="4311" y="7031"/>
                    </a:lnTo>
                    <a:lnTo>
                      <a:pt x="4374" y="7010"/>
                    </a:lnTo>
                    <a:lnTo>
                      <a:pt x="4478" y="7094"/>
                    </a:lnTo>
                    <a:lnTo>
                      <a:pt x="4499" y="7199"/>
                    </a:lnTo>
                    <a:lnTo>
                      <a:pt x="4750" y="7303"/>
                    </a:lnTo>
                    <a:lnTo>
                      <a:pt x="4855" y="7282"/>
                    </a:lnTo>
                    <a:lnTo>
                      <a:pt x="4855" y="7136"/>
                    </a:lnTo>
                    <a:lnTo>
                      <a:pt x="4918" y="7073"/>
                    </a:lnTo>
                    <a:lnTo>
                      <a:pt x="4918" y="6927"/>
                    </a:lnTo>
                    <a:lnTo>
                      <a:pt x="4813" y="6801"/>
                    </a:lnTo>
                    <a:lnTo>
                      <a:pt x="4918" y="6508"/>
                    </a:lnTo>
                    <a:lnTo>
                      <a:pt x="5022" y="6403"/>
                    </a:lnTo>
                    <a:lnTo>
                      <a:pt x="5022" y="6362"/>
                    </a:lnTo>
                    <a:lnTo>
                      <a:pt x="5043" y="6362"/>
                    </a:lnTo>
                    <a:lnTo>
                      <a:pt x="5043" y="6341"/>
                    </a:lnTo>
                    <a:lnTo>
                      <a:pt x="4960" y="6236"/>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0" name="Google Shape;1740;p60"/>
            <p:cNvGrpSpPr/>
            <p:nvPr/>
          </p:nvGrpSpPr>
          <p:grpSpPr>
            <a:xfrm>
              <a:off x="3775674" y="2798496"/>
              <a:ext cx="40545" cy="23564"/>
              <a:chOff x="3750475" y="2481850"/>
              <a:chExt cx="85125" cy="51800"/>
            </a:xfrm>
          </p:grpSpPr>
          <p:sp>
            <p:nvSpPr>
              <p:cNvPr id="1741" name="Google Shape;1741;p60"/>
              <p:cNvSpPr/>
              <p:nvPr/>
            </p:nvSpPr>
            <p:spPr>
              <a:xfrm>
                <a:off x="3762125" y="2492625"/>
                <a:ext cx="64900" cy="36650"/>
              </a:xfrm>
              <a:custGeom>
                <a:rect b="b" l="l" r="r" t="t"/>
                <a:pathLst>
                  <a:path extrusionOk="0" h="1466" w="2596">
                    <a:moveTo>
                      <a:pt x="1507" y="1"/>
                    </a:moveTo>
                    <a:lnTo>
                      <a:pt x="1361" y="64"/>
                    </a:lnTo>
                    <a:lnTo>
                      <a:pt x="1402" y="105"/>
                    </a:lnTo>
                    <a:lnTo>
                      <a:pt x="1340" y="189"/>
                    </a:lnTo>
                    <a:lnTo>
                      <a:pt x="1214" y="126"/>
                    </a:lnTo>
                    <a:lnTo>
                      <a:pt x="1109" y="189"/>
                    </a:lnTo>
                    <a:lnTo>
                      <a:pt x="1005" y="168"/>
                    </a:lnTo>
                    <a:lnTo>
                      <a:pt x="817" y="210"/>
                    </a:lnTo>
                    <a:lnTo>
                      <a:pt x="712" y="210"/>
                    </a:lnTo>
                    <a:lnTo>
                      <a:pt x="691" y="126"/>
                    </a:lnTo>
                    <a:lnTo>
                      <a:pt x="565" y="126"/>
                    </a:lnTo>
                    <a:lnTo>
                      <a:pt x="482" y="231"/>
                    </a:lnTo>
                    <a:lnTo>
                      <a:pt x="607" y="294"/>
                    </a:lnTo>
                    <a:lnTo>
                      <a:pt x="607" y="398"/>
                    </a:lnTo>
                    <a:lnTo>
                      <a:pt x="503" y="440"/>
                    </a:lnTo>
                    <a:lnTo>
                      <a:pt x="398" y="608"/>
                    </a:lnTo>
                    <a:lnTo>
                      <a:pt x="314" y="628"/>
                    </a:lnTo>
                    <a:lnTo>
                      <a:pt x="168" y="859"/>
                    </a:lnTo>
                    <a:lnTo>
                      <a:pt x="147" y="1047"/>
                    </a:lnTo>
                    <a:lnTo>
                      <a:pt x="147" y="1152"/>
                    </a:lnTo>
                    <a:lnTo>
                      <a:pt x="84" y="1152"/>
                    </a:lnTo>
                    <a:lnTo>
                      <a:pt x="0" y="1173"/>
                    </a:lnTo>
                    <a:lnTo>
                      <a:pt x="42" y="1277"/>
                    </a:lnTo>
                    <a:lnTo>
                      <a:pt x="147" y="1277"/>
                    </a:lnTo>
                    <a:lnTo>
                      <a:pt x="293" y="1235"/>
                    </a:lnTo>
                    <a:lnTo>
                      <a:pt x="252" y="1068"/>
                    </a:lnTo>
                    <a:lnTo>
                      <a:pt x="314" y="1026"/>
                    </a:lnTo>
                    <a:lnTo>
                      <a:pt x="482" y="1026"/>
                    </a:lnTo>
                    <a:lnTo>
                      <a:pt x="524" y="1131"/>
                    </a:lnTo>
                    <a:lnTo>
                      <a:pt x="586" y="1277"/>
                    </a:lnTo>
                    <a:lnTo>
                      <a:pt x="670" y="1340"/>
                    </a:lnTo>
                    <a:lnTo>
                      <a:pt x="670" y="1424"/>
                    </a:lnTo>
                    <a:lnTo>
                      <a:pt x="796" y="1465"/>
                    </a:lnTo>
                    <a:lnTo>
                      <a:pt x="1026" y="1319"/>
                    </a:lnTo>
                    <a:lnTo>
                      <a:pt x="1151" y="1361"/>
                    </a:lnTo>
                    <a:lnTo>
                      <a:pt x="1361" y="1026"/>
                    </a:lnTo>
                    <a:lnTo>
                      <a:pt x="1507" y="1110"/>
                    </a:lnTo>
                    <a:lnTo>
                      <a:pt x="1507" y="1235"/>
                    </a:lnTo>
                    <a:lnTo>
                      <a:pt x="1674" y="1319"/>
                    </a:lnTo>
                    <a:lnTo>
                      <a:pt x="1737" y="1445"/>
                    </a:lnTo>
                    <a:lnTo>
                      <a:pt x="1842" y="1235"/>
                    </a:lnTo>
                    <a:lnTo>
                      <a:pt x="1842" y="1068"/>
                    </a:lnTo>
                    <a:lnTo>
                      <a:pt x="2093" y="1131"/>
                    </a:lnTo>
                    <a:lnTo>
                      <a:pt x="2197" y="1131"/>
                    </a:lnTo>
                    <a:lnTo>
                      <a:pt x="2302" y="1214"/>
                    </a:lnTo>
                    <a:lnTo>
                      <a:pt x="2302" y="1005"/>
                    </a:lnTo>
                    <a:lnTo>
                      <a:pt x="2553" y="942"/>
                    </a:lnTo>
                    <a:lnTo>
                      <a:pt x="2490" y="754"/>
                    </a:lnTo>
                    <a:lnTo>
                      <a:pt x="2595" y="628"/>
                    </a:lnTo>
                    <a:lnTo>
                      <a:pt x="2553" y="524"/>
                    </a:lnTo>
                    <a:lnTo>
                      <a:pt x="2469" y="524"/>
                    </a:lnTo>
                    <a:lnTo>
                      <a:pt x="2365" y="628"/>
                    </a:lnTo>
                    <a:lnTo>
                      <a:pt x="2260" y="503"/>
                    </a:lnTo>
                    <a:lnTo>
                      <a:pt x="2177" y="524"/>
                    </a:lnTo>
                    <a:lnTo>
                      <a:pt x="2030" y="524"/>
                    </a:lnTo>
                    <a:lnTo>
                      <a:pt x="1988" y="440"/>
                    </a:lnTo>
                    <a:lnTo>
                      <a:pt x="2030" y="398"/>
                    </a:lnTo>
                    <a:lnTo>
                      <a:pt x="2030" y="294"/>
                    </a:lnTo>
                    <a:lnTo>
                      <a:pt x="1884" y="210"/>
                    </a:lnTo>
                    <a:lnTo>
                      <a:pt x="1737" y="84"/>
                    </a:lnTo>
                    <a:lnTo>
                      <a:pt x="1653" y="84"/>
                    </a:lnTo>
                    <a:lnTo>
                      <a:pt x="1612" y="126"/>
                    </a:lnTo>
                    <a:lnTo>
                      <a:pt x="1528" y="105"/>
                    </a:lnTo>
                    <a:lnTo>
                      <a:pt x="15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60"/>
              <p:cNvSpPr/>
              <p:nvPr/>
            </p:nvSpPr>
            <p:spPr>
              <a:xfrm>
                <a:off x="3750475" y="2481850"/>
                <a:ext cx="85125" cy="51800"/>
              </a:xfrm>
              <a:custGeom>
                <a:rect b="b" l="l" r="r" t="t"/>
                <a:pathLst>
                  <a:path extrusionOk="0" h="2072" w="3405">
                    <a:moveTo>
                      <a:pt x="1095" y="286"/>
                    </a:moveTo>
                    <a:lnTo>
                      <a:pt x="0" y="1667"/>
                    </a:lnTo>
                    <a:lnTo>
                      <a:pt x="547" y="2072"/>
                    </a:lnTo>
                    <a:lnTo>
                      <a:pt x="1214" y="1858"/>
                    </a:lnTo>
                    <a:lnTo>
                      <a:pt x="1881" y="1262"/>
                    </a:lnTo>
                    <a:lnTo>
                      <a:pt x="2976" y="1286"/>
                    </a:lnTo>
                    <a:lnTo>
                      <a:pt x="3405" y="786"/>
                    </a:lnTo>
                    <a:lnTo>
                      <a:pt x="2167" y="0"/>
                    </a:lnTo>
                    <a:close/>
                  </a:path>
                </a:pathLst>
              </a:custGeom>
              <a:solidFill>
                <a:srgbClr val="5F7D95"/>
              </a:solidFill>
              <a:ln>
                <a:noFill/>
              </a:ln>
            </p:spPr>
          </p:sp>
        </p:grpSp>
        <p:grpSp>
          <p:nvGrpSpPr>
            <p:cNvPr id="1743" name="Google Shape;1743;p60"/>
            <p:cNvGrpSpPr/>
            <p:nvPr/>
          </p:nvGrpSpPr>
          <p:grpSpPr>
            <a:xfrm>
              <a:off x="3716946" y="2776024"/>
              <a:ext cx="81971" cy="76912"/>
              <a:chOff x="3627175" y="2432450"/>
              <a:chExt cx="172100" cy="169075"/>
            </a:xfrm>
          </p:grpSpPr>
          <p:sp>
            <p:nvSpPr>
              <p:cNvPr id="1744" name="Google Shape;1744;p60"/>
              <p:cNvSpPr/>
              <p:nvPr/>
            </p:nvSpPr>
            <p:spPr>
              <a:xfrm>
                <a:off x="3627175" y="2433000"/>
                <a:ext cx="164800" cy="156950"/>
              </a:xfrm>
              <a:custGeom>
                <a:rect b="b" l="l" r="r" t="t"/>
                <a:pathLst>
                  <a:path extrusionOk="0" h="6278" w="6592">
                    <a:moveTo>
                      <a:pt x="3829" y="0"/>
                    </a:moveTo>
                    <a:lnTo>
                      <a:pt x="3808" y="42"/>
                    </a:lnTo>
                    <a:lnTo>
                      <a:pt x="3599" y="105"/>
                    </a:lnTo>
                    <a:lnTo>
                      <a:pt x="3578" y="63"/>
                    </a:lnTo>
                    <a:lnTo>
                      <a:pt x="3390" y="168"/>
                    </a:lnTo>
                    <a:lnTo>
                      <a:pt x="3369" y="272"/>
                    </a:lnTo>
                    <a:lnTo>
                      <a:pt x="3390" y="398"/>
                    </a:lnTo>
                    <a:lnTo>
                      <a:pt x="3348" y="607"/>
                    </a:lnTo>
                    <a:lnTo>
                      <a:pt x="3181" y="796"/>
                    </a:lnTo>
                    <a:lnTo>
                      <a:pt x="3181" y="837"/>
                    </a:lnTo>
                    <a:lnTo>
                      <a:pt x="2992" y="900"/>
                    </a:lnTo>
                    <a:lnTo>
                      <a:pt x="2888" y="900"/>
                    </a:lnTo>
                    <a:lnTo>
                      <a:pt x="2783" y="879"/>
                    </a:lnTo>
                    <a:lnTo>
                      <a:pt x="2574" y="1005"/>
                    </a:lnTo>
                    <a:lnTo>
                      <a:pt x="2532" y="1089"/>
                    </a:lnTo>
                    <a:lnTo>
                      <a:pt x="2574" y="1151"/>
                    </a:lnTo>
                    <a:lnTo>
                      <a:pt x="2658" y="1193"/>
                    </a:lnTo>
                    <a:lnTo>
                      <a:pt x="2532" y="1298"/>
                    </a:lnTo>
                    <a:lnTo>
                      <a:pt x="2365" y="1319"/>
                    </a:lnTo>
                    <a:lnTo>
                      <a:pt x="2134" y="1298"/>
                    </a:lnTo>
                    <a:lnTo>
                      <a:pt x="2030" y="1235"/>
                    </a:lnTo>
                    <a:lnTo>
                      <a:pt x="1946" y="1298"/>
                    </a:lnTo>
                    <a:lnTo>
                      <a:pt x="1925" y="1214"/>
                    </a:lnTo>
                    <a:lnTo>
                      <a:pt x="1841" y="1151"/>
                    </a:lnTo>
                    <a:lnTo>
                      <a:pt x="1883" y="1047"/>
                    </a:lnTo>
                    <a:lnTo>
                      <a:pt x="1800" y="1026"/>
                    </a:lnTo>
                    <a:lnTo>
                      <a:pt x="1695" y="1047"/>
                    </a:lnTo>
                    <a:lnTo>
                      <a:pt x="1569" y="1047"/>
                    </a:lnTo>
                    <a:lnTo>
                      <a:pt x="1507" y="1026"/>
                    </a:lnTo>
                    <a:lnTo>
                      <a:pt x="1528" y="1151"/>
                    </a:lnTo>
                    <a:lnTo>
                      <a:pt x="1507" y="1214"/>
                    </a:lnTo>
                    <a:lnTo>
                      <a:pt x="1716" y="1402"/>
                    </a:lnTo>
                    <a:lnTo>
                      <a:pt x="1674" y="1444"/>
                    </a:lnTo>
                    <a:lnTo>
                      <a:pt x="1695" y="1528"/>
                    </a:lnTo>
                    <a:lnTo>
                      <a:pt x="1695" y="1633"/>
                    </a:lnTo>
                    <a:lnTo>
                      <a:pt x="1737" y="1716"/>
                    </a:lnTo>
                    <a:lnTo>
                      <a:pt x="1737" y="1821"/>
                    </a:lnTo>
                    <a:lnTo>
                      <a:pt x="1569" y="1779"/>
                    </a:lnTo>
                    <a:lnTo>
                      <a:pt x="1465" y="1821"/>
                    </a:lnTo>
                    <a:lnTo>
                      <a:pt x="1381" y="1779"/>
                    </a:lnTo>
                    <a:lnTo>
                      <a:pt x="1277" y="1821"/>
                    </a:lnTo>
                    <a:lnTo>
                      <a:pt x="1256" y="1758"/>
                    </a:lnTo>
                    <a:lnTo>
                      <a:pt x="1109" y="1863"/>
                    </a:lnTo>
                    <a:lnTo>
                      <a:pt x="963" y="1653"/>
                    </a:lnTo>
                    <a:lnTo>
                      <a:pt x="858" y="1633"/>
                    </a:lnTo>
                    <a:lnTo>
                      <a:pt x="733" y="1653"/>
                    </a:lnTo>
                    <a:lnTo>
                      <a:pt x="628" y="1758"/>
                    </a:lnTo>
                    <a:lnTo>
                      <a:pt x="565" y="1737"/>
                    </a:lnTo>
                    <a:lnTo>
                      <a:pt x="481" y="1779"/>
                    </a:lnTo>
                    <a:lnTo>
                      <a:pt x="440" y="1758"/>
                    </a:lnTo>
                    <a:lnTo>
                      <a:pt x="335" y="1758"/>
                    </a:lnTo>
                    <a:lnTo>
                      <a:pt x="251" y="1842"/>
                    </a:lnTo>
                    <a:lnTo>
                      <a:pt x="63" y="1863"/>
                    </a:lnTo>
                    <a:lnTo>
                      <a:pt x="0" y="1946"/>
                    </a:lnTo>
                    <a:lnTo>
                      <a:pt x="42" y="2030"/>
                    </a:lnTo>
                    <a:lnTo>
                      <a:pt x="147" y="1988"/>
                    </a:lnTo>
                    <a:lnTo>
                      <a:pt x="251" y="2030"/>
                    </a:lnTo>
                    <a:lnTo>
                      <a:pt x="272" y="2051"/>
                    </a:lnTo>
                    <a:lnTo>
                      <a:pt x="272" y="2051"/>
                    </a:lnTo>
                    <a:lnTo>
                      <a:pt x="147" y="2030"/>
                    </a:lnTo>
                    <a:lnTo>
                      <a:pt x="105" y="2051"/>
                    </a:lnTo>
                    <a:lnTo>
                      <a:pt x="126" y="2156"/>
                    </a:lnTo>
                    <a:lnTo>
                      <a:pt x="168" y="2072"/>
                    </a:lnTo>
                    <a:lnTo>
                      <a:pt x="230" y="2093"/>
                    </a:lnTo>
                    <a:lnTo>
                      <a:pt x="251" y="2177"/>
                    </a:lnTo>
                    <a:lnTo>
                      <a:pt x="209" y="2197"/>
                    </a:lnTo>
                    <a:lnTo>
                      <a:pt x="105" y="2239"/>
                    </a:lnTo>
                    <a:lnTo>
                      <a:pt x="105" y="2260"/>
                    </a:lnTo>
                    <a:lnTo>
                      <a:pt x="209" y="2260"/>
                    </a:lnTo>
                    <a:lnTo>
                      <a:pt x="230" y="2386"/>
                    </a:lnTo>
                    <a:lnTo>
                      <a:pt x="230" y="2469"/>
                    </a:lnTo>
                    <a:lnTo>
                      <a:pt x="335" y="2386"/>
                    </a:lnTo>
                    <a:lnTo>
                      <a:pt x="481" y="2386"/>
                    </a:lnTo>
                    <a:lnTo>
                      <a:pt x="670" y="2469"/>
                    </a:lnTo>
                    <a:lnTo>
                      <a:pt x="733" y="2511"/>
                    </a:lnTo>
                    <a:lnTo>
                      <a:pt x="774" y="2511"/>
                    </a:lnTo>
                    <a:lnTo>
                      <a:pt x="900" y="2595"/>
                    </a:lnTo>
                    <a:lnTo>
                      <a:pt x="1005" y="2511"/>
                    </a:lnTo>
                    <a:lnTo>
                      <a:pt x="1067" y="2553"/>
                    </a:lnTo>
                    <a:lnTo>
                      <a:pt x="1046" y="2595"/>
                    </a:lnTo>
                    <a:lnTo>
                      <a:pt x="1067" y="2658"/>
                    </a:lnTo>
                    <a:lnTo>
                      <a:pt x="1172" y="2595"/>
                    </a:lnTo>
                    <a:lnTo>
                      <a:pt x="1214" y="2658"/>
                    </a:lnTo>
                    <a:lnTo>
                      <a:pt x="1172" y="2762"/>
                    </a:lnTo>
                    <a:lnTo>
                      <a:pt x="1214" y="2825"/>
                    </a:lnTo>
                    <a:lnTo>
                      <a:pt x="1297" y="2825"/>
                    </a:lnTo>
                    <a:lnTo>
                      <a:pt x="1402" y="2783"/>
                    </a:lnTo>
                    <a:lnTo>
                      <a:pt x="1528" y="2783"/>
                    </a:lnTo>
                    <a:lnTo>
                      <a:pt x="1611" y="2888"/>
                    </a:lnTo>
                    <a:lnTo>
                      <a:pt x="1507" y="2825"/>
                    </a:lnTo>
                    <a:lnTo>
                      <a:pt x="1402" y="2825"/>
                    </a:lnTo>
                    <a:lnTo>
                      <a:pt x="1360" y="2930"/>
                    </a:lnTo>
                    <a:lnTo>
                      <a:pt x="1402" y="2972"/>
                    </a:lnTo>
                    <a:lnTo>
                      <a:pt x="1423" y="3076"/>
                    </a:lnTo>
                    <a:lnTo>
                      <a:pt x="1381" y="3181"/>
                    </a:lnTo>
                    <a:lnTo>
                      <a:pt x="1402" y="3244"/>
                    </a:lnTo>
                    <a:lnTo>
                      <a:pt x="1486" y="3244"/>
                    </a:lnTo>
                    <a:lnTo>
                      <a:pt x="1632" y="3432"/>
                    </a:lnTo>
                    <a:lnTo>
                      <a:pt x="1779" y="3453"/>
                    </a:lnTo>
                    <a:lnTo>
                      <a:pt x="1904" y="3537"/>
                    </a:lnTo>
                    <a:lnTo>
                      <a:pt x="1904" y="3641"/>
                    </a:lnTo>
                    <a:lnTo>
                      <a:pt x="1946" y="3725"/>
                    </a:lnTo>
                    <a:lnTo>
                      <a:pt x="1904" y="3830"/>
                    </a:lnTo>
                    <a:lnTo>
                      <a:pt x="1883" y="3850"/>
                    </a:lnTo>
                    <a:lnTo>
                      <a:pt x="1841" y="3934"/>
                    </a:lnTo>
                    <a:lnTo>
                      <a:pt x="1946" y="3955"/>
                    </a:lnTo>
                    <a:lnTo>
                      <a:pt x="2134" y="4081"/>
                    </a:lnTo>
                    <a:lnTo>
                      <a:pt x="2260" y="4436"/>
                    </a:lnTo>
                    <a:lnTo>
                      <a:pt x="2260" y="4436"/>
                    </a:lnTo>
                    <a:lnTo>
                      <a:pt x="2113" y="4269"/>
                    </a:lnTo>
                    <a:lnTo>
                      <a:pt x="2093" y="4143"/>
                    </a:lnTo>
                    <a:lnTo>
                      <a:pt x="1946" y="4081"/>
                    </a:lnTo>
                    <a:lnTo>
                      <a:pt x="1904" y="4122"/>
                    </a:lnTo>
                    <a:lnTo>
                      <a:pt x="1841" y="4394"/>
                    </a:lnTo>
                    <a:lnTo>
                      <a:pt x="1841" y="4604"/>
                    </a:lnTo>
                    <a:lnTo>
                      <a:pt x="1946" y="4687"/>
                    </a:lnTo>
                    <a:lnTo>
                      <a:pt x="1883" y="4750"/>
                    </a:lnTo>
                    <a:lnTo>
                      <a:pt x="1841" y="5127"/>
                    </a:lnTo>
                    <a:lnTo>
                      <a:pt x="1737" y="5482"/>
                    </a:lnTo>
                    <a:lnTo>
                      <a:pt x="1590" y="5545"/>
                    </a:lnTo>
                    <a:lnTo>
                      <a:pt x="1695" y="5608"/>
                    </a:lnTo>
                    <a:lnTo>
                      <a:pt x="1716" y="5629"/>
                    </a:lnTo>
                    <a:lnTo>
                      <a:pt x="1779" y="5629"/>
                    </a:lnTo>
                    <a:lnTo>
                      <a:pt x="1800" y="5754"/>
                    </a:lnTo>
                    <a:lnTo>
                      <a:pt x="1800" y="5859"/>
                    </a:lnTo>
                    <a:lnTo>
                      <a:pt x="1946" y="5838"/>
                    </a:lnTo>
                    <a:lnTo>
                      <a:pt x="2197" y="5922"/>
                    </a:lnTo>
                    <a:lnTo>
                      <a:pt x="2302" y="6047"/>
                    </a:lnTo>
                    <a:lnTo>
                      <a:pt x="2406" y="6006"/>
                    </a:lnTo>
                    <a:lnTo>
                      <a:pt x="2532" y="6131"/>
                    </a:lnTo>
                    <a:lnTo>
                      <a:pt x="2678" y="6131"/>
                    </a:lnTo>
                    <a:lnTo>
                      <a:pt x="2762" y="6152"/>
                    </a:lnTo>
                    <a:lnTo>
                      <a:pt x="2867" y="6047"/>
                    </a:lnTo>
                    <a:lnTo>
                      <a:pt x="3139" y="6047"/>
                    </a:lnTo>
                    <a:lnTo>
                      <a:pt x="3243" y="6110"/>
                    </a:lnTo>
                    <a:lnTo>
                      <a:pt x="3390" y="6068"/>
                    </a:lnTo>
                    <a:lnTo>
                      <a:pt x="3557" y="6173"/>
                    </a:lnTo>
                    <a:lnTo>
                      <a:pt x="3829" y="6152"/>
                    </a:lnTo>
                    <a:lnTo>
                      <a:pt x="4018" y="6257"/>
                    </a:lnTo>
                    <a:lnTo>
                      <a:pt x="4101" y="6278"/>
                    </a:lnTo>
                    <a:lnTo>
                      <a:pt x="4101" y="6236"/>
                    </a:lnTo>
                    <a:lnTo>
                      <a:pt x="4038" y="6068"/>
                    </a:lnTo>
                    <a:lnTo>
                      <a:pt x="4101" y="5859"/>
                    </a:lnTo>
                    <a:lnTo>
                      <a:pt x="4101" y="5796"/>
                    </a:lnTo>
                    <a:lnTo>
                      <a:pt x="4227" y="5650"/>
                    </a:lnTo>
                    <a:lnTo>
                      <a:pt x="4436" y="5441"/>
                    </a:lnTo>
                    <a:lnTo>
                      <a:pt x="4499" y="5441"/>
                    </a:lnTo>
                    <a:lnTo>
                      <a:pt x="4562" y="5503"/>
                    </a:lnTo>
                    <a:lnTo>
                      <a:pt x="4708" y="5503"/>
                    </a:lnTo>
                    <a:lnTo>
                      <a:pt x="4834" y="5587"/>
                    </a:lnTo>
                    <a:lnTo>
                      <a:pt x="4938" y="5587"/>
                    </a:lnTo>
                    <a:lnTo>
                      <a:pt x="5022" y="5524"/>
                    </a:lnTo>
                    <a:lnTo>
                      <a:pt x="5085" y="5503"/>
                    </a:lnTo>
                    <a:lnTo>
                      <a:pt x="5461" y="5734"/>
                    </a:lnTo>
                    <a:lnTo>
                      <a:pt x="5545" y="5817"/>
                    </a:lnTo>
                    <a:lnTo>
                      <a:pt x="5796" y="5817"/>
                    </a:lnTo>
                    <a:lnTo>
                      <a:pt x="5901" y="5734"/>
                    </a:lnTo>
                    <a:lnTo>
                      <a:pt x="5880" y="5692"/>
                    </a:lnTo>
                    <a:lnTo>
                      <a:pt x="5984" y="5545"/>
                    </a:lnTo>
                    <a:lnTo>
                      <a:pt x="6340" y="5294"/>
                    </a:lnTo>
                    <a:lnTo>
                      <a:pt x="6382" y="5273"/>
                    </a:lnTo>
                    <a:lnTo>
                      <a:pt x="6319" y="5169"/>
                    </a:lnTo>
                    <a:lnTo>
                      <a:pt x="6403" y="4980"/>
                    </a:lnTo>
                    <a:lnTo>
                      <a:pt x="6235" y="4980"/>
                    </a:lnTo>
                    <a:lnTo>
                      <a:pt x="6068" y="4855"/>
                    </a:lnTo>
                    <a:lnTo>
                      <a:pt x="6026" y="4562"/>
                    </a:lnTo>
                    <a:lnTo>
                      <a:pt x="5880" y="4394"/>
                    </a:lnTo>
                    <a:lnTo>
                      <a:pt x="5963" y="4332"/>
                    </a:lnTo>
                    <a:lnTo>
                      <a:pt x="6089" y="4290"/>
                    </a:lnTo>
                    <a:lnTo>
                      <a:pt x="6131" y="4122"/>
                    </a:lnTo>
                    <a:lnTo>
                      <a:pt x="6026" y="4018"/>
                    </a:lnTo>
                    <a:lnTo>
                      <a:pt x="6005" y="3850"/>
                    </a:lnTo>
                    <a:lnTo>
                      <a:pt x="6068" y="3809"/>
                    </a:lnTo>
                    <a:lnTo>
                      <a:pt x="6068" y="3725"/>
                    </a:lnTo>
                    <a:lnTo>
                      <a:pt x="5984" y="3662"/>
                    </a:lnTo>
                    <a:lnTo>
                      <a:pt x="5922" y="3516"/>
                    </a:lnTo>
                    <a:lnTo>
                      <a:pt x="5880" y="3411"/>
                    </a:lnTo>
                    <a:lnTo>
                      <a:pt x="5712" y="3411"/>
                    </a:lnTo>
                    <a:lnTo>
                      <a:pt x="5650" y="3453"/>
                    </a:lnTo>
                    <a:lnTo>
                      <a:pt x="5691" y="3620"/>
                    </a:lnTo>
                    <a:lnTo>
                      <a:pt x="5545" y="3662"/>
                    </a:lnTo>
                    <a:lnTo>
                      <a:pt x="5440" y="3662"/>
                    </a:lnTo>
                    <a:lnTo>
                      <a:pt x="5398" y="3558"/>
                    </a:lnTo>
                    <a:lnTo>
                      <a:pt x="5482" y="3537"/>
                    </a:lnTo>
                    <a:lnTo>
                      <a:pt x="5545" y="3537"/>
                    </a:lnTo>
                    <a:lnTo>
                      <a:pt x="5545" y="3432"/>
                    </a:lnTo>
                    <a:lnTo>
                      <a:pt x="5566" y="3244"/>
                    </a:lnTo>
                    <a:lnTo>
                      <a:pt x="5712" y="3013"/>
                    </a:lnTo>
                    <a:lnTo>
                      <a:pt x="5796" y="2993"/>
                    </a:lnTo>
                    <a:lnTo>
                      <a:pt x="5901" y="2825"/>
                    </a:lnTo>
                    <a:lnTo>
                      <a:pt x="6005" y="2783"/>
                    </a:lnTo>
                    <a:lnTo>
                      <a:pt x="6005" y="2679"/>
                    </a:lnTo>
                    <a:lnTo>
                      <a:pt x="5880" y="2616"/>
                    </a:lnTo>
                    <a:lnTo>
                      <a:pt x="5963" y="2511"/>
                    </a:lnTo>
                    <a:lnTo>
                      <a:pt x="6089" y="2511"/>
                    </a:lnTo>
                    <a:lnTo>
                      <a:pt x="6110" y="2595"/>
                    </a:lnTo>
                    <a:lnTo>
                      <a:pt x="6215" y="2595"/>
                    </a:lnTo>
                    <a:lnTo>
                      <a:pt x="6403" y="2553"/>
                    </a:lnTo>
                    <a:lnTo>
                      <a:pt x="6340" y="2449"/>
                    </a:lnTo>
                    <a:lnTo>
                      <a:pt x="6235" y="2365"/>
                    </a:lnTo>
                    <a:lnTo>
                      <a:pt x="6235" y="2197"/>
                    </a:lnTo>
                    <a:lnTo>
                      <a:pt x="6298" y="2030"/>
                    </a:lnTo>
                    <a:lnTo>
                      <a:pt x="6382" y="1946"/>
                    </a:lnTo>
                    <a:lnTo>
                      <a:pt x="6382" y="1842"/>
                    </a:lnTo>
                    <a:lnTo>
                      <a:pt x="6445" y="1674"/>
                    </a:lnTo>
                    <a:lnTo>
                      <a:pt x="6591" y="1549"/>
                    </a:lnTo>
                    <a:lnTo>
                      <a:pt x="6445" y="1465"/>
                    </a:lnTo>
                    <a:lnTo>
                      <a:pt x="6340" y="1465"/>
                    </a:lnTo>
                    <a:lnTo>
                      <a:pt x="6215" y="1402"/>
                    </a:lnTo>
                    <a:lnTo>
                      <a:pt x="6110" y="1444"/>
                    </a:lnTo>
                    <a:lnTo>
                      <a:pt x="6026" y="1402"/>
                    </a:lnTo>
                    <a:lnTo>
                      <a:pt x="5922" y="1402"/>
                    </a:lnTo>
                    <a:lnTo>
                      <a:pt x="5859" y="1444"/>
                    </a:lnTo>
                    <a:lnTo>
                      <a:pt x="5754" y="1361"/>
                    </a:lnTo>
                    <a:lnTo>
                      <a:pt x="5754" y="1298"/>
                    </a:lnTo>
                    <a:lnTo>
                      <a:pt x="5650" y="1214"/>
                    </a:lnTo>
                    <a:lnTo>
                      <a:pt x="5566" y="1235"/>
                    </a:lnTo>
                    <a:lnTo>
                      <a:pt x="5398" y="1193"/>
                    </a:lnTo>
                    <a:lnTo>
                      <a:pt x="5357" y="1089"/>
                    </a:lnTo>
                    <a:lnTo>
                      <a:pt x="5252" y="1089"/>
                    </a:lnTo>
                    <a:lnTo>
                      <a:pt x="5189" y="1130"/>
                    </a:lnTo>
                    <a:lnTo>
                      <a:pt x="5085" y="1047"/>
                    </a:lnTo>
                    <a:lnTo>
                      <a:pt x="4980" y="1026"/>
                    </a:lnTo>
                    <a:lnTo>
                      <a:pt x="4854" y="879"/>
                    </a:lnTo>
                    <a:lnTo>
                      <a:pt x="4771" y="837"/>
                    </a:lnTo>
                    <a:lnTo>
                      <a:pt x="4729" y="796"/>
                    </a:lnTo>
                    <a:lnTo>
                      <a:pt x="4645" y="796"/>
                    </a:lnTo>
                    <a:lnTo>
                      <a:pt x="4603" y="837"/>
                    </a:lnTo>
                    <a:lnTo>
                      <a:pt x="4457" y="775"/>
                    </a:lnTo>
                    <a:lnTo>
                      <a:pt x="4457" y="607"/>
                    </a:lnTo>
                    <a:lnTo>
                      <a:pt x="4394" y="586"/>
                    </a:lnTo>
                    <a:lnTo>
                      <a:pt x="4310" y="524"/>
                    </a:lnTo>
                    <a:lnTo>
                      <a:pt x="4227" y="524"/>
                    </a:lnTo>
                    <a:lnTo>
                      <a:pt x="4080" y="398"/>
                    </a:lnTo>
                    <a:lnTo>
                      <a:pt x="4038" y="293"/>
                    </a:lnTo>
                    <a:lnTo>
                      <a:pt x="3913" y="252"/>
                    </a:lnTo>
                    <a:lnTo>
                      <a:pt x="3892" y="63"/>
                    </a:lnTo>
                    <a:lnTo>
                      <a:pt x="382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60"/>
              <p:cNvSpPr/>
              <p:nvPr/>
            </p:nvSpPr>
            <p:spPr>
              <a:xfrm>
                <a:off x="3658200" y="2557475"/>
                <a:ext cx="70850" cy="44050"/>
              </a:xfrm>
              <a:custGeom>
                <a:rect b="b" l="l" r="r" t="t"/>
                <a:pathLst>
                  <a:path extrusionOk="0" h="1762" w="2834">
                    <a:moveTo>
                      <a:pt x="571" y="595"/>
                    </a:moveTo>
                    <a:lnTo>
                      <a:pt x="0" y="1119"/>
                    </a:lnTo>
                    <a:lnTo>
                      <a:pt x="1833" y="1762"/>
                    </a:lnTo>
                    <a:lnTo>
                      <a:pt x="2714" y="1476"/>
                    </a:lnTo>
                    <a:lnTo>
                      <a:pt x="2834" y="1071"/>
                    </a:lnTo>
                    <a:lnTo>
                      <a:pt x="1833" y="0"/>
                    </a:lnTo>
                    <a:close/>
                  </a:path>
                </a:pathLst>
              </a:custGeom>
              <a:solidFill>
                <a:srgbClr val="5F7D95"/>
              </a:solidFill>
              <a:ln>
                <a:noFill/>
              </a:ln>
            </p:spPr>
          </p:sp>
          <p:sp>
            <p:nvSpPr>
              <p:cNvPr id="1746" name="Google Shape;1746;p60"/>
              <p:cNvSpPr/>
              <p:nvPr/>
            </p:nvSpPr>
            <p:spPr>
              <a:xfrm>
                <a:off x="3719525" y="2432450"/>
                <a:ext cx="79750" cy="89900"/>
              </a:xfrm>
              <a:custGeom>
                <a:rect b="b" l="l" r="r" t="t"/>
                <a:pathLst>
                  <a:path extrusionOk="0" h="3596" w="3190">
                    <a:moveTo>
                      <a:pt x="0" y="167"/>
                    </a:moveTo>
                    <a:lnTo>
                      <a:pt x="261" y="0"/>
                    </a:lnTo>
                    <a:lnTo>
                      <a:pt x="1619" y="1095"/>
                    </a:lnTo>
                    <a:lnTo>
                      <a:pt x="2381" y="1286"/>
                    </a:lnTo>
                    <a:lnTo>
                      <a:pt x="3190" y="1429"/>
                    </a:lnTo>
                    <a:lnTo>
                      <a:pt x="2809" y="2595"/>
                    </a:lnTo>
                    <a:lnTo>
                      <a:pt x="2071" y="2429"/>
                    </a:lnTo>
                    <a:lnTo>
                      <a:pt x="1524" y="3596"/>
                    </a:lnTo>
                    <a:close/>
                  </a:path>
                </a:pathLst>
              </a:custGeom>
              <a:solidFill>
                <a:srgbClr val="5F7D95"/>
              </a:solidFill>
              <a:ln>
                <a:noFill/>
              </a:ln>
            </p:spPr>
          </p:sp>
        </p:grpSp>
        <p:grpSp>
          <p:nvGrpSpPr>
            <p:cNvPr id="1747" name="Google Shape;1747;p60"/>
            <p:cNvGrpSpPr/>
            <p:nvPr/>
          </p:nvGrpSpPr>
          <p:grpSpPr>
            <a:xfrm>
              <a:off x="3685682" y="2845624"/>
              <a:ext cx="29311" cy="45055"/>
              <a:chOff x="3561536" y="2585450"/>
              <a:chExt cx="61539" cy="99045"/>
            </a:xfrm>
          </p:grpSpPr>
          <p:sp>
            <p:nvSpPr>
              <p:cNvPr id="1748" name="Google Shape;1748;p60"/>
              <p:cNvSpPr/>
              <p:nvPr/>
            </p:nvSpPr>
            <p:spPr>
              <a:xfrm rot="192277">
                <a:off x="3564002" y="2593849"/>
                <a:ext cx="44498" cy="89472"/>
              </a:xfrm>
              <a:custGeom>
                <a:rect b="b" l="l" r="r" t="t"/>
                <a:pathLst>
                  <a:path extrusionOk="0" h="3579" w="1780">
                    <a:moveTo>
                      <a:pt x="628" y="1"/>
                    </a:moveTo>
                    <a:lnTo>
                      <a:pt x="356" y="22"/>
                    </a:lnTo>
                    <a:lnTo>
                      <a:pt x="377" y="147"/>
                    </a:lnTo>
                    <a:lnTo>
                      <a:pt x="461" y="357"/>
                    </a:lnTo>
                    <a:lnTo>
                      <a:pt x="440" y="712"/>
                    </a:lnTo>
                    <a:lnTo>
                      <a:pt x="440" y="775"/>
                    </a:lnTo>
                    <a:lnTo>
                      <a:pt x="419" y="943"/>
                    </a:lnTo>
                    <a:lnTo>
                      <a:pt x="482" y="1026"/>
                    </a:lnTo>
                    <a:lnTo>
                      <a:pt x="440" y="1131"/>
                    </a:lnTo>
                    <a:lnTo>
                      <a:pt x="356" y="1256"/>
                    </a:lnTo>
                    <a:lnTo>
                      <a:pt x="356" y="1445"/>
                    </a:lnTo>
                    <a:lnTo>
                      <a:pt x="231" y="1654"/>
                    </a:lnTo>
                    <a:lnTo>
                      <a:pt x="231" y="1759"/>
                    </a:lnTo>
                    <a:lnTo>
                      <a:pt x="64" y="1968"/>
                    </a:lnTo>
                    <a:lnTo>
                      <a:pt x="1" y="2303"/>
                    </a:lnTo>
                    <a:lnTo>
                      <a:pt x="1" y="2386"/>
                    </a:lnTo>
                    <a:lnTo>
                      <a:pt x="105" y="2386"/>
                    </a:lnTo>
                    <a:lnTo>
                      <a:pt x="168" y="2303"/>
                    </a:lnTo>
                    <a:lnTo>
                      <a:pt x="273" y="2219"/>
                    </a:lnTo>
                    <a:lnTo>
                      <a:pt x="252" y="2303"/>
                    </a:lnTo>
                    <a:lnTo>
                      <a:pt x="315" y="2344"/>
                    </a:lnTo>
                    <a:lnTo>
                      <a:pt x="126" y="2428"/>
                    </a:lnTo>
                    <a:lnTo>
                      <a:pt x="126" y="2554"/>
                    </a:lnTo>
                    <a:lnTo>
                      <a:pt x="168" y="2616"/>
                    </a:lnTo>
                    <a:lnTo>
                      <a:pt x="252" y="2533"/>
                    </a:lnTo>
                    <a:lnTo>
                      <a:pt x="419" y="2533"/>
                    </a:lnTo>
                    <a:lnTo>
                      <a:pt x="336" y="2616"/>
                    </a:lnTo>
                    <a:lnTo>
                      <a:pt x="377" y="2763"/>
                    </a:lnTo>
                    <a:lnTo>
                      <a:pt x="336" y="2909"/>
                    </a:lnTo>
                    <a:lnTo>
                      <a:pt x="336" y="3223"/>
                    </a:lnTo>
                    <a:lnTo>
                      <a:pt x="273" y="3432"/>
                    </a:lnTo>
                    <a:lnTo>
                      <a:pt x="231" y="3495"/>
                    </a:lnTo>
                    <a:lnTo>
                      <a:pt x="273" y="3537"/>
                    </a:lnTo>
                    <a:lnTo>
                      <a:pt x="440" y="3432"/>
                    </a:lnTo>
                    <a:lnTo>
                      <a:pt x="691" y="3495"/>
                    </a:lnTo>
                    <a:lnTo>
                      <a:pt x="796" y="3579"/>
                    </a:lnTo>
                    <a:lnTo>
                      <a:pt x="963" y="3474"/>
                    </a:lnTo>
                    <a:lnTo>
                      <a:pt x="1110" y="3474"/>
                    </a:lnTo>
                    <a:lnTo>
                      <a:pt x="1152" y="3432"/>
                    </a:lnTo>
                    <a:lnTo>
                      <a:pt x="1152" y="3286"/>
                    </a:lnTo>
                    <a:lnTo>
                      <a:pt x="1068" y="3160"/>
                    </a:lnTo>
                    <a:lnTo>
                      <a:pt x="1193" y="2909"/>
                    </a:lnTo>
                    <a:lnTo>
                      <a:pt x="1319" y="2805"/>
                    </a:lnTo>
                    <a:lnTo>
                      <a:pt x="1361" y="2658"/>
                    </a:lnTo>
                    <a:lnTo>
                      <a:pt x="1214" y="2658"/>
                    </a:lnTo>
                    <a:lnTo>
                      <a:pt x="1152" y="2512"/>
                    </a:lnTo>
                    <a:lnTo>
                      <a:pt x="1319" y="2323"/>
                    </a:lnTo>
                    <a:lnTo>
                      <a:pt x="1319" y="2093"/>
                    </a:lnTo>
                    <a:lnTo>
                      <a:pt x="1193" y="2010"/>
                    </a:lnTo>
                    <a:lnTo>
                      <a:pt x="1047" y="1717"/>
                    </a:lnTo>
                    <a:lnTo>
                      <a:pt x="1172" y="1696"/>
                    </a:lnTo>
                    <a:lnTo>
                      <a:pt x="1277" y="1696"/>
                    </a:lnTo>
                    <a:lnTo>
                      <a:pt x="1424" y="1487"/>
                    </a:lnTo>
                    <a:lnTo>
                      <a:pt x="1319" y="1382"/>
                    </a:lnTo>
                    <a:lnTo>
                      <a:pt x="1465" y="1277"/>
                    </a:lnTo>
                    <a:lnTo>
                      <a:pt x="1465" y="922"/>
                    </a:lnTo>
                    <a:lnTo>
                      <a:pt x="1424" y="754"/>
                    </a:lnTo>
                    <a:lnTo>
                      <a:pt x="1675" y="545"/>
                    </a:lnTo>
                    <a:lnTo>
                      <a:pt x="1737" y="545"/>
                    </a:lnTo>
                    <a:lnTo>
                      <a:pt x="1779" y="440"/>
                    </a:lnTo>
                    <a:lnTo>
                      <a:pt x="1675" y="252"/>
                    </a:lnTo>
                    <a:lnTo>
                      <a:pt x="1633" y="127"/>
                    </a:lnTo>
                    <a:lnTo>
                      <a:pt x="1382" y="85"/>
                    </a:lnTo>
                    <a:lnTo>
                      <a:pt x="1277" y="210"/>
                    </a:lnTo>
                    <a:lnTo>
                      <a:pt x="942" y="127"/>
                    </a:lnTo>
                    <a:lnTo>
                      <a:pt x="754" y="231"/>
                    </a:lnTo>
                    <a:lnTo>
                      <a:pt x="691" y="147"/>
                    </a:lnTo>
                    <a:lnTo>
                      <a:pt x="733" y="22"/>
                    </a:lnTo>
                    <a:lnTo>
                      <a:pt x="62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60"/>
              <p:cNvSpPr/>
              <p:nvPr/>
            </p:nvSpPr>
            <p:spPr>
              <a:xfrm>
                <a:off x="3580800" y="2585450"/>
                <a:ext cx="42275" cy="93450"/>
              </a:xfrm>
              <a:custGeom>
                <a:rect b="b" l="l" r="r" t="t"/>
                <a:pathLst>
                  <a:path extrusionOk="0" h="3738" w="1691">
                    <a:moveTo>
                      <a:pt x="453" y="0"/>
                    </a:moveTo>
                    <a:lnTo>
                      <a:pt x="0" y="547"/>
                    </a:lnTo>
                    <a:lnTo>
                      <a:pt x="0" y="3429"/>
                    </a:lnTo>
                    <a:lnTo>
                      <a:pt x="429" y="3738"/>
                    </a:lnTo>
                    <a:lnTo>
                      <a:pt x="1691" y="2714"/>
                    </a:lnTo>
                    <a:lnTo>
                      <a:pt x="1691" y="500"/>
                    </a:lnTo>
                    <a:close/>
                  </a:path>
                </a:pathLst>
              </a:custGeom>
              <a:solidFill>
                <a:srgbClr val="5F7D95"/>
              </a:solidFill>
              <a:ln>
                <a:noFill/>
              </a:ln>
            </p:spPr>
          </p:sp>
        </p:grpSp>
        <p:grpSp>
          <p:nvGrpSpPr>
            <p:cNvPr id="1750" name="Google Shape;1750;p60"/>
            <p:cNvGrpSpPr/>
            <p:nvPr/>
          </p:nvGrpSpPr>
          <p:grpSpPr>
            <a:xfrm>
              <a:off x="3849905" y="2572252"/>
              <a:ext cx="74339" cy="119559"/>
              <a:chOff x="3906325" y="1984500"/>
              <a:chExt cx="156075" cy="262825"/>
            </a:xfrm>
          </p:grpSpPr>
          <p:sp>
            <p:nvSpPr>
              <p:cNvPr id="1751" name="Google Shape;1751;p60"/>
              <p:cNvSpPr/>
              <p:nvPr/>
            </p:nvSpPr>
            <p:spPr>
              <a:xfrm>
                <a:off x="3906325" y="1984500"/>
                <a:ext cx="100825" cy="124200"/>
              </a:xfrm>
              <a:custGeom>
                <a:rect b="b" l="l" r="r" t="t"/>
                <a:pathLst>
                  <a:path extrusionOk="0" h="4968" w="4033">
                    <a:moveTo>
                      <a:pt x="2901" y="4968"/>
                    </a:moveTo>
                    <a:lnTo>
                      <a:pt x="1524" y="4673"/>
                    </a:lnTo>
                    <a:lnTo>
                      <a:pt x="0" y="1771"/>
                    </a:lnTo>
                    <a:lnTo>
                      <a:pt x="737" y="886"/>
                    </a:lnTo>
                    <a:lnTo>
                      <a:pt x="2508" y="1181"/>
                    </a:lnTo>
                    <a:lnTo>
                      <a:pt x="2655" y="345"/>
                    </a:lnTo>
                    <a:lnTo>
                      <a:pt x="3442" y="0"/>
                    </a:lnTo>
                    <a:lnTo>
                      <a:pt x="4033" y="443"/>
                    </a:lnTo>
                    <a:close/>
                  </a:path>
                </a:pathLst>
              </a:custGeom>
              <a:solidFill>
                <a:srgbClr val="5F7D95"/>
              </a:solidFill>
              <a:ln>
                <a:noFill/>
              </a:ln>
            </p:spPr>
          </p:sp>
          <p:sp>
            <p:nvSpPr>
              <p:cNvPr id="1752" name="Google Shape;1752;p60"/>
              <p:cNvSpPr/>
              <p:nvPr/>
            </p:nvSpPr>
            <p:spPr>
              <a:xfrm>
                <a:off x="3919575" y="1989950"/>
                <a:ext cx="142825" cy="257375"/>
              </a:xfrm>
              <a:custGeom>
                <a:rect b="b" l="l" r="r" t="t"/>
                <a:pathLst>
                  <a:path extrusionOk="0" h="10295" w="5713">
                    <a:moveTo>
                      <a:pt x="2867" y="0"/>
                    </a:moveTo>
                    <a:lnTo>
                      <a:pt x="2762" y="105"/>
                    </a:lnTo>
                    <a:lnTo>
                      <a:pt x="2762" y="147"/>
                    </a:lnTo>
                    <a:lnTo>
                      <a:pt x="2679" y="189"/>
                    </a:lnTo>
                    <a:lnTo>
                      <a:pt x="2532" y="147"/>
                    </a:lnTo>
                    <a:lnTo>
                      <a:pt x="2386" y="209"/>
                    </a:lnTo>
                    <a:lnTo>
                      <a:pt x="2386" y="293"/>
                    </a:lnTo>
                    <a:lnTo>
                      <a:pt x="2323" y="419"/>
                    </a:lnTo>
                    <a:lnTo>
                      <a:pt x="2239" y="461"/>
                    </a:lnTo>
                    <a:lnTo>
                      <a:pt x="2281" y="544"/>
                    </a:lnTo>
                    <a:lnTo>
                      <a:pt x="2260" y="628"/>
                    </a:lnTo>
                    <a:lnTo>
                      <a:pt x="2239" y="921"/>
                    </a:lnTo>
                    <a:lnTo>
                      <a:pt x="2281" y="1088"/>
                    </a:lnTo>
                    <a:lnTo>
                      <a:pt x="2344" y="1193"/>
                    </a:lnTo>
                    <a:lnTo>
                      <a:pt x="2281" y="1277"/>
                    </a:lnTo>
                    <a:lnTo>
                      <a:pt x="2177" y="1360"/>
                    </a:lnTo>
                    <a:lnTo>
                      <a:pt x="2072" y="1360"/>
                    </a:lnTo>
                    <a:lnTo>
                      <a:pt x="1967" y="1444"/>
                    </a:lnTo>
                    <a:lnTo>
                      <a:pt x="1905" y="1486"/>
                    </a:lnTo>
                    <a:lnTo>
                      <a:pt x="1821" y="1611"/>
                    </a:lnTo>
                    <a:lnTo>
                      <a:pt x="1674" y="1590"/>
                    </a:lnTo>
                    <a:lnTo>
                      <a:pt x="1507" y="1465"/>
                    </a:lnTo>
                    <a:lnTo>
                      <a:pt x="1381" y="1465"/>
                    </a:lnTo>
                    <a:lnTo>
                      <a:pt x="1298" y="1549"/>
                    </a:lnTo>
                    <a:lnTo>
                      <a:pt x="1151" y="1674"/>
                    </a:lnTo>
                    <a:lnTo>
                      <a:pt x="900" y="1674"/>
                    </a:lnTo>
                    <a:lnTo>
                      <a:pt x="733" y="1590"/>
                    </a:lnTo>
                    <a:lnTo>
                      <a:pt x="670" y="1465"/>
                    </a:lnTo>
                    <a:lnTo>
                      <a:pt x="607" y="1339"/>
                    </a:lnTo>
                    <a:lnTo>
                      <a:pt x="377" y="1130"/>
                    </a:lnTo>
                    <a:lnTo>
                      <a:pt x="293" y="984"/>
                    </a:lnTo>
                    <a:lnTo>
                      <a:pt x="189" y="963"/>
                    </a:lnTo>
                    <a:lnTo>
                      <a:pt x="105" y="1046"/>
                    </a:lnTo>
                    <a:lnTo>
                      <a:pt x="84" y="1151"/>
                    </a:lnTo>
                    <a:lnTo>
                      <a:pt x="105" y="1214"/>
                    </a:lnTo>
                    <a:lnTo>
                      <a:pt x="84" y="1256"/>
                    </a:lnTo>
                    <a:lnTo>
                      <a:pt x="42" y="1214"/>
                    </a:lnTo>
                    <a:lnTo>
                      <a:pt x="1" y="1256"/>
                    </a:lnTo>
                    <a:lnTo>
                      <a:pt x="105" y="1360"/>
                    </a:lnTo>
                    <a:lnTo>
                      <a:pt x="273" y="1423"/>
                    </a:lnTo>
                    <a:lnTo>
                      <a:pt x="482" y="1674"/>
                    </a:lnTo>
                    <a:lnTo>
                      <a:pt x="628" y="1779"/>
                    </a:lnTo>
                    <a:lnTo>
                      <a:pt x="879" y="1800"/>
                    </a:lnTo>
                    <a:lnTo>
                      <a:pt x="942" y="1841"/>
                    </a:lnTo>
                    <a:lnTo>
                      <a:pt x="1026" y="1883"/>
                    </a:lnTo>
                    <a:lnTo>
                      <a:pt x="1130" y="2009"/>
                    </a:lnTo>
                    <a:lnTo>
                      <a:pt x="1193" y="2113"/>
                    </a:lnTo>
                    <a:lnTo>
                      <a:pt x="1298" y="2113"/>
                    </a:lnTo>
                    <a:lnTo>
                      <a:pt x="1402" y="2239"/>
                    </a:lnTo>
                    <a:lnTo>
                      <a:pt x="1465" y="2239"/>
                    </a:lnTo>
                    <a:lnTo>
                      <a:pt x="1528" y="2323"/>
                    </a:lnTo>
                    <a:lnTo>
                      <a:pt x="1465" y="2427"/>
                    </a:lnTo>
                    <a:lnTo>
                      <a:pt x="1507" y="2574"/>
                    </a:lnTo>
                    <a:lnTo>
                      <a:pt x="1444" y="2720"/>
                    </a:lnTo>
                    <a:lnTo>
                      <a:pt x="1444" y="2825"/>
                    </a:lnTo>
                    <a:lnTo>
                      <a:pt x="1612" y="2825"/>
                    </a:lnTo>
                    <a:lnTo>
                      <a:pt x="1633" y="2950"/>
                    </a:lnTo>
                    <a:lnTo>
                      <a:pt x="1591" y="3034"/>
                    </a:lnTo>
                    <a:lnTo>
                      <a:pt x="1612" y="3181"/>
                    </a:lnTo>
                    <a:lnTo>
                      <a:pt x="1653" y="3285"/>
                    </a:lnTo>
                    <a:lnTo>
                      <a:pt x="1695" y="3494"/>
                    </a:lnTo>
                    <a:lnTo>
                      <a:pt x="1653" y="3599"/>
                    </a:lnTo>
                    <a:lnTo>
                      <a:pt x="1695" y="3683"/>
                    </a:lnTo>
                    <a:lnTo>
                      <a:pt x="1695" y="3913"/>
                    </a:lnTo>
                    <a:lnTo>
                      <a:pt x="1653" y="3997"/>
                    </a:lnTo>
                    <a:lnTo>
                      <a:pt x="1716" y="4143"/>
                    </a:lnTo>
                    <a:lnTo>
                      <a:pt x="1821" y="4185"/>
                    </a:lnTo>
                    <a:lnTo>
                      <a:pt x="1925" y="4394"/>
                    </a:lnTo>
                    <a:lnTo>
                      <a:pt x="1967" y="4478"/>
                    </a:lnTo>
                    <a:lnTo>
                      <a:pt x="1967" y="4603"/>
                    </a:lnTo>
                    <a:lnTo>
                      <a:pt x="1988" y="4645"/>
                    </a:lnTo>
                    <a:lnTo>
                      <a:pt x="2093" y="4645"/>
                    </a:lnTo>
                    <a:lnTo>
                      <a:pt x="2197" y="4750"/>
                    </a:lnTo>
                    <a:lnTo>
                      <a:pt x="2407" y="4750"/>
                    </a:lnTo>
                    <a:lnTo>
                      <a:pt x="2574" y="4875"/>
                    </a:lnTo>
                    <a:lnTo>
                      <a:pt x="2490" y="4938"/>
                    </a:lnTo>
                    <a:lnTo>
                      <a:pt x="2553" y="5022"/>
                    </a:lnTo>
                    <a:lnTo>
                      <a:pt x="2553" y="5189"/>
                    </a:lnTo>
                    <a:lnTo>
                      <a:pt x="2490" y="5231"/>
                    </a:lnTo>
                    <a:lnTo>
                      <a:pt x="2679" y="5378"/>
                    </a:lnTo>
                    <a:lnTo>
                      <a:pt x="2553" y="5357"/>
                    </a:lnTo>
                    <a:lnTo>
                      <a:pt x="2490" y="5378"/>
                    </a:lnTo>
                    <a:lnTo>
                      <a:pt x="2658" y="5524"/>
                    </a:lnTo>
                    <a:lnTo>
                      <a:pt x="2658" y="5587"/>
                    </a:lnTo>
                    <a:lnTo>
                      <a:pt x="2469" y="5482"/>
                    </a:lnTo>
                    <a:lnTo>
                      <a:pt x="2302" y="5482"/>
                    </a:lnTo>
                    <a:lnTo>
                      <a:pt x="2156" y="5587"/>
                    </a:lnTo>
                    <a:lnTo>
                      <a:pt x="2156" y="5691"/>
                    </a:lnTo>
                    <a:lnTo>
                      <a:pt x="2051" y="5796"/>
                    </a:lnTo>
                    <a:lnTo>
                      <a:pt x="2051" y="5880"/>
                    </a:lnTo>
                    <a:lnTo>
                      <a:pt x="1988" y="5901"/>
                    </a:lnTo>
                    <a:lnTo>
                      <a:pt x="1821" y="6089"/>
                    </a:lnTo>
                    <a:lnTo>
                      <a:pt x="1779" y="6277"/>
                    </a:lnTo>
                    <a:lnTo>
                      <a:pt x="1737" y="6298"/>
                    </a:lnTo>
                    <a:lnTo>
                      <a:pt x="1716" y="6256"/>
                    </a:lnTo>
                    <a:lnTo>
                      <a:pt x="1653" y="6256"/>
                    </a:lnTo>
                    <a:lnTo>
                      <a:pt x="1716" y="6361"/>
                    </a:lnTo>
                    <a:lnTo>
                      <a:pt x="1674" y="6445"/>
                    </a:lnTo>
                    <a:lnTo>
                      <a:pt x="1549" y="6445"/>
                    </a:lnTo>
                    <a:lnTo>
                      <a:pt x="1465" y="6549"/>
                    </a:lnTo>
                    <a:lnTo>
                      <a:pt x="1507" y="6717"/>
                    </a:lnTo>
                    <a:lnTo>
                      <a:pt x="1570" y="6759"/>
                    </a:lnTo>
                    <a:lnTo>
                      <a:pt x="1444" y="6717"/>
                    </a:lnTo>
                    <a:lnTo>
                      <a:pt x="1402" y="6654"/>
                    </a:lnTo>
                    <a:lnTo>
                      <a:pt x="1319" y="6696"/>
                    </a:lnTo>
                    <a:lnTo>
                      <a:pt x="1256" y="6821"/>
                    </a:lnTo>
                    <a:lnTo>
                      <a:pt x="1298" y="6884"/>
                    </a:lnTo>
                    <a:lnTo>
                      <a:pt x="1214" y="6842"/>
                    </a:lnTo>
                    <a:lnTo>
                      <a:pt x="1193" y="6905"/>
                    </a:lnTo>
                    <a:lnTo>
                      <a:pt x="1256" y="6968"/>
                    </a:lnTo>
                    <a:lnTo>
                      <a:pt x="1256" y="7031"/>
                    </a:lnTo>
                    <a:lnTo>
                      <a:pt x="1193" y="7114"/>
                    </a:lnTo>
                    <a:lnTo>
                      <a:pt x="1151" y="7156"/>
                    </a:lnTo>
                    <a:lnTo>
                      <a:pt x="1047" y="7219"/>
                    </a:lnTo>
                    <a:lnTo>
                      <a:pt x="1005" y="7177"/>
                    </a:lnTo>
                    <a:lnTo>
                      <a:pt x="984" y="7135"/>
                    </a:lnTo>
                    <a:lnTo>
                      <a:pt x="900" y="7114"/>
                    </a:lnTo>
                    <a:lnTo>
                      <a:pt x="817" y="7135"/>
                    </a:lnTo>
                    <a:lnTo>
                      <a:pt x="837" y="7240"/>
                    </a:lnTo>
                    <a:lnTo>
                      <a:pt x="796" y="7282"/>
                    </a:lnTo>
                    <a:lnTo>
                      <a:pt x="837" y="7386"/>
                    </a:lnTo>
                    <a:lnTo>
                      <a:pt x="796" y="7491"/>
                    </a:lnTo>
                    <a:lnTo>
                      <a:pt x="733" y="7533"/>
                    </a:lnTo>
                    <a:lnTo>
                      <a:pt x="691" y="7637"/>
                    </a:lnTo>
                    <a:lnTo>
                      <a:pt x="733" y="7742"/>
                    </a:lnTo>
                    <a:lnTo>
                      <a:pt x="775" y="7763"/>
                    </a:lnTo>
                    <a:lnTo>
                      <a:pt x="733" y="7867"/>
                    </a:lnTo>
                    <a:lnTo>
                      <a:pt x="775" y="7951"/>
                    </a:lnTo>
                    <a:lnTo>
                      <a:pt x="858" y="7909"/>
                    </a:lnTo>
                    <a:lnTo>
                      <a:pt x="900" y="7972"/>
                    </a:lnTo>
                    <a:lnTo>
                      <a:pt x="879" y="8098"/>
                    </a:lnTo>
                    <a:lnTo>
                      <a:pt x="837" y="8160"/>
                    </a:lnTo>
                    <a:lnTo>
                      <a:pt x="879" y="8265"/>
                    </a:lnTo>
                    <a:lnTo>
                      <a:pt x="837" y="8307"/>
                    </a:lnTo>
                    <a:lnTo>
                      <a:pt x="942" y="8495"/>
                    </a:lnTo>
                    <a:lnTo>
                      <a:pt x="1005" y="8537"/>
                    </a:lnTo>
                    <a:lnTo>
                      <a:pt x="942" y="8621"/>
                    </a:lnTo>
                    <a:lnTo>
                      <a:pt x="1026" y="8746"/>
                    </a:lnTo>
                    <a:lnTo>
                      <a:pt x="942" y="8788"/>
                    </a:lnTo>
                    <a:lnTo>
                      <a:pt x="984" y="8955"/>
                    </a:lnTo>
                    <a:lnTo>
                      <a:pt x="942" y="9039"/>
                    </a:lnTo>
                    <a:lnTo>
                      <a:pt x="942" y="9269"/>
                    </a:lnTo>
                    <a:lnTo>
                      <a:pt x="1005" y="9353"/>
                    </a:lnTo>
                    <a:lnTo>
                      <a:pt x="942" y="9479"/>
                    </a:lnTo>
                    <a:lnTo>
                      <a:pt x="942" y="9562"/>
                    </a:lnTo>
                    <a:lnTo>
                      <a:pt x="1005" y="9625"/>
                    </a:lnTo>
                    <a:lnTo>
                      <a:pt x="1151" y="9541"/>
                    </a:lnTo>
                    <a:lnTo>
                      <a:pt x="1214" y="9583"/>
                    </a:lnTo>
                    <a:lnTo>
                      <a:pt x="1235" y="9520"/>
                    </a:lnTo>
                    <a:lnTo>
                      <a:pt x="1361" y="9646"/>
                    </a:lnTo>
                    <a:lnTo>
                      <a:pt x="1444" y="9625"/>
                    </a:lnTo>
                    <a:lnTo>
                      <a:pt x="1528" y="9688"/>
                    </a:lnTo>
                    <a:lnTo>
                      <a:pt x="1674" y="9667"/>
                    </a:lnTo>
                    <a:lnTo>
                      <a:pt x="1737" y="9688"/>
                    </a:lnTo>
                    <a:lnTo>
                      <a:pt x="1674" y="9772"/>
                    </a:lnTo>
                    <a:lnTo>
                      <a:pt x="1737" y="9772"/>
                    </a:lnTo>
                    <a:lnTo>
                      <a:pt x="1863" y="9667"/>
                    </a:lnTo>
                    <a:lnTo>
                      <a:pt x="1863" y="9751"/>
                    </a:lnTo>
                    <a:lnTo>
                      <a:pt x="1779" y="9855"/>
                    </a:lnTo>
                    <a:lnTo>
                      <a:pt x="1946" y="10064"/>
                    </a:lnTo>
                    <a:lnTo>
                      <a:pt x="1967" y="10148"/>
                    </a:lnTo>
                    <a:lnTo>
                      <a:pt x="1946" y="10274"/>
                    </a:lnTo>
                    <a:lnTo>
                      <a:pt x="1967" y="10295"/>
                    </a:lnTo>
                    <a:lnTo>
                      <a:pt x="2030" y="10148"/>
                    </a:lnTo>
                    <a:lnTo>
                      <a:pt x="2114" y="10106"/>
                    </a:lnTo>
                    <a:lnTo>
                      <a:pt x="2135" y="10190"/>
                    </a:lnTo>
                    <a:lnTo>
                      <a:pt x="2239" y="10148"/>
                    </a:lnTo>
                    <a:lnTo>
                      <a:pt x="2323" y="10148"/>
                    </a:lnTo>
                    <a:lnTo>
                      <a:pt x="2490" y="10002"/>
                    </a:lnTo>
                    <a:lnTo>
                      <a:pt x="2595" y="10002"/>
                    </a:lnTo>
                    <a:lnTo>
                      <a:pt x="2825" y="9855"/>
                    </a:lnTo>
                    <a:lnTo>
                      <a:pt x="2867" y="9792"/>
                    </a:lnTo>
                    <a:lnTo>
                      <a:pt x="3014" y="9855"/>
                    </a:lnTo>
                    <a:lnTo>
                      <a:pt x="3118" y="9834"/>
                    </a:lnTo>
                    <a:lnTo>
                      <a:pt x="3223" y="9688"/>
                    </a:lnTo>
                    <a:lnTo>
                      <a:pt x="3244" y="9751"/>
                    </a:lnTo>
                    <a:lnTo>
                      <a:pt x="3202" y="9855"/>
                    </a:lnTo>
                    <a:lnTo>
                      <a:pt x="3244" y="9876"/>
                    </a:lnTo>
                    <a:lnTo>
                      <a:pt x="3306" y="9751"/>
                    </a:lnTo>
                    <a:lnTo>
                      <a:pt x="3348" y="9772"/>
                    </a:lnTo>
                    <a:lnTo>
                      <a:pt x="3306" y="9646"/>
                    </a:lnTo>
                    <a:lnTo>
                      <a:pt x="3348" y="9583"/>
                    </a:lnTo>
                    <a:lnTo>
                      <a:pt x="3411" y="9688"/>
                    </a:lnTo>
                    <a:lnTo>
                      <a:pt x="3453" y="9688"/>
                    </a:lnTo>
                    <a:lnTo>
                      <a:pt x="3495" y="9625"/>
                    </a:lnTo>
                    <a:lnTo>
                      <a:pt x="3537" y="9751"/>
                    </a:lnTo>
                    <a:lnTo>
                      <a:pt x="3620" y="9730"/>
                    </a:lnTo>
                    <a:lnTo>
                      <a:pt x="3620" y="9646"/>
                    </a:lnTo>
                    <a:lnTo>
                      <a:pt x="3662" y="9667"/>
                    </a:lnTo>
                    <a:lnTo>
                      <a:pt x="3704" y="9730"/>
                    </a:lnTo>
                    <a:lnTo>
                      <a:pt x="3767" y="9646"/>
                    </a:lnTo>
                    <a:lnTo>
                      <a:pt x="3934" y="9625"/>
                    </a:lnTo>
                    <a:lnTo>
                      <a:pt x="4018" y="9688"/>
                    </a:lnTo>
                    <a:lnTo>
                      <a:pt x="4206" y="9667"/>
                    </a:lnTo>
                    <a:lnTo>
                      <a:pt x="4206" y="9625"/>
                    </a:lnTo>
                    <a:lnTo>
                      <a:pt x="4143" y="9562"/>
                    </a:lnTo>
                    <a:lnTo>
                      <a:pt x="4206" y="9541"/>
                    </a:lnTo>
                    <a:lnTo>
                      <a:pt x="4269" y="9562"/>
                    </a:lnTo>
                    <a:lnTo>
                      <a:pt x="4311" y="9646"/>
                    </a:lnTo>
                    <a:lnTo>
                      <a:pt x="4415" y="9667"/>
                    </a:lnTo>
                    <a:lnTo>
                      <a:pt x="4457" y="9562"/>
                    </a:lnTo>
                    <a:lnTo>
                      <a:pt x="4436" y="9416"/>
                    </a:lnTo>
                    <a:lnTo>
                      <a:pt x="4687" y="9144"/>
                    </a:lnTo>
                    <a:lnTo>
                      <a:pt x="4876" y="9123"/>
                    </a:lnTo>
                    <a:lnTo>
                      <a:pt x="5043" y="8872"/>
                    </a:lnTo>
                    <a:lnTo>
                      <a:pt x="5190" y="8621"/>
                    </a:lnTo>
                    <a:lnTo>
                      <a:pt x="5315" y="8349"/>
                    </a:lnTo>
                    <a:lnTo>
                      <a:pt x="5566" y="7951"/>
                    </a:lnTo>
                    <a:lnTo>
                      <a:pt x="5713" y="7533"/>
                    </a:lnTo>
                    <a:lnTo>
                      <a:pt x="5692" y="7344"/>
                    </a:lnTo>
                    <a:lnTo>
                      <a:pt x="5420" y="7051"/>
                    </a:lnTo>
                    <a:lnTo>
                      <a:pt x="5273" y="7010"/>
                    </a:lnTo>
                    <a:lnTo>
                      <a:pt x="5001" y="6633"/>
                    </a:lnTo>
                    <a:lnTo>
                      <a:pt x="5064" y="6466"/>
                    </a:lnTo>
                    <a:lnTo>
                      <a:pt x="5169" y="6298"/>
                    </a:lnTo>
                    <a:lnTo>
                      <a:pt x="5169" y="6110"/>
                    </a:lnTo>
                    <a:lnTo>
                      <a:pt x="4980" y="5984"/>
                    </a:lnTo>
                    <a:lnTo>
                      <a:pt x="4938" y="5859"/>
                    </a:lnTo>
                    <a:lnTo>
                      <a:pt x="4938" y="5650"/>
                    </a:lnTo>
                    <a:lnTo>
                      <a:pt x="4980" y="5587"/>
                    </a:lnTo>
                    <a:lnTo>
                      <a:pt x="4938" y="5482"/>
                    </a:lnTo>
                    <a:lnTo>
                      <a:pt x="4792" y="5461"/>
                    </a:lnTo>
                    <a:lnTo>
                      <a:pt x="4729" y="5357"/>
                    </a:lnTo>
                    <a:lnTo>
                      <a:pt x="4729" y="5168"/>
                    </a:lnTo>
                    <a:lnTo>
                      <a:pt x="4792" y="5064"/>
                    </a:lnTo>
                    <a:lnTo>
                      <a:pt x="4687" y="5043"/>
                    </a:lnTo>
                    <a:lnTo>
                      <a:pt x="4687" y="4938"/>
                    </a:lnTo>
                    <a:lnTo>
                      <a:pt x="4729" y="4582"/>
                    </a:lnTo>
                    <a:lnTo>
                      <a:pt x="4834" y="4541"/>
                    </a:lnTo>
                    <a:lnTo>
                      <a:pt x="4562" y="3955"/>
                    </a:lnTo>
                    <a:lnTo>
                      <a:pt x="4332" y="3494"/>
                    </a:lnTo>
                    <a:lnTo>
                      <a:pt x="4269" y="3348"/>
                    </a:lnTo>
                    <a:lnTo>
                      <a:pt x="4143" y="3181"/>
                    </a:lnTo>
                    <a:lnTo>
                      <a:pt x="4248" y="2929"/>
                    </a:lnTo>
                    <a:lnTo>
                      <a:pt x="4353" y="2741"/>
                    </a:lnTo>
                    <a:lnTo>
                      <a:pt x="4415" y="2553"/>
                    </a:lnTo>
                    <a:lnTo>
                      <a:pt x="4332" y="2490"/>
                    </a:lnTo>
                    <a:lnTo>
                      <a:pt x="4060" y="2323"/>
                    </a:lnTo>
                    <a:lnTo>
                      <a:pt x="4018" y="2218"/>
                    </a:lnTo>
                    <a:lnTo>
                      <a:pt x="3934" y="2093"/>
                    </a:lnTo>
                    <a:lnTo>
                      <a:pt x="3767" y="2009"/>
                    </a:lnTo>
                    <a:lnTo>
                      <a:pt x="3704" y="2009"/>
                    </a:lnTo>
                    <a:lnTo>
                      <a:pt x="3599" y="1758"/>
                    </a:lnTo>
                    <a:lnTo>
                      <a:pt x="3516" y="1653"/>
                    </a:lnTo>
                    <a:lnTo>
                      <a:pt x="3558" y="1465"/>
                    </a:lnTo>
                    <a:lnTo>
                      <a:pt x="3599" y="1297"/>
                    </a:lnTo>
                    <a:lnTo>
                      <a:pt x="3495" y="1277"/>
                    </a:lnTo>
                    <a:lnTo>
                      <a:pt x="3599" y="1235"/>
                    </a:lnTo>
                    <a:lnTo>
                      <a:pt x="3746" y="1172"/>
                    </a:lnTo>
                    <a:lnTo>
                      <a:pt x="3725" y="942"/>
                    </a:lnTo>
                    <a:lnTo>
                      <a:pt x="3830" y="774"/>
                    </a:lnTo>
                    <a:lnTo>
                      <a:pt x="3850" y="649"/>
                    </a:lnTo>
                    <a:lnTo>
                      <a:pt x="3746" y="523"/>
                    </a:lnTo>
                    <a:lnTo>
                      <a:pt x="3725" y="419"/>
                    </a:lnTo>
                    <a:lnTo>
                      <a:pt x="3537" y="398"/>
                    </a:lnTo>
                    <a:lnTo>
                      <a:pt x="3411" y="335"/>
                    </a:lnTo>
                    <a:lnTo>
                      <a:pt x="3327" y="251"/>
                    </a:lnTo>
                    <a:lnTo>
                      <a:pt x="3202" y="84"/>
                    </a:lnTo>
                    <a:lnTo>
                      <a:pt x="309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53" name="Google Shape;1753;p60"/>
            <p:cNvGrpSpPr/>
            <p:nvPr/>
          </p:nvGrpSpPr>
          <p:grpSpPr>
            <a:xfrm>
              <a:off x="2654821" y="2414345"/>
              <a:ext cx="667570" cy="558731"/>
              <a:chOff x="1397225" y="1637375"/>
              <a:chExt cx="1401575" cy="1228250"/>
            </a:xfrm>
          </p:grpSpPr>
          <p:sp>
            <p:nvSpPr>
              <p:cNvPr id="1754" name="Google Shape;1754;p60"/>
              <p:cNvSpPr/>
              <p:nvPr/>
            </p:nvSpPr>
            <p:spPr>
              <a:xfrm>
                <a:off x="2050925" y="2362200"/>
                <a:ext cx="747875" cy="497225"/>
              </a:xfrm>
              <a:custGeom>
                <a:rect b="b" l="l" r="r" t="t"/>
                <a:pathLst>
                  <a:path extrusionOk="0" h="19889" w="29915">
                    <a:moveTo>
                      <a:pt x="107" y="1186"/>
                    </a:moveTo>
                    <a:lnTo>
                      <a:pt x="0" y="0"/>
                    </a:lnTo>
                    <a:lnTo>
                      <a:pt x="15577" y="1563"/>
                    </a:lnTo>
                    <a:lnTo>
                      <a:pt x="26519" y="5336"/>
                    </a:lnTo>
                    <a:lnTo>
                      <a:pt x="27435" y="5444"/>
                    </a:lnTo>
                    <a:lnTo>
                      <a:pt x="28783" y="4420"/>
                    </a:lnTo>
                    <a:lnTo>
                      <a:pt x="29753" y="4527"/>
                    </a:lnTo>
                    <a:lnTo>
                      <a:pt x="29915" y="6198"/>
                    </a:lnTo>
                    <a:lnTo>
                      <a:pt x="26465" y="6899"/>
                    </a:lnTo>
                    <a:lnTo>
                      <a:pt x="11157" y="16062"/>
                    </a:lnTo>
                    <a:lnTo>
                      <a:pt x="10295" y="18649"/>
                    </a:lnTo>
                    <a:lnTo>
                      <a:pt x="10295" y="19889"/>
                    </a:lnTo>
                    <a:lnTo>
                      <a:pt x="2803" y="15846"/>
                    </a:lnTo>
                    <a:lnTo>
                      <a:pt x="1347" y="14876"/>
                    </a:lnTo>
                    <a:lnTo>
                      <a:pt x="0" y="14607"/>
                    </a:lnTo>
                    <a:lnTo>
                      <a:pt x="916" y="11642"/>
                    </a:lnTo>
                    <a:lnTo>
                      <a:pt x="1725" y="3881"/>
                    </a:lnTo>
                    <a:close/>
                  </a:path>
                </a:pathLst>
              </a:custGeom>
              <a:solidFill>
                <a:srgbClr val="5F7D95"/>
              </a:solidFill>
              <a:ln>
                <a:noFill/>
              </a:ln>
            </p:spPr>
          </p:sp>
          <p:grpSp>
            <p:nvGrpSpPr>
              <p:cNvPr id="1755" name="Google Shape;1755;p60"/>
              <p:cNvGrpSpPr/>
              <p:nvPr/>
            </p:nvGrpSpPr>
            <p:grpSpPr>
              <a:xfrm>
                <a:off x="1397225" y="1637375"/>
                <a:ext cx="1398775" cy="1228250"/>
                <a:chOff x="1397225" y="1637375"/>
                <a:chExt cx="1398775" cy="1228250"/>
              </a:xfrm>
            </p:grpSpPr>
            <p:sp>
              <p:nvSpPr>
                <p:cNvPr id="1756" name="Google Shape;1756;p60"/>
                <p:cNvSpPr/>
                <p:nvPr/>
              </p:nvSpPr>
              <p:spPr>
                <a:xfrm>
                  <a:off x="1397225" y="1637375"/>
                  <a:ext cx="692600" cy="594250"/>
                </a:xfrm>
                <a:custGeom>
                  <a:rect b="b" l="l" r="r" t="t"/>
                  <a:pathLst>
                    <a:path extrusionOk="0" h="23770" w="27704">
                      <a:moveTo>
                        <a:pt x="14864" y="15547"/>
                      </a:moveTo>
                      <a:lnTo>
                        <a:pt x="14836" y="15589"/>
                      </a:lnTo>
                      <a:lnTo>
                        <a:pt x="14836" y="15568"/>
                      </a:lnTo>
                      <a:lnTo>
                        <a:pt x="14864" y="15547"/>
                      </a:lnTo>
                      <a:close/>
                      <a:moveTo>
                        <a:pt x="19460" y="16760"/>
                      </a:moveTo>
                      <a:lnTo>
                        <a:pt x="19523" y="16823"/>
                      </a:lnTo>
                      <a:lnTo>
                        <a:pt x="19460" y="16844"/>
                      </a:lnTo>
                      <a:lnTo>
                        <a:pt x="19460" y="16760"/>
                      </a:lnTo>
                      <a:close/>
                      <a:moveTo>
                        <a:pt x="23686" y="18497"/>
                      </a:moveTo>
                      <a:lnTo>
                        <a:pt x="23624" y="18644"/>
                      </a:lnTo>
                      <a:lnTo>
                        <a:pt x="23561" y="18853"/>
                      </a:lnTo>
                      <a:lnTo>
                        <a:pt x="23582" y="19020"/>
                      </a:lnTo>
                      <a:lnTo>
                        <a:pt x="23477" y="19229"/>
                      </a:lnTo>
                      <a:lnTo>
                        <a:pt x="23477" y="19355"/>
                      </a:lnTo>
                      <a:lnTo>
                        <a:pt x="23519" y="19439"/>
                      </a:lnTo>
                      <a:lnTo>
                        <a:pt x="23393" y="19355"/>
                      </a:lnTo>
                      <a:lnTo>
                        <a:pt x="23393" y="19543"/>
                      </a:lnTo>
                      <a:lnTo>
                        <a:pt x="23393" y="19564"/>
                      </a:lnTo>
                      <a:cubicBezTo>
                        <a:pt x="23352" y="19648"/>
                        <a:pt x="23310" y="19753"/>
                        <a:pt x="23310" y="19836"/>
                      </a:cubicBezTo>
                      <a:lnTo>
                        <a:pt x="23310" y="19962"/>
                      </a:lnTo>
                      <a:lnTo>
                        <a:pt x="23289" y="19941"/>
                      </a:lnTo>
                      <a:lnTo>
                        <a:pt x="23289" y="19836"/>
                      </a:lnTo>
                      <a:lnTo>
                        <a:pt x="23258" y="19791"/>
                      </a:lnTo>
                      <a:lnTo>
                        <a:pt x="23268" y="19773"/>
                      </a:lnTo>
                      <a:lnTo>
                        <a:pt x="23268" y="19627"/>
                      </a:lnTo>
                      <a:lnTo>
                        <a:pt x="23331" y="19543"/>
                      </a:lnTo>
                      <a:lnTo>
                        <a:pt x="23352" y="19250"/>
                      </a:lnTo>
                      <a:lnTo>
                        <a:pt x="23435" y="19020"/>
                      </a:lnTo>
                      <a:lnTo>
                        <a:pt x="23435" y="18790"/>
                      </a:lnTo>
                      <a:lnTo>
                        <a:pt x="23414" y="18623"/>
                      </a:lnTo>
                      <a:lnTo>
                        <a:pt x="23352" y="18539"/>
                      </a:lnTo>
                      <a:lnTo>
                        <a:pt x="23352" y="18518"/>
                      </a:lnTo>
                      <a:lnTo>
                        <a:pt x="23414" y="18539"/>
                      </a:lnTo>
                      <a:lnTo>
                        <a:pt x="23456" y="18685"/>
                      </a:lnTo>
                      <a:lnTo>
                        <a:pt x="23519" y="18706"/>
                      </a:lnTo>
                      <a:lnTo>
                        <a:pt x="23561" y="18581"/>
                      </a:lnTo>
                      <a:lnTo>
                        <a:pt x="23686" y="18497"/>
                      </a:lnTo>
                      <a:close/>
                      <a:moveTo>
                        <a:pt x="23204" y="19889"/>
                      </a:moveTo>
                      <a:lnTo>
                        <a:pt x="23184" y="19941"/>
                      </a:lnTo>
                      <a:lnTo>
                        <a:pt x="23142" y="20297"/>
                      </a:lnTo>
                      <a:lnTo>
                        <a:pt x="23038" y="20464"/>
                      </a:lnTo>
                      <a:lnTo>
                        <a:pt x="23017" y="20631"/>
                      </a:lnTo>
                      <a:lnTo>
                        <a:pt x="23121" y="20694"/>
                      </a:lnTo>
                      <a:lnTo>
                        <a:pt x="23080" y="20778"/>
                      </a:lnTo>
                      <a:lnTo>
                        <a:pt x="23121" y="20841"/>
                      </a:lnTo>
                      <a:lnTo>
                        <a:pt x="22996" y="20841"/>
                      </a:lnTo>
                      <a:lnTo>
                        <a:pt x="22912" y="20924"/>
                      </a:lnTo>
                      <a:lnTo>
                        <a:pt x="22912" y="21050"/>
                      </a:lnTo>
                      <a:cubicBezTo>
                        <a:pt x="22891" y="21050"/>
                        <a:pt x="22870" y="21092"/>
                        <a:pt x="22870" y="21134"/>
                      </a:cubicBezTo>
                      <a:lnTo>
                        <a:pt x="22870" y="21154"/>
                      </a:lnTo>
                      <a:lnTo>
                        <a:pt x="22847" y="21178"/>
                      </a:lnTo>
                      <a:lnTo>
                        <a:pt x="22847" y="21178"/>
                      </a:lnTo>
                      <a:lnTo>
                        <a:pt x="22849" y="21154"/>
                      </a:lnTo>
                      <a:lnTo>
                        <a:pt x="22849" y="20945"/>
                      </a:lnTo>
                      <a:lnTo>
                        <a:pt x="22828" y="20882"/>
                      </a:lnTo>
                      <a:cubicBezTo>
                        <a:pt x="22828" y="20820"/>
                        <a:pt x="22849" y="20778"/>
                        <a:pt x="22849" y="20736"/>
                      </a:cubicBezTo>
                      <a:lnTo>
                        <a:pt x="22891" y="20778"/>
                      </a:lnTo>
                      <a:lnTo>
                        <a:pt x="22954" y="20778"/>
                      </a:lnTo>
                      <a:lnTo>
                        <a:pt x="22954" y="20610"/>
                      </a:lnTo>
                      <a:lnTo>
                        <a:pt x="23017" y="20569"/>
                      </a:lnTo>
                      <a:lnTo>
                        <a:pt x="22954" y="20485"/>
                      </a:lnTo>
                      <a:lnTo>
                        <a:pt x="22828" y="20464"/>
                      </a:lnTo>
                      <a:lnTo>
                        <a:pt x="22828" y="20380"/>
                      </a:lnTo>
                      <a:lnTo>
                        <a:pt x="22703" y="20150"/>
                      </a:lnTo>
                      <a:lnTo>
                        <a:pt x="22703" y="20108"/>
                      </a:lnTo>
                      <a:lnTo>
                        <a:pt x="22828" y="20255"/>
                      </a:lnTo>
                      <a:lnTo>
                        <a:pt x="22912" y="20380"/>
                      </a:lnTo>
                      <a:lnTo>
                        <a:pt x="22996" y="20401"/>
                      </a:lnTo>
                      <a:lnTo>
                        <a:pt x="23038" y="20359"/>
                      </a:lnTo>
                      <a:lnTo>
                        <a:pt x="23017" y="20276"/>
                      </a:lnTo>
                      <a:lnTo>
                        <a:pt x="23121" y="20255"/>
                      </a:lnTo>
                      <a:lnTo>
                        <a:pt x="23121" y="20171"/>
                      </a:lnTo>
                      <a:lnTo>
                        <a:pt x="23059" y="20108"/>
                      </a:lnTo>
                      <a:cubicBezTo>
                        <a:pt x="23101" y="20066"/>
                        <a:pt x="23121" y="19983"/>
                        <a:pt x="23142" y="19941"/>
                      </a:cubicBezTo>
                      <a:lnTo>
                        <a:pt x="23163" y="19962"/>
                      </a:lnTo>
                      <a:lnTo>
                        <a:pt x="23204" y="19889"/>
                      </a:lnTo>
                      <a:close/>
                      <a:moveTo>
                        <a:pt x="23519" y="19836"/>
                      </a:moveTo>
                      <a:lnTo>
                        <a:pt x="23540" y="19962"/>
                      </a:lnTo>
                      <a:lnTo>
                        <a:pt x="23582" y="19962"/>
                      </a:lnTo>
                      <a:lnTo>
                        <a:pt x="23582" y="20087"/>
                      </a:lnTo>
                      <a:lnTo>
                        <a:pt x="23665" y="20171"/>
                      </a:lnTo>
                      <a:lnTo>
                        <a:pt x="23728" y="20108"/>
                      </a:lnTo>
                      <a:lnTo>
                        <a:pt x="23770" y="20150"/>
                      </a:lnTo>
                      <a:lnTo>
                        <a:pt x="23875" y="20087"/>
                      </a:lnTo>
                      <a:lnTo>
                        <a:pt x="24021" y="20087"/>
                      </a:lnTo>
                      <a:lnTo>
                        <a:pt x="24021" y="20108"/>
                      </a:lnTo>
                      <a:lnTo>
                        <a:pt x="23854" y="20213"/>
                      </a:lnTo>
                      <a:lnTo>
                        <a:pt x="23812" y="20255"/>
                      </a:lnTo>
                      <a:lnTo>
                        <a:pt x="23812" y="20297"/>
                      </a:lnTo>
                      <a:lnTo>
                        <a:pt x="23875" y="20359"/>
                      </a:lnTo>
                      <a:lnTo>
                        <a:pt x="23854" y="20401"/>
                      </a:lnTo>
                      <a:lnTo>
                        <a:pt x="23770" y="20401"/>
                      </a:lnTo>
                      <a:lnTo>
                        <a:pt x="23770" y="20464"/>
                      </a:lnTo>
                      <a:lnTo>
                        <a:pt x="23854" y="20590"/>
                      </a:lnTo>
                      <a:lnTo>
                        <a:pt x="23854" y="20694"/>
                      </a:lnTo>
                      <a:lnTo>
                        <a:pt x="23812" y="20715"/>
                      </a:lnTo>
                      <a:lnTo>
                        <a:pt x="23728" y="20631"/>
                      </a:lnTo>
                      <a:lnTo>
                        <a:pt x="23665" y="20548"/>
                      </a:lnTo>
                      <a:lnTo>
                        <a:pt x="23645" y="20610"/>
                      </a:lnTo>
                      <a:lnTo>
                        <a:pt x="23665" y="20694"/>
                      </a:lnTo>
                      <a:lnTo>
                        <a:pt x="23624" y="20757"/>
                      </a:lnTo>
                      <a:lnTo>
                        <a:pt x="23624" y="20903"/>
                      </a:lnTo>
                      <a:lnTo>
                        <a:pt x="23645" y="20924"/>
                      </a:lnTo>
                      <a:cubicBezTo>
                        <a:pt x="23629" y="20919"/>
                        <a:pt x="23614" y="20916"/>
                        <a:pt x="23601" y="20916"/>
                      </a:cubicBezTo>
                      <a:cubicBezTo>
                        <a:pt x="23562" y="20916"/>
                        <a:pt x="23535" y="20940"/>
                        <a:pt x="23519" y="20987"/>
                      </a:cubicBezTo>
                      <a:cubicBezTo>
                        <a:pt x="23456" y="21071"/>
                        <a:pt x="23414" y="21154"/>
                        <a:pt x="23373" y="21259"/>
                      </a:cubicBezTo>
                      <a:lnTo>
                        <a:pt x="23268" y="21154"/>
                      </a:lnTo>
                      <a:lnTo>
                        <a:pt x="23121" y="21154"/>
                      </a:lnTo>
                      <a:lnTo>
                        <a:pt x="23121" y="21238"/>
                      </a:lnTo>
                      <a:lnTo>
                        <a:pt x="23163" y="21322"/>
                      </a:lnTo>
                      <a:lnTo>
                        <a:pt x="23142" y="21426"/>
                      </a:lnTo>
                      <a:lnTo>
                        <a:pt x="23247" y="21468"/>
                      </a:lnTo>
                      <a:lnTo>
                        <a:pt x="23205" y="21552"/>
                      </a:lnTo>
                      <a:lnTo>
                        <a:pt x="23121" y="21552"/>
                      </a:lnTo>
                      <a:lnTo>
                        <a:pt x="23101" y="21531"/>
                      </a:lnTo>
                      <a:lnTo>
                        <a:pt x="23038" y="21615"/>
                      </a:lnTo>
                      <a:lnTo>
                        <a:pt x="23038" y="21531"/>
                      </a:lnTo>
                      <a:lnTo>
                        <a:pt x="23101" y="21447"/>
                      </a:lnTo>
                      <a:lnTo>
                        <a:pt x="22996" y="21322"/>
                      </a:lnTo>
                      <a:cubicBezTo>
                        <a:pt x="22996" y="21259"/>
                        <a:pt x="22996" y="21196"/>
                        <a:pt x="23017" y="21134"/>
                      </a:cubicBezTo>
                      <a:lnTo>
                        <a:pt x="23163" y="21050"/>
                      </a:lnTo>
                      <a:lnTo>
                        <a:pt x="23205" y="20882"/>
                      </a:lnTo>
                      <a:lnTo>
                        <a:pt x="23268" y="20903"/>
                      </a:lnTo>
                      <a:lnTo>
                        <a:pt x="23331" y="20841"/>
                      </a:lnTo>
                      <a:lnTo>
                        <a:pt x="23331" y="20736"/>
                      </a:lnTo>
                      <a:lnTo>
                        <a:pt x="23352" y="20673"/>
                      </a:lnTo>
                      <a:lnTo>
                        <a:pt x="23352" y="20276"/>
                      </a:lnTo>
                      <a:lnTo>
                        <a:pt x="23373" y="20171"/>
                      </a:lnTo>
                      <a:lnTo>
                        <a:pt x="23435" y="20401"/>
                      </a:lnTo>
                      <a:lnTo>
                        <a:pt x="23414" y="20673"/>
                      </a:lnTo>
                      <a:lnTo>
                        <a:pt x="23456" y="20694"/>
                      </a:lnTo>
                      <a:lnTo>
                        <a:pt x="23540" y="20527"/>
                      </a:lnTo>
                      <a:lnTo>
                        <a:pt x="23519" y="20108"/>
                      </a:lnTo>
                      <a:lnTo>
                        <a:pt x="23435" y="20004"/>
                      </a:lnTo>
                      <a:cubicBezTo>
                        <a:pt x="23456" y="19983"/>
                        <a:pt x="23456" y="19941"/>
                        <a:pt x="23498" y="19899"/>
                      </a:cubicBezTo>
                      <a:cubicBezTo>
                        <a:pt x="23519" y="19878"/>
                        <a:pt x="23519" y="19857"/>
                        <a:pt x="23519" y="19836"/>
                      </a:cubicBezTo>
                      <a:close/>
                      <a:moveTo>
                        <a:pt x="22808" y="1"/>
                      </a:moveTo>
                      <a:lnTo>
                        <a:pt x="22598" y="105"/>
                      </a:lnTo>
                      <a:lnTo>
                        <a:pt x="22556" y="168"/>
                      </a:lnTo>
                      <a:lnTo>
                        <a:pt x="22389" y="168"/>
                      </a:lnTo>
                      <a:lnTo>
                        <a:pt x="22264" y="231"/>
                      </a:lnTo>
                      <a:lnTo>
                        <a:pt x="22033" y="440"/>
                      </a:lnTo>
                      <a:lnTo>
                        <a:pt x="21866" y="503"/>
                      </a:lnTo>
                      <a:lnTo>
                        <a:pt x="21615" y="503"/>
                      </a:lnTo>
                      <a:lnTo>
                        <a:pt x="21448" y="398"/>
                      </a:lnTo>
                      <a:lnTo>
                        <a:pt x="21406" y="335"/>
                      </a:lnTo>
                      <a:lnTo>
                        <a:pt x="21406" y="398"/>
                      </a:lnTo>
                      <a:lnTo>
                        <a:pt x="21322" y="398"/>
                      </a:lnTo>
                      <a:lnTo>
                        <a:pt x="21217" y="294"/>
                      </a:lnTo>
                      <a:lnTo>
                        <a:pt x="21113" y="335"/>
                      </a:lnTo>
                      <a:lnTo>
                        <a:pt x="21092" y="419"/>
                      </a:lnTo>
                      <a:lnTo>
                        <a:pt x="21029" y="419"/>
                      </a:lnTo>
                      <a:lnTo>
                        <a:pt x="21008" y="335"/>
                      </a:lnTo>
                      <a:lnTo>
                        <a:pt x="21029" y="273"/>
                      </a:lnTo>
                      <a:lnTo>
                        <a:pt x="21134" y="210"/>
                      </a:lnTo>
                      <a:lnTo>
                        <a:pt x="21092" y="168"/>
                      </a:lnTo>
                      <a:lnTo>
                        <a:pt x="20945" y="210"/>
                      </a:lnTo>
                      <a:lnTo>
                        <a:pt x="20736" y="315"/>
                      </a:lnTo>
                      <a:lnTo>
                        <a:pt x="20590" y="398"/>
                      </a:lnTo>
                      <a:lnTo>
                        <a:pt x="20527" y="524"/>
                      </a:lnTo>
                      <a:lnTo>
                        <a:pt x="20569" y="628"/>
                      </a:lnTo>
                      <a:lnTo>
                        <a:pt x="20694" y="649"/>
                      </a:lnTo>
                      <a:lnTo>
                        <a:pt x="20611" y="733"/>
                      </a:lnTo>
                      <a:lnTo>
                        <a:pt x="20255" y="733"/>
                      </a:lnTo>
                      <a:lnTo>
                        <a:pt x="20088" y="859"/>
                      </a:lnTo>
                      <a:lnTo>
                        <a:pt x="19983" y="1131"/>
                      </a:lnTo>
                      <a:lnTo>
                        <a:pt x="19941" y="1319"/>
                      </a:lnTo>
                      <a:lnTo>
                        <a:pt x="19878" y="1319"/>
                      </a:lnTo>
                      <a:lnTo>
                        <a:pt x="19857" y="1256"/>
                      </a:lnTo>
                      <a:lnTo>
                        <a:pt x="19878" y="1068"/>
                      </a:lnTo>
                      <a:lnTo>
                        <a:pt x="20025" y="817"/>
                      </a:lnTo>
                      <a:lnTo>
                        <a:pt x="20025" y="733"/>
                      </a:lnTo>
                      <a:lnTo>
                        <a:pt x="19983" y="733"/>
                      </a:lnTo>
                      <a:lnTo>
                        <a:pt x="19732" y="1047"/>
                      </a:lnTo>
                      <a:lnTo>
                        <a:pt x="19585" y="1047"/>
                      </a:lnTo>
                      <a:lnTo>
                        <a:pt x="19523" y="1026"/>
                      </a:lnTo>
                      <a:lnTo>
                        <a:pt x="19439" y="921"/>
                      </a:lnTo>
                      <a:lnTo>
                        <a:pt x="19313" y="900"/>
                      </a:lnTo>
                      <a:lnTo>
                        <a:pt x="19230" y="900"/>
                      </a:lnTo>
                      <a:lnTo>
                        <a:pt x="19230" y="942"/>
                      </a:lnTo>
                      <a:lnTo>
                        <a:pt x="19418" y="1026"/>
                      </a:lnTo>
                      <a:lnTo>
                        <a:pt x="19460" y="1110"/>
                      </a:lnTo>
                      <a:lnTo>
                        <a:pt x="19418" y="1131"/>
                      </a:lnTo>
                      <a:lnTo>
                        <a:pt x="19251" y="1068"/>
                      </a:lnTo>
                      <a:lnTo>
                        <a:pt x="19062" y="1047"/>
                      </a:lnTo>
                      <a:lnTo>
                        <a:pt x="18832" y="1151"/>
                      </a:lnTo>
                      <a:lnTo>
                        <a:pt x="18539" y="1423"/>
                      </a:lnTo>
                      <a:lnTo>
                        <a:pt x="18204" y="1570"/>
                      </a:lnTo>
                      <a:lnTo>
                        <a:pt x="17974" y="1758"/>
                      </a:lnTo>
                      <a:lnTo>
                        <a:pt x="17744" y="1967"/>
                      </a:lnTo>
                      <a:lnTo>
                        <a:pt x="17451" y="2219"/>
                      </a:lnTo>
                      <a:lnTo>
                        <a:pt x="17263" y="2302"/>
                      </a:lnTo>
                      <a:lnTo>
                        <a:pt x="17158" y="2323"/>
                      </a:lnTo>
                      <a:lnTo>
                        <a:pt x="17012" y="2428"/>
                      </a:lnTo>
                      <a:lnTo>
                        <a:pt x="16865" y="2428"/>
                      </a:lnTo>
                      <a:lnTo>
                        <a:pt x="16698" y="2574"/>
                      </a:lnTo>
                      <a:lnTo>
                        <a:pt x="16510" y="2574"/>
                      </a:lnTo>
                      <a:lnTo>
                        <a:pt x="16426" y="2491"/>
                      </a:lnTo>
                      <a:lnTo>
                        <a:pt x="16238" y="2470"/>
                      </a:lnTo>
                      <a:lnTo>
                        <a:pt x="16091" y="2365"/>
                      </a:lnTo>
                      <a:lnTo>
                        <a:pt x="15986" y="2302"/>
                      </a:lnTo>
                      <a:lnTo>
                        <a:pt x="15798" y="2219"/>
                      </a:lnTo>
                      <a:lnTo>
                        <a:pt x="15714" y="2260"/>
                      </a:lnTo>
                      <a:lnTo>
                        <a:pt x="15589" y="2386"/>
                      </a:lnTo>
                      <a:lnTo>
                        <a:pt x="15380" y="2595"/>
                      </a:lnTo>
                      <a:lnTo>
                        <a:pt x="15338" y="2721"/>
                      </a:lnTo>
                      <a:lnTo>
                        <a:pt x="15233" y="2825"/>
                      </a:lnTo>
                      <a:lnTo>
                        <a:pt x="15170" y="2951"/>
                      </a:lnTo>
                      <a:lnTo>
                        <a:pt x="15087" y="2951"/>
                      </a:lnTo>
                      <a:lnTo>
                        <a:pt x="15024" y="2909"/>
                      </a:lnTo>
                      <a:lnTo>
                        <a:pt x="14940" y="2951"/>
                      </a:lnTo>
                      <a:lnTo>
                        <a:pt x="15045" y="3202"/>
                      </a:lnTo>
                      <a:lnTo>
                        <a:pt x="15170" y="3683"/>
                      </a:lnTo>
                      <a:lnTo>
                        <a:pt x="15296" y="4081"/>
                      </a:lnTo>
                      <a:lnTo>
                        <a:pt x="15359" y="4416"/>
                      </a:lnTo>
                      <a:lnTo>
                        <a:pt x="15338" y="4729"/>
                      </a:lnTo>
                      <a:lnTo>
                        <a:pt x="15191" y="4980"/>
                      </a:lnTo>
                      <a:lnTo>
                        <a:pt x="15087" y="5127"/>
                      </a:lnTo>
                      <a:lnTo>
                        <a:pt x="15087" y="5190"/>
                      </a:lnTo>
                      <a:lnTo>
                        <a:pt x="15296" y="5441"/>
                      </a:lnTo>
                      <a:lnTo>
                        <a:pt x="15442" y="5504"/>
                      </a:lnTo>
                      <a:lnTo>
                        <a:pt x="15442" y="5357"/>
                      </a:lnTo>
                      <a:lnTo>
                        <a:pt x="15484" y="5420"/>
                      </a:lnTo>
                      <a:lnTo>
                        <a:pt x="15589" y="5357"/>
                      </a:lnTo>
                      <a:lnTo>
                        <a:pt x="15673" y="5357"/>
                      </a:lnTo>
                      <a:lnTo>
                        <a:pt x="15589" y="5441"/>
                      </a:lnTo>
                      <a:lnTo>
                        <a:pt x="15589" y="5525"/>
                      </a:lnTo>
                      <a:lnTo>
                        <a:pt x="15882" y="5755"/>
                      </a:lnTo>
                      <a:lnTo>
                        <a:pt x="15798" y="5817"/>
                      </a:lnTo>
                      <a:lnTo>
                        <a:pt x="15673" y="5776"/>
                      </a:lnTo>
                      <a:lnTo>
                        <a:pt x="15652" y="5859"/>
                      </a:lnTo>
                      <a:lnTo>
                        <a:pt x="15610" y="6152"/>
                      </a:lnTo>
                      <a:lnTo>
                        <a:pt x="15610" y="6278"/>
                      </a:lnTo>
                      <a:lnTo>
                        <a:pt x="15673" y="6341"/>
                      </a:lnTo>
                      <a:lnTo>
                        <a:pt x="15756" y="6257"/>
                      </a:lnTo>
                      <a:lnTo>
                        <a:pt x="15882" y="6236"/>
                      </a:lnTo>
                      <a:lnTo>
                        <a:pt x="15986" y="6278"/>
                      </a:lnTo>
                      <a:lnTo>
                        <a:pt x="16028" y="6361"/>
                      </a:lnTo>
                      <a:lnTo>
                        <a:pt x="16196" y="6299"/>
                      </a:lnTo>
                      <a:lnTo>
                        <a:pt x="16384" y="6361"/>
                      </a:lnTo>
                      <a:lnTo>
                        <a:pt x="16530" y="6445"/>
                      </a:lnTo>
                      <a:lnTo>
                        <a:pt x="16384" y="6508"/>
                      </a:lnTo>
                      <a:lnTo>
                        <a:pt x="16405" y="6654"/>
                      </a:lnTo>
                      <a:lnTo>
                        <a:pt x="16384" y="6759"/>
                      </a:lnTo>
                      <a:lnTo>
                        <a:pt x="16196" y="6780"/>
                      </a:lnTo>
                      <a:lnTo>
                        <a:pt x="16217" y="6696"/>
                      </a:lnTo>
                      <a:lnTo>
                        <a:pt x="16112" y="6613"/>
                      </a:lnTo>
                      <a:lnTo>
                        <a:pt x="16028" y="6675"/>
                      </a:lnTo>
                      <a:lnTo>
                        <a:pt x="15882" y="6654"/>
                      </a:lnTo>
                      <a:lnTo>
                        <a:pt x="15819" y="6592"/>
                      </a:lnTo>
                      <a:lnTo>
                        <a:pt x="15777" y="6445"/>
                      </a:lnTo>
                      <a:lnTo>
                        <a:pt x="15673" y="6403"/>
                      </a:lnTo>
                      <a:lnTo>
                        <a:pt x="15610" y="6403"/>
                      </a:lnTo>
                      <a:lnTo>
                        <a:pt x="15484" y="6299"/>
                      </a:lnTo>
                      <a:lnTo>
                        <a:pt x="15505" y="6131"/>
                      </a:lnTo>
                      <a:lnTo>
                        <a:pt x="15652" y="5776"/>
                      </a:lnTo>
                      <a:lnTo>
                        <a:pt x="15610" y="5671"/>
                      </a:lnTo>
                      <a:lnTo>
                        <a:pt x="15568" y="5671"/>
                      </a:lnTo>
                      <a:lnTo>
                        <a:pt x="15463" y="5776"/>
                      </a:lnTo>
                      <a:lnTo>
                        <a:pt x="15463" y="6131"/>
                      </a:lnTo>
                      <a:lnTo>
                        <a:pt x="15401" y="6341"/>
                      </a:lnTo>
                      <a:lnTo>
                        <a:pt x="15296" y="6445"/>
                      </a:lnTo>
                      <a:lnTo>
                        <a:pt x="15296" y="6508"/>
                      </a:lnTo>
                      <a:lnTo>
                        <a:pt x="15380" y="6382"/>
                      </a:lnTo>
                      <a:lnTo>
                        <a:pt x="15463" y="6382"/>
                      </a:lnTo>
                      <a:lnTo>
                        <a:pt x="15505" y="6445"/>
                      </a:lnTo>
                      <a:lnTo>
                        <a:pt x="15652" y="6445"/>
                      </a:lnTo>
                      <a:lnTo>
                        <a:pt x="15694" y="6571"/>
                      </a:lnTo>
                      <a:lnTo>
                        <a:pt x="15694" y="6780"/>
                      </a:lnTo>
                      <a:lnTo>
                        <a:pt x="15589" y="6905"/>
                      </a:lnTo>
                      <a:lnTo>
                        <a:pt x="15442" y="6968"/>
                      </a:lnTo>
                      <a:lnTo>
                        <a:pt x="15442" y="6968"/>
                      </a:lnTo>
                      <a:lnTo>
                        <a:pt x="15589" y="6780"/>
                      </a:lnTo>
                      <a:lnTo>
                        <a:pt x="15589" y="6696"/>
                      </a:lnTo>
                      <a:lnTo>
                        <a:pt x="15505" y="6675"/>
                      </a:lnTo>
                      <a:lnTo>
                        <a:pt x="15463" y="6613"/>
                      </a:lnTo>
                      <a:lnTo>
                        <a:pt x="15380" y="6675"/>
                      </a:lnTo>
                      <a:lnTo>
                        <a:pt x="15191" y="6801"/>
                      </a:lnTo>
                      <a:lnTo>
                        <a:pt x="15191" y="6905"/>
                      </a:lnTo>
                      <a:lnTo>
                        <a:pt x="15087" y="6926"/>
                      </a:lnTo>
                      <a:lnTo>
                        <a:pt x="14982" y="6989"/>
                      </a:lnTo>
                      <a:lnTo>
                        <a:pt x="14961" y="6885"/>
                      </a:lnTo>
                      <a:lnTo>
                        <a:pt x="14898" y="6864"/>
                      </a:lnTo>
                      <a:lnTo>
                        <a:pt x="14752" y="6864"/>
                      </a:lnTo>
                      <a:lnTo>
                        <a:pt x="14668" y="6822"/>
                      </a:lnTo>
                      <a:lnTo>
                        <a:pt x="14647" y="6696"/>
                      </a:lnTo>
                      <a:lnTo>
                        <a:pt x="14564" y="6675"/>
                      </a:lnTo>
                      <a:lnTo>
                        <a:pt x="14522" y="6696"/>
                      </a:lnTo>
                      <a:lnTo>
                        <a:pt x="14417" y="6696"/>
                      </a:lnTo>
                      <a:lnTo>
                        <a:pt x="14417" y="6613"/>
                      </a:lnTo>
                      <a:lnTo>
                        <a:pt x="14334" y="6571"/>
                      </a:lnTo>
                      <a:lnTo>
                        <a:pt x="14250" y="6613"/>
                      </a:lnTo>
                      <a:lnTo>
                        <a:pt x="14208" y="6613"/>
                      </a:lnTo>
                      <a:lnTo>
                        <a:pt x="14208" y="6487"/>
                      </a:lnTo>
                      <a:lnTo>
                        <a:pt x="14145" y="6403"/>
                      </a:lnTo>
                      <a:lnTo>
                        <a:pt x="14145" y="6341"/>
                      </a:lnTo>
                      <a:lnTo>
                        <a:pt x="14250" y="6299"/>
                      </a:lnTo>
                      <a:lnTo>
                        <a:pt x="14396" y="6131"/>
                      </a:lnTo>
                      <a:lnTo>
                        <a:pt x="14459" y="6131"/>
                      </a:lnTo>
                      <a:lnTo>
                        <a:pt x="14543" y="6048"/>
                      </a:lnTo>
                      <a:lnTo>
                        <a:pt x="14543" y="5964"/>
                      </a:lnTo>
                      <a:lnTo>
                        <a:pt x="14396" y="5817"/>
                      </a:lnTo>
                      <a:lnTo>
                        <a:pt x="14313" y="5755"/>
                      </a:lnTo>
                      <a:lnTo>
                        <a:pt x="14208" y="5755"/>
                      </a:lnTo>
                      <a:lnTo>
                        <a:pt x="14020" y="5859"/>
                      </a:lnTo>
                      <a:lnTo>
                        <a:pt x="13915" y="5859"/>
                      </a:lnTo>
                      <a:lnTo>
                        <a:pt x="13810" y="5776"/>
                      </a:lnTo>
                      <a:lnTo>
                        <a:pt x="13706" y="5776"/>
                      </a:lnTo>
                      <a:lnTo>
                        <a:pt x="13371" y="5922"/>
                      </a:lnTo>
                      <a:lnTo>
                        <a:pt x="13329" y="5964"/>
                      </a:lnTo>
                      <a:lnTo>
                        <a:pt x="13392" y="6027"/>
                      </a:lnTo>
                      <a:lnTo>
                        <a:pt x="13517" y="6131"/>
                      </a:lnTo>
                      <a:lnTo>
                        <a:pt x="13497" y="6152"/>
                      </a:lnTo>
                      <a:lnTo>
                        <a:pt x="13392" y="6131"/>
                      </a:lnTo>
                      <a:lnTo>
                        <a:pt x="13287" y="6131"/>
                      </a:lnTo>
                      <a:lnTo>
                        <a:pt x="13225" y="6069"/>
                      </a:lnTo>
                      <a:lnTo>
                        <a:pt x="13120" y="6048"/>
                      </a:lnTo>
                      <a:lnTo>
                        <a:pt x="12911" y="6027"/>
                      </a:lnTo>
                      <a:lnTo>
                        <a:pt x="12701" y="6048"/>
                      </a:lnTo>
                      <a:lnTo>
                        <a:pt x="12639" y="6089"/>
                      </a:lnTo>
                      <a:lnTo>
                        <a:pt x="12639" y="6152"/>
                      </a:lnTo>
                      <a:lnTo>
                        <a:pt x="12534" y="6152"/>
                      </a:lnTo>
                      <a:lnTo>
                        <a:pt x="12492" y="6131"/>
                      </a:lnTo>
                      <a:lnTo>
                        <a:pt x="12429" y="6131"/>
                      </a:lnTo>
                      <a:lnTo>
                        <a:pt x="12262" y="6236"/>
                      </a:lnTo>
                      <a:lnTo>
                        <a:pt x="12262" y="6278"/>
                      </a:lnTo>
                      <a:lnTo>
                        <a:pt x="12178" y="6299"/>
                      </a:lnTo>
                      <a:lnTo>
                        <a:pt x="12011" y="6382"/>
                      </a:lnTo>
                      <a:lnTo>
                        <a:pt x="11865" y="6466"/>
                      </a:lnTo>
                      <a:lnTo>
                        <a:pt x="11802" y="6466"/>
                      </a:lnTo>
                      <a:lnTo>
                        <a:pt x="11823" y="6403"/>
                      </a:lnTo>
                      <a:lnTo>
                        <a:pt x="11844" y="6341"/>
                      </a:lnTo>
                      <a:lnTo>
                        <a:pt x="11739" y="6382"/>
                      </a:lnTo>
                      <a:lnTo>
                        <a:pt x="11634" y="6508"/>
                      </a:lnTo>
                      <a:lnTo>
                        <a:pt x="11634" y="6571"/>
                      </a:lnTo>
                      <a:lnTo>
                        <a:pt x="11802" y="6759"/>
                      </a:lnTo>
                      <a:lnTo>
                        <a:pt x="11948" y="6989"/>
                      </a:lnTo>
                      <a:lnTo>
                        <a:pt x="12116" y="7031"/>
                      </a:lnTo>
                      <a:lnTo>
                        <a:pt x="12241" y="7198"/>
                      </a:lnTo>
                      <a:lnTo>
                        <a:pt x="12367" y="7282"/>
                      </a:lnTo>
                      <a:lnTo>
                        <a:pt x="12429" y="7408"/>
                      </a:lnTo>
                      <a:lnTo>
                        <a:pt x="12534" y="7429"/>
                      </a:lnTo>
                      <a:lnTo>
                        <a:pt x="12660" y="7512"/>
                      </a:lnTo>
                      <a:lnTo>
                        <a:pt x="12597" y="7533"/>
                      </a:lnTo>
                      <a:lnTo>
                        <a:pt x="12429" y="7533"/>
                      </a:lnTo>
                      <a:lnTo>
                        <a:pt x="12388" y="7429"/>
                      </a:lnTo>
                      <a:lnTo>
                        <a:pt x="12262" y="7324"/>
                      </a:lnTo>
                      <a:lnTo>
                        <a:pt x="12178" y="7282"/>
                      </a:lnTo>
                      <a:lnTo>
                        <a:pt x="12137" y="7282"/>
                      </a:lnTo>
                      <a:lnTo>
                        <a:pt x="12011" y="7408"/>
                      </a:lnTo>
                      <a:lnTo>
                        <a:pt x="11885" y="7408"/>
                      </a:lnTo>
                      <a:lnTo>
                        <a:pt x="11802" y="7303"/>
                      </a:lnTo>
                      <a:lnTo>
                        <a:pt x="11906" y="7198"/>
                      </a:lnTo>
                      <a:lnTo>
                        <a:pt x="11906" y="7136"/>
                      </a:lnTo>
                      <a:lnTo>
                        <a:pt x="11823" y="7136"/>
                      </a:lnTo>
                      <a:lnTo>
                        <a:pt x="11739" y="7282"/>
                      </a:lnTo>
                      <a:lnTo>
                        <a:pt x="11781" y="7512"/>
                      </a:lnTo>
                      <a:lnTo>
                        <a:pt x="11802" y="7554"/>
                      </a:lnTo>
                      <a:lnTo>
                        <a:pt x="11802" y="7638"/>
                      </a:lnTo>
                      <a:lnTo>
                        <a:pt x="11676" y="7742"/>
                      </a:lnTo>
                      <a:lnTo>
                        <a:pt x="11593" y="7910"/>
                      </a:lnTo>
                      <a:lnTo>
                        <a:pt x="11572" y="8056"/>
                      </a:lnTo>
                      <a:lnTo>
                        <a:pt x="11593" y="8224"/>
                      </a:lnTo>
                      <a:lnTo>
                        <a:pt x="11802" y="8454"/>
                      </a:lnTo>
                      <a:lnTo>
                        <a:pt x="11990" y="8538"/>
                      </a:lnTo>
                      <a:lnTo>
                        <a:pt x="12116" y="8663"/>
                      </a:lnTo>
                      <a:lnTo>
                        <a:pt x="12199" y="8663"/>
                      </a:lnTo>
                      <a:lnTo>
                        <a:pt x="12346" y="8558"/>
                      </a:lnTo>
                      <a:lnTo>
                        <a:pt x="12492" y="8496"/>
                      </a:lnTo>
                      <a:lnTo>
                        <a:pt x="12639" y="8579"/>
                      </a:lnTo>
                      <a:lnTo>
                        <a:pt x="12890" y="8600"/>
                      </a:lnTo>
                      <a:lnTo>
                        <a:pt x="12994" y="8684"/>
                      </a:lnTo>
                      <a:lnTo>
                        <a:pt x="13015" y="8810"/>
                      </a:lnTo>
                      <a:lnTo>
                        <a:pt x="13078" y="8851"/>
                      </a:lnTo>
                      <a:lnTo>
                        <a:pt x="13141" y="8789"/>
                      </a:lnTo>
                      <a:lnTo>
                        <a:pt x="13141" y="8642"/>
                      </a:lnTo>
                      <a:lnTo>
                        <a:pt x="13162" y="8579"/>
                      </a:lnTo>
                      <a:lnTo>
                        <a:pt x="13266" y="8642"/>
                      </a:lnTo>
                      <a:lnTo>
                        <a:pt x="13266" y="8705"/>
                      </a:lnTo>
                      <a:lnTo>
                        <a:pt x="13162" y="8851"/>
                      </a:lnTo>
                      <a:lnTo>
                        <a:pt x="13162" y="8956"/>
                      </a:lnTo>
                      <a:lnTo>
                        <a:pt x="13204" y="8956"/>
                      </a:lnTo>
                      <a:lnTo>
                        <a:pt x="13371" y="8810"/>
                      </a:lnTo>
                      <a:lnTo>
                        <a:pt x="13413" y="8747"/>
                      </a:lnTo>
                      <a:lnTo>
                        <a:pt x="13601" y="8684"/>
                      </a:lnTo>
                      <a:lnTo>
                        <a:pt x="13831" y="8538"/>
                      </a:lnTo>
                      <a:lnTo>
                        <a:pt x="13999" y="8496"/>
                      </a:lnTo>
                      <a:lnTo>
                        <a:pt x="14082" y="8391"/>
                      </a:lnTo>
                      <a:lnTo>
                        <a:pt x="14124" y="8391"/>
                      </a:lnTo>
                      <a:lnTo>
                        <a:pt x="14145" y="8475"/>
                      </a:lnTo>
                      <a:lnTo>
                        <a:pt x="14208" y="8496"/>
                      </a:lnTo>
                      <a:lnTo>
                        <a:pt x="14396" y="8370"/>
                      </a:lnTo>
                      <a:lnTo>
                        <a:pt x="14543" y="8370"/>
                      </a:lnTo>
                      <a:lnTo>
                        <a:pt x="14606" y="8328"/>
                      </a:lnTo>
                      <a:lnTo>
                        <a:pt x="14543" y="8391"/>
                      </a:lnTo>
                      <a:lnTo>
                        <a:pt x="14417" y="8475"/>
                      </a:lnTo>
                      <a:lnTo>
                        <a:pt x="14417" y="8538"/>
                      </a:lnTo>
                      <a:lnTo>
                        <a:pt x="14459" y="8558"/>
                      </a:lnTo>
                      <a:lnTo>
                        <a:pt x="14354" y="8747"/>
                      </a:lnTo>
                      <a:lnTo>
                        <a:pt x="14208" y="8768"/>
                      </a:lnTo>
                      <a:lnTo>
                        <a:pt x="14145" y="8705"/>
                      </a:lnTo>
                      <a:lnTo>
                        <a:pt x="14082" y="8705"/>
                      </a:lnTo>
                      <a:lnTo>
                        <a:pt x="13915" y="8851"/>
                      </a:lnTo>
                      <a:lnTo>
                        <a:pt x="13915" y="8872"/>
                      </a:lnTo>
                      <a:lnTo>
                        <a:pt x="14041" y="8893"/>
                      </a:lnTo>
                      <a:lnTo>
                        <a:pt x="14124" y="8977"/>
                      </a:lnTo>
                      <a:lnTo>
                        <a:pt x="14124" y="9123"/>
                      </a:lnTo>
                      <a:lnTo>
                        <a:pt x="13936" y="9333"/>
                      </a:lnTo>
                      <a:lnTo>
                        <a:pt x="13915" y="9479"/>
                      </a:lnTo>
                      <a:lnTo>
                        <a:pt x="13873" y="9542"/>
                      </a:lnTo>
                      <a:lnTo>
                        <a:pt x="13831" y="9626"/>
                      </a:lnTo>
                      <a:lnTo>
                        <a:pt x="13873" y="9688"/>
                      </a:lnTo>
                      <a:lnTo>
                        <a:pt x="13894" y="9751"/>
                      </a:lnTo>
                      <a:lnTo>
                        <a:pt x="13873" y="9856"/>
                      </a:lnTo>
                      <a:lnTo>
                        <a:pt x="13748" y="10002"/>
                      </a:lnTo>
                      <a:lnTo>
                        <a:pt x="13643" y="10065"/>
                      </a:lnTo>
                      <a:lnTo>
                        <a:pt x="13538" y="10065"/>
                      </a:lnTo>
                      <a:lnTo>
                        <a:pt x="13476" y="10128"/>
                      </a:lnTo>
                      <a:lnTo>
                        <a:pt x="13371" y="10232"/>
                      </a:lnTo>
                      <a:lnTo>
                        <a:pt x="13287" y="10253"/>
                      </a:lnTo>
                      <a:lnTo>
                        <a:pt x="13162" y="10232"/>
                      </a:lnTo>
                      <a:lnTo>
                        <a:pt x="12994" y="10128"/>
                      </a:lnTo>
                      <a:lnTo>
                        <a:pt x="12953" y="10149"/>
                      </a:lnTo>
                      <a:lnTo>
                        <a:pt x="12890" y="10107"/>
                      </a:lnTo>
                      <a:lnTo>
                        <a:pt x="12806" y="10002"/>
                      </a:lnTo>
                      <a:lnTo>
                        <a:pt x="12785" y="10023"/>
                      </a:lnTo>
                      <a:lnTo>
                        <a:pt x="12681" y="10170"/>
                      </a:lnTo>
                      <a:lnTo>
                        <a:pt x="12555" y="10253"/>
                      </a:lnTo>
                      <a:lnTo>
                        <a:pt x="12471" y="10358"/>
                      </a:lnTo>
                      <a:lnTo>
                        <a:pt x="12241" y="10442"/>
                      </a:lnTo>
                      <a:lnTo>
                        <a:pt x="12157" y="10483"/>
                      </a:lnTo>
                      <a:lnTo>
                        <a:pt x="12053" y="10483"/>
                      </a:lnTo>
                      <a:lnTo>
                        <a:pt x="11948" y="10462"/>
                      </a:lnTo>
                      <a:lnTo>
                        <a:pt x="11760" y="10462"/>
                      </a:lnTo>
                      <a:lnTo>
                        <a:pt x="11634" y="10567"/>
                      </a:lnTo>
                      <a:lnTo>
                        <a:pt x="11509" y="10567"/>
                      </a:lnTo>
                      <a:lnTo>
                        <a:pt x="11425" y="10630"/>
                      </a:lnTo>
                      <a:lnTo>
                        <a:pt x="11425" y="10755"/>
                      </a:lnTo>
                      <a:lnTo>
                        <a:pt x="11341" y="10965"/>
                      </a:lnTo>
                      <a:lnTo>
                        <a:pt x="11279" y="11048"/>
                      </a:lnTo>
                      <a:lnTo>
                        <a:pt x="11279" y="10965"/>
                      </a:lnTo>
                      <a:lnTo>
                        <a:pt x="11132" y="10839"/>
                      </a:lnTo>
                      <a:lnTo>
                        <a:pt x="10986" y="10839"/>
                      </a:lnTo>
                      <a:lnTo>
                        <a:pt x="10902" y="10860"/>
                      </a:lnTo>
                      <a:lnTo>
                        <a:pt x="10923" y="10944"/>
                      </a:lnTo>
                      <a:lnTo>
                        <a:pt x="11007" y="10986"/>
                      </a:lnTo>
                      <a:lnTo>
                        <a:pt x="10965" y="11090"/>
                      </a:lnTo>
                      <a:lnTo>
                        <a:pt x="10902" y="11090"/>
                      </a:lnTo>
                      <a:lnTo>
                        <a:pt x="10860" y="10986"/>
                      </a:lnTo>
                      <a:lnTo>
                        <a:pt x="10756" y="10881"/>
                      </a:lnTo>
                      <a:lnTo>
                        <a:pt x="10693" y="10881"/>
                      </a:lnTo>
                      <a:lnTo>
                        <a:pt x="10546" y="11048"/>
                      </a:lnTo>
                      <a:lnTo>
                        <a:pt x="10484" y="11174"/>
                      </a:lnTo>
                      <a:lnTo>
                        <a:pt x="10400" y="11195"/>
                      </a:lnTo>
                      <a:lnTo>
                        <a:pt x="10337" y="11195"/>
                      </a:lnTo>
                      <a:lnTo>
                        <a:pt x="10065" y="11425"/>
                      </a:lnTo>
                      <a:lnTo>
                        <a:pt x="10023" y="11613"/>
                      </a:lnTo>
                      <a:lnTo>
                        <a:pt x="9960" y="11634"/>
                      </a:lnTo>
                      <a:lnTo>
                        <a:pt x="9835" y="11676"/>
                      </a:lnTo>
                      <a:lnTo>
                        <a:pt x="9730" y="11613"/>
                      </a:lnTo>
                      <a:lnTo>
                        <a:pt x="9709" y="11634"/>
                      </a:lnTo>
                      <a:lnTo>
                        <a:pt x="9814" y="11781"/>
                      </a:lnTo>
                      <a:lnTo>
                        <a:pt x="9772" y="11843"/>
                      </a:lnTo>
                      <a:lnTo>
                        <a:pt x="9709" y="11843"/>
                      </a:lnTo>
                      <a:lnTo>
                        <a:pt x="9647" y="11739"/>
                      </a:lnTo>
                      <a:lnTo>
                        <a:pt x="9605" y="11739"/>
                      </a:lnTo>
                      <a:lnTo>
                        <a:pt x="9542" y="11843"/>
                      </a:lnTo>
                      <a:lnTo>
                        <a:pt x="9416" y="12011"/>
                      </a:lnTo>
                      <a:lnTo>
                        <a:pt x="9416" y="12095"/>
                      </a:lnTo>
                      <a:lnTo>
                        <a:pt x="9521" y="12241"/>
                      </a:lnTo>
                      <a:lnTo>
                        <a:pt x="9542" y="12367"/>
                      </a:lnTo>
                      <a:lnTo>
                        <a:pt x="9521" y="12471"/>
                      </a:lnTo>
                      <a:lnTo>
                        <a:pt x="9458" y="12576"/>
                      </a:lnTo>
                      <a:lnTo>
                        <a:pt x="9500" y="12680"/>
                      </a:lnTo>
                      <a:lnTo>
                        <a:pt x="9563" y="12659"/>
                      </a:lnTo>
                      <a:lnTo>
                        <a:pt x="9647" y="12576"/>
                      </a:lnTo>
                      <a:lnTo>
                        <a:pt x="9668" y="12639"/>
                      </a:lnTo>
                      <a:lnTo>
                        <a:pt x="9709" y="12785"/>
                      </a:lnTo>
                      <a:lnTo>
                        <a:pt x="9647" y="12827"/>
                      </a:lnTo>
                      <a:lnTo>
                        <a:pt x="9605" y="12869"/>
                      </a:lnTo>
                      <a:lnTo>
                        <a:pt x="9626" y="12931"/>
                      </a:lnTo>
                      <a:lnTo>
                        <a:pt x="9709" y="12931"/>
                      </a:lnTo>
                      <a:lnTo>
                        <a:pt x="9751" y="12869"/>
                      </a:lnTo>
                      <a:lnTo>
                        <a:pt x="9835" y="12869"/>
                      </a:lnTo>
                      <a:lnTo>
                        <a:pt x="9856" y="12931"/>
                      </a:lnTo>
                      <a:lnTo>
                        <a:pt x="9856" y="12973"/>
                      </a:lnTo>
                      <a:lnTo>
                        <a:pt x="9981" y="12994"/>
                      </a:lnTo>
                      <a:lnTo>
                        <a:pt x="10086" y="13057"/>
                      </a:lnTo>
                      <a:lnTo>
                        <a:pt x="10232" y="13057"/>
                      </a:lnTo>
                      <a:lnTo>
                        <a:pt x="10337" y="12973"/>
                      </a:lnTo>
                      <a:lnTo>
                        <a:pt x="10379" y="12764"/>
                      </a:lnTo>
                      <a:lnTo>
                        <a:pt x="10463" y="12680"/>
                      </a:lnTo>
                      <a:lnTo>
                        <a:pt x="10672" y="12680"/>
                      </a:lnTo>
                      <a:lnTo>
                        <a:pt x="10756" y="12639"/>
                      </a:lnTo>
                      <a:lnTo>
                        <a:pt x="10651" y="12764"/>
                      </a:lnTo>
                      <a:lnTo>
                        <a:pt x="10546" y="12764"/>
                      </a:lnTo>
                      <a:lnTo>
                        <a:pt x="10358" y="12952"/>
                      </a:lnTo>
                      <a:lnTo>
                        <a:pt x="10337" y="13057"/>
                      </a:lnTo>
                      <a:lnTo>
                        <a:pt x="10253" y="13141"/>
                      </a:lnTo>
                      <a:lnTo>
                        <a:pt x="10358" y="13266"/>
                      </a:lnTo>
                      <a:lnTo>
                        <a:pt x="10358" y="13350"/>
                      </a:lnTo>
                      <a:lnTo>
                        <a:pt x="10191" y="13392"/>
                      </a:lnTo>
                      <a:lnTo>
                        <a:pt x="10149" y="13350"/>
                      </a:lnTo>
                      <a:lnTo>
                        <a:pt x="10149" y="13266"/>
                      </a:lnTo>
                      <a:lnTo>
                        <a:pt x="10086" y="13203"/>
                      </a:lnTo>
                      <a:lnTo>
                        <a:pt x="9981" y="13203"/>
                      </a:lnTo>
                      <a:lnTo>
                        <a:pt x="9940" y="13099"/>
                      </a:lnTo>
                      <a:lnTo>
                        <a:pt x="9772" y="13078"/>
                      </a:lnTo>
                      <a:lnTo>
                        <a:pt x="9730" y="12994"/>
                      </a:lnTo>
                      <a:lnTo>
                        <a:pt x="9647" y="13078"/>
                      </a:lnTo>
                      <a:lnTo>
                        <a:pt x="9542" y="13099"/>
                      </a:lnTo>
                      <a:lnTo>
                        <a:pt x="9521" y="13203"/>
                      </a:lnTo>
                      <a:lnTo>
                        <a:pt x="9437" y="13266"/>
                      </a:lnTo>
                      <a:lnTo>
                        <a:pt x="9312" y="13245"/>
                      </a:lnTo>
                      <a:lnTo>
                        <a:pt x="9291" y="13308"/>
                      </a:lnTo>
                      <a:lnTo>
                        <a:pt x="9333" y="13413"/>
                      </a:lnTo>
                      <a:lnTo>
                        <a:pt x="9396" y="13413"/>
                      </a:lnTo>
                      <a:lnTo>
                        <a:pt x="9312" y="13496"/>
                      </a:lnTo>
                      <a:lnTo>
                        <a:pt x="9291" y="13664"/>
                      </a:lnTo>
                      <a:lnTo>
                        <a:pt x="9312" y="13768"/>
                      </a:lnTo>
                      <a:lnTo>
                        <a:pt x="9396" y="13768"/>
                      </a:lnTo>
                      <a:lnTo>
                        <a:pt x="9396" y="13936"/>
                      </a:lnTo>
                      <a:lnTo>
                        <a:pt x="9416" y="13999"/>
                      </a:lnTo>
                      <a:lnTo>
                        <a:pt x="9416" y="14082"/>
                      </a:lnTo>
                      <a:lnTo>
                        <a:pt x="9521" y="14187"/>
                      </a:lnTo>
                      <a:lnTo>
                        <a:pt x="9521" y="14229"/>
                      </a:lnTo>
                      <a:lnTo>
                        <a:pt x="9396" y="14250"/>
                      </a:lnTo>
                      <a:lnTo>
                        <a:pt x="9354" y="14312"/>
                      </a:lnTo>
                      <a:lnTo>
                        <a:pt x="9730" y="14501"/>
                      </a:lnTo>
                      <a:lnTo>
                        <a:pt x="9877" y="14501"/>
                      </a:lnTo>
                      <a:lnTo>
                        <a:pt x="10065" y="14417"/>
                      </a:lnTo>
                      <a:lnTo>
                        <a:pt x="10170" y="14396"/>
                      </a:lnTo>
                      <a:lnTo>
                        <a:pt x="10232" y="14438"/>
                      </a:lnTo>
                      <a:lnTo>
                        <a:pt x="10295" y="14438"/>
                      </a:lnTo>
                      <a:lnTo>
                        <a:pt x="10463" y="14229"/>
                      </a:lnTo>
                      <a:lnTo>
                        <a:pt x="10463" y="14124"/>
                      </a:lnTo>
                      <a:lnTo>
                        <a:pt x="10400" y="14040"/>
                      </a:lnTo>
                      <a:lnTo>
                        <a:pt x="10400" y="13999"/>
                      </a:lnTo>
                      <a:lnTo>
                        <a:pt x="10567" y="13915"/>
                      </a:lnTo>
                      <a:lnTo>
                        <a:pt x="10714" y="13789"/>
                      </a:lnTo>
                      <a:lnTo>
                        <a:pt x="10986" y="13622"/>
                      </a:lnTo>
                      <a:lnTo>
                        <a:pt x="11090" y="13664"/>
                      </a:lnTo>
                      <a:lnTo>
                        <a:pt x="10986" y="13664"/>
                      </a:lnTo>
                      <a:lnTo>
                        <a:pt x="10756" y="13894"/>
                      </a:lnTo>
                      <a:lnTo>
                        <a:pt x="10588" y="13978"/>
                      </a:lnTo>
                      <a:lnTo>
                        <a:pt x="10588" y="14019"/>
                      </a:lnTo>
                      <a:lnTo>
                        <a:pt x="10693" y="14103"/>
                      </a:lnTo>
                      <a:lnTo>
                        <a:pt x="10693" y="14187"/>
                      </a:lnTo>
                      <a:lnTo>
                        <a:pt x="10588" y="14333"/>
                      </a:lnTo>
                      <a:lnTo>
                        <a:pt x="10463" y="14417"/>
                      </a:lnTo>
                      <a:lnTo>
                        <a:pt x="10442" y="14543"/>
                      </a:lnTo>
                      <a:lnTo>
                        <a:pt x="10463" y="14710"/>
                      </a:lnTo>
                      <a:lnTo>
                        <a:pt x="10442" y="14815"/>
                      </a:lnTo>
                      <a:lnTo>
                        <a:pt x="10442" y="14856"/>
                      </a:lnTo>
                      <a:lnTo>
                        <a:pt x="10442" y="14961"/>
                      </a:lnTo>
                      <a:lnTo>
                        <a:pt x="10463" y="15087"/>
                      </a:lnTo>
                      <a:lnTo>
                        <a:pt x="10295" y="15149"/>
                      </a:lnTo>
                      <a:lnTo>
                        <a:pt x="10232" y="15191"/>
                      </a:lnTo>
                      <a:lnTo>
                        <a:pt x="10191" y="15275"/>
                      </a:lnTo>
                      <a:lnTo>
                        <a:pt x="10044" y="15442"/>
                      </a:lnTo>
                      <a:lnTo>
                        <a:pt x="10002" y="15463"/>
                      </a:lnTo>
                      <a:lnTo>
                        <a:pt x="10044" y="15568"/>
                      </a:lnTo>
                      <a:lnTo>
                        <a:pt x="10044" y="15672"/>
                      </a:lnTo>
                      <a:lnTo>
                        <a:pt x="10107" y="15693"/>
                      </a:lnTo>
                      <a:lnTo>
                        <a:pt x="10212" y="15672"/>
                      </a:lnTo>
                      <a:lnTo>
                        <a:pt x="10274" y="15672"/>
                      </a:lnTo>
                      <a:lnTo>
                        <a:pt x="10316" y="15714"/>
                      </a:lnTo>
                      <a:lnTo>
                        <a:pt x="10253" y="15798"/>
                      </a:lnTo>
                      <a:lnTo>
                        <a:pt x="10128" y="15798"/>
                      </a:lnTo>
                      <a:lnTo>
                        <a:pt x="10065" y="15840"/>
                      </a:lnTo>
                      <a:lnTo>
                        <a:pt x="10086" y="15903"/>
                      </a:lnTo>
                      <a:lnTo>
                        <a:pt x="10065" y="15944"/>
                      </a:lnTo>
                      <a:lnTo>
                        <a:pt x="10086" y="16028"/>
                      </a:lnTo>
                      <a:lnTo>
                        <a:pt x="10023" y="16091"/>
                      </a:lnTo>
                      <a:lnTo>
                        <a:pt x="9940" y="16112"/>
                      </a:lnTo>
                      <a:lnTo>
                        <a:pt x="9835" y="16154"/>
                      </a:lnTo>
                      <a:lnTo>
                        <a:pt x="9751" y="16133"/>
                      </a:lnTo>
                      <a:lnTo>
                        <a:pt x="9709" y="16154"/>
                      </a:lnTo>
                      <a:lnTo>
                        <a:pt x="9772" y="16216"/>
                      </a:lnTo>
                      <a:lnTo>
                        <a:pt x="9877" y="16237"/>
                      </a:lnTo>
                      <a:lnTo>
                        <a:pt x="9960" y="16300"/>
                      </a:lnTo>
                      <a:lnTo>
                        <a:pt x="10086" y="16154"/>
                      </a:lnTo>
                      <a:lnTo>
                        <a:pt x="10337" y="16007"/>
                      </a:lnTo>
                      <a:lnTo>
                        <a:pt x="10379" y="16007"/>
                      </a:lnTo>
                      <a:lnTo>
                        <a:pt x="10463" y="16028"/>
                      </a:lnTo>
                      <a:lnTo>
                        <a:pt x="10546" y="15944"/>
                      </a:lnTo>
                      <a:lnTo>
                        <a:pt x="10714" y="15882"/>
                      </a:lnTo>
                      <a:lnTo>
                        <a:pt x="10693" y="15944"/>
                      </a:lnTo>
                      <a:lnTo>
                        <a:pt x="10630" y="16007"/>
                      </a:lnTo>
                      <a:lnTo>
                        <a:pt x="10630" y="16049"/>
                      </a:lnTo>
                      <a:lnTo>
                        <a:pt x="10693" y="16091"/>
                      </a:lnTo>
                      <a:lnTo>
                        <a:pt x="10714" y="16196"/>
                      </a:lnTo>
                      <a:lnTo>
                        <a:pt x="10693" y="16237"/>
                      </a:lnTo>
                      <a:lnTo>
                        <a:pt x="10776" y="16300"/>
                      </a:lnTo>
                      <a:lnTo>
                        <a:pt x="10881" y="16216"/>
                      </a:lnTo>
                      <a:lnTo>
                        <a:pt x="10944" y="16133"/>
                      </a:lnTo>
                      <a:lnTo>
                        <a:pt x="10986" y="16196"/>
                      </a:lnTo>
                      <a:lnTo>
                        <a:pt x="10965" y="16237"/>
                      </a:lnTo>
                      <a:lnTo>
                        <a:pt x="11049" y="16363"/>
                      </a:lnTo>
                      <a:lnTo>
                        <a:pt x="11069" y="16551"/>
                      </a:lnTo>
                      <a:lnTo>
                        <a:pt x="11049" y="16656"/>
                      </a:lnTo>
                      <a:lnTo>
                        <a:pt x="11090" y="16823"/>
                      </a:lnTo>
                      <a:lnTo>
                        <a:pt x="11153" y="16823"/>
                      </a:lnTo>
                      <a:lnTo>
                        <a:pt x="11195" y="16677"/>
                      </a:lnTo>
                      <a:lnTo>
                        <a:pt x="11195" y="16572"/>
                      </a:lnTo>
                      <a:lnTo>
                        <a:pt x="11300" y="16426"/>
                      </a:lnTo>
                      <a:lnTo>
                        <a:pt x="11321" y="16321"/>
                      </a:lnTo>
                      <a:lnTo>
                        <a:pt x="11467" y="16216"/>
                      </a:lnTo>
                      <a:lnTo>
                        <a:pt x="11488" y="16216"/>
                      </a:lnTo>
                      <a:lnTo>
                        <a:pt x="11593" y="16133"/>
                      </a:lnTo>
                      <a:lnTo>
                        <a:pt x="11739" y="16133"/>
                      </a:lnTo>
                      <a:lnTo>
                        <a:pt x="11593" y="16216"/>
                      </a:lnTo>
                      <a:lnTo>
                        <a:pt x="11425" y="16405"/>
                      </a:lnTo>
                      <a:lnTo>
                        <a:pt x="11425" y="16447"/>
                      </a:lnTo>
                      <a:lnTo>
                        <a:pt x="11572" y="16614"/>
                      </a:lnTo>
                      <a:lnTo>
                        <a:pt x="11634" y="16635"/>
                      </a:lnTo>
                      <a:lnTo>
                        <a:pt x="11802" y="16551"/>
                      </a:lnTo>
                      <a:lnTo>
                        <a:pt x="12032" y="16530"/>
                      </a:lnTo>
                      <a:lnTo>
                        <a:pt x="12137" y="16447"/>
                      </a:lnTo>
                      <a:lnTo>
                        <a:pt x="12220" y="16447"/>
                      </a:lnTo>
                      <a:lnTo>
                        <a:pt x="12429" y="16342"/>
                      </a:lnTo>
                      <a:lnTo>
                        <a:pt x="12513" y="16342"/>
                      </a:lnTo>
                      <a:lnTo>
                        <a:pt x="12429" y="16363"/>
                      </a:lnTo>
                      <a:lnTo>
                        <a:pt x="12304" y="16530"/>
                      </a:lnTo>
                      <a:lnTo>
                        <a:pt x="12304" y="16572"/>
                      </a:lnTo>
                      <a:lnTo>
                        <a:pt x="12220" y="16656"/>
                      </a:lnTo>
                      <a:lnTo>
                        <a:pt x="11906" y="16844"/>
                      </a:lnTo>
                      <a:lnTo>
                        <a:pt x="11781" y="16970"/>
                      </a:lnTo>
                      <a:lnTo>
                        <a:pt x="11676" y="17158"/>
                      </a:lnTo>
                      <a:lnTo>
                        <a:pt x="11634" y="17263"/>
                      </a:lnTo>
                      <a:lnTo>
                        <a:pt x="11697" y="17367"/>
                      </a:lnTo>
                      <a:lnTo>
                        <a:pt x="11802" y="17451"/>
                      </a:lnTo>
                      <a:lnTo>
                        <a:pt x="11613" y="17409"/>
                      </a:lnTo>
                      <a:lnTo>
                        <a:pt x="11530" y="17451"/>
                      </a:lnTo>
                      <a:lnTo>
                        <a:pt x="11425" y="17577"/>
                      </a:lnTo>
                      <a:lnTo>
                        <a:pt x="11383" y="17702"/>
                      </a:lnTo>
                      <a:lnTo>
                        <a:pt x="11216" y="17869"/>
                      </a:lnTo>
                      <a:lnTo>
                        <a:pt x="11153" y="17974"/>
                      </a:lnTo>
                      <a:lnTo>
                        <a:pt x="11174" y="18016"/>
                      </a:lnTo>
                      <a:lnTo>
                        <a:pt x="11216" y="18079"/>
                      </a:lnTo>
                      <a:lnTo>
                        <a:pt x="11195" y="18141"/>
                      </a:lnTo>
                      <a:lnTo>
                        <a:pt x="11111" y="18121"/>
                      </a:lnTo>
                      <a:lnTo>
                        <a:pt x="11090" y="18037"/>
                      </a:lnTo>
                      <a:lnTo>
                        <a:pt x="11007" y="18016"/>
                      </a:lnTo>
                      <a:lnTo>
                        <a:pt x="10944" y="18121"/>
                      </a:lnTo>
                      <a:lnTo>
                        <a:pt x="10776" y="18204"/>
                      </a:lnTo>
                      <a:lnTo>
                        <a:pt x="10839" y="18288"/>
                      </a:lnTo>
                      <a:lnTo>
                        <a:pt x="10776" y="18351"/>
                      </a:lnTo>
                      <a:lnTo>
                        <a:pt x="10693" y="18330"/>
                      </a:lnTo>
                      <a:lnTo>
                        <a:pt x="10672" y="18288"/>
                      </a:lnTo>
                      <a:lnTo>
                        <a:pt x="10630" y="18330"/>
                      </a:lnTo>
                      <a:lnTo>
                        <a:pt x="10358" y="18539"/>
                      </a:lnTo>
                      <a:lnTo>
                        <a:pt x="10274" y="18644"/>
                      </a:lnTo>
                      <a:lnTo>
                        <a:pt x="10316" y="18727"/>
                      </a:lnTo>
                      <a:lnTo>
                        <a:pt x="10253" y="18769"/>
                      </a:lnTo>
                      <a:lnTo>
                        <a:pt x="10170" y="18748"/>
                      </a:lnTo>
                      <a:lnTo>
                        <a:pt x="10170" y="18644"/>
                      </a:lnTo>
                      <a:lnTo>
                        <a:pt x="10023" y="18727"/>
                      </a:lnTo>
                      <a:lnTo>
                        <a:pt x="9898" y="18811"/>
                      </a:lnTo>
                      <a:lnTo>
                        <a:pt x="9793" y="18853"/>
                      </a:lnTo>
                      <a:lnTo>
                        <a:pt x="9751" y="18937"/>
                      </a:lnTo>
                      <a:lnTo>
                        <a:pt x="9647" y="18978"/>
                      </a:lnTo>
                      <a:lnTo>
                        <a:pt x="9500" y="18978"/>
                      </a:lnTo>
                      <a:lnTo>
                        <a:pt x="9333" y="19146"/>
                      </a:lnTo>
                      <a:lnTo>
                        <a:pt x="9082" y="19250"/>
                      </a:lnTo>
                      <a:lnTo>
                        <a:pt x="8893" y="19397"/>
                      </a:lnTo>
                      <a:lnTo>
                        <a:pt x="8810" y="19564"/>
                      </a:lnTo>
                      <a:lnTo>
                        <a:pt x="8810" y="19606"/>
                      </a:lnTo>
                      <a:lnTo>
                        <a:pt x="8872" y="19711"/>
                      </a:lnTo>
                      <a:lnTo>
                        <a:pt x="8872" y="19794"/>
                      </a:lnTo>
                      <a:lnTo>
                        <a:pt x="8852" y="19815"/>
                      </a:lnTo>
                      <a:lnTo>
                        <a:pt x="8768" y="19711"/>
                      </a:lnTo>
                      <a:lnTo>
                        <a:pt x="8747" y="19711"/>
                      </a:lnTo>
                      <a:lnTo>
                        <a:pt x="8705" y="19773"/>
                      </a:lnTo>
                      <a:lnTo>
                        <a:pt x="8747" y="19857"/>
                      </a:lnTo>
                      <a:lnTo>
                        <a:pt x="8684" y="19878"/>
                      </a:lnTo>
                      <a:lnTo>
                        <a:pt x="8621" y="19794"/>
                      </a:lnTo>
                      <a:lnTo>
                        <a:pt x="8705" y="19711"/>
                      </a:lnTo>
                      <a:cubicBezTo>
                        <a:pt x="8761" y="19673"/>
                        <a:pt x="8717" y="19603"/>
                        <a:pt x="8677" y="19603"/>
                      </a:cubicBezTo>
                      <a:cubicBezTo>
                        <a:pt x="8673" y="19603"/>
                        <a:pt x="8668" y="19604"/>
                        <a:pt x="8663" y="19606"/>
                      </a:cubicBezTo>
                      <a:lnTo>
                        <a:pt x="8600" y="19585"/>
                      </a:lnTo>
                      <a:lnTo>
                        <a:pt x="8496" y="19585"/>
                      </a:lnTo>
                      <a:lnTo>
                        <a:pt x="8454" y="19564"/>
                      </a:lnTo>
                      <a:lnTo>
                        <a:pt x="8349" y="19585"/>
                      </a:lnTo>
                      <a:lnTo>
                        <a:pt x="8161" y="19606"/>
                      </a:lnTo>
                      <a:lnTo>
                        <a:pt x="8056" y="19669"/>
                      </a:lnTo>
                      <a:lnTo>
                        <a:pt x="7973" y="19773"/>
                      </a:lnTo>
                      <a:lnTo>
                        <a:pt x="7826" y="19815"/>
                      </a:lnTo>
                      <a:lnTo>
                        <a:pt x="7680" y="19899"/>
                      </a:lnTo>
                      <a:lnTo>
                        <a:pt x="7554" y="20066"/>
                      </a:lnTo>
                      <a:lnTo>
                        <a:pt x="7575" y="20108"/>
                      </a:lnTo>
                      <a:lnTo>
                        <a:pt x="7533" y="20171"/>
                      </a:lnTo>
                      <a:lnTo>
                        <a:pt x="7471" y="20171"/>
                      </a:lnTo>
                      <a:lnTo>
                        <a:pt x="7345" y="20213"/>
                      </a:lnTo>
                      <a:lnTo>
                        <a:pt x="7261" y="20276"/>
                      </a:lnTo>
                      <a:lnTo>
                        <a:pt x="7261" y="20338"/>
                      </a:lnTo>
                      <a:lnTo>
                        <a:pt x="7219" y="20338"/>
                      </a:lnTo>
                      <a:lnTo>
                        <a:pt x="7115" y="20318"/>
                      </a:lnTo>
                      <a:lnTo>
                        <a:pt x="7010" y="20338"/>
                      </a:lnTo>
                      <a:lnTo>
                        <a:pt x="6989" y="20422"/>
                      </a:lnTo>
                      <a:lnTo>
                        <a:pt x="6947" y="20548"/>
                      </a:lnTo>
                      <a:lnTo>
                        <a:pt x="6947" y="20590"/>
                      </a:lnTo>
                      <a:cubicBezTo>
                        <a:pt x="6927" y="20590"/>
                        <a:pt x="6906" y="20610"/>
                        <a:pt x="6885" y="20610"/>
                      </a:cubicBezTo>
                      <a:lnTo>
                        <a:pt x="6843" y="20590"/>
                      </a:lnTo>
                      <a:lnTo>
                        <a:pt x="6906" y="20485"/>
                      </a:lnTo>
                      <a:lnTo>
                        <a:pt x="6822" y="20380"/>
                      </a:lnTo>
                      <a:lnTo>
                        <a:pt x="6675" y="20380"/>
                      </a:lnTo>
                      <a:lnTo>
                        <a:pt x="6634" y="20422"/>
                      </a:lnTo>
                      <a:lnTo>
                        <a:pt x="6571" y="20485"/>
                      </a:lnTo>
                      <a:lnTo>
                        <a:pt x="6466" y="20485"/>
                      </a:lnTo>
                      <a:lnTo>
                        <a:pt x="6403" y="20527"/>
                      </a:lnTo>
                      <a:lnTo>
                        <a:pt x="6299" y="20422"/>
                      </a:lnTo>
                      <a:lnTo>
                        <a:pt x="6257" y="20422"/>
                      </a:lnTo>
                      <a:lnTo>
                        <a:pt x="6152" y="20610"/>
                      </a:lnTo>
                      <a:lnTo>
                        <a:pt x="6090" y="20631"/>
                      </a:lnTo>
                      <a:lnTo>
                        <a:pt x="5985" y="20715"/>
                      </a:lnTo>
                      <a:lnTo>
                        <a:pt x="5943" y="20694"/>
                      </a:lnTo>
                      <a:lnTo>
                        <a:pt x="5880" y="20736"/>
                      </a:lnTo>
                      <a:lnTo>
                        <a:pt x="5859" y="20841"/>
                      </a:lnTo>
                      <a:lnTo>
                        <a:pt x="5880" y="20945"/>
                      </a:lnTo>
                      <a:lnTo>
                        <a:pt x="5943" y="20966"/>
                      </a:lnTo>
                      <a:cubicBezTo>
                        <a:pt x="5776" y="21029"/>
                        <a:pt x="5629" y="21071"/>
                        <a:pt x="5462" y="21154"/>
                      </a:cubicBezTo>
                      <a:lnTo>
                        <a:pt x="5441" y="21071"/>
                      </a:lnTo>
                      <a:lnTo>
                        <a:pt x="5378" y="21050"/>
                      </a:lnTo>
                      <a:lnTo>
                        <a:pt x="5378" y="21154"/>
                      </a:lnTo>
                      <a:lnTo>
                        <a:pt x="5378" y="21217"/>
                      </a:lnTo>
                      <a:cubicBezTo>
                        <a:pt x="5357" y="21217"/>
                        <a:pt x="5336" y="21238"/>
                        <a:pt x="5274" y="21238"/>
                      </a:cubicBezTo>
                      <a:lnTo>
                        <a:pt x="5232" y="21217"/>
                      </a:lnTo>
                      <a:lnTo>
                        <a:pt x="5169" y="21134"/>
                      </a:lnTo>
                      <a:lnTo>
                        <a:pt x="5064" y="21154"/>
                      </a:lnTo>
                      <a:lnTo>
                        <a:pt x="5064" y="21238"/>
                      </a:lnTo>
                      <a:lnTo>
                        <a:pt x="5127" y="21280"/>
                      </a:lnTo>
                      <a:cubicBezTo>
                        <a:pt x="5106" y="21322"/>
                        <a:pt x="5043" y="21322"/>
                        <a:pt x="5022" y="21343"/>
                      </a:cubicBezTo>
                      <a:lnTo>
                        <a:pt x="4960" y="21280"/>
                      </a:lnTo>
                      <a:lnTo>
                        <a:pt x="4960" y="21364"/>
                      </a:lnTo>
                      <a:cubicBezTo>
                        <a:pt x="4939" y="21385"/>
                        <a:pt x="4918" y="21385"/>
                        <a:pt x="4897" y="21385"/>
                      </a:cubicBezTo>
                      <a:lnTo>
                        <a:pt x="4855" y="21343"/>
                      </a:lnTo>
                      <a:lnTo>
                        <a:pt x="4730" y="21322"/>
                      </a:lnTo>
                      <a:lnTo>
                        <a:pt x="4688" y="21238"/>
                      </a:lnTo>
                      <a:lnTo>
                        <a:pt x="4583" y="21238"/>
                      </a:lnTo>
                      <a:lnTo>
                        <a:pt x="4478" y="21343"/>
                      </a:lnTo>
                      <a:lnTo>
                        <a:pt x="4478" y="21426"/>
                      </a:lnTo>
                      <a:lnTo>
                        <a:pt x="4541" y="21489"/>
                      </a:lnTo>
                      <a:cubicBezTo>
                        <a:pt x="4520" y="21489"/>
                        <a:pt x="4499" y="21531"/>
                        <a:pt x="4499" y="21531"/>
                      </a:cubicBezTo>
                      <a:lnTo>
                        <a:pt x="4395" y="21468"/>
                      </a:lnTo>
                      <a:lnTo>
                        <a:pt x="4290" y="21552"/>
                      </a:lnTo>
                      <a:lnTo>
                        <a:pt x="4290" y="21594"/>
                      </a:lnTo>
                      <a:cubicBezTo>
                        <a:pt x="4081" y="21678"/>
                        <a:pt x="3893" y="21761"/>
                        <a:pt x="3683" y="21845"/>
                      </a:cubicBezTo>
                      <a:lnTo>
                        <a:pt x="3704" y="21782"/>
                      </a:lnTo>
                      <a:lnTo>
                        <a:pt x="3809" y="21740"/>
                      </a:lnTo>
                      <a:lnTo>
                        <a:pt x="3746" y="21698"/>
                      </a:lnTo>
                      <a:lnTo>
                        <a:pt x="3704" y="21573"/>
                      </a:lnTo>
                      <a:lnTo>
                        <a:pt x="3600" y="21636"/>
                      </a:lnTo>
                      <a:lnTo>
                        <a:pt x="3432" y="21636"/>
                      </a:lnTo>
                      <a:lnTo>
                        <a:pt x="3453" y="21698"/>
                      </a:lnTo>
                      <a:lnTo>
                        <a:pt x="3390" y="21803"/>
                      </a:lnTo>
                      <a:lnTo>
                        <a:pt x="3286" y="21845"/>
                      </a:lnTo>
                      <a:lnTo>
                        <a:pt x="3160" y="21970"/>
                      </a:lnTo>
                      <a:lnTo>
                        <a:pt x="3160" y="22012"/>
                      </a:lnTo>
                      <a:cubicBezTo>
                        <a:pt x="2951" y="22096"/>
                        <a:pt x="2742" y="22159"/>
                        <a:pt x="2533" y="22201"/>
                      </a:cubicBezTo>
                      <a:lnTo>
                        <a:pt x="2512" y="22180"/>
                      </a:lnTo>
                      <a:lnTo>
                        <a:pt x="2386" y="22222"/>
                      </a:lnTo>
                      <a:lnTo>
                        <a:pt x="2407" y="22263"/>
                      </a:lnTo>
                      <a:cubicBezTo>
                        <a:pt x="2344" y="22263"/>
                        <a:pt x="2302" y="22284"/>
                        <a:pt x="2240" y="22284"/>
                      </a:cubicBezTo>
                      <a:cubicBezTo>
                        <a:pt x="2177" y="22305"/>
                        <a:pt x="2093" y="22305"/>
                        <a:pt x="2009" y="22326"/>
                      </a:cubicBezTo>
                      <a:lnTo>
                        <a:pt x="1926" y="22263"/>
                      </a:lnTo>
                      <a:lnTo>
                        <a:pt x="1821" y="22368"/>
                      </a:lnTo>
                      <a:lnTo>
                        <a:pt x="1821" y="22389"/>
                      </a:lnTo>
                      <a:cubicBezTo>
                        <a:pt x="1758" y="22410"/>
                        <a:pt x="1654" y="22410"/>
                        <a:pt x="1570" y="22431"/>
                      </a:cubicBezTo>
                      <a:cubicBezTo>
                        <a:pt x="1264" y="22480"/>
                        <a:pt x="957" y="22500"/>
                        <a:pt x="651" y="22500"/>
                      </a:cubicBezTo>
                      <a:cubicBezTo>
                        <a:pt x="434" y="22500"/>
                        <a:pt x="218" y="22490"/>
                        <a:pt x="1" y="22473"/>
                      </a:cubicBezTo>
                      <a:lnTo>
                        <a:pt x="1" y="22473"/>
                      </a:lnTo>
                      <a:cubicBezTo>
                        <a:pt x="332" y="22512"/>
                        <a:pt x="664" y="22527"/>
                        <a:pt x="990" y="22527"/>
                      </a:cubicBezTo>
                      <a:cubicBezTo>
                        <a:pt x="1179" y="22527"/>
                        <a:pt x="1365" y="22522"/>
                        <a:pt x="1549" y="22514"/>
                      </a:cubicBezTo>
                      <a:lnTo>
                        <a:pt x="1549" y="22535"/>
                      </a:lnTo>
                      <a:lnTo>
                        <a:pt x="1654" y="22577"/>
                      </a:lnTo>
                      <a:lnTo>
                        <a:pt x="1612" y="22514"/>
                      </a:lnTo>
                      <a:cubicBezTo>
                        <a:pt x="2093" y="22473"/>
                        <a:pt x="2533" y="22389"/>
                        <a:pt x="2972" y="22263"/>
                      </a:cubicBezTo>
                      <a:lnTo>
                        <a:pt x="2972" y="22263"/>
                      </a:lnTo>
                      <a:lnTo>
                        <a:pt x="2867" y="22368"/>
                      </a:lnTo>
                      <a:lnTo>
                        <a:pt x="3077" y="22368"/>
                      </a:lnTo>
                      <a:lnTo>
                        <a:pt x="3223" y="22222"/>
                      </a:lnTo>
                      <a:lnTo>
                        <a:pt x="3370" y="22222"/>
                      </a:lnTo>
                      <a:lnTo>
                        <a:pt x="3453" y="22159"/>
                      </a:lnTo>
                      <a:cubicBezTo>
                        <a:pt x="3579" y="22096"/>
                        <a:pt x="3746" y="22075"/>
                        <a:pt x="3872" y="22012"/>
                      </a:cubicBezTo>
                      <a:lnTo>
                        <a:pt x="3893" y="22054"/>
                      </a:lnTo>
                      <a:lnTo>
                        <a:pt x="4081" y="22054"/>
                      </a:lnTo>
                      <a:lnTo>
                        <a:pt x="4227" y="21991"/>
                      </a:lnTo>
                      <a:lnTo>
                        <a:pt x="4290" y="21719"/>
                      </a:lnTo>
                      <a:lnTo>
                        <a:pt x="4311" y="21803"/>
                      </a:lnTo>
                      <a:lnTo>
                        <a:pt x="4374" y="21845"/>
                      </a:lnTo>
                      <a:lnTo>
                        <a:pt x="4416" y="21740"/>
                      </a:lnTo>
                      <a:lnTo>
                        <a:pt x="4458" y="21657"/>
                      </a:lnTo>
                      <a:lnTo>
                        <a:pt x="4520" y="21678"/>
                      </a:lnTo>
                      <a:lnTo>
                        <a:pt x="4562" y="21740"/>
                      </a:lnTo>
                      <a:lnTo>
                        <a:pt x="4604" y="21719"/>
                      </a:lnTo>
                      <a:lnTo>
                        <a:pt x="4688" y="21615"/>
                      </a:lnTo>
                      <a:lnTo>
                        <a:pt x="4834" y="21531"/>
                      </a:lnTo>
                      <a:lnTo>
                        <a:pt x="4834" y="21468"/>
                      </a:lnTo>
                      <a:cubicBezTo>
                        <a:pt x="5043" y="21406"/>
                        <a:pt x="5253" y="21301"/>
                        <a:pt x="5462" y="21217"/>
                      </a:cubicBezTo>
                      <a:lnTo>
                        <a:pt x="5462" y="21217"/>
                      </a:lnTo>
                      <a:lnTo>
                        <a:pt x="5420" y="21238"/>
                      </a:lnTo>
                      <a:lnTo>
                        <a:pt x="5546" y="21238"/>
                      </a:lnTo>
                      <a:lnTo>
                        <a:pt x="5504" y="21196"/>
                      </a:lnTo>
                      <a:cubicBezTo>
                        <a:pt x="5839" y="21050"/>
                        <a:pt x="6173" y="20903"/>
                        <a:pt x="6508" y="20778"/>
                      </a:cubicBezTo>
                      <a:lnTo>
                        <a:pt x="6571" y="20799"/>
                      </a:lnTo>
                      <a:lnTo>
                        <a:pt x="6759" y="20778"/>
                      </a:lnTo>
                      <a:lnTo>
                        <a:pt x="6822" y="20694"/>
                      </a:lnTo>
                      <a:lnTo>
                        <a:pt x="6989" y="20715"/>
                      </a:lnTo>
                      <a:lnTo>
                        <a:pt x="6989" y="20673"/>
                      </a:lnTo>
                      <a:lnTo>
                        <a:pt x="6927" y="20610"/>
                      </a:lnTo>
                      <a:cubicBezTo>
                        <a:pt x="7031" y="20569"/>
                        <a:pt x="7136" y="20527"/>
                        <a:pt x="7240" y="20485"/>
                      </a:cubicBezTo>
                      <a:lnTo>
                        <a:pt x="7282" y="20485"/>
                      </a:lnTo>
                      <a:cubicBezTo>
                        <a:pt x="7324" y="20464"/>
                        <a:pt x="7387" y="20422"/>
                        <a:pt x="7429" y="20422"/>
                      </a:cubicBezTo>
                      <a:lnTo>
                        <a:pt x="7450" y="20485"/>
                      </a:lnTo>
                      <a:lnTo>
                        <a:pt x="7554" y="20485"/>
                      </a:lnTo>
                      <a:lnTo>
                        <a:pt x="7617" y="20380"/>
                      </a:lnTo>
                      <a:lnTo>
                        <a:pt x="7638" y="20464"/>
                      </a:lnTo>
                      <a:lnTo>
                        <a:pt x="7659" y="20464"/>
                      </a:lnTo>
                      <a:lnTo>
                        <a:pt x="7701" y="20380"/>
                      </a:lnTo>
                      <a:lnTo>
                        <a:pt x="7763" y="20318"/>
                      </a:lnTo>
                      <a:lnTo>
                        <a:pt x="7868" y="20318"/>
                      </a:lnTo>
                      <a:lnTo>
                        <a:pt x="7973" y="20255"/>
                      </a:lnTo>
                      <a:lnTo>
                        <a:pt x="8015" y="20171"/>
                      </a:lnTo>
                      <a:cubicBezTo>
                        <a:pt x="8077" y="20150"/>
                        <a:pt x="8161" y="20087"/>
                        <a:pt x="8224" y="20066"/>
                      </a:cubicBezTo>
                      <a:lnTo>
                        <a:pt x="8224" y="20066"/>
                      </a:lnTo>
                      <a:lnTo>
                        <a:pt x="8182" y="20108"/>
                      </a:lnTo>
                      <a:lnTo>
                        <a:pt x="8182" y="20213"/>
                      </a:lnTo>
                      <a:lnTo>
                        <a:pt x="8224" y="20255"/>
                      </a:lnTo>
                      <a:lnTo>
                        <a:pt x="8370" y="20150"/>
                      </a:lnTo>
                      <a:lnTo>
                        <a:pt x="8391" y="20066"/>
                      </a:lnTo>
                      <a:lnTo>
                        <a:pt x="8475" y="20045"/>
                      </a:lnTo>
                      <a:lnTo>
                        <a:pt x="8496" y="20087"/>
                      </a:lnTo>
                      <a:lnTo>
                        <a:pt x="8538" y="20045"/>
                      </a:lnTo>
                      <a:lnTo>
                        <a:pt x="8580" y="20045"/>
                      </a:lnTo>
                      <a:lnTo>
                        <a:pt x="8600" y="20108"/>
                      </a:lnTo>
                      <a:lnTo>
                        <a:pt x="8580" y="20192"/>
                      </a:lnTo>
                      <a:lnTo>
                        <a:pt x="8642" y="20192"/>
                      </a:lnTo>
                      <a:lnTo>
                        <a:pt x="8705" y="20087"/>
                      </a:lnTo>
                      <a:lnTo>
                        <a:pt x="8789" y="20087"/>
                      </a:lnTo>
                      <a:lnTo>
                        <a:pt x="8872" y="20004"/>
                      </a:lnTo>
                      <a:lnTo>
                        <a:pt x="8977" y="20004"/>
                      </a:lnTo>
                      <a:lnTo>
                        <a:pt x="9082" y="19857"/>
                      </a:lnTo>
                      <a:lnTo>
                        <a:pt x="9186" y="19794"/>
                      </a:lnTo>
                      <a:lnTo>
                        <a:pt x="9270" y="19836"/>
                      </a:lnTo>
                      <a:lnTo>
                        <a:pt x="9270" y="19899"/>
                      </a:lnTo>
                      <a:lnTo>
                        <a:pt x="9186" y="20004"/>
                      </a:lnTo>
                      <a:lnTo>
                        <a:pt x="9103" y="20150"/>
                      </a:lnTo>
                      <a:lnTo>
                        <a:pt x="9103" y="20192"/>
                      </a:lnTo>
                      <a:lnTo>
                        <a:pt x="9165" y="20192"/>
                      </a:lnTo>
                      <a:lnTo>
                        <a:pt x="9312" y="20045"/>
                      </a:lnTo>
                      <a:lnTo>
                        <a:pt x="9312" y="19857"/>
                      </a:lnTo>
                      <a:lnTo>
                        <a:pt x="9333" y="19836"/>
                      </a:lnTo>
                      <a:lnTo>
                        <a:pt x="9396" y="19899"/>
                      </a:lnTo>
                      <a:lnTo>
                        <a:pt x="9479" y="19857"/>
                      </a:lnTo>
                      <a:lnTo>
                        <a:pt x="9542" y="19878"/>
                      </a:lnTo>
                      <a:lnTo>
                        <a:pt x="9647" y="19878"/>
                      </a:lnTo>
                      <a:lnTo>
                        <a:pt x="9751" y="19753"/>
                      </a:lnTo>
                      <a:lnTo>
                        <a:pt x="9793" y="19753"/>
                      </a:lnTo>
                      <a:lnTo>
                        <a:pt x="9814" y="19773"/>
                      </a:lnTo>
                      <a:lnTo>
                        <a:pt x="9856" y="19648"/>
                      </a:lnTo>
                      <a:lnTo>
                        <a:pt x="9919" y="19585"/>
                      </a:lnTo>
                      <a:lnTo>
                        <a:pt x="9940" y="19627"/>
                      </a:lnTo>
                      <a:lnTo>
                        <a:pt x="9919" y="19690"/>
                      </a:lnTo>
                      <a:lnTo>
                        <a:pt x="9919" y="19794"/>
                      </a:lnTo>
                      <a:lnTo>
                        <a:pt x="9960" y="19773"/>
                      </a:lnTo>
                      <a:lnTo>
                        <a:pt x="10044" y="19669"/>
                      </a:lnTo>
                      <a:lnTo>
                        <a:pt x="10002" y="19648"/>
                      </a:lnTo>
                      <a:lnTo>
                        <a:pt x="10065" y="19564"/>
                      </a:lnTo>
                      <a:lnTo>
                        <a:pt x="10065" y="19522"/>
                      </a:lnTo>
                      <a:lnTo>
                        <a:pt x="9898" y="19522"/>
                      </a:lnTo>
                      <a:lnTo>
                        <a:pt x="9856" y="19481"/>
                      </a:lnTo>
                      <a:lnTo>
                        <a:pt x="10023" y="19439"/>
                      </a:lnTo>
                      <a:lnTo>
                        <a:pt x="10212" y="19334"/>
                      </a:lnTo>
                      <a:lnTo>
                        <a:pt x="10442" y="19334"/>
                      </a:lnTo>
                      <a:lnTo>
                        <a:pt x="10484" y="19271"/>
                      </a:lnTo>
                      <a:lnTo>
                        <a:pt x="10484" y="19209"/>
                      </a:lnTo>
                      <a:lnTo>
                        <a:pt x="10442" y="19209"/>
                      </a:lnTo>
                      <a:lnTo>
                        <a:pt x="10484" y="19167"/>
                      </a:lnTo>
                      <a:lnTo>
                        <a:pt x="10567" y="19146"/>
                      </a:lnTo>
                      <a:lnTo>
                        <a:pt x="10651" y="19104"/>
                      </a:lnTo>
                      <a:lnTo>
                        <a:pt x="10693" y="19104"/>
                      </a:lnTo>
                      <a:lnTo>
                        <a:pt x="10735" y="19209"/>
                      </a:lnTo>
                      <a:lnTo>
                        <a:pt x="10839" y="19209"/>
                      </a:lnTo>
                      <a:lnTo>
                        <a:pt x="10881" y="19125"/>
                      </a:lnTo>
                      <a:lnTo>
                        <a:pt x="10860" y="19104"/>
                      </a:lnTo>
                      <a:lnTo>
                        <a:pt x="10944" y="19020"/>
                      </a:lnTo>
                      <a:lnTo>
                        <a:pt x="10944" y="18916"/>
                      </a:lnTo>
                      <a:lnTo>
                        <a:pt x="10986" y="18853"/>
                      </a:lnTo>
                      <a:lnTo>
                        <a:pt x="11049" y="18916"/>
                      </a:lnTo>
                      <a:lnTo>
                        <a:pt x="11049" y="18999"/>
                      </a:lnTo>
                      <a:lnTo>
                        <a:pt x="11090" y="19041"/>
                      </a:lnTo>
                      <a:lnTo>
                        <a:pt x="11216" y="18957"/>
                      </a:lnTo>
                      <a:lnTo>
                        <a:pt x="11279" y="18895"/>
                      </a:lnTo>
                      <a:lnTo>
                        <a:pt x="11362" y="18895"/>
                      </a:lnTo>
                      <a:lnTo>
                        <a:pt x="11404" y="18790"/>
                      </a:lnTo>
                      <a:lnTo>
                        <a:pt x="11425" y="18748"/>
                      </a:lnTo>
                      <a:lnTo>
                        <a:pt x="11488" y="18811"/>
                      </a:lnTo>
                      <a:lnTo>
                        <a:pt x="11593" y="18790"/>
                      </a:lnTo>
                      <a:lnTo>
                        <a:pt x="11718" y="18623"/>
                      </a:lnTo>
                      <a:lnTo>
                        <a:pt x="11718" y="18539"/>
                      </a:lnTo>
                      <a:lnTo>
                        <a:pt x="11613" y="18539"/>
                      </a:lnTo>
                      <a:lnTo>
                        <a:pt x="11593" y="18518"/>
                      </a:lnTo>
                      <a:lnTo>
                        <a:pt x="11739" y="18413"/>
                      </a:lnTo>
                      <a:lnTo>
                        <a:pt x="11844" y="18393"/>
                      </a:lnTo>
                      <a:lnTo>
                        <a:pt x="11927" y="18288"/>
                      </a:lnTo>
                      <a:lnTo>
                        <a:pt x="11990" y="18288"/>
                      </a:lnTo>
                      <a:lnTo>
                        <a:pt x="12011" y="18330"/>
                      </a:lnTo>
                      <a:lnTo>
                        <a:pt x="12137" y="18204"/>
                      </a:lnTo>
                      <a:lnTo>
                        <a:pt x="12241" y="18141"/>
                      </a:lnTo>
                      <a:lnTo>
                        <a:pt x="12262" y="18079"/>
                      </a:lnTo>
                      <a:lnTo>
                        <a:pt x="12346" y="18037"/>
                      </a:lnTo>
                      <a:lnTo>
                        <a:pt x="12367" y="17995"/>
                      </a:lnTo>
                      <a:lnTo>
                        <a:pt x="12450" y="17995"/>
                      </a:lnTo>
                      <a:lnTo>
                        <a:pt x="12471" y="18079"/>
                      </a:lnTo>
                      <a:lnTo>
                        <a:pt x="12534" y="18100"/>
                      </a:lnTo>
                      <a:lnTo>
                        <a:pt x="12555" y="18016"/>
                      </a:lnTo>
                      <a:lnTo>
                        <a:pt x="12660" y="18016"/>
                      </a:lnTo>
                      <a:lnTo>
                        <a:pt x="12722" y="17995"/>
                      </a:lnTo>
                      <a:lnTo>
                        <a:pt x="12722" y="17911"/>
                      </a:lnTo>
                      <a:lnTo>
                        <a:pt x="12827" y="17890"/>
                      </a:lnTo>
                      <a:lnTo>
                        <a:pt x="12848" y="17828"/>
                      </a:lnTo>
                      <a:lnTo>
                        <a:pt x="12869" y="17869"/>
                      </a:lnTo>
                      <a:lnTo>
                        <a:pt x="13036" y="17890"/>
                      </a:lnTo>
                      <a:lnTo>
                        <a:pt x="13057" y="17786"/>
                      </a:lnTo>
                      <a:lnTo>
                        <a:pt x="13099" y="17786"/>
                      </a:lnTo>
                      <a:lnTo>
                        <a:pt x="13099" y="17849"/>
                      </a:lnTo>
                      <a:lnTo>
                        <a:pt x="13162" y="17849"/>
                      </a:lnTo>
                      <a:lnTo>
                        <a:pt x="13204" y="17786"/>
                      </a:lnTo>
                      <a:lnTo>
                        <a:pt x="13266" y="17849"/>
                      </a:lnTo>
                      <a:lnTo>
                        <a:pt x="13308" y="17807"/>
                      </a:lnTo>
                      <a:lnTo>
                        <a:pt x="13371" y="17660"/>
                      </a:lnTo>
                      <a:lnTo>
                        <a:pt x="13308" y="17660"/>
                      </a:lnTo>
                      <a:lnTo>
                        <a:pt x="13266" y="17681"/>
                      </a:lnTo>
                      <a:lnTo>
                        <a:pt x="13287" y="17597"/>
                      </a:lnTo>
                      <a:lnTo>
                        <a:pt x="13350" y="17556"/>
                      </a:lnTo>
                      <a:cubicBezTo>
                        <a:pt x="13371" y="17618"/>
                        <a:pt x="13392" y="17702"/>
                        <a:pt x="13455" y="17765"/>
                      </a:cubicBezTo>
                      <a:cubicBezTo>
                        <a:pt x="13517" y="17849"/>
                        <a:pt x="13392" y="17995"/>
                        <a:pt x="13308" y="18079"/>
                      </a:cubicBezTo>
                      <a:lnTo>
                        <a:pt x="13245" y="18183"/>
                      </a:lnTo>
                      <a:lnTo>
                        <a:pt x="13266" y="18225"/>
                      </a:lnTo>
                      <a:lnTo>
                        <a:pt x="13371" y="18309"/>
                      </a:lnTo>
                      <a:lnTo>
                        <a:pt x="13350" y="18413"/>
                      </a:lnTo>
                      <a:lnTo>
                        <a:pt x="13266" y="18351"/>
                      </a:lnTo>
                      <a:lnTo>
                        <a:pt x="13245" y="18393"/>
                      </a:lnTo>
                      <a:lnTo>
                        <a:pt x="13266" y="18497"/>
                      </a:lnTo>
                      <a:lnTo>
                        <a:pt x="13162" y="18623"/>
                      </a:lnTo>
                      <a:lnTo>
                        <a:pt x="13099" y="18602"/>
                      </a:lnTo>
                      <a:lnTo>
                        <a:pt x="13099" y="18351"/>
                      </a:lnTo>
                      <a:lnTo>
                        <a:pt x="13057" y="18330"/>
                      </a:lnTo>
                      <a:lnTo>
                        <a:pt x="12890" y="18351"/>
                      </a:lnTo>
                      <a:lnTo>
                        <a:pt x="12639" y="18497"/>
                      </a:lnTo>
                      <a:lnTo>
                        <a:pt x="12471" y="18602"/>
                      </a:lnTo>
                      <a:lnTo>
                        <a:pt x="12450" y="18665"/>
                      </a:lnTo>
                      <a:lnTo>
                        <a:pt x="12471" y="18727"/>
                      </a:lnTo>
                      <a:lnTo>
                        <a:pt x="12471" y="18853"/>
                      </a:lnTo>
                      <a:lnTo>
                        <a:pt x="12450" y="18957"/>
                      </a:lnTo>
                      <a:lnTo>
                        <a:pt x="12409" y="19041"/>
                      </a:lnTo>
                      <a:lnTo>
                        <a:pt x="12409" y="19146"/>
                      </a:lnTo>
                      <a:lnTo>
                        <a:pt x="12471" y="19188"/>
                      </a:lnTo>
                      <a:lnTo>
                        <a:pt x="12555" y="19167"/>
                      </a:lnTo>
                      <a:lnTo>
                        <a:pt x="12576" y="19125"/>
                      </a:lnTo>
                      <a:lnTo>
                        <a:pt x="12555" y="19083"/>
                      </a:lnTo>
                      <a:lnTo>
                        <a:pt x="12513" y="19062"/>
                      </a:lnTo>
                      <a:lnTo>
                        <a:pt x="12555" y="19020"/>
                      </a:lnTo>
                      <a:lnTo>
                        <a:pt x="12681" y="19020"/>
                      </a:lnTo>
                      <a:lnTo>
                        <a:pt x="12660" y="19062"/>
                      </a:lnTo>
                      <a:lnTo>
                        <a:pt x="12722" y="19125"/>
                      </a:lnTo>
                      <a:lnTo>
                        <a:pt x="12785" y="19041"/>
                      </a:lnTo>
                      <a:lnTo>
                        <a:pt x="12848" y="19041"/>
                      </a:lnTo>
                      <a:lnTo>
                        <a:pt x="12764" y="19146"/>
                      </a:lnTo>
                      <a:lnTo>
                        <a:pt x="12764" y="19188"/>
                      </a:lnTo>
                      <a:lnTo>
                        <a:pt x="12555" y="19355"/>
                      </a:lnTo>
                      <a:lnTo>
                        <a:pt x="12534" y="19397"/>
                      </a:lnTo>
                      <a:lnTo>
                        <a:pt x="12639" y="19439"/>
                      </a:lnTo>
                      <a:lnTo>
                        <a:pt x="12681" y="19355"/>
                      </a:lnTo>
                      <a:lnTo>
                        <a:pt x="12764" y="19292"/>
                      </a:lnTo>
                      <a:lnTo>
                        <a:pt x="12764" y="19229"/>
                      </a:lnTo>
                      <a:lnTo>
                        <a:pt x="12890" y="19146"/>
                      </a:lnTo>
                      <a:lnTo>
                        <a:pt x="12869" y="19083"/>
                      </a:lnTo>
                      <a:lnTo>
                        <a:pt x="12932" y="19041"/>
                      </a:lnTo>
                      <a:lnTo>
                        <a:pt x="12973" y="19041"/>
                      </a:lnTo>
                      <a:lnTo>
                        <a:pt x="13036" y="18916"/>
                      </a:lnTo>
                      <a:lnTo>
                        <a:pt x="13078" y="18937"/>
                      </a:lnTo>
                      <a:lnTo>
                        <a:pt x="13183" y="18916"/>
                      </a:lnTo>
                      <a:lnTo>
                        <a:pt x="13287" y="18937"/>
                      </a:lnTo>
                      <a:lnTo>
                        <a:pt x="13455" y="18832"/>
                      </a:lnTo>
                      <a:lnTo>
                        <a:pt x="13413" y="18748"/>
                      </a:lnTo>
                      <a:lnTo>
                        <a:pt x="13287" y="18706"/>
                      </a:lnTo>
                      <a:lnTo>
                        <a:pt x="13371" y="18665"/>
                      </a:lnTo>
                      <a:lnTo>
                        <a:pt x="13497" y="18665"/>
                      </a:lnTo>
                      <a:lnTo>
                        <a:pt x="13580" y="18769"/>
                      </a:lnTo>
                      <a:lnTo>
                        <a:pt x="13664" y="18769"/>
                      </a:lnTo>
                      <a:lnTo>
                        <a:pt x="13727" y="18665"/>
                      </a:lnTo>
                      <a:lnTo>
                        <a:pt x="13685" y="18539"/>
                      </a:lnTo>
                      <a:lnTo>
                        <a:pt x="13580" y="18518"/>
                      </a:lnTo>
                      <a:lnTo>
                        <a:pt x="13622" y="18455"/>
                      </a:lnTo>
                      <a:lnTo>
                        <a:pt x="13706" y="18455"/>
                      </a:lnTo>
                      <a:lnTo>
                        <a:pt x="13789" y="18497"/>
                      </a:lnTo>
                      <a:lnTo>
                        <a:pt x="13852" y="18455"/>
                      </a:lnTo>
                      <a:lnTo>
                        <a:pt x="13894" y="18518"/>
                      </a:lnTo>
                      <a:lnTo>
                        <a:pt x="13957" y="18539"/>
                      </a:lnTo>
                      <a:lnTo>
                        <a:pt x="14041" y="18413"/>
                      </a:lnTo>
                      <a:lnTo>
                        <a:pt x="14020" y="18330"/>
                      </a:lnTo>
                      <a:lnTo>
                        <a:pt x="13957" y="18309"/>
                      </a:lnTo>
                      <a:lnTo>
                        <a:pt x="13957" y="18225"/>
                      </a:lnTo>
                      <a:lnTo>
                        <a:pt x="14062" y="18225"/>
                      </a:lnTo>
                      <a:lnTo>
                        <a:pt x="14166" y="18204"/>
                      </a:lnTo>
                      <a:lnTo>
                        <a:pt x="14124" y="18079"/>
                      </a:lnTo>
                      <a:lnTo>
                        <a:pt x="14041" y="18037"/>
                      </a:lnTo>
                      <a:lnTo>
                        <a:pt x="13957" y="18079"/>
                      </a:lnTo>
                      <a:lnTo>
                        <a:pt x="14041" y="17995"/>
                      </a:lnTo>
                      <a:cubicBezTo>
                        <a:pt x="14062" y="17974"/>
                        <a:pt x="14041" y="17932"/>
                        <a:pt x="14041" y="17932"/>
                      </a:cubicBezTo>
                      <a:lnTo>
                        <a:pt x="14145" y="17828"/>
                      </a:lnTo>
                      <a:lnTo>
                        <a:pt x="14166" y="17911"/>
                      </a:lnTo>
                      <a:lnTo>
                        <a:pt x="14229" y="17911"/>
                      </a:lnTo>
                      <a:lnTo>
                        <a:pt x="14313" y="17807"/>
                      </a:lnTo>
                      <a:lnTo>
                        <a:pt x="14354" y="17869"/>
                      </a:lnTo>
                      <a:lnTo>
                        <a:pt x="14438" y="17828"/>
                      </a:lnTo>
                      <a:lnTo>
                        <a:pt x="14417" y="17765"/>
                      </a:lnTo>
                      <a:lnTo>
                        <a:pt x="14334" y="17723"/>
                      </a:lnTo>
                      <a:lnTo>
                        <a:pt x="14396" y="17660"/>
                      </a:lnTo>
                      <a:lnTo>
                        <a:pt x="14438" y="17597"/>
                      </a:lnTo>
                      <a:lnTo>
                        <a:pt x="14396" y="17514"/>
                      </a:lnTo>
                      <a:lnTo>
                        <a:pt x="14313" y="17556"/>
                      </a:lnTo>
                      <a:lnTo>
                        <a:pt x="14292" y="17597"/>
                      </a:lnTo>
                      <a:lnTo>
                        <a:pt x="14229" y="17597"/>
                      </a:lnTo>
                      <a:lnTo>
                        <a:pt x="14250" y="17493"/>
                      </a:lnTo>
                      <a:lnTo>
                        <a:pt x="14208" y="17472"/>
                      </a:lnTo>
                      <a:lnTo>
                        <a:pt x="14103" y="17493"/>
                      </a:lnTo>
                      <a:lnTo>
                        <a:pt x="14041" y="17577"/>
                      </a:lnTo>
                      <a:lnTo>
                        <a:pt x="14103" y="17618"/>
                      </a:lnTo>
                      <a:lnTo>
                        <a:pt x="14041" y="17723"/>
                      </a:lnTo>
                      <a:lnTo>
                        <a:pt x="13999" y="17702"/>
                      </a:lnTo>
                      <a:lnTo>
                        <a:pt x="13978" y="17786"/>
                      </a:lnTo>
                      <a:lnTo>
                        <a:pt x="13894" y="17765"/>
                      </a:lnTo>
                      <a:lnTo>
                        <a:pt x="13831" y="17807"/>
                      </a:lnTo>
                      <a:lnTo>
                        <a:pt x="13873" y="17869"/>
                      </a:lnTo>
                      <a:lnTo>
                        <a:pt x="13999" y="17995"/>
                      </a:lnTo>
                      <a:lnTo>
                        <a:pt x="13831" y="18141"/>
                      </a:lnTo>
                      <a:lnTo>
                        <a:pt x="13831" y="18079"/>
                      </a:lnTo>
                      <a:lnTo>
                        <a:pt x="13727" y="17995"/>
                      </a:lnTo>
                      <a:lnTo>
                        <a:pt x="13685" y="18037"/>
                      </a:lnTo>
                      <a:lnTo>
                        <a:pt x="13706" y="18121"/>
                      </a:lnTo>
                      <a:lnTo>
                        <a:pt x="13685" y="18225"/>
                      </a:lnTo>
                      <a:lnTo>
                        <a:pt x="13622" y="18204"/>
                      </a:lnTo>
                      <a:lnTo>
                        <a:pt x="13580" y="18225"/>
                      </a:lnTo>
                      <a:lnTo>
                        <a:pt x="13517" y="18330"/>
                      </a:lnTo>
                      <a:lnTo>
                        <a:pt x="13434" y="18351"/>
                      </a:lnTo>
                      <a:lnTo>
                        <a:pt x="13434" y="18288"/>
                      </a:lnTo>
                      <a:lnTo>
                        <a:pt x="13497" y="18225"/>
                      </a:lnTo>
                      <a:lnTo>
                        <a:pt x="13497" y="18121"/>
                      </a:lnTo>
                      <a:lnTo>
                        <a:pt x="13413" y="18079"/>
                      </a:lnTo>
                      <a:lnTo>
                        <a:pt x="13371" y="18079"/>
                      </a:lnTo>
                      <a:cubicBezTo>
                        <a:pt x="13413" y="17995"/>
                        <a:pt x="13476" y="17911"/>
                        <a:pt x="13559" y="17849"/>
                      </a:cubicBezTo>
                      <a:lnTo>
                        <a:pt x="13559" y="17807"/>
                      </a:lnTo>
                      <a:cubicBezTo>
                        <a:pt x="13497" y="17702"/>
                        <a:pt x="13476" y="17597"/>
                        <a:pt x="13434" y="17493"/>
                      </a:cubicBezTo>
                      <a:lnTo>
                        <a:pt x="13476" y="17493"/>
                      </a:lnTo>
                      <a:lnTo>
                        <a:pt x="13517" y="17535"/>
                      </a:lnTo>
                      <a:lnTo>
                        <a:pt x="13538" y="17493"/>
                      </a:lnTo>
                      <a:lnTo>
                        <a:pt x="13497" y="17409"/>
                      </a:lnTo>
                      <a:lnTo>
                        <a:pt x="13413" y="17388"/>
                      </a:lnTo>
                      <a:lnTo>
                        <a:pt x="13476" y="17367"/>
                      </a:lnTo>
                      <a:lnTo>
                        <a:pt x="13580" y="17388"/>
                      </a:lnTo>
                      <a:lnTo>
                        <a:pt x="13706" y="17263"/>
                      </a:lnTo>
                      <a:lnTo>
                        <a:pt x="13831" y="17263"/>
                      </a:lnTo>
                      <a:lnTo>
                        <a:pt x="13936" y="17158"/>
                      </a:lnTo>
                      <a:lnTo>
                        <a:pt x="14020" y="17137"/>
                      </a:lnTo>
                      <a:lnTo>
                        <a:pt x="14145" y="16991"/>
                      </a:lnTo>
                      <a:lnTo>
                        <a:pt x="14145" y="16844"/>
                      </a:lnTo>
                      <a:lnTo>
                        <a:pt x="14103" y="16781"/>
                      </a:lnTo>
                      <a:lnTo>
                        <a:pt x="14082" y="16781"/>
                      </a:lnTo>
                      <a:lnTo>
                        <a:pt x="14020" y="16656"/>
                      </a:lnTo>
                      <a:lnTo>
                        <a:pt x="13957" y="16635"/>
                      </a:lnTo>
                      <a:lnTo>
                        <a:pt x="13810" y="16635"/>
                      </a:lnTo>
                      <a:lnTo>
                        <a:pt x="13831" y="16530"/>
                      </a:lnTo>
                      <a:lnTo>
                        <a:pt x="13831" y="16426"/>
                      </a:lnTo>
                      <a:lnTo>
                        <a:pt x="13999" y="16363"/>
                      </a:lnTo>
                      <a:lnTo>
                        <a:pt x="14020" y="16321"/>
                      </a:lnTo>
                      <a:lnTo>
                        <a:pt x="14103" y="16300"/>
                      </a:lnTo>
                      <a:lnTo>
                        <a:pt x="14124" y="16216"/>
                      </a:lnTo>
                      <a:lnTo>
                        <a:pt x="14103" y="16216"/>
                      </a:lnTo>
                      <a:lnTo>
                        <a:pt x="14145" y="16154"/>
                      </a:lnTo>
                      <a:lnTo>
                        <a:pt x="14250" y="16196"/>
                      </a:lnTo>
                      <a:lnTo>
                        <a:pt x="14417" y="16091"/>
                      </a:lnTo>
                      <a:lnTo>
                        <a:pt x="14522" y="16175"/>
                      </a:lnTo>
                      <a:lnTo>
                        <a:pt x="14647" y="16091"/>
                      </a:lnTo>
                      <a:lnTo>
                        <a:pt x="14626" y="16175"/>
                      </a:lnTo>
                      <a:lnTo>
                        <a:pt x="14647" y="16216"/>
                      </a:lnTo>
                      <a:lnTo>
                        <a:pt x="14731" y="16216"/>
                      </a:lnTo>
                      <a:lnTo>
                        <a:pt x="14857" y="16091"/>
                      </a:lnTo>
                      <a:lnTo>
                        <a:pt x="14836" y="16028"/>
                      </a:lnTo>
                      <a:lnTo>
                        <a:pt x="14773" y="16007"/>
                      </a:lnTo>
                      <a:lnTo>
                        <a:pt x="14752" y="15965"/>
                      </a:lnTo>
                      <a:lnTo>
                        <a:pt x="14794" y="15924"/>
                      </a:lnTo>
                      <a:lnTo>
                        <a:pt x="14919" y="15986"/>
                      </a:lnTo>
                      <a:lnTo>
                        <a:pt x="15129" y="15924"/>
                      </a:lnTo>
                      <a:lnTo>
                        <a:pt x="15170" y="15777"/>
                      </a:lnTo>
                      <a:lnTo>
                        <a:pt x="15129" y="15631"/>
                      </a:lnTo>
                      <a:lnTo>
                        <a:pt x="14961" y="15526"/>
                      </a:lnTo>
                      <a:lnTo>
                        <a:pt x="14891" y="15526"/>
                      </a:lnTo>
                      <a:lnTo>
                        <a:pt x="14919" y="15505"/>
                      </a:lnTo>
                      <a:lnTo>
                        <a:pt x="15066" y="15505"/>
                      </a:lnTo>
                      <a:lnTo>
                        <a:pt x="15150" y="15589"/>
                      </a:lnTo>
                      <a:lnTo>
                        <a:pt x="15296" y="15589"/>
                      </a:lnTo>
                      <a:lnTo>
                        <a:pt x="15401" y="15484"/>
                      </a:lnTo>
                      <a:lnTo>
                        <a:pt x="15401" y="15400"/>
                      </a:lnTo>
                      <a:lnTo>
                        <a:pt x="15673" y="15275"/>
                      </a:lnTo>
                      <a:lnTo>
                        <a:pt x="15798" y="15149"/>
                      </a:lnTo>
                      <a:lnTo>
                        <a:pt x="15924" y="15149"/>
                      </a:lnTo>
                      <a:lnTo>
                        <a:pt x="15986" y="15087"/>
                      </a:lnTo>
                      <a:lnTo>
                        <a:pt x="15986" y="15003"/>
                      </a:lnTo>
                      <a:lnTo>
                        <a:pt x="16217" y="14836"/>
                      </a:lnTo>
                      <a:lnTo>
                        <a:pt x="16426" y="14794"/>
                      </a:lnTo>
                      <a:lnTo>
                        <a:pt x="16656" y="14584"/>
                      </a:lnTo>
                      <a:lnTo>
                        <a:pt x="16844" y="14564"/>
                      </a:lnTo>
                      <a:lnTo>
                        <a:pt x="17033" y="14333"/>
                      </a:lnTo>
                      <a:lnTo>
                        <a:pt x="16949" y="14480"/>
                      </a:lnTo>
                      <a:lnTo>
                        <a:pt x="16949" y="14626"/>
                      </a:lnTo>
                      <a:lnTo>
                        <a:pt x="17012" y="14647"/>
                      </a:lnTo>
                      <a:lnTo>
                        <a:pt x="17075" y="14668"/>
                      </a:lnTo>
                      <a:lnTo>
                        <a:pt x="17116" y="14731"/>
                      </a:lnTo>
                      <a:lnTo>
                        <a:pt x="17263" y="14564"/>
                      </a:lnTo>
                      <a:lnTo>
                        <a:pt x="17367" y="14522"/>
                      </a:lnTo>
                      <a:lnTo>
                        <a:pt x="17598" y="14438"/>
                      </a:lnTo>
                      <a:lnTo>
                        <a:pt x="17681" y="14354"/>
                      </a:lnTo>
                      <a:lnTo>
                        <a:pt x="17681" y="14354"/>
                      </a:lnTo>
                      <a:lnTo>
                        <a:pt x="17639" y="14480"/>
                      </a:lnTo>
                      <a:lnTo>
                        <a:pt x="17451" y="14584"/>
                      </a:lnTo>
                      <a:lnTo>
                        <a:pt x="17326" y="14584"/>
                      </a:lnTo>
                      <a:lnTo>
                        <a:pt x="17054" y="14856"/>
                      </a:lnTo>
                      <a:lnTo>
                        <a:pt x="17033" y="14961"/>
                      </a:lnTo>
                      <a:lnTo>
                        <a:pt x="17158" y="15149"/>
                      </a:lnTo>
                      <a:lnTo>
                        <a:pt x="17179" y="15275"/>
                      </a:lnTo>
                      <a:lnTo>
                        <a:pt x="17054" y="15191"/>
                      </a:lnTo>
                      <a:lnTo>
                        <a:pt x="16949" y="15191"/>
                      </a:lnTo>
                      <a:lnTo>
                        <a:pt x="16886" y="15212"/>
                      </a:lnTo>
                      <a:lnTo>
                        <a:pt x="16823" y="15212"/>
                      </a:lnTo>
                      <a:lnTo>
                        <a:pt x="16719" y="15149"/>
                      </a:lnTo>
                      <a:lnTo>
                        <a:pt x="16698" y="14982"/>
                      </a:lnTo>
                      <a:lnTo>
                        <a:pt x="16510" y="15066"/>
                      </a:lnTo>
                      <a:lnTo>
                        <a:pt x="16405" y="15066"/>
                      </a:lnTo>
                      <a:lnTo>
                        <a:pt x="16238" y="15170"/>
                      </a:lnTo>
                      <a:lnTo>
                        <a:pt x="16091" y="15170"/>
                      </a:lnTo>
                      <a:lnTo>
                        <a:pt x="15986" y="15275"/>
                      </a:lnTo>
                      <a:lnTo>
                        <a:pt x="15986" y="15380"/>
                      </a:lnTo>
                      <a:lnTo>
                        <a:pt x="16007" y="15421"/>
                      </a:lnTo>
                      <a:lnTo>
                        <a:pt x="15903" y="15610"/>
                      </a:lnTo>
                      <a:lnTo>
                        <a:pt x="15777" y="15693"/>
                      </a:lnTo>
                      <a:lnTo>
                        <a:pt x="15714" y="15840"/>
                      </a:lnTo>
                      <a:lnTo>
                        <a:pt x="15380" y="16133"/>
                      </a:lnTo>
                      <a:lnTo>
                        <a:pt x="15296" y="16237"/>
                      </a:lnTo>
                      <a:lnTo>
                        <a:pt x="15296" y="16321"/>
                      </a:lnTo>
                      <a:lnTo>
                        <a:pt x="15401" y="16468"/>
                      </a:lnTo>
                      <a:lnTo>
                        <a:pt x="15463" y="16405"/>
                      </a:lnTo>
                      <a:lnTo>
                        <a:pt x="15505" y="16405"/>
                      </a:lnTo>
                      <a:lnTo>
                        <a:pt x="15610" y="16321"/>
                      </a:lnTo>
                      <a:lnTo>
                        <a:pt x="15694" y="16342"/>
                      </a:lnTo>
                      <a:lnTo>
                        <a:pt x="15694" y="16405"/>
                      </a:lnTo>
                      <a:lnTo>
                        <a:pt x="15484" y="16551"/>
                      </a:lnTo>
                      <a:lnTo>
                        <a:pt x="15401" y="16551"/>
                      </a:lnTo>
                      <a:lnTo>
                        <a:pt x="15359" y="16656"/>
                      </a:lnTo>
                      <a:lnTo>
                        <a:pt x="15254" y="16614"/>
                      </a:lnTo>
                      <a:lnTo>
                        <a:pt x="15170" y="16614"/>
                      </a:lnTo>
                      <a:lnTo>
                        <a:pt x="15087" y="16635"/>
                      </a:lnTo>
                      <a:lnTo>
                        <a:pt x="15087" y="16740"/>
                      </a:lnTo>
                      <a:lnTo>
                        <a:pt x="15024" y="16719"/>
                      </a:lnTo>
                      <a:lnTo>
                        <a:pt x="14919" y="16740"/>
                      </a:lnTo>
                      <a:lnTo>
                        <a:pt x="14919" y="16865"/>
                      </a:lnTo>
                      <a:lnTo>
                        <a:pt x="15066" y="17053"/>
                      </a:lnTo>
                      <a:lnTo>
                        <a:pt x="15129" y="17032"/>
                      </a:lnTo>
                      <a:lnTo>
                        <a:pt x="15170" y="16949"/>
                      </a:lnTo>
                      <a:lnTo>
                        <a:pt x="15233" y="17032"/>
                      </a:lnTo>
                      <a:lnTo>
                        <a:pt x="15275" y="16886"/>
                      </a:lnTo>
                      <a:lnTo>
                        <a:pt x="15359" y="16886"/>
                      </a:lnTo>
                      <a:lnTo>
                        <a:pt x="15359" y="16991"/>
                      </a:lnTo>
                      <a:lnTo>
                        <a:pt x="15442" y="16949"/>
                      </a:lnTo>
                      <a:lnTo>
                        <a:pt x="15463" y="16865"/>
                      </a:lnTo>
                      <a:lnTo>
                        <a:pt x="15526" y="16823"/>
                      </a:lnTo>
                      <a:lnTo>
                        <a:pt x="15652" y="16740"/>
                      </a:lnTo>
                      <a:lnTo>
                        <a:pt x="15652" y="16614"/>
                      </a:lnTo>
                      <a:lnTo>
                        <a:pt x="15714" y="16530"/>
                      </a:lnTo>
                      <a:lnTo>
                        <a:pt x="15714" y="16572"/>
                      </a:lnTo>
                      <a:lnTo>
                        <a:pt x="15673" y="16635"/>
                      </a:lnTo>
                      <a:lnTo>
                        <a:pt x="15714" y="16719"/>
                      </a:lnTo>
                      <a:lnTo>
                        <a:pt x="15840" y="16719"/>
                      </a:lnTo>
                      <a:lnTo>
                        <a:pt x="16028" y="16572"/>
                      </a:lnTo>
                      <a:lnTo>
                        <a:pt x="16175" y="16572"/>
                      </a:lnTo>
                      <a:lnTo>
                        <a:pt x="16196" y="16656"/>
                      </a:lnTo>
                      <a:lnTo>
                        <a:pt x="16258" y="16614"/>
                      </a:lnTo>
                      <a:lnTo>
                        <a:pt x="16321" y="16405"/>
                      </a:lnTo>
                      <a:lnTo>
                        <a:pt x="16447" y="16321"/>
                      </a:lnTo>
                      <a:lnTo>
                        <a:pt x="16510" y="16321"/>
                      </a:lnTo>
                      <a:lnTo>
                        <a:pt x="16363" y="16468"/>
                      </a:lnTo>
                      <a:lnTo>
                        <a:pt x="16363" y="16551"/>
                      </a:lnTo>
                      <a:lnTo>
                        <a:pt x="16447" y="16509"/>
                      </a:lnTo>
                      <a:lnTo>
                        <a:pt x="16572" y="16342"/>
                      </a:lnTo>
                      <a:lnTo>
                        <a:pt x="16656" y="16154"/>
                      </a:lnTo>
                      <a:lnTo>
                        <a:pt x="16740" y="16112"/>
                      </a:lnTo>
                      <a:lnTo>
                        <a:pt x="16740" y="16196"/>
                      </a:lnTo>
                      <a:lnTo>
                        <a:pt x="16656" y="16321"/>
                      </a:lnTo>
                      <a:lnTo>
                        <a:pt x="16656" y="16363"/>
                      </a:lnTo>
                      <a:lnTo>
                        <a:pt x="16782" y="16237"/>
                      </a:lnTo>
                      <a:lnTo>
                        <a:pt x="16844" y="16321"/>
                      </a:lnTo>
                      <a:lnTo>
                        <a:pt x="16844" y="16405"/>
                      </a:lnTo>
                      <a:lnTo>
                        <a:pt x="16970" y="16426"/>
                      </a:lnTo>
                      <a:lnTo>
                        <a:pt x="17033" y="16468"/>
                      </a:lnTo>
                      <a:lnTo>
                        <a:pt x="17095" y="16405"/>
                      </a:lnTo>
                      <a:lnTo>
                        <a:pt x="17158" y="16258"/>
                      </a:lnTo>
                      <a:lnTo>
                        <a:pt x="17305" y="16237"/>
                      </a:lnTo>
                      <a:lnTo>
                        <a:pt x="17409" y="16154"/>
                      </a:lnTo>
                      <a:lnTo>
                        <a:pt x="17347" y="16133"/>
                      </a:lnTo>
                      <a:lnTo>
                        <a:pt x="17367" y="16007"/>
                      </a:lnTo>
                      <a:lnTo>
                        <a:pt x="17577" y="15924"/>
                      </a:lnTo>
                      <a:lnTo>
                        <a:pt x="17598" y="15840"/>
                      </a:lnTo>
                      <a:lnTo>
                        <a:pt x="17598" y="15735"/>
                      </a:lnTo>
                      <a:lnTo>
                        <a:pt x="17493" y="15777"/>
                      </a:lnTo>
                      <a:lnTo>
                        <a:pt x="17409" y="15714"/>
                      </a:lnTo>
                      <a:lnTo>
                        <a:pt x="17284" y="15693"/>
                      </a:lnTo>
                      <a:lnTo>
                        <a:pt x="17347" y="15610"/>
                      </a:lnTo>
                      <a:lnTo>
                        <a:pt x="17451" y="15610"/>
                      </a:lnTo>
                      <a:lnTo>
                        <a:pt x="17514" y="15631"/>
                      </a:lnTo>
                      <a:lnTo>
                        <a:pt x="17577" y="15568"/>
                      </a:lnTo>
                      <a:lnTo>
                        <a:pt x="17577" y="15463"/>
                      </a:lnTo>
                      <a:lnTo>
                        <a:pt x="17472" y="15505"/>
                      </a:lnTo>
                      <a:lnTo>
                        <a:pt x="17367" y="15400"/>
                      </a:lnTo>
                      <a:lnTo>
                        <a:pt x="17367" y="15317"/>
                      </a:lnTo>
                      <a:lnTo>
                        <a:pt x="17514" y="15296"/>
                      </a:lnTo>
                      <a:lnTo>
                        <a:pt x="17598" y="15275"/>
                      </a:lnTo>
                      <a:lnTo>
                        <a:pt x="17660" y="15296"/>
                      </a:lnTo>
                      <a:lnTo>
                        <a:pt x="17681" y="15254"/>
                      </a:lnTo>
                      <a:lnTo>
                        <a:pt x="17619" y="15108"/>
                      </a:lnTo>
                      <a:lnTo>
                        <a:pt x="17807" y="15045"/>
                      </a:lnTo>
                      <a:lnTo>
                        <a:pt x="17911" y="15108"/>
                      </a:lnTo>
                      <a:lnTo>
                        <a:pt x="17995" y="15087"/>
                      </a:lnTo>
                      <a:lnTo>
                        <a:pt x="18121" y="15087"/>
                      </a:lnTo>
                      <a:lnTo>
                        <a:pt x="17911" y="15254"/>
                      </a:lnTo>
                      <a:lnTo>
                        <a:pt x="17911" y="15359"/>
                      </a:lnTo>
                      <a:lnTo>
                        <a:pt x="17932" y="15526"/>
                      </a:lnTo>
                      <a:lnTo>
                        <a:pt x="17995" y="15526"/>
                      </a:lnTo>
                      <a:lnTo>
                        <a:pt x="18079" y="15317"/>
                      </a:lnTo>
                      <a:lnTo>
                        <a:pt x="18142" y="15275"/>
                      </a:lnTo>
                      <a:lnTo>
                        <a:pt x="18204" y="15275"/>
                      </a:lnTo>
                      <a:lnTo>
                        <a:pt x="18183" y="15359"/>
                      </a:lnTo>
                      <a:lnTo>
                        <a:pt x="18121" y="15421"/>
                      </a:lnTo>
                      <a:lnTo>
                        <a:pt x="18142" y="15505"/>
                      </a:lnTo>
                      <a:lnTo>
                        <a:pt x="18288" y="15400"/>
                      </a:lnTo>
                      <a:lnTo>
                        <a:pt x="18309" y="15317"/>
                      </a:lnTo>
                      <a:lnTo>
                        <a:pt x="18393" y="15400"/>
                      </a:lnTo>
                      <a:lnTo>
                        <a:pt x="18497" y="15317"/>
                      </a:lnTo>
                      <a:lnTo>
                        <a:pt x="18539" y="15317"/>
                      </a:lnTo>
                      <a:lnTo>
                        <a:pt x="18644" y="15254"/>
                      </a:lnTo>
                      <a:lnTo>
                        <a:pt x="18769" y="15212"/>
                      </a:lnTo>
                      <a:lnTo>
                        <a:pt x="18874" y="15254"/>
                      </a:lnTo>
                      <a:lnTo>
                        <a:pt x="18853" y="15296"/>
                      </a:lnTo>
                      <a:lnTo>
                        <a:pt x="18727" y="15296"/>
                      </a:lnTo>
                      <a:lnTo>
                        <a:pt x="18602" y="15421"/>
                      </a:lnTo>
                      <a:lnTo>
                        <a:pt x="18686" y="15421"/>
                      </a:lnTo>
                      <a:lnTo>
                        <a:pt x="18623" y="15505"/>
                      </a:lnTo>
                      <a:lnTo>
                        <a:pt x="18686" y="15568"/>
                      </a:lnTo>
                      <a:lnTo>
                        <a:pt x="18895" y="15610"/>
                      </a:lnTo>
                      <a:lnTo>
                        <a:pt x="18958" y="15693"/>
                      </a:lnTo>
                      <a:lnTo>
                        <a:pt x="18958" y="15735"/>
                      </a:lnTo>
                      <a:lnTo>
                        <a:pt x="18832" y="15631"/>
                      </a:lnTo>
                      <a:lnTo>
                        <a:pt x="18686" y="15610"/>
                      </a:lnTo>
                      <a:lnTo>
                        <a:pt x="18581" y="15672"/>
                      </a:lnTo>
                      <a:lnTo>
                        <a:pt x="18581" y="15777"/>
                      </a:lnTo>
                      <a:lnTo>
                        <a:pt x="18644" y="15798"/>
                      </a:lnTo>
                      <a:lnTo>
                        <a:pt x="18748" y="15735"/>
                      </a:lnTo>
                      <a:lnTo>
                        <a:pt x="18832" y="15819"/>
                      </a:lnTo>
                      <a:lnTo>
                        <a:pt x="18790" y="15840"/>
                      </a:lnTo>
                      <a:lnTo>
                        <a:pt x="18644" y="15840"/>
                      </a:lnTo>
                      <a:lnTo>
                        <a:pt x="18644" y="15924"/>
                      </a:lnTo>
                      <a:lnTo>
                        <a:pt x="18811" y="15986"/>
                      </a:lnTo>
                      <a:lnTo>
                        <a:pt x="18853" y="16049"/>
                      </a:lnTo>
                      <a:lnTo>
                        <a:pt x="18790" y="16091"/>
                      </a:lnTo>
                      <a:lnTo>
                        <a:pt x="18707" y="16112"/>
                      </a:lnTo>
                      <a:lnTo>
                        <a:pt x="18707" y="16154"/>
                      </a:lnTo>
                      <a:lnTo>
                        <a:pt x="18811" y="16154"/>
                      </a:lnTo>
                      <a:lnTo>
                        <a:pt x="18916" y="16112"/>
                      </a:lnTo>
                      <a:lnTo>
                        <a:pt x="19020" y="16196"/>
                      </a:lnTo>
                      <a:lnTo>
                        <a:pt x="19125" y="16237"/>
                      </a:lnTo>
                      <a:lnTo>
                        <a:pt x="19271" y="16196"/>
                      </a:lnTo>
                      <a:lnTo>
                        <a:pt x="19334" y="16258"/>
                      </a:lnTo>
                      <a:lnTo>
                        <a:pt x="19334" y="16321"/>
                      </a:lnTo>
                      <a:lnTo>
                        <a:pt x="19251" y="16363"/>
                      </a:lnTo>
                      <a:lnTo>
                        <a:pt x="19271" y="16447"/>
                      </a:lnTo>
                      <a:lnTo>
                        <a:pt x="19334" y="16468"/>
                      </a:lnTo>
                      <a:lnTo>
                        <a:pt x="19355" y="16551"/>
                      </a:lnTo>
                      <a:lnTo>
                        <a:pt x="19439" y="16572"/>
                      </a:lnTo>
                      <a:lnTo>
                        <a:pt x="19523" y="16488"/>
                      </a:lnTo>
                      <a:lnTo>
                        <a:pt x="19481" y="16426"/>
                      </a:lnTo>
                      <a:lnTo>
                        <a:pt x="19523" y="16384"/>
                      </a:lnTo>
                      <a:lnTo>
                        <a:pt x="19648" y="16384"/>
                      </a:lnTo>
                      <a:lnTo>
                        <a:pt x="19564" y="16488"/>
                      </a:lnTo>
                      <a:lnTo>
                        <a:pt x="19564" y="16551"/>
                      </a:lnTo>
                      <a:lnTo>
                        <a:pt x="19418" y="16719"/>
                      </a:lnTo>
                      <a:lnTo>
                        <a:pt x="19443" y="16744"/>
                      </a:lnTo>
                      <a:lnTo>
                        <a:pt x="19376" y="16760"/>
                      </a:lnTo>
                      <a:lnTo>
                        <a:pt x="19418" y="16844"/>
                      </a:lnTo>
                      <a:lnTo>
                        <a:pt x="19690" y="16907"/>
                      </a:lnTo>
                      <a:lnTo>
                        <a:pt x="19774" y="16865"/>
                      </a:lnTo>
                      <a:lnTo>
                        <a:pt x="19857" y="16907"/>
                      </a:lnTo>
                      <a:lnTo>
                        <a:pt x="20108" y="16907"/>
                      </a:lnTo>
                      <a:lnTo>
                        <a:pt x="20234" y="16865"/>
                      </a:lnTo>
                      <a:lnTo>
                        <a:pt x="20297" y="16907"/>
                      </a:lnTo>
                      <a:lnTo>
                        <a:pt x="20297" y="16970"/>
                      </a:lnTo>
                      <a:lnTo>
                        <a:pt x="20380" y="16970"/>
                      </a:lnTo>
                      <a:lnTo>
                        <a:pt x="20443" y="17053"/>
                      </a:lnTo>
                      <a:lnTo>
                        <a:pt x="20527" y="17116"/>
                      </a:lnTo>
                      <a:lnTo>
                        <a:pt x="20548" y="17179"/>
                      </a:lnTo>
                      <a:lnTo>
                        <a:pt x="20652" y="17179"/>
                      </a:lnTo>
                      <a:lnTo>
                        <a:pt x="20820" y="17116"/>
                      </a:lnTo>
                      <a:lnTo>
                        <a:pt x="20841" y="17074"/>
                      </a:lnTo>
                      <a:lnTo>
                        <a:pt x="20904" y="17116"/>
                      </a:lnTo>
                      <a:lnTo>
                        <a:pt x="20904" y="17179"/>
                      </a:lnTo>
                      <a:lnTo>
                        <a:pt x="20820" y="17263"/>
                      </a:lnTo>
                      <a:lnTo>
                        <a:pt x="20715" y="17284"/>
                      </a:lnTo>
                      <a:lnTo>
                        <a:pt x="20736" y="17346"/>
                      </a:lnTo>
                      <a:lnTo>
                        <a:pt x="20904" y="17388"/>
                      </a:lnTo>
                      <a:lnTo>
                        <a:pt x="20924" y="17493"/>
                      </a:lnTo>
                      <a:lnTo>
                        <a:pt x="21008" y="17577"/>
                      </a:lnTo>
                      <a:lnTo>
                        <a:pt x="21176" y="17639"/>
                      </a:lnTo>
                      <a:lnTo>
                        <a:pt x="21385" y="17577"/>
                      </a:lnTo>
                      <a:lnTo>
                        <a:pt x="21468" y="17556"/>
                      </a:lnTo>
                      <a:lnTo>
                        <a:pt x="21489" y="17597"/>
                      </a:lnTo>
                      <a:lnTo>
                        <a:pt x="21573" y="17535"/>
                      </a:lnTo>
                      <a:lnTo>
                        <a:pt x="21740" y="17430"/>
                      </a:lnTo>
                      <a:lnTo>
                        <a:pt x="21782" y="17430"/>
                      </a:lnTo>
                      <a:lnTo>
                        <a:pt x="21740" y="17493"/>
                      </a:lnTo>
                      <a:lnTo>
                        <a:pt x="21636" y="17577"/>
                      </a:lnTo>
                      <a:lnTo>
                        <a:pt x="21594" y="17786"/>
                      </a:lnTo>
                      <a:lnTo>
                        <a:pt x="21552" y="17911"/>
                      </a:lnTo>
                      <a:lnTo>
                        <a:pt x="21468" y="17911"/>
                      </a:lnTo>
                      <a:lnTo>
                        <a:pt x="21343" y="17849"/>
                      </a:lnTo>
                      <a:lnTo>
                        <a:pt x="21280" y="17869"/>
                      </a:lnTo>
                      <a:lnTo>
                        <a:pt x="21364" y="17995"/>
                      </a:lnTo>
                      <a:lnTo>
                        <a:pt x="21385" y="18100"/>
                      </a:lnTo>
                      <a:lnTo>
                        <a:pt x="21468" y="18162"/>
                      </a:lnTo>
                      <a:lnTo>
                        <a:pt x="21573" y="18121"/>
                      </a:lnTo>
                      <a:lnTo>
                        <a:pt x="21657" y="18162"/>
                      </a:lnTo>
                      <a:lnTo>
                        <a:pt x="21636" y="18225"/>
                      </a:lnTo>
                      <a:lnTo>
                        <a:pt x="21552" y="18225"/>
                      </a:lnTo>
                      <a:lnTo>
                        <a:pt x="21552" y="18288"/>
                      </a:lnTo>
                      <a:lnTo>
                        <a:pt x="21720" y="18434"/>
                      </a:lnTo>
                      <a:lnTo>
                        <a:pt x="21761" y="18413"/>
                      </a:lnTo>
                      <a:lnTo>
                        <a:pt x="21887" y="18434"/>
                      </a:lnTo>
                      <a:lnTo>
                        <a:pt x="21950" y="18330"/>
                      </a:lnTo>
                      <a:lnTo>
                        <a:pt x="22075" y="18100"/>
                      </a:lnTo>
                      <a:lnTo>
                        <a:pt x="22033" y="18288"/>
                      </a:lnTo>
                      <a:lnTo>
                        <a:pt x="22033" y="18413"/>
                      </a:lnTo>
                      <a:lnTo>
                        <a:pt x="21992" y="18497"/>
                      </a:lnTo>
                      <a:lnTo>
                        <a:pt x="21950" y="18518"/>
                      </a:lnTo>
                      <a:lnTo>
                        <a:pt x="21866" y="18623"/>
                      </a:lnTo>
                      <a:lnTo>
                        <a:pt x="21887" y="18706"/>
                      </a:lnTo>
                      <a:lnTo>
                        <a:pt x="21971" y="18748"/>
                      </a:lnTo>
                      <a:lnTo>
                        <a:pt x="21929" y="18811"/>
                      </a:lnTo>
                      <a:lnTo>
                        <a:pt x="21929" y="19062"/>
                      </a:lnTo>
                      <a:lnTo>
                        <a:pt x="21971" y="19125"/>
                      </a:lnTo>
                      <a:lnTo>
                        <a:pt x="22054" y="19125"/>
                      </a:lnTo>
                      <a:lnTo>
                        <a:pt x="22033" y="19229"/>
                      </a:lnTo>
                      <a:lnTo>
                        <a:pt x="22054" y="19334"/>
                      </a:lnTo>
                      <a:lnTo>
                        <a:pt x="22243" y="19522"/>
                      </a:lnTo>
                      <a:lnTo>
                        <a:pt x="22284" y="19543"/>
                      </a:lnTo>
                      <a:lnTo>
                        <a:pt x="22284" y="19585"/>
                      </a:lnTo>
                      <a:lnTo>
                        <a:pt x="22347" y="19543"/>
                      </a:lnTo>
                      <a:lnTo>
                        <a:pt x="22389" y="19627"/>
                      </a:lnTo>
                      <a:lnTo>
                        <a:pt x="22473" y="19585"/>
                      </a:lnTo>
                      <a:lnTo>
                        <a:pt x="22452" y="19543"/>
                      </a:lnTo>
                      <a:lnTo>
                        <a:pt x="22473" y="19481"/>
                      </a:lnTo>
                      <a:lnTo>
                        <a:pt x="22515" y="19543"/>
                      </a:lnTo>
                      <a:lnTo>
                        <a:pt x="22598" y="19564"/>
                      </a:lnTo>
                      <a:lnTo>
                        <a:pt x="22661" y="19481"/>
                      </a:lnTo>
                      <a:lnTo>
                        <a:pt x="22577" y="19334"/>
                      </a:lnTo>
                      <a:lnTo>
                        <a:pt x="22515" y="19334"/>
                      </a:lnTo>
                      <a:lnTo>
                        <a:pt x="22473" y="19355"/>
                      </a:lnTo>
                      <a:lnTo>
                        <a:pt x="22452" y="19334"/>
                      </a:lnTo>
                      <a:lnTo>
                        <a:pt x="22515" y="19229"/>
                      </a:lnTo>
                      <a:lnTo>
                        <a:pt x="22515" y="19146"/>
                      </a:lnTo>
                      <a:lnTo>
                        <a:pt x="22494" y="19062"/>
                      </a:lnTo>
                      <a:lnTo>
                        <a:pt x="22410" y="19041"/>
                      </a:lnTo>
                      <a:lnTo>
                        <a:pt x="22410" y="18999"/>
                      </a:lnTo>
                      <a:lnTo>
                        <a:pt x="22473" y="18937"/>
                      </a:lnTo>
                      <a:lnTo>
                        <a:pt x="22494" y="18811"/>
                      </a:lnTo>
                      <a:lnTo>
                        <a:pt x="22577" y="18811"/>
                      </a:lnTo>
                      <a:lnTo>
                        <a:pt x="22577" y="18916"/>
                      </a:lnTo>
                      <a:lnTo>
                        <a:pt x="22598" y="18999"/>
                      </a:lnTo>
                      <a:lnTo>
                        <a:pt x="22682" y="18895"/>
                      </a:lnTo>
                      <a:lnTo>
                        <a:pt x="22703" y="18957"/>
                      </a:lnTo>
                      <a:lnTo>
                        <a:pt x="22766" y="19041"/>
                      </a:lnTo>
                      <a:lnTo>
                        <a:pt x="22703" y="19146"/>
                      </a:lnTo>
                      <a:lnTo>
                        <a:pt x="22724" y="19229"/>
                      </a:lnTo>
                      <a:lnTo>
                        <a:pt x="22787" y="19250"/>
                      </a:lnTo>
                      <a:lnTo>
                        <a:pt x="22891" y="19146"/>
                      </a:lnTo>
                      <a:lnTo>
                        <a:pt x="22933" y="19146"/>
                      </a:lnTo>
                      <a:lnTo>
                        <a:pt x="22912" y="19229"/>
                      </a:lnTo>
                      <a:lnTo>
                        <a:pt x="22828" y="19313"/>
                      </a:lnTo>
                      <a:lnTo>
                        <a:pt x="22828" y="19376"/>
                      </a:lnTo>
                      <a:lnTo>
                        <a:pt x="22870" y="19481"/>
                      </a:lnTo>
                      <a:lnTo>
                        <a:pt x="22808" y="19627"/>
                      </a:lnTo>
                      <a:lnTo>
                        <a:pt x="22828" y="19669"/>
                      </a:lnTo>
                      <a:lnTo>
                        <a:pt x="22891" y="19669"/>
                      </a:lnTo>
                      <a:lnTo>
                        <a:pt x="22891" y="19857"/>
                      </a:lnTo>
                      <a:cubicBezTo>
                        <a:pt x="22891" y="19899"/>
                        <a:pt x="22870" y="19983"/>
                        <a:pt x="22870" y="20045"/>
                      </a:cubicBezTo>
                      <a:lnTo>
                        <a:pt x="22828" y="20087"/>
                      </a:lnTo>
                      <a:lnTo>
                        <a:pt x="22808" y="20004"/>
                      </a:lnTo>
                      <a:lnTo>
                        <a:pt x="22870" y="19941"/>
                      </a:lnTo>
                      <a:lnTo>
                        <a:pt x="22870" y="19857"/>
                      </a:lnTo>
                      <a:lnTo>
                        <a:pt x="22766" y="19794"/>
                      </a:lnTo>
                      <a:lnTo>
                        <a:pt x="22598" y="19836"/>
                      </a:lnTo>
                      <a:lnTo>
                        <a:pt x="22577" y="19878"/>
                      </a:lnTo>
                      <a:lnTo>
                        <a:pt x="22515" y="19899"/>
                      </a:lnTo>
                      <a:lnTo>
                        <a:pt x="22473" y="19794"/>
                      </a:lnTo>
                      <a:lnTo>
                        <a:pt x="22410" y="19941"/>
                      </a:lnTo>
                      <a:lnTo>
                        <a:pt x="22452" y="20066"/>
                      </a:lnTo>
                      <a:lnTo>
                        <a:pt x="22515" y="20108"/>
                      </a:lnTo>
                      <a:lnTo>
                        <a:pt x="22473" y="20192"/>
                      </a:lnTo>
                      <a:lnTo>
                        <a:pt x="22410" y="20150"/>
                      </a:lnTo>
                      <a:lnTo>
                        <a:pt x="22368" y="20255"/>
                      </a:lnTo>
                      <a:lnTo>
                        <a:pt x="22452" y="20401"/>
                      </a:lnTo>
                      <a:lnTo>
                        <a:pt x="22410" y="20506"/>
                      </a:lnTo>
                      <a:lnTo>
                        <a:pt x="22494" y="20569"/>
                      </a:lnTo>
                      <a:lnTo>
                        <a:pt x="22410" y="20631"/>
                      </a:lnTo>
                      <a:lnTo>
                        <a:pt x="22515" y="20778"/>
                      </a:lnTo>
                      <a:lnTo>
                        <a:pt x="22619" y="20778"/>
                      </a:lnTo>
                      <a:lnTo>
                        <a:pt x="22703" y="20694"/>
                      </a:lnTo>
                      <a:lnTo>
                        <a:pt x="22703" y="20569"/>
                      </a:lnTo>
                      <a:lnTo>
                        <a:pt x="22619" y="20401"/>
                      </a:lnTo>
                      <a:lnTo>
                        <a:pt x="22661" y="20297"/>
                      </a:lnTo>
                      <a:lnTo>
                        <a:pt x="22787" y="20527"/>
                      </a:lnTo>
                      <a:lnTo>
                        <a:pt x="22787" y="20631"/>
                      </a:lnTo>
                      <a:lnTo>
                        <a:pt x="22787" y="20694"/>
                      </a:lnTo>
                      <a:cubicBezTo>
                        <a:pt x="22766" y="20694"/>
                        <a:pt x="22724" y="20694"/>
                        <a:pt x="22724" y="20715"/>
                      </a:cubicBezTo>
                      <a:lnTo>
                        <a:pt x="22724" y="20736"/>
                      </a:lnTo>
                      <a:lnTo>
                        <a:pt x="22682" y="20799"/>
                      </a:lnTo>
                      <a:lnTo>
                        <a:pt x="22577" y="20841"/>
                      </a:lnTo>
                      <a:lnTo>
                        <a:pt x="22598" y="20924"/>
                      </a:lnTo>
                      <a:lnTo>
                        <a:pt x="22682" y="21008"/>
                      </a:lnTo>
                      <a:lnTo>
                        <a:pt x="22598" y="21092"/>
                      </a:lnTo>
                      <a:lnTo>
                        <a:pt x="22598" y="21196"/>
                      </a:lnTo>
                      <a:lnTo>
                        <a:pt x="22536" y="21259"/>
                      </a:lnTo>
                      <a:lnTo>
                        <a:pt x="22431" y="21301"/>
                      </a:lnTo>
                      <a:lnTo>
                        <a:pt x="22431" y="21343"/>
                      </a:lnTo>
                      <a:lnTo>
                        <a:pt x="22577" y="21364"/>
                      </a:lnTo>
                      <a:lnTo>
                        <a:pt x="22536" y="21426"/>
                      </a:lnTo>
                      <a:lnTo>
                        <a:pt x="22494" y="21447"/>
                      </a:lnTo>
                      <a:lnTo>
                        <a:pt x="22494" y="21531"/>
                      </a:lnTo>
                      <a:lnTo>
                        <a:pt x="22536" y="21531"/>
                      </a:lnTo>
                      <a:lnTo>
                        <a:pt x="22619" y="21510"/>
                      </a:lnTo>
                      <a:lnTo>
                        <a:pt x="22640" y="21552"/>
                      </a:lnTo>
                      <a:lnTo>
                        <a:pt x="22598" y="21615"/>
                      </a:lnTo>
                      <a:lnTo>
                        <a:pt x="22515" y="21636"/>
                      </a:lnTo>
                      <a:lnTo>
                        <a:pt x="22473" y="21719"/>
                      </a:lnTo>
                      <a:lnTo>
                        <a:pt x="22494" y="21866"/>
                      </a:lnTo>
                      <a:lnTo>
                        <a:pt x="22536" y="21929"/>
                      </a:lnTo>
                      <a:lnTo>
                        <a:pt x="22515" y="21991"/>
                      </a:lnTo>
                      <a:lnTo>
                        <a:pt x="22536" y="22075"/>
                      </a:lnTo>
                      <a:lnTo>
                        <a:pt x="22598" y="22054"/>
                      </a:lnTo>
                      <a:lnTo>
                        <a:pt x="22619" y="21970"/>
                      </a:lnTo>
                      <a:lnTo>
                        <a:pt x="22640" y="21845"/>
                      </a:lnTo>
                      <a:lnTo>
                        <a:pt x="22703" y="21678"/>
                      </a:lnTo>
                      <a:lnTo>
                        <a:pt x="22745" y="21615"/>
                      </a:lnTo>
                      <a:lnTo>
                        <a:pt x="22787" y="21406"/>
                      </a:lnTo>
                      <a:lnTo>
                        <a:pt x="22828" y="21343"/>
                      </a:lnTo>
                      <a:lnTo>
                        <a:pt x="22844" y="21204"/>
                      </a:lnTo>
                      <a:lnTo>
                        <a:pt x="22870" y="21217"/>
                      </a:lnTo>
                      <a:cubicBezTo>
                        <a:pt x="22870" y="21301"/>
                        <a:pt x="22870" y="21364"/>
                        <a:pt x="22891" y="21447"/>
                      </a:cubicBezTo>
                      <a:lnTo>
                        <a:pt x="22870" y="21426"/>
                      </a:lnTo>
                      <a:lnTo>
                        <a:pt x="22808" y="21510"/>
                      </a:lnTo>
                      <a:lnTo>
                        <a:pt x="22808" y="21636"/>
                      </a:lnTo>
                      <a:lnTo>
                        <a:pt x="22870" y="21678"/>
                      </a:lnTo>
                      <a:lnTo>
                        <a:pt x="22787" y="21782"/>
                      </a:lnTo>
                      <a:lnTo>
                        <a:pt x="22891" y="21845"/>
                      </a:lnTo>
                      <a:lnTo>
                        <a:pt x="22891" y="21929"/>
                      </a:lnTo>
                      <a:lnTo>
                        <a:pt x="22828" y="21970"/>
                      </a:lnTo>
                      <a:lnTo>
                        <a:pt x="22766" y="21929"/>
                      </a:lnTo>
                      <a:lnTo>
                        <a:pt x="22703" y="21991"/>
                      </a:lnTo>
                      <a:lnTo>
                        <a:pt x="22703" y="22054"/>
                      </a:lnTo>
                      <a:lnTo>
                        <a:pt x="22661" y="22138"/>
                      </a:lnTo>
                      <a:lnTo>
                        <a:pt x="22619" y="22201"/>
                      </a:lnTo>
                      <a:lnTo>
                        <a:pt x="22682" y="22263"/>
                      </a:lnTo>
                      <a:lnTo>
                        <a:pt x="22766" y="22054"/>
                      </a:lnTo>
                      <a:lnTo>
                        <a:pt x="22787" y="22096"/>
                      </a:lnTo>
                      <a:lnTo>
                        <a:pt x="22724" y="22201"/>
                      </a:lnTo>
                      <a:lnTo>
                        <a:pt x="22828" y="22180"/>
                      </a:lnTo>
                      <a:lnTo>
                        <a:pt x="22891" y="22096"/>
                      </a:lnTo>
                      <a:lnTo>
                        <a:pt x="22891" y="21991"/>
                      </a:lnTo>
                      <a:lnTo>
                        <a:pt x="23017" y="21845"/>
                      </a:lnTo>
                      <a:cubicBezTo>
                        <a:pt x="23017" y="21929"/>
                        <a:pt x="23017" y="21991"/>
                        <a:pt x="23038" y="22075"/>
                      </a:cubicBezTo>
                      <a:lnTo>
                        <a:pt x="23017" y="22096"/>
                      </a:lnTo>
                      <a:lnTo>
                        <a:pt x="23080" y="22159"/>
                      </a:lnTo>
                      <a:cubicBezTo>
                        <a:pt x="23101" y="22201"/>
                        <a:pt x="23101" y="22284"/>
                        <a:pt x="23121" y="22326"/>
                      </a:cubicBezTo>
                      <a:lnTo>
                        <a:pt x="23080" y="22473"/>
                      </a:lnTo>
                      <a:lnTo>
                        <a:pt x="23080" y="22556"/>
                      </a:lnTo>
                      <a:lnTo>
                        <a:pt x="23038" y="22640"/>
                      </a:lnTo>
                      <a:lnTo>
                        <a:pt x="22933" y="22682"/>
                      </a:lnTo>
                      <a:lnTo>
                        <a:pt x="22912" y="22724"/>
                      </a:lnTo>
                      <a:lnTo>
                        <a:pt x="22933" y="22786"/>
                      </a:lnTo>
                      <a:lnTo>
                        <a:pt x="23017" y="22745"/>
                      </a:lnTo>
                      <a:lnTo>
                        <a:pt x="23101" y="22786"/>
                      </a:lnTo>
                      <a:lnTo>
                        <a:pt x="23101" y="22828"/>
                      </a:lnTo>
                      <a:lnTo>
                        <a:pt x="22996" y="22912"/>
                      </a:lnTo>
                      <a:lnTo>
                        <a:pt x="22996" y="22954"/>
                      </a:lnTo>
                      <a:lnTo>
                        <a:pt x="22975" y="23038"/>
                      </a:lnTo>
                      <a:lnTo>
                        <a:pt x="22912" y="23038"/>
                      </a:lnTo>
                      <a:lnTo>
                        <a:pt x="22870" y="23100"/>
                      </a:lnTo>
                      <a:lnTo>
                        <a:pt x="22891" y="23142"/>
                      </a:lnTo>
                      <a:lnTo>
                        <a:pt x="22975" y="23142"/>
                      </a:lnTo>
                      <a:lnTo>
                        <a:pt x="23017" y="23205"/>
                      </a:lnTo>
                      <a:lnTo>
                        <a:pt x="23038" y="23142"/>
                      </a:lnTo>
                      <a:lnTo>
                        <a:pt x="23121" y="23121"/>
                      </a:lnTo>
                      <a:lnTo>
                        <a:pt x="23184" y="23163"/>
                      </a:lnTo>
                      <a:lnTo>
                        <a:pt x="23101" y="23226"/>
                      </a:lnTo>
                      <a:lnTo>
                        <a:pt x="23080" y="23268"/>
                      </a:lnTo>
                      <a:lnTo>
                        <a:pt x="23121" y="23351"/>
                      </a:lnTo>
                      <a:lnTo>
                        <a:pt x="23038" y="23435"/>
                      </a:lnTo>
                      <a:lnTo>
                        <a:pt x="23017" y="23519"/>
                      </a:lnTo>
                      <a:lnTo>
                        <a:pt x="23121" y="23582"/>
                      </a:lnTo>
                      <a:lnTo>
                        <a:pt x="23101" y="23686"/>
                      </a:lnTo>
                      <a:lnTo>
                        <a:pt x="23142" y="23749"/>
                      </a:lnTo>
                      <a:lnTo>
                        <a:pt x="23247" y="23749"/>
                      </a:lnTo>
                      <a:lnTo>
                        <a:pt x="23310" y="23686"/>
                      </a:lnTo>
                      <a:lnTo>
                        <a:pt x="23247" y="23623"/>
                      </a:lnTo>
                      <a:lnTo>
                        <a:pt x="23310" y="23561"/>
                      </a:lnTo>
                      <a:lnTo>
                        <a:pt x="23247" y="23519"/>
                      </a:lnTo>
                      <a:lnTo>
                        <a:pt x="23205" y="23519"/>
                      </a:lnTo>
                      <a:lnTo>
                        <a:pt x="23247" y="23435"/>
                      </a:lnTo>
                      <a:lnTo>
                        <a:pt x="23331" y="23414"/>
                      </a:lnTo>
                      <a:lnTo>
                        <a:pt x="23435" y="23331"/>
                      </a:lnTo>
                      <a:lnTo>
                        <a:pt x="23435" y="23247"/>
                      </a:lnTo>
                      <a:lnTo>
                        <a:pt x="23393" y="23226"/>
                      </a:lnTo>
                      <a:lnTo>
                        <a:pt x="23310" y="23226"/>
                      </a:lnTo>
                      <a:lnTo>
                        <a:pt x="23310" y="23205"/>
                      </a:lnTo>
                      <a:lnTo>
                        <a:pt x="23414" y="23121"/>
                      </a:lnTo>
                      <a:lnTo>
                        <a:pt x="23393" y="23017"/>
                      </a:lnTo>
                      <a:lnTo>
                        <a:pt x="23247" y="22912"/>
                      </a:lnTo>
                      <a:lnTo>
                        <a:pt x="23310" y="22807"/>
                      </a:lnTo>
                      <a:lnTo>
                        <a:pt x="23331" y="22828"/>
                      </a:lnTo>
                      <a:lnTo>
                        <a:pt x="23414" y="22828"/>
                      </a:lnTo>
                      <a:lnTo>
                        <a:pt x="23414" y="22766"/>
                      </a:lnTo>
                      <a:lnTo>
                        <a:pt x="23310" y="22661"/>
                      </a:lnTo>
                      <a:lnTo>
                        <a:pt x="23373" y="22661"/>
                      </a:lnTo>
                      <a:lnTo>
                        <a:pt x="23373" y="22473"/>
                      </a:lnTo>
                      <a:lnTo>
                        <a:pt x="23247" y="22389"/>
                      </a:lnTo>
                      <a:lnTo>
                        <a:pt x="23226" y="22410"/>
                      </a:lnTo>
                      <a:lnTo>
                        <a:pt x="23142" y="22347"/>
                      </a:lnTo>
                      <a:lnTo>
                        <a:pt x="23163" y="22305"/>
                      </a:lnTo>
                      <a:lnTo>
                        <a:pt x="23163" y="22284"/>
                      </a:lnTo>
                      <a:lnTo>
                        <a:pt x="23247" y="22180"/>
                      </a:lnTo>
                      <a:lnTo>
                        <a:pt x="23205" y="22096"/>
                      </a:lnTo>
                      <a:cubicBezTo>
                        <a:pt x="23205" y="22054"/>
                        <a:pt x="23226" y="21991"/>
                        <a:pt x="23226" y="21950"/>
                      </a:cubicBezTo>
                      <a:lnTo>
                        <a:pt x="23226" y="21887"/>
                      </a:lnTo>
                      <a:lnTo>
                        <a:pt x="23268" y="21929"/>
                      </a:lnTo>
                      <a:lnTo>
                        <a:pt x="23352" y="21866"/>
                      </a:lnTo>
                      <a:lnTo>
                        <a:pt x="23310" y="21761"/>
                      </a:lnTo>
                      <a:lnTo>
                        <a:pt x="23352" y="21719"/>
                      </a:lnTo>
                      <a:lnTo>
                        <a:pt x="23352" y="21573"/>
                      </a:lnTo>
                      <a:lnTo>
                        <a:pt x="23414" y="21552"/>
                      </a:lnTo>
                      <a:lnTo>
                        <a:pt x="23435" y="21719"/>
                      </a:lnTo>
                      <a:lnTo>
                        <a:pt x="23477" y="21678"/>
                      </a:lnTo>
                      <a:lnTo>
                        <a:pt x="23519" y="21657"/>
                      </a:lnTo>
                      <a:lnTo>
                        <a:pt x="23519" y="21678"/>
                      </a:lnTo>
                      <a:lnTo>
                        <a:pt x="23519" y="21719"/>
                      </a:lnTo>
                      <a:lnTo>
                        <a:pt x="23477" y="21761"/>
                      </a:lnTo>
                      <a:lnTo>
                        <a:pt x="23477" y="21845"/>
                      </a:lnTo>
                      <a:lnTo>
                        <a:pt x="23540" y="21887"/>
                      </a:lnTo>
                      <a:lnTo>
                        <a:pt x="23665" y="21866"/>
                      </a:lnTo>
                      <a:lnTo>
                        <a:pt x="23749" y="21761"/>
                      </a:lnTo>
                      <a:lnTo>
                        <a:pt x="23728" y="21719"/>
                      </a:lnTo>
                      <a:cubicBezTo>
                        <a:pt x="23749" y="21657"/>
                        <a:pt x="23770" y="21573"/>
                        <a:pt x="23791" y="21510"/>
                      </a:cubicBezTo>
                      <a:lnTo>
                        <a:pt x="23833" y="21531"/>
                      </a:lnTo>
                      <a:lnTo>
                        <a:pt x="23854" y="21636"/>
                      </a:lnTo>
                      <a:lnTo>
                        <a:pt x="23958" y="21719"/>
                      </a:lnTo>
                      <a:lnTo>
                        <a:pt x="24000" y="21719"/>
                      </a:lnTo>
                      <a:lnTo>
                        <a:pt x="23937" y="21740"/>
                      </a:lnTo>
                      <a:lnTo>
                        <a:pt x="23854" y="21740"/>
                      </a:lnTo>
                      <a:lnTo>
                        <a:pt x="23833" y="21782"/>
                      </a:lnTo>
                      <a:cubicBezTo>
                        <a:pt x="23749" y="21824"/>
                        <a:pt x="23665" y="21866"/>
                        <a:pt x="23665" y="21970"/>
                      </a:cubicBezTo>
                      <a:cubicBezTo>
                        <a:pt x="23665" y="22054"/>
                        <a:pt x="23665" y="22096"/>
                        <a:pt x="23686" y="22180"/>
                      </a:cubicBezTo>
                      <a:lnTo>
                        <a:pt x="23665" y="22159"/>
                      </a:lnTo>
                      <a:lnTo>
                        <a:pt x="23665" y="22138"/>
                      </a:lnTo>
                      <a:lnTo>
                        <a:pt x="23645" y="22159"/>
                      </a:lnTo>
                      <a:cubicBezTo>
                        <a:pt x="23624" y="22159"/>
                        <a:pt x="23603" y="22138"/>
                        <a:pt x="23561" y="22138"/>
                      </a:cubicBezTo>
                      <a:lnTo>
                        <a:pt x="23624" y="22075"/>
                      </a:lnTo>
                      <a:lnTo>
                        <a:pt x="23645" y="21991"/>
                      </a:lnTo>
                      <a:lnTo>
                        <a:pt x="23456" y="21970"/>
                      </a:lnTo>
                      <a:lnTo>
                        <a:pt x="23352" y="22075"/>
                      </a:lnTo>
                      <a:lnTo>
                        <a:pt x="23414" y="22180"/>
                      </a:lnTo>
                      <a:lnTo>
                        <a:pt x="23435" y="22180"/>
                      </a:lnTo>
                      <a:cubicBezTo>
                        <a:pt x="23414" y="22201"/>
                        <a:pt x="23414" y="22222"/>
                        <a:pt x="23414" y="22263"/>
                      </a:cubicBezTo>
                      <a:cubicBezTo>
                        <a:pt x="23435" y="22284"/>
                        <a:pt x="23435" y="22326"/>
                        <a:pt x="23456" y="22368"/>
                      </a:cubicBezTo>
                      <a:cubicBezTo>
                        <a:pt x="23498" y="22389"/>
                        <a:pt x="23519" y="22431"/>
                        <a:pt x="23540" y="22494"/>
                      </a:cubicBezTo>
                      <a:lnTo>
                        <a:pt x="23561" y="22494"/>
                      </a:lnTo>
                      <a:cubicBezTo>
                        <a:pt x="23561" y="22494"/>
                        <a:pt x="23561" y="22514"/>
                        <a:pt x="23582" y="22514"/>
                      </a:cubicBezTo>
                      <a:cubicBezTo>
                        <a:pt x="23624" y="22577"/>
                        <a:pt x="23665" y="22577"/>
                        <a:pt x="23686" y="22598"/>
                      </a:cubicBezTo>
                      <a:lnTo>
                        <a:pt x="23665" y="22619"/>
                      </a:lnTo>
                      <a:lnTo>
                        <a:pt x="23540" y="22724"/>
                      </a:lnTo>
                      <a:lnTo>
                        <a:pt x="23540" y="22828"/>
                      </a:lnTo>
                      <a:lnTo>
                        <a:pt x="23603" y="22933"/>
                      </a:lnTo>
                      <a:lnTo>
                        <a:pt x="23728" y="22828"/>
                      </a:lnTo>
                      <a:lnTo>
                        <a:pt x="23812" y="22682"/>
                      </a:lnTo>
                      <a:lnTo>
                        <a:pt x="23812" y="22619"/>
                      </a:lnTo>
                      <a:lnTo>
                        <a:pt x="23875" y="22598"/>
                      </a:lnTo>
                      <a:lnTo>
                        <a:pt x="24021" y="22473"/>
                      </a:lnTo>
                      <a:lnTo>
                        <a:pt x="24042" y="22514"/>
                      </a:lnTo>
                      <a:lnTo>
                        <a:pt x="24251" y="22514"/>
                      </a:lnTo>
                      <a:lnTo>
                        <a:pt x="24168" y="22619"/>
                      </a:lnTo>
                      <a:lnTo>
                        <a:pt x="24189" y="22640"/>
                      </a:lnTo>
                      <a:lnTo>
                        <a:pt x="24314" y="22640"/>
                      </a:lnTo>
                      <a:lnTo>
                        <a:pt x="24314" y="22703"/>
                      </a:lnTo>
                      <a:lnTo>
                        <a:pt x="24209" y="22807"/>
                      </a:lnTo>
                      <a:cubicBezTo>
                        <a:pt x="24189" y="22807"/>
                        <a:pt x="24168" y="22828"/>
                        <a:pt x="24147" y="22828"/>
                      </a:cubicBezTo>
                      <a:lnTo>
                        <a:pt x="24168" y="22724"/>
                      </a:lnTo>
                      <a:lnTo>
                        <a:pt x="24105" y="22598"/>
                      </a:lnTo>
                      <a:lnTo>
                        <a:pt x="23979" y="22598"/>
                      </a:lnTo>
                      <a:lnTo>
                        <a:pt x="23979" y="22640"/>
                      </a:lnTo>
                      <a:lnTo>
                        <a:pt x="23875" y="22703"/>
                      </a:lnTo>
                      <a:lnTo>
                        <a:pt x="23833" y="22849"/>
                      </a:lnTo>
                      <a:lnTo>
                        <a:pt x="23833" y="22912"/>
                      </a:lnTo>
                      <a:lnTo>
                        <a:pt x="23728" y="23017"/>
                      </a:lnTo>
                      <a:lnTo>
                        <a:pt x="23749" y="23100"/>
                      </a:lnTo>
                      <a:lnTo>
                        <a:pt x="23937" y="23017"/>
                      </a:lnTo>
                      <a:cubicBezTo>
                        <a:pt x="23937" y="23038"/>
                        <a:pt x="23958" y="23038"/>
                        <a:pt x="23958" y="23038"/>
                      </a:cubicBezTo>
                      <a:lnTo>
                        <a:pt x="23854" y="23121"/>
                      </a:lnTo>
                      <a:lnTo>
                        <a:pt x="23770" y="23247"/>
                      </a:lnTo>
                      <a:lnTo>
                        <a:pt x="23833" y="23310"/>
                      </a:lnTo>
                      <a:lnTo>
                        <a:pt x="24000" y="23163"/>
                      </a:lnTo>
                      <a:lnTo>
                        <a:pt x="24063" y="23100"/>
                      </a:lnTo>
                      <a:cubicBezTo>
                        <a:pt x="24084" y="23121"/>
                        <a:pt x="24105" y="23121"/>
                        <a:pt x="24147" y="23142"/>
                      </a:cubicBezTo>
                      <a:lnTo>
                        <a:pt x="24147" y="23163"/>
                      </a:lnTo>
                      <a:lnTo>
                        <a:pt x="24168" y="23226"/>
                      </a:lnTo>
                      <a:lnTo>
                        <a:pt x="24189" y="23268"/>
                      </a:lnTo>
                      <a:lnTo>
                        <a:pt x="24000" y="23268"/>
                      </a:lnTo>
                      <a:lnTo>
                        <a:pt x="23937" y="23351"/>
                      </a:lnTo>
                      <a:lnTo>
                        <a:pt x="23937" y="23414"/>
                      </a:lnTo>
                      <a:lnTo>
                        <a:pt x="24000" y="23414"/>
                      </a:lnTo>
                      <a:lnTo>
                        <a:pt x="24063" y="23372"/>
                      </a:lnTo>
                      <a:lnTo>
                        <a:pt x="24168" y="23372"/>
                      </a:lnTo>
                      <a:lnTo>
                        <a:pt x="24168" y="23414"/>
                      </a:lnTo>
                      <a:lnTo>
                        <a:pt x="24063" y="23477"/>
                      </a:lnTo>
                      <a:lnTo>
                        <a:pt x="23937" y="23477"/>
                      </a:lnTo>
                      <a:lnTo>
                        <a:pt x="23875" y="23540"/>
                      </a:lnTo>
                      <a:lnTo>
                        <a:pt x="23854" y="23665"/>
                      </a:lnTo>
                      <a:lnTo>
                        <a:pt x="23896" y="23770"/>
                      </a:lnTo>
                      <a:lnTo>
                        <a:pt x="23979" y="23728"/>
                      </a:lnTo>
                      <a:lnTo>
                        <a:pt x="24000" y="23644"/>
                      </a:lnTo>
                      <a:lnTo>
                        <a:pt x="24084" y="23644"/>
                      </a:lnTo>
                      <a:lnTo>
                        <a:pt x="24189" y="23582"/>
                      </a:lnTo>
                      <a:lnTo>
                        <a:pt x="24314" y="23435"/>
                      </a:lnTo>
                      <a:lnTo>
                        <a:pt x="24461" y="23247"/>
                      </a:lnTo>
                      <a:lnTo>
                        <a:pt x="24502" y="23017"/>
                      </a:lnTo>
                      <a:lnTo>
                        <a:pt x="24628" y="22745"/>
                      </a:lnTo>
                      <a:lnTo>
                        <a:pt x="24691" y="22724"/>
                      </a:lnTo>
                      <a:lnTo>
                        <a:pt x="24691" y="22703"/>
                      </a:lnTo>
                      <a:lnTo>
                        <a:pt x="24691" y="22661"/>
                      </a:lnTo>
                      <a:lnTo>
                        <a:pt x="24670" y="22661"/>
                      </a:lnTo>
                      <a:lnTo>
                        <a:pt x="24712" y="22619"/>
                      </a:lnTo>
                      <a:lnTo>
                        <a:pt x="24712" y="22577"/>
                      </a:lnTo>
                      <a:lnTo>
                        <a:pt x="24753" y="22514"/>
                      </a:lnTo>
                      <a:lnTo>
                        <a:pt x="24712" y="22473"/>
                      </a:lnTo>
                      <a:lnTo>
                        <a:pt x="24670" y="22452"/>
                      </a:lnTo>
                      <a:lnTo>
                        <a:pt x="24670" y="22347"/>
                      </a:lnTo>
                      <a:lnTo>
                        <a:pt x="24607" y="22242"/>
                      </a:lnTo>
                      <a:lnTo>
                        <a:pt x="24481" y="22159"/>
                      </a:lnTo>
                      <a:lnTo>
                        <a:pt x="24398" y="22096"/>
                      </a:lnTo>
                      <a:lnTo>
                        <a:pt x="24377" y="22033"/>
                      </a:lnTo>
                      <a:lnTo>
                        <a:pt x="24272" y="21866"/>
                      </a:lnTo>
                      <a:lnTo>
                        <a:pt x="24189" y="21845"/>
                      </a:lnTo>
                      <a:lnTo>
                        <a:pt x="24084" y="21845"/>
                      </a:lnTo>
                      <a:lnTo>
                        <a:pt x="24084" y="21782"/>
                      </a:lnTo>
                      <a:lnTo>
                        <a:pt x="24126" y="21740"/>
                      </a:lnTo>
                      <a:lnTo>
                        <a:pt x="24084" y="21657"/>
                      </a:lnTo>
                      <a:lnTo>
                        <a:pt x="24042" y="21615"/>
                      </a:lnTo>
                      <a:lnTo>
                        <a:pt x="24021" y="21531"/>
                      </a:lnTo>
                      <a:lnTo>
                        <a:pt x="24063" y="21468"/>
                      </a:lnTo>
                      <a:lnTo>
                        <a:pt x="24126" y="21447"/>
                      </a:lnTo>
                      <a:lnTo>
                        <a:pt x="24084" y="21406"/>
                      </a:lnTo>
                      <a:lnTo>
                        <a:pt x="24021" y="21343"/>
                      </a:lnTo>
                      <a:lnTo>
                        <a:pt x="23958" y="21343"/>
                      </a:lnTo>
                      <a:lnTo>
                        <a:pt x="23958" y="21259"/>
                      </a:lnTo>
                      <a:lnTo>
                        <a:pt x="24063" y="21217"/>
                      </a:lnTo>
                      <a:lnTo>
                        <a:pt x="24042" y="20799"/>
                      </a:lnTo>
                      <a:lnTo>
                        <a:pt x="24042" y="20380"/>
                      </a:lnTo>
                      <a:lnTo>
                        <a:pt x="24084" y="20025"/>
                      </a:lnTo>
                      <a:lnTo>
                        <a:pt x="24063" y="19941"/>
                      </a:lnTo>
                      <a:lnTo>
                        <a:pt x="24063" y="19836"/>
                      </a:lnTo>
                      <a:lnTo>
                        <a:pt x="24126" y="19732"/>
                      </a:lnTo>
                      <a:lnTo>
                        <a:pt x="24084" y="19627"/>
                      </a:lnTo>
                      <a:lnTo>
                        <a:pt x="24042" y="19543"/>
                      </a:lnTo>
                      <a:lnTo>
                        <a:pt x="24021" y="19334"/>
                      </a:lnTo>
                      <a:lnTo>
                        <a:pt x="23875" y="19167"/>
                      </a:lnTo>
                      <a:lnTo>
                        <a:pt x="23833" y="18957"/>
                      </a:lnTo>
                      <a:lnTo>
                        <a:pt x="23854" y="18853"/>
                      </a:lnTo>
                      <a:lnTo>
                        <a:pt x="23728" y="18518"/>
                      </a:lnTo>
                      <a:lnTo>
                        <a:pt x="23749" y="18434"/>
                      </a:lnTo>
                      <a:lnTo>
                        <a:pt x="23833" y="18288"/>
                      </a:lnTo>
                      <a:lnTo>
                        <a:pt x="23812" y="18204"/>
                      </a:lnTo>
                      <a:lnTo>
                        <a:pt x="23812" y="18100"/>
                      </a:lnTo>
                      <a:lnTo>
                        <a:pt x="23665" y="17995"/>
                      </a:lnTo>
                      <a:lnTo>
                        <a:pt x="23498" y="17995"/>
                      </a:lnTo>
                      <a:lnTo>
                        <a:pt x="23289" y="18058"/>
                      </a:lnTo>
                      <a:lnTo>
                        <a:pt x="23226" y="18079"/>
                      </a:lnTo>
                      <a:lnTo>
                        <a:pt x="23017" y="18162"/>
                      </a:lnTo>
                      <a:lnTo>
                        <a:pt x="22891" y="18288"/>
                      </a:lnTo>
                      <a:lnTo>
                        <a:pt x="22724" y="18518"/>
                      </a:lnTo>
                      <a:lnTo>
                        <a:pt x="22598" y="18602"/>
                      </a:lnTo>
                      <a:lnTo>
                        <a:pt x="22410" y="18623"/>
                      </a:lnTo>
                      <a:lnTo>
                        <a:pt x="22201" y="18644"/>
                      </a:lnTo>
                      <a:lnTo>
                        <a:pt x="22159" y="18644"/>
                      </a:lnTo>
                      <a:lnTo>
                        <a:pt x="22159" y="18581"/>
                      </a:lnTo>
                      <a:lnTo>
                        <a:pt x="22264" y="18413"/>
                      </a:lnTo>
                      <a:lnTo>
                        <a:pt x="22201" y="18267"/>
                      </a:lnTo>
                      <a:lnTo>
                        <a:pt x="22054" y="17597"/>
                      </a:lnTo>
                      <a:lnTo>
                        <a:pt x="21950" y="17325"/>
                      </a:lnTo>
                      <a:lnTo>
                        <a:pt x="21887" y="17179"/>
                      </a:lnTo>
                      <a:lnTo>
                        <a:pt x="22033" y="16928"/>
                      </a:lnTo>
                      <a:lnTo>
                        <a:pt x="21740" y="16886"/>
                      </a:lnTo>
                      <a:lnTo>
                        <a:pt x="21531" y="17032"/>
                      </a:lnTo>
                      <a:lnTo>
                        <a:pt x="21406" y="16970"/>
                      </a:lnTo>
                      <a:lnTo>
                        <a:pt x="21029" y="16970"/>
                      </a:lnTo>
                      <a:lnTo>
                        <a:pt x="27704" y="4792"/>
                      </a:lnTo>
                      <a:lnTo>
                        <a:pt x="27683" y="4729"/>
                      </a:lnTo>
                      <a:lnTo>
                        <a:pt x="27536" y="4708"/>
                      </a:lnTo>
                      <a:lnTo>
                        <a:pt x="27474" y="4729"/>
                      </a:lnTo>
                      <a:lnTo>
                        <a:pt x="27411" y="4667"/>
                      </a:lnTo>
                      <a:lnTo>
                        <a:pt x="27369" y="4416"/>
                      </a:lnTo>
                      <a:lnTo>
                        <a:pt x="27306" y="4290"/>
                      </a:lnTo>
                      <a:lnTo>
                        <a:pt x="27222" y="4248"/>
                      </a:lnTo>
                      <a:lnTo>
                        <a:pt x="27202" y="4102"/>
                      </a:lnTo>
                      <a:lnTo>
                        <a:pt x="27118" y="3955"/>
                      </a:lnTo>
                      <a:lnTo>
                        <a:pt x="27076" y="3892"/>
                      </a:lnTo>
                      <a:lnTo>
                        <a:pt x="26867" y="3892"/>
                      </a:lnTo>
                      <a:lnTo>
                        <a:pt x="26846" y="3934"/>
                      </a:lnTo>
                      <a:lnTo>
                        <a:pt x="26678" y="3892"/>
                      </a:lnTo>
                      <a:lnTo>
                        <a:pt x="26532" y="3934"/>
                      </a:lnTo>
                      <a:lnTo>
                        <a:pt x="26448" y="3872"/>
                      </a:lnTo>
                      <a:lnTo>
                        <a:pt x="26386" y="3892"/>
                      </a:lnTo>
                      <a:lnTo>
                        <a:pt x="26344" y="3872"/>
                      </a:lnTo>
                      <a:lnTo>
                        <a:pt x="26323" y="3892"/>
                      </a:lnTo>
                      <a:lnTo>
                        <a:pt x="26239" y="3892"/>
                      </a:lnTo>
                      <a:lnTo>
                        <a:pt x="26239" y="3872"/>
                      </a:lnTo>
                      <a:lnTo>
                        <a:pt x="26281" y="3872"/>
                      </a:lnTo>
                      <a:lnTo>
                        <a:pt x="26281" y="3830"/>
                      </a:lnTo>
                      <a:lnTo>
                        <a:pt x="26176" y="3746"/>
                      </a:lnTo>
                      <a:lnTo>
                        <a:pt x="26114" y="3767"/>
                      </a:lnTo>
                      <a:lnTo>
                        <a:pt x="26030" y="3746"/>
                      </a:lnTo>
                      <a:lnTo>
                        <a:pt x="26051" y="3725"/>
                      </a:lnTo>
                      <a:lnTo>
                        <a:pt x="26114" y="3683"/>
                      </a:lnTo>
                      <a:lnTo>
                        <a:pt x="26051" y="3641"/>
                      </a:lnTo>
                      <a:lnTo>
                        <a:pt x="25967" y="3641"/>
                      </a:lnTo>
                      <a:lnTo>
                        <a:pt x="25904" y="3620"/>
                      </a:lnTo>
                      <a:lnTo>
                        <a:pt x="25904" y="3558"/>
                      </a:lnTo>
                      <a:lnTo>
                        <a:pt x="25821" y="3474"/>
                      </a:lnTo>
                      <a:lnTo>
                        <a:pt x="25737" y="3411"/>
                      </a:lnTo>
                      <a:lnTo>
                        <a:pt x="25716" y="3411"/>
                      </a:lnTo>
                      <a:lnTo>
                        <a:pt x="25653" y="3369"/>
                      </a:lnTo>
                      <a:lnTo>
                        <a:pt x="25611" y="3369"/>
                      </a:lnTo>
                      <a:lnTo>
                        <a:pt x="25549" y="3432"/>
                      </a:lnTo>
                      <a:lnTo>
                        <a:pt x="25549" y="3369"/>
                      </a:lnTo>
                      <a:lnTo>
                        <a:pt x="25528" y="3328"/>
                      </a:lnTo>
                      <a:lnTo>
                        <a:pt x="25444" y="3265"/>
                      </a:lnTo>
                      <a:lnTo>
                        <a:pt x="25381" y="3369"/>
                      </a:lnTo>
                      <a:lnTo>
                        <a:pt x="25318" y="3328"/>
                      </a:lnTo>
                      <a:lnTo>
                        <a:pt x="25318" y="3244"/>
                      </a:lnTo>
                      <a:lnTo>
                        <a:pt x="25381" y="3223"/>
                      </a:lnTo>
                      <a:lnTo>
                        <a:pt x="25339" y="3160"/>
                      </a:lnTo>
                      <a:lnTo>
                        <a:pt x="25277" y="3139"/>
                      </a:lnTo>
                      <a:lnTo>
                        <a:pt x="25193" y="3160"/>
                      </a:lnTo>
                      <a:lnTo>
                        <a:pt x="25193" y="3160"/>
                      </a:lnTo>
                      <a:lnTo>
                        <a:pt x="25214" y="3118"/>
                      </a:lnTo>
                      <a:lnTo>
                        <a:pt x="25214" y="3056"/>
                      </a:lnTo>
                      <a:lnTo>
                        <a:pt x="25109" y="3014"/>
                      </a:lnTo>
                      <a:lnTo>
                        <a:pt x="25025" y="2909"/>
                      </a:lnTo>
                      <a:lnTo>
                        <a:pt x="25067" y="2888"/>
                      </a:lnTo>
                      <a:lnTo>
                        <a:pt x="25025" y="2825"/>
                      </a:lnTo>
                      <a:lnTo>
                        <a:pt x="24963" y="2804"/>
                      </a:lnTo>
                      <a:lnTo>
                        <a:pt x="24900" y="2846"/>
                      </a:lnTo>
                      <a:lnTo>
                        <a:pt x="24691" y="3056"/>
                      </a:lnTo>
                      <a:lnTo>
                        <a:pt x="24461" y="3202"/>
                      </a:lnTo>
                      <a:lnTo>
                        <a:pt x="24670" y="3035"/>
                      </a:lnTo>
                      <a:lnTo>
                        <a:pt x="24795" y="2846"/>
                      </a:lnTo>
                      <a:lnTo>
                        <a:pt x="24921" y="2721"/>
                      </a:lnTo>
                      <a:lnTo>
                        <a:pt x="24963" y="2595"/>
                      </a:lnTo>
                      <a:lnTo>
                        <a:pt x="24879" y="2532"/>
                      </a:lnTo>
                      <a:lnTo>
                        <a:pt x="24712" y="2428"/>
                      </a:lnTo>
                      <a:lnTo>
                        <a:pt x="24586" y="2428"/>
                      </a:lnTo>
                      <a:lnTo>
                        <a:pt x="24440" y="2491"/>
                      </a:lnTo>
                      <a:lnTo>
                        <a:pt x="24356" y="2491"/>
                      </a:lnTo>
                      <a:lnTo>
                        <a:pt x="24293" y="2512"/>
                      </a:lnTo>
                      <a:lnTo>
                        <a:pt x="24147" y="2532"/>
                      </a:lnTo>
                      <a:lnTo>
                        <a:pt x="23979" y="2721"/>
                      </a:lnTo>
                      <a:lnTo>
                        <a:pt x="23854" y="2825"/>
                      </a:lnTo>
                      <a:lnTo>
                        <a:pt x="23854" y="2825"/>
                      </a:lnTo>
                      <a:lnTo>
                        <a:pt x="23958" y="2700"/>
                      </a:lnTo>
                      <a:lnTo>
                        <a:pt x="23937" y="2532"/>
                      </a:lnTo>
                      <a:lnTo>
                        <a:pt x="23958" y="2407"/>
                      </a:lnTo>
                      <a:lnTo>
                        <a:pt x="23958" y="2302"/>
                      </a:lnTo>
                      <a:lnTo>
                        <a:pt x="23770" y="2198"/>
                      </a:lnTo>
                      <a:lnTo>
                        <a:pt x="23770" y="2156"/>
                      </a:lnTo>
                      <a:lnTo>
                        <a:pt x="23875" y="2093"/>
                      </a:lnTo>
                      <a:lnTo>
                        <a:pt x="23979" y="2093"/>
                      </a:lnTo>
                      <a:lnTo>
                        <a:pt x="23979" y="2051"/>
                      </a:lnTo>
                      <a:lnTo>
                        <a:pt x="23707" y="1884"/>
                      </a:lnTo>
                      <a:lnTo>
                        <a:pt x="23665" y="1800"/>
                      </a:lnTo>
                      <a:lnTo>
                        <a:pt x="23728" y="1737"/>
                      </a:lnTo>
                      <a:lnTo>
                        <a:pt x="23875" y="1654"/>
                      </a:lnTo>
                      <a:lnTo>
                        <a:pt x="23958" y="1570"/>
                      </a:lnTo>
                      <a:lnTo>
                        <a:pt x="23917" y="1486"/>
                      </a:lnTo>
                      <a:lnTo>
                        <a:pt x="23854" y="1361"/>
                      </a:lnTo>
                      <a:lnTo>
                        <a:pt x="23812" y="1361"/>
                      </a:lnTo>
                      <a:lnTo>
                        <a:pt x="23749" y="1382"/>
                      </a:lnTo>
                      <a:lnTo>
                        <a:pt x="23707" y="1319"/>
                      </a:lnTo>
                      <a:lnTo>
                        <a:pt x="23624" y="1256"/>
                      </a:lnTo>
                      <a:lnTo>
                        <a:pt x="23519" y="1256"/>
                      </a:lnTo>
                      <a:lnTo>
                        <a:pt x="23393" y="1214"/>
                      </a:lnTo>
                      <a:lnTo>
                        <a:pt x="23331" y="1172"/>
                      </a:lnTo>
                      <a:lnTo>
                        <a:pt x="23247" y="1214"/>
                      </a:lnTo>
                      <a:lnTo>
                        <a:pt x="23121" y="1214"/>
                      </a:lnTo>
                      <a:lnTo>
                        <a:pt x="23080" y="1319"/>
                      </a:lnTo>
                      <a:lnTo>
                        <a:pt x="23080" y="1361"/>
                      </a:lnTo>
                      <a:lnTo>
                        <a:pt x="22996" y="1256"/>
                      </a:lnTo>
                      <a:lnTo>
                        <a:pt x="23038" y="1151"/>
                      </a:lnTo>
                      <a:lnTo>
                        <a:pt x="23101" y="1131"/>
                      </a:lnTo>
                      <a:lnTo>
                        <a:pt x="23101" y="1026"/>
                      </a:lnTo>
                      <a:lnTo>
                        <a:pt x="23142" y="942"/>
                      </a:lnTo>
                      <a:lnTo>
                        <a:pt x="23205" y="921"/>
                      </a:lnTo>
                      <a:lnTo>
                        <a:pt x="23205" y="817"/>
                      </a:lnTo>
                      <a:lnTo>
                        <a:pt x="23226" y="712"/>
                      </a:lnTo>
                      <a:lnTo>
                        <a:pt x="23205" y="649"/>
                      </a:lnTo>
                      <a:lnTo>
                        <a:pt x="23184" y="649"/>
                      </a:lnTo>
                      <a:lnTo>
                        <a:pt x="23038" y="796"/>
                      </a:lnTo>
                      <a:lnTo>
                        <a:pt x="23017" y="900"/>
                      </a:lnTo>
                      <a:lnTo>
                        <a:pt x="22996" y="900"/>
                      </a:lnTo>
                      <a:lnTo>
                        <a:pt x="22912" y="838"/>
                      </a:lnTo>
                      <a:lnTo>
                        <a:pt x="22808" y="900"/>
                      </a:lnTo>
                      <a:lnTo>
                        <a:pt x="22787" y="942"/>
                      </a:lnTo>
                      <a:lnTo>
                        <a:pt x="22808" y="1047"/>
                      </a:lnTo>
                      <a:lnTo>
                        <a:pt x="22724" y="1131"/>
                      </a:lnTo>
                      <a:lnTo>
                        <a:pt x="22682" y="1131"/>
                      </a:lnTo>
                      <a:lnTo>
                        <a:pt x="22661" y="1068"/>
                      </a:lnTo>
                      <a:lnTo>
                        <a:pt x="22598" y="1214"/>
                      </a:lnTo>
                      <a:lnTo>
                        <a:pt x="22598" y="1319"/>
                      </a:lnTo>
                      <a:lnTo>
                        <a:pt x="22556" y="1172"/>
                      </a:lnTo>
                      <a:lnTo>
                        <a:pt x="22556" y="1047"/>
                      </a:lnTo>
                      <a:lnTo>
                        <a:pt x="22598" y="942"/>
                      </a:lnTo>
                      <a:lnTo>
                        <a:pt x="22556" y="921"/>
                      </a:lnTo>
                      <a:lnTo>
                        <a:pt x="22473" y="1005"/>
                      </a:lnTo>
                      <a:lnTo>
                        <a:pt x="22452" y="1068"/>
                      </a:lnTo>
                      <a:lnTo>
                        <a:pt x="22368" y="1110"/>
                      </a:lnTo>
                      <a:lnTo>
                        <a:pt x="22410" y="921"/>
                      </a:lnTo>
                      <a:lnTo>
                        <a:pt x="22368" y="817"/>
                      </a:lnTo>
                      <a:lnTo>
                        <a:pt x="22264" y="817"/>
                      </a:lnTo>
                      <a:lnTo>
                        <a:pt x="22284" y="733"/>
                      </a:lnTo>
                      <a:lnTo>
                        <a:pt x="22410" y="628"/>
                      </a:lnTo>
                      <a:lnTo>
                        <a:pt x="22515" y="607"/>
                      </a:lnTo>
                      <a:lnTo>
                        <a:pt x="22661" y="712"/>
                      </a:lnTo>
                      <a:lnTo>
                        <a:pt x="22808" y="628"/>
                      </a:lnTo>
                      <a:lnTo>
                        <a:pt x="22912" y="607"/>
                      </a:lnTo>
                      <a:lnTo>
                        <a:pt x="23017" y="503"/>
                      </a:lnTo>
                      <a:lnTo>
                        <a:pt x="23017" y="440"/>
                      </a:lnTo>
                      <a:lnTo>
                        <a:pt x="23038" y="398"/>
                      </a:lnTo>
                      <a:lnTo>
                        <a:pt x="23017" y="335"/>
                      </a:lnTo>
                      <a:lnTo>
                        <a:pt x="22891" y="294"/>
                      </a:lnTo>
                      <a:lnTo>
                        <a:pt x="22828" y="294"/>
                      </a:lnTo>
                      <a:lnTo>
                        <a:pt x="22828" y="189"/>
                      </a:lnTo>
                      <a:lnTo>
                        <a:pt x="22787" y="126"/>
                      </a:lnTo>
                      <a:lnTo>
                        <a:pt x="22766" y="105"/>
                      </a:lnTo>
                      <a:lnTo>
                        <a:pt x="22787" y="84"/>
                      </a:lnTo>
                      <a:lnTo>
                        <a:pt x="22828" y="63"/>
                      </a:lnTo>
                      <a:lnTo>
                        <a:pt x="2287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60"/>
                <p:cNvSpPr/>
                <p:nvPr/>
              </p:nvSpPr>
              <p:spPr>
                <a:xfrm>
                  <a:off x="1979950" y="2384350"/>
                  <a:ext cx="816050" cy="481275"/>
                </a:xfrm>
                <a:custGeom>
                  <a:rect b="b" l="l" r="r" t="t"/>
                  <a:pathLst>
                    <a:path extrusionOk="0" h="19251" w="32642">
                      <a:moveTo>
                        <a:pt x="2846" y="1"/>
                      </a:moveTo>
                      <a:lnTo>
                        <a:pt x="2909" y="210"/>
                      </a:lnTo>
                      <a:lnTo>
                        <a:pt x="3035" y="273"/>
                      </a:lnTo>
                      <a:lnTo>
                        <a:pt x="2993" y="356"/>
                      </a:lnTo>
                      <a:lnTo>
                        <a:pt x="2909" y="440"/>
                      </a:lnTo>
                      <a:lnTo>
                        <a:pt x="2930" y="545"/>
                      </a:lnTo>
                      <a:lnTo>
                        <a:pt x="2993" y="586"/>
                      </a:lnTo>
                      <a:lnTo>
                        <a:pt x="2972" y="649"/>
                      </a:lnTo>
                      <a:lnTo>
                        <a:pt x="2909" y="733"/>
                      </a:lnTo>
                      <a:lnTo>
                        <a:pt x="2951" y="775"/>
                      </a:lnTo>
                      <a:lnTo>
                        <a:pt x="2951" y="858"/>
                      </a:lnTo>
                      <a:lnTo>
                        <a:pt x="2993" y="900"/>
                      </a:lnTo>
                      <a:lnTo>
                        <a:pt x="2909" y="1047"/>
                      </a:lnTo>
                      <a:lnTo>
                        <a:pt x="2825" y="1089"/>
                      </a:lnTo>
                      <a:lnTo>
                        <a:pt x="2763" y="1256"/>
                      </a:lnTo>
                      <a:lnTo>
                        <a:pt x="2721" y="1298"/>
                      </a:lnTo>
                      <a:lnTo>
                        <a:pt x="2721" y="1423"/>
                      </a:lnTo>
                      <a:lnTo>
                        <a:pt x="2637" y="1486"/>
                      </a:lnTo>
                      <a:lnTo>
                        <a:pt x="2616" y="1591"/>
                      </a:lnTo>
                      <a:lnTo>
                        <a:pt x="2470" y="1674"/>
                      </a:lnTo>
                      <a:lnTo>
                        <a:pt x="2386" y="1633"/>
                      </a:lnTo>
                      <a:lnTo>
                        <a:pt x="2344" y="1570"/>
                      </a:lnTo>
                      <a:lnTo>
                        <a:pt x="2428" y="1465"/>
                      </a:lnTo>
                      <a:lnTo>
                        <a:pt x="2449" y="1507"/>
                      </a:lnTo>
                      <a:lnTo>
                        <a:pt x="2532" y="1465"/>
                      </a:lnTo>
                      <a:lnTo>
                        <a:pt x="2553" y="1528"/>
                      </a:lnTo>
                      <a:lnTo>
                        <a:pt x="2595" y="1486"/>
                      </a:lnTo>
                      <a:lnTo>
                        <a:pt x="2595" y="1361"/>
                      </a:lnTo>
                      <a:lnTo>
                        <a:pt x="2658" y="1214"/>
                      </a:lnTo>
                      <a:lnTo>
                        <a:pt x="2742" y="1151"/>
                      </a:lnTo>
                      <a:lnTo>
                        <a:pt x="2742" y="1047"/>
                      </a:lnTo>
                      <a:lnTo>
                        <a:pt x="2700" y="1068"/>
                      </a:lnTo>
                      <a:lnTo>
                        <a:pt x="2553" y="1172"/>
                      </a:lnTo>
                      <a:lnTo>
                        <a:pt x="2512" y="1214"/>
                      </a:lnTo>
                      <a:lnTo>
                        <a:pt x="2428" y="1214"/>
                      </a:lnTo>
                      <a:lnTo>
                        <a:pt x="2428" y="1172"/>
                      </a:lnTo>
                      <a:lnTo>
                        <a:pt x="2532" y="1068"/>
                      </a:lnTo>
                      <a:lnTo>
                        <a:pt x="2658" y="1005"/>
                      </a:lnTo>
                      <a:lnTo>
                        <a:pt x="2700" y="963"/>
                      </a:lnTo>
                      <a:lnTo>
                        <a:pt x="2658" y="879"/>
                      </a:lnTo>
                      <a:lnTo>
                        <a:pt x="2616" y="879"/>
                      </a:lnTo>
                      <a:lnTo>
                        <a:pt x="2532" y="900"/>
                      </a:lnTo>
                      <a:lnTo>
                        <a:pt x="2470" y="796"/>
                      </a:lnTo>
                      <a:lnTo>
                        <a:pt x="2407" y="754"/>
                      </a:lnTo>
                      <a:lnTo>
                        <a:pt x="2135" y="754"/>
                      </a:lnTo>
                      <a:lnTo>
                        <a:pt x="2009" y="649"/>
                      </a:lnTo>
                      <a:lnTo>
                        <a:pt x="1716" y="419"/>
                      </a:lnTo>
                      <a:lnTo>
                        <a:pt x="1696" y="440"/>
                      </a:lnTo>
                      <a:lnTo>
                        <a:pt x="1675" y="545"/>
                      </a:lnTo>
                      <a:lnTo>
                        <a:pt x="1591" y="754"/>
                      </a:lnTo>
                      <a:lnTo>
                        <a:pt x="1591" y="858"/>
                      </a:lnTo>
                      <a:lnTo>
                        <a:pt x="1654" y="1068"/>
                      </a:lnTo>
                      <a:lnTo>
                        <a:pt x="1591" y="1382"/>
                      </a:lnTo>
                      <a:lnTo>
                        <a:pt x="1612" y="1507"/>
                      </a:lnTo>
                      <a:lnTo>
                        <a:pt x="1591" y="1674"/>
                      </a:lnTo>
                      <a:lnTo>
                        <a:pt x="1612" y="1737"/>
                      </a:lnTo>
                      <a:lnTo>
                        <a:pt x="1675" y="1737"/>
                      </a:lnTo>
                      <a:lnTo>
                        <a:pt x="1696" y="1800"/>
                      </a:lnTo>
                      <a:lnTo>
                        <a:pt x="1654" y="1884"/>
                      </a:lnTo>
                      <a:lnTo>
                        <a:pt x="1591" y="1884"/>
                      </a:lnTo>
                      <a:lnTo>
                        <a:pt x="1570" y="1946"/>
                      </a:lnTo>
                      <a:lnTo>
                        <a:pt x="1591" y="2009"/>
                      </a:lnTo>
                      <a:lnTo>
                        <a:pt x="1696" y="2030"/>
                      </a:lnTo>
                      <a:lnTo>
                        <a:pt x="1654" y="2135"/>
                      </a:lnTo>
                      <a:lnTo>
                        <a:pt x="1654" y="2239"/>
                      </a:lnTo>
                      <a:lnTo>
                        <a:pt x="1591" y="2323"/>
                      </a:lnTo>
                      <a:lnTo>
                        <a:pt x="1549" y="2302"/>
                      </a:lnTo>
                      <a:lnTo>
                        <a:pt x="1507" y="2344"/>
                      </a:lnTo>
                      <a:lnTo>
                        <a:pt x="1507" y="2428"/>
                      </a:lnTo>
                      <a:lnTo>
                        <a:pt x="1675" y="2449"/>
                      </a:lnTo>
                      <a:lnTo>
                        <a:pt x="1821" y="2470"/>
                      </a:lnTo>
                      <a:lnTo>
                        <a:pt x="1926" y="2553"/>
                      </a:lnTo>
                      <a:lnTo>
                        <a:pt x="2072" y="2553"/>
                      </a:lnTo>
                      <a:lnTo>
                        <a:pt x="2114" y="2637"/>
                      </a:lnTo>
                      <a:lnTo>
                        <a:pt x="2135" y="2783"/>
                      </a:lnTo>
                      <a:lnTo>
                        <a:pt x="2093" y="2658"/>
                      </a:lnTo>
                      <a:lnTo>
                        <a:pt x="1988" y="2574"/>
                      </a:lnTo>
                      <a:lnTo>
                        <a:pt x="1905" y="2616"/>
                      </a:lnTo>
                      <a:lnTo>
                        <a:pt x="1821" y="2553"/>
                      </a:lnTo>
                      <a:lnTo>
                        <a:pt x="1612" y="2532"/>
                      </a:lnTo>
                      <a:lnTo>
                        <a:pt x="1570" y="2470"/>
                      </a:lnTo>
                      <a:lnTo>
                        <a:pt x="1507" y="2511"/>
                      </a:lnTo>
                      <a:lnTo>
                        <a:pt x="1507" y="2616"/>
                      </a:lnTo>
                      <a:lnTo>
                        <a:pt x="1403" y="2763"/>
                      </a:lnTo>
                      <a:lnTo>
                        <a:pt x="1403" y="2846"/>
                      </a:lnTo>
                      <a:lnTo>
                        <a:pt x="1403" y="2930"/>
                      </a:lnTo>
                      <a:lnTo>
                        <a:pt x="1340" y="3076"/>
                      </a:lnTo>
                      <a:lnTo>
                        <a:pt x="1277" y="3202"/>
                      </a:lnTo>
                      <a:lnTo>
                        <a:pt x="1131" y="3558"/>
                      </a:lnTo>
                      <a:lnTo>
                        <a:pt x="1089" y="3809"/>
                      </a:lnTo>
                      <a:lnTo>
                        <a:pt x="942" y="4102"/>
                      </a:lnTo>
                      <a:lnTo>
                        <a:pt x="921" y="4415"/>
                      </a:lnTo>
                      <a:lnTo>
                        <a:pt x="838" y="4541"/>
                      </a:lnTo>
                      <a:lnTo>
                        <a:pt x="733" y="4667"/>
                      </a:lnTo>
                      <a:lnTo>
                        <a:pt x="649" y="4855"/>
                      </a:lnTo>
                      <a:lnTo>
                        <a:pt x="608" y="4939"/>
                      </a:lnTo>
                      <a:lnTo>
                        <a:pt x="566" y="5043"/>
                      </a:lnTo>
                      <a:lnTo>
                        <a:pt x="419" y="5231"/>
                      </a:lnTo>
                      <a:lnTo>
                        <a:pt x="356" y="5336"/>
                      </a:lnTo>
                      <a:lnTo>
                        <a:pt x="398" y="5566"/>
                      </a:lnTo>
                      <a:lnTo>
                        <a:pt x="336" y="5776"/>
                      </a:lnTo>
                      <a:lnTo>
                        <a:pt x="336" y="5922"/>
                      </a:lnTo>
                      <a:lnTo>
                        <a:pt x="419" y="6027"/>
                      </a:lnTo>
                      <a:lnTo>
                        <a:pt x="356" y="6110"/>
                      </a:lnTo>
                      <a:lnTo>
                        <a:pt x="336" y="6194"/>
                      </a:lnTo>
                      <a:lnTo>
                        <a:pt x="398" y="6340"/>
                      </a:lnTo>
                      <a:lnTo>
                        <a:pt x="356" y="6592"/>
                      </a:lnTo>
                      <a:lnTo>
                        <a:pt x="315" y="6717"/>
                      </a:lnTo>
                      <a:lnTo>
                        <a:pt x="231" y="6759"/>
                      </a:lnTo>
                      <a:lnTo>
                        <a:pt x="252" y="6843"/>
                      </a:lnTo>
                      <a:lnTo>
                        <a:pt x="294" y="6864"/>
                      </a:lnTo>
                      <a:lnTo>
                        <a:pt x="231" y="7031"/>
                      </a:lnTo>
                      <a:lnTo>
                        <a:pt x="84" y="7136"/>
                      </a:lnTo>
                      <a:lnTo>
                        <a:pt x="1" y="7261"/>
                      </a:lnTo>
                      <a:lnTo>
                        <a:pt x="1" y="7387"/>
                      </a:lnTo>
                      <a:lnTo>
                        <a:pt x="105" y="7554"/>
                      </a:lnTo>
                      <a:lnTo>
                        <a:pt x="210" y="7763"/>
                      </a:lnTo>
                      <a:lnTo>
                        <a:pt x="210" y="7993"/>
                      </a:lnTo>
                      <a:lnTo>
                        <a:pt x="189" y="8119"/>
                      </a:lnTo>
                      <a:lnTo>
                        <a:pt x="126" y="8203"/>
                      </a:lnTo>
                      <a:lnTo>
                        <a:pt x="126" y="8286"/>
                      </a:lnTo>
                      <a:lnTo>
                        <a:pt x="147" y="8370"/>
                      </a:lnTo>
                      <a:lnTo>
                        <a:pt x="189" y="8496"/>
                      </a:lnTo>
                      <a:lnTo>
                        <a:pt x="126" y="8579"/>
                      </a:lnTo>
                      <a:lnTo>
                        <a:pt x="105" y="8642"/>
                      </a:lnTo>
                      <a:lnTo>
                        <a:pt x="126" y="8726"/>
                      </a:lnTo>
                      <a:lnTo>
                        <a:pt x="356" y="9102"/>
                      </a:lnTo>
                      <a:lnTo>
                        <a:pt x="398" y="9207"/>
                      </a:lnTo>
                      <a:lnTo>
                        <a:pt x="356" y="9270"/>
                      </a:lnTo>
                      <a:lnTo>
                        <a:pt x="398" y="9353"/>
                      </a:lnTo>
                      <a:lnTo>
                        <a:pt x="524" y="9479"/>
                      </a:lnTo>
                      <a:lnTo>
                        <a:pt x="545" y="9542"/>
                      </a:lnTo>
                      <a:lnTo>
                        <a:pt x="628" y="9542"/>
                      </a:lnTo>
                      <a:lnTo>
                        <a:pt x="628" y="9437"/>
                      </a:lnTo>
                      <a:lnTo>
                        <a:pt x="628" y="9312"/>
                      </a:lnTo>
                      <a:lnTo>
                        <a:pt x="712" y="9333"/>
                      </a:lnTo>
                      <a:lnTo>
                        <a:pt x="733" y="9312"/>
                      </a:lnTo>
                      <a:lnTo>
                        <a:pt x="733" y="9353"/>
                      </a:lnTo>
                      <a:lnTo>
                        <a:pt x="838" y="9353"/>
                      </a:lnTo>
                      <a:lnTo>
                        <a:pt x="859" y="9416"/>
                      </a:lnTo>
                      <a:lnTo>
                        <a:pt x="984" y="9437"/>
                      </a:lnTo>
                      <a:lnTo>
                        <a:pt x="880" y="9437"/>
                      </a:lnTo>
                      <a:lnTo>
                        <a:pt x="817" y="9479"/>
                      </a:lnTo>
                      <a:lnTo>
                        <a:pt x="754" y="9437"/>
                      </a:lnTo>
                      <a:lnTo>
                        <a:pt x="712" y="9437"/>
                      </a:lnTo>
                      <a:lnTo>
                        <a:pt x="712" y="9521"/>
                      </a:lnTo>
                      <a:lnTo>
                        <a:pt x="754" y="9542"/>
                      </a:lnTo>
                      <a:lnTo>
                        <a:pt x="754" y="9688"/>
                      </a:lnTo>
                      <a:lnTo>
                        <a:pt x="817" y="9793"/>
                      </a:lnTo>
                      <a:lnTo>
                        <a:pt x="838" y="9835"/>
                      </a:lnTo>
                      <a:lnTo>
                        <a:pt x="733" y="9793"/>
                      </a:lnTo>
                      <a:lnTo>
                        <a:pt x="670" y="9688"/>
                      </a:lnTo>
                      <a:lnTo>
                        <a:pt x="649" y="9646"/>
                      </a:lnTo>
                      <a:lnTo>
                        <a:pt x="608" y="9688"/>
                      </a:lnTo>
                      <a:lnTo>
                        <a:pt x="608" y="9772"/>
                      </a:lnTo>
                      <a:lnTo>
                        <a:pt x="545" y="9835"/>
                      </a:lnTo>
                      <a:lnTo>
                        <a:pt x="566" y="9877"/>
                      </a:lnTo>
                      <a:lnTo>
                        <a:pt x="545" y="9981"/>
                      </a:lnTo>
                      <a:lnTo>
                        <a:pt x="545" y="10086"/>
                      </a:lnTo>
                      <a:lnTo>
                        <a:pt x="608" y="10107"/>
                      </a:lnTo>
                      <a:lnTo>
                        <a:pt x="628" y="10211"/>
                      </a:lnTo>
                      <a:lnTo>
                        <a:pt x="733" y="10274"/>
                      </a:lnTo>
                      <a:lnTo>
                        <a:pt x="775" y="10358"/>
                      </a:lnTo>
                      <a:lnTo>
                        <a:pt x="775" y="10421"/>
                      </a:lnTo>
                      <a:lnTo>
                        <a:pt x="712" y="10504"/>
                      </a:lnTo>
                      <a:lnTo>
                        <a:pt x="649" y="10504"/>
                      </a:lnTo>
                      <a:lnTo>
                        <a:pt x="649" y="10567"/>
                      </a:lnTo>
                      <a:lnTo>
                        <a:pt x="670" y="10672"/>
                      </a:lnTo>
                      <a:lnTo>
                        <a:pt x="670" y="10797"/>
                      </a:lnTo>
                      <a:lnTo>
                        <a:pt x="712" y="10839"/>
                      </a:lnTo>
                      <a:lnTo>
                        <a:pt x="775" y="10923"/>
                      </a:lnTo>
                      <a:lnTo>
                        <a:pt x="817" y="11111"/>
                      </a:lnTo>
                      <a:lnTo>
                        <a:pt x="942" y="11362"/>
                      </a:lnTo>
                      <a:lnTo>
                        <a:pt x="1026" y="11509"/>
                      </a:lnTo>
                      <a:lnTo>
                        <a:pt x="1068" y="11530"/>
                      </a:lnTo>
                      <a:lnTo>
                        <a:pt x="1047" y="11571"/>
                      </a:lnTo>
                      <a:lnTo>
                        <a:pt x="1047" y="11613"/>
                      </a:lnTo>
                      <a:lnTo>
                        <a:pt x="1152" y="11718"/>
                      </a:lnTo>
                      <a:lnTo>
                        <a:pt x="1172" y="11843"/>
                      </a:lnTo>
                      <a:lnTo>
                        <a:pt x="1152" y="11990"/>
                      </a:lnTo>
                      <a:lnTo>
                        <a:pt x="1131" y="12094"/>
                      </a:lnTo>
                      <a:lnTo>
                        <a:pt x="1089" y="12136"/>
                      </a:lnTo>
                      <a:lnTo>
                        <a:pt x="1131" y="12199"/>
                      </a:lnTo>
                      <a:lnTo>
                        <a:pt x="1172" y="12262"/>
                      </a:lnTo>
                      <a:lnTo>
                        <a:pt x="1382" y="12262"/>
                      </a:lnTo>
                      <a:lnTo>
                        <a:pt x="1486" y="12283"/>
                      </a:lnTo>
                      <a:lnTo>
                        <a:pt x="1591" y="12346"/>
                      </a:lnTo>
                      <a:lnTo>
                        <a:pt x="1675" y="12366"/>
                      </a:lnTo>
                      <a:lnTo>
                        <a:pt x="1821" y="12366"/>
                      </a:lnTo>
                      <a:lnTo>
                        <a:pt x="1884" y="12450"/>
                      </a:lnTo>
                      <a:lnTo>
                        <a:pt x="1884" y="12555"/>
                      </a:lnTo>
                      <a:lnTo>
                        <a:pt x="2030" y="12618"/>
                      </a:lnTo>
                      <a:lnTo>
                        <a:pt x="2135" y="12618"/>
                      </a:lnTo>
                      <a:lnTo>
                        <a:pt x="2281" y="12680"/>
                      </a:lnTo>
                      <a:lnTo>
                        <a:pt x="2302" y="12722"/>
                      </a:lnTo>
                      <a:lnTo>
                        <a:pt x="2302" y="12827"/>
                      </a:lnTo>
                      <a:lnTo>
                        <a:pt x="2344" y="12869"/>
                      </a:lnTo>
                      <a:lnTo>
                        <a:pt x="2407" y="12827"/>
                      </a:lnTo>
                      <a:lnTo>
                        <a:pt x="2470" y="12827"/>
                      </a:lnTo>
                      <a:lnTo>
                        <a:pt x="2616" y="12973"/>
                      </a:lnTo>
                      <a:lnTo>
                        <a:pt x="2805" y="13245"/>
                      </a:lnTo>
                      <a:lnTo>
                        <a:pt x="2825" y="13434"/>
                      </a:lnTo>
                      <a:lnTo>
                        <a:pt x="2805" y="13559"/>
                      </a:lnTo>
                      <a:lnTo>
                        <a:pt x="2805" y="13664"/>
                      </a:lnTo>
                      <a:lnTo>
                        <a:pt x="4185" y="13643"/>
                      </a:lnTo>
                      <a:lnTo>
                        <a:pt x="4206" y="13706"/>
                      </a:lnTo>
                      <a:lnTo>
                        <a:pt x="4206" y="13747"/>
                      </a:lnTo>
                      <a:lnTo>
                        <a:pt x="6131" y="14647"/>
                      </a:lnTo>
                      <a:lnTo>
                        <a:pt x="7784" y="14689"/>
                      </a:lnTo>
                      <a:lnTo>
                        <a:pt x="7826" y="14480"/>
                      </a:lnTo>
                      <a:lnTo>
                        <a:pt x="8747" y="14501"/>
                      </a:lnTo>
                      <a:lnTo>
                        <a:pt x="8872" y="14584"/>
                      </a:lnTo>
                      <a:lnTo>
                        <a:pt x="8935" y="14710"/>
                      </a:lnTo>
                      <a:lnTo>
                        <a:pt x="8998" y="14773"/>
                      </a:lnTo>
                      <a:lnTo>
                        <a:pt x="9019" y="14815"/>
                      </a:lnTo>
                      <a:lnTo>
                        <a:pt x="9082" y="14815"/>
                      </a:lnTo>
                      <a:lnTo>
                        <a:pt x="9123" y="14898"/>
                      </a:lnTo>
                      <a:lnTo>
                        <a:pt x="9103" y="14961"/>
                      </a:lnTo>
                      <a:lnTo>
                        <a:pt x="9207" y="14982"/>
                      </a:lnTo>
                      <a:lnTo>
                        <a:pt x="9270" y="15066"/>
                      </a:lnTo>
                      <a:lnTo>
                        <a:pt x="9270" y="15107"/>
                      </a:lnTo>
                      <a:lnTo>
                        <a:pt x="9228" y="15170"/>
                      </a:lnTo>
                      <a:lnTo>
                        <a:pt x="9312" y="15191"/>
                      </a:lnTo>
                      <a:lnTo>
                        <a:pt x="9395" y="15233"/>
                      </a:lnTo>
                      <a:lnTo>
                        <a:pt x="9437" y="15317"/>
                      </a:lnTo>
                      <a:lnTo>
                        <a:pt x="9458" y="15442"/>
                      </a:lnTo>
                      <a:lnTo>
                        <a:pt x="9500" y="15484"/>
                      </a:lnTo>
                      <a:lnTo>
                        <a:pt x="9521" y="15505"/>
                      </a:lnTo>
                      <a:lnTo>
                        <a:pt x="9542" y="15526"/>
                      </a:lnTo>
                      <a:lnTo>
                        <a:pt x="9626" y="15610"/>
                      </a:lnTo>
                      <a:lnTo>
                        <a:pt x="9626" y="15693"/>
                      </a:lnTo>
                      <a:lnTo>
                        <a:pt x="9605" y="15714"/>
                      </a:lnTo>
                      <a:lnTo>
                        <a:pt x="9521" y="15735"/>
                      </a:lnTo>
                      <a:lnTo>
                        <a:pt x="9521" y="15756"/>
                      </a:lnTo>
                      <a:lnTo>
                        <a:pt x="9626" y="15903"/>
                      </a:lnTo>
                      <a:lnTo>
                        <a:pt x="9709" y="15965"/>
                      </a:lnTo>
                      <a:lnTo>
                        <a:pt x="9730" y="16070"/>
                      </a:lnTo>
                      <a:lnTo>
                        <a:pt x="9730" y="16112"/>
                      </a:lnTo>
                      <a:lnTo>
                        <a:pt x="9751" y="16112"/>
                      </a:lnTo>
                      <a:lnTo>
                        <a:pt x="9793" y="16133"/>
                      </a:lnTo>
                      <a:lnTo>
                        <a:pt x="9835" y="16133"/>
                      </a:lnTo>
                      <a:lnTo>
                        <a:pt x="9877" y="16154"/>
                      </a:lnTo>
                      <a:lnTo>
                        <a:pt x="9919" y="16216"/>
                      </a:lnTo>
                      <a:lnTo>
                        <a:pt x="9919" y="16237"/>
                      </a:lnTo>
                      <a:lnTo>
                        <a:pt x="9960" y="16279"/>
                      </a:lnTo>
                      <a:lnTo>
                        <a:pt x="10023" y="16279"/>
                      </a:lnTo>
                      <a:lnTo>
                        <a:pt x="10149" y="16342"/>
                      </a:lnTo>
                      <a:lnTo>
                        <a:pt x="10170" y="16384"/>
                      </a:lnTo>
                      <a:lnTo>
                        <a:pt x="10253" y="16426"/>
                      </a:lnTo>
                      <a:lnTo>
                        <a:pt x="10379" y="16467"/>
                      </a:lnTo>
                      <a:lnTo>
                        <a:pt x="10400" y="16530"/>
                      </a:lnTo>
                      <a:lnTo>
                        <a:pt x="10463" y="16530"/>
                      </a:lnTo>
                      <a:lnTo>
                        <a:pt x="10504" y="16488"/>
                      </a:lnTo>
                      <a:lnTo>
                        <a:pt x="10504" y="16467"/>
                      </a:lnTo>
                      <a:lnTo>
                        <a:pt x="10609" y="16384"/>
                      </a:lnTo>
                      <a:lnTo>
                        <a:pt x="10672" y="16384"/>
                      </a:lnTo>
                      <a:lnTo>
                        <a:pt x="10672" y="16342"/>
                      </a:lnTo>
                      <a:lnTo>
                        <a:pt x="10672" y="16321"/>
                      </a:lnTo>
                      <a:lnTo>
                        <a:pt x="10714" y="16237"/>
                      </a:lnTo>
                      <a:lnTo>
                        <a:pt x="10797" y="16070"/>
                      </a:lnTo>
                      <a:lnTo>
                        <a:pt x="10839" y="16028"/>
                      </a:lnTo>
                      <a:lnTo>
                        <a:pt x="10923" y="16007"/>
                      </a:lnTo>
                      <a:lnTo>
                        <a:pt x="10965" y="16007"/>
                      </a:lnTo>
                      <a:lnTo>
                        <a:pt x="10986" y="16028"/>
                      </a:lnTo>
                      <a:lnTo>
                        <a:pt x="11027" y="16028"/>
                      </a:lnTo>
                      <a:lnTo>
                        <a:pt x="11069" y="15944"/>
                      </a:lnTo>
                      <a:lnTo>
                        <a:pt x="11174" y="15944"/>
                      </a:lnTo>
                      <a:lnTo>
                        <a:pt x="11279" y="15965"/>
                      </a:lnTo>
                      <a:lnTo>
                        <a:pt x="11383" y="15944"/>
                      </a:lnTo>
                      <a:lnTo>
                        <a:pt x="11404" y="15965"/>
                      </a:lnTo>
                      <a:lnTo>
                        <a:pt x="11425" y="16007"/>
                      </a:lnTo>
                      <a:lnTo>
                        <a:pt x="11509" y="16007"/>
                      </a:lnTo>
                      <a:lnTo>
                        <a:pt x="11592" y="16028"/>
                      </a:lnTo>
                      <a:lnTo>
                        <a:pt x="11634" y="16133"/>
                      </a:lnTo>
                      <a:lnTo>
                        <a:pt x="11739" y="16216"/>
                      </a:lnTo>
                      <a:lnTo>
                        <a:pt x="11844" y="16363"/>
                      </a:lnTo>
                      <a:lnTo>
                        <a:pt x="11864" y="16467"/>
                      </a:lnTo>
                      <a:lnTo>
                        <a:pt x="11927" y="16530"/>
                      </a:lnTo>
                      <a:lnTo>
                        <a:pt x="11927" y="16593"/>
                      </a:lnTo>
                      <a:lnTo>
                        <a:pt x="11927" y="16760"/>
                      </a:lnTo>
                      <a:lnTo>
                        <a:pt x="12011" y="16781"/>
                      </a:lnTo>
                      <a:lnTo>
                        <a:pt x="12032" y="16865"/>
                      </a:lnTo>
                      <a:lnTo>
                        <a:pt x="12116" y="17074"/>
                      </a:lnTo>
                      <a:lnTo>
                        <a:pt x="12157" y="17095"/>
                      </a:lnTo>
                      <a:lnTo>
                        <a:pt x="12178" y="17179"/>
                      </a:lnTo>
                      <a:lnTo>
                        <a:pt x="12262" y="17221"/>
                      </a:lnTo>
                      <a:lnTo>
                        <a:pt x="12283" y="17325"/>
                      </a:lnTo>
                      <a:lnTo>
                        <a:pt x="12346" y="17430"/>
                      </a:lnTo>
                      <a:lnTo>
                        <a:pt x="12450" y="17514"/>
                      </a:lnTo>
                      <a:lnTo>
                        <a:pt x="12429" y="17618"/>
                      </a:lnTo>
                      <a:lnTo>
                        <a:pt x="12429" y="17723"/>
                      </a:lnTo>
                      <a:lnTo>
                        <a:pt x="12429" y="17786"/>
                      </a:lnTo>
                      <a:lnTo>
                        <a:pt x="12429" y="17807"/>
                      </a:lnTo>
                      <a:lnTo>
                        <a:pt x="12555" y="18141"/>
                      </a:lnTo>
                      <a:lnTo>
                        <a:pt x="12534" y="18309"/>
                      </a:lnTo>
                      <a:lnTo>
                        <a:pt x="12576" y="18351"/>
                      </a:lnTo>
                      <a:lnTo>
                        <a:pt x="12597" y="18351"/>
                      </a:lnTo>
                      <a:lnTo>
                        <a:pt x="12660" y="18372"/>
                      </a:lnTo>
                      <a:lnTo>
                        <a:pt x="12743" y="18372"/>
                      </a:lnTo>
                      <a:lnTo>
                        <a:pt x="12806" y="18413"/>
                      </a:lnTo>
                      <a:lnTo>
                        <a:pt x="12911" y="18518"/>
                      </a:lnTo>
                      <a:lnTo>
                        <a:pt x="13099" y="18560"/>
                      </a:lnTo>
                      <a:lnTo>
                        <a:pt x="13204" y="18644"/>
                      </a:lnTo>
                      <a:lnTo>
                        <a:pt x="13308" y="18644"/>
                      </a:lnTo>
                      <a:lnTo>
                        <a:pt x="13329" y="18727"/>
                      </a:lnTo>
                      <a:lnTo>
                        <a:pt x="13392" y="18748"/>
                      </a:lnTo>
                      <a:lnTo>
                        <a:pt x="13476" y="18581"/>
                      </a:lnTo>
                      <a:lnTo>
                        <a:pt x="13496" y="18455"/>
                      </a:lnTo>
                      <a:lnTo>
                        <a:pt x="13476" y="18372"/>
                      </a:lnTo>
                      <a:lnTo>
                        <a:pt x="13476" y="18120"/>
                      </a:lnTo>
                      <a:lnTo>
                        <a:pt x="13413" y="18037"/>
                      </a:lnTo>
                      <a:lnTo>
                        <a:pt x="13496" y="17911"/>
                      </a:lnTo>
                      <a:lnTo>
                        <a:pt x="13538" y="17723"/>
                      </a:lnTo>
                      <a:lnTo>
                        <a:pt x="13622" y="17618"/>
                      </a:lnTo>
                      <a:lnTo>
                        <a:pt x="13580" y="17409"/>
                      </a:lnTo>
                      <a:lnTo>
                        <a:pt x="13685" y="17367"/>
                      </a:lnTo>
                      <a:lnTo>
                        <a:pt x="13789" y="17284"/>
                      </a:lnTo>
                      <a:lnTo>
                        <a:pt x="13727" y="17200"/>
                      </a:lnTo>
                      <a:lnTo>
                        <a:pt x="13831" y="17074"/>
                      </a:lnTo>
                      <a:lnTo>
                        <a:pt x="13894" y="17095"/>
                      </a:lnTo>
                      <a:lnTo>
                        <a:pt x="13999" y="17053"/>
                      </a:lnTo>
                      <a:lnTo>
                        <a:pt x="13957" y="16907"/>
                      </a:lnTo>
                      <a:lnTo>
                        <a:pt x="13957" y="16907"/>
                      </a:lnTo>
                      <a:lnTo>
                        <a:pt x="14040" y="16970"/>
                      </a:lnTo>
                      <a:lnTo>
                        <a:pt x="14145" y="16907"/>
                      </a:lnTo>
                      <a:lnTo>
                        <a:pt x="14103" y="16865"/>
                      </a:lnTo>
                      <a:lnTo>
                        <a:pt x="14208" y="16781"/>
                      </a:lnTo>
                      <a:lnTo>
                        <a:pt x="14250" y="16802"/>
                      </a:lnTo>
                      <a:lnTo>
                        <a:pt x="14312" y="16781"/>
                      </a:lnTo>
                      <a:lnTo>
                        <a:pt x="14375" y="16865"/>
                      </a:lnTo>
                      <a:lnTo>
                        <a:pt x="14271" y="16949"/>
                      </a:lnTo>
                      <a:lnTo>
                        <a:pt x="14354" y="16949"/>
                      </a:lnTo>
                      <a:lnTo>
                        <a:pt x="14459" y="16844"/>
                      </a:lnTo>
                      <a:lnTo>
                        <a:pt x="14543" y="16844"/>
                      </a:lnTo>
                      <a:lnTo>
                        <a:pt x="14794" y="16739"/>
                      </a:lnTo>
                      <a:lnTo>
                        <a:pt x="14982" y="16551"/>
                      </a:lnTo>
                      <a:lnTo>
                        <a:pt x="15066" y="16551"/>
                      </a:lnTo>
                      <a:lnTo>
                        <a:pt x="15108" y="16488"/>
                      </a:lnTo>
                      <a:lnTo>
                        <a:pt x="15087" y="16384"/>
                      </a:lnTo>
                      <a:lnTo>
                        <a:pt x="15108" y="16258"/>
                      </a:lnTo>
                      <a:lnTo>
                        <a:pt x="15045" y="16112"/>
                      </a:lnTo>
                      <a:lnTo>
                        <a:pt x="15087" y="16175"/>
                      </a:lnTo>
                      <a:lnTo>
                        <a:pt x="15170" y="16175"/>
                      </a:lnTo>
                      <a:lnTo>
                        <a:pt x="15275" y="16070"/>
                      </a:lnTo>
                      <a:lnTo>
                        <a:pt x="15275" y="16028"/>
                      </a:lnTo>
                      <a:lnTo>
                        <a:pt x="15317" y="16133"/>
                      </a:lnTo>
                      <a:lnTo>
                        <a:pt x="15254" y="16237"/>
                      </a:lnTo>
                      <a:lnTo>
                        <a:pt x="15275" y="16321"/>
                      </a:lnTo>
                      <a:lnTo>
                        <a:pt x="15275" y="16426"/>
                      </a:lnTo>
                      <a:lnTo>
                        <a:pt x="15401" y="16384"/>
                      </a:lnTo>
                      <a:lnTo>
                        <a:pt x="15484" y="16258"/>
                      </a:lnTo>
                      <a:lnTo>
                        <a:pt x="15568" y="16258"/>
                      </a:lnTo>
                      <a:lnTo>
                        <a:pt x="15631" y="16216"/>
                      </a:lnTo>
                      <a:lnTo>
                        <a:pt x="15840" y="16154"/>
                      </a:lnTo>
                      <a:lnTo>
                        <a:pt x="16007" y="16154"/>
                      </a:lnTo>
                      <a:lnTo>
                        <a:pt x="16258" y="16237"/>
                      </a:lnTo>
                      <a:lnTo>
                        <a:pt x="16321" y="16279"/>
                      </a:lnTo>
                      <a:lnTo>
                        <a:pt x="16635" y="16321"/>
                      </a:lnTo>
                      <a:lnTo>
                        <a:pt x="16740" y="16279"/>
                      </a:lnTo>
                      <a:lnTo>
                        <a:pt x="16740" y="16237"/>
                      </a:lnTo>
                      <a:lnTo>
                        <a:pt x="16740" y="16154"/>
                      </a:lnTo>
                      <a:lnTo>
                        <a:pt x="16844" y="16133"/>
                      </a:lnTo>
                      <a:lnTo>
                        <a:pt x="16928" y="16154"/>
                      </a:lnTo>
                      <a:lnTo>
                        <a:pt x="16865" y="16216"/>
                      </a:lnTo>
                      <a:lnTo>
                        <a:pt x="16928" y="16237"/>
                      </a:lnTo>
                      <a:lnTo>
                        <a:pt x="16991" y="16216"/>
                      </a:lnTo>
                      <a:lnTo>
                        <a:pt x="17053" y="16258"/>
                      </a:lnTo>
                      <a:lnTo>
                        <a:pt x="17053" y="16342"/>
                      </a:lnTo>
                      <a:lnTo>
                        <a:pt x="17074" y="16384"/>
                      </a:lnTo>
                      <a:lnTo>
                        <a:pt x="17200" y="16363"/>
                      </a:lnTo>
                      <a:lnTo>
                        <a:pt x="17242" y="16426"/>
                      </a:lnTo>
                      <a:lnTo>
                        <a:pt x="17158" y="16488"/>
                      </a:lnTo>
                      <a:lnTo>
                        <a:pt x="17095" y="16551"/>
                      </a:lnTo>
                      <a:lnTo>
                        <a:pt x="17179" y="16572"/>
                      </a:lnTo>
                      <a:lnTo>
                        <a:pt x="17263" y="16551"/>
                      </a:lnTo>
                      <a:lnTo>
                        <a:pt x="17346" y="16593"/>
                      </a:lnTo>
                      <a:lnTo>
                        <a:pt x="17493" y="16656"/>
                      </a:lnTo>
                      <a:lnTo>
                        <a:pt x="17556" y="16572"/>
                      </a:lnTo>
                      <a:lnTo>
                        <a:pt x="17618" y="16530"/>
                      </a:lnTo>
                      <a:lnTo>
                        <a:pt x="17723" y="16593"/>
                      </a:lnTo>
                      <a:lnTo>
                        <a:pt x="17786" y="16656"/>
                      </a:lnTo>
                      <a:lnTo>
                        <a:pt x="17870" y="16635"/>
                      </a:lnTo>
                      <a:lnTo>
                        <a:pt x="17870" y="16467"/>
                      </a:lnTo>
                      <a:lnTo>
                        <a:pt x="17807" y="16363"/>
                      </a:lnTo>
                      <a:lnTo>
                        <a:pt x="17911" y="16363"/>
                      </a:lnTo>
                      <a:lnTo>
                        <a:pt x="18016" y="16488"/>
                      </a:lnTo>
                      <a:lnTo>
                        <a:pt x="18100" y="16530"/>
                      </a:lnTo>
                      <a:lnTo>
                        <a:pt x="18142" y="16593"/>
                      </a:lnTo>
                      <a:lnTo>
                        <a:pt x="18204" y="16593"/>
                      </a:lnTo>
                      <a:lnTo>
                        <a:pt x="18288" y="16635"/>
                      </a:lnTo>
                      <a:lnTo>
                        <a:pt x="18288" y="16760"/>
                      </a:lnTo>
                      <a:lnTo>
                        <a:pt x="18309" y="16677"/>
                      </a:lnTo>
                      <a:lnTo>
                        <a:pt x="18414" y="16656"/>
                      </a:lnTo>
                      <a:lnTo>
                        <a:pt x="18414" y="16635"/>
                      </a:lnTo>
                      <a:lnTo>
                        <a:pt x="18288" y="16530"/>
                      </a:lnTo>
                      <a:lnTo>
                        <a:pt x="18100" y="16447"/>
                      </a:lnTo>
                      <a:lnTo>
                        <a:pt x="18037" y="16363"/>
                      </a:lnTo>
                      <a:lnTo>
                        <a:pt x="18037" y="16258"/>
                      </a:lnTo>
                      <a:lnTo>
                        <a:pt x="18225" y="16175"/>
                      </a:lnTo>
                      <a:lnTo>
                        <a:pt x="18288" y="16154"/>
                      </a:lnTo>
                      <a:lnTo>
                        <a:pt x="18183" y="16112"/>
                      </a:lnTo>
                      <a:lnTo>
                        <a:pt x="18121" y="16049"/>
                      </a:lnTo>
                      <a:lnTo>
                        <a:pt x="18100" y="16049"/>
                      </a:lnTo>
                      <a:lnTo>
                        <a:pt x="18016" y="16112"/>
                      </a:lnTo>
                      <a:lnTo>
                        <a:pt x="17932" y="16154"/>
                      </a:lnTo>
                      <a:lnTo>
                        <a:pt x="17932" y="16070"/>
                      </a:lnTo>
                      <a:lnTo>
                        <a:pt x="18037" y="15944"/>
                      </a:lnTo>
                      <a:lnTo>
                        <a:pt x="18246" y="15861"/>
                      </a:lnTo>
                      <a:lnTo>
                        <a:pt x="18330" y="15798"/>
                      </a:lnTo>
                      <a:lnTo>
                        <a:pt x="18665" y="15735"/>
                      </a:lnTo>
                      <a:lnTo>
                        <a:pt x="18811" y="15756"/>
                      </a:lnTo>
                      <a:lnTo>
                        <a:pt x="18874" y="15735"/>
                      </a:lnTo>
                      <a:lnTo>
                        <a:pt x="18958" y="15735"/>
                      </a:lnTo>
                      <a:lnTo>
                        <a:pt x="19020" y="15651"/>
                      </a:lnTo>
                      <a:lnTo>
                        <a:pt x="19062" y="15547"/>
                      </a:lnTo>
                      <a:lnTo>
                        <a:pt x="19146" y="15547"/>
                      </a:lnTo>
                      <a:lnTo>
                        <a:pt x="19125" y="15631"/>
                      </a:lnTo>
                      <a:lnTo>
                        <a:pt x="19125" y="15714"/>
                      </a:lnTo>
                      <a:lnTo>
                        <a:pt x="19250" y="15819"/>
                      </a:lnTo>
                      <a:lnTo>
                        <a:pt x="19334" y="15756"/>
                      </a:lnTo>
                      <a:lnTo>
                        <a:pt x="19481" y="15756"/>
                      </a:lnTo>
                      <a:lnTo>
                        <a:pt x="19585" y="15735"/>
                      </a:lnTo>
                      <a:lnTo>
                        <a:pt x="19648" y="15798"/>
                      </a:lnTo>
                      <a:lnTo>
                        <a:pt x="19815" y="15756"/>
                      </a:lnTo>
                      <a:lnTo>
                        <a:pt x="19878" y="15798"/>
                      </a:lnTo>
                      <a:lnTo>
                        <a:pt x="20004" y="15714"/>
                      </a:lnTo>
                      <a:lnTo>
                        <a:pt x="20108" y="15714"/>
                      </a:lnTo>
                      <a:lnTo>
                        <a:pt x="20129" y="15735"/>
                      </a:lnTo>
                      <a:lnTo>
                        <a:pt x="20087" y="15756"/>
                      </a:lnTo>
                      <a:lnTo>
                        <a:pt x="19962" y="15756"/>
                      </a:lnTo>
                      <a:lnTo>
                        <a:pt x="19920" y="15798"/>
                      </a:lnTo>
                      <a:lnTo>
                        <a:pt x="20087" y="15819"/>
                      </a:lnTo>
                      <a:lnTo>
                        <a:pt x="20213" y="15819"/>
                      </a:lnTo>
                      <a:lnTo>
                        <a:pt x="20318" y="15903"/>
                      </a:lnTo>
                      <a:lnTo>
                        <a:pt x="20401" y="15944"/>
                      </a:lnTo>
                      <a:lnTo>
                        <a:pt x="20338" y="15861"/>
                      </a:lnTo>
                      <a:lnTo>
                        <a:pt x="20338" y="15819"/>
                      </a:lnTo>
                      <a:lnTo>
                        <a:pt x="20401" y="15819"/>
                      </a:lnTo>
                      <a:lnTo>
                        <a:pt x="20422" y="15861"/>
                      </a:lnTo>
                      <a:lnTo>
                        <a:pt x="20527" y="15944"/>
                      </a:lnTo>
                      <a:lnTo>
                        <a:pt x="20506" y="16007"/>
                      </a:lnTo>
                      <a:lnTo>
                        <a:pt x="20443" y="15944"/>
                      </a:lnTo>
                      <a:lnTo>
                        <a:pt x="20422" y="15965"/>
                      </a:lnTo>
                      <a:lnTo>
                        <a:pt x="20548" y="16049"/>
                      </a:lnTo>
                      <a:lnTo>
                        <a:pt x="20610" y="16133"/>
                      </a:lnTo>
                      <a:lnTo>
                        <a:pt x="20652" y="16175"/>
                      </a:lnTo>
                      <a:lnTo>
                        <a:pt x="20631" y="16216"/>
                      </a:lnTo>
                      <a:lnTo>
                        <a:pt x="20610" y="16154"/>
                      </a:lnTo>
                      <a:lnTo>
                        <a:pt x="20590" y="16216"/>
                      </a:lnTo>
                      <a:lnTo>
                        <a:pt x="20610" y="16258"/>
                      </a:lnTo>
                      <a:lnTo>
                        <a:pt x="20799" y="16237"/>
                      </a:lnTo>
                      <a:lnTo>
                        <a:pt x="20903" y="16216"/>
                      </a:lnTo>
                      <a:lnTo>
                        <a:pt x="21029" y="16070"/>
                      </a:lnTo>
                      <a:lnTo>
                        <a:pt x="21113" y="16070"/>
                      </a:lnTo>
                      <a:lnTo>
                        <a:pt x="21113" y="16049"/>
                      </a:lnTo>
                      <a:lnTo>
                        <a:pt x="21175" y="15965"/>
                      </a:lnTo>
                      <a:lnTo>
                        <a:pt x="21280" y="15965"/>
                      </a:lnTo>
                      <a:lnTo>
                        <a:pt x="21364" y="16007"/>
                      </a:lnTo>
                      <a:lnTo>
                        <a:pt x="21489" y="16049"/>
                      </a:lnTo>
                      <a:lnTo>
                        <a:pt x="21552" y="16258"/>
                      </a:lnTo>
                      <a:lnTo>
                        <a:pt x="21636" y="16321"/>
                      </a:lnTo>
                      <a:lnTo>
                        <a:pt x="21657" y="16321"/>
                      </a:lnTo>
                      <a:lnTo>
                        <a:pt x="21678" y="16447"/>
                      </a:lnTo>
                      <a:lnTo>
                        <a:pt x="21761" y="16488"/>
                      </a:lnTo>
                      <a:lnTo>
                        <a:pt x="21803" y="16488"/>
                      </a:lnTo>
                      <a:lnTo>
                        <a:pt x="21803" y="16551"/>
                      </a:lnTo>
                      <a:lnTo>
                        <a:pt x="21866" y="16635"/>
                      </a:lnTo>
                      <a:lnTo>
                        <a:pt x="21950" y="16656"/>
                      </a:lnTo>
                      <a:lnTo>
                        <a:pt x="22012" y="16781"/>
                      </a:lnTo>
                      <a:lnTo>
                        <a:pt x="21991" y="16907"/>
                      </a:lnTo>
                      <a:lnTo>
                        <a:pt x="21908" y="17179"/>
                      </a:lnTo>
                      <a:lnTo>
                        <a:pt x="21803" y="17409"/>
                      </a:lnTo>
                      <a:lnTo>
                        <a:pt x="21803" y="17493"/>
                      </a:lnTo>
                      <a:lnTo>
                        <a:pt x="21887" y="17597"/>
                      </a:lnTo>
                      <a:lnTo>
                        <a:pt x="21908" y="17576"/>
                      </a:lnTo>
                      <a:lnTo>
                        <a:pt x="21971" y="17493"/>
                      </a:lnTo>
                      <a:lnTo>
                        <a:pt x="21971" y="17430"/>
                      </a:lnTo>
                      <a:lnTo>
                        <a:pt x="21991" y="17388"/>
                      </a:lnTo>
                      <a:lnTo>
                        <a:pt x="22075" y="17430"/>
                      </a:lnTo>
                      <a:lnTo>
                        <a:pt x="22096" y="17535"/>
                      </a:lnTo>
                      <a:lnTo>
                        <a:pt x="21950" y="17744"/>
                      </a:lnTo>
                      <a:lnTo>
                        <a:pt x="21971" y="17807"/>
                      </a:lnTo>
                      <a:lnTo>
                        <a:pt x="21991" y="17911"/>
                      </a:lnTo>
                      <a:lnTo>
                        <a:pt x="22054" y="18016"/>
                      </a:lnTo>
                      <a:lnTo>
                        <a:pt x="22075" y="18058"/>
                      </a:lnTo>
                      <a:lnTo>
                        <a:pt x="22117" y="18037"/>
                      </a:lnTo>
                      <a:lnTo>
                        <a:pt x="22159" y="18141"/>
                      </a:lnTo>
                      <a:lnTo>
                        <a:pt x="22201" y="18100"/>
                      </a:lnTo>
                      <a:lnTo>
                        <a:pt x="22201" y="18058"/>
                      </a:lnTo>
                      <a:lnTo>
                        <a:pt x="22222" y="18100"/>
                      </a:lnTo>
                      <a:lnTo>
                        <a:pt x="22368" y="18058"/>
                      </a:lnTo>
                      <a:lnTo>
                        <a:pt x="22368" y="18058"/>
                      </a:lnTo>
                      <a:lnTo>
                        <a:pt x="22263" y="18141"/>
                      </a:lnTo>
                      <a:lnTo>
                        <a:pt x="22222" y="18246"/>
                      </a:lnTo>
                      <a:lnTo>
                        <a:pt x="22201" y="18309"/>
                      </a:lnTo>
                      <a:lnTo>
                        <a:pt x="22201" y="18351"/>
                      </a:lnTo>
                      <a:lnTo>
                        <a:pt x="22368" y="18455"/>
                      </a:lnTo>
                      <a:lnTo>
                        <a:pt x="22368" y="18581"/>
                      </a:lnTo>
                      <a:lnTo>
                        <a:pt x="22368" y="18748"/>
                      </a:lnTo>
                      <a:lnTo>
                        <a:pt x="22410" y="18769"/>
                      </a:lnTo>
                      <a:lnTo>
                        <a:pt x="22494" y="18769"/>
                      </a:lnTo>
                      <a:lnTo>
                        <a:pt x="22535" y="18853"/>
                      </a:lnTo>
                      <a:lnTo>
                        <a:pt x="22515" y="18957"/>
                      </a:lnTo>
                      <a:lnTo>
                        <a:pt x="22682" y="19062"/>
                      </a:lnTo>
                      <a:lnTo>
                        <a:pt x="22598" y="19083"/>
                      </a:lnTo>
                      <a:lnTo>
                        <a:pt x="22724" y="19146"/>
                      </a:lnTo>
                      <a:lnTo>
                        <a:pt x="22787" y="19188"/>
                      </a:lnTo>
                      <a:lnTo>
                        <a:pt x="22891" y="19250"/>
                      </a:lnTo>
                      <a:lnTo>
                        <a:pt x="22996" y="19188"/>
                      </a:lnTo>
                      <a:lnTo>
                        <a:pt x="23100" y="19167"/>
                      </a:lnTo>
                      <a:lnTo>
                        <a:pt x="23100" y="18999"/>
                      </a:lnTo>
                      <a:lnTo>
                        <a:pt x="23163" y="18895"/>
                      </a:lnTo>
                      <a:lnTo>
                        <a:pt x="23226" y="18769"/>
                      </a:lnTo>
                      <a:lnTo>
                        <a:pt x="23331" y="18560"/>
                      </a:lnTo>
                      <a:lnTo>
                        <a:pt x="23310" y="18455"/>
                      </a:lnTo>
                      <a:lnTo>
                        <a:pt x="23351" y="18413"/>
                      </a:lnTo>
                      <a:lnTo>
                        <a:pt x="23351" y="18225"/>
                      </a:lnTo>
                      <a:lnTo>
                        <a:pt x="23331" y="18162"/>
                      </a:lnTo>
                      <a:lnTo>
                        <a:pt x="23414" y="18120"/>
                      </a:lnTo>
                      <a:lnTo>
                        <a:pt x="23351" y="17932"/>
                      </a:lnTo>
                      <a:lnTo>
                        <a:pt x="23247" y="17848"/>
                      </a:lnTo>
                      <a:lnTo>
                        <a:pt x="23205" y="17493"/>
                      </a:lnTo>
                      <a:lnTo>
                        <a:pt x="23142" y="17430"/>
                      </a:lnTo>
                      <a:lnTo>
                        <a:pt x="23163" y="17263"/>
                      </a:lnTo>
                      <a:lnTo>
                        <a:pt x="23205" y="17116"/>
                      </a:lnTo>
                      <a:lnTo>
                        <a:pt x="23163" y="17011"/>
                      </a:lnTo>
                      <a:lnTo>
                        <a:pt x="23100" y="16907"/>
                      </a:lnTo>
                      <a:lnTo>
                        <a:pt x="23038" y="16656"/>
                      </a:lnTo>
                      <a:lnTo>
                        <a:pt x="22996" y="16551"/>
                      </a:lnTo>
                      <a:lnTo>
                        <a:pt x="22954" y="16279"/>
                      </a:lnTo>
                      <a:lnTo>
                        <a:pt x="22912" y="16133"/>
                      </a:lnTo>
                      <a:lnTo>
                        <a:pt x="22933" y="15903"/>
                      </a:lnTo>
                      <a:lnTo>
                        <a:pt x="22912" y="15714"/>
                      </a:lnTo>
                      <a:lnTo>
                        <a:pt x="22933" y="15379"/>
                      </a:lnTo>
                      <a:lnTo>
                        <a:pt x="22933" y="15170"/>
                      </a:lnTo>
                      <a:lnTo>
                        <a:pt x="23038" y="15003"/>
                      </a:lnTo>
                      <a:lnTo>
                        <a:pt x="23121" y="14856"/>
                      </a:lnTo>
                      <a:lnTo>
                        <a:pt x="23226" y="14815"/>
                      </a:lnTo>
                      <a:lnTo>
                        <a:pt x="23268" y="14752"/>
                      </a:lnTo>
                      <a:lnTo>
                        <a:pt x="23331" y="14752"/>
                      </a:lnTo>
                      <a:lnTo>
                        <a:pt x="23414" y="14605"/>
                      </a:lnTo>
                      <a:lnTo>
                        <a:pt x="23414" y="14543"/>
                      </a:lnTo>
                      <a:lnTo>
                        <a:pt x="23372" y="14501"/>
                      </a:lnTo>
                      <a:lnTo>
                        <a:pt x="23414" y="14480"/>
                      </a:lnTo>
                      <a:lnTo>
                        <a:pt x="23540" y="14480"/>
                      </a:lnTo>
                      <a:lnTo>
                        <a:pt x="23561" y="14396"/>
                      </a:lnTo>
                      <a:lnTo>
                        <a:pt x="23665" y="14396"/>
                      </a:lnTo>
                      <a:lnTo>
                        <a:pt x="23686" y="14354"/>
                      </a:lnTo>
                      <a:lnTo>
                        <a:pt x="23875" y="14333"/>
                      </a:lnTo>
                      <a:lnTo>
                        <a:pt x="23937" y="14250"/>
                      </a:lnTo>
                      <a:lnTo>
                        <a:pt x="24063" y="14250"/>
                      </a:lnTo>
                      <a:lnTo>
                        <a:pt x="24084" y="14187"/>
                      </a:lnTo>
                      <a:lnTo>
                        <a:pt x="24168" y="14187"/>
                      </a:lnTo>
                      <a:lnTo>
                        <a:pt x="24209" y="14229"/>
                      </a:lnTo>
                      <a:lnTo>
                        <a:pt x="24314" y="14082"/>
                      </a:lnTo>
                      <a:lnTo>
                        <a:pt x="24314" y="14040"/>
                      </a:lnTo>
                      <a:lnTo>
                        <a:pt x="24377" y="14040"/>
                      </a:lnTo>
                      <a:lnTo>
                        <a:pt x="24481" y="13957"/>
                      </a:lnTo>
                      <a:lnTo>
                        <a:pt x="24481" y="13873"/>
                      </a:lnTo>
                      <a:lnTo>
                        <a:pt x="24691" y="13601"/>
                      </a:lnTo>
                      <a:lnTo>
                        <a:pt x="24795" y="13496"/>
                      </a:lnTo>
                      <a:lnTo>
                        <a:pt x="24984" y="13496"/>
                      </a:lnTo>
                      <a:lnTo>
                        <a:pt x="25025" y="13517"/>
                      </a:lnTo>
                      <a:lnTo>
                        <a:pt x="25088" y="13517"/>
                      </a:lnTo>
                      <a:lnTo>
                        <a:pt x="25193" y="13329"/>
                      </a:lnTo>
                      <a:lnTo>
                        <a:pt x="25465" y="13099"/>
                      </a:lnTo>
                      <a:lnTo>
                        <a:pt x="25737" y="12931"/>
                      </a:lnTo>
                      <a:lnTo>
                        <a:pt x="25862" y="12910"/>
                      </a:lnTo>
                      <a:lnTo>
                        <a:pt x="25925" y="12890"/>
                      </a:lnTo>
                      <a:lnTo>
                        <a:pt x="25988" y="12890"/>
                      </a:lnTo>
                      <a:lnTo>
                        <a:pt x="25988" y="12910"/>
                      </a:lnTo>
                      <a:lnTo>
                        <a:pt x="26092" y="12910"/>
                      </a:lnTo>
                      <a:lnTo>
                        <a:pt x="26197" y="12785"/>
                      </a:lnTo>
                      <a:lnTo>
                        <a:pt x="26155" y="12785"/>
                      </a:lnTo>
                      <a:lnTo>
                        <a:pt x="26134" y="12722"/>
                      </a:lnTo>
                      <a:lnTo>
                        <a:pt x="26030" y="12827"/>
                      </a:lnTo>
                      <a:lnTo>
                        <a:pt x="25883" y="12806"/>
                      </a:lnTo>
                      <a:lnTo>
                        <a:pt x="25820" y="12722"/>
                      </a:lnTo>
                      <a:lnTo>
                        <a:pt x="25925" y="12785"/>
                      </a:lnTo>
                      <a:lnTo>
                        <a:pt x="26051" y="12701"/>
                      </a:lnTo>
                      <a:lnTo>
                        <a:pt x="26030" y="12680"/>
                      </a:lnTo>
                      <a:lnTo>
                        <a:pt x="26092" y="12618"/>
                      </a:lnTo>
                      <a:lnTo>
                        <a:pt x="26051" y="12555"/>
                      </a:lnTo>
                      <a:lnTo>
                        <a:pt x="25925" y="12513"/>
                      </a:lnTo>
                      <a:lnTo>
                        <a:pt x="25862" y="12471"/>
                      </a:lnTo>
                      <a:lnTo>
                        <a:pt x="25946" y="12471"/>
                      </a:lnTo>
                      <a:lnTo>
                        <a:pt x="26030" y="12492"/>
                      </a:lnTo>
                      <a:lnTo>
                        <a:pt x="26092" y="12471"/>
                      </a:lnTo>
                      <a:lnTo>
                        <a:pt x="26092" y="12387"/>
                      </a:lnTo>
                      <a:lnTo>
                        <a:pt x="26155" y="12513"/>
                      </a:lnTo>
                      <a:lnTo>
                        <a:pt x="26239" y="12492"/>
                      </a:lnTo>
                      <a:lnTo>
                        <a:pt x="26302" y="12555"/>
                      </a:lnTo>
                      <a:lnTo>
                        <a:pt x="26364" y="12513"/>
                      </a:lnTo>
                      <a:lnTo>
                        <a:pt x="26385" y="12408"/>
                      </a:lnTo>
                      <a:lnTo>
                        <a:pt x="26511" y="12304"/>
                      </a:lnTo>
                      <a:lnTo>
                        <a:pt x="26553" y="12304"/>
                      </a:lnTo>
                      <a:lnTo>
                        <a:pt x="26574" y="12199"/>
                      </a:lnTo>
                      <a:lnTo>
                        <a:pt x="26553" y="12094"/>
                      </a:lnTo>
                      <a:lnTo>
                        <a:pt x="26511" y="12094"/>
                      </a:lnTo>
                      <a:lnTo>
                        <a:pt x="26448" y="12241"/>
                      </a:lnTo>
                      <a:lnTo>
                        <a:pt x="26448" y="12283"/>
                      </a:lnTo>
                      <a:lnTo>
                        <a:pt x="26385" y="12262"/>
                      </a:lnTo>
                      <a:lnTo>
                        <a:pt x="26364" y="12094"/>
                      </a:lnTo>
                      <a:lnTo>
                        <a:pt x="26344" y="12074"/>
                      </a:lnTo>
                      <a:lnTo>
                        <a:pt x="26092" y="12094"/>
                      </a:lnTo>
                      <a:lnTo>
                        <a:pt x="25967" y="12157"/>
                      </a:lnTo>
                      <a:lnTo>
                        <a:pt x="25988" y="12074"/>
                      </a:lnTo>
                      <a:lnTo>
                        <a:pt x="25988" y="11927"/>
                      </a:lnTo>
                      <a:lnTo>
                        <a:pt x="26051" y="11885"/>
                      </a:lnTo>
                      <a:lnTo>
                        <a:pt x="26092" y="11990"/>
                      </a:lnTo>
                      <a:lnTo>
                        <a:pt x="26176" y="12032"/>
                      </a:lnTo>
                      <a:lnTo>
                        <a:pt x="26239" y="11969"/>
                      </a:lnTo>
                      <a:lnTo>
                        <a:pt x="26385" y="11948"/>
                      </a:lnTo>
                      <a:lnTo>
                        <a:pt x="26406" y="11885"/>
                      </a:lnTo>
                      <a:lnTo>
                        <a:pt x="26490" y="11885"/>
                      </a:lnTo>
                      <a:lnTo>
                        <a:pt x="26511" y="11843"/>
                      </a:lnTo>
                      <a:lnTo>
                        <a:pt x="26490" y="11718"/>
                      </a:lnTo>
                      <a:lnTo>
                        <a:pt x="26448" y="11655"/>
                      </a:lnTo>
                      <a:lnTo>
                        <a:pt x="26469" y="11613"/>
                      </a:lnTo>
                      <a:lnTo>
                        <a:pt x="26511" y="11634"/>
                      </a:lnTo>
                      <a:lnTo>
                        <a:pt x="26574" y="11530"/>
                      </a:lnTo>
                      <a:lnTo>
                        <a:pt x="26511" y="11425"/>
                      </a:lnTo>
                      <a:lnTo>
                        <a:pt x="26469" y="11362"/>
                      </a:lnTo>
                      <a:lnTo>
                        <a:pt x="26385" y="11404"/>
                      </a:lnTo>
                      <a:lnTo>
                        <a:pt x="26302" y="11362"/>
                      </a:lnTo>
                      <a:lnTo>
                        <a:pt x="26260" y="11237"/>
                      </a:lnTo>
                      <a:lnTo>
                        <a:pt x="26176" y="11237"/>
                      </a:lnTo>
                      <a:lnTo>
                        <a:pt x="26092" y="11195"/>
                      </a:lnTo>
                      <a:lnTo>
                        <a:pt x="26030" y="11111"/>
                      </a:lnTo>
                      <a:lnTo>
                        <a:pt x="26030" y="11111"/>
                      </a:lnTo>
                      <a:lnTo>
                        <a:pt x="26092" y="11153"/>
                      </a:lnTo>
                      <a:lnTo>
                        <a:pt x="26260" y="11153"/>
                      </a:lnTo>
                      <a:lnTo>
                        <a:pt x="26302" y="11257"/>
                      </a:lnTo>
                      <a:lnTo>
                        <a:pt x="26385" y="11299"/>
                      </a:lnTo>
                      <a:lnTo>
                        <a:pt x="26406" y="11216"/>
                      </a:lnTo>
                      <a:lnTo>
                        <a:pt x="26281" y="11090"/>
                      </a:lnTo>
                      <a:lnTo>
                        <a:pt x="26385" y="11111"/>
                      </a:lnTo>
                      <a:lnTo>
                        <a:pt x="26406" y="11048"/>
                      </a:lnTo>
                      <a:lnTo>
                        <a:pt x="26448" y="11027"/>
                      </a:lnTo>
                      <a:lnTo>
                        <a:pt x="26406" y="10944"/>
                      </a:lnTo>
                      <a:lnTo>
                        <a:pt x="26281" y="10881"/>
                      </a:lnTo>
                      <a:lnTo>
                        <a:pt x="26239" y="10713"/>
                      </a:lnTo>
                      <a:lnTo>
                        <a:pt x="26281" y="10734"/>
                      </a:lnTo>
                      <a:lnTo>
                        <a:pt x="26344" y="10839"/>
                      </a:lnTo>
                      <a:lnTo>
                        <a:pt x="26406" y="10839"/>
                      </a:lnTo>
                      <a:lnTo>
                        <a:pt x="26448" y="10734"/>
                      </a:lnTo>
                      <a:lnTo>
                        <a:pt x="26448" y="10630"/>
                      </a:lnTo>
                      <a:lnTo>
                        <a:pt x="26344" y="10588"/>
                      </a:lnTo>
                      <a:lnTo>
                        <a:pt x="26197" y="10421"/>
                      </a:lnTo>
                      <a:lnTo>
                        <a:pt x="26092" y="10379"/>
                      </a:lnTo>
                      <a:lnTo>
                        <a:pt x="26030" y="10274"/>
                      </a:lnTo>
                      <a:lnTo>
                        <a:pt x="25946" y="10253"/>
                      </a:lnTo>
                      <a:lnTo>
                        <a:pt x="25946" y="10149"/>
                      </a:lnTo>
                      <a:lnTo>
                        <a:pt x="26030" y="10044"/>
                      </a:lnTo>
                      <a:lnTo>
                        <a:pt x="25967" y="10149"/>
                      </a:lnTo>
                      <a:lnTo>
                        <a:pt x="25988" y="10190"/>
                      </a:lnTo>
                      <a:lnTo>
                        <a:pt x="26051" y="10211"/>
                      </a:lnTo>
                      <a:lnTo>
                        <a:pt x="26134" y="10316"/>
                      </a:lnTo>
                      <a:lnTo>
                        <a:pt x="26239" y="10358"/>
                      </a:lnTo>
                      <a:lnTo>
                        <a:pt x="26364" y="10504"/>
                      </a:lnTo>
                      <a:lnTo>
                        <a:pt x="26385" y="10504"/>
                      </a:lnTo>
                      <a:lnTo>
                        <a:pt x="26406" y="10274"/>
                      </a:lnTo>
                      <a:lnTo>
                        <a:pt x="26406" y="10169"/>
                      </a:lnTo>
                      <a:lnTo>
                        <a:pt x="26406" y="10086"/>
                      </a:lnTo>
                      <a:lnTo>
                        <a:pt x="26385" y="10044"/>
                      </a:lnTo>
                      <a:lnTo>
                        <a:pt x="26406" y="9856"/>
                      </a:lnTo>
                      <a:lnTo>
                        <a:pt x="26448" y="9793"/>
                      </a:lnTo>
                      <a:lnTo>
                        <a:pt x="26409" y="9728"/>
                      </a:lnTo>
                      <a:lnTo>
                        <a:pt x="26409" y="9728"/>
                      </a:lnTo>
                      <a:lnTo>
                        <a:pt x="26490" y="9667"/>
                      </a:lnTo>
                      <a:lnTo>
                        <a:pt x="26616" y="9563"/>
                      </a:lnTo>
                      <a:lnTo>
                        <a:pt x="26657" y="9458"/>
                      </a:lnTo>
                      <a:lnTo>
                        <a:pt x="26657" y="9437"/>
                      </a:lnTo>
                      <a:lnTo>
                        <a:pt x="26678" y="9458"/>
                      </a:lnTo>
                      <a:lnTo>
                        <a:pt x="26657" y="9584"/>
                      </a:lnTo>
                      <a:lnTo>
                        <a:pt x="26678" y="9625"/>
                      </a:lnTo>
                      <a:lnTo>
                        <a:pt x="26574" y="9667"/>
                      </a:lnTo>
                      <a:lnTo>
                        <a:pt x="26511" y="9793"/>
                      </a:lnTo>
                      <a:lnTo>
                        <a:pt x="26595" y="9960"/>
                      </a:lnTo>
                      <a:lnTo>
                        <a:pt x="26574" y="10107"/>
                      </a:lnTo>
                      <a:lnTo>
                        <a:pt x="26490" y="10253"/>
                      </a:lnTo>
                      <a:lnTo>
                        <a:pt x="26490" y="10358"/>
                      </a:lnTo>
                      <a:lnTo>
                        <a:pt x="26595" y="10462"/>
                      </a:lnTo>
                      <a:lnTo>
                        <a:pt x="26616" y="10400"/>
                      </a:lnTo>
                      <a:lnTo>
                        <a:pt x="26657" y="10462"/>
                      </a:lnTo>
                      <a:lnTo>
                        <a:pt x="26699" y="10462"/>
                      </a:lnTo>
                      <a:lnTo>
                        <a:pt x="26699" y="10483"/>
                      </a:lnTo>
                      <a:lnTo>
                        <a:pt x="26678" y="10525"/>
                      </a:lnTo>
                      <a:lnTo>
                        <a:pt x="26699" y="10609"/>
                      </a:lnTo>
                      <a:lnTo>
                        <a:pt x="26825" y="10609"/>
                      </a:lnTo>
                      <a:lnTo>
                        <a:pt x="26762" y="10672"/>
                      </a:lnTo>
                      <a:lnTo>
                        <a:pt x="26762" y="10693"/>
                      </a:lnTo>
                      <a:lnTo>
                        <a:pt x="26699" y="10797"/>
                      </a:lnTo>
                      <a:lnTo>
                        <a:pt x="26699" y="10881"/>
                      </a:lnTo>
                      <a:lnTo>
                        <a:pt x="26657" y="10985"/>
                      </a:lnTo>
                      <a:lnTo>
                        <a:pt x="26616" y="11111"/>
                      </a:lnTo>
                      <a:lnTo>
                        <a:pt x="26616" y="11216"/>
                      </a:lnTo>
                      <a:lnTo>
                        <a:pt x="26657" y="11153"/>
                      </a:lnTo>
                      <a:lnTo>
                        <a:pt x="26678" y="11111"/>
                      </a:lnTo>
                      <a:lnTo>
                        <a:pt x="26783" y="10902"/>
                      </a:lnTo>
                      <a:lnTo>
                        <a:pt x="26804" y="10944"/>
                      </a:lnTo>
                      <a:lnTo>
                        <a:pt x="26804" y="11006"/>
                      </a:lnTo>
                      <a:lnTo>
                        <a:pt x="26825" y="10944"/>
                      </a:lnTo>
                      <a:lnTo>
                        <a:pt x="26825" y="10881"/>
                      </a:lnTo>
                      <a:lnTo>
                        <a:pt x="26909" y="10776"/>
                      </a:lnTo>
                      <a:lnTo>
                        <a:pt x="26992" y="10525"/>
                      </a:lnTo>
                      <a:lnTo>
                        <a:pt x="27118" y="10462"/>
                      </a:lnTo>
                      <a:lnTo>
                        <a:pt x="27222" y="10253"/>
                      </a:lnTo>
                      <a:lnTo>
                        <a:pt x="27222" y="10086"/>
                      </a:lnTo>
                      <a:lnTo>
                        <a:pt x="27139" y="9897"/>
                      </a:lnTo>
                      <a:lnTo>
                        <a:pt x="27097" y="9856"/>
                      </a:lnTo>
                      <a:lnTo>
                        <a:pt x="27076" y="9688"/>
                      </a:lnTo>
                      <a:lnTo>
                        <a:pt x="27013" y="9625"/>
                      </a:lnTo>
                      <a:lnTo>
                        <a:pt x="27013" y="9521"/>
                      </a:lnTo>
                      <a:lnTo>
                        <a:pt x="27076" y="9416"/>
                      </a:lnTo>
                      <a:lnTo>
                        <a:pt x="27181" y="9312"/>
                      </a:lnTo>
                      <a:lnTo>
                        <a:pt x="27306" y="9249"/>
                      </a:lnTo>
                      <a:lnTo>
                        <a:pt x="27118" y="9458"/>
                      </a:lnTo>
                      <a:lnTo>
                        <a:pt x="27076" y="9542"/>
                      </a:lnTo>
                      <a:lnTo>
                        <a:pt x="27118" y="9625"/>
                      </a:lnTo>
                      <a:lnTo>
                        <a:pt x="27243" y="9751"/>
                      </a:lnTo>
                      <a:lnTo>
                        <a:pt x="27327" y="9730"/>
                      </a:lnTo>
                      <a:lnTo>
                        <a:pt x="27390" y="9772"/>
                      </a:lnTo>
                      <a:lnTo>
                        <a:pt x="27327" y="9939"/>
                      </a:lnTo>
                      <a:lnTo>
                        <a:pt x="27327" y="9939"/>
                      </a:lnTo>
                      <a:lnTo>
                        <a:pt x="27411" y="9877"/>
                      </a:lnTo>
                      <a:lnTo>
                        <a:pt x="27432" y="9897"/>
                      </a:lnTo>
                      <a:lnTo>
                        <a:pt x="27515" y="9793"/>
                      </a:lnTo>
                      <a:lnTo>
                        <a:pt x="27515" y="9730"/>
                      </a:lnTo>
                      <a:lnTo>
                        <a:pt x="27557" y="9730"/>
                      </a:lnTo>
                      <a:lnTo>
                        <a:pt x="27620" y="9646"/>
                      </a:lnTo>
                      <a:lnTo>
                        <a:pt x="27704" y="9625"/>
                      </a:lnTo>
                      <a:lnTo>
                        <a:pt x="27745" y="9458"/>
                      </a:lnTo>
                      <a:lnTo>
                        <a:pt x="27808" y="9374"/>
                      </a:lnTo>
                      <a:lnTo>
                        <a:pt x="27850" y="9374"/>
                      </a:lnTo>
                      <a:lnTo>
                        <a:pt x="27913" y="9270"/>
                      </a:lnTo>
                      <a:lnTo>
                        <a:pt x="27934" y="9207"/>
                      </a:lnTo>
                      <a:lnTo>
                        <a:pt x="27934" y="9144"/>
                      </a:lnTo>
                      <a:lnTo>
                        <a:pt x="27976" y="9040"/>
                      </a:lnTo>
                      <a:lnTo>
                        <a:pt x="27976" y="8998"/>
                      </a:lnTo>
                      <a:lnTo>
                        <a:pt x="28038" y="8914"/>
                      </a:lnTo>
                      <a:lnTo>
                        <a:pt x="28017" y="8830"/>
                      </a:lnTo>
                      <a:lnTo>
                        <a:pt x="27955" y="8789"/>
                      </a:lnTo>
                      <a:lnTo>
                        <a:pt x="27913" y="8705"/>
                      </a:lnTo>
                      <a:lnTo>
                        <a:pt x="28059" y="8621"/>
                      </a:lnTo>
                      <a:lnTo>
                        <a:pt x="28059" y="8537"/>
                      </a:lnTo>
                      <a:lnTo>
                        <a:pt x="28164" y="8475"/>
                      </a:lnTo>
                      <a:lnTo>
                        <a:pt x="28248" y="8433"/>
                      </a:lnTo>
                      <a:lnTo>
                        <a:pt x="28436" y="8328"/>
                      </a:lnTo>
                      <a:lnTo>
                        <a:pt x="28561" y="8328"/>
                      </a:lnTo>
                      <a:lnTo>
                        <a:pt x="28750" y="8203"/>
                      </a:lnTo>
                      <a:lnTo>
                        <a:pt x="28813" y="8203"/>
                      </a:lnTo>
                      <a:lnTo>
                        <a:pt x="28854" y="8224"/>
                      </a:lnTo>
                      <a:lnTo>
                        <a:pt x="29085" y="8203"/>
                      </a:lnTo>
                      <a:lnTo>
                        <a:pt x="29189" y="8265"/>
                      </a:lnTo>
                      <a:lnTo>
                        <a:pt x="29336" y="8203"/>
                      </a:lnTo>
                      <a:lnTo>
                        <a:pt x="29587" y="8203"/>
                      </a:lnTo>
                      <a:lnTo>
                        <a:pt x="29629" y="8182"/>
                      </a:lnTo>
                      <a:lnTo>
                        <a:pt x="29608" y="8119"/>
                      </a:lnTo>
                      <a:lnTo>
                        <a:pt x="29608" y="7972"/>
                      </a:lnTo>
                      <a:lnTo>
                        <a:pt x="29608" y="7847"/>
                      </a:lnTo>
                      <a:lnTo>
                        <a:pt x="29733" y="7952"/>
                      </a:lnTo>
                      <a:lnTo>
                        <a:pt x="29733" y="8077"/>
                      </a:lnTo>
                      <a:lnTo>
                        <a:pt x="29712" y="8161"/>
                      </a:lnTo>
                      <a:lnTo>
                        <a:pt x="29796" y="8161"/>
                      </a:lnTo>
                      <a:lnTo>
                        <a:pt x="29901" y="8056"/>
                      </a:lnTo>
                      <a:lnTo>
                        <a:pt x="30005" y="7868"/>
                      </a:lnTo>
                      <a:lnTo>
                        <a:pt x="30047" y="7972"/>
                      </a:lnTo>
                      <a:lnTo>
                        <a:pt x="30047" y="8056"/>
                      </a:lnTo>
                      <a:lnTo>
                        <a:pt x="30131" y="8077"/>
                      </a:lnTo>
                      <a:lnTo>
                        <a:pt x="30382" y="7952"/>
                      </a:lnTo>
                      <a:lnTo>
                        <a:pt x="30466" y="7805"/>
                      </a:lnTo>
                      <a:lnTo>
                        <a:pt x="30424" y="7596"/>
                      </a:lnTo>
                      <a:lnTo>
                        <a:pt x="30361" y="7638"/>
                      </a:lnTo>
                      <a:lnTo>
                        <a:pt x="30361" y="7742"/>
                      </a:lnTo>
                      <a:lnTo>
                        <a:pt x="30319" y="7868"/>
                      </a:lnTo>
                      <a:lnTo>
                        <a:pt x="30152" y="7868"/>
                      </a:lnTo>
                      <a:lnTo>
                        <a:pt x="30131" y="7763"/>
                      </a:lnTo>
                      <a:lnTo>
                        <a:pt x="30068" y="7575"/>
                      </a:lnTo>
                      <a:lnTo>
                        <a:pt x="29922" y="7491"/>
                      </a:lnTo>
                      <a:lnTo>
                        <a:pt x="29922" y="7449"/>
                      </a:lnTo>
                      <a:lnTo>
                        <a:pt x="30131" y="7261"/>
                      </a:lnTo>
                      <a:lnTo>
                        <a:pt x="30131" y="7177"/>
                      </a:lnTo>
                      <a:lnTo>
                        <a:pt x="30047" y="7177"/>
                      </a:lnTo>
                      <a:lnTo>
                        <a:pt x="30047" y="7115"/>
                      </a:lnTo>
                      <a:lnTo>
                        <a:pt x="30131" y="7052"/>
                      </a:lnTo>
                      <a:lnTo>
                        <a:pt x="30152" y="6968"/>
                      </a:lnTo>
                      <a:lnTo>
                        <a:pt x="30214" y="6905"/>
                      </a:lnTo>
                      <a:lnTo>
                        <a:pt x="30277" y="6696"/>
                      </a:lnTo>
                      <a:lnTo>
                        <a:pt x="30486" y="6529"/>
                      </a:lnTo>
                      <a:lnTo>
                        <a:pt x="30570" y="6382"/>
                      </a:lnTo>
                      <a:lnTo>
                        <a:pt x="30633" y="6382"/>
                      </a:lnTo>
                      <a:lnTo>
                        <a:pt x="30696" y="6278"/>
                      </a:lnTo>
                      <a:lnTo>
                        <a:pt x="30696" y="6340"/>
                      </a:lnTo>
                      <a:lnTo>
                        <a:pt x="30779" y="6382"/>
                      </a:lnTo>
                      <a:lnTo>
                        <a:pt x="30842" y="6299"/>
                      </a:lnTo>
                      <a:lnTo>
                        <a:pt x="30905" y="6173"/>
                      </a:lnTo>
                      <a:lnTo>
                        <a:pt x="30905" y="6299"/>
                      </a:lnTo>
                      <a:lnTo>
                        <a:pt x="30989" y="6299"/>
                      </a:lnTo>
                      <a:lnTo>
                        <a:pt x="31051" y="6173"/>
                      </a:lnTo>
                      <a:lnTo>
                        <a:pt x="31093" y="6215"/>
                      </a:lnTo>
                      <a:lnTo>
                        <a:pt x="31156" y="6173"/>
                      </a:lnTo>
                      <a:lnTo>
                        <a:pt x="31261" y="6006"/>
                      </a:lnTo>
                      <a:lnTo>
                        <a:pt x="31407" y="5796"/>
                      </a:lnTo>
                      <a:lnTo>
                        <a:pt x="31386" y="5922"/>
                      </a:lnTo>
                      <a:lnTo>
                        <a:pt x="31407" y="6006"/>
                      </a:lnTo>
                      <a:lnTo>
                        <a:pt x="31512" y="6006"/>
                      </a:lnTo>
                      <a:lnTo>
                        <a:pt x="31616" y="5880"/>
                      </a:lnTo>
                      <a:lnTo>
                        <a:pt x="31742" y="5880"/>
                      </a:lnTo>
                      <a:lnTo>
                        <a:pt x="31784" y="6006"/>
                      </a:lnTo>
                      <a:lnTo>
                        <a:pt x="31846" y="6006"/>
                      </a:lnTo>
                      <a:lnTo>
                        <a:pt x="31951" y="5880"/>
                      </a:lnTo>
                      <a:lnTo>
                        <a:pt x="32035" y="5922"/>
                      </a:lnTo>
                      <a:lnTo>
                        <a:pt x="32098" y="5901"/>
                      </a:lnTo>
                      <a:lnTo>
                        <a:pt x="32202" y="5817"/>
                      </a:lnTo>
                      <a:lnTo>
                        <a:pt x="32307" y="5817"/>
                      </a:lnTo>
                      <a:lnTo>
                        <a:pt x="32432" y="5755"/>
                      </a:lnTo>
                      <a:lnTo>
                        <a:pt x="32474" y="5817"/>
                      </a:lnTo>
                      <a:lnTo>
                        <a:pt x="32558" y="5796"/>
                      </a:lnTo>
                      <a:lnTo>
                        <a:pt x="32642" y="5713"/>
                      </a:lnTo>
                      <a:lnTo>
                        <a:pt x="32537" y="5650"/>
                      </a:lnTo>
                      <a:lnTo>
                        <a:pt x="32474" y="5713"/>
                      </a:lnTo>
                      <a:lnTo>
                        <a:pt x="32411" y="5650"/>
                      </a:lnTo>
                      <a:lnTo>
                        <a:pt x="32453" y="5504"/>
                      </a:lnTo>
                      <a:lnTo>
                        <a:pt x="32223" y="5378"/>
                      </a:lnTo>
                      <a:lnTo>
                        <a:pt x="32202" y="5357"/>
                      </a:lnTo>
                      <a:lnTo>
                        <a:pt x="32223" y="5294"/>
                      </a:lnTo>
                      <a:lnTo>
                        <a:pt x="32223" y="5252"/>
                      </a:lnTo>
                      <a:lnTo>
                        <a:pt x="32223" y="5169"/>
                      </a:lnTo>
                      <a:lnTo>
                        <a:pt x="32244" y="5085"/>
                      </a:lnTo>
                      <a:lnTo>
                        <a:pt x="32202" y="5022"/>
                      </a:lnTo>
                      <a:lnTo>
                        <a:pt x="32139" y="4959"/>
                      </a:lnTo>
                      <a:lnTo>
                        <a:pt x="32098" y="4939"/>
                      </a:lnTo>
                      <a:lnTo>
                        <a:pt x="32118" y="4855"/>
                      </a:lnTo>
                      <a:lnTo>
                        <a:pt x="32244" y="4123"/>
                      </a:lnTo>
                      <a:lnTo>
                        <a:pt x="32244" y="3934"/>
                      </a:lnTo>
                      <a:lnTo>
                        <a:pt x="32014" y="3725"/>
                      </a:lnTo>
                      <a:lnTo>
                        <a:pt x="31951" y="3788"/>
                      </a:lnTo>
                      <a:lnTo>
                        <a:pt x="31805" y="3725"/>
                      </a:lnTo>
                      <a:lnTo>
                        <a:pt x="31700" y="3767"/>
                      </a:lnTo>
                      <a:lnTo>
                        <a:pt x="31616" y="3683"/>
                      </a:lnTo>
                      <a:lnTo>
                        <a:pt x="31533" y="3662"/>
                      </a:lnTo>
                      <a:lnTo>
                        <a:pt x="31512" y="3662"/>
                      </a:lnTo>
                      <a:lnTo>
                        <a:pt x="31407" y="3767"/>
                      </a:lnTo>
                      <a:lnTo>
                        <a:pt x="31365" y="3830"/>
                      </a:lnTo>
                      <a:lnTo>
                        <a:pt x="31156" y="4081"/>
                      </a:lnTo>
                      <a:lnTo>
                        <a:pt x="31072" y="4206"/>
                      </a:lnTo>
                      <a:lnTo>
                        <a:pt x="31072" y="4311"/>
                      </a:lnTo>
                      <a:lnTo>
                        <a:pt x="30905" y="4395"/>
                      </a:lnTo>
                      <a:lnTo>
                        <a:pt x="30905" y="4520"/>
                      </a:lnTo>
                      <a:lnTo>
                        <a:pt x="30863" y="4625"/>
                      </a:lnTo>
                      <a:lnTo>
                        <a:pt x="30696" y="4813"/>
                      </a:lnTo>
                      <a:lnTo>
                        <a:pt x="30633" y="4834"/>
                      </a:lnTo>
                      <a:lnTo>
                        <a:pt x="30445" y="5043"/>
                      </a:lnTo>
                      <a:lnTo>
                        <a:pt x="30424" y="5127"/>
                      </a:lnTo>
                      <a:lnTo>
                        <a:pt x="30340" y="5169"/>
                      </a:lnTo>
                      <a:lnTo>
                        <a:pt x="30235" y="5148"/>
                      </a:lnTo>
                      <a:lnTo>
                        <a:pt x="30173" y="5148"/>
                      </a:lnTo>
                      <a:lnTo>
                        <a:pt x="30131" y="5190"/>
                      </a:lnTo>
                      <a:lnTo>
                        <a:pt x="30068" y="5190"/>
                      </a:lnTo>
                      <a:lnTo>
                        <a:pt x="29942" y="5336"/>
                      </a:lnTo>
                      <a:lnTo>
                        <a:pt x="28269" y="5294"/>
                      </a:lnTo>
                      <a:lnTo>
                        <a:pt x="28059" y="5336"/>
                      </a:lnTo>
                      <a:lnTo>
                        <a:pt x="27955" y="5441"/>
                      </a:lnTo>
                      <a:lnTo>
                        <a:pt x="27829" y="5483"/>
                      </a:lnTo>
                      <a:lnTo>
                        <a:pt x="27704" y="5566"/>
                      </a:lnTo>
                      <a:lnTo>
                        <a:pt x="27453" y="5817"/>
                      </a:lnTo>
                      <a:lnTo>
                        <a:pt x="27285" y="5859"/>
                      </a:lnTo>
                      <a:lnTo>
                        <a:pt x="27181" y="5922"/>
                      </a:lnTo>
                      <a:lnTo>
                        <a:pt x="26699" y="6299"/>
                      </a:lnTo>
                      <a:lnTo>
                        <a:pt x="25611" y="6612"/>
                      </a:lnTo>
                      <a:lnTo>
                        <a:pt x="25569" y="6864"/>
                      </a:lnTo>
                      <a:lnTo>
                        <a:pt x="25318" y="6968"/>
                      </a:lnTo>
                      <a:lnTo>
                        <a:pt x="23331" y="7491"/>
                      </a:lnTo>
                      <a:lnTo>
                        <a:pt x="23247" y="7324"/>
                      </a:lnTo>
                      <a:lnTo>
                        <a:pt x="23351" y="7177"/>
                      </a:lnTo>
                      <a:lnTo>
                        <a:pt x="23561" y="7073"/>
                      </a:lnTo>
                      <a:lnTo>
                        <a:pt x="23665" y="6947"/>
                      </a:lnTo>
                      <a:lnTo>
                        <a:pt x="23728" y="6822"/>
                      </a:lnTo>
                      <a:lnTo>
                        <a:pt x="23770" y="6696"/>
                      </a:lnTo>
                      <a:lnTo>
                        <a:pt x="23833" y="5922"/>
                      </a:lnTo>
                      <a:lnTo>
                        <a:pt x="23456" y="4143"/>
                      </a:lnTo>
                      <a:lnTo>
                        <a:pt x="23100" y="3871"/>
                      </a:lnTo>
                      <a:lnTo>
                        <a:pt x="22954" y="3683"/>
                      </a:lnTo>
                      <a:lnTo>
                        <a:pt x="20652" y="2616"/>
                      </a:lnTo>
                      <a:lnTo>
                        <a:pt x="20548" y="2553"/>
                      </a:lnTo>
                      <a:lnTo>
                        <a:pt x="20422" y="2511"/>
                      </a:lnTo>
                      <a:lnTo>
                        <a:pt x="20380" y="2449"/>
                      </a:lnTo>
                      <a:lnTo>
                        <a:pt x="20087" y="2449"/>
                      </a:lnTo>
                      <a:lnTo>
                        <a:pt x="20066" y="2344"/>
                      </a:lnTo>
                      <a:lnTo>
                        <a:pt x="19983" y="2302"/>
                      </a:lnTo>
                      <a:lnTo>
                        <a:pt x="19899" y="2344"/>
                      </a:lnTo>
                      <a:lnTo>
                        <a:pt x="19711" y="2344"/>
                      </a:lnTo>
                      <a:lnTo>
                        <a:pt x="19606" y="2323"/>
                      </a:lnTo>
                      <a:lnTo>
                        <a:pt x="19543" y="2239"/>
                      </a:lnTo>
                      <a:lnTo>
                        <a:pt x="19439" y="2198"/>
                      </a:lnTo>
                      <a:lnTo>
                        <a:pt x="19230" y="2135"/>
                      </a:lnTo>
                      <a:lnTo>
                        <a:pt x="19167" y="2009"/>
                      </a:lnTo>
                      <a:lnTo>
                        <a:pt x="19083" y="2009"/>
                      </a:lnTo>
                      <a:lnTo>
                        <a:pt x="18958" y="1905"/>
                      </a:lnTo>
                      <a:lnTo>
                        <a:pt x="18853" y="1905"/>
                      </a:lnTo>
                      <a:lnTo>
                        <a:pt x="18769" y="1884"/>
                      </a:lnTo>
                      <a:lnTo>
                        <a:pt x="18644" y="1905"/>
                      </a:lnTo>
                      <a:lnTo>
                        <a:pt x="18623" y="1926"/>
                      </a:lnTo>
                      <a:lnTo>
                        <a:pt x="18560" y="1842"/>
                      </a:lnTo>
                      <a:lnTo>
                        <a:pt x="18434" y="1821"/>
                      </a:lnTo>
                      <a:lnTo>
                        <a:pt x="18414" y="1800"/>
                      </a:lnTo>
                      <a:lnTo>
                        <a:pt x="18309" y="1737"/>
                      </a:lnTo>
                      <a:lnTo>
                        <a:pt x="18288" y="1716"/>
                      </a:lnTo>
                      <a:lnTo>
                        <a:pt x="18204" y="1633"/>
                      </a:lnTo>
                      <a:lnTo>
                        <a:pt x="18204" y="1612"/>
                      </a:lnTo>
                      <a:lnTo>
                        <a:pt x="18079" y="1507"/>
                      </a:lnTo>
                      <a:lnTo>
                        <a:pt x="17932" y="1507"/>
                      </a:lnTo>
                      <a:lnTo>
                        <a:pt x="17807" y="1486"/>
                      </a:lnTo>
                      <a:lnTo>
                        <a:pt x="284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758" name="Google Shape;1758;p60"/>
            <p:cNvGrpSpPr/>
            <p:nvPr/>
          </p:nvGrpSpPr>
          <p:grpSpPr>
            <a:xfrm>
              <a:off x="3230417" y="3103734"/>
              <a:ext cx="282982" cy="280332"/>
              <a:chOff x="2605700" y="3152850"/>
              <a:chExt cx="594125" cy="616250"/>
            </a:xfrm>
          </p:grpSpPr>
          <p:sp>
            <p:nvSpPr>
              <p:cNvPr id="1759" name="Google Shape;1759;p60"/>
              <p:cNvSpPr/>
              <p:nvPr/>
            </p:nvSpPr>
            <p:spPr>
              <a:xfrm>
                <a:off x="2605700" y="3152850"/>
                <a:ext cx="379825" cy="616250"/>
              </a:xfrm>
              <a:custGeom>
                <a:rect b="b" l="l" r="r" t="t"/>
                <a:pathLst>
                  <a:path extrusionOk="0" h="24650" w="15193">
                    <a:moveTo>
                      <a:pt x="14024" y="2338"/>
                    </a:moveTo>
                    <a:lnTo>
                      <a:pt x="8818" y="0"/>
                    </a:lnTo>
                    <a:lnTo>
                      <a:pt x="4037" y="1594"/>
                    </a:lnTo>
                    <a:lnTo>
                      <a:pt x="0" y="7225"/>
                    </a:lnTo>
                    <a:lnTo>
                      <a:pt x="2018" y="11156"/>
                    </a:lnTo>
                    <a:lnTo>
                      <a:pt x="7331" y="12325"/>
                    </a:lnTo>
                    <a:lnTo>
                      <a:pt x="10518" y="17531"/>
                    </a:lnTo>
                    <a:lnTo>
                      <a:pt x="11049" y="22843"/>
                    </a:lnTo>
                    <a:lnTo>
                      <a:pt x="13705" y="24650"/>
                    </a:lnTo>
                    <a:lnTo>
                      <a:pt x="15193" y="18700"/>
                    </a:lnTo>
                    <a:lnTo>
                      <a:pt x="12218" y="5844"/>
                    </a:lnTo>
                    <a:close/>
                  </a:path>
                </a:pathLst>
              </a:custGeom>
              <a:solidFill>
                <a:srgbClr val="5F7D95"/>
              </a:solidFill>
              <a:ln>
                <a:noFill/>
              </a:ln>
            </p:spPr>
          </p:sp>
          <p:sp>
            <p:nvSpPr>
              <p:cNvPr id="1760" name="Google Shape;1760;p60"/>
              <p:cNvSpPr/>
              <p:nvPr/>
            </p:nvSpPr>
            <p:spPr>
              <a:xfrm>
                <a:off x="2632775" y="3168475"/>
                <a:ext cx="567050" cy="590050"/>
              </a:xfrm>
              <a:custGeom>
                <a:rect b="b" l="l" r="r" t="t"/>
                <a:pathLst>
                  <a:path extrusionOk="0" h="23602" w="22682">
                    <a:moveTo>
                      <a:pt x="13852" y="21070"/>
                    </a:moveTo>
                    <a:lnTo>
                      <a:pt x="13894" y="21091"/>
                    </a:lnTo>
                    <a:lnTo>
                      <a:pt x="13977" y="21217"/>
                    </a:lnTo>
                    <a:lnTo>
                      <a:pt x="14103" y="21384"/>
                    </a:lnTo>
                    <a:lnTo>
                      <a:pt x="14166" y="21384"/>
                    </a:lnTo>
                    <a:lnTo>
                      <a:pt x="14208" y="21342"/>
                    </a:lnTo>
                    <a:lnTo>
                      <a:pt x="14228" y="21384"/>
                    </a:lnTo>
                    <a:lnTo>
                      <a:pt x="14228" y="21489"/>
                    </a:lnTo>
                    <a:lnTo>
                      <a:pt x="14187" y="21489"/>
                    </a:lnTo>
                    <a:lnTo>
                      <a:pt x="14124" y="21698"/>
                    </a:lnTo>
                    <a:lnTo>
                      <a:pt x="13998" y="21928"/>
                    </a:lnTo>
                    <a:lnTo>
                      <a:pt x="13873" y="21928"/>
                    </a:lnTo>
                    <a:lnTo>
                      <a:pt x="13852" y="22075"/>
                    </a:lnTo>
                    <a:lnTo>
                      <a:pt x="13789" y="22158"/>
                    </a:lnTo>
                    <a:lnTo>
                      <a:pt x="13768" y="22158"/>
                    </a:lnTo>
                    <a:lnTo>
                      <a:pt x="13643" y="22242"/>
                    </a:lnTo>
                    <a:lnTo>
                      <a:pt x="13559" y="22326"/>
                    </a:lnTo>
                    <a:lnTo>
                      <a:pt x="13559" y="22367"/>
                    </a:lnTo>
                    <a:lnTo>
                      <a:pt x="13454" y="22388"/>
                    </a:lnTo>
                    <a:lnTo>
                      <a:pt x="13392" y="22451"/>
                    </a:lnTo>
                    <a:lnTo>
                      <a:pt x="13392" y="22472"/>
                    </a:lnTo>
                    <a:lnTo>
                      <a:pt x="13329" y="22347"/>
                    </a:lnTo>
                    <a:lnTo>
                      <a:pt x="13371" y="22242"/>
                    </a:lnTo>
                    <a:lnTo>
                      <a:pt x="13454" y="22179"/>
                    </a:lnTo>
                    <a:lnTo>
                      <a:pt x="13454" y="22116"/>
                    </a:lnTo>
                    <a:lnTo>
                      <a:pt x="13559" y="22012"/>
                    </a:lnTo>
                    <a:lnTo>
                      <a:pt x="13559" y="21928"/>
                    </a:lnTo>
                    <a:lnTo>
                      <a:pt x="13601" y="21970"/>
                    </a:lnTo>
                    <a:lnTo>
                      <a:pt x="13684" y="21970"/>
                    </a:lnTo>
                    <a:lnTo>
                      <a:pt x="13789" y="21865"/>
                    </a:lnTo>
                    <a:lnTo>
                      <a:pt x="13789" y="21761"/>
                    </a:lnTo>
                    <a:lnTo>
                      <a:pt x="13810" y="21740"/>
                    </a:lnTo>
                    <a:lnTo>
                      <a:pt x="13810" y="21614"/>
                    </a:lnTo>
                    <a:lnTo>
                      <a:pt x="13873" y="21551"/>
                    </a:lnTo>
                    <a:lnTo>
                      <a:pt x="13915" y="21551"/>
                    </a:lnTo>
                    <a:lnTo>
                      <a:pt x="13977" y="21447"/>
                    </a:lnTo>
                    <a:lnTo>
                      <a:pt x="13956" y="21384"/>
                    </a:lnTo>
                    <a:lnTo>
                      <a:pt x="13894" y="21300"/>
                    </a:lnTo>
                    <a:lnTo>
                      <a:pt x="13894" y="21112"/>
                    </a:lnTo>
                    <a:lnTo>
                      <a:pt x="13852" y="21070"/>
                    </a:lnTo>
                    <a:close/>
                    <a:moveTo>
                      <a:pt x="7617" y="0"/>
                    </a:moveTo>
                    <a:lnTo>
                      <a:pt x="7617" y="147"/>
                    </a:lnTo>
                    <a:lnTo>
                      <a:pt x="7575" y="272"/>
                    </a:lnTo>
                    <a:lnTo>
                      <a:pt x="7282" y="481"/>
                    </a:lnTo>
                    <a:lnTo>
                      <a:pt x="7094" y="502"/>
                    </a:lnTo>
                    <a:lnTo>
                      <a:pt x="6842" y="607"/>
                    </a:lnTo>
                    <a:lnTo>
                      <a:pt x="6738" y="565"/>
                    </a:lnTo>
                    <a:lnTo>
                      <a:pt x="6570" y="586"/>
                    </a:lnTo>
                    <a:lnTo>
                      <a:pt x="6382" y="732"/>
                    </a:lnTo>
                    <a:lnTo>
                      <a:pt x="6215" y="795"/>
                    </a:lnTo>
                    <a:lnTo>
                      <a:pt x="6152" y="732"/>
                    </a:lnTo>
                    <a:lnTo>
                      <a:pt x="5901" y="774"/>
                    </a:lnTo>
                    <a:lnTo>
                      <a:pt x="5692" y="774"/>
                    </a:lnTo>
                    <a:lnTo>
                      <a:pt x="5503" y="670"/>
                    </a:lnTo>
                    <a:lnTo>
                      <a:pt x="5315" y="628"/>
                    </a:lnTo>
                    <a:lnTo>
                      <a:pt x="5169" y="586"/>
                    </a:lnTo>
                    <a:lnTo>
                      <a:pt x="5169" y="586"/>
                    </a:lnTo>
                    <a:lnTo>
                      <a:pt x="5231" y="711"/>
                    </a:lnTo>
                    <a:lnTo>
                      <a:pt x="5378" y="774"/>
                    </a:lnTo>
                    <a:lnTo>
                      <a:pt x="5503" y="879"/>
                    </a:lnTo>
                    <a:lnTo>
                      <a:pt x="5545" y="984"/>
                    </a:lnTo>
                    <a:lnTo>
                      <a:pt x="5399" y="1235"/>
                    </a:lnTo>
                    <a:lnTo>
                      <a:pt x="5420" y="1297"/>
                    </a:lnTo>
                    <a:lnTo>
                      <a:pt x="5441" y="1339"/>
                    </a:lnTo>
                    <a:lnTo>
                      <a:pt x="5420" y="1528"/>
                    </a:lnTo>
                    <a:lnTo>
                      <a:pt x="5692" y="1611"/>
                    </a:lnTo>
                    <a:lnTo>
                      <a:pt x="5859" y="1569"/>
                    </a:lnTo>
                    <a:lnTo>
                      <a:pt x="6047" y="1611"/>
                    </a:lnTo>
                    <a:lnTo>
                      <a:pt x="6047" y="1716"/>
                    </a:lnTo>
                    <a:lnTo>
                      <a:pt x="5922" y="1758"/>
                    </a:lnTo>
                    <a:lnTo>
                      <a:pt x="5650" y="1820"/>
                    </a:lnTo>
                    <a:lnTo>
                      <a:pt x="5608" y="1862"/>
                    </a:lnTo>
                    <a:lnTo>
                      <a:pt x="5545" y="1925"/>
                    </a:lnTo>
                    <a:lnTo>
                      <a:pt x="5503" y="2072"/>
                    </a:lnTo>
                    <a:lnTo>
                      <a:pt x="5210" y="2239"/>
                    </a:lnTo>
                    <a:lnTo>
                      <a:pt x="5106" y="2344"/>
                    </a:lnTo>
                    <a:lnTo>
                      <a:pt x="4897" y="2469"/>
                    </a:lnTo>
                    <a:lnTo>
                      <a:pt x="4771" y="2616"/>
                    </a:lnTo>
                    <a:lnTo>
                      <a:pt x="4541" y="2616"/>
                    </a:lnTo>
                    <a:lnTo>
                      <a:pt x="4394" y="2595"/>
                    </a:lnTo>
                    <a:lnTo>
                      <a:pt x="4164" y="2406"/>
                    </a:lnTo>
                    <a:lnTo>
                      <a:pt x="3955" y="2260"/>
                    </a:lnTo>
                    <a:lnTo>
                      <a:pt x="3809" y="2281"/>
                    </a:lnTo>
                    <a:lnTo>
                      <a:pt x="3809" y="2134"/>
                    </a:lnTo>
                    <a:lnTo>
                      <a:pt x="3767" y="1988"/>
                    </a:lnTo>
                    <a:lnTo>
                      <a:pt x="3662" y="1883"/>
                    </a:lnTo>
                    <a:lnTo>
                      <a:pt x="3641" y="1820"/>
                    </a:lnTo>
                    <a:lnTo>
                      <a:pt x="3495" y="1862"/>
                    </a:lnTo>
                    <a:lnTo>
                      <a:pt x="3390" y="1988"/>
                    </a:lnTo>
                    <a:lnTo>
                      <a:pt x="3306" y="1988"/>
                    </a:lnTo>
                    <a:lnTo>
                      <a:pt x="3244" y="1946"/>
                    </a:lnTo>
                    <a:lnTo>
                      <a:pt x="3139" y="1946"/>
                    </a:lnTo>
                    <a:lnTo>
                      <a:pt x="3076" y="2030"/>
                    </a:lnTo>
                    <a:lnTo>
                      <a:pt x="2407" y="2030"/>
                    </a:lnTo>
                    <a:lnTo>
                      <a:pt x="2386" y="2197"/>
                    </a:lnTo>
                    <a:lnTo>
                      <a:pt x="2448" y="2344"/>
                    </a:lnTo>
                    <a:lnTo>
                      <a:pt x="2658" y="2385"/>
                    </a:lnTo>
                    <a:lnTo>
                      <a:pt x="2720" y="2553"/>
                    </a:lnTo>
                    <a:lnTo>
                      <a:pt x="2679" y="2616"/>
                    </a:lnTo>
                    <a:lnTo>
                      <a:pt x="2762" y="2699"/>
                    </a:lnTo>
                    <a:lnTo>
                      <a:pt x="2720" y="2804"/>
                    </a:lnTo>
                    <a:lnTo>
                      <a:pt x="2595" y="2720"/>
                    </a:lnTo>
                    <a:lnTo>
                      <a:pt x="2197" y="2867"/>
                    </a:lnTo>
                    <a:lnTo>
                      <a:pt x="2239" y="3180"/>
                    </a:lnTo>
                    <a:lnTo>
                      <a:pt x="2344" y="3306"/>
                    </a:lnTo>
                    <a:lnTo>
                      <a:pt x="2553" y="3452"/>
                    </a:lnTo>
                    <a:lnTo>
                      <a:pt x="2679" y="3724"/>
                    </a:lnTo>
                    <a:lnTo>
                      <a:pt x="2679" y="3913"/>
                    </a:lnTo>
                    <a:lnTo>
                      <a:pt x="2679" y="3976"/>
                    </a:lnTo>
                    <a:lnTo>
                      <a:pt x="2365" y="5189"/>
                    </a:lnTo>
                    <a:lnTo>
                      <a:pt x="2260" y="5503"/>
                    </a:lnTo>
                    <a:lnTo>
                      <a:pt x="2281" y="5545"/>
                    </a:lnTo>
                    <a:lnTo>
                      <a:pt x="2239" y="5629"/>
                    </a:lnTo>
                    <a:lnTo>
                      <a:pt x="2093" y="5608"/>
                    </a:lnTo>
                    <a:lnTo>
                      <a:pt x="2093" y="5587"/>
                    </a:lnTo>
                    <a:lnTo>
                      <a:pt x="1967" y="5503"/>
                    </a:lnTo>
                    <a:lnTo>
                      <a:pt x="1821" y="5503"/>
                    </a:lnTo>
                    <a:lnTo>
                      <a:pt x="1758" y="5482"/>
                    </a:lnTo>
                    <a:lnTo>
                      <a:pt x="1716" y="5545"/>
                    </a:lnTo>
                    <a:lnTo>
                      <a:pt x="1319" y="5691"/>
                    </a:lnTo>
                    <a:lnTo>
                      <a:pt x="1026" y="5733"/>
                    </a:lnTo>
                    <a:lnTo>
                      <a:pt x="942" y="5817"/>
                    </a:lnTo>
                    <a:lnTo>
                      <a:pt x="879" y="5838"/>
                    </a:lnTo>
                    <a:lnTo>
                      <a:pt x="733" y="5963"/>
                    </a:lnTo>
                    <a:lnTo>
                      <a:pt x="607" y="6026"/>
                    </a:lnTo>
                    <a:lnTo>
                      <a:pt x="503" y="6110"/>
                    </a:lnTo>
                    <a:lnTo>
                      <a:pt x="523" y="6256"/>
                    </a:lnTo>
                    <a:lnTo>
                      <a:pt x="482" y="6340"/>
                    </a:lnTo>
                    <a:lnTo>
                      <a:pt x="503" y="6424"/>
                    </a:lnTo>
                    <a:lnTo>
                      <a:pt x="356" y="6570"/>
                    </a:lnTo>
                    <a:lnTo>
                      <a:pt x="398" y="6779"/>
                    </a:lnTo>
                    <a:lnTo>
                      <a:pt x="461" y="6884"/>
                    </a:lnTo>
                    <a:lnTo>
                      <a:pt x="356" y="6968"/>
                    </a:lnTo>
                    <a:lnTo>
                      <a:pt x="272" y="6947"/>
                    </a:lnTo>
                    <a:lnTo>
                      <a:pt x="105" y="7051"/>
                    </a:lnTo>
                    <a:lnTo>
                      <a:pt x="105" y="7156"/>
                    </a:lnTo>
                    <a:lnTo>
                      <a:pt x="63" y="7198"/>
                    </a:lnTo>
                    <a:lnTo>
                      <a:pt x="84" y="7282"/>
                    </a:lnTo>
                    <a:lnTo>
                      <a:pt x="63" y="7407"/>
                    </a:lnTo>
                    <a:lnTo>
                      <a:pt x="0" y="7512"/>
                    </a:lnTo>
                    <a:lnTo>
                      <a:pt x="63" y="7616"/>
                    </a:lnTo>
                    <a:lnTo>
                      <a:pt x="42" y="7700"/>
                    </a:lnTo>
                    <a:lnTo>
                      <a:pt x="189" y="7846"/>
                    </a:lnTo>
                    <a:lnTo>
                      <a:pt x="482" y="8307"/>
                    </a:lnTo>
                    <a:lnTo>
                      <a:pt x="314" y="8474"/>
                    </a:lnTo>
                    <a:lnTo>
                      <a:pt x="691" y="8453"/>
                    </a:lnTo>
                    <a:lnTo>
                      <a:pt x="879" y="8474"/>
                    </a:lnTo>
                    <a:lnTo>
                      <a:pt x="1005" y="8662"/>
                    </a:lnTo>
                    <a:lnTo>
                      <a:pt x="1026" y="8830"/>
                    </a:lnTo>
                    <a:lnTo>
                      <a:pt x="1256" y="8830"/>
                    </a:lnTo>
                    <a:lnTo>
                      <a:pt x="1549" y="8851"/>
                    </a:lnTo>
                    <a:lnTo>
                      <a:pt x="1779" y="8621"/>
                    </a:lnTo>
                    <a:lnTo>
                      <a:pt x="1988" y="8474"/>
                    </a:lnTo>
                    <a:lnTo>
                      <a:pt x="2051" y="8537"/>
                    </a:lnTo>
                    <a:lnTo>
                      <a:pt x="2030" y="8662"/>
                    </a:lnTo>
                    <a:lnTo>
                      <a:pt x="1967" y="8725"/>
                    </a:lnTo>
                    <a:lnTo>
                      <a:pt x="1967" y="8934"/>
                    </a:lnTo>
                    <a:lnTo>
                      <a:pt x="1988" y="9269"/>
                    </a:lnTo>
                    <a:lnTo>
                      <a:pt x="1988" y="9395"/>
                    </a:lnTo>
                    <a:lnTo>
                      <a:pt x="2072" y="9478"/>
                    </a:lnTo>
                    <a:lnTo>
                      <a:pt x="2176" y="9458"/>
                    </a:lnTo>
                    <a:lnTo>
                      <a:pt x="2281" y="9416"/>
                    </a:lnTo>
                    <a:lnTo>
                      <a:pt x="2469" y="9416"/>
                    </a:lnTo>
                    <a:lnTo>
                      <a:pt x="2511" y="9458"/>
                    </a:lnTo>
                    <a:lnTo>
                      <a:pt x="3076" y="9458"/>
                    </a:lnTo>
                    <a:lnTo>
                      <a:pt x="3223" y="9353"/>
                    </a:lnTo>
                    <a:lnTo>
                      <a:pt x="3306" y="9353"/>
                    </a:lnTo>
                    <a:lnTo>
                      <a:pt x="3432" y="9248"/>
                    </a:lnTo>
                    <a:lnTo>
                      <a:pt x="3557" y="9248"/>
                    </a:lnTo>
                    <a:lnTo>
                      <a:pt x="3725" y="9186"/>
                    </a:lnTo>
                    <a:lnTo>
                      <a:pt x="3829" y="8934"/>
                    </a:lnTo>
                    <a:lnTo>
                      <a:pt x="4081" y="8746"/>
                    </a:lnTo>
                    <a:lnTo>
                      <a:pt x="4269" y="8725"/>
                    </a:lnTo>
                    <a:lnTo>
                      <a:pt x="4457" y="8621"/>
                    </a:lnTo>
                    <a:lnTo>
                      <a:pt x="4583" y="8621"/>
                    </a:lnTo>
                    <a:lnTo>
                      <a:pt x="4687" y="8683"/>
                    </a:lnTo>
                    <a:lnTo>
                      <a:pt x="4813" y="8621"/>
                    </a:lnTo>
                    <a:lnTo>
                      <a:pt x="4897" y="8662"/>
                    </a:lnTo>
                    <a:lnTo>
                      <a:pt x="4876" y="8788"/>
                    </a:lnTo>
                    <a:lnTo>
                      <a:pt x="4959" y="8997"/>
                    </a:lnTo>
                    <a:lnTo>
                      <a:pt x="5085" y="9374"/>
                    </a:lnTo>
                    <a:lnTo>
                      <a:pt x="5169" y="9646"/>
                    </a:lnTo>
                    <a:lnTo>
                      <a:pt x="5106" y="9751"/>
                    </a:lnTo>
                    <a:lnTo>
                      <a:pt x="5210" y="9960"/>
                    </a:lnTo>
                    <a:lnTo>
                      <a:pt x="5357" y="10002"/>
                    </a:lnTo>
                    <a:lnTo>
                      <a:pt x="5399" y="10190"/>
                    </a:lnTo>
                    <a:lnTo>
                      <a:pt x="5524" y="10274"/>
                    </a:lnTo>
                    <a:lnTo>
                      <a:pt x="5713" y="10357"/>
                    </a:lnTo>
                    <a:lnTo>
                      <a:pt x="5838" y="10462"/>
                    </a:lnTo>
                    <a:lnTo>
                      <a:pt x="5901" y="10420"/>
                    </a:lnTo>
                    <a:lnTo>
                      <a:pt x="6131" y="10357"/>
                    </a:lnTo>
                    <a:lnTo>
                      <a:pt x="6340" y="10587"/>
                    </a:lnTo>
                    <a:lnTo>
                      <a:pt x="6508" y="10525"/>
                    </a:lnTo>
                    <a:lnTo>
                      <a:pt x="6717" y="10755"/>
                    </a:lnTo>
                    <a:lnTo>
                      <a:pt x="6822" y="10755"/>
                    </a:lnTo>
                    <a:lnTo>
                      <a:pt x="7073" y="10839"/>
                    </a:lnTo>
                    <a:lnTo>
                      <a:pt x="7240" y="10880"/>
                    </a:lnTo>
                    <a:lnTo>
                      <a:pt x="7261" y="11048"/>
                    </a:lnTo>
                    <a:lnTo>
                      <a:pt x="7366" y="11069"/>
                    </a:lnTo>
                    <a:lnTo>
                      <a:pt x="7512" y="11152"/>
                    </a:lnTo>
                    <a:lnTo>
                      <a:pt x="7868" y="11131"/>
                    </a:lnTo>
                    <a:lnTo>
                      <a:pt x="8098" y="11257"/>
                    </a:lnTo>
                    <a:lnTo>
                      <a:pt x="8140" y="11362"/>
                    </a:lnTo>
                    <a:lnTo>
                      <a:pt x="8119" y="11634"/>
                    </a:lnTo>
                    <a:lnTo>
                      <a:pt x="8182" y="11843"/>
                    </a:lnTo>
                    <a:lnTo>
                      <a:pt x="8098" y="11968"/>
                    </a:lnTo>
                    <a:lnTo>
                      <a:pt x="8307" y="12324"/>
                    </a:lnTo>
                    <a:lnTo>
                      <a:pt x="8286" y="12596"/>
                    </a:lnTo>
                    <a:lnTo>
                      <a:pt x="9290" y="12617"/>
                    </a:lnTo>
                    <a:lnTo>
                      <a:pt x="9353" y="12973"/>
                    </a:lnTo>
                    <a:lnTo>
                      <a:pt x="9332" y="13224"/>
                    </a:lnTo>
                    <a:lnTo>
                      <a:pt x="9604" y="13287"/>
                    </a:lnTo>
                    <a:lnTo>
                      <a:pt x="9897" y="13810"/>
                    </a:lnTo>
                    <a:lnTo>
                      <a:pt x="9918" y="14103"/>
                    </a:lnTo>
                    <a:lnTo>
                      <a:pt x="9646" y="14688"/>
                    </a:lnTo>
                    <a:lnTo>
                      <a:pt x="9667" y="14772"/>
                    </a:lnTo>
                    <a:lnTo>
                      <a:pt x="9583" y="14856"/>
                    </a:lnTo>
                    <a:lnTo>
                      <a:pt x="9646" y="14919"/>
                    </a:lnTo>
                    <a:lnTo>
                      <a:pt x="9604" y="15044"/>
                    </a:lnTo>
                    <a:lnTo>
                      <a:pt x="9751" y="15149"/>
                    </a:lnTo>
                    <a:lnTo>
                      <a:pt x="9751" y="15337"/>
                    </a:lnTo>
                    <a:lnTo>
                      <a:pt x="9855" y="15525"/>
                    </a:lnTo>
                    <a:lnTo>
                      <a:pt x="9793" y="15860"/>
                    </a:lnTo>
                    <a:lnTo>
                      <a:pt x="9814" y="15986"/>
                    </a:lnTo>
                    <a:lnTo>
                      <a:pt x="9772" y="16111"/>
                    </a:lnTo>
                    <a:lnTo>
                      <a:pt x="9814" y="16258"/>
                    </a:lnTo>
                    <a:lnTo>
                      <a:pt x="10023" y="16216"/>
                    </a:lnTo>
                    <a:lnTo>
                      <a:pt x="10107" y="16279"/>
                    </a:lnTo>
                    <a:lnTo>
                      <a:pt x="10379" y="16258"/>
                    </a:lnTo>
                    <a:lnTo>
                      <a:pt x="10525" y="16300"/>
                    </a:lnTo>
                    <a:lnTo>
                      <a:pt x="10797" y="16195"/>
                    </a:lnTo>
                    <a:lnTo>
                      <a:pt x="10923" y="16300"/>
                    </a:lnTo>
                    <a:lnTo>
                      <a:pt x="11027" y="16321"/>
                    </a:lnTo>
                    <a:lnTo>
                      <a:pt x="11069" y="16467"/>
                    </a:lnTo>
                    <a:lnTo>
                      <a:pt x="11236" y="17095"/>
                    </a:lnTo>
                    <a:lnTo>
                      <a:pt x="11341" y="17304"/>
                    </a:lnTo>
                    <a:lnTo>
                      <a:pt x="11446" y="17325"/>
                    </a:lnTo>
                    <a:lnTo>
                      <a:pt x="11676" y="17199"/>
                    </a:lnTo>
                    <a:lnTo>
                      <a:pt x="11801" y="17241"/>
                    </a:lnTo>
                    <a:lnTo>
                      <a:pt x="11885" y="17325"/>
                    </a:lnTo>
                    <a:lnTo>
                      <a:pt x="11969" y="17346"/>
                    </a:lnTo>
                    <a:lnTo>
                      <a:pt x="11906" y="17450"/>
                    </a:lnTo>
                    <a:lnTo>
                      <a:pt x="11885" y="17994"/>
                    </a:lnTo>
                    <a:lnTo>
                      <a:pt x="11864" y="18057"/>
                    </a:lnTo>
                    <a:lnTo>
                      <a:pt x="11822" y="18078"/>
                    </a:lnTo>
                    <a:lnTo>
                      <a:pt x="11822" y="18162"/>
                    </a:lnTo>
                    <a:lnTo>
                      <a:pt x="11801" y="18204"/>
                    </a:lnTo>
                    <a:lnTo>
                      <a:pt x="11801" y="18287"/>
                    </a:lnTo>
                    <a:lnTo>
                      <a:pt x="11906" y="18204"/>
                    </a:lnTo>
                    <a:lnTo>
                      <a:pt x="12178" y="18245"/>
                    </a:lnTo>
                    <a:lnTo>
                      <a:pt x="12178" y="18350"/>
                    </a:lnTo>
                    <a:lnTo>
                      <a:pt x="12283" y="18580"/>
                    </a:lnTo>
                    <a:lnTo>
                      <a:pt x="12283" y="18769"/>
                    </a:lnTo>
                    <a:lnTo>
                      <a:pt x="12303" y="18999"/>
                    </a:lnTo>
                    <a:lnTo>
                      <a:pt x="12324" y="19208"/>
                    </a:lnTo>
                    <a:lnTo>
                      <a:pt x="12303" y="19292"/>
                    </a:lnTo>
                    <a:lnTo>
                      <a:pt x="12199" y="19292"/>
                    </a:lnTo>
                    <a:lnTo>
                      <a:pt x="12073" y="19354"/>
                    </a:lnTo>
                    <a:lnTo>
                      <a:pt x="12031" y="19417"/>
                    </a:lnTo>
                    <a:lnTo>
                      <a:pt x="11969" y="19501"/>
                    </a:lnTo>
                    <a:lnTo>
                      <a:pt x="11927" y="19459"/>
                    </a:lnTo>
                    <a:lnTo>
                      <a:pt x="11697" y="19626"/>
                    </a:lnTo>
                    <a:lnTo>
                      <a:pt x="11655" y="19710"/>
                    </a:lnTo>
                    <a:lnTo>
                      <a:pt x="11571" y="19731"/>
                    </a:lnTo>
                    <a:lnTo>
                      <a:pt x="11362" y="19919"/>
                    </a:lnTo>
                    <a:lnTo>
                      <a:pt x="11278" y="19940"/>
                    </a:lnTo>
                    <a:lnTo>
                      <a:pt x="11278" y="20066"/>
                    </a:lnTo>
                    <a:lnTo>
                      <a:pt x="11195" y="20087"/>
                    </a:lnTo>
                    <a:lnTo>
                      <a:pt x="11132" y="20087"/>
                    </a:lnTo>
                    <a:lnTo>
                      <a:pt x="10943" y="20338"/>
                    </a:lnTo>
                    <a:lnTo>
                      <a:pt x="10923" y="20401"/>
                    </a:lnTo>
                    <a:lnTo>
                      <a:pt x="10923" y="20547"/>
                    </a:lnTo>
                    <a:lnTo>
                      <a:pt x="10839" y="20568"/>
                    </a:lnTo>
                    <a:lnTo>
                      <a:pt x="10776" y="20652"/>
                    </a:lnTo>
                    <a:lnTo>
                      <a:pt x="10671" y="20861"/>
                    </a:lnTo>
                    <a:lnTo>
                      <a:pt x="10609" y="20924"/>
                    </a:lnTo>
                    <a:lnTo>
                      <a:pt x="10504" y="21091"/>
                    </a:lnTo>
                    <a:lnTo>
                      <a:pt x="10504" y="21133"/>
                    </a:lnTo>
                    <a:lnTo>
                      <a:pt x="10399" y="21217"/>
                    </a:lnTo>
                    <a:lnTo>
                      <a:pt x="10358" y="21279"/>
                    </a:lnTo>
                    <a:lnTo>
                      <a:pt x="10441" y="21279"/>
                    </a:lnTo>
                    <a:lnTo>
                      <a:pt x="10504" y="21300"/>
                    </a:lnTo>
                    <a:lnTo>
                      <a:pt x="10776" y="21217"/>
                    </a:lnTo>
                    <a:lnTo>
                      <a:pt x="10923" y="21300"/>
                    </a:lnTo>
                    <a:lnTo>
                      <a:pt x="11048" y="21489"/>
                    </a:lnTo>
                    <a:lnTo>
                      <a:pt x="11153" y="21530"/>
                    </a:lnTo>
                    <a:lnTo>
                      <a:pt x="11236" y="21698"/>
                    </a:lnTo>
                    <a:lnTo>
                      <a:pt x="11362" y="21928"/>
                    </a:lnTo>
                    <a:lnTo>
                      <a:pt x="11446" y="21928"/>
                    </a:lnTo>
                    <a:lnTo>
                      <a:pt x="11550" y="21803"/>
                    </a:lnTo>
                    <a:lnTo>
                      <a:pt x="11592" y="21803"/>
                    </a:lnTo>
                    <a:lnTo>
                      <a:pt x="11718" y="22012"/>
                    </a:lnTo>
                    <a:lnTo>
                      <a:pt x="11885" y="22075"/>
                    </a:lnTo>
                    <a:lnTo>
                      <a:pt x="12011" y="22116"/>
                    </a:lnTo>
                    <a:lnTo>
                      <a:pt x="12136" y="22242"/>
                    </a:lnTo>
                    <a:lnTo>
                      <a:pt x="12136" y="22388"/>
                    </a:lnTo>
                    <a:lnTo>
                      <a:pt x="12241" y="22367"/>
                    </a:lnTo>
                    <a:lnTo>
                      <a:pt x="12492" y="22472"/>
                    </a:lnTo>
                    <a:lnTo>
                      <a:pt x="12617" y="22639"/>
                    </a:lnTo>
                    <a:lnTo>
                      <a:pt x="12743" y="22849"/>
                    </a:lnTo>
                    <a:lnTo>
                      <a:pt x="12868" y="22911"/>
                    </a:lnTo>
                    <a:lnTo>
                      <a:pt x="12848" y="23079"/>
                    </a:lnTo>
                    <a:lnTo>
                      <a:pt x="12743" y="23225"/>
                    </a:lnTo>
                    <a:lnTo>
                      <a:pt x="12806" y="23414"/>
                    </a:lnTo>
                    <a:lnTo>
                      <a:pt x="12827" y="23476"/>
                    </a:lnTo>
                    <a:lnTo>
                      <a:pt x="12848" y="23497"/>
                    </a:lnTo>
                    <a:lnTo>
                      <a:pt x="12931" y="23581"/>
                    </a:lnTo>
                    <a:lnTo>
                      <a:pt x="12952" y="23602"/>
                    </a:lnTo>
                    <a:lnTo>
                      <a:pt x="13161" y="23414"/>
                    </a:lnTo>
                    <a:lnTo>
                      <a:pt x="13245" y="23225"/>
                    </a:lnTo>
                    <a:lnTo>
                      <a:pt x="13350" y="22849"/>
                    </a:lnTo>
                    <a:lnTo>
                      <a:pt x="13433" y="22577"/>
                    </a:lnTo>
                    <a:lnTo>
                      <a:pt x="13454" y="22535"/>
                    </a:lnTo>
                    <a:lnTo>
                      <a:pt x="13426" y="22507"/>
                    </a:lnTo>
                    <a:lnTo>
                      <a:pt x="13426" y="22507"/>
                    </a:lnTo>
                    <a:lnTo>
                      <a:pt x="13496" y="22535"/>
                    </a:lnTo>
                    <a:lnTo>
                      <a:pt x="13873" y="22242"/>
                    </a:lnTo>
                    <a:lnTo>
                      <a:pt x="14061" y="22033"/>
                    </a:lnTo>
                    <a:lnTo>
                      <a:pt x="14312" y="21551"/>
                    </a:lnTo>
                    <a:lnTo>
                      <a:pt x="14417" y="21321"/>
                    </a:lnTo>
                    <a:lnTo>
                      <a:pt x="14521" y="21028"/>
                    </a:lnTo>
                    <a:lnTo>
                      <a:pt x="14793" y="20547"/>
                    </a:lnTo>
                    <a:lnTo>
                      <a:pt x="15044" y="20233"/>
                    </a:lnTo>
                    <a:lnTo>
                      <a:pt x="15107" y="20129"/>
                    </a:lnTo>
                    <a:lnTo>
                      <a:pt x="15065" y="20087"/>
                    </a:lnTo>
                    <a:lnTo>
                      <a:pt x="15065" y="20024"/>
                    </a:lnTo>
                    <a:lnTo>
                      <a:pt x="15128" y="19982"/>
                    </a:lnTo>
                    <a:lnTo>
                      <a:pt x="15170" y="19857"/>
                    </a:lnTo>
                    <a:lnTo>
                      <a:pt x="15254" y="19815"/>
                    </a:lnTo>
                    <a:lnTo>
                      <a:pt x="15233" y="19710"/>
                    </a:lnTo>
                    <a:lnTo>
                      <a:pt x="15254" y="19626"/>
                    </a:lnTo>
                    <a:lnTo>
                      <a:pt x="15233" y="19606"/>
                    </a:lnTo>
                    <a:lnTo>
                      <a:pt x="15296" y="19585"/>
                    </a:lnTo>
                    <a:lnTo>
                      <a:pt x="15296" y="19480"/>
                    </a:lnTo>
                    <a:lnTo>
                      <a:pt x="15191" y="19313"/>
                    </a:lnTo>
                    <a:lnTo>
                      <a:pt x="15191" y="19229"/>
                    </a:lnTo>
                    <a:lnTo>
                      <a:pt x="15212" y="19166"/>
                    </a:lnTo>
                    <a:lnTo>
                      <a:pt x="15191" y="19082"/>
                    </a:lnTo>
                    <a:lnTo>
                      <a:pt x="15149" y="18915"/>
                    </a:lnTo>
                    <a:lnTo>
                      <a:pt x="15107" y="18748"/>
                    </a:lnTo>
                    <a:lnTo>
                      <a:pt x="15149" y="18685"/>
                    </a:lnTo>
                    <a:lnTo>
                      <a:pt x="15316" y="18664"/>
                    </a:lnTo>
                    <a:lnTo>
                      <a:pt x="15296" y="18559"/>
                    </a:lnTo>
                    <a:lnTo>
                      <a:pt x="15212" y="18497"/>
                    </a:lnTo>
                    <a:lnTo>
                      <a:pt x="15337" y="18476"/>
                    </a:lnTo>
                    <a:lnTo>
                      <a:pt x="15337" y="18371"/>
                    </a:lnTo>
                    <a:lnTo>
                      <a:pt x="15212" y="18308"/>
                    </a:lnTo>
                    <a:lnTo>
                      <a:pt x="15316" y="18287"/>
                    </a:lnTo>
                    <a:lnTo>
                      <a:pt x="15379" y="18183"/>
                    </a:lnTo>
                    <a:lnTo>
                      <a:pt x="15442" y="18245"/>
                    </a:lnTo>
                    <a:lnTo>
                      <a:pt x="15630" y="18057"/>
                    </a:lnTo>
                    <a:lnTo>
                      <a:pt x="15735" y="17973"/>
                    </a:lnTo>
                    <a:lnTo>
                      <a:pt x="15735" y="17932"/>
                    </a:lnTo>
                    <a:lnTo>
                      <a:pt x="15881" y="17785"/>
                    </a:lnTo>
                    <a:lnTo>
                      <a:pt x="16070" y="17681"/>
                    </a:lnTo>
                    <a:lnTo>
                      <a:pt x="16300" y="17429"/>
                    </a:lnTo>
                    <a:lnTo>
                      <a:pt x="16509" y="17409"/>
                    </a:lnTo>
                    <a:lnTo>
                      <a:pt x="16614" y="17304"/>
                    </a:lnTo>
                    <a:lnTo>
                      <a:pt x="16739" y="17199"/>
                    </a:lnTo>
                    <a:lnTo>
                      <a:pt x="16844" y="17199"/>
                    </a:lnTo>
                    <a:lnTo>
                      <a:pt x="16928" y="17241"/>
                    </a:lnTo>
                    <a:lnTo>
                      <a:pt x="17011" y="17283"/>
                    </a:lnTo>
                    <a:lnTo>
                      <a:pt x="17011" y="17199"/>
                    </a:lnTo>
                    <a:lnTo>
                      <a:pt x="17095" y="17032"/>
                    </a:lnTo>
                    <a:lnTo>
                      <a:pt x="17325" y="16885"/>
                    </a:lnTo>
                    <a:lnTo>
                      <a:pt x="17430" y="16865"/>
                    </a:lnTo>
                    <a:lnTo>
                      <a:pt x="17430" y="16802"/>
                    </a:lnTo>
                    <a:lnTo>
                      <a:pt x="17367" y="16781"/>
                    </a:lnTo>
                    <a:lnTo>
                      <a:pt x="17304" y="16739"/>
                    </a:lnTo>
                    <a:lnTo>
                      <a:pt x="17262" y="16676"/>
                    </a:lnTo>
                    <a:lnTo>
                      <a:pt x="17346" y="16634"/>
                    </a:lnTo>
                    <a:lnTo>
                      <a:pt x="17513" y="16572"/>
                    </a:lnTo>
                    <a:lnTo>
                      <a:pt x="17576" y="16593"/>
                    </a:lnTo>
                    <a:lnTo>
                      <a:pt x="17681" y="16593"/>
                    </a:lnTo>
                    <a:lnTo>
                      <a:pt x="17765" y="16530"/>
                    </a:lnTo>
                    <a:lnTo>
                      <a:pt x="17869" y="16530"/>
                    </a:lnTo>
                    <a:lnTo>
                      <a:pt x="17869" y="16593"/>
                    </a:lnTo>
                    <a:lnTo>
                      <a:pt x="17744" y="16676"/>
                    </a:lnTo>
                    <a:lnTo>
                      <a:pt x="17576" y="16697"/>
                    </a:lnTo>
                    <a:lnTo>
                      <a:pt x="17555" y="16718"/>
                    </a:lnTo>
                    <a:lnTo>
                      <a:pt x="17618" y="16739"/>
                    </a:lnTo>
                    <a:lnTo>
                      <a:pt x="17848" y="16676"/>
                    </a:lnTo>
                    <a:lnTo>
                      <a:pt x="18099" y="16572"/>
                    </a:lnTo>
                    <a:lnTo>
                      <a:pt x="18078" y="16509"/>
                    </a:lnTo>
                    <a:lnTo>
                      <a:pt x="18162" y="16467"/>
                    </a:lnTo>
                    <a:lnTo>
                      <a:pt x="18246" y="16467"/>
                    </a:lnTo>
                    <a:lnTo>
                      <a:pt x="18204" y="16509"/>
                    </a:lnTo>
                    <a:cubicBezTo>
                      <a:pt x="18204" y="16509"/>
                      <a:pt x="18204" y="16613"/>
                      <a:pt x="18246" y="16613"/>
                    </a:cubicBezTo>
                    <a:lnTo>
                      <a:pt x="18392" y="16634"/>
                    </a:lnTo>
                    <a:lnTo>
                      <a:pt x="18497" y="16593"/>
                    </a:lnTo>
                    <a:lnTo>
                      <a:pt x="18664" y="16593"/>
                    </a:lnTo>
                    <a:lnTo>
                      <a:pt x="18832" y="16613"/>
                    </a:lnTo>
                    <a:lnTo>
                      <a:pt x="18936" y="16551"/>
                    </a:lnTo>
                    <a:lnTo>
                      <a:pt x="18936" y="16488"/>
                    </a:lnTo>
                    <a:lnTo>
                      <a:pt x="18915" y="16467"/>
                    </a:lnTo>
                    <a:lnTo>
                      <a:pt x="18936" y="16404"/>
                    </a:lnTo>
                    <a:lnTo>
                      <a:pt x="19208" y="16237"/>
                    </a:lnTo>
                    <a:lnTo>
                      <a:pt x="19418" y="16153"/>
                    </a:lnTo>
                    <a:lnTo>
                      <a:pt x="19522" y="16069"/>
                    </a:lnTo>
                    <a:lnTo>
                      <a:pt x="19543" y="15986"/>
                    </a:lnTo>
                    <a:lnTo>
                      <a:pt x="19522" y="15944"/>
                    </a:lnTo>
                    <a:lnTo>
                      <a:pt x="19418" y="15735"/>
                    </a:lnTo>
                    <a:lnTo>
                      <a:pt x="19501" y="15567"/>
                    </a:lnTo>
                    <a:lnTo>
                      <a:pt x="19564" y="15463"/>
                    </a:lnTo>
                    <a:lnTo>
                      <a:pt x="19564" y="15358"/>
                    </a:lnTo>
                    <a:lnTo>
                      <a:pt x="19627" y="15316"/>
                    </a:lnTo>
                    <a:lnTo>
                      <a:pt x="19731" y="15232"/>
                    </a:lnTo>
                    <a:lnTo>
                      <a:pt x="19752" y="15128"/>
                    </a:lnTo>
                    <a:lnTo>
                      <a:pt x="19731" y="15107"/>
                    </a:lnTo>
                    <a:lnTo>
                      <a:pt x="19878" y="14835"/>
                    </a:lnTo>
                    <a:lnTo>
                      <a:pt x="20087" y="14584"/>
                    </a:lnTo>
                    <a:lnTo>
                      <a:pt x="20087" y="14479"/>
                    </a:lnTo>
                    <a:lnTo>
                      <a:pt x="20045" y="14103"/>
                    </a:lnTo>
                    <a:lnTo>
                      <a:pt x="20003" y="14082"/>
                    </a:lnTo>
                    <a:lnTo>
                      <a:pt x="20066" y="13872"/>
                    </a:lnTo>
                    <a:lnTo>
                      <a:pt x="20129" y="13789"/>
                    </a:lnTo>
                    <a:lnTo>
                      <a:pt x="20129" y="13726"/>
                    </a:lnTo>
                    <a:lnTo>
                      <a:pt x="20317" y="13580"/>
                    </a:lnTo>
                    <a:lnTo>
                      <a:pt x="20338" y="13496"/>
                    </a:lnTo>
                    <a:lnTo>
                      <a:pt x="20275" y="13287"/>
                    </a:lnTo>
                    <a:lnTo>
                      <a:pt x="20359" y="13036"/>
                    </a:lnTo>
                    <a:lnTo>
                      <a:pt x="20338" y="12826"/>
                    </a:lnTo>
                    <a:lnTo>
                      <a:pt x="20359" y="12659"/>
                    </a:lnTo>
                    <a:lnTo>
                      <a:pt x="20359" y="12596"/>
                    </a:lnTo>
                    <a:lnTo>
                      <a:pt x="20422" y="12387"/>
                    </a:lnTo>
                    <a:lnTo>
                      <a:pt x="20359" y="11592"/>
                    </a:lnTo>
                    <a:lnTo>
                      <a:pt x="20359" y="11445"/>
                    </a:lnTo>
                    <a:lnTo>
                      <a:pt x="20422" y="11341"/>
                    </a:lnTo>
                    <a:lnTo>
                      <a:pt x="20422" y="11236"/>
                    </a:lnTo>
                    <a:lnTo>
                      <a:pt x="20359" y="11278"/>
                    </a:lnTo>
                    <a:lnTo>
                      <a:pt x="20275" y="11194"/>
                    </a:lnTo>
                    <a:lnTo>
                      <a:pt x="20275" y="11131"/>
                    </a:lnTo>
                    <a:lnTo>
                      <a:pt x="20359" y="10985"/>
                    </a:lnTo>
                    <a:lnTo>
                      <a:pt x="20338" y="10859"/>
                    </a:lnTo>
                    <a:lnTo>
                      <a:pt x="20359" y="10776"/>
                    </a:lnTo>
                    <a:lnTo>
                      <a:pt x="20443" y="10755"/>
                    </a:lnTo>
                    <a:lnTo>
                      <a:pt x="20464" y="10629"/>
                    </a:lnTo>
                    <a:lnTo>
                      <a:pt x="20380" y="10504"/>
                    </a:lnTo>
                    <a:lnTo>
                      <a:pt x="20234" y="10420"/>
                    </a:lnTo>
                    <a:lnTo>
                      <a:pt x="20275" y="10399"/>
                    </a:lnTo>
                    <a:lnTo>
                      <a:pt x="20317" y="10336"/>
                    </a:lnTo>
                    <a:lnTo>
                      <a:pt x="20338" y="10399"/>
                    </a:lnTo>
                    <a:lnTo>
                      <a:pt x="20422" y="10441"/>
                    </a:lnTo>
                    <a:lnTo>
                      <a:pt x="20485" y="10462"/>
                    </a:lnTo>
                    <a:lnTo>
                      <a:pt x="20526" y="10336"/>
                    </a:lnTo>
                    <a:lnTo>
                      <a:pt x="20589" y="10336"/>
                    </a:lnTo>
                    <a:lnTo>
                      <a:pt x="20631" y="10420"/>
                    </a:lnTo>
                    <a:lnTo>
                      <a:pt x="20673" y="10441"/>
                    </a:lnTo>
                    <a:lnTo>
                      <a:pt x="20631" y="10525"/>
                    </a:lnTo>
                    <a:lnTo>
                      <a:pt x="20547" y="10567"/>
                    </a:lnTo>
                    <a:lnTo>
                      <a:pt x="20526" y="10650"/>
                    </a:lnTo>
                    <a:lnTo>
                      <a:pt x="20568" y="10650"/>
                    </a:lnTo>
                    <a:lnTo>
                      <a:pt x="20673" y="10546"/>
                    </a:lnTo>
                    <a:lnTo>
                      <a:pt x="20840" y="10462"/>
                    </a:lnTo>
                    <a:lnTo>
                      <a:pt x="21008" y="10190"/>
                    </a:lnTo>
                    <a:lnTo>
                      <a:pt x="21091" y="9981"/>
                    </a:lnTo>
                    <a:lnTo>
                      <a:pt x="21112" y="9834"/>
                    </a:lnTo>
                    <a:lnTo>
                      <a:pt x="21196" y="9771"/>
                    </a:lnTo>
                    <a:lnTo>
                      <a:pt x="21280" y="9562"/>
                    </a:lnTo>
                    <a:lnTo>
                      <a:pt x="21363" y="9374"/>
                    </a:lnTo>
                    <a:lnTo>
                      <a:pt x="21677" y="9165"/>
                    </a:lnTo>
                    <a:lnTo>
                      <a:pt x="21698" y="9060"/>
                    </a:lnTo>
                    <a:lnTo>
                      <a:pt x="21803" y="9039"/>
                    </a:lnTo>
                    <a:lnTo>
                      <a:pt x="21887" y="8934"/>
                    </a:lnTo>
                    <a:lnTo>
                      <a:pt x="22138" y="8683"/>
                    </a:lnTo>
                    <a:lnTo>
                      <a:pt x="22368" y="8370"/>
                    </a:lnTo>
                    <a:lnTo>
                      <a:pt x="22431" y="8307"/>
                    </a:lnTo>
                    <a:lnTo>
                      <a:pt x="22556" y="7993"/>
                    </a:lnTo>
                    <a:lnTo>
                      <a:pt x="22577" y="7846"/>
                    </a:lnTo>
                    <a:lnTo>
                      <a:pt x="22661" y="7742"/>
                    </a:lnTo>
                    <a:lnTo>
                      <a:pt x="22661" y="7637"/>
                    </a:lnTo>
                    <a:lnTo>
                      <a:pt x="22577" y="7533"/>
                    </a:lnTo>
                    <a:lnTo>
                      <a:pt x="22619" y="7449"/>
                    </a:lnTo>
                    <a:lnTo>
                      <a:pt x="22682" y="7449"/>
                    </a:lnTo>
                    <a:lnTo>
                      <a:pt x="22661" y="7156"/>
                    </a:lnTo>
                    <a:lnTo>
                      <a:pt x="22577" y="7093"/>
                    </a:lnTo>
                    <a:lnTo>
                      <a:pt x="22556" y="6968"/>
                    </a:lnTo>
                    <a:lnTo>
                      <a:pt x="22347" y="6528"/>
                    </a:lnTo>
                    <a:lnTo>
                      <a:pt x="22347" y="6361"/>
                    </a:lnTo>
                    <a:lnTo>
                      <a:pt x="22326" y="6193"/>
                    </a:lnTo>
                    <a:lnTo>
                      <a:pt x="21949" y="6026"/>
                    </a:lnTo>
                    <a:lnTo>
                      <a:pt x="21740" y="6026"/>
                    </a:lnTo>
                    <a:lnTo>
                      <a:pt x="21594" y="6110"/>
                    </a:lnTo>
                    <a:lnTo>
                      <a:pt x="21489" y="5942"/>
                    </a:lnTo>
                    <a:lnTo>
                      <a:pt x="21342" y="5921"/>
                    </a:lnTo>
                    <a:lnTo>
                      <a:pt x="21217" y="5796"/>
                    </a:lnTo>
                    <a:lnTo>
                      <a:pt x="21070" y="5712"/>
                    </a:lnTo>
                    <a:lnTo>
                      <a:pt x="20966" y="5691"/>
                    </a:lnTo>
                    <a:lnTo>
                      <a:pt x="20694" y="5398"/>
                    </a:lnTo>
                    <a:lnTo>
                      <a:pt x="20485" y="5105"/>
                    </a:lnTo>
                    <a:lnTo>
                      <a:pt x="20380" y="5085"/>
                    </a:lnTo>
                    <a:lnTo>
                      <a:pt x="20254" y="4959"/>
                    </a:lnTo>
                    <a:lnTo>
                      <a:pt x="20129" y="4959"/>
                    </a:lnTo>
                    <a:lnTo>
                      <a:pt x="19773" y="4687"/>
                    </a:lnTo>
                    <a:lnTo>
                      <a:pt x="19627" y="4687"/>
                    </a:lnTo>
                    <a:lnTo>
                      <a:pt x="19438" y="4603"/>
                    </a:lnTo>
                    <a:lnTo>
                      <a:pt x="19334" y="4666"/>
                    </a:lnTo>
                    <a:lnTo>
                      <a:pt x="19187" y="4666"/>
                    </a:lnTo>
                    <a:lnTo>
                      <a:pt x="19083" y="4603"/>
                    </a:lnTo>
                    <a:lnTo>
                      <a:pt x="18978" y="4666"/>
                    </a:lnTo>
                    <a:lnTo>
                      <a:pt x="18915" y="4750"/>
                    </a:lnTo>
                    <a:lnTo>
                      <a:pt x="18832" y="4666"/>
                    </a:lnTo>
                    <a:lnTo>
                      <a:pt x="18685" y="4561"/>
                    </a:lnTo>
                    <a:lnTo>
                      <a:pt x="18685" y="4666"/>
                    </a:lnTo>
                    <a:lnTo>
                      <a:pt x="18602" y="4624"/>
                    </a:lnTo>
                    <a:lnTo>
                      <a:pt x="18581" y="4687"/>
                    </a:lnTo>
                    <a:lnTo>
                      <a:pt x="18581" y="4750"/>
                    </a:lnTo>
                    <a:lnTo>
                      <a:pt x="18476" y="4666"/>
                    </a:lnTo>
                    <a:lnTo>
                      <a:pt x="18455" y="4624"/>
                    </a:lnTo>
                    <a:lnTo>
                      <a:pt x="18371" y="4582"/>
                    </a:lnTo>
                    <a:lnTo>
                      <a:pt x="18371" y="4582"/>
                    </a:lnTo>
                    <a:lnTo>
                      <a:pt x="18392" y="4645"/>
                    </a:lnTo>
                    <a:lnTo>
                      <a:pt x="18371" y="4666"/>
                    </a:lnTo>
                    <a:lnTo>
                      <a:pt x="18183" y="4582"/>
                    </a:lnTo>
                    <a:lnTo>
                      <a:pt x="18141" y="4582"/>
                    </a:lnTo>
                    <a:lnTo>
                      <a:pt x="17995" y="4561"/>
                    </a:lnTo>
                    <a:lnTo>
                      <a:pt x="17702" y="4394"/>
                    </a:lnTo>
                    <a:lnTo>
                      <a:pt x="17555" y="4394"/>
                    </a:lnTo>
                    <a:lnTo>
                      <a:pt x="17555" y="4436"/>
                    </a:lnTo>
                    <a:lnTo>
                      <a:pt x="17597" y="4478"/>
                    </a:lnTo>
                    <a:lnTo>
                      <a:pt x="17555" y="4520"/>
                    </a:lnTo>
                    <a:lnTo>
                      <a:pt x="17472" y="4478"/>
                    </a:lnTo>
                    <a:lnTo>
                      <a:pt x="17451" y="4520"/>
                    </a:lnTo>
                    <a:lnTo>
                      <a:pt x="17430" y="4561"/>
                    </a:lnTo>
                    <a:lnTo>
                      <a:pt x="17325" y="4603"/>
                    </a:lnTo>
                    <a:lnTo>
                      <a:pt x="17262" y="4666"/>
                    </a:lnTo>
                    <a:lnTo>
                      <a:pt x="17241" y="4792"/>
                    </a:lnTo>
                    <a:lnTo>
                      <a:pt x="17200" y="4687"/>
                    </a:lnTo>
                    <a:lnTo>
                      <a:pt x="17158" y="4603"/>
                    </a:lnTo>
                    <a:lnTo>
                      <a:pt x="17116" y="4645"/>
                    </a:lnTo>
                    <a:lnTo>
                      <a:pt x="17116" y="4750"/>
                    </a:lnTo>
                    <a:lnTo>
                      <a:pt x="17011" y="4917"/>
                    </a:lnTo>
                    <a:lnTo>
                      <a:pt x="17011" y="5085"/>
                    </a:lnTo>
                    <a:lnTo>
                      <a:pt x="16990" y="4917"/>
                    </a:lnTo>
                    <a:lnTo>
                      <a:pt x="17011" y="4771"/>
                    </a:lnTo>
                    <a:lnTo>
                      <a:pt x="16990" y="4645"/>
                    </a:lnTo>
                    <a:lnTo>
                      <a:pt x="17032" y="4457"/>
                    </a:lnTo>
                    <a:lnTo>
                      <a:pt x="17095" y="4394"/>
                    </a:lnTo>
                    <a:lnTo>
                      <a:pt x="17032" y="4373"/>
                    </a:lnTo>
                    <a:lnTo>
                      <a:pt x="16928" y="4373"/>
                    </a:lnTo>
                    <a:lnTo>
                      <a:pt x="17053" y="4248"/>
                    </a:lnTo>
                    <a:lnTo>
                      <a:pt x="16907" y="4059"/>
                    </a:lnTo>
                    <a:lnTo>
                      <a:pt x="16823" y="3913"/>
                    </a:lnTo>
                    <a:lnTo>
                      <a:pt x="16739" y="3913"/>
                    </a:lnTo>
                    <a:lnTo>
                      <a:pt x="16614" y="3871"/>
                    </a:lnTo>
                    <a:lnTo>
                      <a:pt x="16530" y="3976"/>
                    </a:lnTo>
                    <a:lnTo>
                      <a:pt x="16467" y="4017"/>
                    </a:lnTo>
                    <a:lnTo>
                      <a:pt x="16425" y="3934"/>
                    </a:lnTo>
                    <a:lnTo>
                      <a:pt x="16384" y="3913"/>
                    </a:lnTo>
                    <a:lnTo>
                      <a:pt x="16363" y="3829"/>
                    </a:lnTo>
                    <a:lnTo>
                      <a:pt x="16279" y="3766"/>
                    </a:lnTo>
                    <a:lnTo>
                      <a:pt x="16195" y="3766"/>
                    </a:lnTo>
                    <a:lnTo>
                      <a:pt x="16153" y="3724"/>
                    </a:lnTo>
                    <a:lnTo>
                      <a:pt x="16070" y="3704"/>
                    </a:lnTo>
                    <a:lnTo>
                      <a:pt x="16007" y="3745"/>
                    </a:lnTo>
                    <a:lnTo>
                      <a:pt x="16007" y="3704"/>
                    </a:lnTo>
                    <a:lnTo>
                      <a:pt x="15965" y="3662"/>
                    </a:lnTo>
                    <a:lnTo>
                      <a:pt x="15902" y="3599"/>
                    </a:lnTo>
                    <a:lnTo>
                      <a:pt x="15840" y="3620"/>
                    </a:lnTo>
                    <a:lnTo>
                      <a:pt x="15693" y="3599"/>
                    </a:lnTo>
                    <a:lnTo>
                      <a:pt x="15526" y="3494"/>
                    </a:lnTo>
                    <a:lnTo>
                      <a:pt x="15463" y="3494"/>
                    </a:lnTo>
                    <a:lnTo>
                      <a:pt x="15442" y="3536"/>
                    </a:lnTo>
                    <a:lnTo>
                      <a:pt x="15337" y="3452"/>
                    </a:lnTo>
                    <a:lnTo>
                      <a:pt x="15254" y="3452"/>
                    </a:lnTo>
                    <a:lnTo>
                      <a:pt x="15233" y="3536"/>
                    </a:lnTo>
                    <a:lnTo>
                      <a:pt x="15170" y="3536"/>
                    </a:lnTo>
                    <a:lnTo>
                      <a:pt x="15149" y="3452"/>
                    </a:lnTo>
                    <a:lnTo>
                      <a:pt x="15024" y="3452"/>
                    </a:lnTo>
                    <a:lnTo>
                      <a:pt x="14919" y="3515"/>
                    </a:lnTo>
                    <a:lnTo>
                      <a:pt x="14856" y="3620"/>
                    </a:lnTo>
                    <a:lnTo>
                      <a:pt x="14856" y="3704"/>
                    </a:lnTo>
                    <a:lnTo>
                      <a:pt x="14731" y="3829"/>
                    </a:lnTo>
                    <a:lnTo>
                      <a:pt x="14584" y="3934"/>
                    </a:lnTo>
                    <a:lnTo>
                      <a:pt x="14375" y="4059"/>
                    </a:lnTo>
                    <a:lnTo>
                      <a:pt x="14270" y="4185"/>
                    </a:lnTo>
                    <a:lnTo>
                      <a:pt x="14208" y="4352"/>
                    </a:lnTo>
                    <a:lnTo>
                      <a:pt x="14187" y="4499"/>
                    </a:lnTo>
                    <a:lnTo>
                      <a:pt x="14124" y="4582"/>
                    </a:lnTo>
                    <a:lnTo>
                      <a:pt x="14019" y="4687"/>
                    </a:lnTo>
                    <a:lnTo>
                      <a:pt x="14019" y="4771"/>
                    </a:lnTo>
                    <a:lnTo>
                      <a:pt x="14061" y="4896"/>
                    </a:lnTo>
                    <a:lnTo>
                      <a:pt x="14019" y="5105"/>
                    </a:lnTo>
                    <a:lnTo>
                      <a:pt x="13998" y="4980"/>
                    </a:lnTo>
                    <a:lnTo>
                      <a:pt x="13915" y="4854"/>
                    </a:lnTo>
                    <a:lnTo>
                      <a:pt x="13915" y="4750"/>
                    </a:lnTo>
                    <a:lnTo>
                      <a:pt x="13998" y="4645"/>
                    </a:lnTo>
                    <a:lnTo>
                      <a:pt x="14103" y="4561"/>
                    </a:lnTo>
                    <a:lnTo>
                      <a:pt x="14082" y="4394"/>
                    </a:lnTo>
                    <a:lnTo>
                      <a:pt x="14124" y="4269"/>
                    </a:lnTo>
                    <a:lnTo>
                      <a:pt x="14124" y="4185"/>
                    </a:lnTo>
                    <a:lnTo>
                      <a:pt x="14061" y="4185"/>
                    </a:lnTo>
                    <a:lnTo>
                      <a:pt x="13915" y="4248"/>
                    </a:lnTo>
                    <a:lnTo>
                      <a:pt x="13768" y="4185"/>
                    </a:lnTo>
                    <a:lnTo>
                      <a:pt x="13643" y="4185"/>
                    </a:lnTo>
                    <a:lnTo>
                      <a:pt x="13538" y="4227"/>
                    </a:lnTo>
                    <a:lnTo>
                      <a:pt x="13454" y="4164"/>
                    </a:lnTo>
                    <a:lnTo>
                      <a:pt x="13538" y="4164"/>
                    </a:lnTo>
                    <a:lnTo>
                      <a:pt x="13643" y="4080"/>
                    </a:lnTo>
                    <a:lnTo>
                      <a:pt x="13747" y="4059"/>
                    </a:lnTo>
                    <a:lnTo>
                      <a:pt x="13915" y="4080"/>
                    </a:lnTo>
                    <a:lnTo>
                      <a:pt x="14019" y="4059"/>
                    </a:lnTo>
                    <a:lnTo>
                      <a:pt x="14103" y="3955"/>
                    </a:lnTo>
                    <a:lnTo>
                      <a:pt x="14166" y="3955"/>
                    </a:lnTo>
                    <a:lnTo>
                      <a:pt x="14208" y="4017"/>
                    </a:lnTo>
                    <a:lnTo>
                      <a:pt x="14270" y="3976"/>
                    </a:lnTo>
                    <a:lnTo>
                      <a:pt x="14375" y="3934"/>
                    </a:lnTo>
                    <a:lnTo>
                      <a:pt x="14521" y="3871"/>
                    </a:lnTo>
                    <a:lnTo>
                      <a:pt x="14521" y="3745"/>
                    </a:lnTo>
                    <a:lnTo>
                      <a:pt x="14689" y="3557"/>
                    </a:lnTo>
                    <a:lnTo>
                      <a:pt x="14689" y="3432"/>
                    </a:lnTo>
                    <a:lnTo>
                      <a:pt x="14731" y="3348"/>
                    </a:lnTo>
                    <a:lnTo>
                      <a:pt x="14731" y="3243"/>
                    </a:lnTo>
                    <a:lnTo>
                      <a:pt x="14584" y="3222"/>
                    </a:lnTo>
                    <a:lnTo>
                      <a:pt x="14438" y="3118"/>
                    </a:lnTo>
                    <a:lnTo>
                      <a:pt x="14333" y="3118"/>
                    </a:lnTo>
                    <a:lnTo>
                      <a:pt x="14187" y="3222"/>
                    </a:lnTo>
                    <a:lnTo>
                      <a:pt x="14061" y="3222"/>
                    </a:lnTo>
                    <a:lnTo>
                      <a:pt x="13852" y="3139"/>
                    </a:lnTo>
                    <a:lnTo>
                      <a:pt x="13643" y="3118"/>
                    </a:lnTo>
                    <a:lnTo>
                      <a:pt x="13475" y="3285"/>
                    </a:lnTo>
                    <a:lnTo>
                      <a:pt x="13475" y="3348"/>
                    </a:lnTo>
                    <a:lnTo>
                      <a:pt x="13538" y="3390"/>
                    </a:lnTo>
                    <a:lnTo>
                      <a:pt x="13559" y="3432"/>
                    </a:lnTo>
                    <a:lnTo>
                      <a:pt x="13475" y="3432"/>
                    </a:lnTo>
                    <a:lnTo>
                      <a:pt x="13433" y="3452"/>
                    </a:lnTo>
                    <a:lnTo>
                      <a:pt x="13371" y="3557"/>
                    </a:lnTo>
                    <a:lnTo>
                      <a:pt x="13350" y="3494"/>
                    </a:lnTo>
                    <a:lnTo>
                      <a:pt x="13287" y="3452"/>
                    </a:lnTo>
                    <a:lnTo>
                      <a:pt x="13161" y="3515"/>
                    </a:lnTo>
                    <a:lnTo>
                      <a:pt x="13036" y="3704"/>
                    </a:lnTo>
                    <a:lnTo>
                      <a:pt x="12848" y="3913"/>
                    </a:lnTo>
                    <a:lnTo>
                      <a:pt x="12973" y="3724"/>
                    </a:lnTo>
                    <a:lnTo>
                      <a:pt x="12973" y="3599"/>
                    </a:lnTo>
                    <a:lnTo>
                      <a:pt x="13015" y="3515"/>
                    </a:lnTo>
                    <a:lnTo>
                      <a:pt x="13015" y="3432"/>
                    </a:lnTo>
                    <a:lnTo>
                      <a:pt x="12952" y="3432"/>
                    </a:lnTo>
                    <a:lnTo>
                      <a:pt x="12848" y="3536"/>
                    </a:lnTo>
                    <a:lnTo>
                      <a:pt x="12806" y="3662"/>
                    </a:lnTo>
                    <a:lnTo>
                      <a:pt x="12743" y="3829"/>
                    </a:lnTo>
                    <a:lnTo>
                      <a:pt x="12638" y="3871"/>
                    </a:lnTo>
                    <a:lnTo>
                      <a:pt x="12722" y="3704"/>
                    </a:lnTo>
                    <a:lnTo>
                      <a:pt x="12743" y="3557"/>
                    </a:lnTo>
                    <a:lnTo>
                      <a:pt x="12952" y="3306"/>
                    </a:lnTo>
                    <a:lnTo>
                      <a:pt x="13015" y="3118"/>
                    </a:lnTo>
                    <a:lnTo>
                      <a:pt x="13078" y="3013"/>
                    </a:lnTo>
                    <a:lnTo>
                      <a:pt x="13182" y="2971"/>
                    </a:lnTo>
                    <a:lnTo>
                      <a:pt x="13329" y="2888"/>
                    </a:lnTo>
                    <a:lnTo>
                      <a:pt x="13392" y="2867"/>
                    </a:lnTo>
                    <a:lnTo>
                      <a:pt x="13496" y="2699"/>
                    </a:lnTo>
                    <a:lnTo>
                      <a:pt x="13768" y="2448"/>
                    </a:lnTo>
                    <a:lnTo>
                      <a:pt x="13789" y="2364"/>
                    </a:lnTo>
                    <a:lnTo>
                      <a:pt x="13852" y="2302"/>
                    </a:lnTo>
                    <a:lnTo>
                      <a:pt x="13789" y="2239"/>
                    </a:lnTo>
                    <a:lnTo>
                      <a:pt x="13810" y="2155"/>
                    </a:lnTo>
                    <a:lnTo>
                      <a:pt x="13852" y="2134"/>
                    </a:lnTo>
                    <a:lnTo>
                      <a:pt x="13852" y="2030"/>
                    </a:lnTo>
                    <a:lnTo>
                      <a:pt x="13747" y="1946"/>
                    </a:lnTo>
                    <a:lnTo>
                      <a:pt x="13601" y="1946"/>
                    </a:lnTo>
                    <a:lnTo>
                      <a:pt x="13580" y="1988"/>
                    </a:lnTo>
                    <a:lnTo>
                      <a:pt x="13538" y="1883"/>
                    </a:lnTo>
                    <a:lnTo>
                      <a:pt x="13454" y="1674"/>
                    </a:lnTo>
                    <a:lnTo>
                      <a:pt x="13329" y="1360"/>
                    </a:lnTo>
                    <a:lnTo>
                      <a:pt x="13224" y="1214"/>
                    </a:lnTo>
                    <a:lnTo>
                      <a:pt x="13140" y="1004"/>
                    </a:lnTo>
                    <a:lnTo>
                      <a:pt x="13140" y="879"/>
                    </a:lnTo>
                    <a:lnTo>
                      <a:pt x="13120" y="732"/>
                    </a:lnTo>
                    <a:lnTo>
                      <a:pt x="13057" y="691"/>
                    </a:lnTo>
                    <a:lnTo>
                      <a:pt x="13036" y="586"/>
                    </a:lnTo>
                    <a:lnTo>
                      <a:pt x="12952" y="460"/>
                    </a:lnTo>
                    <a:lnTo>
                      <a:pt x="12931" y="481"/>
                    </a:lnTo>
                    <a:lnTo>
                      <a:pt x="12931" y="565"/>
                    </a:lnTo>
                    <a:lnTo>
                      <a:pt x="12868" y="628"/>
                    </a:lnTo>
                    <a:lnTo>
                      <a:pt x="12743" y="711"/>
                    </a:lnTo>
                    <a:lnTo>
                      <a:pt x="12701" y="795"/>
                    </a:lnTo>
                    <a:lnTo>
                      <a:pt x="12555" y="984"/>
                    </a:lnTo>
                    <a:lnTo>
                      <a:pt x="12408" y="1151"/>
                    </a:lnTo>
                    <a:lnTo>
                      <a:pt x="12408" y="1256"/>
                    </a:lnTo>
                    <a:lnTo>
                      <a:pt x="12303" y="1507"/>
                    </a:lnTo>
                    <a:lnTo>
                      <a:pt x="12199" y="1653"/>
                    </a:lnTo>
                    <a:lnTo>
                      <a:pt x="12115" y="1779"/>
                    </a:lnTo>
                    <a:lnTo>
                      <a:pt x="12011" y="1820"/>
                    </a:lnTo>
                    <a:lnTo>
                      <a:pt x="11969" y="1862"/>
                    </a:lnTo>
                    <a:lnTo>
                      <a:pt x="11927" y="1967"/>
                    </a:lnTo>
                    <a:lnTo>
                      <a:pt x="11822" y="2051"/>
                    </a:lnTo>
                    <a:lnTo>
                      <a:pt x="11759" y="2030"/>
                    </a:lnTo>
                    <a:lnTo>
                      <a:pt x="11759" y="1862"/>
                    </a:lnTo>
                    <a:lnTo>
                      <a:pt x="11697" y="1841"/>
                    </a:lnTo>
                    <a:lnTo>
                      <a:pt x="11676" y="1779"/>
                    </a:lnTo>
                    <a:lnTo>
                      <a:pt x="11613" y="1779"/>
                    </a:lnTo>
                    <a:lnTo>
                      <a:pt x="11550" y="1820"/>
                    </a:lnTo>
                    <a:lnTo>
                      <a:pt x="11487" y="1883"/>
                    </a:lnTo>
                    <a:lnTo>
                      <a:pt x="11383" y="1862"/>
                    </a:lnTo>
                    <a:lnTo>
                      <a:pt x="11299" y="1779"/>
                    </a:lnTo>
                    <a:lnTo>
                      <a:pt x="11299" y="1737"/>
                    </a:lnTo>
                    <a:lnTo>
                      <a:pt x="11278" y="1716"/>
                    </a:lnTo>
                    <a:lnTo>
                      <a:pt x="11257" y="1611"/>
                    </a:lnTo>
                    <a:lnTo>
                      <a:pt x="11236" y="1548"/>
                    </a:lnTo>
                    <a:lnTo>
                      <a:pt x="11153" y="1528"/>
                    </a:lnTo>
                    <a:lnTo>
                      <a:pt x="11048" y="1423"/>
                    </a:lnTo>
                    <a:lnTo>
                      <a:pt x="10881" y="1423"/>
                    </a:lnTo>
                    <a:lnTo>
                      <a:pt x="10776" y="1465"/>
                    </a:lnTo>
                    <a:lnTo>
                      <a:pt x="10546" y="1465"/>
                    </a:lnTo>
                    <a:lnTo>
                      <a:pt x="10420" y="1444"/>
                    </a:lnTo>
                    <a:lnTo>
                      <a:pt x="10316" y="1528"/>
                    </a:lnTo>
                    <a:lnTo>
                      <a:pt x="10295" y="1632"/>
                    </a:lnTo>
                    <a:lnTo>
                      <a:pt x="10399" y="1737"/>
                    </a:lnTo>
                    <a:lnTo>
                      <a:pt x="10420" y="1820"/>
                    </a:lnTo>
                    <a:lnTo>
                      <a:pt x="10462" y="1946"/>
                    </a:lnTo>
                    <a:lnTo>
                      <a:pt x="10441" y="1988"/>
                    </a:lnTo>
                    <a:lnTo>
                      <a:pt x="10337" y="1988"/>
                    </a:lnTo>
                    <a:lnTo>
                      <a:pt x="10190" y="1946"/>
                    </a:lnTo>
                    <a:lnTo>
                      <a:pt x="10148" y="1925"/>
                    </a:lnTo>
                    <a:lnTo>
                      <a:pt x="9918" y="1925"/>
                    </a:lnTo>
                    <a:lnTo>
                      <a:pt x="9814" y="1946"/>
                    </a:lnTo>
                    <a:lnTo>
                      <a:pt x="9772" y="1883"/>
                    </a:lnTo>
                    <a:lnTo>
                      <a:pt x="9604" y="1883"/>
                    </a:lnTo>
                    <a:lnTo>
                      <a:pt x="9479" y="1946"/>
                    </a:lnTo>
                    <a:lnTo>
                      <a:pt x="9395" y="2134"/>
                    </a:lnTo>
                    <a:lnTo>
                      <a:pt x="9165" y="2134"/>
                    </a:lnTo>
                    <a:lnTo>
                      <a:pt x="9039" y="2155"/>
                    </a:lnTo>
                    <a:lnTo>
                      <a:pt x="8998" y="2197"/>
                    </a:lnTo>
                    <a:lnTo>
                      <a:pt x="8935" y="2302"/>
                    </a:lnTo>
                    <a:lnTo>
                      <a:pt x="8788" y="2302"/>
                    </a:lnTo>
                    <a:lnTo>
                      <a:pt x="8767" y="2281"/>
                    </a:lnTo>
                    <a:lnTo>
                      <a:pt x="8684" y="2302"/>
                    </a:lnTo>
                    <a:lnTo>
                      <a:pt x="8621" y="2385"/>
                    </a:lnTo>
                    <a:lnTo>
                      <a:pt x="8537" y="2364"/>
                    </a:lnTo>
                    <a:lnTo>
                      <a:pt x="8307" y="2176"/>
                    </a:lnTo>
                    <a:lnTo>
                      <a:pt x="8223" y="2072"/>
                    </a:lnTo>
                    <a:lnTo>
                      <a:pt x="8223" y="1988"/>
                    </a:lnTo>
                    <a:lnTo>
                      <a:pt x="8098" y="1862"/>
                    </a:lnTo>
                    <a:lnTo>
                      <a:pt x="7993" y="1758"/>
                    </a:lnTo>
                    <a:lnTo>
                      <a:pt x="7993" y="1653"/>
                    </a:lnTo>
                    <a:lnTo>
                      <a:pt x="8014" y="1569"/>
                    </a:lnTo>
                    <a:lnTo>
                      <a:pt x="7993" y="1528"/>
                    </a:lnTo>
                    <a:lnTo>
                      <a:pt x="8014" y="1423"/>
                    </a:lnTo>
                    <a:lnTo>
                      <a:pt x="8056" y="1339"/>
                    </a:lnTo>
                    <a:lnTo>
                      <a:pt x="8056" y="1214"/>
                    </a:lnTo>
                    <a:lnTo>
                      <a:pt x="8161" y="1025"/>
                    </a:lnTo>
                    <a:lnTo>
                      <a:pt x="8202" y="879"/>
                    </a:lnTo>
                    <a:lnTo>
                      <a:pt x="8307" y="732"/>
                    </a:lnTo>
                    <a:lnTo>
                      <a:pt x="8307" y="691"/>
                    </a:lnTo>
                    <a:lnTo>
                      <a:pt x="8202" y="691"/>
                    </a:lnTo>
                    <a:lnTo>
                      <a:pt x="8140" y="607"/>
                    </a:lnTo>
                    <a:lnTo>
                      <a:pt x="8119" y="523"/>
                    </a:lnTo>
                    <a:lnTo>
                      <a:pt x="7993" y="523"/>
                    </a:lnTo>
                    <a:lnTo>
                      <a:pt x="7889" y="481"/>
                    </a:lnTo>
                    <a:lnTo>
                      <a:pt x="7930" y="398"/>
                    </a:lnTo>
                    <a:lnTo>
                      <a:pt x="8014" y="293"/>
                    </a:lnTo>
                    <a:lnTo>
                      <a:pt x="8014" y="147"/>
                    </a:lnTo>
                    <a:lnTo>
                      <a:pt x="7910" y="0"/>
                    </a:lnTo>
                    <a:lnTo>
                      <a:pt x="7784" y="0"/>
                    </a:lnTo>
                    <a:lnTo>
                      <a:pt x="7721" y="63"/>
                    </a:lnTo>
                    <a:lnTo>
                      <a:pt x="767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grpSp>
        <p:grpSp>
          <p:nvGrpSpPr>
            <p:cNvPr id="1761" name="Google Shape;1761;p60"/>
            <p:cNvGrpSpPr/>
            <p:nvPr/>
          </p:nvGrpSpPr>
          <p:grpSpPr>
            <a:xfrm>
              <a:off x="3265985" y="3226989"/>
              <a:ext cx="87151" cy="346202"/>
              <a:chOff x="2680375" y="3423800"/>
              <a:chExt cx="182975" cy="761050"/>
            </a:xfrm>
          </p:grpSpPr>
          <p:sp>
            <p:nvSpPr>
              <p:cNvPr id="1762" name="Google Shape;1762;p60"/>
              <p:cNvSpPr/>
              <p:nvPr/>
            </p:nvSpPr>
            <p:spPr>
              <a:xfrm>
                <a:off x="2698650" y="3423800"/>
                <a:ext cx="164700" cy="703875"/>
              </a:xfrm>
              <a:custGeom>
                <a:rect b="b" l="l" r="r" t="t"/>
                <a:pathLst>
                  <a:path extrusionOk="0" h="28155" w="6588">
                    <a:moveTo>
                      <a:pt x="319" y="4568"/>
                    </a:moveTo>
                    <a:lnTo>
                      <a:pt x="107" y="1274"/>
                    </a:lnTo>
                    <a:lnTo>
                      <a:pt x="319" y="0"/>
                    </a:lnTo>
                    <a:lnTo>
                      <a:pt x="6588" y="4356"/>
                    </a:lnTo>
                    <a:lnTo>
                      <a:pt x="4994" y="7331"/>
                    </a:lnTo>
                    <a:lnTo>
                      <a:pt x="1913" y="16149"/>
                    </a:lnTo>
                    <a:lnTo>
                      <a:pt x="2656" y="24330"/>
                    </a:lnTo>
                    <a:lnTo>
                      <a:pt x="4144" y="28155"/>
                    </a:lnTo>
                    <a:lnTo>
                      <a:pt x="1700" y="27836"/>
                    </a:lnTo>
                    <a:lnTo>
                      <a:pt x="532" y="25605"/>
                    </a:lnTo>
                    <a:lnTo>
                      <a:pt x="1063" y="22736"/>
                    </a:lnTo>
                    <a:lnTo>
                      <a:pt x="0" y="17530"/>
                    </a:lnTo>
                    <a:lnTo>
                      <a:pt x="638" y="14024"/>
                    </a:lnTo>
                    <a:lnTo>
                      <a:pt x="213" y="11793"/>
                    </a:lnTo>
                    <a:lnTo>
                      <a:pt x="744" y="7756"/>
                    </a:lnTo>
                    <a:close/>
                  </a:path>
                </a:pathLst>
              </a:custGeom>
              <a:solidFill>
                <a:srgbClr val="5F7D95"/>
              </a:solidFill>
              <a:ln>
                <a:noFill/>
              </a:ln>
            </p:spPr>
          </p:sp>
          <p:sp>
            <p:nvSpPr>
              <p:cNvPr id="1763" name="Google Shape;1763;p60"/>
              <p:cNvSpPr/>
              <p:nvPr/>
            </p:nvSpPr>
            <p:spPr>
              <a:xfrm>
                <a:off x="2680375" y="3510050"/>
                <a:ext cx="137075" cy="674800"/>
              </a:xfrm>
              <a:custGeom>
                <a:rect b="b" l="l" r="r" t="t"/>
                <a:pathLst>
                  <a:path extrusionOk="0" h="26992" w="5483">
                    <a:moveTo>
                      <a:pt x="984" y="23016"/>
                    </a:moveTo>
                    <a:lnTo>
                      <a:pt x="984" y="23121"/>
                    </a:lnTo>
                    <a:lnTo>
                      <a:pt x="1026" y="23058"/>
                    </a:lnTo>
                    <a:lnTo>
                      <a:pt x="1088" y="23016"/>
                    </a:lnTo>
                    <a:close/>
                    <a:moveTo>
                      <a:pt x="1047" y="0"/>
                    </a:moveTo>
                    <a:lnTo>
                      <a:pt x="984" y="105"/>
                    </a:lnTo>
                    <a:lnTo>
                      <a:pt x="963" y="209"/>
                    </a:lnTo>
                    <a:lnTo>
                      <a:pt x="1068" y="314"/>
                    </a:lnTo>
                    <a:lnTo>
                      <a:pt x="1005" y="419"/>
                    </a:lnTo>
                    <a:lnTo>
                      <a:pt x="900" y="502"/>
                    </a:lnTo>
                    <a:lnTo>
                      <a:pt x="837" y="461"/>
                    </a:lnTo>
                    <a:lnTo>
                      <a:pt x="691" y="544"/>
                    </a:lnTo>
                    <a:lnTo>
                      <a:pt x="565" y="628"/>
                    </a:lnTo>
                    <a:lnTo>
                      <a:pt x="628" y="670"/>
                    </a:lnTo>
                    <a:lnTo>
                      <a:pt x="628" y="837"/>
                    </a:lnTo>
                    <a:lnTo>
                      <a:pt x="586" y="963"/>
                    </a:lnTo>
                    <a:lnTo>
                      <a:pt x="628" y="1130"/>
                    </a:lnTo>
                    <a:lnTo>
                      <a:pt x="733" y="1549"/>
                    </a:lnTo>
                    <a:lnTo>
                      <a:pt x="733" y="1695"/>
                    </a:lnTo>
                    <a:lnTo>
                      <a:pt x="691" y="1800"/>
                    </a:lnTo>
                    <a:lnTo>
                      <a:pt x="649" y="1883"/>
                    </a:lnTo>
                    <a:lnTo>
                      <a:pt x="691" y="2093"/>
                    </a:lnTo>
                    <a:lnTo>
                      <a:pt x="775" y="2302"/>
                    </a:lnTo>
                    <a:lnTo>
                      <a:pt x="858" y="2490"/>
                    </a:lnTo>
                    <a:lnTo>
                      <a:pt x="858" y="2762"/>
                    </a:lnTo>
                    <a:lnTo>
                      <a:pt x="837" y="2846"/>
                    </a:lnTo>
                    <a:lnTo>
                      <a:pt x="796" y="2909"/>
                    </a:lnTo>
                    <a:lnTo>
                      <a:pt x="837" y="3327"/>
                    </a:lnTo>
                    <a:lnTo>
                      <a:pt x="837" y="3432"/>
                    </a:lnTo>
                    <a:lnTo>
                      <a:pt x="754" y="3474"/>
                    </a:lnTo>
                    <a:lnTo>
                      <a:pt x="670" y="3536"/>
                    </a:lnTo>
                    <a:lnTo>
                      <a:pt x="670" y="3766"/>
                    </a:lnTo>
                    <a:lnTo>
                      <a:pt x="691" y="3829"/>
                    </a:lnTo>
                    <a:lnTo>
                      <a:pt x="775" y="3766"/>
                    </a:lnTo>
                    <a:lnTo>
                      <a:pt x="837" y="3829"/>
                    </a:lnTo>
                    <a:lnTo>
                      <a:pt x="754" y="3892"/>
                    </a:lnTo>
                    <a:lnTo>
                      <a:pt x="754" y="4499"/>
                    </a:lnTo>
                    <a:lnTo>
                      <a:pt x="837" y="4729"/>
                    </a:lnTo>
                    <a:lnTo>
                      <a:pt x="858" y="4917"/>
                    </a:lnTo>
                    <a:lnTo>
                      <a:pt x="837" y="5064"/>
                    </a:lnTo>
                    <a:lnTo>
                      <a:pt x="733" y="5231"/>
                    </a:lnTo>
                    <a:lnTo>
                      <a:pt x="733" y="5399"/>
                    </a:lnTo>
                    <a:lnTo>
                      <a:pt x="837" y="5566"/>
                    </a:lnTo>
                    <a:lnTo>
                      <a:pt x="796" y="5712"/>
                    </a:lnTo>
                    <a:lnTo>
                      <a:pt x="796" y="5984"/>
                    </a:lnTo>
                    <a:lnTo>
                      <a:pt x="754" y="6089"/>
                    </a:lnTo>
                    <a:lnTo>
                      <a:pt x="754" y="6256"/>
                    </a:lnTo>
                    <a:lnTo>
                      <a:pt x="775" y="6340"/>
                    </a:lnTo>
                    <a:lnTo>
                      <a:pt x="775" y="6403"/>
                    </a:lnTo>
                    <a:lnTo>
                      <a:pt x="670" y="6570"/>
                    </a:lnTo>
                    <a:lnTo>
                      <a:pt x="670" y="6717"/>
                    </a:lnTo>
                    <a:lnTo>
                      <a:pt x="628" y="6821"/>
                    </a:lnTo>
                    <a:lnTo>
                      <a:pt x="649" y="7010"/>
                    </a:lnTo>
                    <a:lnTo>
                      <a:pt x="628" y="7093"/>
                    </a:lnTo>
                    <a:lnTo>
                      <a:pt x="524" y="7303"/>
                    </a:lnTo>
                    <a:lnTo>
                      <a:pt x="524" y="7407"/>
                    </a:lnTo>
                    <a:lnTo>
                      <a:pt x="628" y="7554"/>
                    </a:lnTo>
                    <a:lnTo>
                      <a:pt x="649" y="7721"/>
                    </a:lnTo>
                    <a:lnTo>
                      <a:pt x="733" y="7826"/>
                    </a:lnTo>
                    <a:lnTo>
                      <a:pt x="649" y="7867"/>
                    </a:lnTo>
                    <a:lnTo>
                      <a:pt x="586" y="8014"/>
                    </a:lnTo>
                    <a:lnTo>
                      <a:pt x="670" y="8119"/>
                    </a:lnTo>
                    <a:lnTo>
                      <a:pt x="586" y="8202"/>
                    </a:lnTo>
                    <a:lnTo>
                      <a:pt x="524" y="8244"/>
                    </a:lnTo>
                    <a:lnTo>
                      <a:pt x="524" y="8391"/>
                    </a:lnTo>
                    <a:lnTo>
                      <a:pt x="544" y="8537"/>
                    </a:lnTo>
                    <a:lnTo>
                      <a:pt x="544" y="8663"/>
                    </a:lnTo>
                    <a:lnTo>
                      <a:pt x="670" y="8997"/>
                    </a:lnTo>
                    <a:lnTo>
                      <a:pt x="670" y="9186"/>
                    </a:lnTo>
                    <a:lnTo>
                      <a:pt x="628" y="9228"/>
                    </a:lnTo>
                    <a:lnTo>
                      <a:pt x="628" y="9332"/>
                    </a:lnTo>
                    <a:lnTo>
                      <a:pt x="754" y="9520"/>
                    </a:lnTo>
                    <a:lnTo>
                      <a:pt x="754" y="9730"/>
                    </a:lnTo>
                    <a:lnTo>
                      <a:pt x="733" y="9855"/>
                    </a:lnTo>
                    <a:lnTo>
                      <a:pt x="733" y="9918"/>
                    </a:lnTo>
                    <a:lnTo>
                      <a:pt x="754" y="10023"/>
                    </a:lnTo>
                    <a:lnTo>
                      <a:pt x="733" y="10106"/>
                    </a:lnTo>
                    <a:lnTo>
                      <a:pt x="691" y="10211"/>
                    </a:lnTo>
                    <a:lnTo>
                      <a:pt x="733" y="10253"/>
                    </a:lnTo>
                    <a:lnTo>
                      <a:pt x="858" y="10441"/>
                    </a:lnTo>
                    <a:lnTo>
                      <a:pt x="879" y="10546"/>
                    </a:lnTo>
                    <a:lnTo>
                      <a:pt x="837" y="10650"/>
                    </a:lnTo>
                    <a:lnTo>
                      <a:pt x="754" y="10692"/>
                    </a:lnTo>
                    <a:lnTo>
                      <a:pt x="670" y="10860"/>
                    </a:lnTo>
                    <a:lnTo>
                      <a:pt x="670" y="10901"/>
                    </a:lnTo>
                    <a:lnTo>
                      <a:pt x="733" y="10964"/>
                    </a:lnTo>
                    <a:lnTo>
                      <a:pt x="670" y="11090"/>
                    </a:lnTo>
                    <a:lnTo>
                      <a:pt x="586" y="11173"/>
                    </a:lnTo>
                    <a:lnTo>
                      <a:pt x="586" y="11278"/>
                    </a:lnTo>
                    <a:lnTo>
                      <a:pt x="565" y="11466"/>
                    </a:lnTo>
                    <a:lnTo>
                      <a:pt x="524" y="11571"/>
                    </a:lnTo>
                    <a:lnTo>
                      <a:pt x="524" y="11676"/>
                    </a:lnTo>
                    <a:lnTo>
                      <a:pt x="482" y="11717"/>
                    </a:lnTo>
                    <a:lnTo>
                      <a:pt x="482" y="11843"/>
                    </a:lnTo>
                    <a:lnTo>
                      <a:pt x="419" y="11927"/>
                    </a:lnTo>
                    <a:lnTo>
                      <a:pt x="419" y="11989"/>
                    </a:lnTo>
                    <a:lnTo>
                      <a:pt x="461" y="12052"/>
                    </a:lnTo>
                    <a:lnTo>
                      <a:pt x="377" y="12157"/>
                    </a:lnTo>
                    <a:lnTo>
                      <a:pt x="377" y="12324"/>
                    </a:lnTo>
                    <a:lnTo>
                      <a:pt x="377" y="12429"/>
                    </a:lnTo>
                    <a:lnTo>
                      <a:pt x="314" y="12471"/>
                    </a:lnTo>
                    <a:lnTo>
                      <a:pt x="314" y="12575"/>
                    </a:lnTo>
                    <a:lnTo>
                      <a:pt x="272" y="12659"/>
                    </a:lnTo>
                    <a:lnTo>
                      <a:pt x="272" y="12743"/>
                    </a:lnTo>
                    <a:lnTo>
                      <a:pt x="314" y="12847"/>
                    </a:lnTo>
                    <a:lnTo>
                      <a:pt x="314" y="12952"/>
                    </a:lnTo>
                    <a:lnTo>
                      <a:pt x="231" y="13057"/>
                    </a:lnTo>
                    <a:lnTo>
                      <a:pt x="147" y="13057"/>
                    </a:lnTo>
                    <a:lnTo>
                      <a:pt x="63" y="12994"/>
                    </a:lnTo>
                    <a:lnTo>
                      <a:pt x="0" y="13015"/>
                    </a:lnTo>
                    <a:lnTo>
                      <a:pt x="0" y="13098"/>
                    </a:lnTo>
                    <a:lnTo>
                      <a:pt x="21" y="13224"/>
                    </a:lnTo>
                    <a:lnTo>
                      <a:pt x="21" y="13412"/>
                    </a:lnTo>
                    <a:lnTo>
                      <a:pt x="105" y="13517"/>
                    </a:lnTo>
                    <a:lnTo>
                      <a:pt x="231" y="13621"/>
                    </a:lnTo>
                    <a:lnTo>
                      <a:pt x="252" y="13747"/>
                    </a:lnTo>
                    <a:lnTo>
                      <a:pt x="231" y="13914"/>
                    </a:lnTo>
                    <a:lnTo>
                      <a:pt x="398" y="14228"/>
                    </a:lnTo>
                    <a:lnTo>
                      <a:pt x="440" y="14312"/>
                    </a:lnTo>
                    <a:lnTo>
                      <a:pt x="524" y="14375"/>
                    </a:lnTo>
                    <a:lnTo>
                      <a:pt x="524" y="14563"/>
                    </a:lnTo>
                    <a:lnTo>
                      <a:pt x="461" y="14835"/>
                    </a:lnTo>
                    <a:lnTo>
                      <a:pt x="419" y="14856"/>
                    </a:lnTo>
                    <a:lnTo>
                      <a:pt x="440" y="14940"/>
                    </a:lnTo>
                    <a:lnTo>
                      <a:pt x="419" y="15002"/>
                    </a:lnTo>
                    <a:lnTo>
                      <a:pt x="356" y="14982"/>
                    </a:lnTo>
                    <a:lnTo>
                      <a:pt x="314" y="14982"/>
                    </a:lnTo>
                    <a:lnTo>
                      <a:pt x="272" y="15086"/>
                    </a:lnTo>
                    <a:lnTo>
                      <a:pt x="314" y="15191"/>
                    </a:lnTo>
                    <a:lnTo>
                      <a:pt x="377" y="15254"/>
                    </a:lnTo>
                    <a:lnTo>
                      <a:pt x="335" y="15484"/>
                    </a:lnTo>
                    <a:lnTo>
                      <a:pt x="356" y="15588"/>
                    </a:lnTo>
                    <a:lnTo>
                      <a:pt x="314" y="15672"/>
                    </a:lnTo>
                    <a:lnTo>
                      <a:pt x="356" y="15714"/>
                    </a:lnTo>
                    <a:lnTo>
                      <a:pt x="335" y="15798"/>
                    </a:lnTo>
                    <a:lnTo>
                      <a:pt x="314" y="15818"/>
                    </a:lnTo>
                    <a:lnTo>
                      <a:pt x="335" y="15881"/>
                    </a:lnTo>
                    <a:lnTo>
                      <a:pt x="524" y="16153"/>
                    </a:lnTo>
                    <a:lnTo>
                      <a:pt x="565" y="16216"/>
                    </a:lnTo>
                    <a:lnTo>
                      <a:pt x="565" y="16362"/>
                    </a:lnTo>
                    <a:lnTo>
                      <a:pt x="524" y="16342"/>
                    </a:lnTo>
                    <a:lnTo>
                      <a:pt x="377" y="16342"/>
                    </a:lnTo>
                    <a:lnTo>
                      <a:pt x="314" y="16425"/>
                    </a:lnTo>
                    <a:lnTo>
                      <a:pt x="314" y="16467"/>
                    </a:lnTo>
                    <a:lnTo>
                      <a:pt x="356" y="16530"/>
                    </a:lnTo>
                    <a:lnTo>
                      <a:pt x="356" y="16614"/>
                    </a:lnTo>
                    <a:lnTo>
                      <a:pt x="314" y="16655"/>
                    </a:lnTo>
                    <a:lnTo>
                      <a:pt x="272" y="16739"/>
                    </a:lnTo>
                    <a:lnTo>
                      <a:pt x="314" y="16823"/>
                    </a:lnTo>
                    <a:lnTo>
                      <a:pt x="335" y="16844"/>
                    </a:lnTo>
                    <a:lnTo>
                      <a:pt x="377" y="16969"/>
                    </a:lnTo>
                    <a:lnTo>
                      <a:pt x="419" y="17304"/>
                    </a:lnTo>
                    <a:lnTo>
                      <a:pt x="356" y="17451"/>
                    </a:lnTo>
                    <a:lnTo>
                      <a:pt x="482" y="17492"/>
                    </a:lnTo>
                    <a:lnTo>
                      <a:pt x="670" y="17471"/>
                    </a:lnTo>
                    <a:lnTo>
                      <a:pt x="670" y="17409"/>
                    </a:lnTo>
                    <a:lnTo>
                      <a:pt x="670" y="17283"/>
                    </a:lnTo>
                    <a:lnTo>
                      <a:pt x="733" y="17199"/>
                    </a:lnTo>
                    <a:lnTo>
                      <a:pt x="837" y="17241"/>
                    </a:lnTo>
                    <a:lnTo>
                      <a:pt x="858" y="17199"/>
                    </a:lnTo>
                    <a:lnTo>
                      <a:pt x="733" y="17095"/>
                    </a:lnTo>
                    <a:lnTo>
                      <a:pt x="775" y="17053"/>
                    </a:lnTo>
                    <a:lnTo>
                      <a:pt x="649" y="16927"/>
                    </a:lnTo>
                    <a:lnTo>
                      <a:pt x="649" y="16844"/>
                    </a:lnTo>
                    <a:lnTo>
                      <a:pt x="733" y="16844"/>
                    </a:lnTo>
                    <a:lnTo>
                      <a:pt x="837" y="16886"/>
                    </a:lnTo>
                    <a:lnTo>
                      <a:pt x="837" y="16865"/>
                    </a:lnTo>
                    <a:lnTo>
                      <a:pt x="775" y="16823"/>
                    </a:lnTo>
                    <a:lnTo>
                      <a:pt x="649" y="16718"/>
                    </a:lnTo>
                    <a:lnTo>
                      <a:pt x="775" y="16739"/>
                    </a:lnTo>
                    <a:lnTo>
                      <a:pt x="775" y="16634"/>
                    </a:lnTo>
                    <a:lnTo>
                      <a:pt x="754" y="16572"/>
                    </a:lnTo>
                    <a:lnTo>
                      <a:pt x="754" y="16425"/>
                    </a:lnTo>
                    <a:lnTo>
                      <a:pt x="733" y="16362"/>
                    </a:lnTo>
                    <a:cubicBezTo>
                      <a:pt x="733" y="16321"/>
                      <a:pt x="754" y="16258"/>
                      <a:pt x="775" y="16237"/>
                    </a:cubicBezTo>
                    <a:lnTo>
                      <a:pt x="837" y="16258"/>
                    </a:lnTo>
                    <a:lnTo>
                      <a:pt x="879" y="16237"/>
                    </a:lnTo>
                    <a:cubicBezTo>
                      <a:pt x="879" y="16342"/>
                      <a:pt x="900" y="16467"/>
                      <a:pt x="900" y="16572"/>
                    </a:cubicBezTo>
                    <a:lnTo>
                      <a:pt x="1068" y="17764"/>
                    </a:lnTo>
                    <a:lnTo>
                      <a:pt x="1047" y="17785"/>
                    </a:lnTo>
                    <a:lnTo>
                      <a:pt x="1068" y="17869"/>
                    </a:lnTo>
                    <a:lnTo>
                      <a:pt x="1068" y="18036"/>
                    </a:lnTo>
                    <a:lnTo>
                      <a:pt x="1005" y="18078"/>
                    </a:lnTo>
                    <a:lnTo>
                      <a:pt x="1047" y="18120"/>
                    </a:lnTo>
                    <a:lnTo>
                      <a:pt x="1047" y="18287"/>
                    </a:lnTo>
                    <a:lnTo>
                      <a:pt x="1005" y="18350"/>
                    </a:lnTo>
                    <a:lnTo>
                      <a:pt x="1047" y="18434"/>
                    </a:lnTo>
                    <a:lnTo>
                      <a:pt x="1047" y="18455"/>
                    </a:lnTo>
                    <a:cubicBezTo>
                      <a:pt x="1047" y="18643"/>
                      <a:pt x="1005" y="18852"/>
                      <a:pt x="963" y="19041"/>
                    </a:cubicBezTo>
                    <a:cubicBezTo>
                      <a:pt x="921" y="19187"/>
                      <a:pt x="900" y="19334"/>
                      <a:pt x="858" y="19459"/>
                    </a:cubicBezTo>
                    <a:lnTo>
                      <a:pt x="796" y="19480"/>
                    </a:lnTo>
                    <a:lnTo>
                      <a:pt x="691" y="19564"/>
                    </a:lnTo>
                    <a:lnTo>
                      <a:pt x="649" y="19564"/>
                    </a:lnTo>
                    <a:lnTo>
                      <a:pt x="649" y="19501"/>
                    </a:lnTo>
                    <a:lnTo>
                      <a:pt x="754" y="19480"/>
                    </a:lnTo>
                    <a:lnTo>
                      <a:pt x="837" y="19438"/>
                    </a:lnTo>
                    <a:lnTo>
                      <a:pt x="837" y="19271"/>
                    </a:lnTo>
                    <a:lnTo>
                      <a:pt x="775" y="19250"/>
                    </a:lnTo>
                    <a:lnTo>
                      <a:pt x="670" y="19292"/>
                    </a:lnTo>
                    <a:lnTo>
                      <a:pt x="461" y="19292"/>
                    </a:lnTo>
                    <a:lnTo>
                      <a:pt x="377" y="19271"/>
                    </a:lnTo>
                    <a:lnTo>
                      <a:pt x="293" y="19292"/>
                    </a:lnTo>
                    <a:lnTo>
                      <a:pt x="293" y="19375"/>
                    </a:lnTo>
                    <a:lnTo>
                      <a:pt x="356" y="19501"/>
                    </a:lnTo>
                    <a:lnTo>
                      <a:pt x="398" y="19501"/>
                    </a:lnTo>
                    <a:lnTo>
                      <a:pt x="440" y="19585"/>
                    </a:lnTo>
                    <a:lnTo>
                      <a:pt x="356" y="19585"/>
                    </a:lnTo>
                    <a:lnTo>
                      <a:pt x="335" y="19689"/>
                    </a:lnTo>
                    <a:lnTo>
                      <a:pt x="252" y="19752"/>
                    </a:lnTo>
                    <a:lnTo>
                      <a:pt x="189" y="19857"/>
                    </a:lnTo>
                    <a:lnTo>
                      <a:pt x="42" y="19919"/>
                    </a:lnTo>
                    <a:lnTo>
                      <a:pt x="42" y="20003"/>
                    </a:lnTo>
                    <a:lnTo>
                      <a:pt x="189" y="20192"/>
                    </a:lnTo>
                    <a:lnTo>
                      <a:pt x="272" y="20192"/>
                    </a:lnTo>
                    <a:lnTo>
                      <a:pt x="335" y="20129"/>
                    </a:lnTo>
                    <a:lnTo>
                      <a:pt x="335" y="20066"/>
                    </a:lnTo>
                    <a:lnTo>
                      <a:pt x="231" y="20024"/>
                    </a:lnTo>
                    <a:lnTo>
                      <a:pt x="231" y="19982"/>
                    </a:lnTo>
                    <a:lnTo>
                      <a:pt x="272" y="19878"/>
                    </a:lnTo>
                    <a:lnTo>
                      <a:pt x="440" y="19878"/>
                    </a:lnTo>
                    <a:lnTo>
                      <a:pt x="461" y="19857"/>
                    </a:lnTo>
                    <a:lnTo>
                      <a:pt x="482" y="19982"/>
                    </a:lnTo>
                    <a:lnTo>
                      <a:pt x="586" y="20066"/>
                    </a:lnTo>
                    <a:lnTo>
                      <a:pt x="712" y="20066"/>
                    </a:lnTo>
                    <a:lnTo>
                      <a:pt x="754" y="20003"/>
                    </a:lnTo>
                    <a:lnTo>
                      <a:pt x="754" y="20003"/>
                    </a:lnTo>
                    <a:cubicBezTo>
                      <a:pt x="670" y="20317"/>
                      <a:pt x="649" y="20631"/>
                      <a:pt x="649" y="20924"/>
                    </a:cubicBezTo>
                    <a:lnTo>
                      <a:pt x="586" y="20966"/>
                    </a:lnTo>
                    <a:lnTo>
                      <a:pt x="649" y="21008"/>
                    </a:lnTo>
                    <a:lnTo>
                      <a:pt x="649" y="21154"/>
                    </a:lnTo>
                    <a:lnTo>
                      <a:pt x="565" y="21028"/>
                    </a:lnTo>
                    <a:lnTo>
                      <a:pt x="461" y="21008"/>
                    </a:lnTo>
                    <a:lnTo>
                      <a:pt x="440" y="21049"/>
                    </a:lnTo>
                    <a:lnTo>
                      <a:pt x="440" y="21133"/>
                    </a:lnTo>
                    <a:lnTo>
                      <a:pt x="461" y="21259"/>
                    </a:lnTo>
                    <a:lnTo>
                      <a:pt x="565" y="21280"/>
                    </a:lnTo>
                    <a:lnTo>
                      <a:pt x="649" y="21342"/>
                    </a:lnTo>
                    <a:lnTo>
                      <a:pt x="649" y="21384"/>
                    </a:lnTo>
                    <a:lnTo>
                      <a:pt x="691" y="21552"/>
                    </a:lnTo>
                    <a:lnTo>
                      <a:pt x="754" y="21572"/>
                    </a:lnTo>
                    <a:cubicBezTo>
                      <a:pt x="754" y="21635"/>
                      <a:pt x="775" y="21656"/>
                      <a:pt x="796" y="21698"/>
                    </a:cubicBezTo>
                    <a:lnTo>
                      <a:pt x="670" y="21656"/>
                    </a:lnTo>
                    <a:lnTo>
                      <a:pt x="649" y="21635"/>
                    </a:lnTo>
                    <a:lnTo>
                      <a:pt x="586" y="21677"/>
                    </a:lnTo>
                    <a:lnTo>
                      <a:pt x="649" y="21865"/>
                    </a:lnTo>
                    <a:lnTo>
                      <a:pt x="649" y="21949"/>
                    </a:lnTo>
                    <a:lnTo>
                      <a:pt x="691" y="21970"/>
                    </a:lnTo>
                    <a:lnTo>
                      <a:pt x="796" y="21803"/>
                    </a:lnTo>
                    <a:lnTo>
                      <a:pt x="858" y="21782"/>
                    </a:lnTo>
                    <a:cubicBezTo>
                      <a:pt x="879" y="21844"/>
                      <a:pt x="900" y="21886"/>
                      <a:pt x="921" y="21970"/>
                    </a:cubicBezTo>
                    <a:lnTo>
                      <a:pt x="921" y="22012"/>
                    </a:lnTo>
                    <a:lnTo>
                      <a:pt x="816" y="22054"/>
                    </a:lnTo>
                    <a:lnTo>
                      <a:pt x="921" y="22284"/>
                    </a:lnTo>
                    <a:lnTo>
                      <a:pt x="963" y="22409"/>
                    </a:lnTo>
                    <a:cubicBezTo>
                      <a:pt x="963" y="22493"/>
                      <a:pt x="984" y="22577"/>
                      <a:pt x="1005" y="22640"/>
                    </a:cubicBezTo>
                    <a:lnTo>
                      <a:pt x="984" y="22681"/>
                    </a:lnTo>
                    <a:lnTo>
                      <a:pt x="984" y="22744"/>
                    </a:lnTo>
                    <a:lnTo>
                      <a:pt x="921" y="22807"/>
                    </a:lnTo>
                    <a:lnTo>
                      <a:pt x="1005" y="22849"/>
                    </a:lnTo>
                    <a:lnTo>
                      <a:pt x="1026" y="22932"/>
                    </a:lnTo>
                    <a:lnTo>
                      <a:pt x="1068" y="22932"/>
                    </a:lnTo>
                    <a:cubicBezTo>
                      <a:pt x="1068" y="22953"/>
                      <a:pt x="1068" y="22995"/>
                      <a:pt x="1088" y="23016"/>
                    </a:cubicBezTo>
                    <a:cubicBezTo>
                      <a:pt x="1130" y="23163"/>
                      <a:pt x="1193" y="23330"/>
                      <a:pt x="1235" y="23456"/>
                    </a:cubicBezTo>
                    <a:lnTo>
                      <a:pt x="1277" y="23518"/>
                    </a:lnTo>
                    <a:cubicBezTo>
                      <a:pt x="1277" y="23539"/>
                      <a:pt x="1277" y="23539"/>
                      <a:pt x="1298" y="23560"/>
                    </a:cubicBezTo>
                    <a:lnTo>
                      <a:pt x="1235" y="23665"/>
                    </a:lnTo>
                    <a:lnTo>
                      <a:pt x="1193" y="23728"/>
                    </a:lnTo>
                    <a:lnTo>
                      <a:pt x="1235" y="23749"/>
                    </a:lnTo>
                    <a:lnTo>
                      <a:pt x="1381" y="23728"/>
                    </a:lnTo>
                    <a:lnTo>
                      <a:pt x="1444" y="23874"/>
                    </a:lnTo>
                    <a:lnTo>
                      <a:pt x="1423" y="23874"/>
                    </a:lnTo>
                    <a:lnTo>
                      <a:pt x="1444" y="23937"/>
                    </a:lnTo>
                    <a:lnTo>
                      <a:pt x="1486" y="23958"/>
                    </a:lnTo>
                    <a:lnTo>
                      <a:pt x="1423" y="24000"/>
                    </a:lnTo>
                    <a:lnTo>
                      <a:pt x="1402" y="24062"/>
                    </a:lnTo>
                    <a:lnTo>
                      <a:pt x="1423" y="24146"/>
                    </a:lnTo>
                    <a:lnTo>
                      <a:pt x="1486" y="24167"/>
                    </a:lnTo>
                    <a:lnTo>
                      <a:pt x="1549" y="24188"/>
                    </a:lnTo>
                    <a:lnTo>
                      <a:pt x="1507" y="24104"/>
                    </a:lnTo>
                    <a:lnTo>
                      <a:pt x="1549" y="24083"/>
                    </a:lnTo>
                    <a:cubicBezTo>
                      <a:pt x="1612" y="24167"/>
                      <a:pt x="1653" y="24272"/>
                      <a:pt x="1716" y="24355"/>
                    </a:cubicBezTo>
                    <a:lnTo>
                      <a:pt x="1716" y="24397"/>
                    </a:lnTo>
                    <a:lnTo>
                      <a:pt x="1653" y="24460"/>
                    </a:lnTo>
                    <a:lnTo>
                      <a:pt x="1695" y="24481"/>
                    </a:lnTo>
                    <a:lnTo>
                      <a:pt x="1737" y="24460"/>
                    </a:lnTo>
                    <a:lnTo>
                      <a:pt x="1758" y="24418"/>
                    </a:lnTo>
                    <a:cubicBezTo>
                      <a:pt x="1967" y="24753"/>
                      <a:pt x="2218" y="25004"/>
                      <a:pt x="2469" y="25234"/>
                    </a:cubicBezTo>
                    <a:lnTo>
                      <a:pt x="2449" y="25234"/>
                    </a:lnTo>
                    <a:lnTo>
                      <a:pt x="2365" y="25192"/>
                    </a:lnTo>
                    <a:lnTo>
                      <a:pt x="2260" y="25150"/>
                    </a:lnTo>
                    <a:lnTo>
                      <a:pt x="2156" y="25150"/>
                    </a:lnTo>
                    <a:lnTo>
                      <a:pt x="2072" y="25109"/>
                    </a:lnTo>
                    <a:lnTo>
                      <a:pt x="1946" y="24983"/>
                    </a:lnTo>
                    <a:lnTo>
                      <a:pt x="1863" y="24920"/>
                    </a:lnTo>
                    <a:lnTo>
                      <a:pt x="1842" y="24983"/>
                    </a:lnTo>
                    <a:lnTo>
                      <a:pt x="1863" y="25088"/>
                    </a:lnTo>
                    <a:lnTo>
                      <a:pt x="1946" y="25213"/>
                    </a:lnTo>
                    <a:lnTo>
                      <a:pt x="2072" y="25234"/>
                    </a:lnTo>
                    <a:lnTo>
                      <a:pt x="2239" y="25318"/>
                    </a:lnTo>
                    <a:lnTo>
                      <a:pt x="2281" y="25401"/>
                    </a:lnTo>
                    <a:lnTo>
                      <a:pt x="2365" y="25401"/>
                    </a:lnTo>
                    <a:lnTo>
                      <a:pt x="2428" y="25360"/>
                    </a:lnTo>
                    <a:lnTo>
                      <a:pt x="2574" y="25422"/>
                    </a:lnTo>
                    <a:lnTo>
                      <a:pt x="2679" y="25464"/>
                    </a:lnTo>
                    <a:lnTo>
                      <a:pt x="2783" y="25464"/>
                    </a:lnTo>
                    <a:cubicBezTo>
                      <a:pt x="2804" y="25464"/>
                      <a:pt x="2846" y="25506"/>
                      <a:pt x="2846" y="25527"/>
                    </a:cubicBezTo>
                    <a:lnTo>
                      <a:pt x="2804" y="25527"/>
                    </a:lnTo>
                    <a:lnTo>
                      <a:pt x="2700" y="25569"/>
                    </a:lnTo>
                    <a:lnTo>
                      <a:pt x="2658" y="25548"/>
                    </a:lnTo>
                    <a:lnTo>
                      <a:pt x="2595" y="25506"/>
                    </a:lnTo>
                    <a:lnTo>
                      <a:pt x="2532" y="25506"/>
                    </a:lnTo>
                    <a:lnTo>
                      <a:pt x="2490" y="25548"/>
                    </a:lnTo>
                    <a:lnTo>
                      <a:pt x="2490" y="25611"/>
                    </a:lnTo>
                    <a:lnTo>
                      <a:pt x="2595" y="25653"/>
                    </a:lnTo>
                    <a:lnTo>
                      <a:pt x="2658" y="25757"/>
                    </a:lnTo>
                    <a:lnTo>
                      <a:pt x="2762" y="25799"/>
                    </a:lnTo>
                    <a:lnTo>
                      <a:pt x="2867" y="25925"/>
                    </a:lnTo>
                    <a:lnTo>
                      <a:pt x="2951" y="25945"/>
                    </a:lnTo>
                    <a:lnTo>
                      <a:pt x="3076" y="25925"/>
                    </a:lnTo>
                    <a:lnTo>
                      <a:pt x="3118" y="25945"/>
                    </a:lnTo>
                    <a:lnTo>
                      <a:pt x="3118" y="26029"/>
                    </a:lnTo>
                    <a:lnTo>
                      <a:pt x="3202" y="26092"/>
                    </a:lnTo>
                    <a:lnTo>
                      <a:pt x="3285" y="26071"/>
                    </a:lnTo>
                    <a:lnTo>
                      <a:pt x="3265" y="26029"/>
                    </a:lnTo>
                    <a:lnTo>
                      <a:pt x="3327" y="25945"/>
                    </a:lnTo>
                    <a:lnTo>
                      <a:pt x="3327" y="25883"/>
                    </a:lnTo>
                    <a:lnTo>
                      <a:pt x="3285" y="25862"/>
                    </a:lnTo>
                    <a:lnTo>
                      <a:pt x="3327" y="25841"/>
                    </a:lnTo>
                    <a:lnTo>
                      <a:pt x="3411" y="25841"/>
                    </a:lnTo>
                    <a:lnTo>
                      <a:pt x="3369" y="25757"/>
                    </a:lnTo>
                    <a:lnTo>
                      <a:pt x="3285" y="25736"/>
                    </a:lnTo>
                    <a:lnTo>
                      <a:pt x="3160" y="25757"/>
                    </a:lnTo>
                    <a:lnTo>
                      <a:pt x="3118" y="25715"/>
                    </a:lnTo>
                    <a:lnTo>
                      <a:pt x="3118" y="25715"/>
                    </a:lnTo>
                    <a:cubicBezTo>
                      <a:pt x="3141" y="25721"/>
                      <a:pt x="3164" y="25724"/>
                      <a:pt x="3189" y="25724"/>
                    </a:cubicBezTo>
                    <a:cubicBezTo>
                      <a:pt x="3256" y="25724"/>
                      <a:pt x="3329" y="25704"/>
                      <a:pt x="3390" y="25673"/>
                    </a:cubicBezTo>
                    <a:lnTo>
                      <a:pt x="3411" y="25715"/>
                    </a:lnTo>
                    <a:lnTo>
                      <a:pt x="3578" y="25736"/>
                    </a:lnTo>
                    <a:lnTo>
                      <a:pt x="3683" y="25778"/>
                    </a:lnTo>
                    <a:lnTo>
                      <a:pt x="3746" y="25778"/>
                    </a:lnTo>
                    <a:lnTo>
                      <a:pt x="3829" y="25841"/>
                    </a:lnTo>
                    <a:lnTo>
                      <a:pt x="3892" y="25778"/>
                    </a:lnTo>
                    <a:lnTo>
                      <a:pt x="3955" y="25653"/>
                    </a:lnTo>
                    <a:lnTo>
                      <a:pt x="3913" y="25464"/>
                    </a:lnTo>
                    <a:lnTo>
                      <a:pt x="3934" y="25401"/>
                    </a:lnTo>
                    <a:lnTo>
                      <a:pt x="3934" y="25318"/>
                    </a:lnTo>
                    <a:lnTo>
                      <a:pt x="3955" y="25150"/>
                    </a:lnTo>
                    <a:lnTo>
                      <a:pt x="3955" y="25109"/>
                    </a:lnTo>
                    <a:cubicBezTo>
                      <a:pt x="4018" y="25213"/>
                      <a:pt x="4060" y="25318"/>
                      <a:pt x="4143" y="25422"/>
                    </a:cubicBezTo>
                    <a:lnTo>
                      <a:pt x="4122" y="25527"/>
                    </a:lnTo>
                    <a:lnTo>
                      <a:pt x="4060" y="25632"/>
                    </a:lnTo>
                    <a:lnTo>
                      <a:pt x="4122" y="25736"/>
                    </a:lnTo>
                    <a:lnTo>
                      <a:pt x="4060" y="25820"/>
                    </a:lnTo>
                    <a:lnTo>
                      <a:pt x="4060" y="25883"/>
                    </a:lnTo>
                    <a:lnTo>
                      <a:pt x="4164" y="25945"/>
                    </a:lnTo>
                    <a:lnTo>
                      <a:pt x="4269" y="25966"/>
                    </a:lnTo>
                    <a:lnTo>
                      <a:pt x="4332" y="25987"/>
                    </a:lnTo>
                    <a:lnTo>
                      <a:pt x="4373" y="25945"/>
                    </a:lnTo>
                    <a:lnTo>
                      <a:pt x="4248" y="25841"/>
                    </a:lnTo>
                    <a:lnTo>
                      <a:pt x="4332" y="25757"/>
                    </a:lnTo>
                    <a:lnTo>
                      <a:pt x="4562" y="26155"/>
                    </a:lnTo>
                    <a:lnTo>
                      <a:pt x="4562" y="26155"/>
                    </a:lnTo>
                    <a:lnTo>
                      <a:pt x="4520" y="26134"/>
                    </a:lnTo>
                    <a:lnTo>
                      <a:pt x="4332" y="26050"/>
                    </a:lnTo>
                    <a:lnTo>
                      <a:pt x="4227" y="25987"/>
                    </a:lnTo>
                    <a:lnTo>
                      <a:pt x="4206" y="26029"/>
                    </a:lnTo>
                    <a:lnTo>
                      <a:pt x="4248" y="26071"/>
                    </a:lnTo>
                    <a:lnTo>
                      <a:pt x="4520" y="26197"/>
                    </a:lnTo>
                    <a:lnTo>
                      <a:pt x="4541" y="26259"/>
                    </a:lnTo>
                    <a:lnTo>
                      <a:pt x="4436" y="26259"/>
                    </a:lnTo>
                    <a:lnTo>
                      <a:pt x="4436" y="26322"/>
                    </a:lnTo>
                    <a:lnTo>
                      <a:pt x="4373" y="26322"/>
                    </a:lnTo>
                    <a:lnTo>
                      <a:pt x="4353" y="26238"/>
                    </a:lnTo>
                    <a:lnTo>
                      <a:pt x="4227" y="26155"/>
                    </a:lnTo>
                    <a:lnTo>
                      <a:pt x="4206" y="26176"/>
                    </a:lnTo>
                    <a:lnTo>
                      <a:pt x="4206" y="26259"/>
                    </a:lnTo>
                    <a:lnTo>
                      <a:pt x="4122" y="26259"/>
                    </a:lnTo>
                    <a:lnTo>
                      <a:pt x="3934" y="26280"/>
                    </a:lnTo>
                    <a:lnTo>
                      <a:pt x="3892" y="26322"/>
                    </a:lnTo>
                    <a:lnTo>
                      <a:pt x="3934" y="26364"/>
                    </a:lnTo>
                    <a:lnTo>
                      <a:pt x="3913" y="26385"/>
                    </a:lnTo>
                    <a:lnTo>
                      <a:pt x="3809" y="26364"/>
                    </a:lnTo>
                    <a:lnTo>
                      <a:pt x="3704" y="26385"/>
                    </a:lnTo>
                    <a:lnTo>
                      <a:pt x="3725" y="26448"/>
                    </a:lnTo>
                    <a:lnTo>
                      <a:pt x="3850" y="26469"/>
                    </a:lnTo>
                    <a:lnTo>
                      <a:pt x="3955" y="26469"/>
                    </a:lnTo>
                    <a:lnTo>
                      <a:pt x="3997" y="26427"/>
                    </a:lnTo>
                    <a:lnTo>
                      <a:pt x="4018" y="26385"/>
                    </a:lnTo>
                    <a:lnTo>
                      <a:pt x="4101" y="26427"/>
                    </a:lnTo>
                    <a:lnTo>
                      <a:pt x="4206" y="26490"/>
                    </a:lnTo>
                    <a:lnTo>
                      <a:pt x="4248" y="26469"/>
                    </a:lnTo>
                    <a:lnTo>
                      <a:pt x="4269" y="26531"/>
                    </a:lnTo>
                    <a:lnTo>
                      <a:pt x="4269" y="26573"/>
                    </a:lnTo>
                    <a:lnTo>
                      <a:pt x="4353" y="26636"/>
                    </a:lnTo>
                    <a:lnTo>
                      <a:pt x="4269" y="26678"/>
                    </a:lnTo>
                    <a:lnTo>
                      <a:pt x="4227" y="26782"/>
                    </a:lnTo>
                    <a:lnTo>
                      <a:pt x="4269" y="26866"/>
                    </a:lnTo>
                    <a:lnTo>
                      <a:pt x="4353" y="26866"/>
                    </a:lnTo>
                    <a:lnTo>
                      <a:pt x="4436" y="26887"/>
                    </a:lnTo>
                    <a:lnTo>
                      <a:pt x="4541" y="26992"/>
                    </a:lnTo>
                    <a:lnTo>
                      <a:pt x="4625" y="26992"/>
                    </a:lnTo>
                    <a:lnTo>
                      <a:pt x="4646" y="26971"/>
                    </a:lnTo>
                    <a:lnTo>
                      <a:pt x="4562" y="26908"/>
                    </a:lnTo>
                    <a:lnTo>
                      <a:pt x="4457" y="26845"/>
                    </a:lnTo>
                    <a:lnTo>
                      <a:pt x="4436" y="26782"/>
                    </a:lnTo>
                    <a:lnTo>
                      <a:pt x="4457" y="26782"/>
                    </a:lnTo>
                    <a:lnTo>
                      <a:pt x="4541" y="26803"/>
                    </a:lnTo>
                    <a:lnTo>
                      <a:pt x="4625" y="26762"/>
                    </a:lnTo>
                    <a:lnTo>
                      <a:pt x="4646" y="26699"/>
                    </a:lnTo>
                    <a:lnTo>
                      <a:pt x="4562" y="26678"/>
                    </a:lnTo>
                    <a:lnTo>
                      <a:pt x="4520" y="26636"/>
                    </a:lnTo>
                    <a:lnTo>
                      <a:pt x="4750" y="26531"/>
                    </a:lnTo>
                    <a:lnTo>
                      <a:pt x="4855" y="26469"/>
                    </a:lnTo>
                    <a:lnTo>
                      <a:pt x="4938" y="26490"/>
                    </a:lnTo>
                    <a:cubicBezTo>
                      <a:pt x="4959" y="26531"/>
                      <a:pt x="4959" y="26552"/>
                      <a:pt x="4980" y="26552"/>
                    </a:cubicBezTo>
                    <a:lnTo>
                      <a:pt x="5001" y="26552"/>
                    </a:lnTo>
                    <a:lnTo>
                      <a:pt x="5001" y="26531"/>
                    </a:lnTo>
                    <a:lnTo>
                      <a:pt x="5294" y="26594"/>
                    </a:lnTo>
                    <a:lnTo>
                      <a:pt x="5357" y="26573"/>
                    </a:lnTo>
                    <a:lnTo>
                      <a:pt x="5357" y="26510"/>
                    </a:lnTo>
                    <a:lnTo>
                      <a:pt x="5482" y="26510"/>
                    </a:lnTo>
                    <a:lnTo>
                      <a:pt x="5420" y="26322"/>
                    </a:lnTo>
                    <a:lnTo>
                      <a:pt x="5357" y="26322"/>
                    </a:lnTo>
                    <a:lnTo>
                      <a:pt x="5252" y="26238"/>
                    </a:lnTo>
                    <a:lnTo>
                      <a:pt x="5106" y="26176"/>
                    </a:lnTo>
                    <a:lnTo>
                      <a:pt x="5106" y="26113"/>
                    </a:lnTo>
                    <a:lnTo>
                      <a:pt x="5273" y="26218"/>
                    </a:lnTo>
                    <a:lnTo>
                      <a:pt x="5399" y="26238"/>
                    </a:lnTo>
                    <a:lnTo>
                      <a:pt x="5148" y="25171"/>
                    </a:lnTo>
                    <a:lnTo>
                      <a:pt x="5106" y="25171"/>
                    </a:lnTo>
                    <a:lnTo>
                      <a:pt x="5106" y="25129"/>
                    </a:lnTo>
                    <a:lnTo>
                      <a:pt x="4959" y="24481"/>
                    </a:lnTo>
                    <a:lnTo>
                      <a:pt x="4792" y="24544"/>
                    </a:lnTo>
                    <a:lnTo>
                      <a:pt x="4750" y="24585"/>
                    </a:lnTo>
                    <a:lnTo>
                      <a:pt x="4666" y="24502"/>
                    </a:lnTo>
                    <a:lnTo>
                      <a:pt x="4583" y="24481"/>
                    </a:lnTo>
                    <a:lnTo>
                      <a:pt x="4562" y="24544"/>
                    </a:lnTo>
                    <a:cubicBezTo>
                      <a:pt x="4562" y="24502"/>
                      <a:pt x="4541" y="24502"/>
                      <a:pt x="4541" y="24481"/>
                    </a:cubicBezTo>
                    <a:lnTo>
                      <a:pt x="4541" y="24334"/>
                    </a:lnTo>
                    <a:lnTo>
                      <a:pt x="4625" y="24272"/>
                    </a:lnTo>
                    <a:lnTo>
                      <a:pt x="4750" y="24251"/>
                    </a:lnTo>
                    <a:lnTo>
                      <a:pt x="4897" y="24334"/>
                    </a:lnTo>
                    <a:lnTo>
                      <a:pt x="4980" y="24272"/>
                    </a:lnTo>
                    <a:lnTo>
                      <a:pt x="5001" y="24272"/>
                    </a:lnTo>
                    <a:lnTo>
                      <a:pt x="4855" y="24146"/>
                    </a:lnTo>
                    <a:lnTo>
                      <a:pt x="4520" y="23937"/>
                    </a:lnTo>
                    <a:lnTo>
                      <a:pt x="4457" y="23874"/>
                    </a:lnTo>
                    <a:lnTo>
                      <a:pt x="3725" y="23874"/>
                    </a:lnTo>
                    <a:lnTo>
                      <a:pt x="3306" y="23958"/>
                    </a:lnTo>
                    <a:lnTo>
                      <a:pt x="3202" y="23895"/>
                    </a:lnTo>
                    <a:lnTo>
                      <a:pt x="2930" y="23874"/>
                    </a:lnTo>
                    <a:lnTo>
                      <a:pt x="2846" y="23644"/>
                    </a:lnTo>
                    <a:lnTo>
                      <a:pt x="2783" y="23435"/>
                    </a:lnTo>
                    <a:lnTo>
                      <a:pt x="2658" y="23330"/>
                    </a:lnTo>
                    <a:lnTo>
                      <a:pt x="2637" y="22995"/>
                    </a:lnTo>
                    <a:lnTo>
                      <a:pt x="2637" y="22828"/>
                    </a:lnTo>
                    <a:lnTo>
                      <a:pt x="2511" y="22828"/>
                    </a:lnTo>
                    <a:lnTo>
                      <a:pt x="2323" y="22912"/>
                    </a:lnTo>
                    <a:lnTo>
                      <a:pt x="2218" y="23016"/>
                    </a:lnTo>
                    <a:lnTo>
                      <a:pt x="2093" y="23016"/>
                    </a:lnTo>
                    <a:lnTo>
                      <a:pt x="1842" y="22577"/>
                    </a:lnTo>
                    <a:cubicBezTo>
                      <a:pt x="1821" y="22493"/>
                      <a:pt x="1800" y="22409"/>
                      <a:pt x="1800" y="22326"/>
                    </a:cubicBezTo>
                    <a:lnTo>
                      <a:pt x="1884" y="21844"/>
                    </a:lnTo>
                    <a:lnTo>
                      <a:pt x="2009" y="21656"/>
                    </a:lnTo>
                    <a:lnTo>
                      <a:pt x="2218" y="21447"/>
                    </a:lnTo>
                    <a:lnTo>
                      <a:pt x="2260" y="21154"/>
                    </a:lnTo>
                    <a:lnTo>
                      <a:pt x="2218" y="20840"/>
                    </a:lnTo>
                    <a:lnTo>
                      <a:pt x="2135" y="20610"/>
                    </a:lnTo>
                    <a:lnTo>
                      <a:pt x="2197" y="20338"/>
                    </a:lnTo>
                    <a:lnTo>
                      <a:pt x="2302" y="20212"/>
                    </a:lnTo>
                    <a:lnTo>
                      <a:pt x="2197" y="19961"/>
                    </a:lnTo>
                    <a:lnTo>
                      <a:pt x="2218" y="19815"/>
                    </a:lnTo>
                    <a:lnTo>
                      <a:pt x="2323" y="19710"/>
                    </a:lnTo>
                    <a:lnTo>
                      <a:pt x="2239" y="19480"/>
                    </a:lnTo>
                    <a:lnTo>
                      <a:pt x="2197" y="19166"/>
                    </a:lnTo>
                    <a:lnTo>
                      <a:pt x="2114" y="19020"/>
                    </a:lnTo>
                    <a:lnTo>
                      <a:pt x="2114" y="18915"/>
                    </a:lnTo>
                    <a:lnTo>
                      <a:pt x="2260" y="18769"/>
                    </a:lnTo>
                    <a:lnTo>
                      <a:pt x="2260" y="18643"/>
                    </a:lnTo>
                    <a:lnTo>
                      <a:pt x="2135" y="18434"/>
                    </a:lnTo>
                    <a:lnTo>
                      <a:pt x="1946" y="18308"/>
                    </a:lnTo>
                    <a:lnTo>
                      <a:pt x="1821" y="18308"/>
                    </a:lnTo>
                    <a:lnTo>
                      <a:pt x="1800" y="18329"/>
                    </a:lnTo>
                    <a:lnTo>
                      <a:pt x="1716" y="18246"/>
                    </a:lnTo>
                    <a:lnTo>
                      <a:pt x="1779" y="18141"/>
                    </a:lnTo>
                    <a:lnTo>
                      <a:pt x="2030" y="18141"/>
                    </a:lnTo>
                    <a:lnTo>
                      <a:pt x="2156" y="17995"/>
                    </a:lnTo>
                    <a:lnTo>
                      <a:pt x="2156" y="17869"/>
                    </a:lnTo>
                    <a:lnTo>
                      <a:pt x="2093" y="17827"/>
                    </a:lnTo>
                    <a:lnTo>
                      <a:pt x="2009" y="17890"/>
                    </a:lnTo>
                    <a:lnTo>
                      <a:pt x="1905" y="17869"/>
                    </a:lnTo>
                    <a:lnTo>
                      <a:pt x="1842" y="17597"/>
                    </a:lnTo>
                    <a:lnTo>
                      <a:pt x="1737" y="17367"/>
                    </a:lnTo>
                    <a:lnTo>
                      <a:pt x="1737" y="17199"/>
                    </a:lnTo>
                    <a:lnTo>
                      <a:pt x="1737" y="17032"/>
                    </a:lnTo>
                    <a:lnTo>
                      <a:pt x="1570" y="16969"/>
                    </a:lnTo>
                    <a:lnTo>
                      <a:pt x="1570" y="16948"/>
                    </a:lnTo>
                    <a:cubicBezTo>
                      <a:pt x="1528" y="16865"/>
                      <a:pt x="1528" y="16760"/>
                      <a:pt x="1507" y="16676"/>
                    </a:cubicBezTo>
                    <a:lnTo>
                      <a:pt x="1486" y="16362"/>
                    </a:lnTo>
                    <a:lnTo>
                      <a:pt x="1612" y="16300"/>
                    </a:lnTo>
                    <a:lnTo>
                      <a:pt x="1633" y="16132"/>
                    </a:lnTo>
                    <a:lnTo>
                      <a:pt x="1591" y="16028"/>
                    </a:lnTo>
                    <a:lnTo>
                      <a:pt x="1486" y="15986"/>
                    </a:lnTo>
                    <a:lnTo>
                      <a:pt x="1423" y="15714"/>
                    </a:lnTo>
                    <a:lnTo>
                      <a:pt x="1402" y="15358"/>
                    </a:lnTo>
                    <a:lnTo>
                      <a:pt x="1423" y="14940"/>
                    </a:lnTo>
                    <a:lnTo>
                      <a:pt x="1319" y="14751"/>
                    </a:lnTo>
                    <a:lnTo>
                      <a:pt x="1298" y="14542"/>
                    </a:lnTo>
                    <a:lnTo>
                      <a:pt x="1507" y="14249"/>
                    </a:lnTo>
                    <a:lnTo>
                      <a:pt x="1528" y="13935"/>
                    </a:lnTo>
                    <a:lnTo>
                      <a:pt x="1695" y="13852"/>
                    </a:lnTo>
                    <a:lnTo>
                      <a:pt x="1779" y="13747"/>
                    </a:lnTo>
                    <a:lnTo>
                      <a:pt x="1423" y="13077"/>
                    </a:lnTo>
                    <a:lnTo>
                      <a:pt x="1486" y="12847"/>
                    </a:lnTo>
                    <a:lnTo>
                      <a:pt x="1486" y="12680"/>
                    </a:lnTo>
                    <a:lnTo>
                      <a:pt x="1486" y="12282"/>
                    </a:lnTo>
                    <a:lnTo>
                      <a:pt x="1612" y="12052"/>
                    </a:lnTo>
                    <a:lnTo>
                      <a:pt x="1737" y="11927"/>
                    </a:lnTo>
                    <a:lnTo>
                      <a:pt x="1716" y="11717"/>
                    </a:lnTo>
                    <a:lnTo>
                      <a:pt x="1612" y="11529"/>
                    </a:lnTo>
                    <a:lnTo>
                      <a:pt x="1528" y="11445"/>
                    </a:lnTo>
                    <a:lnTo>
                      <a:pt x="1674" y="11278"/>
                    </a:lnTo>
                    <a:lnTo>
                      <a:pt x="1633" y="11027"/>
                    </a:lnTo>
                    <a:lnTo>
                      <a:pt x="1737" y="10797"/>
                    </a:lnTo>
                    <a:lnTo>
                      <a:pt x="1842" y="10776"/>
                    </a:lnTo>
                    <a:lnTo>
                      <a:pt x="1884" y="10504"/>
                    </a:lnTo>
                    <a:lnTo>
                      <a:pt x="1821" y="10064"/>
                    </a:lnTo>
                    <a:lnTo>
                      <a:pt x="1737" y="9981"/>
                    </a:lnTo>
                    <a:lnTo>
                      <a:pt x="1674" y="9646"/>
                    </a:lnTo>
                    <a:lnTo>
                      <a:pt x="1591" y="9458"/>
                    </a:lnTo>
                    <a:lnTo>
                      <a:pt x="1444" y="9248"/>
                    </a:lnTo>
                    <a:lnTo>
                      <a:pt x="1423" y="9144"/>
                    </a:lnTo>
                    <a:lnTo>
                      <a:pt x="1319" y="9018"/>
                    </a:lnTo>
                    <a:lnTo>
                      <a:pt x="1277" y="8725"/>
                    </a:lnTo>
                    <a:lnTo>
                      <a:pt x="1298" y="8516"/>
                    </a:lnTo>
                    <a:lnTo>
                      <a:pt x="1444" y="8453"/>
                    </a:lnTo>
                    <a:lnTo>
                      <a:pt x="1444" y="8160"/>
                    </a:lnTo>
                    <a:lnTo>
                      <a:pt x="1528" y="8056"/>
                    </a:lnTo>
                    <a:lnTo>
                      <a:pt x="1528" y="7784"/>
                    </a:lnTo>
                    <a:lnTo>
                      <a:pt x="1423" y="7616"/>
                    </a:lnTo>
                    <a:lnTo>
                      <a:pt x="1402" y="7240"/>
                    </a:lnTo>
                    <a:lnTo>
                      <a:pt x="1486" y="7156"/>
                    </a:lnTo>
                    <a:lnTo>
                      <a:pt x="1528" y="6738"/>
                    </a:lnTo>
                    <a:lnTo>
                      <a:pt x="1633" y="6591"/>
                    </a:lnTo>
                    <a:lnTo>
                      <a:pt x="1800" y="6194"/>
                    </a:lnTo>
                    <a:lnTo>
                      <a:pt x="1946" y="6047"/>
                    </a:lnTo>
                    <a:lnTo>
                      <a:pt x="2051" y="5984"/>
                    </a:lnTo>
                    <a:lnTo>
                      <a:pt x="2135" y="5880"/>
                    </a:lnTo>
                    <a:lnTo>
                      <a:pt x="2093" y="5838"/>
                    </a:lnTo>
                    <a:lnTo>
                      <a:pt x="2093" y="5671"/>
                    </a:lnTo>
                    <a:lnTo>
                      <a:pt x="2030" y="5587"/>
                    </a:lnTo>
                    <a:lnTo>
                      <a:pt x="1946" y="5545"/>
                    </a:lnTo>
                    <a:lnTo>
                      <a:pt x="1988" y="5440"/>
                    </a:lnTo>
                    <a:lnTo>
                      <a:pt x="2093" y="5357"/>
                    </a:lnTo>
                    <a:lnTo>
                      <a:pt x="2093" y="5210"/>
                    </a:lnTo>
                    <a:lnTo>
                      <a:pt x="1946" y="5043"/>
                    </a:lnTo>
                    <a:lnTo>
                      <a:pt x="1925" y="4854"/>
                    </a:lnTo>
                    <a:lnTo>
                      <a:pt x="2009" y="4729"/>
                    </a:lnTo>
                    <a:lnTo>
                      <a:pt x="1988" y="4624"/>
                    </a:lnTo>
                    <a:lnTo>
                      <a:pt x="1842" y="4520"/>
                    </a:lnTo>
                    <a:lnTo>
                      <a:pt x="1905" y="4373"/>
                    </a:lnTo>
                    <a:lnTo>
                      <a:pt x="2574" y="3997"/>
                    </a:lnTo>
                    <a:lnTo>
                      <a:pt x="2741" y="3348"/>
                    </a:lnTo>
                    <a:lnTo>
                      <a:pt x="2658" y="3181"/>
                    </a:lnTo>
                    <a:lnTo>
                      <a:pt x="2553" y="3222"/>
                    </a:lnTo>
                    <a:lnTo>
                      <a:pt x="2511" y="3285"/>
                    </a:lnTo>
                    <a:lnTo>
                      <a:pt x="2344" y="3285"/>
                    </a:lnTo>
                    <a:lnTo>
                      <a:pt x="1925" y="2134"/>
                    </a:lnTo>
                    <a:lnTo>
                      <a:pt x="1633" y="1883"/>
                    </a:lnTo>
                    <a:lnTo>
                      <a:pt x="1570" y="1779"/>
                    </a:lnTo>
                    <a:lnTo>
                      <a:pt x="1695" y="1465"/>
                    </a:lnTo>
                    <a:lnTo>
                      <a:pt x="1633" y="1360"/>
                    </a:lnTo>
                    <a:lnTo>
                      <a:pt x="1716" y="1193"/>
                    </a:lnTo>
                    <a:lnTo>
                      <a:pt x="1695" y="1130"/>
                    </a:lnTo>
                    <a:lnTo>
                      <a:pt x="1423" y="921"/>
                    </a:lnTo>
                    <a:lnTo>
                      <a:pt x="1360" y="774"/>
                    </a:lnTo>
                    <a:lnTo>
                      <a:pt x="1319" y="607"/>
                    </a:lnTo>
                    <a:lnTo>
                      <a:pt x="1298" y="544"/>
                    </a:lnTo>
                    <a:lnTo>
                      <a:pt x="1319" y="440"/>
                    </a:lnTo>
                    <a:lnTo>
                      <a:pt x="1298" y="335"/>
                    </a:lnTo>
                    <a:lnTo>
                      <a:pt x="1256" y="293"/>
                    </a:lnTo>
                    <a:lnTo>
                      <a:pt x="1151" y="189"/>
                    </a:lnTo>
                    <a:lnTo>
                      <a:pt x="1151" y="21"/>
                    </a:lnTo>
                    <a:lnTo>
                      <a:pt x="1109" y="21"/>
                    </a:lnTo>
                    <a:lnTo>
                      <a:pt x="10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64" name="Google Shape;1764;p60"/>
            <p:cNvGrpSpPr/>
            <p:nvPr/>
          </p:nvGrpSpPr>
          <p:grpSpPr>
            <a:xfrm>
              <a:off x="3855466" y="3289811"/>
              <a:ext cx="112514" cy="94210"/>
              <a:chOff x="3918000" y="3561900"/>
              <a:chExt cx="236225" cy="207100"/>
            </a:xfrm>
          </p:grpSpPr>
          <p:sp>
            <p:nvSpPr>
              <p:cNvPr id="1765" name="Google Shape;1765;p60"/>
              <p:cNvSpPr/>
              <p:nvPr/>
            </p:nvSpPr>
            <p:spPr>
              <a:xfrm>
                <a:off x="3925800" y="3561900"/>
                <a:ext cx="228425" cy="170000"/>
              </a:xfrm>
              <a:custGeom>
                <a:rect b="b" l="l" r="r" t="t"/>
                <a:pathLst>
                  <a:path extrusionOk="0" h="6800" w="9137">
                    <a:moveTo>
                      <a:pt x="0" y="4356"/>
                    </a:moveTo>
                    <a:lnTo>
                      <a:pt x="1381" y="1594"/>
                    </a:lnTo>
                    <a:lnTo>
                      <a:pt x="7012" y="0"/>
                    </a:lnTo>
                    <a:lnTo>
                      <a:pt x="9137" y="532"/>
                    </a:lnTo>
                    <a:lnTo>
                      <a:pt x="8500" y="2444"/>
                    </a:lnTo>
                    <a:lnTo>
                      <a:pt x="6906" y="5206"/>
                    </a:lnTo>
                    <a:lnTo>
                      <a:pt x="3719" y="6800"/>
                    </a:lnTo>
                    <a:close/>
                  </a:path>
                </a:pathLst>
              </a:custGeom>
              <a:solidFill>
                <a:srgbClr val="5F7D95"/>
              </a:solidFill>
              <a:ln>
                <a:noFill/>
              </a:ln>
            </p:spPr>
          </p:sp>
          <p:sp>
            <p:nvSpPr>
              <p:cNvPr id="1766" name="Google Shape;1766;p60"/>
              <p:cNvSpPr/>
              <p:nvPr/>
            </p:nvSpPr>
            <p:spPr>
              <a:xfrm>
                <a:off x="3918000" y="3569675"/>
                <a:ext cx="229150" cy="199325"/>
              </a:xfrm>
              <a:custGeom>
                <a:rect b="b" l="l" r="r" t="t"/>
                <a:pathLst>
                  <a:path extrusionOk="0" h="7973" w="9166">
                    <a:moveTo>
                      <a:pt x="6696" y="3976"/>
                    </a:moveTo>
                    <a:lnTo>
                      <a:pt x="6738" y="4018"/>
                    </a:lnTo>
                    <a:lnTo>
                      <a:pt x="6780" y="3997"/>
                    </a:lnTo>
                    <a:lnTo>
                      <a:pt x="6843" y="4039"/>
                    </a:lnTo>
                    <a:lnTo>
                      <a:pt x="6926" y="4018"/>
                    </a:lnTo>
                    <a:lnTo>
                      <a:pt x="7052" y="4122"/>
                    </a:lnTo>
                    <a:lnTo>
                      <a:pt x="7136" y="4353"/>
                    </a:lnTo>
                    <a:lnTo>
                      <a:pt x="7136" y="4499"/>
                    </a:lnTo>
                    <a:lnTo>
                      <a:pt x="7094" y="4583"/>
                    </a:lnTo>
                    <a:lnTo>
                      <a:pt x="6989" y="4625"/>
                    </a:lnTo>
                    <a:lnTo>
                      <a:pt x="6989" y="4708"/>
                    </a:lnTo>
                    <a:lnTo>
                      <a:pt x="7031" y="4750"/>
                    </a:lnTo>
                    <a:lnTo>
                      <a:pt x="7031" y="4834"/>
                    </a:lnTo>
                    <a:lnTo>
                      <a:pt x="6926" y="4918"/>
                    </a:lnTo>
                    <a:lnTo>
                      <a:pt x="6843" y="4876"/>
                    </a:lnTo>
                    <a:lnTo>
                      <a:pt x="6738" y="4918"/>
                    </a:lnTo>
                    <a:lnTo>
                      <a:pt x="6675" y="4959"/>
                    </a:lnTo>
                    <a:lnTo>
                      <a:pt x="6571" y="5001"/>
                    </a:lnTo>
                    <a:lnTo>
                      <a:pt x="6508" y="5127"/>
                    </a:lnTo>
                    <a:lnTo>
                      <a:pt x="6466" y="5169"/>
                    </a:lnTo>
                    <a:lnTo>
                      <a:pt x="6424" y="5231"/>
                    </a:lnTo>
                    <a:lnTo>
                      <a:pt x="6320" y="5231"/>
                    </a:lnTo>
                    <a:lnTo>
                      <a:pt x="6194" y="5169"/>
                    </a:lnTo>
                    <a:lnTo>
                      <a:pt x="6152" y="5106"/>
                    </a:lnTo>
                    <a:lnTo>
                      <a:pt x="6069" y="5022"/>
                    </a:lnTo>
                    <a:lnTo>
                      <a:pt x="6069" y="4918"/>
                    </a:lnTo>
                    <a:lnTo>
                      <a:pt x="5985" y="4834"/>
                    </a:lnTo>
                    <a:lnTo>
                      <a:pt x="5964" y="4771"/>
                    </a:lnTo>
                    <a:lnTo>
                      <a:pt x="5880" y="4708"/>
                    </a:lnTo>
                    <a:lnTo>
                      <a:pt x="5838" y="4604"/>
                    </a:lnTo>
                    <a:lnTo>
                      <a:pt x="5901" y="4541"/>
                    </a:lnTo>
                    <a:lnTo>
                      <a:pt x="6069" y="4415"/>
                    </a:lnTo>
                    <a:lnTo>
                      <a:pt x="6110" y="4248"/>
                    </a:lnTo>
                    <a:lnTo>
                      <a:pt x="6257" y="4164"/>
                    </a:lnTo>
                    <a:lnTo>
                      <a:pt x="6466" y="4122"/>
                    </a:lnTo>
                    <a:lnTo>
                      <a:pt x="6508" y="4081"/>
                    </a:lnTo>
                    <a:lnTo>
                      <a:pt x="6592" y="4018"/>
                    </a:lnTo>
                    <a:lnTo>
                      <a:pt x="6613" y="3976"/>
                    </a:lnTo>
                    <a:close/>
                    <a:moveTo>
                      <a:pt x="7659" y="1"/>
                    </a:moveTo>
                    <a:lnTo>
                      <a:pt x="7470" y="21"/>
                    </a:lnTo>
                    <a:lnTo>
                      <a:pt x="7387" y="21"/>
                    </a:lnTo>
                    <a:lnTo>
                      <a:pt x="7345" y="63"/>
                    </a:lnTo>
                    <a:lnTo>
                      <a:pt x="7240" y="63"/>
                    </a:lnTo>
                    <a:lnTo>
                      <a:pt x="7178" y="126"/>
                    </a:lnTo>
                    <a:lnTo>
                      <a:pt x="7178" y="168"/>
                    </a:lnTo>
                    <a:lnTo>
                      <a:pt x="7157" y="252"/>
                    </a:lnTo>
                    <a:lnTo>
                      <a:pt x="7073" y="273"/>
                    </a:lnTo>
                    <a:lnTo>
                      <a:pt x="7010" y="356"/>
                    </a:lnTo>
                    <a:lnTo>
                      <a:pt x="6843" y="356"/>
                    </a:lnTo>
                    <a:lnTo>
                      <a:pt x="6822" y="335"/>
                    </a:lnTo>
                    <a:lnTo>
                      <a:pt x="6717" y="356"/>
                    </a:lnTo>
                    <a:lnTo>
                      <a:pt x="6592" y="461"/>
                    </a:lnTo>
                    <a:lnTo>
                      <a:pt x="6529" y="524"/>
                    </a:lnTo>
                    <a:lnTo>
                      <a:pt x="6445" y="565"/>
                    </a:lnTo>
                    <a:lnTo>
                      <a:pt x="6424" y="628"/>
                    </a:lnTo>
                    <a:lnTo>
                      <a:pt x="6341" y="649"/>
                    </a:lnTo>
                    <a:lnTo>
                      <a:pt x="6299" y="691"/>
                    </a:lnTo>
                    <a:lnTo>
                      <a:pt x="6236" y="733"/>
                    </a:lnTo>
                    <a:lnTo>
                      <a:pt x="6173" y="754"/>
                    </a:lnTo>
                    <a:lnTo>
                      <a:pt x="6006" y="963"/>
                    </a:lnTo>
                    <a:lnTo>
                      <a:pt x="5985" y="1089"/>
                    </a:lnTo>
                    <a:lnTo>
                      <a:pt x="6006" y="1151"/>
                    </a:lnTo>
                    <a:lnTo>
                      <a:pt x="6006" y="1214"/>
                    </a:lnTo>
                    <a:lnTo>
                      <a:pt x="5922" y="1256"/>
                    </a:lnTo>
                    <a:lnTo>
                      <a:pt x="5901" y="1298"/>
                    </a:lnTo>
                    <a:lnTo>
                      <a:pt x="5859" y="1319"/>
                    </a:lnTo>
                    <a:lnTo>
                      <a:pt x="5776" y="1402"/>
                    </a:lnTo>
                    <a:lnTo>
                      <a:pt x="5755" y="1486"/>
                    </a:lnTo>
                    <a:lnTo>
                      <a:pt x="5713" y="1507"/>
                    </a:lnTo>
                    <a:lnTo>
                      <a:pt x="5692" y="1570"/>
                    </a:lnTo>
                    <a:lnTo>
                      <a:pt x="5608" y="1570"/>
                    </a:lnTo>
                    <a:lnTo>
                      <a:pt x="5545" y="1612"/>
                    </a:lnTo>
                    <a:lnTo>
                      <a:pt x="5399" y="1633"/>
                    </a:lnTo>
                    <a:lnTo>
                      <a:pt x="5357" y="1737"/>
                    </a:lnTo>
                    <a:lnTo>
                      <a:pt x="5357" y="1905"/>
                    </a:lnTo>
                    <a:lnTo>
                      <a:pt x="5294" y="1967"/>
                    </a:lnTo>
                    <a:lnTo>
                      <a:pt x="5294" y="2030"/>
                    </a:lnTo>
                    <a:lnTo>
                      <a:pt x="5273" y="2135"/>
                    </a:lnTo>
                    <a:lnTo>
                      <a:pt x="5294" y="2197"/>
                    </a:lnTo>
                    <a:lnTo>
                      <a:pt x="5169" y="2260"/>
                    </a:lnTo>
                    <a:lnTo>
                      <a:pt x="5085" y="2239"/>
                    </a:lnTo>
                    <a:lnTo>
                      <a:pt x="5043" y="2197"/>
                    </a:lnTo>
                    <a:lnTo>
                      <a:pt x="4834" y="2197"/>
                    </a:lnTo>
                    <a:lnTo>
                      <a:pt x="4709" y="2218"/>
                    </a:lnTo>
                    <a:lnTo>
                      <a:pt x="4604" y="2197"/>
                    </a:lnTo>
                    <a:lnTo>
                      <a:pt x="4520" y="2218"/>
                    </a:lnTo>
                    <a:lnTo>
                      <a:pt x="4311" y="2093"/>
                    </a:lnTo>
                    <a:lnTo>
                      <a:pt x="4227" y="2093"/>
                    </a:lnTo>
                    <a:lnTo>
                      <a:pt x="4185" y="2009"/>
                    </a:lnTo>
                    <a:lnTo>
                      <a:pt x="3997" y="1988"/>
                    </a:lnTo>
                    <a:lnTo>
                      <a:pt x="3872" y="2009"/>
                    </a:lnTo>
                    <a:lnTo>
                      <a:pt x="3704" y="2135"/>
                    </a:lnTo>
                    <a:lnTo>
                      <a:pt x="3621" y="2365"/>
                    </a:lnTo>
                    <a:lnTo>
                      <a:pt x="3516" y="2469"/>
                    </a:lnTo>
                    <a:lnTo>
                      <a:pt x="3349" y="2553"/>
                    </a:lnTo>
                    <a:lnTo>
                      <a:pt x="3286" y="2637"/>
                    </a:lnTo>
                    <a:lnTo>
                      <a:pt x="3181" y="2721"/>
                    </a:lnTo>
                    <a:lnTo>
                      <a:pt x="3056" y="2742"/>
                    </a:lnTo>
                    <a:lnTo>
                      <a:pt x="2972" y="2783"/>
                    </a:lnTo>
                    <a:lnTo>
                      <a:pt x="2846" y="2762"/>
                    </a:lnTo>
                    <a:lnTo>
                      <a:pt x="2763" y="2825"/>
                    </a:lnTo>
                    <a:lnTo>
                      <a:pt x="2616" y="2783"/>
                    </a:lnTo>
                    <a:lnTo>
                      <a:pt x="2449" y="2825"/>
                    </a:lnTo>
                    <a:lnTo>
                      <a:pt x="2449" y="2721"/>
                    </a:lnTo>
                    <a:lnTo>
                      <a:pt x="2532" y="2532"/>
                    </a:lnTo>
                    <a:lnTo>
                      <a:pt x="2532" y="2365"/>
                    </a:lnTo>
                    <a:lnTo>
                      <a:pt x="2365" y="2051"/>
                    </a:lnTo>
                    <a:lnTo>
                      <a:pt x="2323" y="1905"/>
                    </a:lnTo>
                    <a:lnTo>
                      <a:pt x="2135" y="1779"/>
                    </a:lnTo>
                    <a:lnTo>
                      <a:pt x="2051" y="3871"/>
                    </a:lnTo>
                    <a:lnTo>
                      <a:pt x="1821" y="3871"/>
                    </a:lnTo>
                    <a:lnTo>
                      <a:pt x="1675" y="3934"/>
                    </a:lnTo>
                    <a:lnTo>
                      <a:pt x="1612" y="4039"/>
                    </a:lnTo>
                    <a:lnTo>
                      <a:pt x="1528" y="4081"/>
                    </a:lnTo>
                    <a:lnTo>
                      <a:pt x="1486" y="4122"/>
                    </a:lnTo>
                    <a:lnTo>
                      <a:pt x="1486" y="4248"/>
                    </a:lnTo>
                    <a:lnTo>
                      <a:pt x="1403" y="4227"/>
                    </a:lnTo>
                    <a:lnTo>
                      <a:pt x="1319" y="4227"/>
                    </a:lnTo>
                    <a:lnTo>
                      <a:pt x="1277" y="4143"/>
                    </a:lnTo>
                    <a:lnTo>
                      <a:pt x="1193" y="4143"/>
                    </a:lnTo>
                    <a:lnTo>
                      <a:pt x="1152" y="4206"/>
                    </a:lnTo>
                    <a:lnTo>
                      <a:pt x="1047" y="4185"/>
                    </a:lnTo>
                    <a:lnTo>
                      <a:pt x="984" y="4143"/>
                    </a:lnTo>
                    <a:lnTo>
                      <a:pt x="880" y="4185"/>
                    </a:lnTo>
                    <a:lnTo>
                      <a:pt x="754" y="4102"/>
                    </a:lnTo>
                    <a:lnTo>
                      <a:pt x="566" y="4039"/>
                    </a:lnTo>
                    <a:lnTo>
                      <a:pt x="482" y="3871"/>
                    </a:lnTo>
                    <a:lnTo>
                      <a:pt x="545" y="3725"/>
                    </a:lnTo>
                    <a:lnTo>
                      <a:pt x="440" y="3725"/>
                    </a:lnTo>
                    <a:lnTo>
                      <a:pt x="356" y="3599"/>
                    </a:lnTo>
                    <a:lnTo>
                      <a:pt x="231" y="3662"/>
                    </a:lnTo>
                    <a:lnTo>
                      <a:pt x="168" y="3767"/>
                    </a:lnTo>
                    <a:lnTo>
                      <a:pt x="210" y="3788"/>
                    </a:lnTo>
                    <a:lnTo>
                      <a:pt x="210" y="3871"/>
                    </a:lnTo>
                    <a:lnTo>
                      <a:pt x="64" y="3892"/>
                    </a:lnTo>
                    <a:lnTo>
                      <a:pt x="1" y="3934"/>
                    </a:lnTo>
                    <a:lnTo>
                      <a:pt x="22" y="4122"/>
                    </a:lnTo>
                    <a:lnTo>
                      <a:pt x="210" y="4248"/>
                    </a:lnTo>
                    <a:lnTo>
                      <a:pt x="336" y="4625"/>
                    </a:lnTo>
                    <a:lnTo>
                      <a:pt x="336" y="4771"/>
                    </a:lnTo>
                    <a:lnTo>
                      <a:pt x="461" y="5085"/>
                    </a:lnTo>
                    <a:lnTo>
                      <a:pt x="545" y="5441"/>
                    </a:lnTo>
                    <a:lnTo>
                      <a:pt x="691" y="5650"/>
                    </a:lnTo>
                    <a:lnTo>
                      <a:pt x="691" y="5775"/>
                    </a:lnTo>
                    <a:lnTo>
                      <a:pt x="859" y="6027"/>
                    </a:lnTo>
                    <a:lnTo>
                      <a:pt x="859" y="6110"/>
                    </a:lnTo>
                    <a:lnTo>
                      <a:pt x="900" y="6299"/>
                    </a:lnTo>
                    <a:lnTo>
                      <a:pt x="880" y="6487"/>
                    </a:lnTo>
                    <a:lnTo>
                      <a:pt x="796" y="6550"/>
                    </a:lnTo>
                    <a:lnTo>
                      <a:pt x="754" y="6550"/>
                    </a:lnTo>
                    <a:lnTo>
                      <a:pt x="691" y="6508"/>
                    </a:lnTo>
                    <a:lnTo>
                      <a:pt x="649" y="6550"/>
                    </a:lnTo>
                    <a:lnTo>
                      <a:pt x="649" y="6717"/>
                    </a:lnTo>
                    <a:lnTo>
                      <a:pt x="733" y="6863"/>
                    </a:lnTo>
                    <a:lnTo>
                      <a:pt x="838" y="6968"/>
                    </a:lnTo>
                    <a:lnTo>
                      <a:pt x="942" y="7156"/>
                    </a:lnTo>
                    <a:lnTo>
                      <a:pt x="859" y="7282"/>
                    </a:lnTo>
                    <a:lnTo>
                      <a:pt x="880" y="7449"/>
                    </a:lnTo>
                    <a:lnTo>
                      <a:pt x="838" y="7554"/>
                    </a:lnTo>
                    <a:lnTo>
                      <a:pt x="838" y="7659"/>
                    </a:lnTo>
                    <a:lnTo>
                      <a:pt x="900" y="7700"/>
                    </a:lnTo>
                    <a:lnTo>
                      <a:pt x="900" y="7596"/>
                    </a:lnTo>
                    <a:lnTo>
                      <a:pt x="1005" y="7533"/>
                    </a:lnTo>
                    <a:lnTo>
                      <a:pt x="1152" y="7554"/>
                    </a:lnTo>
                    <a:lnTo>
                      <a:pt x="1172" y="7679"/>
                    </a:lnTo>
                    <a:lnTo>
                      <a:pt x="1110" y="7721"/>
                    </a:lnTo>
                    <a:lnTo>
                      <a:pt x="1172" y="7742"/>
                    </a:lnTo>
                    <a:lnTo>
                      <a:pt x="1256" y="7679"/>
                    </a:lnTo>
                    <a:lnTo>
                      <a:pt x="1361" y="7742"/>
                    </a:lnTo>
                    <a:lnTo>
                      <a:pt x="1361" y="7868"/>
                    </a:lnTo>
                    <a:lnTo>
                      <a:pt x="1403" y="7847"/>
                    </a:lnTo>
                    <a:lnTo>
                      <a:pt x="1696" y="7972"/>
                    </a:lnTo>
                    <a:lnTo>
                      <a:pt x="1737" y="7951"/>
                    </a:lnTo>
                    <a:lnTo>
                      <a:pt x="1800" y="7972"/>
                    </a:lnTo>
                    <a:lnTo>
                      <a:pt x="1821" y="7889"/>
                    </a:lnTo>
                    <a:lnTo>
                      <a:pt x="1926" y="7868"/>
                    </a:lnTo>
                    <a:lnTo>
                      <a:pt x="2051" y="7742"/>
                    </a:lnTo>
                    <a:lnTo>
                      <a:pt x="2198" y="7763"/>
                    </a:lnTo>
                    <a:lnTo>
                      <a:pt x="2219" y="7721"/>
                    </a:lnTo>
                    <a:lnTo>
                      <a:pt x="2344" y="7721"/>
                    </a:lnTo>
                    <a:lnTo>
                      <a:pt x="2512" y="7763"/>
                    </a:lnTo>
                    <a:lnTo>
                      <a:pt x="2574" y="7742"/>
                    </a:lnTo>
                    <a:lnTo>
                      <a:pt x="2721" y="7742"/>
                    </a:lnTo>
                    <a:lnTo>
                      <a:pt x="2742" y="7679"/>
                    </a:lnTo>
                    <a:lnTo>
                      <a:pt x="2784" y="7638"/>
                    </a:lnTo>
                    <a:lnTo>
                      <a:pt x="2867" y="7596"/>
                    </a:lnTo>
                    <a:lnTo>
                      <a:pt x="2930" y="7638"/>
                    </a:lnTo>
                    <a:lnTo>
                      <a:pt x="2951" y="7533"/>
                    </a:lnTo>
                    <a:lnTo>
                      <a:pt x="3035" y="7470"/>
                    </a:lnTo>
                    <a:lnTo>
                      <a:pt x="3349" y="7470"/>
                    </a:lnTo>
                    <a:lnTo>
                      <a:pt x="3474" y="7554"/>
                    </a:lnTo>
                    <a:lnTo>
                      <a:pt x="3558" y="7533"/>
                    </a:lnTo>
                    <a:lnTo>
                      <a:pt x="3558" y="7470"/>
                    </a:lnTo>
                    <a:lnTo>
                      <a:pt x="3725" y="7449"/>
                    </a:lnTo>
                    <a:lnTo>
                      <a:pt x="3997" y="7533"/>
                    </a:lnTo>
                    <a:lnTo>
                      <a:pt x="4081" y="7575"/>
                    </a:lnTo>
                    <a:lnTo>
                      <a:pt x="4353" y="7638"/>
                    </a:lnTo>
                    <a:lnTo>
                      <a:pt x="4395" y="7596"/>
                    </a:lnTo>
                    <a:lnTo>
                      <a:pt x="4353" y="7533"/>
                    </a:lnTo>
                    <a:lnTo>
                      <a:pt x="4437" y="7449"/>
                    </a:lnTo>
                    <a:lnTo>
                      <a:pt x="4541" y="7449"/>
                    </a:lnTo>
                    <a:lnTo>
                      <a:pt x="4667" y="7491"/>
                    </a:lnTo>
                    <a:lnTo>
                      <a:pt x="4876" y="7491"/>
                    </a:lnTo>
                    <a:lnTo>
                      <a:pt x="4876" y="7470"/>
                    </a:lnTo>
                    <a:lnTo>
                      <a:pt x="4813" y="7387"/>
                    </a:lnTo>
                    <a:lnTo>
                      <a:pt x="4855" y="7303"/>
                    </a:lnTo>
                    <a:lnTo>
                      <a:pt x="5022" y="7240"/>
                    </a:lnTo>
                    <a:lnTo>
                      <a:pt x="5190" y="7240"/>
                    </a:lnTo>
                    <a:lnTo>
                      <a:pt x="5253" y="7303"/>
                    </a:lnTo>
                    <a:lnTo>
                      <a:pt x="5378" y="7303"/>
                    </a:lnTo>
                    <a:lnTo>
                      <a:pt x="5504" y="7219"/>
                    </a:lnTo>
                    <a:lnTo>
                      <a:pt x="5713" y="7156"/>
                    </a:lnTo>
                    <a:lnTo>
                      <a:pt x="5713" y="7135"/>
                    </a:lnTo>
                    <a:lnTo>
                      <a:pt x="5859" y="7073"/>
                    </a:lnTo>
                    <a:lnTo>
                      <a:pt x="5922" y="6968"/>
                    </a:lnTo>
                    <a:lnTo>
                      <a:pt x="6320" y="6717"/>
                    </a:lnTo>
                    <a:lnTo>
                      <a:pt x="6424" y="6612"/>
                    </a:lnTo>
                    <a:lnTo>
                      <a:pt x="6424" y="6591"/>
                    </a:lnTo>
                    <a:lnTo>
                      <a:pt x="6508" y="6591"/>
                    </a:lnTo>
                    <a:lnTo>
                      <a:pt x="7115" y="5985"/>
                    </a:lnTo>
                    <a:lnTo>
                      <a:pt x="7136" y="5922"/>
                    </a:lnTo>
                    <a:lnTo>
                      <a:pt x="7198" y="5922"/>
                    </a:lnTo>
                    <a:lnTo>
                      <a:pt x="7282" y="5796"/>
                    </a:lnTo>
                    <a:lnTo>
                      <a:pt x="7387" y="5755"/>
                    </a:lnTo>
                    <a:lnTo>
                      <a:pt x="7429" y="5587"/>
                    </a:lnTo>
                    <a:lnTo>
                      <a:pt x="7596" y="5399"/>
                    </a:lnTo>
                    <a:lnTo>
                      <a:pt x="7847" y="5022"/>
                    </a:lnTo>
                    <a:lnTo>
                      <a:pt x="7910" y="4834"/>
                    </a:lnTo>
                    <a:lnTo>
                      <a:pt x="8014" y="4834"/>
                    </a:lnTo>
                    <a:lnTo>
                      <a:pt x="8077" y="4708"/>
                    </a:lnTo>
                    <a:lnTo>
                      <a:pt x="8077" y="4646"/>
                    </a:lnTo>
                    <a:lnTo>
                      <a:pt x="8182" y="4520"/>
                    </a:lnTo>
                    <a:lnTo>
                      <a:pt x="8266" y="4394"/>
                    </a:lnTo>
                    <a:lnTo>
                      <a:pt x="8391" y="4311"/>
                    </a:lnTo>
                    <a:lnTo>
                      <a:pt x="8433" y="4227"/>
                    </a:lnTo>
                    <a:lnTo>
                      <a:pt x="8538" y="4185"/>
                    </a:lnTo>
                    <a:lnTo>
                      <a:pt x="8579" y="4122"/>
                    </a:lnTo>
                    <a:lnTo>
                      <a:pt x="8621" y="4122"/>
                    </a:lnTo>
                    <a:lnTo>
                      <a:pt x="8789" y="3934"/>
                    </a:lnTo>
                    <a:lnTo>
                      <a:pt x="8810" y="3830"/>
                    </a:lnTo>
                    <a:lnTo>
                      <a:pt x="8893" y="3725"/>
                    </a:lnTo>
                    <a:lnTo>
                      <a:pt x="8935" y="3516"/>
                    </a:lnTo>
                    <a:lnTo>
                      <a:pt x="9019" y="3348"/>
                    </a:lnTo>
                    <a:lnTo>
                      <a:pt x="9040" y="3160"/>
                    </a:lnTo>
                    <a:lnTo>
                      <a:pt x="9123" y="2951"/>
                    </a:lnTo>
                    <a:lnTo>
                      <a:pt x="9103" y="2951"/>
                    </a:lnTo>
                    <a:lnTo>
                      <a:pt x="9165" y="2846"/>
                    </a:lnTo>
                    <a:lnTo>
                      <a:pt x="9165" y="2825"/>
                    </a:lnTo>
                    <a:lnTo>
                      <a:pt x="9061" y="2825"/>
                    </a:lnTo>
                    <a:lnTo>
                      <a:pt x="8935" y="2762"/>
                    </a:lnTo>
                    <a:lnTo>
                      <a:pt x="8830" y="2762"/>
                    </a:lnTo>
                    <a:lnTo>
                      <a:pt x="8768" y="2825"/>
                    </a:lnTo>
                    <a:lnTo>
                      <a:pt x="8768" y="2909"/>
                    </a:lnTo>
                    <a:lnTo>
                      <a:pt x="8726" y="3014"/>
                    </a:lnTo>
                    <a:lnTo>
                      <a:pt x="8663" y="3034"/>
                    </a:lnTo>
                    <a:lnTo>
                      <a:pt x="8454" y="3034"/>
                    </a:lnTo>
                    <a:lnTo>
                      <a:pt x="8266" y="2930"/>
                    </a:lnTo>
                    <a:lnTo>
                      <a:pt x="8182" y="2804"/>
                    </a:lnTo>
                    <a:lnTo>
                      <a:pt x="8140" y="2742"/>
                    </a:lnTo>
                    <a:lnTo>
                      <a:pt x="8098" y="2658"/>
                    </a:lnTo>
                    <a:lnTo>
                      <a:pt x="8161" y="2532"/>
                    </a:lnTo>
                    <a:lnTo>
                      <a:pt x="8286" y="2281"/>
                    </a:lnTo>
                    <a:lnTo>
                      <a:pt x="8307" y="2177"/>
                    </a:lnTo>
                    <a:lnTo>
                      <a:pt x="8412" y="2114"/>
                    </a:lnTo>
                    <a:lnTo>
                      <a:pt x="8579" y="2197"/>
                    </a:lnTo>
                    <a:lnTo>
                      <a:pt x="8663" y="2260"/>
                    </a:lnTo>
                    <a:lnTo>
                      <a:pt x="8768" y="2323"/>
                    </a:lnTo>
                    <a:lnTo>
                      <a:pt x="8768" y="2135"/>
                    </a:lnTo>
                    <a:lnTo>
                      <a:pt x="8768" y="1988"/>
                    </a:lnTo>
                    <a:lnTo>
                      <a:pt x="8810" y="1800"/>
                    </a:lnTo>
                    <a:lnTo>
                      <a:pt x="8810" y="1361"/>
                    </a:lnTo>
                    <a:lnTo>
                      <a:pt x="8789" y="1214"/>
                    </a:lnTo>
                    <a:lnTo>
                      <a:pt x="8747" y="1109"/>
                    </a:lnTo>
                    <a:lnTo>
                      <a:pt x="8747" y="1005"/>
                    </a:lnTo>
                    <a:lnTo>
                      <a:pt x="8747" y="984"/>
                    </a:lnTo>
                    <a:lnTo>
                      <a:pt x="8747" y="733"/>
                    </a:lnTo>
                    <a:lnTo>
                      <a:pt x="8684" y="586"/>
                    </a:lnTo>
                    <a:lnTo>
                      <a:pt x="8642" y="440"/>
                    </a:lnTo>
                    <a:lnTo>
                      <a:pt x="8621" y="273"/>
                    </a:lnTo>
                    <a:lnTo>
                      <a:pt x="8517" y="168"/>
                    </a:lnTo>
                    <a:lnTo>
                      <a:pt x="8328" y="126"/>
                    </a:lnTo>
                    <a:lnTo>
                      <a:pt x="8182" y="147"/>
                    </a:lnTo>
                    <a:lnTo>
                      <a:pt x="8098" y="168"/>
                    </a:lnTo>
                    <a:lnTo>
                      <a:pt x="8056" y="147"/>
                    </a:lnTo>
                    <a:lnTo>
                      <a:pt x="7910" y="105"/>
                    </a:lnTo>
                    <a:lnTo>
                      <a:pt x="7847" y="105"/>
                    </a:lnTo>
                    <a:lnTo>
                      <a:pt x="7784" y="21"/>
                    </a:lnTo>
                    <a:lnTo>
                      <a:pt x="765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67" name="Google Shape;1767;p60"/>
            <p:cNvSpPr/>
            <p:nvPr/>
          </p:nvSpPr>
          <p:spPr>
            <a:xfrm>
              <a:off x="3292646" y="3020419"/>
              <a:ext cx="18695" cy="5482"/>
            </a:xfrm>
            <a:custGeom>
              <a:rect b="b" l="l" r="r" t="t"/>
              <a:pathLst>
                <a:path extrusionOk="0" h="482" w="1570">
                  <a:moveTo>
                    <a:pt x="189" y="0"/>
                  </a:moveTo>
                  <a:lnTo>
                    <a:pt x="126" y="84"/>
                  </a:lnTo>
                  <a:lnTo>
                    <a:pt x="21" y="147"/>
                  </a:lnTo>
                  <a:lnTo>
                    <a:pt x="21" y="209"/>
                  </a:lnTo>
                  <a:lnTo>
                    <a:pt x="0" y="272"/>
                  </a:lnTo>
                  <a:lnTo>
                    <a:pt x="42" y="377"/>
                  </a:lnTo>
                  <a:lnTo>
                    <a:pt x="314" y="377"/>
                  </a:lnTo>
                  <a:lnTo>
                    <a:pt x="398" y="398"/>
                  </a:lnTo>
                  <a:lnTo>
                    <a:pt x="607" y="356"/>
                  </a:lnTo>
                  <a:lnTo>
                    <a:pt x="691" y="377"/>
                  </a:lnTo>
                  <a:lnTo>
                    <a:pt x="837" y="293"/>
                  </a:lnTo>
                  <a:cubicBezTo>
                    <a:pt x="1026" y="398"/>
                    <a:pt x="1235" y="356"/>
                    <a:pt x="1423" y="481"/>
                  </a:cubicBezTo>
                  <a:lnTo>
                    <a:pt x="1570" y="460"/>
                  </a:lnTo>
                  <a:lnTo>
                    <a:pt x="1528" y="398"/>
                  </a:lnTo>
                  <a:lnTo>
                    <a:pt x="1444" y="460"/>
                  </a:lnTo>
                  <a:lnTo>
                    <a:pt x="1444" y="440"/>
                  </a:lnTo>
                  <a:cubicBezTo>
                    <a:pt x="1360" y="377"/>
                    <a:pt x="1318" y="356"/>
                    <a:pt x="1235" y="335"/>
                  </a:cubicBezTo>
                  <a:lnTo>
                    <a:pt x="1277" y="293"/>
                  </a:lnTo>
                  <a:lnTo>
                    <a:pt x="1130" y="251"/>
                  </a:lnTo>
                  <a:lnTo>
                    <a:pt x="1046" y="335"/>
                  </a:lnTo>
                  <a:cubicBezTo>
                    <a:pt x="1005" y="335"/>
                    <a:pt x="942" y="335"/>
                    <a:pt x="921" y="293"/>
                  </a:cubicBezTo>
                  <a:lnTo>
                    <a:pt x="921" y="272"/>
                  </a:lnTo>
                  <a:lnTo>
                    <a:pt x="1046" y="147"/>
                  </a:lnTo>
                  <a:lnTo>
                    <a:pt x="942" y="105"/>
                  </a:lnTo>
                  <a:lnTo>
                    <a:pt x="921" y="42"/>
                  </a:lnTo>
                  <a:lnTo>
                    <a:pt x="837" y="0"/>
                  </a:lnTo>
                  <a:lnTo>
                    <a:pt x="607" y="42"/>
                  </a:lnTo>
                  <a:lnTo>
                    <a:pt x="1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60"/>
            <p:cNvSpPr/>
            <p:nvPr/>
          </p:nvSpPr>
          <p:spPr>
            <a:xfrm>
              <a:off x="3260258" y="3010662"/>
              <a:ext cx="26423" cy="16661"/>
            </a:xfrm>
            <a:custGeom>
              <a:rect b="b" l="l" r="r" t="t"/>
              <a:pathLst>
                <a:path extrusionOk="0" h="1465" w="2219">
                  <a:moveTo>
                    <a:pt x="481" y="0"/>
                  </a:moveTo>
                  <a:lnTo>
                    <a:pt x="293" y="42"/>
                  </a:lnTo>
                  <a:lnTo>
                    <a:pt x="230" y="147"/>
                  </a:lnTo>
                  <a:lnTo>
                    <a:pt x="230" y="209"/>
                  </a:lnTo>
                  <a:lnTo>
                    <a:pt x="189" y="314"/>
                  </a:lnTo>
                  <a:lnTo>
                    <a:pt x="230" y="398"/>
                  </a:lnTo>
                  <a:lnTo>
                    <a:pt x="189" y="523"/>
                  </a:lnTo>
                  <a:lnTo>
                    <a:pt x="105" y="586"/>
                  </a:lnTo>
                  <a:lnTo>
                    <a:pt x="84" y="607"/>
                  </a:lnTo>
                  <a:lnTo>
                    <a:pt x="126" y="733"/>
                  </a:lnTo>
                  <a:lnTo>
                    <a:pt x="126" y="837"/>
                  </a:lnTo>
                  <a:lnTo>
                    <a:pt x="126" y="900"/>
                  </a:lnTo>
                  <a:lnTo>
                    <a:pt x="0" y="1046"/>
                  </a:lnTo>
                  <a:lnTo>
                    <a:pt x="0" y="1109"/>
                  </a:lnTo>
                  <a:lnTo>
                    <a:pt x="63" y="1130"/>
                  </a:lnTo>
                  <a:lnTo>
                    <a:pt x="126" y="1256"/>
                  </a:lnTo>
                  <a:lnTo>
                    <a:pt x="84" y="1339"/>
                  </a:lnTo>
                  <a:lnTo>
                    <a:pt x="189" y="1402"/>
                  </a:lnTo>
                  <a:lnTo>
                    <a:pt x="230" y="1444"/>
                  </a:lnTo>
                  <a:lnTo>
                    <a:pt x="293" y="1465"/>
                  </a:lnTo>
                  <a:lnTo>
                    <a:pt x="377" y="1318"/>
                  </a:lnTo>
                  <a:lnTo>
                    <a:pt x="502" y="1130"/>
                  </a:lnTo>
                  <a:lnTo>
                    <a:pt x="502" y="1088"/>
                  </a:lnTo>
                  <a:lnTo>
                    <a:pt x="544" y="984"/>
                  </a:lnTo>
                  <a:lnTo>
                    <a:pt x="607" y="1046"/>
                  </a:lnTo>
                  <a:lnTo>
                    <a:pt x="691" y="1046"/>
                  </a:lnTo>
                  <a:lnTo>
                    <a:pt x="753" y="921"/>
                  </a:lnTo>
                  <a:lnTo>
                    <a:pt x="837" y="984"/>
                  </a:lnTo>
                  <a:lnTo>
                    <a:pt x="837" y="1088"/>
                  </a:lnTo>
                  <a:lnTo>
                    <a:pt x="921" y="1130"/>
                  </a:lnTo>
                  <a:lnTo>
                    <a:pt x="1067" y="1088"/>
                  </a:lnTo>
                  <a:lnTo>
                    <a:pt x="1235" y="942"/>
                  </a:lnTo>
                  <a:lnTo>
                    <a:pt x="1381" y="900"/>
                  </a:lnTo>
                  <a:lnTo>
                    <a:pt x="1569" y="921"/>
                  </a:lnTo>
                  <a:lnTo>
                    <a:pt x="1674" y="900"/>
                  </a:lnTo>
                  <a:lnTo>
                    <a:pt x="1758" y="942"/>
                  </a:lnTo>
                  <a:lnTo>
                    <a:pt x="1883" y="984"/>
                  </a:lnTo>
                  <a:lnTo>
                    <a:pt x="2072" y="1005"/>
                  </a:lnTo>
                  <a:lnTo>
                    <a:pt x="2093" y="921"/>
                  </a:lnTo>
                  <a:lnTo>
                    <a:pt x="2176" y="921"/>
                  </a:lnTo>
                  <a:lnTo>
                    <a:pt x="2218" y="816"/>
                  </a:lnTo>
                  <a:lnTo>
                    <a:pt x="2176" y="733"/>
                  </a:lnTo>
                  <a:lnTo>
                    <a:pt x="1946" y="607"/>
                  </a:lnTo>
                  <a:lnTo>
                    <a:pt x="1862" y="607"/>
                  </a:lnTo>
                  <a:lnTo>
                    <a:pt x="1695" y="565"/>
                  </a:lnTo>
                  <a:lnTo>
                    <a:pt x="1632" y="565"/>
                  </a:lnTo>
                  <a:lnTo>
                    <a:pt x="1465" y="502"/>
                  </a:lnTo>
                  <a:lnTo>
                    <a:pt x="1277" y="398"/>
                  </a:lnTo>
                  <a:lnTo>
                    <a:pt x="1172" y="398"/>
                  </a:lnTo>
                  <a:lnTo>
                    <a:pt x="1256" y="377"/>
                  </a:lnTo>
                  <a:lnTo>
                    <a:pt x="1423" y="419"/>
                  </a:lnTo>
                  <a:lnTo>
                    <a:pt x="1674" y="419"/>
                  </a:lnTo>
                  <a:lnTo>
                    <a:pt x="1779" y="398"/>
                  </a:lnTo>
                  <a:lnTo>
                    <a:pt x="1695" y="356"/>
                  </a:lnTo>
                  <a:lnTo>
                    <a:pt x="1632" y="356"/>
                  </a:lnTo>
                  <a:lnTo>
                    <a:pt x="1444" y="314"/>
                  </a:lnTo>
                  <a:lnTo>
                    <a:pt x="1360" y="147"/>
                  </a:lnTo>
                  <a:lnTo>
                    <a:pt x="1256" y="147"/>
                  </a:lnTo>
                  <a:lnTo>
                    <a:pt x="1214" y="168"/>
                  </a:lnTo>
                  <a:lnTo>
                    <a:pt x="1130" y="105"/>
                  </a:lnTo>
                  <a:lnTo>
                    <a:pt x="649" y="0"/>
                  </a:lnTo>
                  <a:lnTo>
                    <a:pt x="586" y="42"/>
                  </a:lnTo>
                  <a:lnTo>
                    <a:pt x="48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60"/>
            <p:cNvSpPr/>
            <p:nvPr/>
          </p:nvSpPr>
          <p:spPr>
            <a:xfrm>
              <a:off x="3408744" y="2329870"/>
              <a:ext cx="289769" cy="354333"/>
            </a:xfrm>
            <a:custGeom>
              <a:rect b="b" l="l" r="r" t="t"/>
              <a:pathLst>
                <a:path extrusionOk="0" h="31157" w="24335">
                  <a:moveTo>
                    <a:pt x="19167" y="16300"/>
                  </a:moveTo>
                  <a:lnTo>
                    <a:pt x="19161" y="16311"/>
                  </a:lnTo>
                  <a:lnTo>
                    <a:pt x="19167" y="16321"/>
                  </a:lnTo>
                  <a:lnTo>
                    <a:pt x="19167" y="16300"/>
                  </a:lnTo>
                  <a:close/>
                  <a:moveTo>
                    <a:pt x="16572" y="17849"/>
                  </a:moveTo>
                  <a:lnTo>
                    <a:pt x="16593" y="17870"/>
                  </a:lnTo>
                  <a:lnTo>
                    <a:pt x="16509" y="17870"/>
                  </a:lnTo>
                  <a:lnTo>
                    <a:pt x="16509" y="17849"/>
                  </a:lnTo>
                  <a:close/>
                  <a:moveTo>
                    <a:pt x="4771" y="22933"/>
                  </a:moveTo>
                  <a:lnTo>
                    <a:pt x="4813" y="22996"/>
                  </a:lnTo>
                  <a:lnTo>
                    <a:pt x="4792" y="23038"/>
                  </a:lnTo>
                  <a:lnTo>
                    <a:pt x="4750" y="23038"/>
                  </a:lnTo>
                  <a:lnTo>
                    <a:pt x="4688" y="23059"/>
                  </a:lnTo>
                  <a:lnTo>
                    <a:pt x="4709" y="23142"/>
                  </a:lnTo>
                  <a:lnTo>
                    <a:pt x="4792" y="23205"/>
                  </a:lnTo>
                  <a:lnTo>
                    <a:pt x="4960" y="23205"/>
                  </a:lnTo>
                  <a:lnTo>
                    <a:pt x="4981" y="23163"/>
                  </a:lnTo>
                  <a:lnTo>
                    <a:pt x="4960" y="23121"/>
                  </a:lnTo>
                  <a:lnTo>
                    <a:pt x="4960" y="23059"/>
                  </a:lnTo>
                  <a:lnTo>
                    <a:pt x="5001" y="23038"/>
                  </a:lnTo>
                  <a:lnTo>
                    <a:pt x="5127" y="23059"/>
                  </a:lnTo>
                  <a:lnTo>
                    <a:pt x="5169" y="23121"/>
                  </a:lnTo>
                  <a:lnTo>
                    <a:pt x="5106" y="23163"/>
                  </a:lnTo>
                  <a:lnTo>
                    <a:pt x="4960" y="23226"/>
                  </a:lnTo>
                  <a:lnTo>
                    <a:pt x="4750" y="23226"/>
                  </a:lnTo>
                  <a:lnTo>
                    <a:pt x="4750" y="23268"/>
                  </a:lnTo>
                  <a:lnTo>
                    <a:pt x="4855" y="23435"/>
                  </a:lnTo>
                  <a:lnTo>
                    <a:pt x="4981" y="23519"/>
                  </a:lnTo>
                  <a:lnTo>
                    <a:pt x="5064" y="23540"/>
                  </a:lnTo>
                  <a:lnTo>
                    <a:pt x="5085" y="23519"/>
                  </a:lnTo>
                  <a:lnTo>
                    <a:pt x="5190" y="23477"/>
                  </a:lnTo>
                  <a:lnTo>
                    <a:pt x="5211" y="23540"/>
                  </a:lnTo>
                  <a:lnTo>
                    <a:pt x="5190" y="23561"/>
                  </a:lnTo>
                  <a:lnTo>
                    <a:pt x="5127" y="23561"/>
                  </a:lnTo>
                  <a:lnTo>
                    <a:pt x="5064" y="23582"/>
                  </a:lnTo>
                  <a:lnTo>
                    <a:pt x="4897" y="23540"/>
                  </a:lnTo>
                  <a:lnTo>
                    <a:pt x="4771" y="23477"/>
                  </a:lnTo>
                  <a:lnTo>
                    <a:pt x="4646" y="23352"/>
                  </a:lnTo>
                  <a:lnTo>
                    <a:pt x="4541" y="23310"/>
                  </a:lnTo>
                  <a:lnTo>
                    <a:pt x="4436" y="23310"/>
                  </a:lnTo>
                  <a:lnTo>
                    <a:pt x="4332" y="23205"/>
                  </a:lnTo>
                  <a:lnTo>
                    <a:pt x="4185" y="23142"/>
                  </a:lnTo>
                  <a:lnTo>
                    <a:pt x="4164" y="23121"/>
                  </a:lnTo>
                  <a:lnTo>
                    <a:pt x="4081" y="23121"/>
                  </a:lnTo>
                  <a:lnTo>
                    <a:pt x="4018" y="23142"/>
                  </a:lnTo>
                  <a:lnTo>
                    <a:pt x="3913" y="23142"/>
                  </a:lnTo>
                  <a:lnTo>
                    <a:pt x="3892" y="23132"/>
                  </a:lnTo>
                  <a:lnTo>
                    <a:pt x="3892" y="23132"/>
                  </a:lnTo>
                  <a:lnTo>
                    <a:pt x="3913" y="23121"/>
                  </a:lnTo>
                  <a:lnTo>
                    <a:pt x="3976" y="23121"/>
                  </a:lnTo>
                  <a:lnTo>
                    <a:pt x="4123" y="23100"/>
                  </a:lnTo>
                  <a:lnTo>
                    <a:pt x="4164" y="23038"/>
                  </a:lnTo>
                  <a:lnTo>
                    <a:pt x="4185" y="23038"/>
                  </a:lnTo>
                  <a:lnTo>
                    <a:pt x="4185" y="23100"/>
                  </a:lnTo>
                  <a:lnTo>
                    <a:pt x="4248" y="23121"/>
                  </a:lnTo>
                  <a:lnTo>
                    <a:pt x="4332" y="23121"/>
                  </a:lnTo>
                  <a:lnTo>
                    <a:pt x="4436" y="23247"/>
                  </a:lnTo>
                  <a:lnTo>
                    <a:pt x="4478" y="23268"/>
                  </a:lnTo>
                  <a:lnTo>
                    <a:pt x="4562" y="23226"/>
                  </a:lnTo>
                  <a:lnTo>
                    <a:pt x="4604" y="23142"/>
                  </a:lnTo>
                  <a:lnTo>
                    <a:pt x="4604" y="23059"/>
                  </a:lnTo>
                  <a:lnTo>
                    <a:pt x="4583" y="23017"/>
                  </a:lnTo>
                  <a:lnTo>
                    <a:pt x="4583" y="22954"/>
                  </a:lnTo>
                  <a:lnTo>
                    <a:pt x="4688" y="22954"/>
                  </a:lnTo>
                  <a:lnTo>
                    <a:pt x="4709" y="22933"/>
                  </a:lnTo>
                  <a:close/>
                  <a:moveTo>
                    <a:pt x="4269" y="25193"/>
                  </a:moveTo>
                  <a:lnTo>
                    <a:pt x="4290" y="25277"/>
                  </a:lnTo>
                  <a:lnTo>
                    <a:pt x="4395" y="25297"/>
                  </a:lnTo>
                  <a:lnTo>
                    <a:pt x="4436" y="25339"/>
                  </a:lnTo>
                  <a:lnTo>
                    <a:pt x="4353" y="25339"/>
                  </a:lnTo>
                  <a:lnTo>
                    <a:pt x="4290" y="25318"/>
                  </a:lnTo>
                  <a:lnTo>
                    <a:pt x="4123" y="25318"/>
                  </a:lnTo>
                  <a:lnTo>
                    <a:pt x="4060" y="25381"/>
                  </a:lnTo>
                  <a:lnTo>
                    <a:pt x="4039" y="25318"/>
                  </a:lnTo>
                  <a:lnTo>
                    <a:pt x="3976" y="25339"/>
                  </a:lnTo>
                  <a:lnTo>
                    <a:pt x="3955" y="25444"/>
                  </a:lnTo>
                  <a:lnTo>
                    <a:pt x="3913" y="25486"/>
                  </a:lnTo>
                  <a:lnTo>
                    <a:pt x="3851" y="25528"/>
                  </a:lnTo>
                  <a:lnTo>
                    <a:pt x="3725" y="25549"/>
                  </a:lnTo>
                  <a:lnTo>
                    <a:pt x="3641" y="25611"/>
                  </a:lnTo>
                  <a:lnTo>
                    <a:pt x="3725" y="25528"/>
                  </a:lnTo>
                  <a:lnTo>
                    <a:pt x="3830" y="25507"/>
                  </a:lnTo>
                  <a:lnTo>
                    <a:pt x="3872" y="25444"/>
                  </a:lnTo>
                  <a:lnTo>
                    <a:pt x="3913" y="25381"/>
                  </a:lnTo>
                  <a:lnTo>
                    <a:pt x="3955" y="25318"/>
                  </a:lnTo>
                  <a:lnTo>
                    <a:pt x="4018" y="25318"/>
                  </a:lnTo>
                  <a:lnTo>
                    <a:pt x="4227" y="25193"/>
                  </a:lnTo>
                  <a:close/>
                  <a:moveTo>
                    <a:pt x="16614" y="1"/>
                  </a:moveTo>
                  <a:lnTo>
                    <a:pt x="16530" y="22"/>
                  </a:lnTo>
                  <a:lnTo>
                    <a:pt x="16489" y="84"/>
                  </a:lnTo>
                  <a:lnTo>
                    <a:pt x="16489" y="168"/>
                  </a:lnTo>
                  <a:lnTo>
                    <a:pt x="16509" y="273"/>
                  </a:lnTo>
                  <a:lnTo>
                    <a:pt x="16509" y="336"/>
                  </a:lnTo>
                  <a:lnTo>
                    <a:pt x="16468" y="398"/>
                  </a:lnTo>
                  <a:lnTo>
                    <a:pt x="16405" y="336"/>
                  </a:lnTo>
                  <a:lnTo>
                    <a:pt x="16384" y="210"/>
                  </a:lnTo>
                  <a:lnTo>
                    <a:pt x="16321" y="126"/>
                  </a:lnTo>
                  <a:lnTo>
                    <a:pt x="16279" y="126"/>
                  </a:lnTo>
                  <a:lnTo>
                    <a:pt x="16216" y="84"/>
                  </a:lnTo>
                  <a:lnTo>
                    <a:pt x="16175" y="64"/>
                  </a:lnTo>
                  <a:lnTo>
                    <a:pt x="16154" y="105"/>
                  </a:lnTo>
                  <a:lnTo>
                    <a:pt x="16112" y="210"/>
                  </a:lnTo>
                  <a:lnTo>
                    <a:pt x="16070" y="273"/>
                  </a:lnTo>
                  <a:lnTo>
                    <a:pt x="15986" y="231"/>
                  </a:lnTo>
                  <a:lnTo>
                    <a:pt x="15903" y="273"/>
                  </a:lnTo>
                  <a:lnTo>
                    <a:pt x="15882" y="377"/>
                  </a:lnTo>
                  <a:lnTo>
                    <a:pt x="15924" y="440"/>
                  </a:lnTo>
                  <a:lnTo>
                    <a:pt x="15965" y="503"/>
                  </a:lnTo>
                  <a:lnTo>
                    <a:pt x="15882" y="587"/>
                  </a:lnTo>
                  <a:lnTo>
                    <a:pt x="15777" y="712"/>
                  </a:lnTo>
                  <a:lnTo>
                    <a:pt x="15777" y="754"/>
                  </a:lnTo>
                  <a:lnTo>
                    <a:pt x="15861" y="796"/>
                  </a:lnTo>
                  <a:lnTo>
                    <a:pt x="15882" y="838"/>
                  </a:lnTo>
                  <a:lnTo>
                    <a:pt x="15840" y="901"/>
                  </a:lnTo>
                  <a:lnTo>
                    <a:pt x="15777" y="901"/>
                  </a:lnTo>
                  <a:lnTo>
                    <a:pt x="15631" y="817"/>
                  </a:lnTo>
                  <a:lnTo>
                    <a:pt x="15421" y="817"/>
                  </a:lnTo>
                  <a:lnTo>
                    <a:pt x="15380" y="963"/>
                  </a:lnTo>
                  <a:lnTo>
                    <a:pt x="15421" y="1131"/>
                  </a:lnTo>
                  <a:lnTo>
                    <a:pt x="15484" y="1277"/>
                  </a:lnTo>
                  <a:lnTo>
                    <a:pt x="15631" y="1340"/>
                  </a:lnTo>
                  <a:lnTo>
                    <a:pt x="15672" y="1382"/>
                  </a:lnTo>
                  <a:lnTo>
                    <a:pt x="15672" y="1445"/>
                  </a:lnTo>
                  <a:lnTo>
                    <a:pt x="15547" y="1403"/>
                  </a:lnTo>
                  <a:lnTo>
                    <a:pt x="15421" y="1340"/>
                  </a:lnTo>
                  <a:lnTo>
                    <a:pt x="15317" y="1152"/>
                  </a:lnTo>
                  <a:lnTo>
                    <a:pt x="15128" y="1026"/>
                  </a:lnTo>
                  <a:lnTo>
                    <a:pt x="15045" y="963"/>
                  </a:lnTo>
                  <a:lnTo>
                    <a:pt x="15024" y="1026"/>
                  </a:lnTo>
                  <a:lnTo>
                    <a:pt x="15045" y="1068"/>
                  </a:lnTo>
                  <a:lnTo>
                    <a:pt x="15045" y="1173"/>
                  </a:lnTo>
                  <a:lnTo>
                    <a:pt x="15066" y="1256"/>
                  </a:lnTo>
                  <a:lnTo>
                    <a:pt x="15128" y="1340"/>
                  </a:lnTo>
                  <a:lnTo>
                    <a:pt x="15128" y="1465"/>
                  </a:lnTo>
                  <a:lnTo>
                    <a:pt x="15045" y="1549"/>
                  </a:lnTo>
                  <a:lnTo>
                    <a:pt x="15045" y="1382"/>
                  </a:lnTo>
                  <a:lnTo>
                    <a:pt x="15003" y="1256"/>
                  </a:lnTo>
                  <a:lnTo>
                    <a:pt x="14919" y="1110"/>
                  </a:lnTo>
                  <a:lnTo>
                    <a:pt x="14919" y="1026"/>
                  </a:lnTo>
                  <a:lnTo>
                    <a:pt x="14836" y="921"/>
                  </a:lnTo>
                  <a:lnTo>
                    <a:pt x="14731" y="859"/>
                  </a:lnTo>
                  <a:lnTo>
                    <a:pt x="14647" y="984"/>
                  </a:lnTo>
                  <a:lnTo>
                    <a:pt x="14605" y="1068"/>
                  </a:lnTo>
                  <a:lnTo>
                    <a:pt x="14543" y="984"/>
                  </a:lnTo>
                  <a:lnTo>
                    <a:pt x="14605" y="921"/>
                  </a:lnTo>
                  <a:lnTo>
                    <a:pt x="14605" y="859"/>
                  </a:lnTo>
                  <a:lnTo>
                    <a:pt x="14522" y="817"/>
                  </a:lnTo>
                  <a:lnTo>
                    <a:pt x="14501" y="733"/>
                  </a:lnTo>
                  <a:lnTo>
                    <a:pt x="14480" y="691"/>
                  </a:lnTo>
                  <a:lnTo>
                    <a:pt x="14375" y="691"/>
                  </a:lnTo>
                  <a:lnTo>
                    <a:pt x="14292" y="733"/>
                  </a:lnTo>
                  <a:lnTo>
                    <a:pt x="14271" y="712"/>
                  </a:lnTo>
                  <a:lnTo>
                    <a:pt x="14292" y="628"/>
                  </a:lnTo>
                  <a:lnTo>
                    <a:pt x="14375" y="545"/>
                  </a:lnTo>
                  <a:lnTo>
                    <a:pt x="14271" y="566"/>
                  </a:lnTo>
                  <a:lnTo>
                    <a:pt x="14166" y="670"/>
                  </a:lnTo>
                  <a:lnTo>
                    <a:pt x="14124" y="754"/>
                  </a:lnTo>
                  <a:lnTo>
                    <a:pt x="14020" y="817"/>
                  </a:lnTo>
                  <a:lnTo>
                    <a:pt x="13957" y="838"/>
                  </a:lnTo>
                  <a:lnTo>
                    <a:pt x="13852" y="984"/>
                  </a:lnTo>
                  <a:lnTo>
                    <a:pt x="13810" y="984"/>
                  </a:lnTo>
                  <a:lnTo>
                    <a:pt x="13768" y="880"/>
                  </a:lnTo>
                  <a:lnTo>
                    <a:pt x="13685" y="817"/>
                  </a:lnTo>
                  <a:lnTo>
                    <a:pt x="13643" y="817"/>
                  </a:lnTo>
                  <a:lnTo>
                    <a:pt x="13601" y="880"/>
                  </a:lnTo>
                  <a:lnTo>
                    <a:pt x="13580" y="963"/>
                  </a:lnTo>
                  <a:lnTo>
                    <a:pt x="13601" y="1089"/>
                  </a:lnTo>
                  <a:lnTo>
                    <a:pt x="13768" y="1193"/>
                  </a:lnTo>
                  <a:lnTo>
                    <a:pt x="13768" y="1256"/>
                  </a:lnTo>
                  <a:lnTo>
                    <a:pt x="13685" y="1256"/>
                  </a:lnTo>
                  <a:lnTo>
                    <a:pt x="13643" y="1382"/>
                  </a:lnTo>
                  <a:lnTo>
                    <a:pt x="13643" y="1507"/>
                  </a:lnTo>
                  <a:lnTo>
                    <a:pt x="13768" y="1591"/>
                  </a:lnTo>
                  <a:lnTo>
                    <a:pt x="13852" y="1570"/>
                  </a:lnTo>
                  <a:lnTo>
                    <a:pt x="13915" y="1507"/>
                  </a:lnTo>
                  <a:lnTo>
                    <a:pt x="14103" y="1507"/>
                  </a:lnTo>
                  <a:lnTo>
                    <a:pt x="14229" y="1675"/>
                  </a:lnTo>
                  <a:lnTo>
                    <a:pt x="14333" y="1717"/>
                  </a:lnTo>
                  <a:lnTo>
                    <a:pt x="14396" y="1800"/>
                  </a:lnTo>
                  <a:lnTo>
                    <a:pt x="14375" y="1863"/>
                  </a:lnTo>
                  <a:lnTo>
                    <a:pt x="14375" y="1926"/>
                  </a:lnTo>
                  <a:lnTo>
                    <a:pt x="14396" y="2072"/>
                  </a:lnTo>
                  <a:lnTo>
                    <a:pt x="14333" y="2219"/>
                  </a:lnTo>
                  <a:lnTo>
                    <a:pt x="14333" y="2302"/>
                  </a:lnTo>
                  <a:lnTo>
                    <a:pt x="14417" y="2407"/>
                  </a:lnTo>
                  <a:lnTo>
                    <a:pt x="14417" y="2533"/>
                  </a:lnTo>
                  <a:lnTo>
                    <a:pt x="14438" y="2616"/>
                  </a:lnTo>
                  <a:lnTo>
                    <a:pt x="14543" y="2700"/>
                  </a:lnTo>
                  <a:lnTo>
                    <a:pt x="14626" y="2700"/>
                  </a:lnTo>
                  <a:lnTo>
                    <a:pt x="14710" y="2784"/>
                  </a:lnTo>
                  <a:lnTo>
                    <a:pt x="14836" y="2846"/>
                  </a:lnTo>
                  <a:lnTo>
                    <a:pt x="14836" y="2909"/>
                  </a:lnTo>
                  <a:lnTo>
                    <a:pt x="14856" y="2993"/>
                  </a:lnTo>
                  <a:lnTo>
                    <a:pt x="14731" y="2888"/>
                  </a:lnTo>
                  <a:lnTo>
                    <a:pt x="14584" y="2805"/>
                  </a:lnTo>
                  <a:lnTo>
                    <a:pt x="14417" y="2805"/>
                  </a:lnTo>
                  <a:lnTo>
                    <a:pt x="14333" y="2742"/>
                  </a:lnTo>
                  <a:lnTo>
                    <a:pt x="14312" y="2679"/>
                  </a:lnTo>
                  <a:lnTo>
                    <a:pt x="14312" y="2533"/>
                  </a:lnTo>
                  <a:lnTo>
                    <a:pt x="14271" y="2323"/>
                  </a:lnTo>
                  <a:lnTo>
                    <a:pt x="14312" y="2219"/>
                  </a:lnTo>
                  <a:lnTo>
                    <a:pt x="14312" y="2114"/>
                  </a:lnTo>
                  <a:lnTo>
                    <a:pt x="14208" y="2009"/>
                  </a:lnTo>
                  <a:lnTo>
                    <a:pt x="14208" y="1926"/>
                  </a:lnTo>
                  <a:lnTo>
                    <a:pt x="14166" y="1779"/>
                  </a:lnTo>
                  <a:lnTo>
                    <a:pt x="14103" y="1737"/>
                  </a:lnTo>
                  <a:lnTo>
                    <a:pt x="14020" y="1696"/>
                  </a:lnTo>
                  <a:lnTo>
                    <a:pt x="13957" y="1654"/>
                  </a:lnTo>
                  <a:lnTo>
                    <a:pt x="13852" y="1633"/>
                  </a:lnTo>
                  <a:lnTo>
                    <a:pt x="13748" y="1675"/>
                  </a:lnTo>
                  <a:lnTo>
                    <a:pt x="13601" y="1696"/>
                  </a:lnTo>
                  <a:lnTo>
                    <a:pt x="13538" y="1675"/>
                  </a:lnTo>
                  <a:lnTo>
                    <a:pt x="13476" y="1675"/>
                  </a:lnTo>
                  <a:lnTo>
                    <a:pt x="13434" y="1863"/>
                  </a:lnTo>
                  <a:lnTo>
                    <a:pt x="13476" y="1905"/>
                  </a:lnTo>
                  <a:lnTo>
                    <a:pt x="13476" y="2009"/>
                  </a:lnTo>
                  <a:lnTo>
                    <a:pt x="13434" y="2072"/>
                  </a:lnTo>
                  <a:lnTo>
                    <a:pt x="13266" y="1989"/>
                  </a:lnTo>
                  <a:lnTo>
                    <a:pt x="13078" y="1779"/>
                  </a:lnTo>
                  <a:lnTo>
                    <a:pt x="13036" y="1779"/>
                  </a:lnTo>
                  <a:lnTo>
                    <a:pt x="12973" y="1821"/>
                  </a:lnTo>
                  <a:lnTo>
                    <a:pt x="12931" y="1821"/>
                  </a:lnTo>
                  <a:lnTo>
                    <a:pt x="12869" y="1758"/>
                  </a:lnTo>
                  <a:lnTo>
                    <a:pt x="12701" y="1717"/>
                  </a:lnTo>
                  <a:lnTo>
                    <a:pt x="12639" y="1779"/>
                  </a:lnTo>
                  <a:lnTo>
                    <a:pt x="12639" y="1884"/>
                  </a:lnTo>
                  <a:lnTo>
                    <a:pt x="12701" y="2009"/>
                  </a:lnTo>
                  <a:lnTo>
                    <a:pt x="12639" y="2093"/>
                  </a:lnTo>
                  <a:lnTo>
                    <a:pt x="12701" y="2198"/>
                  </a:lnTo>
                  <a:lnTo>
                    <a:pt x="12743" y="2344"/>
                  </a:lnTo>
                  <a:lnTo>
                    <a:pt x="12722" y="2491"/>
                  </a:lnTo>
                  <a:lnTo>
                    <a:pt x="12743" y="2533"/>
                  </a:lnTo>
                  <a:lnTo>
                    <a:pt x="12764" y="2700"/>
                  </a:lnTo>
                  <a:lnTo>
                    <a:pt x="12743" y="2742"/>
                  </a:lnTo>
                  <a:lnTo>
                    <a:pt x="12743" y="2846"/>
                  </a:lnTo>
                  <a:lnTo>
                    <a:pt x="12827" y="3014"/>
                  </a:lnTo>
                  <a:lnTo>
                    <a:pt x="12848" y="3118"/>
                  </a:lnTo>
                  <a:lnTo>
                    <a:pt x="12827" y="3265"/>
                  </a:lnTo>
                  <a:lnTo>
                    <a:pt x="12827" y="3349"/>
                  </a:lnTo>
                  <a:lnTo>
                    <a:pt x="12911" y="3453"/>
                  </a:lnTo>
                  <a:lnTo>
                    <a:pt x="12931" y="3579"/>
                  </a:lnTo>
                  <a:lnTo>
                    <a:pt x="12931" y="3662"/>
                  </a:lnTo>
                  <a:lnTo>
                    <a:pt x="13057" y="3767"/>
                  </a:lnTo>
                  <a:lnTo>
                    <a:pt x="13120" y="3851"/>
                  </a:lnTo>
                  <a:lnTo>
                    <a:pt x="13120" y="3955"/>
                  </a:lnTo>
                  <a:lnTo>
                    <a:pt x="13162" y="3997"/>
                  </a:lnTo>
                  <a:lnTo>
                    <a:pt x="13245" y="3997"/>
                  </a:lnTo>
                  <a:lnTo>
                    <a:pt x="13245" y="4060"/>
                  </a:lnTo>
                  <a:lnTo>
                    <a:pt x="13266" y="4123"/>
                  </a:lnTo>
                  <a:lnTo>
                    <a:pt x="13371" y="4186"/>
                  </a:lnTo>
                  <a:lnTo>
                    <a:pt x="13392" y="4206"/>
                  </a:lnTo>
                  <a:lnTo>
                    <a:pt x="13371" y="4227"/>
                  </a:lnTo>
                  <a:lnTo>
                    <a:pt x="13266" y="4227"/>
                  </a:lnTo>
                  <a:lnTo>
                    <a:pt x="13224" y="4206"/>
                  </a:lnTo>
                  <a:lnTo>
                    <a:pt x="13141" y="4206"/>
                  </a:lnTo>
                  <a:lnTo>
                    <a:pt x="13078" y="4165"/>
                  </a:lnTo>
                  <a:lnTo>
                    <a:pt x="13078" y="4081"/>
                  </a:lnTo>
                  <a:lnTo>
                    <a:pt x="13057" y="4018"/>
                  </a:lnTo>
                  <a:lnTo>
                    <a:pt x="12973" y="3997"/>
                  </a:lnTo>
                  <a:lnTo>
                    <a:pt x="12911" y="4018"/>
                  </a:lnTo>
                  <a:lnTo>
                    <a:pt x="12848" y="4018"/>
                  </a:lnTo>
                  <a:lnTo>
                    <a:pt x="12827" y="3976"/>
                  </a:lnTo>
                  <a:lnTo>
                    <a:pt x="12827" y="3872"/>
                  </a:lnTo>
                  <a:lnTo>
                    <a:pt x="12806" y="3851"/>
                  </a:lnTo>
                  <a:lnTo>
                    <a:pt x="12743" y="3893"/>
                  </a:lnTo>
                  <a:lnTo>
                    <a:pt x="12659" y="4060"/>
                  </a:lnTo>
                  <a:lnTo>
                    <a:pt x="12534" y="4102"/>
                  </a:lnTo>
                  <a:lnTo>
                    <a:pt x="12450" y="4102"/>
                  </a:lnTo>
                  <a:lnTo>
                    <a:pt x="12325" y="3997"/>
                  </a:lnTo>
                  <a:lnTo>
                    <a:pt x="12220" y="3997"/>
                  </a:lnTo>
                  <a:lnTo>
                    <a:pt x="12178" y="3914"/>
                  </a:lnTo>
                  <a:lnTo>
                    <a:pt x="12178" y="3809"/>
                  </a:lnTo>
                  <a:lnTo>
                    <a:pt x="12199" y="3683"/>
                  </a:lnTo>
                  <a:lnTo>
                    <a:pt x="12115" y="3495"/>
                  </a:lnTo>
                  <a:lnTo>
                    <a:pt x="12074" y="3453"/>
                  </a:lnTo>
                  <a:lnTo>
                    <a:pt x="12032" y="3328"/>
                  </a:lnTo>
                  <a:lnTo>
                    <a:pt x="12032" y="3244"/>
                  </a:lnTo>
                  <a:lnTo>
                    <a:pt x="12095" y="3181"/>
                  </a:lnTo>
                  <a:lnTo>
                    <a:pt x="12115" y="3139"/>
                  </a:lnTo>
                  <a:lnTo>
                    <a:pt x="12095" y="2867"/>
                  </a:lnTo>
                  <a:lnTo>
                    <a:pt x="12011" y="2742"/>
                  </a:lnTo>
                  <a:lnTo>
                    <a:pt x="11906" y="2595"/>
                  </a:lnTo>
                  <a:lnTo>
                    <a:pt x="11906" y="2491"/>
                  </a:lnTo>
                  <a:lnTo>
                    <a:pt x="11802" y="2240"/>
                  </a:lnTo>
                  <a:lnTo>
                    <a:pt x="11760" y="2135"/>
                  </a:lnTo>
                  <a:lnTo>
                    <a:pt x="11676" y="2093"/>
                  </a:lnTo>
                  <a:lnTo>
                    <a:pt x="11655" y="2009"/>
                  </a:lnTo>
                  <a:lnTo>
                    <a:pt x="11571" y="1989"/>
                  </a:lnTo>
                  <a:lnTo>
                    <a:pt x="11467" y="1968"/>
                  </a:lnTo>
                  <a:lnTo>
                    <a:pt x="11383" y="1905"/>
                  </a:lnTo>
                  <a:lnTo>
                    <a:pt x="11279" y="1926"/>
                  </a:lnTo>
                  <a:lnTo>
                    <a:pt x="11237" y="1989"/>
                  </a:lnTo>
                  <a:lnTo>
                    <a:pt x="11237" y="2114"/>
                  </a:lnTo>
                  <a:lnTo>
                    <a:pt x="11195" y="2177"/>
                  </a:lnTo>
                  <a:lnTo>
                    <a:pt x="11237" y="2240"/>
                  </a:lnTo>
                  <a:lnTo>
                    <a:pt x="11195" y="2323"/>
                  </a:lnTo>
                  <a:lnTo>
                    <a:pt x="11132" y="2533"/>
                  </a:lnTo>
                  <a:lnTo>
                    <a:pt x="11132" y="2658"/>
                  </a:lnTo>
                  <a:lnTo>
                    <a:pt x="11153" y="2825"/>
                  </a:lnTo>
                  <a:lnTo>
                    <a:pt x="11195" y="2867"/>
                  </a:lnTo>
                  <a:lnTo>
                    <a:pt x="11174" y="3035"/>
                  </a:lnTo>
                  <a:lnTo>
                    <a:pt x="11132" y="3181"/>
                  </a:lnTo>
                  <a:lnTo>
                    <a:pt x="11153" y="3286"/>
                  </a:lnTo>
                  <a:lnTo>
                    <a:pt x="11153" y="3495"/>
                  </a:lnTo>
                  <a:lnTo>
                    <a:pt x="11090" y="3537"/>
                  </a:lnTo>
                  <a:lnTo>
                    <a:pt x="11048" y="3474"/>
                  </a:lnTo>
                  <a:lnTo>
                    <a:pt x="10986" y="3453"/>
                  </a:lnTo>
                  <a:lnTo>
                    <a:pt x="10944" y="3495"/>
                  </a:lnTo>
                  <a:lnTo>
                    <a:pt x="10860" y="3474"/>
                  </a:lnTo>
                  <a:lnTo>
                    <a:pt x="10839" y="3453"/>
                  </a:lnTo>
                  <a:lnTo>
                    <a:pt x="10755" y="3432"/>
                  </a:lnTo>
                  <a:lnTo>
                    <a:pt x="10630" y="3390"/>
                  </a:lnTo>
                  <a:lnTo>
                    <a:pt x="10546" y="3328"/>
                  </a:lnTo>
                  <a:lnTo>
                    <a:pt x="10504" y="3328"/>
                  </a:lnTo>
                  <a:lnTo>
                    <a:pt x="10462" y="3349"/>
                  </a:lnTo>
                  <a:lnTo>
                    <a:pt x="10504" y="3432"/>
                  </a:lnTo>
                  <a:lnTo>
                    <a:pt x="10567" y="3495"/>
                  </a:lnTo>
                  <a:lnTo>
                    <a:pt x="10567" y="3558"/>
                  </a:lnTo>
                  <a:lnTo>
                    <a:pt x="10546" y="3600"/>
                  </a:lnTo>
                  <a:lnTo>
                    <a:pt x="10525" y="3662"/>
                  </a:lnTo>
                  <a:lnTo>
                    <a:pt x="10462" y="3662"/>
                  </a:lnTo>
                  <a:lnTo>
                    <a:pt x="10442" y="3641"/>
                  </a:lnTo>
                  <a:lnTo>
                    <a:pt x="10358" y="3641"/>
                  </a:lnTo>
                  <a:lnTo>
                    <a:pt x="10316" y="3579"/>
                  </a:lnTo>
                  <a:lnTo>
                    <a:pt x="10316" y="3432"/>
                  </a:lnTo>
                  <a:lnTo>
                    <a:pt x="10232" y="3286"/>
                  </a:lnTo>
                  <a:lnTo>
                    <a:pt x="10211" y="3160"/>
                  </a:lnTo>
                  <a:lnTo>
                    <a:pt x="10190" y="3056"/>
                  </a:lnTo>
                  <a:lnTo>
                    <a:pt x="10107" y="2972"/>
                  </a:lnTo>
                  <a:lnTo>
                    <a:pt x="10107" y="2909"/>
                  </a:lnTo>
                  <a:lnTo>
                    <a:pt x="10044" y="2825"/>
                  </a:lnTo>
                  <a:lnTo>
                    <a:pt x="9981" y="2909"/>
                  </a:lnTo>
                  <a:lnTo>
                    <a:pt x="10023" y="2993"/>
                  </a:lnTo>
                  <a:lnTo>
                    <a:pt x="9981" y="3035"/>
                  </a:lnTo>
                  <a:lnTo>
                    <a:pt x="9981" y="3118"/>
                  </a:lnTo>
                  <a:lnTo>
                    <a:pt x="9939" y="3202"/>
                  </a:lnTo>
                  <a:lnTo>
                    <a:pt x="9898" y="3244"/>
                  </a:lnTo>
                  <a:lnTo>
                    <a:pt x="9814" y="3265"/>
                  </a:lnTo>
                  <a:lnTo>
                    <a:pt x="9772" y="3369"/>
                  </a:lnTo>
                  <a:lnTo>
                    <a:pt x="9667" y="3537"/>
                  </a:lnTo>
                  <a:lnTo>
                    <a:pt x="9584" y="3621"/>
                  </a:lnTo>
                  <a:lnTo>
                    <a:pt x="9584" y="3662"/>
                  </a:lnTo>
                  <a:lnTo>
                    <a:pt x="9521" y="3725"/>
                  </a:lnTo>
                  <a:lnTo>
                    <a:pt x="9458" y="3851"/>
                  </a:lnTo>
                  <a:lnTo>
                    <a:pt x="9395" y="3851"/>
                  </a:lnTo>
                  <a:lnTo>
                    <a:pt x="9374" y="3788"/>
                  </a:lnTo>
                  <a:lnTo>
                    <a:pt x="9395" y="3683"/>
                  </a:lnTo>
                  <a:lnTo>
                    <a:pt x="9479" y="3579"/>
                  </a:lnTo>
                  <a:lnTo>
                    <a:pt x="9500" y="3474"/>
                  </a:lnTo>
                  <a:lnTo>
                    <a:pt x="9563" y="3432"/>
                  </a:lnTo>
                  <a:lnTo>
                    <a:pt x="9667" y="3369"/>
                  </a:lnTo>
                  <a:lnTo>
                    <a:pt x="9709" y="3244"/>
                  </a:lnTo>
                  <a:lnTo>
                    <a:pt x="9793" y="3160"/>
                  </a:lnTo>
                  <a:lnTo>
                    <a:pt x="9814" y="3077"/>
                  </a:lnTo>
                  <a:lnTo>
                    <a:pt x="9814" y="3035"/>
                  </a:lnTo>
                  <a:lnTo>
                    <a:pt x="9772" y="2993"/>
                  </a:lnTo>
                  <a:lnTo>
                    <a:pt x="9793" y="2930"/>
                  </a:lnTo>
                  <a:lnTo>
                    <a:pt x="9877" y="2909"/>
                  </a:lnTo>
                  <a:lnTo>
                    <a:pt x="9898" y="2825"/>
                  </a:lnTo>
                  <a:lnTo>
                    <a:pt x="9898" y="2742"/>
                  </a:lnTo>
                  <a:lnTo>
                    <a:pt x="9939" y="2637"/>
                  </a:lnTo>
                  <a:lnTo>
                    <a:pt x="10023" y="2470"/>
                  </a:lnTo>
                  <a:lnTo>
                    <a:pt x="10023" y="2365"/>
                  </a:lnTo>
                  <a:lnTo>
                    <a:pt x="10086" y="2198"/>
                  </a:lnTo>
                  <a:lnTo>
                    <a:pt x="10107" y="1947"/>
                  </a:lnTo>
                  <a:lnTo>
                    <a:pt x="10086" y="1863"/>
                  </a:lnTo>
                  <a:lnTo>
                    <a:pt x="9918" y="1842"/>
                  </a:lnTo>
                  <a:lnTo>
                    <a:pt x="9814" y="1863"/>
                  </a:lnTo>
                  <a:lnTo>
                    <a:pt x="9709" y="1947"/>
                  </a:lnTo>
                  <a:lnTo>
                    <a:pt x="9605" y="1884"/>
                  </a:lnTo>
                  <a:lnTo>
                    <a:pt x="9521" y="1863"/>
                  </a:lnTo>
                  <a:lnTo>
                    <a:pt x="9479" y="1884"/>
                  </a:lnTo>
                  <a:lnTo>
                    <a:pt x="9500" y="1968"/>
                  </a:lnTo>
                  <a:lnTo>
                    <a:pt x="9584" y="2051"/>
                  </a:lnTo>
                  <a:lnTo>
                    <a:pt x="9584" y="2198"/>
                  </a:lnTo>
                  <a:lnTo>
                    <a:pt x="9563" y="2281"/>
                  </a:lnTo>
                  <a:lnTo>
                    <a:pt x="9500" y="2219"/>
                  </a:lnTo>
                  <a:lnTo>
                    <a:pt x="9479" y="2093"/>
                  </a:lnTo>
                  <a:lnTo>
                    <a:pt x="9395" y="2009"/>
                  </a:lnTo>
                  <a:lnTo>
                    <a:pt x="9312" y="1989"/>
                  </a:lnTo>
                  <a:lnTo>
                    <a:pt x="9165" y="2114"/>
                  </a:lnTo>
                  <a:lnTo>
                    <a:pt x="9165" y="2219"/>
                  </a:lnTo>
                  <a:lnTo>
                    <a:pt x="9207" y="2302"/>
                  </a:lnTo>
                  <a:lnTo>
                    <a:pt x="9165" y="2386"/>
                  </a:lnTo>
                  <a:lnTo>
                    <a:pt x="9061" y="2386"/>
                  </a:lnTo>
                  <a:lnTo>
                    <a:pt x="9061" y="2323"/>
                  </a:lnTo>
                  <a:lnTo>
                    <a:pt x="9061" y="2219"/>
                  </a:lnTo>
                  <a:lnTo>
                    <a:pt x="9040" y="2114"/>
                  </a:lnTo>
                  <a:lnTo>
                    <a:pt x="8956" y="2072"/>
                  </a:lnTo>
                  <a:lnTo>
                    <a:pt x="8747" y="2072"/>
                  </a:lnTo>
                  <a:lnTo>
                    <a:pt x="8538" y="2156"/>
                  </a:lnTo>
                  <a:lnTo>
                    <a:pt x="8307" y="2156"/>
                  </a:lnTo>
                  <a:lnTo>
                    <a:pt x="8140" y="2093"/>
                  </a:lnTo>
                  <a:lnTo>
                    <a:pt x="8056" y="2093"/>
                  </a:lnTo>
                  <a:lnTo>
                    <a:pt x="7994" y="2114"/>
                  </a:lnTo>
                  <a:lnTo>
                    <a:pt x="7910" y="2093"/>
                  </a:lnTo>
                  <a:lnTo>
                    <a:pt x="7805" y="2093"/>
                  </a:lnTo>
                  <a:lnTo>
                    <a:pt x="7701" y="2177"/>
                  </a:lnTo>
                  <a:lnTo>
                    <a:pt x="7680" y="2219"/>
                  </a:lnTo>
                  <a:lnTo>
                    <a:pt x="7722" y="2302"/>
                  </a:lnTo>
                  <a:lnTo>
                    <a:pt x="7722" y="2386"/>
                  </a:lnTo>
                  <a:lnTo>
                    <a:pt x="7784" y="2491"/>
                  </a:lnTo>
                  <a:lnTo>
                    <a:pt x="7805" y="2533"/>
                  </a:lnTo>
                  <a:lnTo>
                    <a:pt x="7784" y="2616"/>
                  </a:lnTo>
                  <a:lnTo>
                    <a:pt x="7722" y="2784"/>
                  </a:lnTo>
                  <a:lnTo>
                    <a:pt x="7742" y="2930"/>
                  </a:lnTo>
                  <a:lnTo>
                    <a:pt x="7889" y="3118"/>
                  </a:lnTo>
                  <a:lnTo>
                    <a:pt x="7889" y="3223"/>
                  </a:lnTo>
                  <a:lnTo>
                    <a:pt x="7910" y="3432"/>
                  </a:lnTo>
                  <a:lnTo>
                    <a:pt x="7889" y="3453"/>
                  </a:lnTo>
                  <a:lnTo>
                    <a:pt x="7826" y="3411"/>
                  </a:lnTo>
                  <a:lnTo>
                    <a:pt x="7784" y="3307"/>
                  </a:lnTo>
                  <a:lnTo>
                    <a:pt x="7638" y="3160"/>
                  </a:lnTo>
                  <a:lnTo>
                    <a:pt x="7596" y="3118"/>
                  </a:lnTo>
                  <a:lnTo>
                    <a:pt x="7596" y="2909"/>
                  </a:lnTo>
                  <a:lnTo>
                    <a:pt x="7617" y="2700"/>
                  </a:lnTo>
                  <a:lnTo>
                    <a:pt x="7617" y="2595"/>
                  </a:lnTo>
                  <a:lnTo>
                    <a:pt x="7512" y="2428"/>
                  </a:lnTo>
                  <a:lnTo>
                    <a:pt x="7512" y="2323"/>
                  </a:lnTo>
                  <a:lnTo>
                    <a:pt x="7491" y="2281"/>
                  </a:lnTo>
                  <a:lnTo>
                    <a:pt x="7429" y="2261"/>
                  </a:lnTo>
                  <a:lnTo>
                    <a:pt x="7303" y="2302"/>
                  </a:lnTo>
                  <a:lnTo>
                    <a:pt x="7177" y="2386"/>
                  </a:lnTo>
                  <a:lnTo>
                    <a:pt x="7010" y="2407"/>
                  </a:lnTo>
                  <a:lnTo>
                    <a:pt x="6947" y="2470"/>
                  </a:lnTo>
                  <a:lnTo>
                    <a:pt x="6905" y="2595"/>
                  </a:lnTo>
                  <a:lnTo>
                    <a:pt x="6947" y="2700"/>
                  </a:lnTo>
                  <a:lnTo>
                    <a:pt x="6905" y="2825"/>
                  </a:lnTo>
                  <a:lnTo>
                    <a:pt x="6843" y="2930"/>
                  </a:lnTo>
                  <a:lnTo>
                    <a:pt x="6801" y="2993"/>
                  </a:lnTo>
                  <a:lnTo>
                    <a:pt x="6843" y="3035"/>
                  </a:lnTo>
                  <a:lnTo>
                    <a:pt x="6885" y="3035"/>
                  </a:lnTo>
                  <a:lnTo>
                    <a:pt x="6947" y="3056"/>
                  </a:lnTo>
                  <a:lnTo>
                    <a:pt x="6947" y="3202"/>
                  </a:lnTo>
                  <a:lnTo>
                    <a:pt x="6885" y="3307"/>
                  </a:lnTo>
                  <a:lnTo>
                    <a:pt x="6738" y="3411"/>
                  </a:lnTo>
                  <a:lnTo>
                    <a:pt x="6633" y="3411"/>
                  </a:lnTo>
                  <a:lnTo>
                    <a:pt x="6592" y="3453"/>
                  </a:lnTo>
                  <a:lnTo>
                    <a:pt x="6571" y="3558"/>
                  </a:lnTo>
                  <a:lnTo>
                    <a:pt x="6529" y="3621"/>
                  </a:lnTo>
                  <a:lnTo>
                    <a:pt x="6487" y="3683"/>
                  </a:lnTo>
                  <a:lnTo>
                    <a:pt x="6529" y="3767"/>
                  </a:lnTo>
                  <a:lnTo>
                    <a:pt x="6487" y="3830"/>
                  </a:lnTo>
                  <a:lnTo>
                    <a:pt x="6424" y="3830"/>
                  </a:lnTo>
                  <a:lnTo>
                    <a:pt x="6382" y="3851"/>
                  </a:lnTo>
                  <a:lnTo>
                    <a:pt x="6236" y="3872"/>
                  </a:lnTo>
                  <a:lnTo>
                    <a:pt x="6131" y="3830"/>
                  </a:lnTo>
                  <a:lnTo>
                    <a:pt x="6089" y="3767"/>
                  </a:lnTo>
                  <a:lnTo>
                    <a:pt x="6089" y="3683"/>
                  </a:lnTo>
                  <a:lnTo>
                    <a:pt x="6048" y="3662"/>
                  </a:lnTo>
                  <a:lnTo>
                    <a:pt x="5985" y="3662"/>
                  </a:lnTo>
                  <a:lnTo>
                    <a:pt x="5964" y="3621"/>
                  </a:lnTo>
                  <a:lnTo>
                    <a:pt x="5943" y="3537"/>
                  </a:lnTo>
                  <a:lnTo>
                    <a:pt x="5838" y="3537"/>
                  </a:lnTo>
                  <a:lnTo>
                    <a:pt x="5797" y="3579"/>
                  </a:lnTo>
                  <a:lnTo>
                    <a:pt x="5755" y="3641"/>
                  </a:lnTo>
                  <a:lnTo>
                    <a:pt x="5671" y="3641"/>
                  </a:lnTo>
                  <a:lnTo>
                    <a:pt x="5629" y="3662"/>
                  </a:lnTo>
                  <a:lnTo>
                    <a:pt x="5629" y="3830"/>
                  </a:lnTo>
                  <a:lnTo>
                    <a:pt x="5608" y="3893"/>
                  </a:lnTo>
                  <a:lnTo>
                    <a:pt x="5608" y="3997"/>
                  </a:lnTo>
                  <a:lnTo>
                    <a:pt x="5650" y="4165"/>
                  </a:lnTo>
                  <a:lnTo>
                    <a:pt x="5629" y="4353"/>
                  </a:lnTo>
                  <a:lnTo>
                    <a:pt x="5566" y="4416"/>
                  </a:lnTo>
                  <a:lnTo>
                    <a:pt x="5525" y="4416"/>
                  </a:lnTo>
                  <a:lnTo>
                    <a:pt x="5545" y="4206"/>
                  </a:lnTo>
                  <a:lnTo>
                    <a:pt x="5545" y="4060"/>
                  </a:lnTo>
                  <a:lnTo>
                    <a:pt x="5525" y="3976"/>
                  </a:lnTo>
                  <a:lnTo>
                    <a:pt x="5525" y="3767"/>
                  </a:lnTo>
                  <a:lnTo>
                    <a:pt x="5504" y="3662"/>
                  </a:lnTo>
                  <a:lnTo>
                    <a:pt x="5462" y="3641"/>
                  </a:lnTo>
                  <a:lnTo>
                    <a:pt x="5420" y="3662"/>
                  </a:lnTo>
                  <a:lnTo>
                    <a:pt x="5336" y="3662"/>
                  </a:lnTo>
                  <a:lnTo>
                    <a:pt x="5253" y="3767"/>
                  </a:lnTo>
                  <a:lnTo>
                    <a:pt x="5190" y="3788"/>
                  </a:lnTo>
                  <a:lnTo>
                    <a:pt x="5085" y="3872"/>
                  </a:lnTo>
                  <a:lnTo>
                    <a:pt x="5043" y="3955"/>
                  </a:lnTo>
                  <a:lnTo>
                    <a:pt x="5043" y="4039"/>
                  </a:lnTo>
                  <a:lnTo>
                    <a:pt x="4918" y="4186"/>
                  </a:lnTo>
                  <a:lnTo>
                    <a:pt x="4876" y="4206"/>
                  </a:lnTo>
                  <a:lnTo>
                    <a:pt x="4834" y="4165"/>
                  </a:lnTo>
                  <a:lnTo>
                    <a:pt x="4729" y="4165"/>
                  </a:lnTo>
                  <a:lnTo>
                    <a:pt x="4688" y="4186"/>
                  </a:lnTo>
                  <a:lnTo>
                    <a:pt x="4688" y="4248"/>
                  </a:lnTo>
                  <a:lnTo>
                    <a:pt x="4771" y="4269"/>
                  </a:lnTo>
                  <a:lnTo>
                    <a:pt x="4792" y="4290"/>
                  </a:lnTo>
                  <a:lnTo>
                    <a:pt x="4709" y="4311"/>
                  </a:lnTo>
                  <a:lnTo>
                    <a:pt x="4562" y="4311"/>
                  </a:lnTo>
                  <a:lnTo>
                    <a:pt x="4478" y="4353"/>
                  </a:lnTo>
                  <a:lnTo>
                    <a:pt x="4416" y="4416"/>
                  </a:lnTo>
                  <a:lnTo>
                    <a:pt x="4248" y="4478"/>
                  </a:lnTo>
                  <a:lnTo>
                    <a:pt x="4248" y="4520"/>
                  </a:lnTo>
                  <a:lnTo>
                    <a:pt x="4185" y="4583"/>
                  </a:lnTo>
                  <a:lnTo>
                    <a:pt x="4081" y="4625"/>
                  </a:lnTo>
                  <a:lnTo>
                    <a:pt x="3997" y="4625"/>
                  </a:lnTo>
                  <a:lnTo>
                    <a:pt x="3976" y="4688"/>
                  </a:lnTo>
                  <a:lnTo>
                    <a:pt x="3976" y="4771"/>
                  </a:lnTo>
                  <a:lnTo>
                    <a:pt x="4039" y="4813"/>
                  </a:lnTo>
                  <a:lnTo>
                    <a:pt x="3997" y="4876"/>
                  </a:lnTo>
                  <a:lnTo>
                    <a:pt x="3955" y="4897"/>
                  </a:lnTo>
                  <a:lnTo>
                    <a:pt x="3892" y="4939"/>
                  </a:lnTo>
                  <a:lnTo>
                    <a:pt x="3851" y="5022"/>
                  </a:lnTo>
                  <a:lnTo>
                    <a:pt x="3767" y="5043"/>
                  </a:lnTo>
                  <a:lnTo>
                    <a:pt x="3746" y="5127"/>
                  </a:lnTo>
                  <a:lnTo>
                    <a:pt x="3746" y="5169"/>
                  </a:lnTo>
                  <a:lnTo>
                    <a:pt x="3767" y="5211"/>
                  </a:lnTo>
                  <a:lnTo>
                    <a:pt x="3767" y="5294"/>
                  </a:lnTo>
                  <a:lnTo>
                    <a:pt x="3767" y="5336"/>
                  </a:lnTo>
                  <a:lnTo>
                    <a:pt x="3830" y="5357"/>
                  </a:lnTo>
                  <a:lnTo>
                    <a:pt x="3892" y="5357"/>
                  </a:lnTo>
                  <a:lnTo>
                    <a:pt x="3976" y="5420"/>
                  </a:lnTo>
                  <a:lnTo>
                    <a:pt x="4039" y="5420"/>
                  </a:lnTo>
                  <a:lnTo>
                    <a:pt x="4081" y="5357"/>
                  </a:lnTo>
                  <a:lnTo>
                    <a:pt x="4144" y="5357"/>
                  </a:lnTo>
                  <a:lnTo>
                    <a:pt x="4248" y="5441"/>
                  </a:lnTo>
                  <a:lnTo>
                    <a:pt x="4269" y="5525"/>
                  </a:lnTo>
                  <a:lnTo>
                    <a:pt x="4353" y="5525"/>
                  </a:lnTo>
                  <a:lnTo>
                    <a:pt x="4457" y="5441"/>
                  </a:lnTo>
                  <a:lnTo>
                    <a:pt x="4499" y="5441"/>
                  </a:lnTo>
                  <a:lnTo>
                    <a:pt x="4604" y="5462"/>
                  </a:lnTo>
                  <a:lnTo>
                    <a:pt x="4792" y="5462"/>
                  </a:lnTo>
                  <a:lnTo>
                    <a:pt x="4834" y="5441"/>
                  </a:lnTo>
                  <a:lnTo>
                    <a:pt x="4834" y="5336"/>
                  </a:lnTo>
                  <a:lnTo>
                    <a:pt x="4918" y="5253"/>
                  </a:lnTo>
                  <a:lnTo>
                    <a:pt x="4939" y="5253"/>
                  </a:lnTo>
                  <a:lnTo>
                    <a:pt x="4939" y="5357"/>
                  </a:lnTo>
                  <a:lnTo>
                    <a:pt x="4981" y="5378"/>
                  </a:lnTo>
                  <a:lnTo>
                    <a:pt x="4939" y="5441"/>
                  </a:lnTo>
                  <a:lnTo>
                    <a:pt x="4813" y="5483"/>
                  </a:lnTo>
                  <a:lnTo>
                    <a:pt x="4709" y="5566"/>
                  </a:lnTo>
                  <a:lnTo>
                    <a:pt x="4562" y="5546"/>
                  </a:lnTo>
                  <a:lnTo>
                    <a:pt x="4457" y="5566"/>
                  </a:lnTo>
                  <a:lnTo>
                    <a:pt x="4416" y="5629"/>
                  </a:lnTo>
                  <a:lnTo>
                    <a:pt x="4416" y="5671"/>
                  </a:lnTo>
                  <a:lnTo>
                    <a:pt x="4520" y="5755"/>
                  </a:lnTo>
                  <a:lnTo>
                    <a:pt x="4667" y="5755"/>
                  </a:lnTo>
                  <a:lnTo>
                    <a:pt x="4688" y="5776"/>
                  </a:lnTo>
                  <a:lnTo>
                    <a:pt x="4667" y="5859"/>
                  </a:lnTo>
                  <a:lnTo>
                    <a:pt x="4520" y="5943"/>
                  </a:lnTo>
                  <a:lnTo>
                    <a:pt x="4290" y="5943"/>
                  </a:lnTo>
                  <a:lnTo>
                    <a:pt x="4206" y="6048"/>
                  </a:lnTo>
                  <a:lnTo>
                    <a:pt x="4206" y="6152"/>
                  </a:lnTo>
                  <a:lnTo>
                    <a:pt x="4290" y="6194"/>
                  </a:lnTo>
                  <a:lnTo>
                    <a:pt x="4269" y="6299"/>
                  </a:lnTo>
                  <a:lnTo>
                    <a:pt x="4185" y="6320"/>
                  </a:lnTo>
                  <a:lnTo>
                    <a:pt x="4081" y="6487"/>
                  </a:lnTo>
                  <a:lnTo>
                    <a:pt x="4039" y="6571"/>
                  </a:lnTo>
                  <a:lnTo>
                    <a:pt x="3892" y="6613"/>
                  </a:lnTo>
                  <a:lnTo>
                    <a:pt x="3788" y="6738"/>
                  </a:lnTo>
                  <a:lnTo>
                    <a:pt x="3725" y="6843"/>
                  </a:lnTo>
                  <a:lnTo>
                    <a:pt x="3620" y="6947"/>
                  </a:lnTo>
                  <a:lnTo>
                    <a:pt x="3620" y="7010"/>
                  </a:lnTo>
                  <a:lnTo>
                    <a:pt x="3537" y="7031"/>
                  </a:lnTo>
                  <a:lnTo>
                    <a:pt x="3453" y="7031"/>
                  </a:lnTo>
                  <a:lnTo>
                    <a:pt x="3348" y="6947"/>
                  </a:lnTo>
                  <a:lnTo>
                    <a:pt x="3307" y="6906"/>
                  </a:lnTo>
                  <a:lnTo>
                    <a:pt x="3202" y="6885"/>
                  </a:lnTo>
                  <a:lnTo>
                    <a:pt x="3139" y="6822"/>
                  </a:lnTo>
                  <a:lnTo>
                    <a:pt x="3014" y="6801"/>
                  </a:lnTo>
                  <a:lnTo>
                    <a:pt x="2888" y="6822"/>
                  </a:lnTo>
                  <a:lnTo>
                    <a:pt x="2784" y="6885"/>
                  </a:lnTo>
                  <a:lnTo>
                    <a:pt x="2679" y="6843"/>
                  </a:lnTo>
                  <a:lnTo>
                    <a:pt x="2616" y="6822"/>
                  </a:lnTo>
                  <a:lnTo>
                    <a:pt x="2512" y="6843"/>
                  </a:lnTo>
                  <a:lnTo>
                    <a:pt x="2344" y="6843"/>
                  </a:lnTo>
                  <a:lnTo>
                    <a:pt x="2177" y="6927"/>
                  </a:lnTo>
                  <a:lnTo>
                    <a:pt x="2156" y="7010"/>
                  </a:lnTo>
                  <a:lnTo>
                    <a:pt x="2198" y="7052"/>
                  </a:lnTo>
                  <a:lnTo>
                    <a:pt x="2177" y="7115"/>
                  </a:lnTo>
                  <a:lnTo>
                    <a:pt x="2156" y="7052"/>
                  </a:lnTo>
                  <a:lnTo>
                    <a:pt x="2072" y="7052"/>
                  </a:lnTo>
                  <a:lnTo>
                    <a:pt x="1654" y="7157"/>
                  </a:lnTo>
                  <a:lnTo>
                    <a:pt x="1549" y="7157"/>
                  </a:lnTo>
                  <a:lnTo>
                    <a:pt x="1486" y="7199"/>
                  </a:lnTo>
                  <a:lnTo>
                    <a:pt x="1465" y="7199"/>
                  </a:lnTo>
                  <a:lnTo>
                    <a:pt x="1382" y="7157"/>
                  </a:lnTo>
                  <a:lnTo>
                    <a:pt x="1319" y="7219"/>
                  </a:lnTo>
                  <a:lnTo>
                    <a:pt x="1277" y="7261"/>
                  </a:lnTo>
                  <a:lnTo>
                    <a:pt x="1214" y="7303"/>
                  </a:lnTo>
                  <a:lnTo>
                    <a:pt x="1172" y="7261"/>
                  </a:lnTo>
                  <a:lnTo>
                    <a:pt x="1172" y="7240"/>
                  </a:lnTo>
                  <a:lnTo>
                    <a:pt x="1110" y="7219"/>
                  </a:lnTo>
                  <a:lnTo>
                    <a:pt x="1026" y="7219"/>
                  </a:lnTo>
                  <a:lnTo>
                    <a:pt x="942" y="7261"/>
                  </a:lnTo>
                  <a:lnTo>
                    <a:pt x="859" y="7261"/>
                  </a:lnTo>
                  <a:lnTo>
                    <a:pt x="817" y="7240"/>
                  </a:lnTo>
                  <a:lnTo>
                    <a:pt x="733" y="7240"/>
                  </a:lnTo>
                  <a:lnTo>
                    <a:pt x="691" y="7303"/>
                  </a:lnTo>
                  <a:lnTo>
                    <a:pt x="607" y="7324"/>
                  </a:lnTo>
                  <a:lnTo>
                    <a:pt x="607" y="7366"/>
                  </a:lnTo>
                  <a:lnTo>
                    <a:pt x="607" y="7429"/>
                  </a:lnTo>
                  <a:lnTo>
                    <a:pt x="419" y="7512"/>
                  </a:lnTo>
                  <a:lnTo>
                    <a:pt x="315" y="7512"/>
                  </a:lnTo>
                  <a:lnTo>
                    <a:pt x="294" y="7554"/>
                  </a:lnTo>
                  <a:lnTo>
                    <a:pt x="335" y="7638"/>
                  </a:lnTo>
                  <a:lnTo>
                    <a:pt x="419" y="7638"/>
                  </a:lnTo>
                  <a:lnTo>
                    <a:pt x="482" y="7659"/>
                  </a:lnTo>
                  <a:lnTo>
                    <a:pt x="482" y="7722"/>
                  </a:lnTo>
                  <a:lnTo>
                    <a:pt x="398" y="7722"/>
                  </a:lnTo>
                  <a:lnTo>
                    <a:pt x="377" y="7680"/>
                  </a:lnTo>
                  <a:lnTo>
                    <a:pt x="335" y="7722"/>
                  </a:lnTo>
                  <a:lnTo>
                    <a:pt x="294" y="7784"/>
                  </a:lnTo>
                  <a:lnTo>
                    <a:pt x="189" y="7847"/>
                  </a:lnTo>
                  <a:lnTo>
                    <a:pt x="105" y="7868"/>
                  </a:lnTo>
                  <a:lnTo>
                    <a:pt x="168" y="7931"/>
                  </a:lnTo>
                  <a:lnTo>
                    <a:pt x="273" y="7973"/>
                  </a:lnTo>
                  <a:lnTo>
                    <a:pt x="315" y="8035"/>
                  </a:lnTo>
                  <a:lnTo>
                    <a:pt x="419" y="8266"/>
                  </a:lnTo>
                  <a:lnTo>
                    <a:pt x="482" y="8307"/>
                  </a:lnTo>
                  <a:lnTo>
                    <a:pt x="587" y="8307"/>
                  </a:lnTo>
                  <a:lnTo>
                    <a:pt x="628" y="8349"/>
                  </a:lnTo>
                  <a:lnTo>
                    <a:pt x="649" y="8391"/>
                  </a:lnTo>
                  <a:lnTo>
                    <a:pt x="607" y="8454"/>
                  </a:lnTo>
                  <a:lnTo>
                    <a:pt x="545" y="8496"/>
                  </a:lnTo>
                  <a:lnTo>
                    <a:pt x="524" y="8559"/>
                  </a:lnTo>
                  <a:lnTo>
                    <a:pt x="587" y="8621"/>
                  </a:lnTo>
                  <a:lnTo>
                    <a:pt x="691" y="8663"/>
                  </a:lnTo>
                  <a:lnTo>
                    <a:pt x="817" y="8621"/>
                  </a:lnTo>
                  <a:lnTo>
                    <a:pt x="921" y="8559"/>
                  </a:lnTo>
                  <a:lnTo>
                    <a:pt x="963" y="8496"/>
                  </a:lnTo>
                  <a:lnTo>
                    <a:pt x="1005" y="8475"/>
                  </a:lnTo>
                  <a:lnTo>
                    <a:pt x="1047" y="8496"/>
                  </a:lnTo>
                  <a:lnTo>
                    <a:pt x="1068" y="8559"/>
                  </a:lnTo>
                  <a:lnTo>
                    <a:pt x="1005" y="8684"/>
                  </a:lnTo>
                  <a:lnTo>
                    <a:pt x="900" y="8726"/>
                  </a:lnTo>
                  <a:lnTo>
                    <a:pt x="796" y="8768"/>
                  </a:lnTo>
                  <a:lnTo>
                    <a:pt x="754" y="8810"/>
                  </a:lnTo>
                  <a:lnTo>
                    <a:pt x="796" y="8893"/>
                  </a:lnTo>
                  <a:lnTo>
                    <a:pt x="900" y="8914"/>
                  </a:lnTo>
                  <a:lnTo>
                    <a:pt x="963" y="8872"/>
                  </a:lnTo>
                  <a:lnTo>
                    <a:pt x="1110" y="8810"/>
                  </a:lnTo>
                  <a:lnTo>
                    <a:pt x="1151" y="8831"/>
                  </a:lnTo>
                  <a:lnTo>
                    <a:pt x="1151" y="8872"/>
                  </a:lnTo>
                  <a:lnTo>
                    <a:pt x="963" y="8935"/>
                  </a:lnTo>
                  <a:lnTo>
                    <a:pt x="838" y="8998"/>
                  </a:lnTo>
                  <a:lnTo>
                    <a:pt x="817" y="9040"/>
                  </a:lnTo>
                  <a:lnTo>
                    <a:pt x="1005" y="9228"/>
                  </a:lnTo>
                  <a:lnTo>
                    <a:pt x="1131" y="9291"/>
                  </a:lnTo>
                  <a:lnTo>
                    <a:pt x="1277" y="9291"/>
                  </a:lnTo>
                  <a:lnTo>
                    <a:pt x="1340" y="9228"/>
                  </a:lnTo>
                  <a:lnTo>
                    <a:pt x="1361" y="9103"/>
                  </a:lnTo>
                  <a:lnTo>
                    <a:pt x="1319" y="9040"/>
                  </a:lnTo>
                  <a:lnTo>
                    <a:pt x="1277" y="8998"/>
                  </a:lnTo>
                  <a:lnTo>
                    <a:pt x="1319" y="8977"/>
                  </a:lnTo>
                  <a:lnTo>
                    <a:pt x="1361" y="8977"/>
                  </a:lnTo>
                  <a:lnTo>
                    <a:pt x="1444" y="9082"/>
                  </a:lnTo>
                  <a:lnTo>
                    <a:pt x="1465" y="9103"/>
                  </a:lnTo>
                  <a:lnTo>
                    <a:pt x="1465" y="9144"/>
                  </a:lnTo>
                  <a:lnTo>
                    <a:pt x="1570" y="9207"/>
                  </a:lnTo>
                  <a:lnTo>
                    <a:pt x="1758" y="9228"/>
                  </a:lnTo>
                  <a:lnTo>
                    <a:pt x="1884" y="9228"/>
                  </a:lnTo>
                  <a:lnTo>
                    <a:pt x="1988" y="9144"/>
                  </a:lnTo>
                  <a:lnTo>
                    <a:pt x="2051" y="9123"/>
                  </a:lnTo>
                  <a:lnTo>
                    <a:pt x="2114" y="9144"/>
                  </a:lnTo>
                  <a:lnTo>
                    <a:pt x="2114" y="9228"/>
                  </a:lnTo>
                  <a:lnTo>
                    <a:pt x="2177" y="9291"/>
                  </a:lnTo>
                  <a:lnTo>
                    <a:pt x="2219" y="9291"/>
                  </a:lnTo>
                  <a:lnTo>
                    <a:pt x="2281" y="9312"/>
                  </a:lnTo>
                  <a:lnTo>
                    <a:pt x="2302" y="9458"/>
                  </a:lnTo>
                  <a:lnTo>
                    <a:pt x="2260" y="9458"/>
                  </a:lnTo>
                  <a:lnTo>
                    <a:pt x="2114" y="9542"/>
                  </a:lnTo>
                  <a:lnTo>
                    <a:pt x="2114" y="9626"/>
                  </a:lnTo>
                  <a:lnTo>
                    <a:pt x="2156" y="9667"/>
                  </a:lnTo>
                  <a:lnTo>
                    <a:pt x="2156" y="9730"/>
                  </a:lnTo>
                  <a:lnTo>
                    <a:pt x="2072" y="9667"/>
                  </a:lnTo>
                  <a:lnTo>
                    <a:pt x="2051" y="9647"/>
                  </a:lnTo>
                  <a:lnTo>
                    <a:pt x="1968" y="9626"/>
                  </a:lnTo>
                  <a:lnTo>
                    <a:pt x="1884" y="9542"/>
                  </a:lnTo>
                  <a:lnTo>
                    <a:pt x="1696" y="9458"/>
                  </a:lnTo>
                  <a:lnTo>
                    <a:pt x="1465" y="9458"/>
                  </a:lnTo>
                  <a:lnTo>
                    <a:pt x="1319" y="9437"/>
                  </a:lnTo>
                  <a:lnTo>
                    <a:pt x="1110" y="9500"/>
                  </a:lnTo>
                  <a:lnTo>
                    <a:pt x="1110" y="9542"/>
                  </a:lnTo>
                  <a:lnTo>
                    <a:pt x="1214" y="9626"/>
                  </a:lnTo>
                  <a:lnTo>
                    <a:pt x="1361" y="9647"/>
                  </a:lnTo>
                  <a:lnTo>
                    <a:pt x="1486" y="9667"/>
                  </a:lnTo>
                  <a:lnTo>
                    <a:pt x="1654" y="9772"/>
                  </a:lnTo>
                  <a:lnTo>
                    <a:pt x="1842" y="9856"/>
                  </a:lnTo>
                  <a:lnTo>
                    <a:pt x="1947" y="9856"/>
                  </a:lnTo>
                  <a:lnTo>
                    <a:pt x="2009" y="9877"/>
                  </a:lnTo>
                  <a:lnTo>
                    <a:pt x="1884" y="9940"/>
                  </a:lnTo>
                  <a:lnTo>
                    <a:pt x="1654" y="9940"/>
                  </a:lnTo>
                  <a:lnTo>
                    <a:pt x="1444" y="9814"/>
                  </a:lnTo>
                  <a:lnTo>
                    <a:pt x="1361" y="9751"/>
                  </a:lnTo>
                  <a:lnTo>
                    <a:pt x="1214" y="9751"/>
                  </a:lnTo>
                  <a:lnTo>
                    <a:pt x="1005" y="9647"/>
                  </a:lnTo>
                  <a:lnTo>
                    <a:pt x="796" y="9647"/>
                  </a:lnTo>
                  <a:lnTo>
                    <a:pt x="649" y="9563"/>
                  </a:lnTo>
                  <a:lnTo>
                    <a:pt x="482" y="9521"/>
                  </a:lnTo>
                  <a:lnTo>
                    <a:pt x="294" y="9605"/>
                  </a:lnTo>
                  <a:lnTo>
                    <a:pt x="294" y="9730"/>
                  </a:lnTo>
                  <a:lnTo>
                    <a:pt x="231" y="9667"/>
                  </a:lnTo>
                  <a:lnTo>
                    <a:pt x="168" y="9667"/>
                  </a:lnTo>
                  <a:lnTo>
                    <a:pt x="105" y="9730"/>
                  </a:lnTo>
                  <a:lnTo>
                    <a:pt x="63" y="9730"/>
                  </a:lnTo>
                  <a:lnTo>
                    <a:pt x="1" y="9814"/>
                  </a:lnTo>
                  <a:lnTo>
                    <a:pt x="1" y="9877"/>
                  </a:lnTo>
                  <a:lnTo>
                    <a:pt x="1" y="9960"/>
                  </a:lnTo>
                  <a:lnTo>
                    <a:pt x="63" y="9940"/>
                  </a:lnTo>
                  <a:lnTo>
                    <a:pt x="105" y="9940"/>
                  </a:lnTo>
                  <a:lnTo>
                    <a:pt x="147" y="9960"/>
                  </a:lnTo>
                  <a:lnTo>
                    <a:pt x="63" y="10023"/>
                  </a:lnTo>
                  <a:lnTo>
                    <a:pt x="22" y="10086"/>
                  </a:lnTo>
                  <a:lnTo>
                    <a:pt x="63" y="10191"/>
                  </a:lnTo>
                  <a:lnTo>
                    <a:pt x="189" y="10253"/>
                  </a:lnTo>
                  <a:lnTo>
                    <a:pt x="273" y="10170"/>
                  </a:lnTo>
                  <a:lnTo>
                    <a:pt x="315" y="10149"/>
                  </a:lnTo>
                  <a:lnTo>
                    <a:pt x="377" y="10149"/>
                  </a:lnTo>
                  <a:lnTo>
                    <a:pt x="440" y="10023"/>
                  </a:lnTo>
                  <a:lnTo>
                    <a:pt x="503" y="9981"/>
                  </a:lnTo>
                  <a:lnTo>
                    <a:pt x="587" y="9981"/>
                  </a:lnTo>
                  <a:lnTo>
                    <a:pt x="524" y="10044"/>
                  </a:lnTo>
                  <a:lnTo>
                    <a:pt x="482" y="10170"/>
                  </a:lnTo>
                  <a:lnTo>
                    <a:pt x="398" y="10232"/>
                  </a:lnTo>
                  <a:lnTo>
                    <a:pt x="315" y="10274"/>
                  </a:lnTo>
                  <a:lnTo>
                    <a:pt x="356" y="10442"/>
                  </a:lnTo>
                  <a:lnTo>
                    <a:pt x="503" y="10588"/>
                  </a:lnTo>
                  <a:lnTo>
                    <a:pt x="566" y="10546"/>
                  </a:lnTo>
                  <a:lnTo>
                    <a:pt x="607" y="10546"/>
                  </a:lnTo>
                  <a:lnTo>
                    <a:pt x="775" y="10609"/>
                  </a:lnTo>
                  <a:lnTo>
                    <a:pt x="879" y="10609"/>
                  </a:lnTo>
                  <a:lnTo>
                    <a:pt x="879" y="10672"/>
                  </a:lnTo>
                  <a:lnTo>
                    <a:pt x="817" y="10756"/>
                  </a:lnTo>
                  <a:lnTo>
                    <a:pt x="733" y="10797"/>
                  </a:lnTo>
                  <a:lnTo>
                    <a:pt x="712" y="10776"/>
                  </a:lnTo>
                  <a:lnTo>
                    <a:pt x="545" y="10776"/>
                  </a:lnTo>
                  <a:lnTo>
                    <a:pt x="482" y="10797"/>
                  </a:lnTo>
                  <a:lnTo>
                    <a:pt x="419" y="10881"/>
                  </a:lnTo>
                  <a:lnTo>
                    <a:pt x="273" y="10881"/>
                  </a:lnTo>
                  <a:lnTo>
                    <a:pt x="210" y="10923"/>
                  </a:lnTo>
                  <a:lnTo>
                    <a:pt x="210" y="11069"/>
                  </a:lnTo>
                  <a:lnTo>
                    <a:pt x="294" y="11174"/>
                  </a:lnTo>
                  <a:lnTo>
                    <a:pt x="335" y="11237"/>
                  </a:lnTo>
                  <a:lnTo>
                    <a:pt x="419" y="11425"/>
                  </a:lnTo>
                  <a:lnTo>
                    <a:pt x="545" y="11488"/>
                  </a:lnTo>
                  <a:lnTo>
                    <a:pt x="503" y="11509"/>
                  </a:lnTo>
                  <a:lnTo>
                    <a:pt x="503" y="11530"/>
                  </a:lnTo>
                  <a:lnTo>
                    <a:pt x="587" y="11592"/>
                  </a:lnTo>
                  <a:lnTo>
                    <a:pt x="670" y="11697"/>
                  </a:lnTo>
                  <a:lnTo>
                    <a:pt x="754" y="11760"/>
                  </a:lnTo>
                  <a:lnTo>
                    <a:pt x="859" y="11823"/>
                  </a:lnTo>
                  <a:lnTo>
                    <a:pt x="963" y="11927"/>
                  </a:lnTo>
                  <a:lnTo>
                    <a:pt x="1047" y="11969"/>
                  </a:lnTo>
                  <a:lnTo>
                    <a:pt x="1068" y="11948"/>
                  </a:lnTo>
                  <a:lnTo>
                    <a:pt x="1068" y="11864"/>
                  </a:lnTo>
                  <a:lnTo>
                    <a:pt x="1047" y="11718"/>
                  </a:lnTo>
                  <a:lnTo>
                    <a:pt x="1047" y="11634"/>
                  </a:lnTo>
                  <a:lnTo>
                    <a:pt x="1110" y="11592"/>
                  </a:lnTo>
                  <a:lnTo>
                    <a:pt x="1131" y="11488"/>
                  </a:lnTo>
                  <a:lnTo>
                    <a:pt x="1131" y="11404"/>
                  </a:lnTo>
                  <a:lnTo>
                    <a:pt x="1172" y="11383"/>
                  </a:lnTo>
                  <a:lnTo>
                    <a:pt x="1214" y="11383"/>
                  </a:lnTo>
                  <a:lnTo>
                    <a:pt x="1235" y="11488"/>
                  </a:lnTo>
                  <a:lnTo>
                    <a:pt x="1277" y="11592"/>
                  </a:lnTo>
                  <a:lnTo>
                    <a:pt x="1277" y="11655"/>
                  </a:lnTo>
                  <a:lnTo>
                    <a:pt x="1319" y="11718"/>
                  </a:lnTo>
                  <a:lnTo>
                    <a:pt x="1340" y="11697"/>
                  </a:lnTo>
                  <a:lnTo>
                    <a:pt x="1361" y="11634"/>
                  </a:lnTo>
                  <a:lnTo>
                    <a:pt x="1444" y="11634"/>
                  </a:lnTo>
                  <a:lnTo>
                    <a:pt x="1549" y="11551"/>
                  </a:lnTo>
                  <a:lnTo>
                    <a:pt x="1570" y="11592"/>
                  </a:lnTo>
                  <a:lnTo>
                    <a:pt x="1654" y="11592"/>
                  </a:lnTo>
                  <a:lnTo>
                    <a:pt x="1675" y="11634"/>
                  </a:lnTo>
                  <a:lnTo>
                    <a:pt x="1612" y="11718"/>
                  </a:lnTo>
                  <a:lnTo>
                    <a:pt x="1549" y="11823"/>
                  </a:lnTo>
                  <a:lnTo>
                    <a:pt x="1549" y="11927"/>
                  </a:lnTo>
                  <a:lnTo>
                    <a:pt x="1633" y="11948"/>
                  </a:lnTo>
                  <a:lnTo>
                    <a:pt x="1675" y="11927"/>
                  </a:lnTo>
                  <a:lnTo>
                    <a:pt x="1737" y="11739"/>
                  </a:lnTo>
                  <a:lnTo>
                    <a:pt x="1758" y="11655"/>
                  </a:lnTo>
                  <a:lnTo>
                    <a:pt x="1842" y="11697"/>
                  </a:lnTo>
                  <a:lnTo>
                    <a:pt x="1926" y="11823"/>
                  </a:lnTo>
                  <a:lnTo>
                    <a:pt x="1968" y="11844"/>
                  </a:lnTo>
                  <a:lnTo>
                    <a:pt x="2051" y="11802"/>
                  </a:lnTo>
                  <a:lnTo>
                    <a:pt x="2051" y="11718"/>
                  </a:lnTo>
                  <a:lnTo>
                    <a:pt x="2093" y="11634"/>
                  </a:lnTo>
                  <a:lnTo>
                    <a:pt x="2198" y="11634"/>
                  </a:lnTo>
                  <a:lnTo>
                    <a:pt x="2240" y="11655"/>
                  </a:lnTo>
                  <a:lnTo>
                    <a:pt x="2240" y="11760"/>
                  </a:lnTo>
                  <a:lnTo>
                    <a:pt x="2177" y="11864"/>
                  </a:lnTo>
                  <a:lnTo>
                    <a:pt x="2177" y="11969"/>
                  </a:lnTo>
                  <a:lnTo>
                    <a:pt x="2240" y="11927"/>
                  </a:lnTo>
                  <a:lnTo>
                    <a:pt x="2344" y="11844"/>
                  </a:lnTo>
                  <a:lnTo>
                    <a:pt x="2386" y="11739"/>
                  </a:lnTo>
                  <a:lnTo>
                    <a:pt x="2470" y="11655"/>
                  </a:lnTo>
                  <a:lnTo>
                    <a:pt x="2595" y="11634"/>
                  </a:lnTo>
                  <a:lnTo>
                    <a:pt x="2700" y="11655"/>
                  </a:lnTo>
                  <a:lnTo>
                    <a:pt x="2784" y="11739"/>
                  </a:lnTo>
                  <a:lnTo>
                    <a:pt x="2909" y="11802"/>
                  </a:lnTo>
                  <a:lnTo>
                    <a:pt x="3076" y="11927"/>
                  </a:lnTo>
                  <a:lnTo>
                    <a:pt x="3181" y="11948"/>
                  </a:lnTo>
                  <a:lnTo>
                    <a:pt x="3223" y="11906"/>
                  </a:lnTo>
                  <a:lnTo>
                    <a:pt x="3286" y="11906"/>
                  </a:lnTo>
                  <a:lnTo>
                    <a:pt x="3390" y="12011"/>
                  </a:lnTo>
                  <a:lnTo>
                    <a:pt x="3516" y="12116"/>
                  </a:lnTo>
                  <a:lnTo>
                    <a:pt x="3495" y="12220"/>
                  </a:lnTo>
                  <a:lnTo>
                    <a:pt x="3495" y="12241"/>
                  </a:lnTo>
                  <a:lnTo>
                    <a:pt x="3537" y="12241"/>
                  </a:lnTo>
                  <a:lnTo>
                    <a:pt x="3558" y="12220"/>
                  </a:lnTo>
                  <a:lnTo>
                    <a:pt x="3620" y="12241"/>
                  </a:lnTo>
                  <a:lnTo>
                    <a:pt x="3662" y="12325"/>
                  </a:lnTo>
                  <a:lnTo>
                    <a:pt x="3746" y="12367"/>
                  </a:lnTo>
                  <a:lnTo>
                    <a:pt x="3809" y="12429"/>
                  </a:lnTo>
                  <a:lnTo>
                    <a:pt x="3830" y="12492"/>
                  </a:lnTo>
                  <a:lnTo>
                    <a:pt x="3851" y="12534"/>
                  </a:lnTo>
                  <a:lnTo>
                    <a:pt x="3913" y="12534"/>
                  </a:lnTo>
                  <a:lnTo>
                    <a:pt x="3913" y="12471"/>
                  </a:lnTo>
                  <a:lnTo>
                    <a:pt x="3955" y="12471"/>
                  </a:lnTo>
                  <a:lnTo>
                    <a:pt x="4018" y="12492"/>
                  </a:lnTo>
                  <a:lnTo>
                    <a:pt x="4039" y="12576"/>
                  </a:lnTo>
                  <a:lnTo>
                    <a:pt x="4164" y="12681"/>
                  </a:lnTo>
                  <a:lnTo>
                    <a:pt x="4248" y="12785"/>
                  </a:lnTo>
                  <a:lnTo>
                    <a:pt x="4290" y="12806"/>
                  </a:lnTo>
                  <a:lnTo>
                    <a:pt x="4353" y="12869"/>
                  </a:lnTo>
                  <a:lnTo>
                    <a:pt x="4332" y="12953"/>
                  </a:lnTo>
                  <a:lnTo>
                    <a:pt x="4353" y="12973"/>
                  </a:lnTo>
                  <a:lnTo>
                    <a:pt x="4353" y="13015"/>
                  </a:lnTo>
                  <a:lnTo>
                    <a:pt x="4290" y="13078"/>
                  </a:lnTo>
                  <a:lnTo>
                    <a:pt x="4248" y="13183"/>
                  </a:lnTo>
                  <a:lnTo>
                    <a:pt x="4164" y="13225"/>
                  </a:lnTo>
                  <a:lnTo>
                    <a:pt x="4164" y="13266"/>
                  </a:lnTo>
                  <a:lnTo>
                    <a:pt x="4269" y="13266"/>
                  </a:lnTo>
                  <a:lnTo>
                    <a:pt x="4290" y="13287"/>
                  </a:lnTo>
                  <a:lnTo>
                    <a:pt x="4269" y="13329"/>
                  </a:lnTo>
                  <a:lnTo>
                    <a:pt x="4227" y="13371"/>
                  </a:lnTo>
                  <a:lnTo>
                    <a:pt x="4123" y="13476"/>
                  </a:lnTo>
                  <a:lnTo>
                    <a:pt x="4081" y="13497"/>
                  </a:lnTo>
                  <a:lnTo>
                    <a:pt x="4081" y="13538"/>
                  </a:lnTo>
                  <a:lnTo>
                    <a:pt x="4144" y="13601"/>
                  </a:lnTo>
                  <a:lnTo>
                    <a:pt x="4185" y="13685"/>
                  </a:lnTo>
                  <a:lnTo>
                    <a:pt x="4185" y="13727"/>
                  </a:lnTo>
                  <a:lnTo>
                    <a:pt x="4374" y="13894"/>
                  </a:lnTo>
                  <a:lnTo>
                    <a:pt x="4416" y="13957"/>
                  </a:lnTo>
                  <a:lnTo>
                    <a:pt x="4416" y="14061"/>
                  </a:lnTo>
                  <a:lnTo>
                    <a:pt x="4457" y="14124"/>
                  </a:lnTo>
                  <a:lnTo>
                    <a:pt x="4416" y="14166"/>
                  </a:lnTo>
                  <a:lnTo>
                    <a:pt x="4416" y="14250"/>
                  </a:lnTo>
                  <a:lnTo>
                    <a:pt x="4478" y="14333"/>
                  </a:lnTo>
                  <a:lnTo>
                    <a:pt x="4520" y="14333"/>
                  </a:lnTo>
                  <a:lnTo>
                    <a:pt x="4562" y="14354"/>
                  </a:lnTo>
                  <a:lnTo>
                    <a:pt x="4583" y="14438"/>
                  </a:lnTo>
                  <a:lnTo>
                    <a:pt x="4667" y="14543"/>
                  </a:lnTo>
                  <a:lnTo>
                    <a:pt x="4709" y="14585"/>
                  </a:lnTo>
                  <a:lnTo>
                    <a:pt x="4709" y="14668"/>
                  </a:lnTo>
                  <a:lnTo>
                    <a:pt x="4688" y="14752"/>
                  </a:lnTo>
                  <a:lnTo>
                    <a:pt x="4604" y="14773"/>
                  </a:lnTo>
                  <a:lnTo>
                    <a:pt x="4520" y="14857"/>
                  </a:lnTo>
                  <a:lnTo>
                    <a:pt x="4499" y="14940"/>
                  </a:lnTo>
                  <a:lnTo>
                    <a:pt x="4457" y="15003"/>
                  </a:lnTo>
                  <a:lnTo>
                    <a:pt x="4395" y="15003"/>
                  </a:lnTo>
                  <a:lnTo>
                    <a:pt x="4290" y="15087"/>
                  </a:lnTo>
                  <a:lnTo>
                    <a:pt x="4269" y="15149"/>
                  </a:lnTo>
                  <a:lnTo>
                    <a:pt x="4311" y="15170"/>
                  </a:lnTo>
                  <a:lnTo>
                    <a:pt x="4374" y="15149"/>
                  </a:lnTo>
                  <a:lnTo>
                    <a:pt x="4416" y="15087"/>
                  </a:lnTo>
                  <a:lnTo>
                    <a:pt x="4478" y="15087"/>
                  </a:lnTo>
                  <a:lnTo>
                    <a:pt x="4583" y="14982"/>
                  </a:lnTo>
                  <a:lnTo>
                    <a:pt x="4688" y="14982"/>
                  </a:lnTo>
                  <a:lnTo>
                    <a:pt x="4667" y="15108"/>
                  </a:lnTo>
                  <a:lnTo>
                    <a:pt x="4625" y="15170"/>
                  </a:lnTo>
                  <a:lnTo>
                    <a:pt x="4667" y="15254"/>
                  </a:lnTo>
                  <a:lnTo>
                    <a:pt x="4667" y="15317"/>
                  </a:lnTo>
                  <a:lnTo>
                    <a:pt x="4709" y="15421"/>
                  </a:lnTo>
                  <a:lnTo>
                    <a:pt x="4729" y="15526"/>
                  </a:lnTo>
                  <a:lnTo>
                    <a:pt x="4688" y="15631"/>
                  </a:lnTo>
                  <a:lnTo>
                    <a:pt x="4688" y="15694"/>
                  </a:lnTo>
                  <a:lnTo>
                    <a:pt x="4709" y="15777"/>
                  </a:lnTo>
                  <a:lnTo>
                    <a:pt x="4709" y="15798"/>
                  </a:lnTo>
                  <a:lnTo>
                    <a:pt x="4667" y="15735"/>
                  </a:lnTo>
                  <a:lnTo>
                    <a:pt x="4604" y="15777"/>
                  </a:lnTo>
                  <a:lnTo>
                    <a:pt x="4625" y="15903"/>
                  </a:lnTo>
                  <a:lnTo>
                    <a:pt x="4688" y="16007"/>
                  </a:lnTo>
                  <a:lnTo>
                    <a:pt x="4688" y="16049"/>
                  </a:lnTo>
                  <a:lnTo>
                    <a:pt x="4667" y="16049"/>
                  </a:lnTo>
                  <a:lnTo>
                    <a:pt x="4604" y="16112"/>
                  </a:lnTo>
                  <a:lnTo>
                    <a:pt x="4625" y="16196"/>
                  </a:lnTo>
                  <a:lnTo>
                    <a:pt x="4667" y="16238"/>
                  </a:lnTo>
                  <a:lnTo>
                    <a:pt x="4729" y="16238"/>
                  </a:lnTo>
                  <a:lnTo>
                    <a:pt x="4792" y="16300"/>
                  </a:lnTo>
                  <a:lnTo>
                    <a:pt x="4792" y="16342"/>
                  </a:lnTo>
                  <a:lnTo>
                    <a:pt x="4729" y="16405"/>
                  </a:lnTo>
                  <a:lnTo>
                    <a:pt x="4729" y="16468"/>
                  </a:lnTo>
                  <a:lnTo>
                    <a:pt x="4667" y="16551"/>
                  </a:lnTo>
                  <a:lnTo>
                    <a:pt x="4604" y="16572"/>
                  </a:lnTo>
                  <a:lnTo>
                    <a:pt x="4520" y="16551"/>
                  </a:lnTo>
                  <a:lnTo>
                    <a:pt x="4478" y="16572"/>
                  </a:lnTo>
                  <a:lnTo>
                    <a:pt x="4478" y="16635"/>
                  </a:lnTo>
                  <a:lnTo>
                    <a:pt x="4562" y="16656"/>
                  </a:lnTo>
                  <a:lnTo>
                    <a:pt x="4625" y="16656"/>
                  </a:lnTo>
                  <a:lnTo>
                    <a:pt x="4688" y="16719"/>
                  </a:lnTo>
                  <a:lnTo>
                    <a:pt x="4729" y="16719"/>
                  </a:lnTo>
                  <a:lnTo>
                    <a:pt x="4813" y="16740"/>
                  </a:lnTo>
                  <a:lnTo>
                    <a:pt x="4855" y="16782"/>
                  </a:lnTo>
                  <a:lnTo>
                    <a:pt x="4855" y="16886"/>
                  </a:lnTo>
                  <a:lnTo>
                    <a:pt x="4876" y="17033"/>
                  </a:lnTo>
                  <a:lnTo>
                    <a:pt x="4771" y="17137"/>
                  </a:lnTo>
                  <a:lnTo>
                    <a:pt x="4750" y="17200"/>
                  </a:lnTo>
                  <a:lnTo>
                    <a:pt x="4792" y="17263"/>
                  </a:lnTo>
                  <a:lnTo>
                    <a:pt x="4709" y="17409"/>
                  </a:lnTo>
                  <a:lnTo>
                    <a:pt x="4604" y="17472"/>
                  </a:lnTo>
                  <a:lnTo>
                    <a:pt x="4541" y="17472"/>
                  </a:lnTo>
                  <a:lnTo>
                    <a:pt x="4478" y="17409"/>
                  </a:lnTo>
                  <a:lnTo>
                    <a:pt x="4436" y="17409"/>
                  </a:lnTo>
                  <a:lnTo>
                    <a:pt x="4332" y="17493"/>
                  </a:lnTo>
                  <a:lnTo>
                    <a:pt x="4290" y="17577"/>
                  </a:lnTo>
                  <a:lnTo>
                    <a:pt x="4332" y="17598"/>
                  </a:lnTo>
                  <a:lnTo>
                    <a:pt x="4374" y="17598"/>
                  </a:lnTo>
                  <a:lnTo>
                    <a:pt x="4541" y="17618"/>
                  </a:lnTo>
                  <a:lnTo>
                    <a:pt x="4583" y="17577"/>
                  </a:lnTo>
                  <a:lnTo>
                    <a:pt x="4604" y="17556"/>
                  </a:lnTo>
                  <a:lnTo>
                    <a:pt x="4646" y="17577"/>
                  </a:lnTo>
                  <a:lnTo>
                    <a:pt x="4646" y="17618"/>
                  </a:lnTo>
                  <a:lnTo>
                    <a:pt x="4667" y="17660"/>
                  </a:lnTo>
                  <a:lnTo>
                    <a:pt x="4604" y="17702"/>
                  </a:lnTo>
                  <a:lnTo>
                    <a:pt x="4562" y="17702"/>
                  </a:lnTo>
                  <a:lnTo>
                    <a:pt x="4541" y="17723"/>
                  </a:lnTo>
                  <a:lnTo>
                    <a:pt x="4541" y="17807"/>
                  </a:lnTo>
                  <a:lnTo>
                    <a:pt x="4499" y="17828"/>
                  </a:lnTo>
                  <a:lnTo>
                    <a:pt x="4436" y="17828"/>
                  </a:lnTo>
                  <a:lnTo>
                    <a:pt x="4290" y="17932"/>
                  </a:lnTo>
                  <a:lnTo>
                    <a:pt x="4185" y="17995"/>
                  </a:lnTo>
                  <a:lnTo>
                    <a:pt x="4185" y="18037"/>
                  </a:lnTo>
                  <a:lnTo>
                    <a:pt x="4269" y="18121"/>
                  </a:lnTo>
                  <a:lnTo>
                    <a:pt x="4395" y="18142"/>
                  </a:lnTo>
                  <a:lnTo>
                    <a:pt x="4499" y="18121"/>
                  </a:lnTo>
                  <a:lnTo>
                    <a:pt x="4583" y="18016"/>
                  </a:lnTo>
                  <a:lnTo>
                    <a:pt x="4646" y="17911"/>
                  </a:lnTo>
                  <a:lnTo>
                    <a:pt x="4688" y="17870"/>
                  </a:lnTo>
                  <a:lnTo>
                    <a:pt x="4709" y="17870"/>
                  </a:lnTo>
                  <a:lnTo>
                    <a:pt x="4709" y="17911"/>
                  </a:lnTo>
                  <a:lnTo>
                    <a:pt x="4604" y="18079"/>
                  </a:lnTo>
                  <a:lnTo>
                    <a:pt x="4478" y="18204"/>
                  </a:lnTo>
                  <a:lnTo>
                    <a:pt x="4436" y="18183"/>
                  </a:lnTo>
                  <a:lnTo>
                    <a:pt x="4269" y="18204"/>
                  </a:lnTo>
                  <a:lnTo>
                    <a:pt x="4227" y="18225"/>
                  </a:lnTo>
                  <a:lnTo>
                    <a:pt x="4164" y="18309"/>
                  </a:lnTo>
                  <a:lnTo>
                    <a:pt x="4144" y="18288"/>
                  </a:lnTo>
                  <a:lnTo>
                    <a:pt x="4039" y="18288"/>
                  </a:lnTo>
                  <a:lnTo>
                    <a:pt x="3934" y="18330"/>
                  </a:lnTo>
                  <a:lnTo>
                    <a:pt x="3934" y="18393"/>
                  </a:lnTo>
                  <a:lnTo>
                    <a:pt x="3955" y="18414"/>
                  </a:lnTo>
                  <a:lnTo>
                    <a:pt x="3976" y="18455"/>
                  </a:lnTo>
                  <a:lnTo>
                    <a:pt x="3955" y="18539"/>
                  </a:lnTo>
                  <a:lnTo>
                    <a:pt x="4018" y="18665"/>
                  </a:lnTo>
                  <a:lnTo>
                    <a:pt x="4039" y="18665"/>
                  </a:lnTo>
                  <a:lnTo>
                    <a:pt x="4060" y="18602"/>
                  </a:lnTo>
                  <a:lnTo>
                    <a:pt x="4123" y="18602"/>
                  </a:lnTo>
                  <a:lnTo>
                    <a:pt x="4164" y="18644"/>
                  </a:lnTo>
                  <a:lnTo>
                    <a:pt x="4185" y="18707"/>
                  </a:lnTo>
                  <a:lnTo>
                    <a:pt x="4185" y="18769"/>
                  </a:lnTo>
                  <a:lnTo>
                    <a:pt x="4248" y="18832"/>
                  </a:lnTo>
                  <a:lnTo>
                    <a:pt x="4374" y="18832"/>
                  </a:lnTo>
                  <a:lnTo>
                    <a:pt x="4457" y="18769"/>
                  </a:lnTo>
                  <a:lnTo>
                    <a:pt x="4478" y="18748"/>
                  </a:lnTo>
                  <a:lnTo>
                    <a:pt x="4541" y="18748"/>
                  </a:lnTo>
                  <a:lnTo>
                    <a:pt x="4646" y="18727"/>
                  </a:lnTo>
                  <a:lnTo>
                    <a:pt x="4688" y="18665"/>
                  </a:lnTo>
                  <a:lnTo>
                    <a:pt x="4709" y="18560"/>
                  </a:lnTo>
                  <a:lnTo>
                    <a:pt x="4688" y="18497"/>
                  </a:lnTo>
                  <a:lnTo>
                    <a:pt x="4646" y="18434"/>
                  </a:lnTo>
                  <a:lnTo>
                    <a:pt x="4750" y="18434"/>
                  </a:lnTo>
                  <a:lnTo>
                    <a:pt x="4750" y="18393"/>
                  </a:lnTo>
                  <a:lnTo>
                    <a:pt x="4771" y="18225"/>
                  </a:lnTo>
                  <a:lnTo>
                    <a:pt x="4813" y="18309"/>
                  </a:lnTo>
                  <a:lnTo>
                    <a:pt x="4876" y="18351"/>
                  </a:lnTo>
                  <a:lnTo>
                    <a:pt x="4918" y="18351"/>
                  </a:lnTo>
                  <a:lnTo>
                    <a:pt x="4981" y="18288"/>
                  </a:lnTo>
                  <a:lnTo>
                    <a:pt x="4981" y="18121"/>
                  </a:lnTo>
                  <a:lnTo>
                    <a:pt x="4981" y="18016"/>
                  </a:lnTo>
                  <a:lnTo>
                    <a:pt x="4918" y="17911"/>
                  </a:lnTo>
                  <a:lnTo>
                    <a:pt x="4897" y="17828"/>
                  </a:lnTo>
                  <a:lnTo>
                    <a:pt x="4918" y="17618"/>
                  </a:lnTo>
                  <a:lnTo>
                    <a:pt x="4960" y="17577"/>
                  </a:lnTo>
                  <a:lnTo>
                    <a:pt x="4981" y="17577"/>
                  </a:lnTo>
                  <a:lnTo>
                    <a:pt x="4981" y="17660"/>
                  </a:lnTo>
                  <a:lnTo>
                    <a:pt x="4960" y="17723"/>
                  </a:lnTo>
                  <a:lnTo>
                    <a:pt x="4981" y="17828"/>
                  </a:lnTo>
                  <a:lnTo>
                    <a:pt x="5022" y="17932"/>
                  </a:lnTo>
                  <a:lnTo>
                    <a:pt x="5022" y="18079"/>
                  </a:lnTo>
                  <a:lnTo>
                    <a:pt x="5001" y="18204"/>
                  </a:lnTo>
                  <a:lnTo>
                    <a:pt x="5001" y="18309"/>
                  </a:lnTo>
                  <a:lnTo>
                    <a:pt x="5064" y="18309"/>
                  </a:lnTo>
                  <a:lnTo>
                    <a:pt x="5085" y="18288"/>
                  </a:lnTo>
                  <a:lnTo>
                    <a:pt x="5169" y="18225"/>
                  </a:lnTo>
                  <a:lnTo>
                    <a:pt x="5169" y="18183"/>
                  </a:lnTo>
                  <a:lnTo>
                    <a:pt x="5273" y="18037"/>
                  </a:lnTo>
                  <a:lnTo>
                    <a:pt x="5378" y="17995"/>
                  </a:lnTo>
                  <a:lnTo>
                    <a:pt x="5420" y="17995"/>
                  </a:lnTo>
                  <a:lnTo>
                    <a:pt x="5420" y="18016"/>
                  </a:lnTo>
                  <a:lnTo>
                    <a:pt x="5336" y="18079"/>
                  </a:lnTo>
                  <a:lnTo>
                    <a:pt x="5294" y="18121"/>
                  </a:lnTo>
                  <a:lnTo>
                    <a:pt x="5232" y="18246"/>
                  </a:lnTo>
                  <a:lnTo>
                    <a:pt x="5169" y="18330"/>
                  </a:lnTo>
                  <a:lnTo>
                    <a:pt x="5169" y="18393"/>
                  </a:lnTo>
                  <a:lnTo>
                    <a:pt x="5211" y="18414"/>
                  </a:lnTo>
                  <a:lnTo>
                    <a:pt x="5294" y="18414"/>
                  </a:lnTo>
                  <a:lnTo>
                    <a:pt x="5336" y="18434"/>
                  </a:lnTo>
                  <a:lnTo>
                    <a:pt x="5399" y="18518"/>
                  </a:lnTo>
                  <a:lnTo>
                    <a:pt x="5483" y="18539"/>
                  </a:lnTo>
                  <a:lnTo>
                    <a:pt x="5587" y="18518"/>
                  </a:lnTo>
                  <a:lnTo>
                    <a:pt x="5650" y="18455"/>
                  </a:lnTo>
                  <a:lnTo>
                    <a:pt x="5713" y="18455"/>
                  </a:lnTo>
                  <a:lnTo>
                    <a:pt x="5734" y="18497"/>
                  </a:lnTo>
                  <a:lnTo>
                    <a:pt x="5734" y="18539"/>
                  </a:lnTo>
                  <a:lnTo>
                    <a:pt x="5608" y="18623"/>
                  </a:lnTo>
                  <a:lnTo>
                    <a:pt x="5420" y="18665"/>
                  </a:lnTo>
                  <a:lnTo>
                    <a:pt x="5294" y="18665"/>
                  </a:lnTo>
                  <a:lnTo>
                    <a:pt x="5211" y="18727"/>
                  </a:lnTo>
                  <a:lnTo>
                    <a:pt x="5169" y="18769"/>
                  </a:lnTo>
                  <a:lnTo>
                    <a:pt x="5169" y="18832"/>
                  </a:lnTo>
                  <a:lnTo>
                    <a:pt x="5190" y="18853"/>
                  </a:lnTo>
                  <a:lnTo>
                    <a:pt x="5315" y="18832"/>
                  </a:lnTo>
                  <a:lnTo>
                    <a:pt x="5378" y="18853"/>
                  </a:lnTo>
                  <a:lnTo>
                    <a:pt x="5420" y="18832"/>
                  </a:lnTo>
                  <a:lnTo>
                    <a:pt x="5504" y="18769"/>
                  </a:lnTo>
                  <a:lnTo>
                    <a:pt x="5629" y="18769"/>
                  </a:lnTo>
                  <a:lnTo>
                    <a:pt x="5650" y="18811"/>
                  </a:lnTo>
                  <a:lnTo>
                    <a:pt x="5629" y="18853"/>
                  </a:lnTo>
                  <a:lnTo>
                    <a:pt x="5545" y="18874"/>
                  </a:lnTo>
                  <a:lnTo>
                    <a:pt x="5483" y="18937"/>
                  </a:lnTo>
                  <a:lnTo>
                    <a:pt x="5336" y="18937"/>
                  </a:lnTo>
                  <a:lnTo>
                    <a:pt x="5294" y="19020"/>
                  </a:lnTo>
                  <a:lnTo>
                    <a:pt x="5273" y="19083"/>
                  </a:lnTo>
                  <a:lnTo>
                    <a:pt x="5211" y="19146"/>
                  </a:lnTo>
                  <a:lnTo>
                    <a:pt x="5211" y="19188"/>
                  </a:lnTo>
                  <a:lnTo>
                    <a:pt x="5273" y="19188"/>
                  </a:lnTo>
                  <a:lnTo>
                    <a:pt x="5420" y="19062"/>
                  </a:lnTo>
                  <a:lnTo>
                    <a:pt x="5483" y="19041"/>
                  </a:lnTo>
                  <a:lnTo>
                    <a:pt x="5545" y="19041"/>
                  </a:lnTo>
                  <a:lnTo>
                    <a:pt x="5587" y="19020"/>
                  </a:lnTo>
                  <a:lnTo>
                    <a:pt x="5629" y="19020"/>
                  </a:lnTo>
                  <a:lnTo>
                    <a:pt x="5692" y="19083"/>
                  </a:lnTo>
                  <a:lnTo>
                    <a:pt x="5692" y="19146"/>
                  </a:lnTo>
                  <a:lnTo>
                    <a:pt x="5650" y="19188"/>
                  </a:lnTo>
                  <a:lnTo>
                    <a:pt x="5587" y="19146"/>
                  </a:lnTo>
                  <a:lnTo>
                    <a:pt x="5525" y="19125"/>
                  </a:lnTo>
                  <a:lnTo>
                    <a:pt x="5399" y="19167"/>
                  </a:lnTo>
                  <a:lnTo>
                    <a:pt x="5378" y="19230"/>
                  </a:lnTo>
                  <a:lnTo>
                    <a:pt x="5399" y="19271"/>
                  </a:lnTo>
                  <a:lnTo>
                    <a:pt x="5587" y="19271"/>
                  </a:lnTo>
                  <a:lnTo>
                    <a:pt x="5650" y="19230"/>
                  </a:lnTo>
                  <a:lnTo>
                    <a:pt x="5713" y="19230"/>
                  </a:lnTo>
                  <a:lnTo>
                    <a:pt x="5797" y="19334"/>
                  </a:lnTo>
                  <a:lnTo>
                    <a:pt x="5797" y="19397"/>
                  </a:lnTo>
                  <a:lnTo>
                    <a:pt x="5734" y="19439"/>
                  </a:lnTo>
                  <a:lnTo>
                    <a:pt x="5525" y="19355"/>
                  </a:lnTo>
                  <a:lnTo>
                    <a:pt x="5420" y="19292"/>
                  </a:lnTo>
                  <a:lnTo>
                    <a:pt x="5399" y="19355"/>
                  </a:lnTo>
                  <a:lnTo>
                    <a:pt x="5420" y="19439"/>
                  </a:lnTo>
                  <a:lnTo>
                    <a:pt x="5525" y="19502"/>
                  </a:lnTo>
                  <a:lnTo>
                    <a:pt x="5629" y="19648"/>
                  </a:lnTo>
                  <a:lnTo>
                    <a:pt x="5692" y="19753"/>
                  </a:lnTo>
                  <a:lnTo>
                    <a:pt x="5629" y="19753"/>
                  </a:lnTo>
                  <a:lnTo>
                    <a:pt x="5545" y="19648"/>
                  </a:lnTo>
                  <a:lnTo>
                    <a:pt x="5525" y="19648"/>
                  </a:lnTo>
                  <a:lnTo>
                    <a:pt x="5504" y="19690"/>
                  </a:lnTo>
                  <a:lnTo>
                    <a:pt x="5525" y="19774"/>
                  </a:lnTo>
                  <a:lnTo>
                    <a:pt x="5650" y="19878"/>
                  </a:lnTo>
                  <a:lnTo>
                    <a:pt x="5797" y="19983"/>
                  </a:lnTo>
                  <a:lnTo>
                    <a:pt x="5797" y="20025"/>
                  </a:lnTo>
                  <a:lnTo>
                    <a:pt x="5734" y="20025"/>
                  </a:lnTo>
                  <a:lnTo>
                    <a:pt x="5734" y="20087"/>
                  </a:lnTo>
                  <a:lnTo>
                    <a:pt x="5692" y="20087"/>
                  </a:lnTo>
                  <a:lnTo>
                    <a:pt x="5587" y="19983"/>
                  </a:lnTo>
                  <a:lnTo>
                    <a:pt x="5545" y="19983"/>
                  </a:lnTo>
                  <a:lnTo>
                    <a:pt x="5545" y="20025"/>
                  </a:lnTo>
                  <a:lnTo>
                    <a:pt x="5650" y="20171"/>
                  </a:lnTo>
                  <a:lnTo>
                    <a:pt x="5713" y="20213"/>
                  </a:lnTo>
                  <a:lnTo>
                    <a:pt x="5755" y="20213"/>
                  </a:lnTo>
                  <a:lnTo>
                    <a:pt x="5817" y="20192"/>
                  </a:lnTo>
                  <a:lnTo>
                    <a:pt x="5838" y="20213"/>
                  </a:lnTo>
                  <a:lnTo>
                    <a:pt x="5797" y="20297"/>
                  </a:lnTo>
                  <a:lnTo>
                    <a:pt x="5734" y="20318"/>
                  </a:lnTo>
                  <a:lnTo>
                    <a:pt x="5629" y="20276"/>
                  </a:lnTo>
                  <a:lnTo>
                    <a:pt x="5545" y="20192"/>
                  </a:lnTo>
                  <a:lnTo>
                    <a:pt x="5441" y="20108"/>
                  </a:lnTo>
                  <a:lnTo>
                    <a:pt x="5378" y="20004"/>
                  </a:lnTo>
                  <a:lnTo>
                    <a:pt x="5294" y="19795"/>
                  </a:lnTo>
                  <a:lnTo>
                    <a:pt x="5232" y="19711"/>
                  </a:lnTo>
                  <a:lnTo>
                    <a:pt x="5169" y="19690"/>
                  </a:lnTo>
                  <a:lnTo>
                    <a:pt x="5085" y="19648"/>
                  </a:lnTo>
                  <a:lnTo>
                    <a:pt x="4981" y="19606"/>
                  </a:lnTo>
                  <a:lnTo>
                    <a:pt x="4876" y="19606"/>
                  </a:lnTo>
                  <a:lnTo>
                    <a:pt x="4813" y="19585"/>
                  </a:lnTo>
                  <a:lnTo>
                    <a:pt x="4750" y="19585"/>
                  </a:lnTo>
                  <a:lnTo>
                    <a:pt x="4646" y="19564"/>
                  </a:lnTo>
                  <a:lnTo>
                    <a:pt x="4541" y="19460"/>
                  </a:lnTo>
                  <a:lnTo>
                    <a:pt x="4436" y="19460"/>
                  </a:lnTo>
                  <a:lnTo>
                    <a:pt x="4353" y="19439"/>
                  </a:lnTo>
                  <a:lnTo>
                    <a:pt x="4290" y="19460"/>
                  </a:lnTo>
                  <a:lnTo>
                    <a:pt x="4185" y="19460"/>
                  </a:lnTo>
                  <a:lnTo>
                    <a:pt x="4060" y="19564"/>
                  </a:lnTo>
                  <a:lnTo>
                    <a:pt x="4060" y="19606"/>
                  </a:lnTo>
                  <a:lnTo>
                    <a:pt x="4123" y="19669"/>
                  </a:lnTo>
                  <a:lnTo>
                    <a:pt x="4185" y="19753"/>
                  </a:lnTo>
                  <a:lnTo>
                    <a:pt x="4248" y="19878"/>
                  </a:lnTo>
                  <a:lnTo>
                    <a:pt x="4248" y="19962"/>
                  </a:lnTo>
                  <a:lnTo>
                    <a:pt x="4353" y="20067"/>
                  </a:lnTo>
                  <a:lnTo>
                    <a:pt x="4499" y="20108"/>
                  </a:lnTo>
                  <a:lnTo>
                    <a:pt x="4709" y="20192"/>
                  </a:lnTo>
                  <a:lnTo>
                    <a:pt x="4855" y="20276"/>
                  </a:lnTo>
                  <a:lnTo>
                    <a:pt x="4897" y="20380"/>
                  </a:lnTo>
                  <a:lnTo>
                    <a:pt x="4897" y="20422"/>
                  </a:lnTo>
                  <a:lnTo>
                    <a:pt x="4981" y="20443"/>
                  </a:lnTo>
                  <a:lnTo>
                    <a:pt x="5064" y="20443"/>
                  </a:lnTo>
                  <a:lnTo>
                    <a:pt x="5127" y="20527"/>
                  </a:lnTo>
                  <a:lnTo>
                    <a:pt x="5211" y="20548"/>
                  </a:lnTo>
                  <a:lnTo>
                    <a:pt x="5273" y="20527"/>
                  </a:lnTo>
                  <a:lnTo>
                    <a:pt x="5315" y="20590"/>
                  </a:lnTo>
                  <a:lnTo>
                    <a:pt x="5399" y="20590"/>
                  </a:lnTo>
                  <a:lnTo>
                    <a:pt x="5441" y="20548"/>
                  </a:lnTo>
                  <a:lnTo>
                    <a:pt x="5504" y="20631"/>
                  </a:lnTo>
                  <a:lnTo>
                    <a:pt x="5608" y="20631"/>
                  </a:lnTo>
                  <a:lnTo>
                    <a:pt x="5692" y="20548"/>
                  </a:lnTo>
                  <a:lnTo>
                    <a:pt x="5797" y="20548"/>
                  </a:lnTo>
                  <a:lnTo>
                    <a:pt x="5838" y="20590"/>
                  </a:lnTo>
                  <a:lnTo>
                    <a:pt x="5838" y="20652"/>
                  </a:lnTo>
                  <a:lnTo>
                    <a:pt x="5755" y="20652"/>
                  </a:lnTo>
                  <a:lnTo>
                    <a:pt x="5692" y="20694"/>
                  </a:lnTo>
                  <a:lnTo>
                    <a:pt x="5692" y="20736"/>
                  </a:lnTo>
                  <a:lnTo>
                    <a:pt x="5755" y="20736"/>
                  </a:lnTo>
                  <a:lnTo>
                    <a:pt x="5817" y="20820"/>
                  </a:lnTo>
                  <a:lnTo>
                    <a:pt x="5734" y="20862"/>
                  </a:lnTo>
                  <a:lnTo>
                    <a:pt x="5734" y="20903"/>
                  </a:lnTo>
                  <a:lnTo>
                    <a:pt x="5650" y="20924"/>
                  </a:lnTo>
                  <a:lnTo>
                    <a:pt x="5608" y="20966"/>
                  </a:lnTo>
                  <a:lnTo>
                    <a:pt x="5504" y="21029"/>
                  </a:lnTo>
                  <a:lnTo>
                    <a:pt x="5483" y="21071"/>
                  </a:lnTo>
                  <a:lnTo>
                    <a:pt x="5504" y="21113"/>
                  </a:lnTo>
                  <a:lnTo>
                    <a:pt x="5608" y="21113"/>
                  </a:lnTo>
                  <a:lnTo>
                    <a:pt x="5692" y="21134"/>
                  </a:lnTo>
                  <a:lnTo>
                    <a:pt x="5713" y="21175"/>
                  </a:lnTo>
                  <a:lnTo>
                    <a:pt x="5629" y="21175"/>
                  </a:lnTo>
                  <a:lnTo>
                    <a:pt x="5587" y="21217"/>
                  </a:lnTo>
                  <a:lnTo>
                    <a:pt x="5545" y="21175"/>
                  </a:lnTo>
                  <a:lnTo>
                    <a:pt x="5504" y="21238"/>
                  </a:lnTo>
                  <a:lnTo>
                    <a:pt x="5420" y="21364"/>
                  </a:lnTo>
                  <a:lnTo>
                    <a:pt x="5378" y="21364"/>
                  </a:lnTo>
                  <a:lnTo>
                    <a:pt x="5315" y="21427"/>
                  </a:lnTo>
                  <a:lnTo>
                    <a:pt x="5315" y="21468"/>
                  </a:lnTo>
                  <a:lnTo>
                    <a:pt x="5399" y="21489"/>
                  </a:lnTo>
                  <a:lnTo>
                    <a:pt x="5441" y="21489"/>
                  </a:lnTo>
                  <a:lnTo>
                    <a:pt x="5504" y="21468"/>
                  </a:lnTo>
                  <a:lnTo>
                    <a:pt x="5525" y="21489"/>
                  </a:lnTo>
                  <a:lnTo>
                    <a:pt x="5545" y="21552"/>
                  </a:lnTo>
                  <a:lnTo>
                    <a:pt x="5608" y="21552"/>
                  </a:lnTo>
                  <a:lnTo>
                    <a:pt x="5650" y="21573"/>
                  </a:lnTo>
                  <a:lnTo>
                    <a:pt x="5650" y="21636"/>
                  </a:lnTo>
                  <a:lnTo>
                    <a:pt x="5545" y="21657"/>
                  </a:lnTo>
                  <a:lnTo>
                    <a:pt x="5483" y="21678"/>
                  </a:lnTo>
                  <a:lnTo>
                    <a:pt x="5483" y="21699"/>
                  </a:lnTo>
                  <a:lnTo>
                    <a:pt x="5608" y="21699"/>
                  </a:lnTo>
                  <a:lnTo>
                    <a:pt x="5650" y="21761"/>
                  </a:lnTo>
                  <a:lnTo>
                    <a:pt x="5650" y="21803"/>
                  </a:lnTo>
                  <a:lnTo>
                    <a:pt x="5608" y="21803"/>
                  </a:lnTo>
                  <a:lnTo>
                    <a:pt x="5545" y="21782"/>
                  </a:lnTo>
                  <a:lnTo>
                    <a:pt x="5525" y="21803"/>
                  </a:lnTo>
                  <a:lnTo>
                    <a:pt x="5483" y="21803"/>
                  </a:lnTo>
                  <a:lnTo>
                    <a:pt x="5420" y="21761"/>
                  </a:lnTo>
                  <a:lnTo>
                    <a:pt x="5336" y="21761"/>
                  </a:lnTo>
                  <a:lnTo>
                    <a:pt x="5232" y="21740"/>
                  </a:lnTo>
                  <a:lnTo>
                    <a:pt x="5232" y="21678"/>
                  </a:lnTo>
                  <a:lnTo>
                    <a:pt x="5273" y="21657"/>
                  </a:lnTo>
                  <a:lnTo>
                    <a:pt x="5211" y="21552"/>
                  </a:lnTo>
                  <a:lnTo>
                    <a:pt x="5190" y="21531"/>
                  </a:lnTo>
                  <a:lnTo>
                    <a:pt x="5127" y="21552"/>
                  </a:lnTo>
                  <a:lnTo>
                    <a:pt x="5127" y="21657"/>
                  </a:lnTo>
                  <a:lnTo>
                    <a:pt x="5064" y="21866"/>
                  </a:lnTo>
                  <a:lnTo>
                    <a:pt x="5001" y="21950"/>
                  </a:lnTo>
                  <a:lnTo>
                    <a:pt x="5022" y="21992"/>
                  </a:lnTo>
                  <a:lnTo>
                    <a:pt x="5085" y="21992"/>
                  </a:lnTo>
                  <a:lnTo>
                    <a:pt x="5169" y="21950"/>
                  </a:lnTo>
                  <a:lnTo>
                    <a:pt x="5190" y="21950"/>
                  </a:lnTo>
                  <a:lnTo>
                    <a:pt x="5169" y="21992"/>
                  </a:lnTo>
                  <a:lnTo>
                    <a:pt x="5085" y="22054"/>
                  </a:lnTo>
                  <a:lnTo>
                    <a:pt x="5022" y="22096"/>
                  </a:lnTo>
                  <a:lnTo>
                    <a:pt x="4981" y="22117"/>
                  </a:lnTo>
                  <a:lnTo>
                    <a:pt x="4981" y="22180"/>
                  </a:lnTo>
                  <a:lnTo>
                    <a:pt x="4855" y="22159"/>
                  </a:lnTo>
                  <a:lnTo>
                    <a:pt x="4750" y="22159"/>
                  </a:lnTo>
                  <a:lnTo>
                    <a:pt x="4646" y="22180"/>
                  </a:lnTo>
                  <a:lnTo>
                    <a:pt x="4604" y="22159"/>
                  </a:lnTo>
                  <a:lnTo>
                    <a:pt x="4478" y="22159"/>
                  </a:lnTo>
                  <a:lnTo>
                    <a:pt x="4395" y="22180"/>
                  </a:lnTo>
                  <a:lnTo>
                    <a:pt x="4248" y="22264"/>
                  </a:lnTo>
                  <a:lnTo>
                    <a:pt x="4123" y="22284"/>
                  </a:lnTo>
                  <a:lnTo>
                    <a:pt x="4144" y="22305"/>
                  </a:lnTo>
                  <a:lnTo>
                    <a:pt x="4248" y="22284"/>
                  </a:lnTo>
                  <a:lnTo>
                    <a:pt x="4290" y="22284"/>
                  </a:lnTo>
                  <a:lnTo>
                    <a:pt x="4248" y="22326"/>
                  </a:lnTo>
                  <a:lnTo>
                    <a:pt x="4185" y="22368"/>
                  </a:lnTo>
                  <a:lnTo>
                    <a:pt x="4227" y="22410"/>
                  </a:lnTo>
                  <a:lnTo>
                    <a:pt x="4290" y="22431"/>
                  </a:lnTo>
                  <a:lnTo>
                    <a:pt x="4353" y="22515"/>
                  </a:lnTo>
                  <a:lnTo>
                    <a:pt x="4457" y="22494"/>
                  </a:lnTo>
                  <a:lnTo>
                    <a:pt x="4541" y="22515"/>
                  </a:lnTo>
                  <a:lnTo>
                    <a:pt x="4583" y="22494"/>
                  </a:lnTo>
                  <a:lnTo>
                    <a:pt x="4709" y="22494"/>
                  </a:lnTo>
                  <a:lnTo>
                    <a:pt x="4750" y="22473"/>
                  </a:lnTo>
                  <a:lnTo>
                    <a:pt x="4667" y="22410"/>
                  </a:lnTo>
                  <a:lnTo>
                    <a:pt x="4646" y="22389"/>
                  </a:lnTo>
                  <a:lnTo>
                    <a:pt x="4688" y="22326"/>
                  </a:lnTo>
                  <a:lnTo>
                    <a:pt x="4855" y="22326"/>
                  </a:lnTo>
                  <a:lnTo>
                    <a:pt x="4918" y="22305"/>
                  </a:lnTo>
                  <a:lnTo>
                    <a:pt x="5001" y="22305"/>
                  </a:lnTo>
                  <a:lnTo>
                    <a:pt x="5001" y="22326"/>
                  </a:lnTo>
                  <a:lnTo>
                    <a:pt x="4960" y="22368"/>
                  </a:lnTo>
                  <a:lnTo>
                    <a:pt x="4918" y="22431"/>
                  </a:lnTo>
                  <a:lnTo>
                    <a:pt x="4918" y="22515"/>
                  </a:lnTo>
                  <a:lnTo>
                    <a:pt x="4792" y="22577"/>
                  </a:lnTo>
                  <a:lnTo>
                    <a:pt x="4792" y="22619"/>
                  </a:lnTo>
                  <a:lnTo>
                    <a:pt x="4813" y="22682"/>
                  </a:lnTo>
                  <a:lnTo>
                    <a:pt x="5064" y="22849"/>
                  </a:lnTo>
                  <a:lnTo>
                    <a:pt x="5169" y="22933"/>
                  </a:lnTo>
                  <a:lnTo>
                    <a:pt x="5169" y="22954"/>
                  </a:lnTo>
                  <a:lnTo>
                    <a:pt x="5085" y="22954"/>
                  </a:lnTo>
                  <a:lnTo>
                    <a:pt x="5064" y="22933"/>
                  </a:lnTo>
                  <a:lnTo>
                    <a:pt x="4960" y="22891"/>
                  </a:lnTo>
                  <a:lnTo>
                    <a:pt x="4813" y="22808"/>
                  </a:lnTo>
                  <a:lnTo>
                    <a:pt x="4771" y="22745"/>
                  </a:lnTo>
                  <a:lnTo>
                    <a:pt x="4667" y="22745"/>
                  </a:lnTo>
                  <a:lnTo>
                    <a:pt x="4604" y="22787"/>
                  </a:lnTo>
                  <a:lnTo>
                    <a:pt x="4541" y="22808"/>
                  </a:lnTo>
                  <a:lnTo>
                    <a:pt x="4332" y="22682"/>
                  </a:lnTo>
                  <a:lnTo>
                    <a:pt x="4290" y="22598"/>
                  </a:lnTo>
                  <a:lnTo>
                    <a:pt x="4248" y="22515"/>
                  </a:lnTo>
                  <a:lnTo>
                    <a:pt x="4227" y="22515"/>
                  </a:lnTo>
                  <a:lnTo>
                    <a:pt x="4248" y="22619"/>
                  </a:lnTo>
                  <a:lnTo>
                    <a:pt x="4269" y="22703"/>
                  </a:lnTo>
                  <a:lnTo>
                    <a:pt x="4248" y="22724"/>
                  </a:lnTo>
                  <a:lnTo>
                    <a:pt x="4144" y="22619"/>
                  </a:lnTo>
                  <a:lnTo>
                    <a:pt x="4039" y="22494"/>
                  </a:lnTo>
                  <a:lnTo>
                    <a:pt x="3913" y="22431"/>
                  </a:lnTo>
                  <a:lnTo>
                    <a:pt x="3851" y="22473"/>
                  </a:lnTo>
                  <a:lnTo>
                    <a:pt x="3872" y="22515"/>
                  </a:lnTo>
                  <a:lnTo>
                    <a:pt x="3955" y="22536"/>
                  </a:lnTo>
                  <a:lnTo>
                    <a:pt x="3976" y="22619"/>
                  </a:lnTo>
                  <a:lnTo>
                    <a:pt x="4123" y="22745"/>
                  </a:lnTo>
                  <a:lnTo>
                    <a:pt x="4164" y="22808"/>
                  </a:lnTo>
                  <a:lnTo>
                    <a:pt x="4227" y="22808"/>
                  </a:lnTo>
                  <a:lnTo>
                    <a:pt x="4290" y="22828"/>
                  </a:lnTo>
                  <a:lnTo>
                    <a:pt x="4332" y="22891"/>
                  </a:lnTo>
                  <a:lnTo>
                    <a:pt x="4164" y="22891"/>
                  </a:lnTo>
                  <a:lnTo>
                    <a:pt x="4060" y="22828"/>
                  </a:lnTo>
                  <a:lnTo>
                    <a:pt x="3976" y="22787"/>
                  </a:lnTo>
                  <a:lnTo>
                    <a:pt x="3934" y="22787"/>
                  </a:lnTo>
                  <a:lnTo>
                    <a:pt x="3913" y="22849"/>
                  </a:lnTo>
                  <a:lnTo>
                    <a:pt x="3913" y="22912"/>
                  </a:lnTo>
                  <a:lnTo>
                    <a:pt x="3851" y="22954"/>
                  </a:lnTo>
                  <a:lnTo>
                    <a:pt x="3830" y="22954"/>
                  </a:lnTo>
                  <a:lnTo>
                    <a:pt x="3830" y="23017"/>
                  </a:lnTo>
                  <a:lnTo>
                    <a:pt x="3767" y="23059"/>
                  </a:lnTo>
                  <a:lnTo>
                    <a:pt x="3725" y="23100"/>
                  </a:lnTo>
                  <a:lnTo>
                    <a:pt x="3600" y="23247"/>
                  </a:lnTo>
                  <a:lnTo>
                    <a:pt x="3600" y="23310"/>
                  </a:lnTo>
                  <a:lnTo>
                    <a:pt x="3627" y="23324"/>
                  </a:lnTo>
                  <a:lnTo>
                    <a:pt x="3627" y="23324"/>
                  </a:lnTo>
                  <a:lnTo>
                    <a:pt x="3558" y="23352"/>
                  </a:lnTo>
                  <a:lnTo>
                    <a:pt x="3495" y="23414"/>
                  </a:lnTo>
                  <a:lnTo>
                    <a:pt x="3390" y="23456"/>
                  </a:lnTo>
                  <a:lnTo>
                    <a:pt x="3328" y="23561"/>
                  </a:lnTo>
                  <a:lnTo>
                    <a:pt x="3328" y="23644"/>
                  </a:lnTo>
                  <a:lnTo>
                    <a:pt x="3348" y="23665"/>
                  </a:lnTo>
                  <a:lnTo>
                    <a:pt x="3432" y="23624"/>
                  </a:lnTo>
                  <a:lnTo>
                    <a:pt x="3537" y="23582"/>
                  </a:lnTo>
                  <a:lnTo>
                    <a:pt x="3600" y="23624"/>
                  </a:lnTo>
                  <a:lnTo>
                    <a:pt x="3620" y="23644"/>
                  </a:lnTo>
                  <a:lnTo>
                    <a:pt x="3725" y="23644"/>
                  </a:lnTo>
                  <a:lnTo>
                    <a:pt x="3913" y="23582"/>
                  </a:lnTo>
                  <a:lnTo>
                    <a:pt x="4060" y="23582"/>
                  </a:lnTo>
                  <a:lnTo>
                    <a:pt x="4185" y="23644"/>
                  </a:lnTo>
                  <a:lnTo>
                    <a:pt x="4185" y="23686"/>
                  </a:lnTo>
                  <a:lnTo>
                    <a:pt x="4144" y="23728"/>
                  </a:lnTo>
                  <a:lnTo>
                    <a:pt x="4018" y="23686"/>
                  </a:lnTo>
                  <a:lnTo>
                    <a:pt x="3934" y="23728"/>
                  </a:lnTo>
                  <a:lnTo>
                    <a:pt x="3558" y="23686"/>
                  </a:lnTo>
                  <a:lnTo>
                    <a:pt x="3453" y="23686"/>
                  </a:lnTo>
                  <a:lnTo>
                    <a:pt x="3432" y="23728"/>
                  </a:lnTo>
                  <a:lnTo>
                    <a:pt x="3286" y="23728"/>
                  </a:lnTo>
                  <a:lnTo>
                    <a:pt x="3286" y="23770"/>
                  </a:lnTo>
                  <a:lnTo>
                    <a:pt x="3307" y="23791"/>
                  </a:lnTo>
                  <a:lnTo>
                    <a:pt x="3411" y="23791"/>
                  </a:lnTo>
                  <a:lnTo>
                    <a:pt x="3432" y="23833"/>
                  </a:lnTo>
                  <a:lnTo>
                    <a:pt x="3390" y="23854"/>
                  </a:lnTo>
                  <a:lnTo>
                    <a:pt x="3307" y="23833"/>
                  </a:lnTo>
                  <a:lnTo>
                    <a:pt x="3202" y="23833"/>
                  </a:lnTo>
                  <a:lnTo>
                    <a:pt x="3202" y="23854"/>
                  </a:lnTo>
                  <a:lnTo>
                    <a:pt x="3244" y="23896"/>
                  </a:lnTo>
                  <a:lnTo>
                    <a:pt x="3348" y="23896"/>
                  </a:lnTo>
                  <a:lnTo>
                    <a:pt x="3620" y="23979"/>
                  </a:lnTo>
                  <a:lnTo>
                    <a:pt x="3704" y="23979"/>
                  </a:lnTo>
                  <a:lnTo>
                    <a:pt x="3746" y="23958"/>
                  </a:lnTo>
                  <a:lnTo>
                    <a:pt x="3830" y="23958"/>
                  </a:lnTo>
                  <a:lnTo>
                    <a:pt x="3851" y="23979"/>
                  </a:lnTo>
                  <a:lnTo>
                    <a:pt x="3851" y="24063"/>
                  </a:lnTo>
                  <a:lnTo>
                    <a:pt x="3872" y="24147"/>
                  </a:lnTo>
                  <a:lnTo>
                    <a:pt x="3830" y="24168"/>
                  </a:lnTo>
                  <a:lnTo>
                    <a:pt x="3746" y="24147"/>
                  </a:lnTo>
                  <a:lnTo>
                    <a:pt x="3725" y="24168"/>
                  </a:lnTo>
                  <a:lnTo>
                    <a:pt x="3704" y="24147"/>
                  </a:lnTo>
                  <a:lnTo>
                    <a:pt x="3600" y="24168"/>
                  </a:lnTo>
                  <a:lnTo>
                    <a:pt x="3600" y="24209"/>
                  </a:lnTo>
                  <a:lnTo>
                    <a:pt x="3620" y="24251"/>
                  </a:lnTo>
                  <a:lnTo>
                    <a:pt x="3662" y="24251"/>
                  </a:lnTo>
                  <a:lnTo>
                    <a:pt x="3746" y="24272"/>
                  </a:lnTo>
                  <a:lnTo>
                    <a:pt x="3767" y="24293"/>
                  </a:lnTo>
                  <a:lnTo>
                    <a:pt x="3662" y="24356"/>
                  </a:lnTo>
                  <a:lnTo>
                    <a:pt x="3600" y="24356"/>
                  </a:lnTo>
                  <a:lnTo>
                    <a:pt x="3495" y="24293"/>
                  </a:lnTo>
                  <a:lnTo>
                    <a:pt x="3390" y="24335"/>
                  </a:lnTo>
                  <a:lnTo>
                    <a:pt x="3390" y="24377"/>
                  </a:lnTo>
                  <a:lnTo>
                    <a:pt x="3411" y="24460"/>
                  </a:lnTo>
                  <a:lnTo>
                    <a:pt x="3453" y="24481"/>
                  </a:lnTo>
                  <a:lnTo>
                    <a:pt x="3516" y="24460"/>
                  </a:lnTo>
                  <a:lnTo>
                    <a:pt x="3620" y="24460"/>
                  </a:lnTo>
                  <a:lnTo>
                    <a:pt x="3704" y="24502"/>
                  </a:lnTo>
                  <a:lnTo>
                    <a:pt x="3725" y="24565"/>
                  </a:lnTo>
                  <a:lnTo>
                    <a:pt x="3495" y="24565"/>
                  </a:lnTo>
                  <a:lnTo>
                    <a:pt x="3432" y="24586"/>
                  </a:lnTo>
                  <a:lnTo>
                    <a:pt x="3348" y="24544"/>
                  </a:lnTo>
                  <a:lnTo>
                    <a:pt x="3307" y="24544"/>
                  </a:lnTo>
                  <a:lnTo>
                    <a:pt x="3244" y="24607"/>
                  </a:lnTo>
                  <a:lnTo>
                    <a:pt x="3244" y="24816"/>
                  </a:lnTo>
                  <a:lnTo>
                    <a:pt x="3223" y="24879"/>
                  </a:lnTo>
                  <a:lnTo>
                    <a:pt x="3244" y="24921"/>
                  </a:lnTo>
                  <a:lnTo>
                    <a:pt x="3328" y="24921"/>
                  </a:lnTo>
                  <a:lnTo>
                    <a:pt x="3558" y="24816"/>
                  </a:lnTo>
                  <a:lnTo>
                    <a:pt x="3620" y="24774"/>
                  </a:lnTo>
                  <a:lnTo>
                    <a:pt x="3809" y="24712"/>
                  </a:lnTo>
                  <a:lnTo>
                    <a:pt x="3913" y="24670"/>
                  </a:lnTo>
                  <a:lnTo>
                    <a:pt x="3976" y="24544"/>
                  </a:lnTo>
                  <a:lnTo>
                    <a:pt x="4123" y="24398"/>
                  </a:lnTo>
                  <a:lnTo>
                    <a:pt x="4395" y="24272"/>
                  </a:lnTo>
                  <a:lnTo>
                    <a:pt x="4541" y="24230"/>
                  </a:lnTo>
                  <a:lnTo>
                    <a:pt x="4604" y="24251"/>
                  </a:lnTo>
                  <a:lnTo>
                    <a:pt x="4604" y="24293"/>
                  </a:lnTo>
                  <a:lnTo>
                    <a:pt x="4562" y="24335"/>
                  </a:lnTo>
                  <a:lnTo>
                    <a:pt x="4478" y="24335"/>
                  </a:lnTo>
                  <a:lnTo>
                    <a:pt x="4332" y="24377"/>
                  </a:lnTo>
                  <a:lnTo>
                    <a:pt x="4144" y="24460"/>
                  </a:lnTo>
                  <a:lnTo>
                    <a:pt x="3955" y="24670"/>
                  </a:lnTo>
                  <a:lnTo>
                    <a:pt x="3872" y="24774"/>
                  </a:lnTo>
                  <a:lnTo>
                    <a:pt x="3725" y="24795"/>
                  </a:lnTo>
                  <a:lnTo>
                    <a:pt x="3641" y="24816"/>
                  </a:lnTo>
                  <a:lnTo>
                    <a:pt x="3495" y="24921"/>
                  </a:lnTo>
                  <a:lnTo>
                    <a:pt x="3328" y="24984"/>
                  </a:lnTo>
                  <a:lnTo>
                    <a:pt x="3244" y="25005"/>
                  </a:lnTo>
                  <a:lnTo>
                    <a:pt x="3223" y="25067"/>
                  </a:lnTo>
                  <a:lnTo>
                    <a:pt x="3307" y="25067"/>
                  </a:lnTo>
                  <a:lnTo>
                    <a:pt x="3348" y="25025"/>
                  </a:lnTo>
                  <a:lnTo>
                    <a:pt x="3411" y="25067"/>
                  </a:lnTo>
                  <a:lnTo>
                    <a:pt x="3411" y="25109"/>
                  </a:lnTo>
                  <a:lnTo>
                    <a:pt x="3516" y="25067"/>
                  </a:lnTo>
                  <a:lnTo>
                    <a:pt x="3558" y="25005"/>
                  </a:lnTo>
                  <a:lnTo>
                    <a:pt x="3620" y="25005"/>
                  </a:lnTo>
                  <a:lnTo>
                    <a:pt x="3704" y="25088"/>
                  </a:lnTo>
                  <a:lnTo>
                    <a:pt x="3746" y="25088"/>
                  </a:lnTo>
                  <a:lnTo>
                    <a:pt x="3830" y="25025"/>
                  </a:lnTo>
                  <a:lnTo>
                    <a:pt x="3934" y="24963"/>
                  </a:lnTo>
                  <a:lnTo>
                    <a:pt x="4018" y="24963"/>
                  </a:lnTo>
                  <a:lnTo>
                    <a:pt x="4039" y="24984"/>
                  </a:lnTo>
                  <a:lnTo>
                    <a:pt x="4018" y="25025"/>
                  </a:lnTo>
                  <a:lnTo>
                    <a:pt x="3934" y="25025"/>
                  </a:lnTo>
                  <a:lnTo>
                    <a:pt x="3851" y="25109"/>
                  </a:lnTo>
                  <a:lnTo>
                    <a:pt x="3767" y="25130"/>
                  </a:lnTo>
                  <a:lnTo>
                    <a:pt x="3662" y="25130"/>
                  </a:lnTo>
                  <a:lnTo>
                    <a:pt x="3620" y="25088"/>
                  </a:lnTo>
                  <a:lnTo>
                    <a:pt x="3558" y="25109"/>
                  </a:lnTo>
                  <a:lnTo>
                    <a:pt x="3516" y="25172"/>
                  </a:lnTo>
                  <a:lnTo>
                    <a:pt x="3390" y="25214"/>
                  </a:lnTo>
                  <a:lnTo>
                    <a:pt x="3348" y="25235"/>
                  </a:lnTo>
                  <a:lnTo>
                    <a:pt x="3432" y="25297"/>
                  </a:lnTo>
                  <a:lnTo>
                    <a:pt x="3495" y="25297"/>
                  </a:lnTo>
                  <a:lnTo>
                    <a:pt x="3600" y="25339"/>
                  </a:lnTo>
                  <a:lnTo>
                    <a:pt x="3516" y="25423"/>
                  </a:lnTo>
                  <a:lnTo>
                    <a:pt x="3516" y="25486"/>
                  </a:lnTo>
                  <a:lnTo>
                    <a:pt x="3600" y="25507"/>
                  </a:lnTo>
                  <a:lnTo>
                    <a:pt x="3558" y="25549"/>
                  </a:lnTo>
                  <a:lnTo>
                    <a:pt x="3600" y="25611"/>
                  </a:lnTo>
                  <a:lnTo>
                    <a:pt x="3537" y="25611"/>
                  </a:lnTo>
                  <a:lnTo>
                    <a:pt x="3453" y="25695"/>
                  </a:lnTo>
                  <a:lnTo>
                    <a:pt x="3495" y="25758"/>
                  </a:lnTo>
                  <a:lnTo>
                    <a:pt x="3537" y="25758"/>
                  </a:lnTo>
                  <a:lnTo>
                    <a:pt x="3600" y="25716"/>
                  </a:lnTo>
                  <a:lnTo>
                    <a:pt x="3620" y="25716"/>
                  </a:lnTo>
                  <a:lnTo>
                    <a:pt x="3641" y="25821"/>
                  </a:lnTo>
                  <a:lnTo>
                    <a:pt x="3641" y="25904"/>
                  </a:lnTo>
                  <a:lnTo>
                    <a:pt x="3558" y="25946"/>
                  </a:lnTo>
                  <a:lnTo>
                    <a:pt x="3558" y="26113"/>
                  </a:lnTo>
                  <a:lnTo>
                    <a:pt x="3620" y="26176"/>
                  </a:lnTo>
                  <a:lnTo>
                    <a:pt x="3704" y="26176"/>
                  </a:lnTo>
                  <a:lnTo>
                    <a:pt x="3767" y="26134"/>
                  </a:lnTo>
                  <a:lnTo>
                    <a:pt x="3809" y="26051"/>
                  </a:lnTo>
                  <a:lnTo>
                    <a:pt x="3851" y="26072"/>
                  </a:lnTo>
                  <a:lnTo>
                    <a:pt x="3913" y="26030"/>
                  </a:lnTo>
                  <a:lnTo>
                    <a:pt x="3955" y="26030"/>
                  </a:lnTo>
                  <a:lnTo>
                    <a:pt x="4018" y="26072"/>
                  </a:lnTo>
                  <a:lnTo>
                    <a:pt x="3976" y="26113"/>
                  </a:lnTo>
                  <a:lnTo>
                    <a:pt x="3872" y="26176"/>
                  </a:lnTo>
                  <a:lnTo>
                    <a:pt x="3809" y="26176"/>
                  </a:lnTo>
                  <a:lnTo>
                    <a:pt x="3641" y="26239"/>
                  </a:lnTo>
                  <a:lnTo>
                    <a:pt x="3558" y="26281"/>
                  </a:lnTo>
                  <a:lnTo>
                    <a:pt x="3558" y="26365"/>
                  </a:lnTo>
                  <a:lnTo>
                    <a:pt x="3537" y="26448"/>
                  </a:lnTo>
                  <a:lnTo>
                    <a:pt x="3620" y="26490"/>
                  </a:lnTo>
                  <a:lnTo>
                    <a:pt x="3558" y="26553"/>
                  </a:lnTo>
                  <a:lnTo>
                    <a:pt x="3537" y="26657"/>
                  </a:lnTo>
                  <a:lnTo>
                    <a:pt x="3558" y="26783"/>
                  </a:lnTo>
                  <a:lnTo>
                    <a:pt x="3620" y="26783"/>
                  </a:lnTo>
                  <a:lnTo>
                    <a:pt x="3704" y="26637"/>
                  </a:lnTo>
                  <a:lnTo>
                    <a:pt x="3746" y="26595"/>
                  </a:lnTo>
                  <a:lnTo>
                    <a:pt x="3872" y="26469"/>
                  </a:lnTo>
                  <a:lnTo>
                    <a:pt x="3934" y="26469"/>
                  </a:lnTo>
                  <a:lnTo>
                    <a:pt x="3976" y="26385"/>
                  </a:lnTo>
                  <a:lnTo>
                    <a:pt x="4060" y="26365"/>
                  </a:lnTo>
                  <a:lnTo>
                    <a:pt x="4060" y="26385"/>
                  </a:lnTo>
                  <a:lnTo>
                    <a:pt x="4018" y="26448"/>
                  </a:lnTo>
                  <a:lnTo>
                    <a:pt x="4018" y="26490"/>
                  </a:lnTo>
                  <a:lnTo>
                    <a:pt x="4039" y="26532"/>
                  </a:lnTo>
                  <a:lnTo>
                    <a:pt x="4123" y="26490"/>
                  </a:lnTo>
                  <a:lnTo>
                    <a:pt x="4248" y="26365"/>
                  </a:lnTo>
                  <a:lnTo>
                    <a:pt x="4269" y="26323"/>
                  </a:lnTo>
                  <a:lnTo>
                    <a:pt x="4332" y="26385"/>
                  </a:lnTo>
                  <a:lnTo>
                    <a:pt x="4374" y="26385"/>
                  </a:lnTo>
                  <a:lnTo>
                    <a:pt x="4436" y="26344"/>
                  </a:lnTo>
                  <a:lnTo>
                    <a:pt x="4499" y="26344"/>
                  </a:lnTo>
                  <a:lnTo>
                    <a:pt x="4499" y="26365"/>
                  </a:lnTo>
                  <a:lnTo>
                    <a:pt x="4436" y="26448"/>
                  </a:lnTo>
                  <a:lnTo>
                    <a:pt x="4436" y="26637"/>
                  </a:lnTo>
                  <a:lnTo>
                    <a:pt x="4478" y="26657"/>
                  </a:lnTo>
                  <a:lnTo>
                    <a:pt x="4541" y="26741"/>
                  </a:lnTo>
                  <a:lnTo>
                    <a:pt x="4499" y="26762"/>
                  </a:lnTo>
                  <a:lnTo>
                    <a:pt x="4436" y="26741"/>
                  </a:lnTo>
                  <a:lnTo>
                    <a:pt x="4332" y="26637"/>
                  </a:lnTo>
                  <a:lnTo>
                    <a:pt x="4269" y="26553"/>
                  </a:lnTo>
                  <a:lnTo>
                    <a:pt x="4227" y="26553"/>
                  </a:lnTo>
                  <a:lnTo>
                    <a:pt x="4164" y="26574"/>
                  </a:lnTo>
                  <a:lnTo>
                    <a:pt x="4081" y="26574"/>
                  </a:lnTo>
                  <a:lnTo>
                    <a:pt x="4060" y="26637"/>
                  </a:lnTo>
                  <a:lnTo>
                    <a:pt x="4123" y="26678"/>
                  </a:lnTo>
                  <a:lnTo>
                    <a:pt x="4164" y="26678"/>
                  </a:lnTo>
                  <a:lnTo>
                    <a:pt x="4248" y="26783"/>
                  </a:lnTo>
                  <a:lnTo>
                    <a:pt x="4290" y="26804"/>
                  </a:lnTo>
                  <a:lnTo>
                    <a:pt x="4269" y="26867"/>
                  </a:lnTo>
                  <a:lnTo>
                    <a:pt x="4185" y="26783"/>
                  </a:lnTo>
                  <a:lnTo>
                    <a:pt x="4144" y="26762"/>
                  </a:lnTo>
                  <a:lnTo>
                    <a:pt x="4060" y="26762"/>
                  </a:lnTo>
                  <a:lnTo>
                    <a:pt x="3955" y="26888"/>
                  </a:lnTo>
                  <a:lnTo>
                    <a:pt x="3872" y="26950"/>
                  </a:lnTo>
                  <a:lnTo>
                    <a:pt x="3704" y="26950"/>
                  </a:lnTo>
                  <a:lnTo>
                    <a:pt x="3662" y="26971"/>
                  </a:lnTo>
                  <a:lnTo>
                    <a:pt x="3725" y="26992"/>
                  </a:lnTo>
                  <a:lnTo>
                    <a:pt x="3830" y="26992"/>
                  </a:lnTo>
                  <a:lnTo>
                    <a:pt x="3892" y="26971"/>
                  </a:lnTo>
                  <a:lnTo>
                    <a:pt x="4060" y="26950"/>
                  </a:lnTo>
                  <a:lnTo>
                    <a:pt x="4164" y="26888"/>
                  </a:lnTo>
                  <a:lnTo>
                    <a:pt x="4248" y="26909"/>
                  </a:lnTo>
                  <a:lnTo>
                    <a:pt x="4353" y="26909"/>
                  </a:lnTo>
                  <a:lnTo>
                    <a:pt x="4311" y="26950"/>
                  </a:lnTo>
                  <a:lnTo>
                    <a:pt x="4248" y="27013"/>
                  </a:lnTo>
                  <a:lnTo>
                    <a:pt x="4102" y="27013"/>
                  </a:lnTo>
                  <a:lnTo>
                    <a:pt x="3976" y="27055"/>
                  </a:lnTo>
                  <a:lnTo>
                    <a:pt x="3767" y="27055"/>
                  </a:lnTo>
                  <a:lnTo>
                    <a:pt x="3662" y="27076"/>
                  </a:lnTo>
                  <a:lnTo>
                    <a:pt x="3641" y="27160"/>
                  </a:lnTo>
                  <a:lnTo>
                    <a:pt x="3662" y="27222"/>
                  </a:lnTo>
                  <a:lnTo>
                    <a:pt x="3767" y="27264"/>
                  </a:lnTo>
                  <a:lnTo>
                    <a:pt x="3872" y="27222"/>
                  </a:lnTo>
                  <a:lnTo>
                    <a:pt x="3892" y="27264"/>
                  </a:lnTo>
                  <a:lnTo>
                    <a:pt x="3830" y="27306"/>
                  </a:lnTo>
                  <a:lnTo>
                    <a:pt x="3725" y="27306"/>
                  </a:lnTo>
                  <a:lnTo>
                    <a:pt x="3662" y="27390"/>
                  </a:lnTo>
                  <a:lnTo>
                    <a:pt x="3683" y="27473"/>
                  </a:lnTo>
                  <a:lnTo>
                    <a:pt x="3767" y="27515"/>
                  </a:lnTo>
                  <a:lnTo>
                    <a:pt x="3830" y="27473"/>
                  </a:lnTo>
                  <a:lnTo>
                    <a:pt x="3851" y="27411"/>
                  </a:lnTo>
                  <a:lnTo>
                    <a:pt x="3934" y="27411"/>
                  </a:lnTo>
                  <a:lnTo>
                    <a:pt x="3976" y="27432"/>
                  </a:lnTo>
                  <a:lnTo>
                    <a:pt x="4060" y="27432"/>
                  </a:lnTo>
                  <a:lnTo>
                    <a:pt x="4144" y="27411"/>
                  </a:lnTo>
                  <a:lnTo>
                    <a:pt x="4185" y="27390"/>
                  </a:lnTo>
                  <a:lnTo>
                    <a:pt x="4227" y="27411"/>
                  </a:lnTo>
                  <a:lnTo>
                    <a:pt x="4164" y="27473"/>
                  </a:lnTo>
                  <a:lnTo>
                    <a:pt x="4039" y="27515"/>
                  </a:lnTo>
                  <a:lnTo>
                    <a:pt x="3976" y="27494"/>
                  </a:lnTo>
                  <a:lnTo>
                    <a:pt x="3913" y="27473"/>
                  </a:lnTo>
                  <a:lnTo>
                    <a:pt x="3851" y="27473"/>
                  </a:lnTo>
                  <a:lnTo>
                    <a:pt x="3913" y="27515"/>
                  </a:lnTo>
                  <a:lnTo>
                    <a:pt x="3976" y="27515"/>
                  </a:lnTo>
                  <a:lnTo>
                    <a:pt x="4039" y="27536"/>
                  </a:lnTo>
                  <a:lnTo>
                    <a:pt x="3976" y="27578"/>
                  </a:lnTo>
                  <a:lnTo>
                    <a:pt x="3851" y="27578"/>
                  </a:lnTo>
                  <a:lnTo>
                    <a:pt x="3746" y="27641"/>
                  </a:lnTo>
                  <a:lnTo>
                    <a:pt x="3809" y="27704"/>
                  </a:lnTo>
                  <a:lnTo>
                    <a:pt x="3851" y="27704"/>
                  </a:lnTo>
                  <a:lnTo>
                    <a:pt x="3913" y="27683"/>
                  </a:lnTo>
                  <a:lnTo>
                    <a:pt x="4039" y="27683"/>
                  </a:lnTo>
                  <a:lnTo>
                    <a:pt x="4081" y="27704"/>
                  </a:lnTo>
                  <a:lnTo>
                    <a:pt x="4144" y="27704"/>
                  </a:lnTo>
                  <a:lnTo>
                    <a:pt x="4081" y="27746"/>
                  </a:lnTo>
                  <a:lnTo>
                    <a:pt x="3955" y="27787"/>
                  </a:lnTo>
                  <a:lnTo>
                    <a:pt x="3872" y="27746"/>
                  </a:lnTo>
                  <a:lnTo>
                    <a:pt x="3809" y="27787"/>
                  </a:lnTo>
                  <a:lnTo>
                    <a:pt x="3767" y="27829"/>
                  </a:lnTo>
                  <a:lnTo>
                    <a:pt x="3809" y="27892"/>
                  </a:lnTo>
                  <a:lnTo>
                    <a:pt x="3851" y="27892"/>
                  </a:lnTo>
                  <a:lnTo>
                    <a:pt x="3934" y="27829"/>
                  </a:lnTo>
                  <a:lnTo>
                    <a:pt x="4018" y="27829"/>
                  </a:lnTo>
                  <a:lnTo>
                    <a:pt x="4081" y="27892"/>
                  </a:lnTo>
                  <a:lnTo>
                    <a:pt x="4081" y="27934"/>
                  </a:lnTo>
                  <a:lnTo>
                    <a:pt x="3934" y="27997"/>
                  </a:lnTo>
                  <a:lnTo>
                    <a:pt x="3892" y="28038"/>
                  </a:lnTo>
                  <a:lnTo>
                    <a:pt x="3955" y="28143"/>
                  </a:lnTo>
                  <a:lnTo>
                    <a:pt x="3997" y="28143"/>
                  </a:lnTo>
                  <a:lnTo>
                    <a:pt x="4039" y="28122"/>
                  </a:lnTo>
                  <a:lnTo>
                    <a:pt x="4102" y="28122"/>
                  </a:lnTo>
                  <a:lnTo>
                    <a:pt x="4164" y="28206"/>
                  </a:lnTo>
                  <a:lnTo>
                    <a:pt x="4185" y="28143"/>
                  </a:lnTo>
                  <a:lnTo>
                    <a:pt x="4227" y="28122"/>
                  </a:lnTo>
                  <a:lnTo>
                    <a:pt x="4269" y="28143"/>
                  </a:lnTo>
                  <a:lnTo>
                    <a:pt x="4248" y="28206"/>
                  </a:lnTo>
                  <a:lnTo>
                    <a:pt x="4206" y="28248"/>
                  </a:lnTo>
                  <a:lnTo>
                    <a:pt x="4269" y="28310"/>
                  </a:lnTo>
                  <a:lnTo>
                    <a:pt x="4164" y="28436"/>
                  </a:lnTo>
                  <a:lnTo>
                    <a:pt x="4144" y="28436"/>
                  </a:lnTo>
                  <a:lnTo>
                    <a:pt x="4081" y="28520"/>
                  </a:lnTo>
                  <a:lnTo>
                    <a:pt x="4039" y="28582"/>
                  </a:lnTo>
                  <a:lnTo>
                    <a:pt x="4039" y="28624"/>
                  </a:lnTo>
                  <a:lnTo>
                    <a:pt x="4102" y="28624"/>
                  </a:lnTo>
                  <a:lnTo>
                    <a:pt x="4164" y="28582"/>
                  </a:lnTo>
                  <a:lnTo>
                    <a:pt x="4248" y="28624"/>
                  </a:lnTo>
                  <a:lnTo>
                    <a:pt x="4269" y="28687"/>
                  </a:lnTo>
                  <a:lnTo>
                    <a:pt x="4227" y="28750"/>
                  </a:lnTo>
                  <a:lnTo>
                    <a:pt x="4227" y="28771"/>
                  </a:lnTo>
                  <a:lnTo>
                    <a:pt x="4290" y="28771"/>
                  </a:lnTo>
                  <a:lnTo>
                    <a:pt x="4353" y="28792"/>
                  </a:lnTo>
                  <a:lnTo>
                    <a:pt x="4353" y="28854"/>
                  </a:lnTo>
                  <a:lnTo>
                    <a:pt x="4290" y="28896"/>
                  </a:lnTo>
                  <a:lnTo>
                    <a:pt x="4353" y="28959"/>
                  </a:lnTo>
                  <a:lnTo>
                    <a:pt x="4332" y="29043"/>
                  </a:lnTo>
                  <a:lnTo>
                    <a:pt x="4248" y="29085"/>
                  </a:lnTo>
                  <a:lnTo>
                    <a:pt x="4206" y="29147"/>
                  </a:lnTo>
                  <a:lnTo>
                    <a:pt x="4311" y="29147"/>
                  </a:lnTo>
                  <a:lnTo>
                    <a:pt x="4374" y="29085"/>
                  </a:lnTo>
                  <a:lnTo>
                    <a:pt x="4395" y="29043"/>
                  </a:lnTo>
                  <a:lnTo>
                    <a:pt x="4520" y="28980"/>
                  </a:lnTo>
                  <a:lnTo>
                    <a:pt x="4562" y="29001"/>
                  </a:lnTo>
                  <a:lnTo>
                    <a:pt x="4499" y="29064"/>
                  </a:lnTo>
                  <a:lnTo>
                    <a:pt x="4541" y="29106"/>
                  </a:lnTo>
                  <a:lnTo>
                    <a:pt x="4457" y="29168"/>
                  </a:lnTo>
                  <a:lnTo>
                    <a:pt x="4395" y="29210"/>
                  </a:lnTo>
                  <a:lnTo>
                    <a:pt x="4332" y="29210"/>
                  </a:lnTo>
                  <a:lnTo>
                    <a:pt x="4248" y="29252"/>
                  </a:lnTo>
                  <a:lnTo>
                    <a:pt x="4185" y="29294"/>
                  </a:lnTo>
                  <a:lnTo>
                    <a:pt x="4248" y="29357"/>
                  </a:lnTo>
                  <a:lnTo>
                    <a:pt x="4332" y="29294"/>
                  </a:lnTo>
                  <a:lnTo>
                    <a:pt x="4374" y="29252"/>
                  </a:lnTo>
                  <a:lnTo>
                    <a:pt x="4478" y="29273"/>
                  </a:lnTo>
                  <a:lnTo>
                    <a:pt x="4499" y="29294"/>
                  </a:lnTo>
                  <a:lnTo>
                    <a:pt x="4457" y="29357"/>
                  </a:lnTo>
                  <a:lnTo>
                    <a:pt x="4332" y="29398"/>
                  </a:lnTo>
                  <a:lnTo>
                    <a:pt x="4332" y="29503"/>
                  </a:lnTo>
                  <a:lnTo>
                    <a:pt x="4269" y="29566"/>
                  </a:lnTo>
                  <a:lnTo>
                    <a:pt x="4185" y="29587"/>
                  </a:lnTo>
                  <a:lnTo>
                    <a:pt x="4164" y="29629"/>
                  </a:lnTo>
                  <a:lnTo>
                    <a:pt x="4248" y="29691"/>
                  </a:lnTo>
                  <a:lnTo>
                    <a:pt x="4374" y="29670"/>
                  </a:lnTo>
                  <a:lnTo>
                    <a:pt x="4457" y="29608"/>
                  </a:lnTo>
                  <a:lnTo>
                    <a:pt x="4562" y="29587"/>
                  </a:lnTo>
                  <a:lnTo>
                    <a:pt x="4625" y="29587"/>
                  </a:lnTo>
                  <a:lnTo>
                    <a:pt x="4667" y="29629"/>
                  </a:lnTo>
                  <a:lnTo>
                    <a:pt x="4625" y="29691"/>
                  </a:lnTo>
                  <a:lnTo>
                    <a:pt x="4562" y="29691"/>
                  </a:lnTo>
                  <a:lnTo>
                    <a:pt x="4416" y="29733"/>
                  </a:lnTo>
                  <a:lnTo>
                    <a:pt x="4416" y="29775"/>
                  </a:lnTo>
                  <a:lnTo>
                    <a:pt x="4499" y="29775"/>
                  </a:lnTo>
                  <a:lnTo>
                    <a:pt x="4541" y="29817"/>
                  </a:lnTo>
                  <a:lnTo>
                    <a:pt x="4457" y="29901"/>
                  </a:lnTo>
                  <a:lnTo>
                    <a:pt x="4478" y="29984"/>
                  </a:lnTo>
                  <a:lnTo>
                    <a:pt x="4562" y="30005"/>
                  </a:lnTo>
                  <a:lnTo>
                    <a:pt x="4688" y="29901"/>
                  </a:lnTo>
                  <a:lnTo>
                    <a:pt x="4750" y="29880"/>
                  </a:lnTo>
                  <a:lnTo>
                    <a:pt x="4771" y="29901"/>
                  </a:lnTo>
                  <a:lnTo>
                    <a:pt x="4855" y="29984"/>
                  </a:lnTo>
                  <a:lnTo>
                    <a:pt x="4855" y="30089"/>
                  </a:lnTo>
                  <a:lnTo>
                    <a:pt x="4918" y="30131"/>
                  </a:lnTo>
                  <a:lnTo>
                    <a:pt x="4918" y="30152"/>
                  </a:lnTo>
                  <a:lnTo>
                    <a:pt x="4876" y="30214"/>
                  </a:lnTo>
                  <a:lnTo>
                    <a:pt x="4792" y="30214"/>
                  </a:lnTo>
                  <a:lnTo>
                    <a:pt x="4750" y="30298"/>
                  </a:lnTo>
                  <a:lnTo>
                    <a:pt x="4771" y="30340"/>
                  </a:lnTo>
                  <a:lnTo>
                    <a:pt x="4918" y="30361"/>
                  </a:lnTo>
                  <a:lnTo>
                    <a:pt x="4981" y="30340"/>
                  </a:lnTo>
                  <a:lnTo>
                    <a:pt x="4960" y="30298"/>
                  </a:lnTo>
                  <a:lnTo>
                    <a:pt x="4960" y="30235"/>
                  </a:lnTo>
                  <a:lnTo>
                    <a:pt x="5001" y="30214"/>
                  </a:lnTo>
                  <a:lnTo>
                    <a:pt x="5064" y="30235"/>
                  </a:lnTo>
                  <a:lnTo>
                    <a:pt x="5127" y="30194"/>
                  </a:lnTo>
                  <a:lnTo>
                    <a:pt x="5211" y="30152"/>
                  </a:lnTo>
                  <a:lnTo>
                    <a:pt x="5273" y="30214"/>
                  </a:lnTo>
                  <a:lnTo>
                    <a:pt x="5315" y="30235"/>
                  </a:lnTo>
                  <a:lnTo>
                    <a:pt x="5378" y="30214"/>
                  </a:lnTo>
                  <a:lnTo>
                    <a:pt x="5420" y="30131"/>
                  </a:lnTo>
                  <a:lnTo>
                    <a:pt x="5483" y="30089"/>
                  </a:lnTo>
                  <a:lnTo>
                    <a:pt x="5545" y="30089"/>
                  </a:lnTo>
                  <a:lnTo>
                    <a:pt x="5629" y="30047"/>
                  </a:lnTo>
                  <a:lnTo>
                    <a:pt x="5713" y="30089"/>
                  </a:lnTo>
                  <a:lnTo>
                    <a:pt x="5755" y="30026"/>
                  </a:lnTo>
                  <a:lnTo>
                    <a:pt x="5755" y="29984"/>
                  </a:lnTo>
                  <a:lnTo>
                    <a:pt x="5713" y="29922"/>
                  </a:lnTo>
                  <a:lnTo>
                    <a:pt x="5713" y="29880"/>
                  </a:lnTo>
                  <a:lnTo>
                    <a:pt x="5755" y="29838"/>
                  </a:lnTo>
                  <a:lnTo>
                    <a:pt x="5817" y="29880"/>
                  </a:lnTo>
                  <a:lnTo>
                    <a:pt x="5859" y="29942"/>
                  </a:lnTo>
                  <a:lnTo>
                    <a:pt x="5859" y="30047"/>
                  </a:lnTo>
                  <a:lnTo>
                    <a:pt x="5797" y="30131"/>
                  </a:lnTo>
                  <a:lnTo>
                    <a:pt x="5734" y="30152"/>
                  </a:lnTo>
                  <a:lnTo>
                    <a:pt x="5692" y="30214"/>
                  </a:lnTo>
                  <a:lnTo>
                    <a:pt x="5713" y="30235"/>
                  </a:lnTo>
                  <a:lnTo>
                    <a:pt x="5838" y="30194"/>
                  </a:lnTo>
                  <a:lnTo>
                    <a:pt x="6027" y="30089"/>
                  </a:lnTo>
                  <a:lnTo>
                    <a:pt x="6131" y="29922"/>
                  </a:lnTo>
                  <a:lnTo>
                    <a:pt x="6173" y="29922"/>
                  </a:lnTo>
                  <a:lnTo>
                    <a:pt x="6215" y="30005"/>
                  </a:lnTo>
                  <a:lnTo>
                    <a:pt x="6215" y="30110"/>
                  </a:lnTo>
                  <a:lnTo>
                    <a:pt x="6131" y="30131"/>
                  </a:lnTo>
                  <a:lnTo>
                    <a:pt x="6048" y="30194"/>
                  </a:lnTo>
                  <a:lnTo>
                    <a:pt x="5964" y="30256"/>
                  </a:lnTo>
                  <a:lnTo>
                    <a:pt x="5859" y="30298"/>
                  </a:lnTo>
                  <a:lnTo>
                    <a:pt x="5838" y="30319"/>
                  </a:lnTo>
                  <a:lnTo>
                    <a:pt x="5859" y="30340"/>
                  </a:lnTo>
                  <a:lnTo>
                    <a:pt x="5964" y="30319"/>
                  </a:lnTo>
                  <a:lnTo>
                    <a:pt x="6110" y="30235"/>
                  </a:lnTo>
                  <a:lnTo>
                    <a:pt x="6131" y="30256"/>
                  </a:lnTo>
                  <a:lnTo>
                    <a:pt x="6027" y="30361"/>
                  </a:lnTo>
                  <a:lnTo>
                    <a:pt x="5943" y="30403"/>
                  </a:lnTo>
                  <a:lnTo>
                    <a:pt x="5943" y="30507"/>
                  </a:lnTo>
                  <a:lnTo>
                    <a:pt x="5797" y="30612"/>
                  </a:lnTo>
                  <a:lnTo>
                    <a:pt x="5755" y="30654"/>
                  </a:lnTo>
                  <a:lnTo>
                    <a:pt x="5817" y="30654"/>
                  </a:lnTo>
                  <a:lnTo>
                    <a:pt x="5859" y="30612"/>
                  </a:lnTo>
                  <a:lnTo>
                    <a:pt x="5901" y="30612"/>
                  </a:lnTo>
                  <a:lnTo>
                    <a:pt x="5901" y="30633"/>
                  </a:lnTo>
                  <a:lnTo>
                    <a:pt x="5922" y="30738"/>
                  </a:lnTo>
                  <a:lnTo>
                    <a:pt x="5943" y="30654"/>
                  </a:lnTo>
                  <a:lnTo>
                    <a:pt x="6027" y="30612"/>
                  </a:lnTo>
                  <a:lnTo>
                    <a:pt x="6048" y="30549"/>
                  </a:lnTo>
                  <a:lnTo>
                    <a:pt x="6110" y="30549"/>
                  </a:lnTo>
                  <a:lnTo>
                    <a:pt x="6131" y="30570"/>
                  </a:lnTo>
                  <a:lnTo>
                    <a:pt x="6048" y="30654"/>
                  </a:lnTo>
                  <a:lnTo>
                    <a:pt x="6027" y="30738"/>
                  </a:lnTo>
                  <a:lnTo>
                    <a:pt x="6048" y="30759"/>
                  </a:lnTo>
                  <a:lnTo>
                    <a:pt x="6131" y="30738"/>
                  </a:lnTo>
                  <a:lnTo>
                    <a:pt x="6173" y="30654"/>
                  </a:lnTo>
                  <a:lnTo>
                    <a:pt x="6236" y="30654"/>
                  </a:lnTo>
                  <a:lnTo>
                    <a:pt x="6320" y="30633"/>
                  </a:lnTo>
                  <a:lnTo>
                    <a:pt x="6236" y="30738"/>
                  </a:lnTo>
                  <a:lnTo>
                    <a:pt x="6215" y="30842"/>
                  </a:lnTo>
                  <a:lnTo>
                    <a:pt x="6110" y="30926"/>
                  </a:lnTo>
                  <a:lnTo>
                    <a:pt x="6110" y="30989"/>
                  </a:lnTo>
                  <a:lnTo>
                    <a:pt x="6131" y="31031"/>
                  </a:lnTo>
                  <a:lnTo>
                    <a:pt x="6236" y="30947"/>
                  </a:lnTo>
                  <a:lnTo>
                    <a:pt x="6320" y="30738"/>
                  </a:lnTo>
                  <a:lnTo>
                    <a:pt x="6382" y="30675"/>
                  </a:lnTo>
                  <a:lnTo>
                    <a:pt x="6424" y="30717"/>
                  </a:lnTo>
                  <a:lnTo>
                    <a:pt x="6320" y="30863"/>
                  </a:lnTo>
                  <a:lnTo>
                    <a:pt x="6320" y="30947"/>
                  </a:lnTo>
                  <a:lnTo>
                    <a:pt x="6257" y="31031"/>
                  </a:lnTo>
                  <a:lnTo>
                    <a:pt x="6236" y="31135"/>
                  </a:lnTo>
                  <a:lnTo>
                    <a:pt x="6278" y="31156"/>
                  </a:lnTo>
                  <a:lnTo>
                    <a:pt x="6341" y="31093"/>
                  </a:lnTo>
                  <a:lnTo>
                    <a:pt x="6341" y="31031"/>
                  </a:lnTo>
                  <a:lnTo>
                    <a:pt x="6361" y="30968"/>
                  </a:lnTo>
                  <a:lnTo>
                    <a:pt x="6424" y="30968"/>
                  </a:lnTo>
                  <a:lnTo>
                    <a:pt x="6487" y="30989"/>
                  </a:lnTo>
                  <a:lnTo>
                    <a:pt x="6487" y="30842"/>
                  </a:lnTo>
                  <a:lnTo>
                    <a:pt x="6550" y="30842"/>
                  </a:lnTo>
                  <a:lnTo>
                    <a:pt x="6592" y="30759"/>
                  </a:lnTo>
                  <a:lnTo>
                    <a:pt x="6654" y="30759"/>
                  </a:lnTo>
                  <a:lnTo>
                    <a:pt x="6654" y="30821"/>
                  </a:lnTo>
                  <a:lnTo>
                    <a:pt x="6633" y="30821"/>
                  </a:lnTo>
                  <a:lnTo>
                    <a:pt x="6592" y="30926"/>
                  </a:lnTo>
                  <a:lnTo>
                    <a:pt x="6592" y="30968"/>
                  </a:lnTo>
                  <a:lnTo>
                    <a:pt x="6759" y="30968"/>
                  </a:lnTo>
                  <a:lnTo>
                    <a:pt x="7010" y="31093"/>
                  </a:lnTo>
                  <a:lnTo>
                    <a:pt x="7052" y="31093"/>
                  </a:lnTo>
                  <a:lnTo>
                    <a:pt x="7052" y="31051"/>
                  </a:lnTo>
                  <a:lnTo>
                    <a:pt x="7094" y="30989"/>
                  </a:lnTo>
                  <a:lnTo>
                    <a:pt x="7157" y="30968"/>
                  </a:lnTo>
                  <a:lnTo>
                    <a:pt x="7157" y="30926"/>
                  </a:lnTo>
                  <a:lnTo>
                    <a:pt x="7094" y="30884"/>
                  </a:lnTo>
                  <a:lnTo>
                    <a:pt x="7073" y="30863"/>
                  </a:lnTo>
                  <a:lnTo>
                    <a:pt x="6989" y="30863"/>
                  </a:lnTo>
                  <a:lnTo>
                    <a:pt x="6968" y="30884"/>
                  </a:lnTo>
                  <a:lnTo>
                    <a:pt x="6968" y="30842"/>
                  </a:lnTo>
                  <a:lnTo>
                    <a:pt x="6989" y="30821"/>
                  </a:lnTo>
                  <a:lnTo>
                    <a:pt x="6989" y="30759"/>
                  </a:lnTo>
                  <a:lnTo>
                    <a:pt x="6885" y="30717"/>
                  </a:lnTo>
                  <a:lnTo>
                    <a:pt x="6696" y="30633"/>
                  </a:lnTo>
                  <a:lnTo>
                    <a:pt x="6675" y="30570"/>
                  </a:lnTo>
                  <a:lnTo>
                    <a:pt x="6696" y="30549"/>
                  </a:lnTo>
                  <a:lnTo>
                    <a:pt x="6780" y="30570"/>
                  </a:lnTo>
                  <a:lnTo>
                    <a:pt x="6843" y="30549"/>
                  </a:lnTo>
                  <a:lnTo>
                    <a:pt x="6864" y="30549"/>
                  </a:lnTo>
                  <a:lnTo>
                    <a:pt x="6885" y="30612"/>
                  </a:lnTo>
                  <a:lnTo>
                    <a:pt x="6968" y="30675"/>
                  </a:lnTo>
                  <a:lnTo>
                    <a:pt x="7052" y="30738"/>
                  </a:lnTo>
                  <a:lnTo>
                    <a:pt x="7115" y="30738"/>
                  </a:lnTo>
                  <a:lnTo>
                    <a:pt x="7219" y="30675"/>
                  </a:lnTo>
                  <a:lnTo>
                    <a:pt x="7303" y="30633"/>
                  </a:lnTo>
                  <a:lnTo>
                    <a:pt x="7324" y="30570"/>
                  </a:lnTo>
                  <a:lnTo>
                    <a:pt x="7261" y="30549"/>
                  </a:lnTo>
                  <a:lnTo>
                    <a:pt x="7157" y="30549"/>
                  </a:lnTo>
                  <a:lnTo>
                    <a:pt x="7094" y="30528"/>
                  </a:lnTo>
                  <a:lnTo>
                    <a:pt x="7094" y="30466"/>
                  </a:lnTo>
                  <a:lnTo>
                    <a:pt x="7219" y="30466"/>
                  </a:lnTo>
                  <a:lnTo>
                    <a:pt x="7303" y="30424"/>
                  </a:lnTo>
                  <a:lnTo>
                    <a:pt x="7303" y="30403"/>
                  </a:lnTo>
                  <a:lnTo>
                    <a:pt x="7219" y="30340"/>
                  </a:lnTo>
                  <a:lnTo>
                    <a:pt x="7157" y="30319"/>
                  </a:lnTo>
                  <a:lnTo>
                    <a:pt x="7157" y="30298"/>
                  </a:lnTo>
                  <a:lnTo>
                    <a:pt x="7198" y="30298"/>
                  </a:lnTo>
                  <a:lnTo>
                    <a:pt x="7219" y="30256"/>
                  </a:lnTo>
                  <a:lnTo>
                    <a:pt x="7198" y="30235"/>
                  </a:lnTo>
                  <a:lnTo>
                    <a:pt x="7094" y="30214"/>
                  </a:lnTo>
                  <a:lnTo>
                    <a:pt x="7052" y="30152"/>
                  </a:lnTo>
                  <a:lnTo>
                    <a:pt x="7073" y="30131"/>
                  </a:lnTo>
                  <a:lnTo>
                    <a:pt x="7157" y="30152"/>
                  </a:lnTo>
                  <a:lnTo>
                    <a:pt x="7261" y="30194"/>
                  </a:lnTo>
                  <a:lnTo>
                    <a:pt x="7408" y="30152"/>
                  </a:lnTo>
                  <a:lnTo>
                    <a:pt x="7491" y="30110"/>
                  </a:lnTo>
                  <a:lnTo>
                    <a:pt x="7512" y="30047"/>
                  </a:lnTo>
                  <a:lnTo>
                    <a:pt x="7491" y="30005"/>
                  </a:lnTo>
                  <a:lnTo>
                    <a:pt x="7387" y="29984"/>
                  </a:lnTo>
                  <a:lnTo>
                    <a:pt x="7198" y="29942"/>
                  </a:lnTo>
                  <a:lnTo>
                    <a:pt x="7115" y="29901"/>
                  </a:lnTo>
                  <a:lnTo>
                    <a:pt x="7115" y="29880"/>
                  </a:lnTo>
                  <a:lnTo>
                    <a:pt x="7177" y="29880"/>
                  </a:lnTo>
                  <a:lnTo>
                    <a:pt x="7261" y="29901"/>
                  </a:lnTo>
                  <a:lnTo>
                    <a:pt x="7408" y="29901"/>
                  </a:lnTo>
                  <a:lnTo>
                    <a:pt x="7491" y="29838"/>
                  </a:lnTo>
                  <a:lnTo>
                    <a:pt x="7491" y="29775"/>
                  </a:lnTo>
                  <a:lnTo>
                    <a:pt x="7408" y="29712"/>
                  </a:lnTo>
                  <a:lnTo>
                    <a:pt x="7324" y="29691"/>
                  </a:lnTo>
                  <a:lnTo>
                    <a:pt x="7303" y="29629"/>
                  </a:lnTo>
                  <a:lnTo>
                    <a:pt x="7366" y="29629"/>
                  </a:lnTo>
                  <a:lnTo>
                    <a:pt x="7408" y="29670"/>
                  </a:lnTo>
                  <a:lnTo>
                    <a:pt x="7429" y="29712"/>
                  </a:lnTo>
                  <a:lnTo>
                    <a:pt x="7512" y="29691"/>
                  </a:lnTo>
                  <a:lnTo>
                    <a:pt x="7575" y="29629"/>
                  </a:lnTo>
                  <a:lnTo>
                    <a:pt x="7575" y="29587"/>
                  </a:lnTo>
                  <a:lnTo>
                    <a:pt x="7512" y="29566"/>
                  </a:lnTo>
                  <a:lnTo>
                    <a:pt x="7429" y="29503"/>
                  </a:lnTo>
                  <a:lnTo>
                    <a:pt x="7429" y="29482"/>
                  </a:lnTo>
                  <a:lnTo>
                    <a:pt x="7491" y="29461"/>
                  </a:lnTo>
                  <a:lnTo>
                    <a:pt x="7512" y="29503"/>
                  </a:lnTo>
                  <a:lnTo>
                    <a:pt x="7575" y="29524"/>
                  </a:lnTo>
                  <a:lnTo>
                    <a:pt x="7638" y="29461"/>
                  </a:lnTo>
                  <a:lnTo>
                    <a:pt x="7638" y="29419"/>
                  </a:lnTo>
                  <a:lnTo>
                    <a:pt x="7533" y="29398"/>
                  </a:lnTo>
                  <a:lnTo>
                    <a:pt x="7470" y="29357"/>
                  </a:lnTo>
                  <a:lnTo>
                    <a:pt x="7429" y="29294"/>
                  </a:lnTo>
                  <a:lnTo>
                    <a:pt x="7491" y="29294"/>
                  </a:lnTo>
                  <a:lnTo>
                    <a:pt x="7575" y="29357"/>
                  </a:lnTo>
                  <a:lnTo>
                    <a:pt x="7638" y="29357"/>
                  </a:lnTo>
                  <a:lnTo>
                    <a:pt x="7701" y="29398"/>
                  </a:lnTo>
                  <a:lnTo>
                    <a:pt x="7742" y="29398"/>
                  </a:lnTo>
                  <a:lnTo>
                    <a:pt x="7784" y="29315"/>
                  </a:lnTo>
                  <a:lnTo>
                    <a:pt x="7784" y="29273"/>
                  </a:lnTo>
                  <a:lnTo>
                    <a:pt x="7826" y="29210"/>
                  </a:lnTo>
                  <a:lnTo>
                    <a:pt x="7826" y="29168"/>
                  </a:lnTo>
                  <a:lnTo>
                    <a:pt x="7805" y="29106"/>
                  </a:lnTo>
                  <a:lnTo>
                    <a:pt x="7826" y="29001"/>
                  </a:lnTo>
                  <a:lnTo>
                    <a:pt x="7826" y="28959"/>
                  </a:lnTo>
                  <a:lnTo>
                    <a:pt x="7742" y="28854"/>
                  </a:lnTo>
                  <a:lnTo>
                    <a:pt x="7617" y="28750"/>
                  </a:lnTo>
                  <a:lnTo>
                    <a:pt x="7512" y="28729"/>
                  </a:lnTo>
                  <a:lnTo>
                    <a:pt x="7470" y="28666"/>
                  </a:lnTo>
                  <a:lnTo>
                    <a:pt x="7470" y="28645"/>
                  </a:lnTo>
                  <a:lnTo>
                    <a:pt x="7533" y="28645"/>
                  </a:lnTo>
                  <a:lnTo>
                    <a:pt x="7596" y="28666"/>
                  </a:lnTo>
                  <a:lnTo>
                    <a:pt x="7722" y="28771"/>
                  </a:lnTo>
                  <a:lnTo>
                    <a:pt x="7805" y="28854"/>
                  </a:lnTo>
                  <a:lnTo>
                    <a:pt x="7889" y="28854"/>
                  </a:lnTo>
                  <a:lnTo>
                    <a:pt x="7910" y="28834"/>
                  </a:lnTo>
                  <a:lnTo>
                    <a:pt x="7889" y="28687"/>
                  </a:lnTo>
                  <a:lnTo>
                    <a:pt x="7826" y="28582"/>
                  </a:lnTo>
                  <a:lnTo>
                    <a:pt x="7701" y="28562"/>
                  </a:lnTo>
                  <a:lnTo>
                    <a:pt x="7533" y="28478"/>
                  </a:lnTo>
                  <a:lnTo>
                    <a:pt x="7491" y="28457"/>
                  </a:lnTo>
                  <a:lnTo>
                    <a:pt x="7491" y="28415"/>
                  </a:lnTo>
                  <a:lnTo>
                    <a:pt x="7533" y="28415"/>
                  </a:lnTo>
                  <a:lnTo>
                    <a:pt x="7596" y="28436"/>
                  </a:lnTo>
                  <a:lnTo>
                    <a:pt x="7638" y="28478"/>
                  </a:lnTo>
                  <a:lnTo>
                    <a:pt x="7742" y="28478"/>
                  </a:lnTo>
                  <a:lnTo>
                    <a:pt x="7805" y="28415"/>
                  </a:lnTo>
                  <a:lnTo>
                    <a:pt x="7826" y="28352"/>
                  </a:lnTo>
                  <a:lnTo>
                    <a:pt x="7826" y="28269"/>
                  </a:lnTo>
                  <a:lnTo>
                    <a:pt x="7847" y="28269"/>
                  </a:lnTo>
                  <a:lnTo>
                    <a:pt x="7910" y="28310"/>
                  </a:lnTo>
                  <a:lnTo>
                    <a:pt x="7910" y="28331"/>
                  </a:lnTo>
                  <a:lnTo>
                    <a:pt x="7910" y="28373"/>
                  </a:lnTo>
                  <a:lnTo>
                    <a:pt x="8014" y="28436"/>
                  </a:lnTo>
                  <a:lnTo>
                    <a:pt x="8056" y="28436"/>
                  </a:lnTo>
                  <a:lnTo>
                    <a:pt x="8119" y="28478"/>
                  </a:lnTo>
                  <a:lnTo>
                    <a:pt x="8161" y="28478"/>
                  </a:lnTo>
                  <a:lnTo>
                    <a:pt x="8203" y="28436"/>
                  </a:lnTo>
                  <a:lnTo>
                    <a:pt x="8245" y="28373"/>
                  </a:lnTo>
                  <a:lnTo>
                    <a:pt x="8266" y="28352"/>
                  </a:lnTo>
                  <a:lnTo>
                    <a:pt x="8245" y="28310"/>
                  </a:lnTo>
                  <a:lnTo>
                    <a:pt x="8161" y="28269"/>
                  </a:lnTo>
                  <a:lnTo>
                    <a:pt x="8014" y="28269"/>
                  </a:lnTo>
                  <a:lnTo>
                    <a:pt x="7994" y="28248"/>
                  </a:lnTo>
                  <a:lnTo>
                    <a:pt x="7994" y="28227"/>
                  </a:lnTo>
                  <a:lnTo>
                    <a:pt x="7994" y="28164"/>
                  </a:lnTo>
                  <a:lnTo>
                    <a:pt x="7931" y="28122"/>
                  </a:lnTo>
                  <a:lnTo>
                    <a:pt x="7931" y="28059"/>
                  </a:lnTo>
                  <a:lnTo>
                    <a:pt x="7994" y="28018"/>
                  </a:lnTo>
                  <a:lnTo>
                    <a:pt x="8014" y="28018"/>
                  </a:lnTo>
                  <a:lnTo>
                    <a:pt x="8056" y="28059"/>
                  </a:lnTo>
                  <a:lnTo>
                    <a:pt x="8056" y="28143"/>
                  </a:lnTo>
                  <a:lnTo>
                    <a:pt x="8119" y="28206"/>
                  </a:lnTo>
                  <a:lnTo>
                    <a:pt x="8245" y="28206"/>
                  </a:lnTo>
                  <a:lnTo>
                    <a:pt x="8307" y="28164"/>
                  </a:lnTo>
                  <a:lnTo>
                    <a:pt x="8307" y="28122"/>
                  </a:lnTo>
                  <a:lnTo>
                    <a:pt x="8266" y="28059"/>
                  </a:lnTo>
                  <a:lnTo>
                    <a:pt x="8161" y="28018"/>
                  </a:lnTo>
                  <a:lnTo>
                    <a:pt x="8098" y="27955"/>
                  </a:lnTo>
                  <a:lnTo>
                    <a:pt x="8056" y="27850"/>
                  </a:lnTo>
                  <a:lnTo>
                    <a:pt x="8098" y="27850"/>
                  </a:lnTo>
                  <a:lnTo>
                    <a:pt x="8140" y="27913"/>
                  </a:lnTo>
                  <a:lnTo>
                    <a:pt x="8245" y="27955"/>
                  </a:lnTo>
                  <a:lnTo>
                    <a:pt x="8307" y="27997"/>
                  </a:lnTo>
                  <a:lnTo>
                    <a:pt x="8370" y="28059"/>
                  </a:lnTo>
                  <a:lnTo>
                    <a:pt x="8412" y="28038"/>
                  </a:lnTo>
                  <a:lnTo>
                    <a:pt x="8412" y="27997"/>
                  </a:lnTo>
                  <a:lnTo>
                    <a:pt x="8370" y="27934"/>
                  </a:lnTo>
                  <a:lnTo>
                    <a:pt x="8266" y="27892"/>
                  </a:lnTo>
                  <a:lnTo>
                    <a:pt x="8203" y="27829"/>
                  </a:lnTo>
                  <a:lnTo>
                    <a:pt x="8203" y="27746"/>
                  </a:lnTo>
                  <a:lnTo>
                    <a:pt x="8245" y="27704"/>
                  </a:lnTo>
                  <a:lnTo>
                    <a:pt x="8266" y="27641"/>
                  </a:lnTo>
                  <a:lnTo>
                    <a:pt x="8328" y="27641"/>
                  </a:lnTo>
                  <a:lnTo>
                    <a:pt x="8349" y="27704"/>
                  </a:lnTo>
                  <a:lnTo>
                    <a:pt x="8475" y="27808"/>
                  </a:lnTo>
                  <a:lnTo>
                    <a:pt x="8558" y="27808"/>
                  </a:lnTo>
                  <a:lnTo>
                    <a:pt x="8621" y="27787"/>
                  </a:lnTo>
                  <a:lnTo>
                    <a:pt x="8684" y="27787"/>
                  </a:lnTo>
                  <a:lnTo>
                    <a:pt x="8768" y="27746"/>
                  </a:lnTo>
                  <a:lnTo>
                    <a:pt x="8789" y="27683"/>
                  </a:lnTo>
                  <a:lnTo>
                    <a:pt x="8768" y="27641"/>
                  </a:lnTo>
                  <a:lnTo>
                    <a:pt x="8684" y="27620"/>
                  </a:lnTo>
                  <a:lnTo>
                    <a:pt x="8621" y="27578"/>
                  </a:lnTo>
                  <a:lnTo>
                    <a:pt x="8517" y="27515"/>
                  </a:lnTo>
                  <a:lnTo>
                    <a:pt x="8454" y="27515"/>
                  </a:lnTo>
                  <a:lnTo>
                    <a:pt x="8370" y="27494"/>
                  </a:lnTo>
                  <a:lnTo>
                    <a:pt x="8412" y="27432"/>
                  </a:lnTo>
                  <a:lnTo>
                    <a:pt x="8433" y="27411"/>
                  </a:lnTo>
                  <a:lnTo>
                    <a:pt x="8517" y="27411"/>
                  </a:lnTo>
                  <a:lnTo>
                    <a:pt x="8579" y="27494"/>
                  </a:lnTo>
                  <a:lnTo>
                    <a:pt x="8642" y="27515"/>
                  </a:lnTo>
                  <a:lnTo>
                    <a:pt x="8684" y="27515"/>
                  </a:lnTo>
                  <a:lnTo>
                    <a:pt x="8768" y="27620"/>
                  </a:lnTo>
                  <a:lnTo>
                    <a:pt x="8851" y="27641"/>
                  </a:lnTo>
                  <a:lnTo>
                    <a:pt x="8893" y="27620"/>
                  </a:lnTo>
                  <a:lnTo>
                    <a:pt x="8935" y="27578"/>
                  </a:lnTo>
                  <a:lnTo>
                    <a:pt x="8935" y="27515"/>
                  </a:lnTo>
                  <a:lnTo>
                    <a:pt x="8935" y="27411"/>
                  </a:lnTo>
                  <a:lnTo>
                    <a:pt x="8893" y="27369"/>
                  </a:lnTo>
                  <a:lnTo>
                    <a:pt x="8851" y="27327"/>
                  </a:lnTo>
                  <a:lnTo>
                    <a:pt x="8851" y="27306"/>
                  </a:lnTo>
                  <a:lnTo>
                    <a:pt x="8956" y="27306"/>
                  </a:lnTo>
                  <a:lnTo>
                    <a:pt x="8977" y="27222"/>
                  </a:lnTo>
                  <a:lnTo>
                    <a:pt x="8977" y="27181"/>
                  </a:lnTo>
                  <a:lnTo>
                    <a:pt x="8935" y="27181"/>
                  </a:lnTo>
                  <a:lnTo>
                    <a:pt x="8872" y="27201"/>
                  </a:lnTo>
                  <a:lnTo>
                    <a:pt x="8830" y="27160"/>
                  </a:lnTo>
                  <a:lnTo>
                    <a:pt x="8768" y="27097"/>
                  </a:lnTo>
                  <a:lnTo>
                    <a:pt x="8684" y="27097"/>
                  </a:lnTo>
                  <a:lnTo>
                    <a:pt x="8558" y="27013"/>
                  </a:lnTo>
                  <a:lnTo>
                    <a:pt x="8538" y="26992"/>
                  </a:lnTo>
                  <a:lnTo>
                    <a:pt x="8579" y="26950"/>
                  </a:lnTo>
                  <a:lnTo>
                    <a:pt x="8684" y="26950"/>
                  </a:lnTo>
                  <a:lnTo>
                    <a:pt x="8789" y="26971"/>
                  </a:lnTo>
                  <a:lnTo>
                    <a:pt x="8872" y="26971"/>
                  </a:lnTo>
                  <a:lnTo>
                    <a:pt x="8893" y="26909"/>
                  </a:lnTo>
                  <a:lnTo>
                    <a:pt x="8956" y="26909"/>
                  </a:lnTo>
                  <a:lnTo>
                    <a:pt x="9040" y="26971"/>
                  </a:lnTo>
                  <a:lnTo>
                    <a:pt x="9061" y="26867"/>
                  </a:lnTo>
                  <a:lnTo>
                    <a:pt x="9040" y="26699"/>
                  </a:lnTo>
                  <a:lnTo>
                    <a:pt x="8998" y="26595"/>
                  </a:lnTo>
                  <a:lnTo>
                    <a:pt x="8956" y="26553"/>
                  </a:lnTo>
                  <a:lnTo>
                    <a:pt x="8935" y="26469"/>
                  </a:lnTo>
                  <a:lnTo>
                    <a:pt x="8935" y="26427"/>
                  </a:lnTo>
                  <a:lnTo>
                    <a:pt x="8977" y="26365"/>
                  </a:lnTo>
                  <a:lnTo>
                    <a:pt x="8956" y="26260"/>
                  </a:lnTo>
                  <a:lnTo>
                    <a:pt x="8956" y="26218"/>
                  </a:lnTo>
                  <a:lnTo>
                    <a:pt x="8977" y="26155"/>
                  </a:lnTo>
                  <a:lnTo>
                    <a:pt x="8998" y="26176"/>
                  </a:lnTo>
                  <a:lnTo>
                    <a:pt x="9040" y="26239"/>
                  </a:lnTo>
                  <a:lnTo>
                    <a:pt x="9102" y="26260"/>
                  </a:lnTo>
                  <a:lnTo>
                    <a:pt x="9102" y="26218"/>
                  </a:lnTo>
                  <a:lnTo>
                    <a:pt x="9165" y="26176"/>
                  </a:lnTo>
                  <a:lnTo>
                    <a:pt x="9207" y="26218"/>
                  </a:lnTo>
                  <a:lnTo>
                    <a:pt x="9249" y="26344"/>
                  </a:lnTo>
                  <a:lnTo>
                    <a:pt x="9291" y="26365"/>
                  </a:lnTo>
                  <a:lnTo>
                    <a:pt x="9374" y="26365"/>
                  </a:lnTo>
                  <a:lnTo>
                    <a:pt x="9479" y="26239"/>
                  </a:lnTo>
                  <a:lnTo>
                    <a:pt x="9521" y="26113"/>
                  </a:lnTo>
                  <a:lnTo>
                    <a:pt x="9521" y="26009"/>
                  </a:lnTo>
                  <a:lnTo>
                    <a:pt x="9500" y="25925"/>
                  </a:lnTo>
                  <a:lnTo>
                    <a:pt x="9500" y="25862"/>
                  </a:lnTo>
                  <a:lnTo>
                    <a:pt x="9563" y="25841"/>
                  </a:lnTo>
                  <a:lnTo>
                    <a:pt x="9605" y="25841"/>
                  </a:lnTo>
                  <a:lnTo>
                    <a:pt x="9626" y="25800"/>
                  </a:lnTo>
                  <a:lnTo>
                    <a:pt x="9667" y="25758"/>
                  </a:lnTo>
                  <a:lnTo>
                    <a:pt x="9688" y="25821"/>
                  </a:lnTo>
                  <a:lnTo>
                    <a:pt x="9730" y="25883"/>
                  </a:lnTo>
                  <a:lnTo>
                    <a:pt x="9814" y="25883"/>
                  </a:lnTo>
                  <a:lnTo>
                    <a:pt x="9877" y="25841"/>
                  </a:lnTo>
                  <a:lnTo>
                    <a:pt x="9877" y="25800"/>
                  </a:lnTo>
                  <a:lnTo>
                    <a:pt x="9877" y="25737"/>
                  </a:lnTo>
                  <a:lnTo>
                    <a:pt x="9898" y="25737"/>
                  </a:lnTo>
                  <a:lnTo>
                    <a:pt x="9918" y="25800"/>
                  </a:lnTo>
                  <a:lnTo>
                    <a:pt x="9939" y="25883"/>
                  </a:lnTo>
                  <a:lnTo>
                    <a:pt x="9981" y="25925"/>
                  </a:lnTo>
                  <a:lnTo>
                    <a:pt x="10044" y="25862"/>
                  </a:lnTo>
                  <a:lnTo>
                    <a:pt x="10107" y="25821"/>
                  </a:lnTo>
                  <a:lnTo>
                    <a:pt x="10149" y="25800"/>
                  </a:lnTo>
                  <a:lnTo>
                    <a:pt x="10211" y="25841"/>
                  </a:lnTo>
                  <a:lnTo>
                    <a:pt x="10295" y="25841"/>
                  </a:lnTo>
                  <a:lnTo>
                    <a:pt x="10358" y="25800"/>
                  </a:lnTo>
                  <a:lnTo>
                    <a:pt x="10400" y="25716"/>
                  </a:lnTo>
                  <a:lnTo>
                    <a:pt x="10421" y="25674"/>
                  </a:lnTo>
                  <a:lnTo>
                    <a:pt x="10421" y="25632"/>
                  </a:lnTo>
                  <a:lnTo>
                    <a:pt x="10358" y="25549"/>
                  </a:lnTo>
                  <a:lnTo>
                    <a:pt x="10316" y="25423"/>
                  </a:lnTo>
                  <a:lnTo>
                    <a:pt x="10295" y="25339"/>
                  </a:lnTo>
                  <a:lnTo>
                    <a:pt x="10337" y="25297"/>
                  </a:lnTo>
                  <a:lnTo>
                    <a:pt x="10358" y="25318"/>
                  </a:lnTo>
                  <a:lnTo>
                    <a:pt x="10400" y="25423"/>
                  </a:lnTo>
                  <a:lnTo>
                    <a:pt x="10442" y="25423"/>
                  </a:lnTo>
                  <a:lnTo>
                    <a:pt x="10525" y="25339"/>
                  </a:lnTo>
                  <a:lnTo>
                    <a:pt x="10546" y="25256"/>
                  </a:lnTo>
                  <a:lnTo>
                    <a:pt x="10609" y="25193"/>
                  </a:lnTo>
                  <a:lnTo>
                    <a:pt x="10630" y="25130"/>
                  </a:lnTo>
                  <a:lnTo>
                    <a:pt x="10546" y="25046"/>
                  </a:lnTo>
                  <a:lnTo>
                    <a:pt x="10546" y="25005"/>
                  </a:lnTo>
                  <a:lnTo>
                    <a:pt x="10609" y="24942"/>
                  </a:lnTo>
                  <a:lnTo>
                    <a:pt x="10651" y="24921"/>
                  </a:lnTo>
                  <a:lnTo>
                    <a:pt x="10672" y="24942"/>
                  </a:lnTo>
                  <a:lnTo>
                    <a:pt x="10672" y="24984"/>
                  </a:lnTo>
                  <a:lnTo>
                    <a:pt x="10735" y="25046"/>
                  </a:lnTo>
                  <a:lnTo>
                    <a:pt x="10839" y="25088"/>
                  </a:lnTo>
                  <a:lnTo>
                    <a:pt x="10881" y="25109"/>
                  </a:lnTo>
                  <a:lnTo>
                    <a:pt x="10839" y="25172"/>
                  </a:lnTo>
                  <a:lnTo>
                    <a:pt x="10755" y="25214"/>
                  </a:lnTo>
                  <a:lnTo>
                    <a:pt x="10714" y="25318"/>
                  </a:lnTo>
                  <a:lnTo>
                    <a:pt x="10714" y="25402"/>
                  </a:lnTo>
                  <a:lnTo>
                    <a:pt x="10839" y="25549"/>
                  </a:lnTo>
                  <a:lnTo>
                    <a:pt x="10881" y="25590"/>
                  </a:lnTo>
                  <a:lnTo>
                    <a:pt x="10923" y="25507"/>
                  </a:lnTo>
                  <a:lnTo>
                    <a:pt x="10923" y="25444"/>
                  </a:lnTo>
                  <a:lnTo>
                    <a:pt x="10944" y="25381"/>
                  </a:lnTo>
                  <a:lnTo>
                    <a:pt x="10965" y="25277"/>
                  </a:lnTo>
                  <a:lnTo>
                    <a:pt x="10986" y="25277"/>
                  </a:lnTo>
                  <a:lnTo>
                    <a:pt x="11027" y="25318"/>
                  </a:lnTo>
                  <a:lnTo>
                    <a:pt x="10986" y="25402"/>
                  </a:lnTo>
                  <a:lnTo>
                    <a:pt x="10986" y="25444"/>
                  </a:lnTo>
                  <a:lnTo>
                    <a:pt x="11048" y="25549"/>
                  </a:lnTo>
                  <a:lnTo>
                    <a:pt x="11132" y="25590"/>
                  </a:lnTo>
                  <a:lnTo>
                    <a:pt x="11195" y="25528"/>
                  </a:lnTo>
                  <a:lnTo>
                    <a:pt x="11279" y="25528"/>
                  </a:lnTo>
                  <a:lnTo>
                    <a:pt x="11299" y="25486"/>
                  </a:lnTo>
                  <a:lnTo>
                    <a:pt x="11299" y="25423"/>
                  </a:lnTo>
                  <a:lnTo>
                    <a:pt x="11341" y="25381"/>
                  </a:lnTo>
                  <a:lnTo>
                    <a:pt x="11362" y="25381"/>
                  </a:lnTo>
                  <a:lnTo>
                    <a:pt x="11383" y="25402"/>
                  </a:lnTo>
                  <a:lnTo>
                    <a:pt x="11362" y="25444"/>
                  </a:lnTo>
                  <a:lnTo>
                    <a:pt x="11362" y="25507"/>
                  </a:lnTo>
                  <a:lnTo>
                    <a:pt x="11404" y="25549"/>
                  </a:lnTo>
                  <a:lnTo>
                    <a:pt x="11488" y="25549"/>
                  </a:lnTo>
                  <a:lnTo>
                    <a:pt x="11571" y="25444"/>
                  </a:lnTo>
                  <a:lnTo>
                    <a:pt x="11718" y="25339"/>
                  </a:lnTo>
                  <a:lnTo>
                    <a:pt x="11781" y="25339"/>
                  </a:lnTo>
                  <a:lnTo>
                    <a:pt x="11823" y="25318"/>
                  </a:lnTo>
                  <a:lnTo>
                    <a:pt x="11823" y="25235"/>
                  </a:lnTo>
                  <a:lnTo>
                    <a:pt x="11781" y="25172"/>
                  </a:lnTo>
                  <a:lnTo>
                    <a:pt x="11718" y="25130"/>
                  </a:lnTo>
                  <a:lnTo>
                    <a:pt x="11676" y="25088"/>
                  </a:lnTo>
                  <a:lnTo>
                    <a:pt x="11697" y="25067"/>
                  </a:lnTo>
                  <a:lnTo>
                    <a:pt x="11760" y="25067"/>
                  </a:lnTo>
                  <a:lnTo>
                    <a:pt x="11781" y="25109"/>
                  </a:lnTo>
                  <a:lnTo>
                    <a:pt x="11885" y="25172"/>
                  </a:lnTo>
                  <a:lnTo>
                    <a:pt x="11927" y="25172"/>
                  </a:lnTo>
                  <a:lnTo>
                    <a:pt x="11927" y="25088"/>
                  </a:lnTo>
                  <a:lnTo>
                    <a:pt x="11990" y="25088"/>
                  </a:lnTo>
                  <a:lnTo>
                    <a:pt x="12011" y="25130"/>
                  </a:lnTo>
                  <a:lnTo>
                    <a:pt x="12011" y="25193"/>
                  </a:lnTo>
                  <a:lnTo>
                    <a:pt x="12032" y="25214"/>
                  </a:lnTo>
                  <a:lnTo>
                    <a:pt x="12095" y="25193"/>
                  </a:lnTo>
                  <a:lnTo>
                    <a:pt x="12220" y="25046"/>
                  </a:lnTo>
                  <a:lnTo>
                    <a:pt x="12241" y="25025"/>
                  </a:lnTo>
                  <a:lnTo>
                    <a:pt x="12241" y="25005"/>
                  </a:lnTo>
                  <a:lnTo>
                    <a:pt x="12283" y="24921"/>
                  </a:lnTo>
                  <a:lnTo>
                    <a:pt x="12304" y="24879"/>
                  </a:lnTo>
                  <a:lnTo>
                    <a:pt x="12346" y="24837"/>
                  </a:lnTo>
                  <a:lnTo>
                    <a:pt x="12346" y="24837"/>
                  </a:lnTo>
                  <a:lnTo>
                    <a:pt x="12325" y="24900"/>
                  </a:lnTo>
                  <a:lnTo>
                    <a:pt x="12346" y="24942"/>
                  </a:lnTo>
                  <a:lnTo>
                    <a:pt x="12387" y="24984"/>
                  </a:lnTo>
                  <a:lnTo>
                    <a:pt x="12429" y="24942"/>
                  </a:lnTo>
                  <a:lnTo>
                    <a:pt x="12513" y="24837"/>
                  </a:lnTo>
                  <a:lnTo>
                    <a:pt x="12534" y="24774"/>
                  </a:lnTo>
                  <a:lnTo>
                    <a:pt x="12513" y="24691"/>
                  </a:lnTo>
                  <a:lnTo>
                    <a:pt x="12513" y="24607"/>
                  </a:lnTo>
                  <a:lnTo>
                    <a:pt x="12639" y="24481"/>
                  </a:lnTo>
                  <a:lnTo>
                    <a:pt x="12722" y="24460"/>
                  </a:lnTo>
                  <a:lnTo>
                    <a:pt x="12764" y="24398"/>
                  </a:lnTo>
                  <a:lnTo>
                    <a:pt x="12743" y="24356"/>
                  </a:lnTo>
                  <a:lnTo>
                    <a:pt x="12722" y="24293"/>
                  </a:lnTo>
                  <a:lnTo>
                    <a:pt x="12722" y="24272"/>
                  </a:lnTo>
                  <a:lnTo>
                    <a:pt x="12764" y="24293"/>
                  </a:lnTo>
                  <a:lnTo>
                    <a:pt x="12827" y="24314"/>
                  </a:lnTo>
                  <a:lnTo>
                    <a:pt x="12869" y="24314"/>
                  </a:lnTo>
                  <a:lnTo>
                    <a:pt x="12911" y="24251"/>
                  </a:lnTo>
                  <a:lnTo>
                    <a:pt x="12869" y="24188"/>
                  </a:lnTo>
                  <a:lnTo>
                    <a:pt x="12827" y="24147"/>
                  </a:lnTo>
                  <a:lnTo>
                    <a:pt x="12869" y="24168"/>
                  </a:lnTo>
                  <a:lnTo>
                    <a:pt x="12931" y="24209"/>
                  </a:lnTo>
                  <a:lnTo>
                    <a:pt x="12931" y="24168"/>
                  </a:lnTo>
                  <a:lnTo>
                    <a:pt x="12952" y="24084"/>
                  </a:lnTo>
                  <a:lnTo>
                    <a:pt x="13036" y="24084"/>
                  </a:lnTo>
                  <a:lnTo>
                    <a:pt x="13120" y="24042"/>
                  </a:lnTo>
                  <a:lnTo>
                    <a:pt x="13120" y="23958"/>
                  </a:lnTo>
                  <a:lnTo>
                    <a:pt x="13120" y="23937"/>
                  </a:lnTo>
                  <a:lnTo>
                    <a:pt x="13141" y="23875"/>
                  </a:lnTo>
                  <a:lnTo>
                    <a:pt x="13224" y="23875"/>
                  </a:lnTo>
                  <a:lnTo>
                    <a:pt x="13266" y="23854"/>
                  </a:lnTo>
                  <a:lnTo>
                    <a:pt x="13350" y="23749"/>
                  </a:lnTo>
                  <a:lnTo>
                    <a:pt x="13434" y="23707"/>
                  </a:lnTo>
                  <a:lnTo>
                    <a:pt x="13476" y="23707"/>
                  </a:lnTo>
                  <a:lnTo>
                    <a:pt x="13496" y="23728"/>
                  </a:lnTo>
                  <a:lnTo>
                    <a:pt x="13580" y="23707"/>
                  </a:lnTo>
                  <a:lnTo>
                    <a:pt x="13643" y="23624"/>
                  </a:lnTo>
                  <a:lnTo>
                    <a:pt x="13664" y="23477"/>
                  </a:lnTo>
                  <a:lnTo>
                    <a:pt x="13643" y="23352"/>
                  </a:lnTo>
                  <a:lnTo>
                    <a:pt x="13580" y="23352"/>
                  </a:lnTo>
                  <a:lnTo>
                    <a:pt x="13559" y="23331"/>
                  </a:lnTo>
                  <a:lnTo>
                    <a:pt x="13580" y="23247"/>
                  </a:lnTo>
                  <a:lnTo>
                    <a:pt x="13580" y="23142"/>
                  </a:lnTo>
                  <a:lnTo>
                    <a:pt x="13559" y="23059"/>
                  </a:lnTo>
                  <a:lnTo>
                    <a:pt x="13496" y="23017"/>
                  </a:lnTo>
                  <a:lnTo>
                    <a:pt x="13476" y="22912"/>
                  </a:lnTo>
                  <a:lnTo>
                    <a:pt x="13455" y="22870"/>
                  </a:lnTo>
                  <a:lnTo>
                    <a:pt x="13455" y="22787"/>
                  </a:lnTo>
                  <a:lnTo>
                    <a:pt x="13496" y="22787"/>
                  </a:lnTo>
                  <a:lnTo>
                    <a:pt x="13559" y="22808"/>
                  </a:lnTo>
                  <a:lnTo>
                    <a:pt x="13580" y="22912"/>
                  </a:lnTo>
                  <a:lnTo>
                    <a:pt x="13643" y="22996"/>
                  </a:lnTo>
                  <a:lnTo>
                    <a:pt x="13643" y="23080"/>
                  </a:lnTo>
                  <a:lnTo>
                    <a:pt x="13685" y="23184"/>
                  </a:lnTo>
                  <a:lnTo>
                    <a:pt x="13748" y="23205"/>
                  </a:lnTo>
                  <a:lnTo>
                    <a:pt x="13789" y="23247"/>
                  </a:lnTo>
                  <a:lnTo>
                    <a:pt x="13768" y="23331"/>
                  </a:lnTo>
                  <a:lnTo>
                    <a:pt x="13789" y="23414"/>
                  </a:lnTo>
                  <a:lnTo>
                    <a:pt x="13873" y="23456"/>
                  </a:lnTo>
                  <a:lnTo>
                    <a:pt x="13915" y="23456"/>
                  </a:lnTo>
                  <a:lnTo>
                    <a:pt x="13915" y="23414"/>
                  </a:lnTo>
                  <a:lnTo>
                    <a:pt x="13957" y="23352"/>
                  </a:lnTo>
                  <a:lnTo>
                    <a:pt x="13999" y="23352"/>
                  </a:lnTo>
                  <a:lnTo>
                    <a:pt x="14061" y="23435"/>
                  </a:lnTo>
                  <a:lnTo>
                    <a:pt x="14229" y="23435"/>
                  </a:lnTo>
                  <a:lnTo>
                    <a:pt x="14292" y="23393"/>
                  </a:lnTo>
                  <a:lnTo>
                    <a:pt x="14312" y="23414"/>
                  </a:lnTo>
                  <a:lnTo>
                    <a:pt x="14375" y="23414"/>
                  </a:lnTo>
                  <a:lnTo>
                    <a:pt x="14438" y="23352"/>
                  </a:lnTo>
                  <a:lnTo>
                    <a:pt x="14480" y="23289"/>
                  </a:lnTo>
                  <a:lnTo>
                    <a:pt x="14522" y="23289"/>
                  </a:lnTo>
                  <a:lnTo>
                    <a:pt x="14522" y="23226"/>
                  </a:lnTo>
                  <a:lnTo>
                    <a:pt x="14584" y="23205"/>
                  </a:lnTo>
                  <a:lnTo>
                    <a:pt x="14626" y="23226"/>
                  </a:lnTo>
                  <a:lnTo>
                    <a:pt x="14731" y="23352"/>
                  </a:lnTo>
                  <a:lnTo>
                    <a:pt x="14752" y="23414"/>
                  </a:lnTo>
                  <a:lnTo>
                    <a:pt x="14815" y="23414"/>
                  </a:lnTo>
                  <a:lnTo>
                    <a:pt x="14856" y="23352"/>
                  </a:lnTo>
                  <a:lnTo>
                    <a:pt x="14919" y="23331"/>
                  </a:lnTo>
                  <a:lnTo>
                    <a:pt x="14919" y="23226"/>
                  </a:lnTo>
                  <a:lnTo>
                    <a:pt x="14940" y="23226"/>
                  </a:lnTo>
                  <a:lnTo>
                    <a:pt x="14961" y="23247"/>
                  </a:lnTo>
                  <a:lnTo>
                    <a:pt x="15024" y="23247"/>
                  </a:lnTo>
                  <a:lnTo>
                    <a:pt x="15024" y="23205"/>
                  </a:lnTo>
                  <a:lnTo>
                    <a:pt x="15066" y="23205"/>
                  </a:lnTo>
                  <a:lnTo>
                    <a:pt x="15108" y="23226"/>
                  </a:lnTo>
                  <a:lnTo>
                    <a:pt x="15170" y="23226"/>
                  </a:lnTo>
                  <a:lnTo>
                    <a:pt x="15212" y="23184"/>
                  </a:lnTo>
                  <a:lnTo>
                    <a:pt x="15212" y="23121"/>
                  </a:lnTo>
                  <a:lnTo>
                    <a:pt x="15254" y="23100"/>
                  </a:lnTo>
                  <a:lnTo>
                    <a:pt x="15338" y="23100"/>
                  </a:lnTo>
                  <a:lnTo>
                    <a:pt x="15359" y="23080"/>
                  </a:lnTo>
                  <a:lnTo>
                    <a:pt x="15359" y="23017"/>
                  </a:lnTo>
                  <a:lnTo>
                    <a:pt x="15380" y="23017"/>
                  </a:lnTo>
                  <a:lnTo>
                    <a:pt x="15380" y="23080"/>
                  </a:lnTo>
                  <a:lnTo>
                    <a:pt x="15442" y="23100"/>
                  </a:lnTo>
                  <a:lnTo>
                    <a:pt x="15484" y="23038"/>
                  </a:lnTo>
                  <a:lnTo>
                    <a:pt x="15526" y="22975"/>
                  </a:lnTo>
                  <a:lnTo>
                    <a:pt x="15547" y="22975"/>
                  </a:lnTo>
                  <a:lnTo>
                    <a:pt x="15589" y="23038"/>
                  </a:lnTo>
                  <a:lnTo>
                    <a:pt x="15652" y="23080"/>
                  </a:lnTo>
                  <a:lnTo>
                    <a:pt x="15693" y="22975"/>
                  </a:lnTo>
                  <a:lnTo>
                    <a:pt x="15735" y="22975"/>
                  </a:lnTo>
                  <a:lnTo>
                    <a:pt x="15756" y="23017"/>
                  </a:lnTo>
                  <a:lnTo>
                    <a:pt x="15798" y="23038"/>
                  </a:lnTo>
                  <a:lnTo>
                    <a:pt x="15861" y="23038"/>
                  </a:lnTo>
                  <a:lnTo>
                    <a:pt x="15882" y="22975"/>
                  </a:lnTo>
                  <a:lnTo>
                    <a:pt x="15944" y="22933"/>
                  </a:lnTo>
                  <a:lnTo>
                    <a:pt x="16007" y="22933"/>
                  </a:lnTo>
                  <a:lnTo>
                    <a:pt x="16112" y="22891"/>
                  </a:lnTo>
                  <a:lnTo>
                    <a:pt x="16175" y="22891"/>
                  </a:lnTo>
                  <a:lnTo>
                    <a:pt x="16196" y="22933"/>
                  </a:lnTo>
                  <a:lnTo>
                    <a:pt x="16258" y="22933"/>
                  </a:lnTo>
                  <a:lnTo>
                    <a:pt x="16279" y="22870"/>
                  </a:lnTo>
                  <a:lnTo>
                    <a:pt x="16321" y="22808"/>
                  </a:lnTo>
                  <a:lnTo>
                    <a:pt x="16426" y="22808"/>
                  </a:lnTo>
                  <a:lnTo>
                    <a:pt x="16468" y="22766"/>
                  </a:lnTo>
                  <a:lnTo>
                    <a:pt x="16572" y="22724"/>
                  </a:lnTo>
                  <a:lnTo>
                    <a:pt x="16614" y="22703"/>
                  </a:lnTo>
                  <a:lnTo>
                    <a:pt x="16614" y="22661"/>
                  </a:lnTo>
                  <a:lnTo>
                    <a:pt x="16572" y="22577"/>
                  </a:lnTo>
                  <a:lnTo>
                    <a:pt x="16572" y="22515"/>
                  </a:lnTo>
                  <a:lnTo>
                    <a:pt x="16719" y="22577"/>
                  </a:lnTo>
                  <a:lnTo>
                    <a:pt x="16802" y="22619"/>
                  </a:lnTo>
                  <a:lnTo>
                    <a:pt x="16823" y="22682"/>
                  </a:lnTo>
                  <a:lnTo>
                    <a:pt x="16886" y="22703"/>
                  </a:lnTo>
                  <a:lnTo>
                    <a:pt x="16991" y="22619"/>
                  </a:lnTo>
                  <a:lnTo>
                    <a:pt x="16991" y="22536"/>
                  </a:lnTo>
                  <a:lnTo>
                    <a:pt x="16928" y="22515"/>
                  </a:lnTo>
                  <a:lnTo>
                    <a:pt x="16928" y="22473"/>
                  </a:lnTo>
                  <a:lnTo>
                    <a:pt x="17012" y="22431"/>
                  </a:lnTo>
                  <a:lnTo>
                    <a:pt x="17033" y="22494"/>
                  </a:lnTo>
                  <a:lnTo>
                    <a:pt x="17116" y="22515"/>
                  </a:lnTo>
                  <a:lnTo>
                    <a:pt x="17158" y="22410"/>
                  </a:lnTo>
                  <a:lnTo>
                    <a:pt x="17137" y="22326"/>
                  </a:lnTo>
                  <a:lnTo>
                    <a:pt x="17137" y="22264"/>
                  </a:lnTo>
                  <a:lnTo>
                    <a:pt x="17200" y="22264"/>
                  </a:lnTo>
                  <a:lnTo>
                    <a:pt x="17221" y="22305"/>
                  </a:lnTo>
                  <a:lnTo>
                    <a:pt x="17305" y="22326"/>
                  </a:lnTo>
                  <a:lnTo>
                    <a:pt x="17346" y="22284"/>
                  </a:lnTo>
                  <a:lnTo>
                    <a:pt x="17409" y="22264"/>
                  </a:lnTo>
                  <a:lnTo>
                    <a:pt x="17451" y="22264"/>
                  </a:lnTo>
                  <a:lnTo>
                    <a:pt x="17451" y="22180"/>
                  </a:lnTo>
                  <a:lnTo>
                    <a:pt x="17430" y="22117"/>
                  </a:lnTo>
                  <a:lnTo>
                    <a:pt x="17451" y="22096"/>
                  </a:lnTo>
                  <a:lnTo>
                    <a:pt x="17514" y="22117"/>
                  </a:lnTo>
                  <a:lnTo>
                    <a:pt x="17556" y="22180"/>
                  </a:lnTo>
                  <a:lnTo>
                    <a:pt x="17639" y="22159"/>
                  </a:lnTo>
                  <a:lnTo>
                    <a:pt x="17681" y="22096"/>
                  </a:lnTo>
                  <a:lnTo>
                    <a:pt x="17681" y="22012"/>
                  </a:lnTo>
                  <a:lnTo>
                    <a:pt x="17660" y="21992"/>
                  </a:lnTo>
                  <a:lnTo>
                    <a:pt x="17660" y="21950"/>
                  </a:lnTo>
                  <a:lnTo>
                    <a:pt x="17681" y="21908"/>
                  </a:lnTo>
                  <a:lnTo>
                    <a:pt x="17786" y="21908"/>
                  </a:lnTo>
                  <a:lnTo>
                    <a:pt x="17849" y="21950"/>
                  </a:lnTo>
                  <a:lnTo>
                    <a:pt x="17869" y="21887"/>
                  </a:lnTo>
                  <a:lnTo>
                    <a:pt x="17890" y="21845"/>
                  </a:lnTo>
                  <a:lnTo>
                    <a:pt x="17953" y="21866"/>
                  </a:lnTo>
                  <a:lnTo>
                    <a:pt x="17995" y="21908"/>
                  </a:lnTo>
                  <a:lnTo>
                    <a:pt x="18058" y="21950"/>
                  </a:lnTo>
                  <a:lnTo>
                    <a:pt x="18079" y="21908"/>
                  </a:lnTo>
                  <a:lnTo>
                    <a:pt x="18079" y="21866"/>
                  </a:lnTo>
                  <a:lnTo>
                    <a:pt x="18037" y="21803"/>
                  </a:lnTo>
                  <a:lnTo>
                    <a:pt x="18037" y="21761"/>
                  </a:lnTo>
                  <a:lnTo>
                    <a:pt x="18100" y="21699"/>
                  </a:lnTo>
                  <a:lnTo>
                    <a:pt x="18162" y="21740"/>
                  </a:lnTo>
                  <a:lnTo>
                    <a:pt x="18288" y="21699"/>
                  </a:lnTo>
                  <a:lnTo>
                    <a:pt x="18393" y="21636"/>
                  </a:lnTo>
                  <a:lnTo>
                    <a:pt x="18455" y="21531"/>
                  </a:lnTo>
                  <a:lnTo>
                    <a:pt x="18455" y="21489"/>
                  </a:lnTo>
                  <a:lnTo>
                    <a:pt x="18309" y="21552"/>
                  </a:lnTo>
                  <a:lnTo>
                    <a:pt x="18183" y="21552"/>
                  </a:lnTo>
                  <a:lnTo>
                    <a:pt x="18141" y="21531"/>
                  </a:lnTo>
                  <a:lnTo>
                    <a:pt x="17890" y="21531"/>
                  </a:lnTo>
                  <a:lnTo>
                    <a:pt x="17765" y="21489"/>
                  </a:lnTo>
                  <a:lnTo>
                    <a:pt x="17639" y="21447"/>
                  </a:lnTo>
                  <a:lnTo>
                    <a:pt x="17472" y="21427"/>
                  </a:lnTo>
                  <a:lnTo>
                    <a:pt x="17325" y="21280"/>
                  </a:lnTo>
                  <a:lnTo>
                    <a:pt x="17263" y="21238"/>
                  </a:lnTo>
                  <a:lnTo>
                    <a:pt x="17221" y="21238"/>
                  </a:lnTo>
                  <a:lnTo>
                    <a:pt x="17095" y="21301"/>
                  </a:lnTo>
                  <a:lnTo>
                    <a:pt x="17053" y="21259"/>
                  </a:lnTo>
                  <a:lnTo>
                    <a:pt x="17095" y="21217"/>
                  </a:lnTo>
                  <a:lnTo>
                    <a:pt x="17095" y="21175"/>
                  </a:lnTo>
                  <a:lnTo>
                    <a:pt x="17033" y="21238"/>
                  </a:lnTo>
                  <a:lnTo>
                    <a:pt x="16886" y="21343"/>
                  </a:lnTo>
                  <a:lnTo>
                    <a:pt x="16802" y="21385"/>
                  </a:lnTo>
                  <a:lnTo>
                    <a:pt x="16635" y="21385"/>
                  </a:lnTo>
                  <a:lnTo>
                    <a:pt x="16593" y="21427"/>
                  </a:lnTo>
                  <a:lnTo>
                    <a:pt x="16530" y="21385"/>
                  </a:lnTo>
                  <a:lnTo>
                    <a:pt x="16489" y="21364"/>
                  </a:lnTo>
                  <a:cubicBezTo>
                    <a:pt x="16489" y="21364"/>
                    <a:pt x="16426" y="21385"/>
                    <a:pt x="16405" y="21385"/>
                  </a:cubicBezTo>
                  <a:lnTo>
                    <a:pt x="16321" y="21385"/>
                  </a:lnTo>
                  <a:lnTo>
                    <a:pt x="16196" y="21531"/>
                  </a:lnTo>
                  <a:lnTo>
                    <a:pt x="16154" y="21594"/>
                  </a:lnTo>
                  <a:lnTo>
                    <a:pt x="16091" y="21531"/>
                  </a:lnTo>
                  <a:lnTo>
                    <a:pt x="16049" y="21489"/>
                  </a:lnTo>
                  <a:lnTo>
                    <a:pt x="15861" y="21489"/>
                  </a:lnTo>
                  <a:lnTo>
                    <a:pt x="15777" y="21468"/>
                  </a:lnTo>
                  <a:lnTo>
                    <a:pt x="15735" y="21489"/>
                  </a:lnTo>
                  <a:lnTo>
                    <a:pt x="15672" y="21447"/>
                  </a:lnTo>
                  <a:lnTo>
                    <a:pt x="15735" y="21364"/>
                  </a:lnTo>
                  <a:lnTo>
                    <a:pt x="15840" y="21364"/>
                  </a:lnTo>
                  <a:lnTo>
                    <a:pt x="15882" y="21427"/>
                  </a:lnTo>
                  <a:lnTo>
                    <a:pt x="15965" y="21447"/>
                  </a:lnTo>
                  <a:lnTo>
                    <a:pt x="16049" y="21385"/>
                  </a:lnTo>
                  <a:lnTo>
                    <a:pt x="16175" y="21364"/>
                  </a:lnTo>
                  <a:lnTo>
                    <a:pt x="16258" y="21280"/>
                  </a:lnTo>
                  <a:lnTo>
                    <a:pt x="16321" y="21280"/>
                  </a:lnTo>
                  <a:lnTo>
                    <a:pt x="16426" y="21322"/>
                  </a:lnTo>
                  <a:lnTo>
                    <a:pt x="16530" y="21280"/>
                  </a:lnTo>
                  <a:lnTo>
                    <a:pt x="16572" y="21238"/>
                  </a:lnTo>
                  <a:lnTo>
                    <a:pt x="16530" y="21175"/>
                  </a:lnTo>
                  <a:lnTo>
                    <a:pt x="16489" y="21175"/>
                  </a:lnTo>
                  <a:lnTo>
                    <a:pt x="16468" y="21134"/>
                  </a:lnTo>
                  <a:lnTo>
                    <a:pt x="16405" y="21134"/>
                  </a:lnTo>
                  <a:lnTo>
                    <a:pt x="16300" y="21155"/>
                  </a:lnTo>
                  <a:lnTo>
                    <a:pt x="16216" y="21134"/>
                  </a:lnTo>
                  <a:lnTo>
                    <a:pt x="16049" y="21134"/>
                  </a:lnTo>
                  <a:lnTo>
                    <a:pt x="15944" y="21155"/>
                  </a:lnTo>
                  <a:lnTo>
                    <a:pt x="15840" y="21155"/>
                  </a:lnTo>
                  <a:lnTo>
                    <a:pt x="15693" y="21134"/>
                  </a:lnTo>
                  <a:lnTo>
                    <a:pt x="15672" y="21071"/>
                  </a:lnTo>
                  <a:lnTo>
                    <a:pt x="15631" y="21050"/>
                  </a:lnTo>
                  <a:lnTo>
                    <a:pt x="15526" y="21071"/>
                  </a:lnTo>
                  <a:lnTo>
                    <a:pt x="15380" y="21071"/>
                  </a:lnTo>
                  <a:lnTo>
                    <a:pt x="15212" y="21175"/>
                  </a:lnTo>
                  <a:lnTo>
                    <a:pt x="15170" y="21155"/>
                  </a:lnTo>
                  <a:lnTo>
                    <a:pt x="15212" y="21071"/>
                  </a:lnTo>
                  <a:lnTo>
                    <a:pt x="15275" y="21008"/>
                  </a:lnTo>
                  <a:lnTo>
                    <a:pt x="15463" y="21008"/>
                  </a:lnTo>
                  <a:lnTo>
                    <a:pt x="15672" y="20903"/>
                  </a:lnTo>
                  <a:lnTo>
                    <a:pt x="15756" y="20841"/>
                  </a:lnTo>
                  <a:lnTo>
                    <a:pt x="15756" y="20757"/>
                  </a:lnTo>
                  <a:lnTo>
                    <a:pt x="15777" y="20715"/>
                  </a:lnTo>
                  <a:lnTo>
                    <a:pt x="15861" y="20715"/>
                  </a:lnTo>
                  <a:lnTo>
                    <a:pt x="15903" y="20694"/>
                  </a:lnTo>
                  <a:lnTo>
                    <a:pt x="15965" y="20611"/>
                  </a:lnTo>
                  <a:lnTo>
                    <a:pt x="15944" y="20548"/>
                  </a:lnTo>
                  <a:lnTo>
                    <a:pt x="15882" y="20506"/>
                  </a:lnTo>
                  <a:lnTo>
                    <a:pt x="15798" y="20485"/>
                  </a:lnTo>
                  <a:lnTo>
                    <a:pt x="15777" y="20443"/>
                  </a:lnTo>
                  <a:lnTo>
                    <a:pt x="15861" y="20401"/>
                  </a:lnTo>
                  <a:lnTo>
                    <a:pt x="15903" y="20401"/>
                  </a:lnTo>
                  <a:lnTo>
                    <a:pt x="15903" y="20422"/>
                  </a:lnTo>
                  <a:lnTo>
                    <a:pt x="15986" y="20443"/>
                  </a:lnTo>
                  <a:lnTo>
                    <a:pt x="16007" y="20422"/>
                  </a:lnTo>
                  <a:lnTo>
                    <a:pt x="15986" y="20380"/>
                  </a:lnTo>
                  <a:lnTo>
                    <a:pt x="15965" y="20339"/>
                  </a:lnTo>
                  <a:lnTo>
                    <a:pt x="15965" y="20234"/>
                  </a:lnTo>
                  <a:lnTo>
                    <a:pt x="16007" y="20276"/>
                  </a:lnTo>
                  <a:lnTo>
                    <a:pt x="16049" y="20318"/>
                  </a:lnTo>
                  <a:lnTo>
                    <a:pt x="16049" y="20401"/>
                  </a:lnTo>
                  <a:lnTo>
                    <a:pt x="16091" y="20506"/>
                  </a:lnTo>
                  <a:lnTo>
                    <a:pt x="16175" y="20548"/>
                  </a:lnTo>
                  <a:lnTo>
                    <a:pt x="16279" y="20527"/>
                  </a:lnTo>
                  <a:lnTo>
                    <a:pt x="16405" y="20527"/>
                  </a:lnTo>
                  <a:lnTo>
                    <a:pt x="16698" y="20401"/>
                  </a:lnTo>
                  <a:lnTo>
                    <a:pt x="16781" y="20401"/>
                  </a:lnTo>
                  <a:lnTo>
                    <a:pt x="16844" y="20380"/>
                  </a:lnTo>
                  <a:lnTo>
                    <a:pt x="16907" y="20297"/>
                  </a:lnTo>
                  <a:lnTo>
                    <a:pt x="16991" y="20276"/>
                  </a:lnTo>
                  <a:lnTo>
                    <a:pt x="17033" y="20171"/>
                  </a:lnTo>
                  <a:lnTo>
                    <a:pt x="16991" y="20067"/>
                  </a:lnTo>
                  <a:lnTo>
                    <a:pt x="16949" y="19983"/>
                  </a:lnTo>
                  <a:lnTo>
                    <a:pt x="16907" y="19983"/>
                  </a:lnTo>
                  <a:lnTo>
                    <a:pt x="16802" y="19920"/>
                  </a:lnTo>
                  <a:lnTo>
                    <a:pt x="16530" y="19857"/>
                  </a:lnTo>
                  <a:lnTo>
                    <a:pt x="16489" y="19857"/>
                  </a:lnTo>
                  <a:lnTo>
                    <a:pt x="16384" y="19899"/>
                  </a:lnTo>
                  <a:lnTo>
                    <a:pt x="16321" y="19857"/>
                  </a:lnTo>
                  <a:lnTo>
                    <a:pt x="16321" y="19732"/>
                  </a:lnTo>
                  <a:lnTo>
                    <a:pt x="16300" y="19690"/>
                  </a:lnTo>
                  <a:lnTo>
                    <a:pt x="16196" y="19753"/>
                  </a:lnTo>
                  <a:lnTo>
                    <a:pt x="16112" y="19753"/>
                  </a:lnTo>
                  <a:lnTo>
                    <a:pt x="16007" y="19815"/>
                  </a:lnTo>
                  <a:lnTo>
                    <a:pt x="15944" y="19815"/>
                  </a:lnTo>
                  <a:lnTo>
                    <a:pt x="15861" y="19774"/>
                  </a:lnTo>
                  <a:lnTo>
                    <a:pt x="15861" y="19690"/>
                  </a:lnTo>
                  <a:lnTo>
                    <a:pt x="15944" y="19753"/>
                  </a:lnTo>
                  <a:lnTo>
                    <a:pt x="16007" y="19690"/>
                  </a:lnTo>
                  <a:lnTo>
                    <a:pt x="16070" y="19648"/>
                  </a:lnTo>
                  <a:lnTo>
                    <a:pt x="16196" y="19648"/>
                  </a:lnTo>
                  <a:lnTo>
                    <a:pt x="16216" y="19585"/>
                  </a:lnTo>
                  <a:lnTo>
                    <a:pt x="16175" y="19523"/>
                  </a:lnTo>
                  <a:lnTo>
                    <a:pt x="16091" y="19418"/>
                  </a:lnTo>
                  <a:lnTo>
                    <a:pt x="16049" y="19376"/>
                  </a:lnTo>
                  <a:lnTo>
                    <a:pt x="15944" y="19376"/>
                  </a:lnTo>
                  <a:lnTo>
                    <a:pt x="15965" y="19355"/>
                  </a:lnTo>
                  <a:lnTo>
                    <a:pt x="16070" y="19292"/>
                  </a:lnTo>
                  <a:lnTo>
                    <a:pt x="16070" y="19251"/>
                  </a:lnTo>
                  <a:lnTo>
                    <a:pt x="16070" y="19146"/>
                  </a:lnTo>
                  <a:lnTo>
                    <a:pt x="16091" y="19104"/>
                  </a:lnTo>
                  <a:lnTo>
                    <a:pt x="16154" y="19167"/>
                  </a:lnTo>
                  <a:lnTo>
                    <a:pt x="16175" y="19313"/>
                  </a:lnTo>
                  <a:lnTo>
                    <a:pt x="16216" y="19355"/>
                  </a:lnTo>
                  <a:lnTo>
                    <a:pt x="16216" y="19418"/>
                  </a:lnTo>
                  <a:lnTo>
                    <a:pt x="16363" y="19543"/>
                  </a:lnTo>
                  <a:lnTo>
                    <a:pt x="16363" y="19585"/>
                  </a:lnTo>
                  <a:lnTo>
                    <a:pt x="16426" y="19669"/>
                  </a:lnTo>
                  <a:lnTo>
                    <a:pt x="16489" y="19690"/>
                  </a:lnTo>
                  <a:lnTo>
                    <a:pt x="16572" y="19669"/>
                  </a:lnTo>
                  <a:lnTo>
                    <a:pt x="16614" y="19648"/>
                  </a:lnTo>
                  <a:lnTo>
                    <a:pt x="16698" y="19690"/>
                  </a:lnTo>
                  <a:lnTo>
                    <a:pt x="16802" y="19669"/>
                  </a:lnTo>
                  <a:lnTo>
                    <a:pt x="16886" y="19648"/>
                  </a:lnTo>
                  <a:lnTo>
                    <a:pt x="16928" y="19690"/>
                  </a:lnTo>
                  <a:lnTo>
                    <a:pt x="16928" y="19774"/>
                  </a:lnTo>
                  <a:lnTo>
                    <a:pt x="17116" y="20004"/>
                  </a:lnTo>
                  <a:lnTo>
                    <a:pt x="17200" y="20067"/>
                  </a:lnTo>
                  <a:lnTo>
                    <a:pt x="17221" y="20004"/>
                  </a:lnTo>
                  <a:lnTo>
                    <a:pt x="17325" y="19983"/>
                  </a:lnTo>
                  <a:lnTo>
                    <a:pt x="17346" y="19983"/>
                  </a:lnTo>
                  <a:lnTo>
                    <a:pt x="17367" y="20025"/>
                  </a:lnTo>
                  <a:lnTo>
                    <a:pt x="17346" y="20108"/>
                  </a:lnTo>
                  <a:lnTo>
                    <a:pt x="17325" y="20213"/>
                  </a:lnTo>
                  <a:lnTo>
                    <a:pt x="17346" y="20339"/>
                  </a:lnTo>
                  <a:lnTo>
                    <a:pt x="17409" y="20422"/>
                  </a:lnTo>
                  <a:lnTo>
                    <a:pt x="17451" y="20527"/>
                  </a:lnTo>
                  <a:lnTo>
                    <a:pt x="17472" y="20715"/>
                  </a:lnTo>
                  <a:lnTo>
                    <a:pt x="17535" y="20757"/>
                  </a:lnTo>
                  <a:lnTo>
                    <a:pt x="17618" y="20841"/>
                  </a:lnTo>
                  <a:lnTo>
                    <a:pt x="17681" y="21029"/>
                  </a:lnTo>
                  <a:lnTo>
                    <a:pt x="17828" y="21134"/>
                  </a:lnTo>
                  <a:lnTo>
                    <a:pt x="17869" y="21175"/>
                  </a:lnTo>
                  <a:lnTo>
                    <a:pt x="17953" y="21155"/>
                  </a:lnTo>
                  <a:lnTo>
                    <a:pt x="18037" y="21134"/>
                  </a:lnTo>
                  <a:lnTo>
                    <a:pt x="18100" y="21134"/>
                  </a:lnTo>
                  <a:lnTo>
                    <a:pt x="18141" y="21113"/>
                  </a:lnTo>
                  <a:lnTo>
                    <a:pt x="18141" y="21029"/>
                  </a:lnTo>
                  <a:lnTo>
                    <a:pt x="18141" y="20903"/>
                  </a:lnTo>
                  <a:lnTo>
                    <a:pt x="18141" y="20757"/>
                  </a:lnTo>
                  <a:lnTo>
                    <a:pt x="18162" y="20652"/>
                  </a:lnTo>
                  <a:lnTo>
                    <a:pt x="18183" y="20611"/>
                  </a:lnTo>
                  <a:lnTo>
                    <a:pt x="18204" y="20611"/>
                  </a:lnTo>
                  <a:lnTo>
                    <a:pt x="18246" y="20652"/>
                  </a:lnTo>
                  <a:lnTo>
                    <a:pt x="18204" y="20736"/>
                  </a:lnTo>
                  <a:lnTo>
                    <a:pt x="18204" y="20820"/>
                  </a:lnTo>
                  <a:lnTo>
                    <a:pt x="18267" y="20924"/>
                  </a:lnTo>
                  <a:lnTo>
                    <a:pt x="18204" y="21008"/>
                  </a:lnTo>
                  <a:lnTo>
                    <a:pt x="18204" y="21071"/>
                  </a:lnTo>
                  <a:lnTo>
                    <a:pt x="18267" y="21113"/>
                  </a:lnTo>
                  <a:lnTo>
                    <a:pt x="18309" y="21071"/>
                  </a:lnTo>
                  <a:lnTo>
                    <a:pt x="18393" y="21050"/>
                  </a:lnTo>
                  <a:lnTo>
                    <a:pt x="18455" y="21071"/>
                  </a:lnTo>
                  <a:lnTo>
                    <a:pt x="18476" y="21134"/>
                  </a:lnTo>
                  <a:lnTo>
                    <a:pt x="18455" y="21175"/>
                  </a:lnTo>
                  <a:lnTo>
                    <a:pt x="18476" y="21217"/>
                  </a:lnTo>
                  <a:lnTo>
                    <a:pt x="18581" y="21217"/>
                  </a:lnTo>
                  <a:lnTo>
                    <a:pt x="18623" y="21155"/>
                  </a:lnTo>
                  <a:lnTo>
                    <a:pt x="18623" y="21071"/>
                  </a:lnTo>
                  <a:lnTo>
                    <a:pt x="18602" y="21008"/>
                  </a:lnTo>
                  <a:lnTo>
                    <a:pt x="18602" y="20820"/>
                  </a:lnTo>
                  <a:lnTo>
                    <a:pt x="18623" y="20736"/>
                  </a:lnTo>
                  <a:lnTo>
                    <a:pt x="18623" y="20631"/>
                  </a:lnTo>
                  <a:lnTo>
                    <a:pt x="18665" y="20590"/>
                  </a:lnTo>
                  <a:lnTo>
                    <a:pt x="18623" y="20527"/>
                  </a:lnTo>
                  <a:lnTo>
                    <a:pt x="18581" y="20527"/>
                  </a:lnTo>
                  <a:lnTo>
                    <a:pt x="18602" y="20485"/>
                  </a:lnTo>
                  <a:lnTo>
                    <a:pt x="18623" y="20422"/>
                  </a:lnTo>
                  <a:lnTo>
                    <a:pt x="18602" y="20401"/>
                  </a:lnTo>
                  <a:lnTo>
                    <a:pt x="18497" y="20443"/>
                  </a:lnTo>
                  <a:lnTo>
                    <a:pt x="18497" y="20401"/>
                  </a:lnTo>
                  <a:lnTo>
                    <a:pt x="18518" y="20339"/>
                  </a:lnTo>
                  <a:lnTo>
                    <a:pt x="18623" y="20318"/>
                  </a:lnTo>
                  <a:lnTo>
                    <a:pt x="18685" y="20276"/>
                  </a:lnTo>
                  <a:lnTo>
                    <a:pt x="18685" y="20171"/>
                  </a:lnTo>
                  <a:lnTo>
                    <a:pt x="18665" y="20108"/>
                  </a:lnTo>
                  <a:lnTo>
                    <a:pt x="18602" y="20129"/>
                  </a:lnTo>
                  <a:lnTo>
                    <a:pt x="18581" y="20087"/>
                  </a:lnTo>
                  <a:lnTo>
                    <a:pt x="18623" y="20004"/>
                  </a:lnTo>
                  <a:lnTo>
                    <a:pt x="18685" y="19899"/>
                  </a:lnTo>
                  <a:lnTo>
                    <a:pt x="18685" y="19857"/>
                  </a:lnTo>
                  <a:lnTo>
                    <a:pt x="18623" y="19857"/>
                  </a:lnTo>
                  <a:lnTo>
                    <a:pt x="18560" y="19899"/>
                  </a:lnTo>
                  <a:lnTo>
                    <a:pt x="18476" y="20025"/>
                  </a:lnTo>
                  <a:lnTo>
                    <a:pt x="18455" y="20171"/>
                  </a:lnTo>
                  <a:lnTo>
                    <a:pt x="18393" y="20192"/>
                  </a:lnTo>
                  <a:lnTo>
                    <a:pt x="18393" y="20129"/>
                  </a:lnTo>
                  <a:lnTo>
                    <a:pt x="18413" y="20004"/>
                  </a:lnTo>
                  <a:lnTo>
                    <a:pt x="18413" y="19962"/>
                  </a:lnTo>
                  <a:lnTo>
                    <a:pt x="18393" y="19899"/>
                  </a:lnTo>
                  <a:lnTo>
                    <a:pt x="18393" y="19857"/>
                  </a:lnTo>
                  <a:lnTo>
                    <a:pt x="18413" y="19774"/>
                  </a:lnTo>
                  <a:lnTo>
                    <a:pt x="18497" y="19690"/>
                  </a:lnTo>
                  <a:lnTo>
                    <a:pt x="18581" y="19648"/>
                  </a:lnTo>
                  <a:lnTo>
                    <a:pt x="18602" y="19564"/>
                  </a:lnTo>
                  <a:lnTo>
                    <a:pt x="18560" y="19502"/>
                  </a:lnTo>
                  <a:lnTo>
                    <a:pt x="18476" y="19502"/>
                  </a:lnTo>
                  <a:lnTo>
                    <a:pt x="18413" y="19564"/>
                  </a:lnTo>
                  <a:lnTo>
                    <a:pt x="18393" y="19606"/>
                  </a:lnTo>
                  <a:lnTo>
                    <a:pt x="18372" y="19648"/>
                  </a:lnTo>
                  <a:lnTo>
                    <a:pt x="18393" y="19543"/>
                  </a:lnTo>
                  <a:lnTo>
                    <a:pt x="18413" y="19481"/>
                  </a:lnTo>
                  <a:lnTo>
                    <a:pt x="18393" y="19460"/>
                  </a:lnTo>
                  <a:lnTo>
                    <a:pt x="18351" y="19481"/>
                  </a:lnTo>
                  <a:lnTo>
                    <a:pt x="18246" y="19564"/>
                  </a:lnTo>
                  <a:lnTo>
                    <a:pt x="18162" y="19648"/>
                  </a:lnTo>
                  <a:lnTo>
                    <a:pt x="18162" y="19606"/>
                  </a:lnTo>
                  <a:lnTo>
                    <a:pt x="18183" y="19543"/>
                  </a:lnTo>
                  <a:lnTo>
                    <a:pt x="18246" y="19460"/>
                  </a:lnTo>
                  <a:lnTo>
                    <a:pt x="18288" y="19397"/>
                  </a:lnTo>
                  <a:lnTo>
                    <a:pt x="18351" y="19292"/>
                  </a:lnTo>
                  <a:lnTo>
                    <a:pt x="18351" y="19271"/>
                  </a:lnTo>
                  <a:lnTo>
                    <a:pt x="18288" y="19230"/>
                  </a:lnTo>
                  <a:lnTo>
                    <a:pt x="18267" y="19167"/>
                  </a:lnTo>
                  <a:lnTo>
                    <a:pt x="18204" y="19167"/>
                  </a:lnTo>
                  <a:lnTo>
                    <a:pt x="18162" y="19125"/>
                  </a:lnTo>
                  <a:lnTo>
                    <a:pt x="18141" y="19041"/>
                  </a:lnTo>
                  <a:lnTo>
                    <a:pt x="18079" y="19020"/>
                  </a:lnTo>
                  <a:lnTo>
                    <a:pt x="17995" y="18937"/>
                  </a:lnTo>
                  <a:lnTo>
                    <a:pt x="17953" y="18937"/>
                  </a:lnTo>
                  <a:lnTo>
                    <a:pt x="17932" y="18916"/>
                  </a:lnTo>
                  <a:lnTo>
                    <a:pt x="17869" y="18916"/>
                  </a:lnTo>
                  <a:lnTo>
                    <a:pt x="17869" y="18853"/>
                  </a:lnTo>
                  <a:lnTo>
                    <a:pt x="17849" y="18811"/>
                  </a:lnTo>
                  <a:lnTo>
                    <a:pt x="17660" y="18665"/>
                  </a:lnTo>
                  <a:lnTo>
                    <a:pt x="17639" y="18623"/>
                  </a:lnTo>
                  <a:lnTo>
                    <a:pt x="17535" y="18560"/>
                  </a:lnTo>
                  <a:lnTo>
                    <a:pt x="17430" y="18560"/>
                  </a:lnTo>
                  <a:lnTo>
                    <a:pt x="17325" y="18602"/>
                  </a:lnTo>
                  <a:lnTo>
                    <a:pt x="17242" y="18707"/>
                  </a:lnTo>
                  <a:lnTo>
                    <a:pt x="17242" y="18644"/>
                  </a:lnTo>
                  <a:lnTo>
                    <a:pt x="17221" y="18560"/>
                  </a:lnTo>
                  <a:lnTo>
                    <a:pt x="17053" y="18518"/>
                  </a:lnTo>
                  <a:lnTo>
                    <a:pt x="16949" y="18518"/>
                  </a:lnTo>
                  <a:lnTo>
                    <a:pt x="16844" y="18539"/>
                  </a:lnTo>
                  <a:lnTo>
                    <a:pt x="16823" y="18518"/>
                  </a:lnTo>
                  <a:lnTo>
                    <a:pt x="16907" y="18434"/>
                  </a:lnTo>
                  <a:lnTo>
                    <a:pt x="16949" y="18476"/>
                  </a:lnTo>
                  <a:lnTo>
                    <a:pt x="17137" y="18476"/>
                  </a:lnTo>
                  <a:lnTo>
                    <a:pt x="17221" y="18497"/>
                  </a:lnTo>
                  <a:lnTo>
                    <a:pt x="17325" y="18497"/>
                  </a:lnTo>
                  <a:lnTo>
                    <a:pt x="17430" y="18476"/>
                  </a:lnTo>
                  <a:lnTo>
                    <a:pt x="17472" y="18393"/>
                  </a:lnTo>
                  <a:lnTo>
                    <a:pt x="17514" y="18204"/>
                  </a:lnTo>
                  <a:lnTo>
                    <a:pt x="17472" y="18121"/>
                  </a:lnTo>
                  <a:lnTo>
                    <a:pt x="17451" y="18100"/>
                  </a:lnTo>
                  <a:lnTo>
                    <a:pt x="17409" y="18100"/>
                  </a:lnTo>
                  <a:lnTo>
                    <a:pt x="17263" y="17995"/>
                  </a:lnTo>
                  <a:lnTo>
                    <a:pt x="17221" y="17974"/>
                  </a:lnTo>
                  <a:lnTo>
                    <a:pt x="17158" y="17974"/>
                  </a:lnTo>
                  <a:lnTo>
                    <a:pt x="17053" y="18058"/>
                  </a:lnTo>
                  <a:lnTo>
                    <a:pt x="17012" y="18058"/>
                  </a:lnTo>
                  <a:lnTo>
                    <a:pt x="16928" y="18079"/>
                  </a:lnTo>
                  <a:lnTo>
                    <a:pt x="16886" y="18162"/>
                  </a:lnTo>
                  <a:lnTo>
                    <a:pt x="16844" y="18162"/>
                  </a:lnTo>
                  <a:lnTo>
                    <a:pt x="16844" y="18079"/>
                  </a:lnTo>
                  <a:lnTo>
                    <a:pt x="16823" y="18016"/>
                  </a:lnTo>
                  <a:lnTo>
                    <a:pt x="16781" y="18016"/>
                  </a:lnTo>
                  <a:lnTo>
                    <a:pt x="16635" y="18058"/>
                  </a:lnTo>
                  <a:lnTo>
                    <a:pt x="16593" y="18079"/>
                  </a:lnTo>
                  <a:lnTo>
                    <a:pt x="16530" y="18079"/>
                  </a:lnTo>
                  <a:lnTo>
                    <a:pt x="16572" y="18058"/>
                  </a:lnTo>
                  <a:lnTo>
                    <a:pt x="16677" y="17995"/>
                  </a:lnTo>
                  <a:lnTo>
                    <a:pt x="16781" y="17974"/>
                  </a:lnTo>
                  <a:lnTo>
                    <a:pt x="16802" y="17911"/>
                  </a:lnTo>
                  <a:lnTo>
                    <a:pt x="16781" y="17870"/>
                  </a:lnTo>
                  <a:lnTo>
                    <a:pt x="16719" y="17849"/>
                  </a:lnTo>
                  <a:lnTo>
                    <a:pt x="16677" y="17870"/>
                  </a:lnTo>
                  <a:lnTo>
                    <a:pt x="16719" y="17807"/>
                  </a:lnTo>
                  <a:lnTo>
                    <a:pt x="16781" y="17807"/>
                  </a:lnTo>
                  <a:lnTo>
                    <a:pt x="16823" y="17849"/>
                  </a:lnTo>
                  <a:lnTo>
                    <a:pt x="16928" y="17953"/>
                  </a:lnTo>
                  <a:lnTo>
                    <a:pt x="17012" y="17974"/>
                  </a:lnTo>
                  <a:lnTo>
                    <a:pt x="17095" y="17953"/>
                  </a:lnTo>
                  <a:lnTo>
                    <a:pt x="17200" y="17870"/>
                  </a:lnTo>
                  <a:lnTo>
                    <a:pt x="17367" y="17870"/>
                  </a:lnTo>
                  <a:lnTo>
                    <a:pt x="17430" y="17786"/>
                  </a:lnTo>
                  <a:lnTo>
                    <a:pt x="17472" y="17765"/>
                  </a:lnTo>
                  <a:lnTo>
                    <a:pt x="17514" y="17702"/>
                  </a:lnTo>
                  <a:lnTo>
                    <a:pt x="17472" y="17639"/>
                  </a:lnTo>
                  <a:lnTo>
                    <a:pt x="17409" y="17577"/>
                  </a:lnTo>
                  <a:lnTo>
                    <a:pt x="17263" y="17556"/>
                  </a:lnTo>
                  <a:lnTo>
                    <a:pt x="17200" y="17493"/>
                  </a:lnTo>
                  <a:lnTo>
                    <a:pt x="17137" y="17451"/>
                  </a:lnTo>
                  <a:lnTo>
                    <a:pt x="17033" y="17451"/>
                  </a:lnTo>
                  <a:lnTo>
                    <a:pt x="16928" y="17430"/>
                  </a:lnTo>
                  <a:lnTo>
                    <a:pt x="16844" y="17451"/>
                  </a:lnTo>
                  <a:lnTo>
                    <a:pt x="16823" y="17493"/>
                  </a:lnTo>
                  <a:lnTo>
                    <a:pt x="16740" y="17556"/>
                  </a:lnTo>
                  <a:lnTo>
                    <a:pt x="16677" y="17535"/>
                  </a:lnTo>
                  <a:lnTo>
                    <a:pt x="16593" y="17493"/>
                  </a:lnTo>
                  <a:lnTo>
                    <a:pt x="16489" y="17493"/>
                  </a:lnTo>
                  <a:lnTo>
                    <a:pt x="16468" y="17556"/>
                  </a:lnTo>
                  <a:lnTo>
                    <a:pt x="16426" y="17598"/>
                  </a:lnTo>
                  <a:lnTo>
                    <a:pt x="16384" y="17577"/>
                  </a:lnTo>
                  <a:lnTo>
                    <a:pt x="16321" y="17535"/>
                  </a:lnTo>
                  <a:lnTo>
                    <a:pt x="16300" y="17535"/>
                  </a:lnTo>
                  <a:lnTo>
                    <a:pt x="16279" y="17472"/>
                  </a:lnTo>
                  <a:lnTo>
                    <a:pt x="16321" y="17430"/>
                  </a:lnTo>
                  <a:lnTo>
                    <a:pt x="16426" y="17388"/>
                  </a:lnTo>
                  <a:lnTo>
                    <a:pt x="16572" y="17430"/>
                  </a:lnTo>
                  <a:lnTo>
                    <a:pt x="16740" y="17430"/>
                  </a:lnTo>
                  <a:lnTo>
                    <a:pt x="16802" y="17367"/>
                  </a:lnTo>
                  <a:lnTo>
                    <a:pt x="16802" y="17326"/>
                  </a:lnTo>
                  <a:lnTo>
                    <a:pt x="16740" y="17221"/>
                  </a:lnTo>
                  <a:lnTo>
                    <a:pt x="16635" y="17137"/>
                  </a:lnTo>
                  <a:lnTo>
                    <a:pt x="16530" y="17074"/>
                  </a:lnTo>
                  <a:lnTo>
                    <a:pt x="16489" y="17012"/>
                  </a:lnTo>
                  <a:lnTo>
                    <a:pt x="16489" y="16907"/>
                  </a:lnTo>
                  <a:lnTo>
                    <a:pt x="16509" y="16865"/>
                  </a:lnTo>
                  <a:lnTo>
                    <a:pt x="16572" y="16907"/>
                  </a:lnTo>
                  <a:lnTo>
                    <a:pt x="16593" y="16949"/>
                  </a:lnTo>
                  <a:lnTo>
                    <a:pt x="16593" y="17012"/>
                  </a:lnTo>
                  <a:lnTo>
                    <a:pt x="16677" y="17054"/>
                  </a:lnTo>
                  <a:lnTo>
                    <a:pt x="16802" y="17158"/>
                  </a:lnTo>
                  <a:lnTo>
                    <a:pt x="16823" y="17221"/>
                  </a:lnTo>
                  <a:lnTo>
                    <a:pt x="16886" y="17242"/>
                  </a:lnTo>
                  <a:lnTo>
                    <a:pt x="16928" y="17242"/>
                  </a:lnTo>
                  <a:lnTo>
                    <a:pt x="17012" y="17326"/>
                  </a:lnTo>
                  <a:lnTo>
                    <a:pt x="17095" y="17326"/>
                  </a:lnTo>
                  <a:lnTo>
                    <a:pt x="17200" y="17284"/>
                  </a:lnTo>
                  <a:lnTo>
                    <a:pt x="17263" y="17242"/>
                  </a:lnTo>
                  <a:lnTo>
                    <a:pt x="17346" y="17221"/>
                  </a:lnTo>
                  <a:lnTo>
                    <a:pt x="17409" y="17158"/>
                  </a:lnTo>
                  <a:lnTo>
                    <a:pt x="17472" y="17116"/>
                  </a:lnTo>
                  <a:lnTo>
                    <a:pt x="17556" y="17074"/>
                  </a:lnTo>
                  <a:lnTo>
                    <a:pt x="17606" y="17074"/>
                  </a:lnTo>
                  <a:lnTo>
                    <a:pt x="17618" y="17116"/>
                  </a:lnTo>
                  <a:lnTo>
                    <a:pt x="17618" y="17074"/>
                  </a:lnTo>
                  <a:lnTo>
                    <a:pt x="17618" y="17033"/>
                  </a:lnTo>
                  <a:lnTo>
                    <a:pt x="17577" y="16970"/>
                  </a:lnTo>
                  <a:lnTo>
                    <a:pt x="17588" y="17010"/>
                  </a:lnTo>
                  <a:lnTo>
                    <a:pt x="17472" y="16844"/>
                  </a:lnTo>
                  <a:lnTo>
                    <a:pt x="17409" y="16802"/>
                  </a:lnTo>
                  <a:lnTo>
                    <a:pt x="17409" y="16740"/>
                  </a:lnTo>
                  <a:lnTo>
                    <a:pt x="17430" y="16719"/>
                  </a:lnTo>
                  <a:lnTo>
                    <a:pt x="17472" y="16719"/>
                  </a:lnTo>
                  <a:lnTo>
                    <a:pt x="17535" y="16761"/>
                  </a:lnTo>
                  <a:lnTo>
                    <a:pt x="17535" y="16823"/>
                  </a:lnTo>
                  <a:lnTo>
                    <a:pt x="17577" y="16865"/>
                  </a:lnTo>
                  <a:lnTo>
                    <a:pt x="17681" y="17074"/>
                  </a:lnTo>
                  <a:lnTo>
                    <a:pt x="17869" y="17284"/>
                  </a:lnTo>
                  <a:lnTo>
                    <a:pt x="17890" y="17326"/>
                  </a:lnTo>
                  <a:lnTo>
                    <a:pt x="17932" y="17263"/>
                  </a:lnTo>
                  <a:lnTo>
                    <a:pt x="17932" y="17179"/>
                  </a:lnTo>
                  <a:lnTo>
                    <a:pt x="17953" y="17012"/>
                  </a:lnTo>
                  <a:lnTo>
                    <a:pt x="17953" y="16907"/>
                  </a:lnTo>
                  <a:lnTo>
                    <a:pt x="17995" y="16844"/>
                  </a:lnTo>
                  <a:lnTo>
                    <a:pt x="18058" y="16844"/>
                  </a:lnTo>
                  <a:lnTo>
                    <a:pt x="18100" y="16865"/>
                  </a:lnTo>
                  <a:lnTo>
                    <a:pt x="18100" y="16949"/>
                  </a:lnTo>
                  <a:lnTo>
                    <a:pt x="18141" y="17012"/>
                  </a:lnTo>
                  <a:lnTo>
                    <a:pt x="18183" y="17012"/>
                  </a:lnTo>
                  <a:lnTo>
                    <a:pt x="18372" y="17074"/>
                  </a:lnTo>
                  <a:lnTo>
                    <a:pt x="18518" y="17179"/>
                  </a:lnTo>
                  <a:lnTo>
                    <a:pt x="18602" y="17221"/>
                  </a:lnTo>
                  <a:lnTo>
                    <a:pt x="18665" y="17179"/>
                  </a:lnTo>
                  <a:lnTo>
                    <a:pt x="18706" y="17179"/>
                  </a:lnTo>
                  <a:lnTo>
                    <a:pt x="18769" y="17221"/>
                  </a:lnTo>
                  <a:lnTo>
                    <a:pt x="18769" y="17263"/>
                  </a:lnTo>
                  <a:lnTo>
                    <a:pt x="18602" y="17284"/>
                  </a:lnTo>
                  <a:lnTo>
                    <a:pt x="18581" y="17326"/>
                  </a:lnTo>
                  <a:lnTo>
                    <a:pt x="18476" y="17221"/>
                  </a:lnTo>
                  <a:lnTo>
                    <a:pt x="18288" y="17116"/>
                  </a:lnTo>
                  <a:lnTo>
                    <a:pt x="18246" y="17074"/>
                  </a:lnTo>
                  <a:lnTo>
                    <a:pt x="18204" y="17054"/>
                  </a:lnTo>
                  <a:lnTo>
                    <a:pt x="18162" y="17054"/>
                  </a:lnTo>
                  <a:lnTo>
                    <a:pt x="18121" y="17074"/>
                  </a:lnTo>
                  <a:lnTo>
                    <a:pt x="18121" y="17137"/>
                  </a:lnTo>
                  <a:lnTo>
                    <a:pt x="18183" y="17221"/>
                  </a:lnTo>
                  <a:lnTo>
                    <a:pt x="18413" y="17430"/>
                  </a:lnTo>
                  <a:lnTo>
                    <a:pt x="18518" y="17535"/>
                  </a:lnTo>
                  <a:lnTo>
                    <a:pt x="18685" y="17598"/>
                  </a:lnTo>
                  <a:lnTo>
                    <a:pt x="18790" y="17681"/>
                  </a:lnTo>
                  <a:lnTo>
                    <a:pt x="18832" y="17702"/>
                  </a:lnTo>
                  <a:lnTo>
                    <a:pt x="18916" y="17681"/>
                  </a:lnTo>
                  <a:lnTo>
                    <a:pt x="18937" y="17639"/>
                  </a:lnTo>
                  <a:lnTo>
                    <a:pt x="18999" y="17556"/>
                  </a:lnTo>
                  <a:lnTo>
                    <a:pt x="19125" y="17556"/>
                  </a:lnTo>
                  <a:lnTo>
                    <a:pt x="19167" y="17493"/>
                  </a:lnTo>
                  <a:lnTo>
                    <a:pt x="19167" y="17430"/>
                  </a:lnTo>
                  <a:lnTo>
                    <a:pt x="19250" y="17367"/>
                  </a:lnTo>
                  <a:lnTo>
                    <a:pt x="19313" y="17367"/>
                  </a:lnTo>
                  <a:lnTo>
                    <a:pt x="19376" y="17388"/>
                  </a:lnTo>
                  <a:lnTo>
                    <a:pt x="19460" y="17430"/>
                  </a:lnTo>
                  <a:lnTo>
                    <a:pt x="19564" y="17388"/>
                  </a:lnTo>
                  <a:lnTo>
                    <a:pt x="19669" y="17388"/>
                  </a:lnTo>
                  <a:lnTo>
                    <a:pt x="19690" y="17346"/>
                  </a:lnTo>
                  <a:lnTo>
                    <a:pt x="19732" y="17221"/>
                  </a:lnTo>
                  <a:lnTo>
                    <a:pt x="19732" y="17116"/>
                  </a:lnTo>
                  <a:lnTo>
                    <a:pt x="19774" y="17033"/>
                  </a:lnTo>
                  <a:lnTo>
                    <a:pt x="19857" y="16907"/>
                  </a:lnTo>
                  <a:lnTo>
                    <a:pt x="19857" y="16823"/>
                  </a:lnTo>
                  <a:lnTo>
                    <a:pt x="19836" y="16761"/>
                  </a:lnTo>
                  <a:lnTo>
                    <a:pt x="19753" y="16740"/>
                  </a:lnTo>
                  <a:lnTo>
                    <a:pt x="19648" y="16761"/>
                  </a:lnTo>
                  <a:lnTo>
                    <a:pt x="19627" y="16802"/>
                  </a:lnTo>
                  <a:lnTo>
                    <a:pt x="19585" y="16761"/>
                  </a:lnTo>
                  <a:lnTo>
                    <a:pt x="19543" y="16761"/>
                  </a:lnTo>
                  <a:lnTo>
                    <a:pt x="19522" y="16802"/>
                  </a:lnTo>
                  <a:lnTo>
                    <a:pt x="19439" y="16740"/>
                  </a:lnTo>
                  <a:lnTo>
                    <a:pt x="19376" y="16656"/>
                  </a:lnTo>
                  <a:lnTo>
                    <a:pt x="19334" y="16614"/>
                  </a:lnTo>
                  <a:lnTo>
                    <a:pt x="19313" y="16530"/>
                  </a:lnTo>
                  <a:lnTo>
                    <a:pt x="19271" y="16530"/>
                  </a:lnTo>
                  <a:lnTo>
                    <a:pt x="19250" y="16614"/>
                  </a:lnTo>
                  <a:lnTo>
                    <a:pt x="19250" y="16719"/>
                  </a:lnTo>
                  <a:lnTo>
                    <a:pt x="19313" y="16740"/>
                  </a:lnTo>
                  <a:lnTo>
                    <a:pt x="19313" y="16823"/>
                  </a:lnTo>
                  <a:lnTo>
                    <a:pt x="19250" y="16907"/>
                  </a:lnTo>
                  <a:lnTo>
                    <a:pt x="19229" y="17012"/>
                  </a:lnTo>
                  <a:lnTo>
                    <a:pt x="19209" y="16949"/>
                  </a:lnTo>
                  <a:lnTo>
                    <a:pt x="19229" y="16823"/>
                  </a:lnTo>
                  <a:lnTo>
                    <a:pt x="19209" y="16719"/>
                  </a:lnTo>
                  <a:lnTo>
                    <a:pt x="19146" y="16698"/>
                  </a:lnTo>
                  <a:lnTo>
                    <a:pt x="19125" y="16551"/>
                  </a:lnTo>
                  <a:lnTo>
                    <a:pt x="19062" y="16530"/>
                  </a:lnTo>
                  <a:lnTo>
                    <a:pt x="19041" y="16489"/>
                  </a:lnTo>
                  <a:lnTo>
                    <a:pt x="19041" y="16447"/>
                  </a:lnTo>
                  <a:lnTo>
                    <a:pt x="19104" y="16426"/>
                  </a:lnTo>
                  <a:lnTo>
                    <a:pt x="19161" y="16311"/>
                  </a:lnTo>
                  <a:lnTo>
                    <a:pt x="19146" y="16279"/>
                  </a:lnTo>
                  <a:lnTo>
                    <a:pt x="19104" y="16238"/>
                  </a:lnTo>
                  <a:lnTo>
                    <a:pt x="19146" y="16217"/>
                  </a:lnTo>
                  <a:lnTo>
                    <a:pt x="19229" y="16217"/>
                  </a:lnTo>
                  <a:lnTo>
                    <a:pt x="19271" y="16175"/>
                  </a:lnTo>
                  <a:lnTo>
                    <a:pt x="19313" y="16091"/>
                  </a:lnTo>
                  <a:lnTo>
                    <a:pt x="19313" y="15966"/>
                  </a:lnTo>
                  <a:lnTo>
                    <a:pt x="19271" y="15903"/>
                  </a:lnTo>
                  <a:lnTo>
                    <a:pt x="19271" y="15861"/>
                  </a:lnTo>
                  <a:lnTo>
                    <a:pt x="19334" y="15861"/>
                  </a:lnTo>
                  <a:lnTo>
                    <a:pt x="19376" y="15903"/>
                  </a:lnTo>
                  <a:lnTo>
                    <a:pt x="19439" y="15986"/>
                  </a:lnTo>
                  <a:lnTo>
                    <a:pt x="19481" y="16007"/>
                  </a:lnTo>
                  <a:lnTo>
                    <a:pt x="19564" y="16007"/>
                  </a:lnTo>
                  <a:lnTo>
                    <a:pt x="19648" y="15966"/>
                  </a:lnTo>
                  <a:lnTo>
                    <a:pt x="19732" y="15986"/>
                  </a:lnTo>
                  <a:lnTo>
                    <a:pt x="19794" y="16028"/>
                  </a:lnTo>
                  <a:lnTo>
                    <a:pt x="19899" y="16070"/>
                  </a:lnTo>
                  <a:lnTo>
                    <a:pt x="20046" y="16175"/>
                  </a:lnTo>
                  <a:lnTo>
                    <a:pt x="20046" y="16238"/>
                  </a:lnTo>
                  <a:lnTo>
                    <a:pt x="20066" y="16321"/>
                  </a:lnTo>
                  <a:lnTo>
                    <a:pt x="20108" y="16384"/>
                  </a:lnTo>
                  <a:lnTo>
                    <a:pt x="20150" y="16447"/>
                  </a:lnTo>
                  <a:lnTo>
                    <a:pt x="20192" y="16489"/>
                  </a:lnTo>
                  <a:lnTo>
                    <a:pt x="20318" y="16405"/>
                  </a:lnTo>
                  <a:lnTo>
                    <a:pt x="20422" y="16238"/>
                  </a:lnTo>
                  <a:lnTo>
                    <a:pt x="20485" y="16133"/>
                  </a:lnTo>
                  <a:lnTo>
                    <a:pt x="20422" y="16091"/>
                  </a:lnTo>
                  <a:lnTo>
                    <a:pt x="20401" y="15986"/>
                  </a:lnTo>
                  <a:lnTo>
                    <a:pt x="20464" y="15924"/>
                  </a:lnTo>
                  <a:lnTo>
                    <a:pt x="20464" y="15882"/>
                  </a:lnTo>
                  <a:lnTo>
                    <a:pt x="20359" y="15861"/>
                  </a:lnTo>
                  <a:lnTo>
                    <a:pt x="20276" y="15903"/>
                  </a:lnTo>
                  <a:lnTo>
                    <a:pt x="20255" y="15966"/>
                  </a:lnTo>
                  <a:lnTo>
                    <a:pt x="20108" y="15882"/>
                  </a:lnTo>
                  <a:lnTo>
                    <a:pt x="20046" y="15777"/>
                  </a:lnTo>
                  <a:lnTo>
                    <a:pt x="19899" y="15756"/>
                  </a:lnTo>
                  <a:lnTo>
                    <a:pt x="19857" y="15777"/>
                  </a:lnTo>
                  <a:lnTo>
                    <a:pt x="19794" y="15714"/>
                  </a:lnTo>
                  <a:lnTo>
                    <a:pt x="19794" y="15673"/>
                  </a:lnTo>
                  <a:lnTo>
                    <a:pt x="19857" y="15673"/>
                  </a:lnTo>
                  <a:lnTo>
                    <a:pt x="19899" y="15589"/>
                  </a:lnTo>
                  <a:lnTo>
                    <a:pt x="19941" y="15401"/>
                  </a:lnTo>
                  <a:lnTo>
                    <a:pt x="19962" y="15380"/>
                  </a:lnTo>
                  <a:lnTo>
                    <a:pt x="19962" y="15296"/>
                  </a:lnTo>
                  <a:lnTo>
                    <a:pt x="19836" y="15254"/>
                  </a:lnTo>
                  <a:lnTo>
                    <a:pt x="19774" y="15254"/>
                  </a:lnTo>
                  <a:lnTo>
                    <a:pt x="19669" y="15359"/>
                  </a:lnTo>
                  <a:lnTo>
                    <a:pt x="19564" y="15380"/>
                  </a:lnTo>
                  <a:lnTo>
                    <a:pt x="19460" y="15359"/>
                  </a:lnTo>
                  <a:lnTo>
                    <a:pt x="19439" y="15296"/>
                  </a:lnTo>
                  <a:lnTo>
                    <a:pt x="19418" y="15191"/>
                  </a:lnTo>
                  <a:lnTo>
                    <a:pt x="19376" y="15149"/>
                  </a:lnTo>
                  <a:lnTo>
                    <a:pt x="19376" y="15066"/>
                  </a:lnTo>
                  <a:lnTo>
                    <a:pt x="19460" y="15129"/>
                  </a:lnTo>
                  <a:lnTo>
                    <a:pt x="19481" y="15170"/>
                  </a:lnTo>
                  <a:lnTo>
                    <a:pt x="19460" y="15233"/>
                  </a:lnTo>
                  <a:lnTo>
                    <a:pt x="19481" y="15296"/>
                  </a:lnTo>
                  <a:lnTo>
                    <a:pt x="19564" y="15359"/>
                  </a:lnTo>
                  <a:lnTo>
                    <a:pt x="19648" y="15359"/>
                  </a:lnTo>
                  <a:lnTo>
                    <a:pt x="19753" y="15254"/>
                  </a:lnTo>
                  <a:lnTo>
                    <a:pt x="19836" y="15233"/>
                  </a:lnTo>
                  <a:lnTo>
                    <a:pt x="19941" y="15233"/>
                  </a:lnTo>
                  <a:lnTo>
                    <a:pt x="19983" y="15275"/>
                  </a:lnTo>
                  <a:lnTo>
                    <a:pt x="20046" y="15275"/>
                  </a:lnTo>
                  <a:lnTo>
                    <a:pt x="20066" y="15233"/>
                  </a:lnTo>
                  <a:lnTo>
                    <a:pt x="20046" y="15170"/>
                  </a:lnTo>
                  <a:lnTo>
                    <a:pt x="19836" y="14961"/>
                  </a:lnTo>
                  <a:lnTo>
                    <a:pt x="19669" y="14836"/>
                  </a:lnTo>
                  <a:lnTo>
                    <a:pt x="19522" y="14836"/>
                  </a:lnTo>
                  <a:lnTo>
                    <a:pt x="19355" y="14752"/>
                  </a:lnTo>
                  <a:lnTo>
                    <a:pt x="19271" y="14647"/>
                  </a:lnTo>
                  <a:lnTo>
                    <a:pt x="19271" y="14564"/>
                  </a:lnTo>
                  <a:lnTo>
                    <a:pt x="19271" y="14522"/>
                  </a:lnTo>
                  <a:lnTo>
                    <a:pt x="19334" y="14564"/>
                  </a:lnTo>
                  <a:lnTo>
                    <a:pt x="19376" y="14668"/>
                  </a:lnTo>
                  <a:lnTo>
                    <a:pt x="19460" y="14731"/>
                  </a:lnTo>
                  <a:lnTo>
                    <a:pt x="19585" y="14731"/>
                  </a:lnTo>
                  <a:lnTo>
                    <a:pt x="19627" y="14668"/>
                  </a:lnTo>
                  <a:lnTo>
                    <a:pt x="19627" y="14626"/>
                  </a:lnTo>
                  <a:lnTo>
                    <a:pt x="19522" y="14522"/>
                  </a:lnTo>
                  <a:lnTo>
                    <a:pt x="19481" y="14459"/>
                  </a:lnTo>
                  <a:lnTo>
                    <a:pt x="19481" y="14438"/>
                  </a:lnTo>
                  <a:lnTo>
                    <a:pt x="19522" y="14438"/>
                  </a:lnTo>
                  <a:lnTo>
                    <a:pt x="19564" y="14459"/>
                  </a:lnTo>
                  <a:lnTo>
                    <a:pt x="19690" y="14626"/>
                  </a:lnTo>
                  <a:lnTo>
                    <a:pt x="19753" y="14731"/>
                  </a:lnTo>
                  <a:lnTo>
                    <a:pt x="19753" y="14773"/>
                  </a:lnTo>
                  <a:lnTo>
                    <a:pt x="19857" y="14857"/>
                  </a:lnTo>
                  <a:lnTo>
                    <a:pt x="19962" y="14940"/>
                  </a:lnTo>
                  <a:lnTo>
                    <a:pt x="20087" y="15087"/>
                  </a:lnTo>
                  <a:lnTo>
                    <a:pt x="20171" y="15129"/>
                  </a:lnTo>
                  <a:lnTo>
                    <a:pt x="20213" y="15087"/>
                  </a:lnTo>
                  <a:lnTo>
                    <a:pt x="20276" y="15129"/>
                  </a:lnTo>
                  <a:lnTo>
                    <a:pt x="20297" y="15170"/>
                  </a:lnTo>
                  <a:lnTo>
                    <a:pt x="20213" y="15233"/>
                  </a:lnTo>
                  <a:lnTo>
                    <a:pt x="20276" y="15296"/>
                  </a:lnTo>
                  <a:lnTo>
                    <a:pt x="20318" y="15359"/>
                  </a:lnTo>
                  <a:lnTo>
                    <a:pt x="20380" y="15359"/>
                  </a:lnTo>
                  <a:lnTo>
                    <a:pt x="20422" y="15275"/>
                  </a:lnTo>
                  <a:lnTo>
                    <a:pt x="20485" y="15087"/>
                  </a:lnTo>
                  <a:lnTo>
                    <a:pt x="20506" y="15045"/>
                  </a:lnTo>
                  <a:lnTo>
                    <a:pt x="20527" y="14982"/>
                  </a:lnTo>
                  <a:lnTo>
                    <a:pt x="20506" y="14877"/>
                  </a:lnTo>
                  <a:lnTo>
                    <a:pt x="20506" y="14836"/>
                  </a:lnTo>
                  <a:lnTo>
                    <a:pt x="20506" y="14710"/>
                  </a:lnTo>
                  <a:lnTo>
                    <a:pt x="20464" y="14626"/>
                  </a:lnTo>
                  <a:lnTo>
                    <a:pt x="20464" y="14564"/>
                  </a:lnTo>
                  <a:lnTo>
                    <a:pt x="20464" y="14543"/>
                  </a:lnTo>
                  <a:lnTo>
                    <a:pt x="20506" y="14564"/>
                  </a:lnTo>
                  <a:lnTo>
                    <a:pt x="20590" y="14605"/>
                  </a:lnTo>
                  <a:lnTo>
                    <a:pt x="20610" y="14605"/>
                  </a:lnTo>
                  <a:lnTo>
                    <a:pt x="20590" y="14543"/>
                  </a:lnTo>
                  <a:lnTo>
                    <a:pt x="20506" y="14459"/>
                  </a:lnTo>
                  <a:lnTo>
                    <a:pt x="20464" y="14354"/>
                  </a:lnTo>
                  <a:lnTo>
                    <a:pt x="20401" y="14313"/>
                  </a:lnTo>
                  <a:lnTo>
                    <a:pt x="20318" y="14292"/>
                  </a:lnTo>
                  <a:lnTo>
                    <a:pt x="19962" y="14292"/>
                  </a:lnTo>
                  <a:lnTo>
                    <a:pt x="19920" y="14208"/>
                  </a:lnTo>
                  <a:lnTo>
                    <a:pt x="19836" y="14145"/>
                  </a:lnTo>
                  <a:lnTo>
                    <a:pt x="19648" y="14145"/>
                  </a:lnTo>
                  <a:lnTo>
                    <a:pt x="19564" y="14187"/>
                  </a:lnTo>
                  <a:lnTo>
                    <a:pt x="19502" y="14187"/>
                  </a:lnTo>
                  <a:lnTo>
                    <a:pt x="19460" y="14124"/>
                  </a:lnTo>
                  <a:lnTo>
                    <a:pt x="19439" y="14103"/>
                  </a:lnTo>
                  <a:lnTo>
                    <a:pt x="19460" y="14041"/>
                  </a:lnTo>
                  <a:lnTo>
                    <a:pt x="19502" y="14103"/>
                  </a:lnTo>
                  <a:lnTo>
                    <a:pt x="19543" y="14124"/>
                  </a:lnTo>
                  <a:lnTo>
                    <a:pt x="19669" y="14103"/>
                  </a:lnTo>
                  <a:lnTo>
                    <a:pt x="19836" y="14082"/>
                  </a:lnTo>
                  <a:lnTo>
                    <a:pt x="19878" y="14124"/>
                  </a:lnTo>
                  <a:lnTo>
                    <a:pt x="19941" y="14103"/>
                  </a:lnTo>
                  <a:lnTo>
                    <a:pt x="20025" y="14082"/>
                  </a:lnTo>
                  <a:lnTo>
                    <a:pt x="20087" y="14103"/>
                  </a:lnTo>
                  <a:lnTo>
                    <a:pt x="20150" y="14124"/>
                  </a:lnTo>
                  <a:lnTo>
                    <a:pt x="20192" y="14103"/>
                  </a:lnTo>
                  <a:lnTo>
                    <a:pt x="20234" y="14082"/>
                  </a:lnTo>
                  <a:lnTo>
                    <a:pt x="20234" y="14020"/>
                  </a:lnTo>
                  <a:lnTo>
                    <a:pt x="20234" y="13915"/>
                  </a:lnTo>
                  <a:lnTo>
                    <a:pt x="20234" y="13873"/>
                  </a:lnTo>
                  <a:lnTo>
                    <a:pt x="20171" y="13831"/>
                  </a:lnTo>
                  <a:lnTo>
                    <a:pt x="20129" y="13873"/>
                  </a:lnTo>
                  <a:lnTo>
                    <a:pt x="20066" y="13894"/>
                  </a:lnTo>
                  <a:lnTo>
                    <a:pt x="19983" y="13873"/>
                  </a:lnTo>
                  <a:lnTo>
                    <a:pt x="19857" y="13873"/>
                  </a:lnTo>
                  <a:lnTo>
                    <a:pt x="19815" y="13810"/>
                  </a:lnTo>
                  <a:lnTo>
                    <a:pt x="19711" y="13706"/>
                  </a:lnTo>
                  <a:lnTo>
                    <a:pt x="19606" y="13727"/>
                  </a:lnTo>
                  <a:lnTo>
                    <a:pt x="19564" y="13789"/>
                  </a:lnTo>
                  <a:lnTo>
                    <a:pt x="19543" y="13789"/>
                  </a:lnTo>
                  <a:lnTo>
                    <a:pt x="19543" y="13685"/>
                  </a:lnTo>
                  <a:lnTo>
                    <a:pt x="19543" y="13601"/>
                  </a:lnTo>
                  <a:lnTo>
                    <a:pt x="19522" y="13538"/>
                  </a:lnTo>
                  <a:lnTo>
                    <a:pt x="19313" y="13538"/>
                  </a:lnTo>
                  <a:lnTo>
                    <a:pt x="19229" y="13497"/>
                  </a:lnTo>
                  <a:lnTo>
                    <a:pt x="19250" y="13455"/>
                  </a:lnTo>
                  <a:lnTo>
                    <a:pt x="19313" y="13455"/>
                  </a:lnTo>
                  <a:lnTo>
                    <a:pt x="19418" y="13476"/>
                  </a:lnTo>
                  <a:lnTo>
                    <a:pt x="19460" y="13455"/>
                  </a:lnTo>
                  <a:lnTo>
                    <a:pt x="19460" y="13392"/>
                  </a:lnTo>
                  <a:lnTo>
                    <a:pt x="19439" y="13371"/>
                  </a:lnTo>
                  <a:lnTo>
                    <a:pt x="19481" y="13308"/>
                  </a:lnTo>
                  <a:lnTo>
                    <a:pt x="19460" y="13266"/>
                  </a:lnTo>
                  <a:lnTo>
                    <a:pt x="19439" y="13204"/>
                  </a:lnTo>
                  <a:lnTo>
                    <a:pt x="19481" y="13162"/>
                  </a:lnTo>
                  <a:lnTo>
                    <a:pt x="19460" y="13078"/>
                  </a:lnTo>
                  <a:lnTo>
                    <a:pt x="19460" y="12994"/>
                  </a:lnTo>
                  <a:lnTo>
                    <a:pt x="19522" y="12973"/>
                  </a:lnTo>
                  <a:lnTo>
                    <a:pt x="19543" y="12994"/>
                  </a:lnTo>
                  <a:lnTo>
                    <a:pt x="19543" y="13078"/>
                  </a:lnTo>
                  <a:lnTo>
                    <a:pt x="19585" y="13141"/>
                  </a:lnTo>
                  <a:lnTo>
                    <a:pt x="19648" y="13162"/>
                  </a:lnTo>
                  <a:lnTo>
                    <a:pt x="19732" y="13078"/>
                  </a:lnTo>
                  <a:lnTo>
                    <a:pt x="19857" y="12953"/>
                  </a:lnTo>
                  <a:lnTo>
                    <a:pt x="19941" y="12932"/>
                  </a:lnTo>
                  <a:lnTo>
                    <a:pt x="19941" y="12890"/>
                  </a:lnTo>
                  <a:lnTo>
                    <a:pt x="19899" y="12869"/>
                  </a:lnTo>
                  <a:lnTo>
                    <a:pt x="19794" y="12848"/>
                  </a:lnTo>
                  <a:lnTo>
                    <a:pt x="19732" y="12848"/>
                  </a:lnTo>
                  <a:lnTo>
                    <a:pt x="19690" y="12827"/>
                  </a:lnTo>
                  <a:lnTo>
                    <a:pt x="19774" y="12785"/>
                  </a:lnTo>
                  <a:lnTo>
                    <a:pt x="19878" y="12785"/>
                  </a:lnTo>
                  <a:lnTo>
                    <a:pt x="19941" y="12827"/>
                  </a:lnTo>
                  <a:lnTo>
                    <a:pt x="19983" y="12827"/>
                  </a:lnTo>
                  <a:lnTo>
                    <a:pt x="19983" y="12764"/>
                  </a:lnTo>
                  <a:lnTo>
                    <a:pt x="19962" y="12743"/>
                  </a:lnTo>
                  <a:lnTo>
                    <a:pt x="20046" y="12722"/>
                  </a:lnTo>
                  <a:lnTo>
                    <a:pt x="20150" y="12722"/>
                  </a:lnTo>
                  <a:lnTo>
                    <a:pt x="20213" y="12785"/>
                  </a:lnTo>
                  <a:lnTo>
                    <a:pt x="20276" y="12827"/>
                  </a:lnTo>
                  <a:lnTo>
                    <a:pt x="20318" y="12785"/>
                  </a:lnTo>
                  <a:lnTo>
                    <a:pt x="20380" y="12827"/>
                  </a:lnTo>
                  <a:lnTo>
                    <a:pt x="20422" y="12890"/>
                  </a:lnTo>
                  <a:lnTo>
                    <a:pt x="20401" y="12973"/>
                  </a:lnTo>
                  <a:lnTo>
                    <a:pt x="20422" y="13036"/>
                  </a:lnTo>
                  <a:lnTo>
                    <a:pt x="20506" y="13057"/>
                  </a:lnTo>
                  <a:lnTo>
                    <a:pt x="20527" y="13036"/>
                  </a:lnTo>
                  <a:lnTo>
                    <a:pt x="20590" y="13057"/>
                  </a:lnTo>
                  <a:lnTo>
                    <a:pt x="20631" y="13141"/>
                  </a:lnTo>
                  <a:lnTo>
                    <a:pt x="20778" y="13183"/>
                  </a:lnTo>
                  <a:lnTo>
                    <a:pt x="20820" y="13266"/>
                  </a:lnTo>
                  <a:lnTo>
                    <a:pt x="20841" y="13287"/>
                  </a:lnTo>
                  <a:lnTo>
                    <a:pt x="20882" y="13245"/>
                  </a:lnTo>
                  <a:lnTo>
                    <a:pt x="20903" y="13141"/>
                  </a:lnTo>
                  <a:lnTo>
                    <a:pt x="20945" y="13057"/>
                  </a:lnTo>
                  <a:lnTo>
                    <a:pt x="21008" y="12890"/>
                  </a:lnTo>
                  <a:lnTo>
                    <a:pt x="21008" y="12848"/>
                  </a:lnTo>
                  <a:lnTo>
                    <a:pt x="21029" y="12722"/>
                  </a:lnTo>
                  <a:lnTo>
                    <a:pt x="21050" y="12555"/>
                  </a:lnTo>
                  <a:lnTo>
                    <a:pt x="21092" y="12513"/>
                  </a:lnTo>
                  <a:lnTo>
                    <a:pt x="21092" y="12429"/>
                  </a:lnTo>
                  <a:lnTo>
                    <a:pt x="21050" y="12346"/>
                  </a:lnTo>
                  <a:lnTo>
                    <a:pt x="20987" y="12304"/>
                  </a:lnTo>
                  <a:lnTo>
                    <a:pt x="20924" y="12241"/>
                  </a:lnTo>
                  <a:lnTo>
                    <a:pt x="20882" y="12241"/>
                  </a:lnTo>
                  <a:lnTo>
                    <a:pt x="20841" y="12199"/>
                  </a:lnTo>
                  <a:lnTo>
                    <a:pt x="20841" y="12136"/>
                  </a:lnTo>
                  <a:lnTo>
                    <a:pt x="20757" y="12136"/>
                  </a:lnTo>
                  <a:lnTo>
                    <a:pt x="20694" y="12220"/>
                  </a:lnTo>
                  <a:lnTo>
                    <a:pt x="20590" y="12325"/>
                  </a:lnTo>
                  <a:lnTo>
                    <a:pt x="20506" y="12346"/>
                  </a:lnTo>
                  <a:lnTo>
                    <a:pt x="20464" y="12304"/>
                  </a:lnTo>
                  <a:lnTo>
                    <a:pt x="20485" y="12241"/>
                  </a:lnTo>
                  <a:lnTo>
                    <a:pt x="20485" y="12157"/>
                  </a:lnTo>
                  <a:lnTo>
                    <a:pt x="20485" y="12136"/>
                  </a:lnTo>
                  <a:lnTo>
                    <a:pt x="20380" y="12116"/>
                  </a:lnTo>
                  <a:lnTo>
                    <a:pt x="20297" y="12116"/>
                  </a:lnTo>
                  <a:lnTo>
                    <a:pt x="20276" y="12053"/>
                  </a:lnTo>
                  <a:lnTo>
                    <a:pt x="20338" y="12032"/>
                  </a:lnTo>
                  <a:lnTo>
                    <a:pt x="20338" y="12011"/>
                  </a:lnTo>
                  <a:lnTo>
                    <a:pt x="20255" y="11948"/>
                  </a:lnTo>
                  <a:lnTo>
                    <a:pt x="20213" y="11906"/>
                  </a:lnTo>
                  <a:lnTo>
                    <a:pt x="20255" y="11885"/>
                  </a:lnTo>
                  <a:lnTo>
                    <a:pt x="20276" y="11906"/>
                  </a:lnTo>
                  <a:lnTo>
                    <a:pt x="20359" y="11927"/>
                  </a:lnTo>
                  <a:lnTo>
                    <a:pt x="20359" y="11885"/>
                  </a:lnTo>
                  <a:lnTo>
                    <a:pt x="20297" y="11802"/>
                  </a:lnTo>
                  <a:lnTo>
                    <a:pt x="20276" y="11718"/>
                  </a:lnTo>
                  <a:lnTo>
                    <a:pt x="20297" y="11676"/>
                  </a:lnTo>
                  <a:lnTo>
                    <a:pt x="20359" y="11634"/>
                  </a:lnTo>
                  <a:lnTo>
                    <a:pt x="20380" y="11676"/>
                  </a:lnTo>
                  <a:lnTo>
                    <a:pt x="20443" y="11697"/>
                  </a:lnTo>
                  <a:lnTo>
                    <a:pt x="20464" y="11739"/>
                  </a:lnTo>
                  <a:lnTo>
                    <a:pt x="20590" y="11885"/>
                  </a:lnTo>
                  <a:lnTo>
                    <a:pt x="20673" y="11927"/>
                  </a:lnTo>
                  <a:lnTo>
                    <a:pt x="20757" y="11906"/>
                  </a:lnTo>
                  <a:lnTo>
                    <a:pt x="20799" y="11844"/>
                  </a:lnTo>
                  <a:lnTo>
                    <a:pt x="20757" y="11718"/>
                  </a:lnTo>
                  <a:lnTo>
                    <a:pt x="20652" y="11613"/>
                  </a:lnTo>
                  <a:lnTo>
                    <a:pt x="20569" y="11572"/>
                  </a:lnTo>
                  <a:lnTo>
                    <a:pt x="20464" y="11530"/>
                  </a:lnTo>
                  <a:lnTo>
                    <a:pt x="20443" y="11404"/>
                  </a:lnTo>
                  <a:lnTo>
                    <a:pt x="20380" y="11320"/>
                  </a:lnTo>
                  <a:lnTo>
                    <a:pt x="20338" y="11258"/>
                  </a:lnTo>
                  <a:lnTo>
                    <a:pt x="20255" y="11216"/>
                  </a:lnTo>
                  <a:lnTo>
                    <a:pt x="20171" y="11174"/>
                  </a:lnTo>
                  <a:lnTo>
                    <a:pt x="20171" y="11111"/>
                  </a:lnTo>
                  <a:lnTo>
                    <a:pt x="20234" y="11069"/>
                  </a:lnTo>
                  <a:lnTo>
                    <a:pt x="20234" y="11007"/>
                  </a:lnTo>
                  <a:lnTo>
                    <a:pt x="20192" y="10986"/>
                  </a:lnTo>
                  <a:lnTo>
                    <a:pt x="20192" y="10944"/>
                  </a:lnTo>
                  <a:lnTo>
                    <a:pt x="20255" y="10881"/>
                  </a:lnTo>
                  <a:lnTo>
                    <a:pt x="20297" y="10881"/>
                  </a:lnTo>
                  <a:lnTo>
                    <a:pt x="20359" y="10860"/>
                  </a:lnTo>
                  <a:lnTo>
                    <a:pt x="20443" y="10881"/>
                  </a:lnTo>
                  <a:lnTo>
                    <a:pt x="20485" y="10944"/>
                  </a:lnTo>
                  <a:lnTo>
                    <a:pt x="20401" y="10986"/>
                  </a:lnTo>
                  <a:lnTo>
                    <a:pt x="20464" y="10986"/>
                  </a:lnTo>
                  <a:lnTo>
                    <a:pt x="20548" y="11048"/>
                  </a:lnTo>
                  <a:lnTo>
                    <a:pt x="20548" y="11090"/>
                  </a:lnTo>
                  <a:lnTo>
                    <a:pt x="20569" y="11174"/>
                  </a:lnTo>
                  <a:lnTo>
                    <a:pt x="20652" y="11195"/>
                  </a:lnTo>
                  <a:lnTo>
                    <a:pt x="20757" y="11111"/>
                  </a:lnTo>
                  <a:lnTo>
                    <a:pt x="20799" y="10986"/>
                  </a:lnTo>
                  <a:lnTo>
                    <a:pt x="20820" y="10860"/>
                  </a:lnTo>
                  <a:lnTo>
                    <a:pt x="20882" y="10776"/>
                  </a:lnTo>
                  <a:lnTo>
                    <a:pt x="20903" y="10735"/>
                  </a:lnTo>
                  <a:lnTo>
                    <a:pt x="20882" y="10588"/>
                  </a:lnTo>
                  <a:lnTo>
                    <a:pt x="20966" y="10525"/>
                  </a:lnTo>
                  <a:lnTo>
                    <a:pt x="21029" y="10463"/>
                  </a:lnTo>
                  <a:lnTo>
                    <a:pt x="21071" y="10316"/>
                  </a:lnTo>
                  <a:lnTo>
                    <a:pt x="21029" y="10212"/>
                  </a:lnTo>
                  <a:lnTo>
                    <a:pt x="20987" y="10128"/>
                  </a:lnTo>
                  <a:lnTo>
                    <a:pt x="21029" y="9919"/>
                  </a:lnTo>
                  <a:lnTo>
                    <a:pt x="21092" y="9751"/>
                  </a:lnTo>
                  <a:lnTo>
                    <a:pt x="21092" y="9605"/>
                  </a:lnTo>
                  <a:lnTo>
                    <a:pt x="21175" y="9521"/>
                  </a:lnTo>
                  <a:lnTo>
                    <a:pt x="21175" y="9437"/>
                  </a:lnTo>
                  <a:lnTo>
                    <a:pt x="21196" y="9312"/>
                  </a:lnTo>
                  <a:lnTo>
                    <a:pt x="21196" y="9165"/>
                  </a:lnTo>
                  <a:lnTo>
                    <a:pt x="21280" y="9082"/>
                  </a:lnTo>
                  <a:lnTo>
                    <a:pt x="21343" y="8956"/>
                  </a:lnTo>
                  <a:lnTo>
                    <a:pt x="21531" y="8684"/>
                  </a:lnTo>
                  <a:lnTo>
                    <a:pt x="21615" y="8538"/>
                  </a:lnTo>
                  <a:lnTo>
                    <a:pt x="21761" y="8391"/>
                  </a:lnTo>
                  <a:lnTo>
                    <a:pt x="21824" y="8287"/>
                  </a:lnTo>
                  <a:lnTo>
                    <a:pt x="21908" y="8224"/>
                  </a:lnTo>
                  <a:lnTo>
                    <a:pt x="21950" y="8077"/>
                  </a:lnTo>
                  <a:lnTo>
                    <a:pt x="22075" y="7973"/>
                  </a:lnTo>
                  <a:lnTo>
                    <a:pt x="22117" y="7952"/>
                  </a:lnTo>
                  <a:lnTo>
                    <a:pt x="22075" y="7910"/>
                  </a:lnTo>
                  <a:lnTo>
                    <a:pt x="22012" y="7847"/>
                  </a:lnTo>
                  <a:lnTo>
                    <a:pt x="21908" y="7826"/>
                  </a:lnTo>
                  <a:lnTo>
                    <a:pt x="21845" y="7763"/>
                  </a:lnTo>
                  <a:lnTo>
                    <a:pt x="21803" y="7722"/>
                  </a:lnTo>
                  <a:lnTo>
                    <a:pt x="21719" y="7743"/>
                  </a:lnTo>
                  <a:lnTo>
                    <a:pt x="21552" y="7805"/>
                  </a:lnTo>
                  <a:lnTo>
                    <a:pt x="21406" y="7847"/>
                  </a:lnTo>
                  <a:lnTo>
                    <a:pt x="21280" y="7910"/>
                  </a:lnTo>
                  <a:lnTo>
                    <a:pt x="21196" y="8015"/>
                  </a:lnTo>
                  <a:lnTo>
                    <a:pt x="21092" y="8056"/>
                  </a:lnTo>
                  <a:lnTo>
                    <a:pt x="21071" y="8119"/>
                  </a:lnTo>
                  <a:lnTo>
                    <a:pt x="21008" y="8140"/>
                  </a:lnTo>
                  <a:lnTo>
                    <a:pt x="20903" y="8077"/>
                  </a:lnTo>
                  <a:lnTo>
                    <a:pt x="20862" y="8035"/>
                  </a:lnTo>
                  <a:lnTo>
                    <a:pt x="20862" y="7973"/>
                  </a:lnTo>
                  <a:lnTo>
                    <a:pt x="20924" y="7973"/>
                  </a:lnTo>
                  <a:lnTo>
                    <a:pt x="20987" y="7952"/>
                  </a:lnTo>
                  <a:lnTo>
                    <a:pt x="20987" y="7847"/>
                  </a:lnTo>
                  <a:lnTo>
                    <a:pt x="20966" y="7805"/>
                  </a:lnTo>
                  <a:lnTo>
                    <a:pt x="20882" y="7805"/>
                  </a:lnTo>
                  <a:lnTo>
                    <a:pt x="20820" y="7763"/>
                  </a:lnTo>
                  <a:lnTo>
                    <a:pt x="20903" y="7743"/>
                  </a:lnTo>
                  <a:lnTo>
                    <a:pt x="20966" y="7701"/>
                  </a:lnTo>
                  <a:lnTo>
                    <a:pt x="21071" y="7617"/>
                  </a:lnTo>
                  <a:lnTo>
                    <a:pt x="21134" y="7491"/>
                  </a:lnTo>
                  <a:lnTo>
                    <a:pt x="21238" y="7408"/>
                  </a:lnTo>
                  <a:lnTo>
                    <a:pt x="21322" y="7408"/>
                  </a:lnTo>
                  <a:lnTo>
                    <a:pt x="21447" y="7429"/>
                  </a:lnTo>
                  <a:lnTo>
                    <a:pt x="21698" y="7617"/>
                  </a:lnTo>
                  <a:lnTo>
                    <a:pt x="21761" y="7659"/>
                  </a:lnTo>
                  <a:lnTo>
                    <a:pt x="21970" y="7659"/>
                  </a:lnTo>
                  <a:lnTo>
                    <a:pt x="22075" y="7638"/>
                  </a:lnTo>
                  <a:lnTo>
                    <a:pt x="22180" y="7659"/>
                  </a:lnTo>
                  <a:lnTo>
                    <a:pt x="22389" y="7617"/>
                  </a:lnTo>
                  <a:lnTo>
                    <a:pt x="22494" y="7554"/>
                  </a:lnTo>
                  <a:lnTo>
                    <a:pt x="22494" y="7491"/>
                  </a:lnTo>
                  <a:lnTo>
                    <a:pt x="22473" y="7429"/>
                  </a:lnTo>
                  <a:lnTo>
                    <a:pt x="22515" y="7429"/>
                  </a:lnTo>
                  <a:lnTo>
                    <a:pt x="22598" y="7408"/>
                  </a:lnTo>
                  <a:lnTo>
                    <a:pt x="22682" y="7324"/>
                  </a:lnTo>
                  <a:lnTo>
                    <a:pt x="22682" y="7240"/>
                  </a:lnTo>
                  <a:lnTo>
                    <a:pt x="22640" y="7178"/>
                  </a:lnTo>
                  <a:lnTo>
                    <a:pt x="22535" y="7136"/>
                  </a:lnTo>
                  <a:lnTo>
                    <a:pt x="22473" y="7094"/>
                  </a:lnTo>
                  <a:lnTo>
                    <a:pt x="22431" y="7073"/>
                  </a:lnTo>
                  <a:lnTo>
                    <a:pt x="22347" y="7073"/>
                  </a:lnTo>
                  <a:lnTo>
                    <a:pt x="22263" y="7136"/>
                  </a:lnTo>
                  <a:lnTo>
                    <a:pt x="22222" y="7136"/>
                  </a:lnTo>
                  <a:lnTo>
                    <a:pt x="22138" y="7073"/>
                  </a:lnTo>
                  <a:lnTo>
                    <a:pt x="21908" y="7073"/>
                  </a:lnTo>
                  <a:lnTo>
                    <a:pt x="21761" y="7031"/>
                  </a:lnTo>
                  <a:lnTo>
                    <a:pt x="21657" y="6989"/>
                  </a:lnTo>
                  <a:lnTo>
                    <a:pt x="21594" y="6989"/>
                  </a:lnTo>
                  <a:lnTo>
                    <a:pt x="21510" y="7010"/>
                  </a:lnTo>
                  <a:lnTo>
                    <a:pt x="21196" y="7010"/>
                  </a:lnTo>
                  <a:lnTo>
                    <a:pt x="21092" y="6968"/>
                  </a:lnTo>
                  <a:lnTo>
                    <a:pt x="21196" y="6968"/>
                  </a:lnTo>
                  <a:lnTo>
                    <a:pt x="21301" y="6989"/>
                  </a:lnTo>
                  <a:lnTo>
                    <a:pt x="21406" y="6927"/>
                  </a:lnTo>
                  <a:lnTo>
                    <a:pt x="21531" y="6906"/>
                  </a:lnTo>
                  <a:lnTo>
                    <a:pt x="21636" y="6927"/>
                  </a:lnTo>
                  <a:lnTo>
                    <a:pt x="21740" y="6968"/>
                  </a:lnTo>
                  <a:lnTo>
                    <a:pt x="21782" y="6927"/>
                  </a:lnTo>
                  <a:lnTo>
                    <a:pt x="21845" y="6885"/>
                  </a:lnTo>
                  <a:lnTo>
                    <a:pt x="21950" y="6885"/>
                  </a:lnTo>
                  <a:lnTo>
                    <a:pt x="21991" y="6822"/>
                  </a:lnTo>
                  <a:lnTo>
                    <a:pt x="22054" y="6801"/>
                  </a:lnTo>
                  <a:lnTo>
                    <a:pt x="22138" y="6822"/>
                  </a:lnTo>
                  <a:lnTo>
                    <a:pt x="22180" y="6822"/>
                  </a:lnTo>
                  <a:lnTo>
                    <a:pt x="22201" y="6780"/>
                  </a:lnTo>
                  <a:lnTo>
                    <a:pt x="22242" y="6759"/>
                  </a:lnTo>
                  <a:lnTo>
                    <a:pt x="22284" y="6759"/>
                  </a:lnTo>
                  <a:lnTo>
                    <a:pt x="22305" y="6780"/>
                  </a:lnTo>
                  <a:lnTo>
                    <a:pt x="22368" y="6801"/>
                  </a:lnTo>
                  <a:lnTo>
                    <a:pt x="22410" y="6822"/>
                  </a:lnTo>
                  <a:lnTo>
                    <a:pt x="22515" y="6822"/>
                  </a:lnTo>
                  <a:lnTo>
                    <a:pt x="22619" y="6864"/>
                  </a:lnTo>
                  <a:lnTo>
                    <a:pt x="22703" y="6906"/>
                  </a:lnTo>
                  <a:lnTo>
                    <a:pt x="22891" y="6906"/>
                  </a:lnTo>
                  <a:lnTo>
                    <a:pt x="22996" y="6822"/>
                  </a:lnTo>
                  <a:lnTo>
                    <a:pt x="23184" y="6759"/>
                  </a:lnTo>
                  <a:lnTo>
                    <a:pt x="23331" y="6759"/>
                  </a:lnTo>
                  <a:lnTo>
                    <a:pt x="23351" y="6675"/>
                  </a:lnTo>
                  <a:lnTo>
                    <a:pt x="23351" y="6592"/>
                  </a:lnTo>
                  <a:lnTo>
                    <a:pt x="23310" y="6571"/>
                  </a:lnTo>
                  <a:lnTo>
                    <a:pt x="23247" y="6487"/>
                  </a:lnTo>
                  <a:lnTo>
                    <a:pt x="23247" y="6445"/>
                  </a:lnTo>
                  <a:lnTo>
                    <a:pt x="23226" y="6403"/>
                  </a:lnTo>
                  <a:lnTo>
                    <a:pt x="23226" y="6362"/>
                  </a:lnTo>
                  <a:lnTo>
                    <a:pt x="23289" y="6257"/>
                  </a:lnTo>
                  <a:lnTo>
                    <a:pt x="23351" y="6194"/>
                  </a:lnTo>
                  <a:lnTo>
                    <a:pt x="23414" y="6194"/>
                  </a:lnTo>
                  <a:lnTo>
                    <a:pt x="23561" y="6299"/>
                  </a:lnTo>
                  <a:lnTo>
                    <a:pt x="23644" y="6341"/>
                  </a:lnTo>
                  <a:lnTo>
                    <a:pt x="23707" y="6299"/>
                  </a:lnTo>
                  <a:lnTo>
                    <a:pt x="23749" y="6236"/>
                  </a:lnTo>
                  <a:lnTo>
                    <a:pt x="23854" y="6069"/>
                  </a:lnTo>
                  <a:lnTo>
                    <a:pt x="23958" y="5985"/>
                  </a:lnTo>
                  <a:lnTo>
                    <a:pt x="24042" y="5964"/>
                  </a:lnTo>
                  <a:lnTo>
                    <a:pt x="24063" y="5922"/>
                  </a:lnTo>
                  <a:lnTo>
                    <a:pt x="24167" y="5838"/>
                  </a:lnTo>
                  <a:lnTo>
                    <a:pt x="24272" y="5776"/>
                  </a:lnTo>
                  <a:lnTo>
                    <a:pt x="24335" y="5713"/>
                  </a:lnTo>
                  <a:lnTo>
                    <a:pt x="24335" y="5566"/>
                  </a:lnTo>
                  <a:lnTo>
                    <a:pt x="24272" y="5420"/>
                  </a:lnTo>
                  <a:lnTo>
                    <a:pt x="24188" y="5336"/>
                  </a:lnTo>
                  <a:lnTo>
                    <a:pt x="24167" y="5253"/>
                  </a:lnTo>
                  <a:lnTo>
                    <a:pt x="24021" y="5127"/>
                  </a:lnTo>
                  <a:lnTo>
                    <a:pt x="24021" y="5085"/>
                  </a:lnTo>
                  <a:lnTo>
                    <a:pt x="23958" y="5002"/>
                  </a:lnTo>
                  <a:lnTo>
                    <a:pt x="23854" y="4939"/>
                  </a:lnTo>
                  <a:lnTo>
                    <a:pt x="23812" y="4939"/>
                  </a:lnTo>
                  <a:lnTo>
                    <a:pt x="23728" y="4876"/>
                  </a:lnTo>
                  <a:lnTo>
                    <a:pt x="23623" y="4813"/>
                  </a:lnTo>
                  <a:lnTo>
                    <a:pt x="23498" y="4813"/>
                  </a:lnTo>
                  <a:lnTo>
                    <a:pt x="23331" y="4771"/>
                  </a:lnTo>
                  <a:lnTo>
                    <a:pt x="23184" y="4688"/>
                  </a:lnTo>
                  <a:lnTo>
                    <a:pt x="23038" y="4667"/>
                  </a:lnTo>
                  <a:lnTo>
                    <a:pt x="22975" y="4688"/>
                  </a:lnTo>
                  <a:lnTo>
                    <a:pt x="22828" y="4688"/>
                  </a:lnTo>
                  <a:lnTo>
                    <a:pt x="22682" y="4730"/>
                  </a:lnTo>
                  <a:lnTo>
                    <a:pt x="22619" y="4792"/>
                  </a:lnTo>
                  <a:lnTo>
                    <a:pt x="22515" y="4834"/>
                  </a:lnTo>
                  <a:lnTo>
                    <a:pt x="22410" y="4792"/>
                  </a:lnTo>
                  <a:lnTo>
                    <a:pt x="22389" y="4730"/>
                  </a:lnTo>
                  <a:lnTo>
                    <a:pt x="22347" y="4771"/>
                  </a:lnTo>
                  <a:lnTo>
                    <a:pt x="22305" y="4834"/>
                  </a:lnTo>
                  <a:lnTo>
                    <a:pt x="22347" y="4918"/>
                  </a:lnTo>
                  <a:lnTo>
                    <a:pt x="22347" y="5022"/>
                  </a:lnTo>
                  <a:lnTo>
                    <a:pt x="22284" y="5106"/>
                  </a:lnTo>
                  <a:lnTo>
                    <a:pt x="22242" y="5106"/>
                  </a:lnTo>
                  <a:lnTo>
                    <a:pt x="22242" y="5148"/>
                  </a:lnTo>
                  <a:lnTo>
                    <a:pt x="22263" y="5211"/>
                  </a:lnTo>
                  <a:lnTo>
                    <a:pt x="22242" y="5294"/>
                  </a:lnTo>
                  <a:lnTo>
                    <a:pt x="22138" y="5336"/>
                  </a:lnTo>
                  <a:lnTo>
                    <a:pt x="22033" y="5336"/>
                  </a:lnTo>
                  <a:lnTo>
                    <a:pt x="21970" y="5253"/>
                  </a:lnTo>
                  <a:lnTo>
                    <a:pt x="21970" y="5190"/>
                  </a:lnTo>
                  <a:lnTo>
                    <a:pt x="21929" y="5148"/>
                  </a:lnTo>
                  <a:lnTo>
                    <a:pt x="21866" y="5211"/>
                  </a:lnTo>
                  <a:lnTo>
                    <a:pt x="21866" y="5315"/>
                  </a:lnTo>
                  <a:lnTo>
                    <a:pt x="21887" y="5336"/>
                  </a:lnTo>
                  <a:lnTo>
                    <a:pt x="21845" y="5420"/>
                  </a:lnTo>
                  <a:lnTo>
                    <a:pt x="21824" y="5525"/>
                  </a:lnTo>
                  <a:lnTo>
                    <a:pt x="21782" y="5566"/>
                  </a:lnTo>
                  <a:lnTo>
                    <a:pt x="21782" y="5504"/>
                  </a:lnTo>
                  <a:lnTo>
                    <a:pt x="21824" y="5441"/>
                  </a:lnTo>
                  <a:lnTo>
                    <a:pt x="21782" y="5315"/>
                  </a:lnTo>
                  <a:lnTo>
                    <a:pt x="21740" y="5232"/>
                  </a:lnTo>
                  <a:lnTo>
                    <a:pt x="21761" y="5148"/>
                  </a:lnTo>
                  <a:lnTo>
                    <a:pt x="21761" y="5064"/>
                  </a:lnTo>
                  <a:lnTo>
                    <a:pt x="21719" y="5002"/>
                  </a:lnTo>
                  <a:lnTo>
                    <a:pt x="21719" y="4918"/>
                  </a:lnTo>
                  <a:lnTo>
                    <a:pt x="21657" y="4939"/>
                  </a:lnTo>
                  <a:lnTo>
                    <a:pt x="21636" y="5002"/>
                  </a:lnTo>
                  <a:lnTo>
                    <a:pt x="21552" y="5064"/>
                  </a:lnTo>
                  <a:lnTo>
                    <a:pt x="21552" y="5148"/>
                  </a:lnTo>
                  <a:lnTo>
                    <a:pt x="21531" y="5253"/>
                  </a:lnTo>
                  <a:lnTo>
                    <a:pt x="21364" y="5420"/>
                  </a:lnTo>
                  <a:lnTo>
                    <a:pt x="21301" y="5483"/>
                  </a:lnTo>
                  <a:lnTo>
                    <a:pt x="21217" y="5483"/>
                  </a:lnTo>
                  <a:lnTo>
                    <a:pt x="21154" y="5546"/>
                  </a:lnTo>
                  <a:lnTo>
                    <a:pt x="21050" y="5629"/>
                  </a:lnTo>
                  <a:lnTo>
                    <a:pt x="20945" y="5629"/>
                  </a:lnTo>
                  <a:lnTo>
                    <a:pt x="20841" y="5734"/>
                  </a:lnTo>
                  <a:lnTo>
                    <a:pt x="20694" y="5818"/>
                  </a:lnTo>
                  <a:lnTo>
                    <a:pt x="20422" y="5818"/>
                  </a:lnTo>
                  <a:lnTo>
                    <a:pt x="20422" y="5859"/>
                  </a:lnTo>
                  <a:lnTo>
                    <a:pt x="20359" y="5901"/>
                  </a:lnTo>
                  <a:lnTo>
                    <a:pt x="20255" y="5901"/>
                  </a:lnTo>
                  <a:lnTo>
                    <a:pt x="20171" y="5880"/>
                  </a:lnTo>
                  <a:lnTo>
                    <a:pt x="20087" y="5943"/>
                  </a:lnTo>
                  <a:lnTo>
                    <a:pt x="19711" y="6131"/>
                  </a:lnTo>
                  <a:lnTo>
                    <a:pt x="19522" y="6278"/>
                  </a:lnTo>
                  <a:lnTo>
                    <a:pt x="19502" y="6382"/>
                  </a:lnTo>
                  <a:lnTo>
                    <a:pt x="19439" y="6403"/>
                  </a:lnTo>
                  <a:lnTo>
                    <a:pt x="19229" y="6571"/>
                  </a:lnTo>
                  <a:lnTo>
                    <a:pt x="19125" y="6675"/>
                  </a:lnTo>
                  <a:lnTo>
                    <a:pt x="19104" y="6613"/>
                  </a:lnTo>
                  <a:lnTo>
                    <a:pt x="19083" y="6613"/>
                  </a:lnTo>
                  <a:lnTo>
                    <a:pt x="18978" y="6696"/>
                  </a:lnTo>
                  <a:lnTo>
                    <a:pt x="18895" y="6822"/>
                  </a:lnTo>
                  <a:lnTo>
                    <a:pt x="18790" y="6968"/>
                  </a:lnTo>
                  <a:lnTo>
                    <a:pt x="18769" y="7031"/>
                  </a:lnTo>
                  <a:lnTo>
                    <a:pt x="18727" y="7094"/>
                  </a:lnTo>
                  <a:lnTo>
                    <a:pt x="18706" y="7031"/>
                  </a:lnTo>
                  <a:lnTo>
                    <a:pt x="18748" y="6906"/>
                  </a:lnTo>
                  <a:lnTo>
                    <a:pt x="18748" y="6801"/>
                  </a:lnTo>
                  <a:lnTo>
                    <a:pt x="18748" y="6696"/>
                  </a:lnTo>
                  <a:lnTo>
                    <a:pt x="18853" y="6696"/>
                  </a:lnTo>
                  <a:lnTo>
                    <a:pt x="18895" y="6654"/>
                  </a:lnTo>
                  <a:lnTo>
                    <a:pt x="19020" y="6550"/>
                  </a:lnTo>
                  <a:lnTo>
                    <a:pt x="19104" y="6508"/>
                  </a:lnTo>
                  <a:lnTo>
                    <a:pt x="19209" y="6403"/>
                  </a:lnTo>
                  <a:lnTo>
                    <a:pt x="19355" y="6278"/>
                  </a:lnTo>
                  <a:lnTo>
                    <a:pt x="19418" y="6194"/>
                  </a:lnTo>
                  <a:lnTo>
                    <a:pt x="19522" y="6152"/>
                  </a:lnTo>
                  <a:lnTo>
                    <a:pt x="19627" y="5985"/>
                  </a:lnTo>
                  <a:lnTo>
                    <a:pt x="19669" y="5922"/>
                  </a:lnTo>
                  <a:lnTo>
                    <a:pt x="19648" y="5838"/>
                  </a:lnTo>
                  <a:lnTo>
                    <a:pt x="19669" y="5776"/>
                  </a:lnTo>
                  <a:lnTo>
                    <a:pt x="19690" y="5818"/>
                  </a:lnTo>
                  <a:lnTo>
                    <a:pt x="19753" y="5838"/>
                  </a:lnTo>
                  <a:lnTo>
                    <a:pt x="19836" y="5755"/>
                  </a:lnTo>
                  <a:lnTo>
                    <a:pt x="19941" y="5713"/>
                  </a:lnTo>
                  <a:lnTo>
                    <a:pt x="19941" y="5629"/>
                  </a:lnTo>
                  <a:lnTo>
                    <a:pt x="20004" y="5504"/>
                  </a:lnTo>
                  <a:lnTo>
                    <a:pt x="20066" y="5462"/>
                  </a:lnTo>
                  <a:lnTo>
                    <a:pt x="20150" y="5504"/>
                  </a:lnTo>
                  <a:lnTo>
                    <a:pt x="20213" y="5420"/>
                  </a:lnTo>
                  <a:lnTo>
                    <a:pt x="20297" y="5399"/>
                  </a:lnTo>
                  <a:lnTo>
                    <a:pt x="20318" y="5420"/>
                  </a:lnTo>
                  <a:lnTo>
                    <a:pt x="20401" y="5420"/>
                  </a:lnTo>
                  <a:lnTo>
                    <a:pt x="20715" y="5127"/>
                  </a:lnTo>
                  <a:lnTo>
                    <a:pt x="20778" y="5022"/>
                  </a:lnTo>
                  <a:lnTo>
                    <a:pt x="20799" y="4897"/>
                  </a:lnTo>
                  <a:lnTo>
                    <a:pt x="20882" y="4709"/>
                  </a:lnTo>
                  <a:lnTo>
                    <a:pt x="20987" y="4583"/>
                  </a:lnTo>
                  <a:lnTo>
                    <a:pt x="20987" y="4458"/>
                  </a:lnTo>
                  <a:lnTo>
                    <a:pt x="20987" y="4269"/>
                  </a:lnTo>
                  <a:lnTo>
                    <a:pt x="20945" y="4165"/>
                  </a:lnTo>
                  <a:lnTo>
                    <a:pt x="20882" y="4144"/>
                  </a:lnTo>
                  <a:lnTo>
                    <a:pt x="20736" y="4165"/>
                  </a:lnTo>
                  <a:lnTo>
                    <a:pt x="20590" y="4165"/>
                  </a:lnTo>
                  <a:lnTo>
                    <a:pt x="20464" y="4102"/>
                  </a:lnTo>
                  <a:lnTo>
                    <a:pt x="20318" y="4102"/>
                  </a:lnTo>
                  <a:lnTo>
                    <a:pt x="20255" y="4165"/>
                  </a:lnTo>
                  <a:lnTo>
                    <a:pt x="20213" y="4248"/>
                  </a:lnTo>
                  <a:lnTo>
                    <a:pt x="20255" y="4290"/>
                  </a:lnTo>
                  <a:lnTo>
                    <a:pt x="20213" y="4353"/>
                  </a:lnTo>
                  <a:lnTo>
                    <a:pt x="20213" y="4499"/>
                  </a:lnTo>
                  <a:lnTo>
                    <a:pt x="20171" y="4646"/>
                  </a:lnTo>
                  <a:lnTo>
                    <a:pt x="20066" y="4792"/>
                  </a:lnTo>
                  <a:lnTo>
                    <a:pt x="20004" y="4730"/>
                  </a:lnTo>
                  <a:lnTo>
                    <a:pt x="19941" y="4709"/>
                  </a:lnTo>
                  <a:lnTo>
                    <a:pt x="19899" y="4709"/>
                  </a:lnTo>
                  <a:lnTo>
                    <a:pt x="19857" y="4771"/>
                  </a:lnTo>
                  <a:lnTo>
                    <a:pt x="19794" y="4792"/>
                  </a:lnTo>
                  <a:lnTo>
                    <a:pt x="19732" y="4730"/>
                  </a:lnTo>
                  <a:lnTo>
                    <a:pt x="19669" y="4730"/>
                  </a:lnTo>
                  <a:cubicBezTo>
                    <a:pt x="19669" y="4730"/>
                    <a:pt x="19481" y="4688"/>
                    <a:pt x="19481" y="4646"/>
                  </a:cubicBezTo>
                  <a:lnTo>
                    <a:pt x="19271" y="4646"/>
                  </a:lnTo>
                  <a:lnTo>
                    <a:pt x="19167" y="4709"/>
                  </a:lnTo>
                  <a:lnTo>
                    <a:pt x="19020" y="4730"/>
                  </a:lnTo>
                  <a:lnTo>
                    <a:pt x="18895" y="4792"/>
                  </a:lnTo>
                  <a:lnTo>
                    <a:pt x="18832" y="4750"/>
                  </a:lnTo>
                  <a:lnTo>
                    <a:pt x="18832" y="4709"/>
                  </a:lnTo>
                  <a:lnTo>
                    <a:pt x="18853" y="4625"/>
                  </a:lnTo>
                  <a:lnTo>
                    <a:pt x="18853" y="4541"/>
                  </a:lnTo>
                  <a:lnTo>
                    <a:pt x="18895" y="4478"/>
                  </a:lnTo>
                  <a:lnTo>
                    <a:pt x="18916" y="4478"/>
                  </a:lnTo>
                  <a:lnTo>
                    <a:pt x="18957" y="4499"/>
                  </a:lnTo>
                  <a:lnTo>
                    <a:pt x="19020" y="4499"/>
                  </a:lnTo>
                  <a:lnTo>
                    <a:pt x="19146" y="4437"/>
                  </a:lnTo>
                  <a:lnTo>
                    <a:pt x="19439" y="4416"/>
                  </a:lnTo>
                  <a:lnTo>
                    <a:pt x="19481" y="4395"/>
                  </a:lnTo>
                  <a:lnTo>
                    <a:pt x="19543" y="4290"/>
                  </a:lnTo>
                  <a:lnTo>
                    <a:pt x="19564" y="4206"/>
                  </a:lnTo>
                  <a:lnTo>
                    <a:pt x="19648" y="4165"/>
                  </a:lnTo>
                  <a:lnTo>
                    <a:pt x="19669" y="4102"/>
                  </a:lnTo>
                  <a:lnTo>
                    <a:pt x="19627" y="4060"/>
                  </a:lnTo>
                  <a:lnTo>
                    <a:pt x="19627" y="3997"/>
                  </a:lnTo>
                  <a:lnTo>
                    <a:pt x="19313" y="3997"/>
                  </a:lnTo>
                  <a:lnTo>
                    <a:pt x="19125" y="3955"/>
                  </a:lnTo>
                  <a:lnTo>
                    <a:pt x="19020" y="3893"/>
                  </a:lnTo>
                  <a:lnTo>
                    <a:pt x="18937" y="3872"/>
                  </a:lnTo>
                  <a:lnTo>
                    <a:pt x="18685" y="3893"/>
                  </a:lnTo>
                  <a:lnTo>
                    <a:pt x="18560" y="3872"/>
                  </a:lnTo>
                  <a:lnTo>
                    <a:pt x="18455" y="3830"/>
                  </a:lnTo>
                  <a:lnTo>
                    <a:pt x="18288" y="3830"/>
                  </a:lnTo>
                  <a:lnTo>
                    <a:pt x="18162" y="3851"/>
                  </a:lnTo>
                  <a:lnTo>
                    <a:pt x="18100" y="3830"/>
                  </a:lnTo>
                  <a:lnTo>
                    <a:pt x="17995" y="3788"/>
                  </a:lnTo>
                  <a:lnTo>
                    <a:pt x="17932" y="3788"/>
                  </a:lnTo>
                  <a:lnTo>
                    <a:pt x="17849" y="3893"/>
                  </a:lnTo>
                  <a:lnTo>
                    <a:pt x="17849" y="3976"/>
                  </a:lnTo>
                  <a:lnTo>
                    <a:pt x="17765" y="4039"/>
                  </a:lnTo>
                  <a:lnTo>
                    <a:pt x="17744" y="4039"/>
                  </a:lnTo>
                  <a:lnTo>
                    <a:pt x="17765" y="3955"/>
                  </a:lnTo>
                  <a:lnTo>
                    <a:pt x="17765" y="3934"/>
                  </a:lnTo>
                  <a:lnTo>
                    <a:pt x="17681" y="3934"/>
                  </a:lnTo>
                  <a:lnTo>
                    <a:pt x="17451" y="3997"/>
                  </a:lnTo>
                  <a:lnTo>
                    <a:pt x="17305" y="4060"/>
                  </a:lnTo>
                  <a:lnTo>
                    <a:pt x="17221" y="4144"/>
                  </a:lnTo>
                  <a:lnTo>
                    <a:pt x="17158" y="4186"/>
                  </a:lnTo>
                  <a:lnTo>
                    <a:pt x="17053" y="4186"/>
                  </a:lnTo>
                  <a:lnTo>
                    <a:pt x="16949" y="4206"/>
                  </a:lnTo>
                  <a:lnTo>
                    <a:pt x="16886" y="4269"/>
                  </a:lnTo>
                  <a:lnTo>
                    <a:pt x="16781" y="4290"/>
                  </a:lnTo>
                  <a:lnTo>
                    <a:pt x="16698" y="4374"/>
                  </a:lnTo>
                  <a:lnTo>
                    <a:pt x="16698" y="4458"/>
                  </a:lnTo>
                  <a:lnTo>
                    <a:pt x="16635" y="4520"/>
                  </a:lnTo>
                  <a:lnTo>
                    <a:pt x="16593" y="4520"/>
                  </a:lnTo>
                  <a:lnTo>
                    <a:pt x="16530" y="4458"/>
                  </a:lnTo>
                  <a:lnTo>
                    <a:pt x="16530" y="4374"/>
                  </a:lnTo>
                  <a:lnTo>
                    <a:pt x="16509" y="4290"/>
                  </a:lnTo>
                  <a:lnTo>
                    <a:pt x="16468" y="4248"/>
                  </a:lnTo>
                  <a:lnTo>
                    <a:pt x="16468" y="4165"/>
                  </a:lnTo>
                  <a:lnTo>
                    <a:pt x="16509" y="4081"/>
                  </a:lnTo>
                  <a:lnTo>
                    <a:pt x="16593" y="4081"/>
                  </a:lnTo>
                  <a:lnTo>
                    <a:pt x="16698" y="4039"/>
                  </a:lnTo>
                  <a:lnTo>
                    <a:pt x="16802" y="4039"/>
                  </a:lnTo>
                  <a:lnTo>
                    <a:pt x="16886" y="3997"/>
                  </a:lnTo>
                  <a:lnTo>
                    <a:pt x="16928" y="3955"/>
                  </a:lnTo>
                  <a:lnTo>
                    <a:pt x="17012" y="3934"/>
                  </a:lnTo>
                  <a:lnTo>
                    <a:pt x="17158" y="3893"/>
                  </a:lnTo>
                  <a:lnTo>
                    <a:pt x="17263" y="3851"/>
                  </a:lnTo>
                  <a:lnTo>
                    <a:pt x="17346" y="3788"/>
                  </a:lnTo>
                  <a:lnTo>
                    <a:pt x="17472" y="3788"/>
                  </a:lnTo>
                  <a:lnTo>
                    <a:pt x="17556" y="3746"/>
                  </a:lnTo>
                  <a:lnTo>
                    <a:pt x="17577" y="3662"/>
                  </a:lnTo>
                  <a:lnTo>
                    <a:pt x="17556" y="3621"/>
                  </a:lnTo>
                  <a:lnTo>
                    <a:pt x="17514" y="3558"/>
                  </a:lnTo>
                  <a:lnTo>
                    <a:pt x="17346" y="3558"/>
                  </a:lnTo>
                  <a:lnTo>
                    <a:pt x="17346" y="3516"/>
                  </a:lnTo>
                  <a:lnTo>
                    <a:pt x="17430" y="3516"/>
                  </a:lnTo>
                  <a:lnTo>
                    <a:pt x="17451" y="3537"/>
                  </a:lnTo>
                  <a:lnTo>
                    <a:pt x="17535" y="3537"/>
                  </a:lnTo>
                  <a:lnTo>
                    <a:pt x="17577" y="3558"/>
                  </a:lnTo>
                  <a:lnTo>
                    <a:pt x="17618" y="3662"/>
                  </a:lnTo>
                  <a:lnTo>
                    <a:pt x="17639" y="3662"/>
                  </a:lnTo>
                  <a:lnTo>
                    <a:pt x="17660" y="3641"/>
                  </a:lnTo>
                  <a:lnTo>
                    <a:pt x="17765" y="3579"/>
                  </a:lnTo>
                  <a:lnTo>
                    <a:pt x="17890" y="3621"/>
                  </a:lnTo>
                  <a:lnTo>
                    <a:pt x="17974" y="3579"/>
                  </a:lnTo>
                  <a:lnTo>
                    <a:pt x="18058" y="3537"/>
                  </a:lnTo>
                  <a:lnTo>
                    <a:pt x="18141" y="3516"/>
                  </a:lnTo>
                  <a:lnTo>
                    <a:pt x="18246" y="3537"/>
                  </a:lnTo>
                  <a:lnTo>
                    <a:pt x="18351" y="3537"/>
                  </a:lnTo>
                  <a:lnTo>
                    <a:pt x="18455" y="3516"/>
                  </a:lnTo>
                  <a:lnTo>
                    <a:pt x="18518" y="3537"/>
                  </a:lnTo>
                  <a:lnTo>
                    <a:pt x="18602" y="3579"/>
                  </a:lnTo>
                  <a:lnTo>
                    <a:pt x="18769" y="3579"/>
                  </a:lnTo>
                  <a:lnTo>
                    <a:pt x="18790" y="3621"/>
                  </a:lnTo>
                  <a:lnTo>
                    <a:pt x="18832" y="3621"/>
                  </a:lnTo>
                  <a:lnTo>
                    <a:pt x="18978" y="3725"/>
                  </a:lnTo>
                  <a:lnTo>
                    <a:pt x="19041" y="3746"/>
                  </a:lnTo>
                  <a:lnTo>
                    <a:pt x="19146" y="3725"/>
                  </a:lnTo>
                  <a:lnTo>
                    <a:pt x="19209" y="3662"/>
                  </a:lnTo>
                  <a:lnTo>
                    <a:pt x="19292" y="3662"/>
                  </a:lnTo>
                  <a:lnTo>
                    <a:pt x="19355" y="3683"/>
                  </a:lnTo>
                  <a:lnTo>
                    <a:pt x="19439" y="3683"/>
                  </a:lnTo>
                  <a:lnTo>
                    <a:pt x="19502" y="3725"/>
                  </a:lnTo>
                  <a:lnTo>
                    <a:pt x="19564" y="3725"/>
                  </a:lnTo>
                  <a:lnTo>
                    <a:pt x="19732" y="3662"/>
                  </a:lnTo>
                  <a:lnTo>
                    <a:pt x="19815" y="3621"/>
                  </a:lnTo>
                  <a:lnTo>
                    <a:pt x="19920" y="3621"/>
                  </a:lnTo>
                  <a:lnTo>
                    <a:pt x="19983" y="3662"/>
                  </a:lnTo>
                  <a:lnTo>
                    <a:pt x="20046" y="3662"/>
                  </a:lnTo>
                  <a:lnTo>
                    <a:pt x="20129" y="3621"/>
                  </a:lnTo>
                  <a:lnTo>
                    <a:pt x="20234" y="3641"/>
                  </a:lnTo>
                  <a:lnTo>
                    <a:pt x="20338" y="3641"/>
                  </a:lnTo>
                  <a:lnTo>
                    <a:pt x="20338" y="3579"/>
                  </a:lnTo>
                  <a:lnTo>
                    <a:pt x="20276" y="3558"/>
                  </a:lnTo>
                  <a:lnTo>
                    <a:pt x="20276" y="3516"/>
                  </a:lnTo>
                  <a:lnTo>
                    <a:pt x="20297" y="3474"/>
                  </a:lnTo>
                  <a:lnTo>
                    <a:pt x="20359" y="3537"/>
                  </a:lnTo>
                  <a:lnTo>
                    <a:pt x="20401" y="3579"/>
                  </a:lnTo>
                  <a:lnTo>
                    <a:pt x="20485" y="3579"/>
                  </a:lnTo>
                  <a:lnTo>
                    <a:pt x="20548" y="3558"/>
                  </a:lnTo>
                  <a:lnTo>
                    <a:pt x="20694" y="3558"/>
                  </a:lnTo>
                  <a:lnTo>
                    <a:pt x="20903" y="3474"/>
                  </a:lnTo>
                  <a:lnTo>
                    <a:pt x="21008" y="3432"/>
                  </a:lnTo>
                  <a:lnTo>
                    <a:pt x="21029" y="3369"/>
                  </a:lnTo>
                  <a:lnTo>
                    <a:pt x="21029" y="3328"/>
                  </a:lnTo>
                  <a:lnTo>
                    <a:pt x="21092" y="3307"/>
                  </a:lnTo>
                  <a:lnTo>
                    <a:pt x="21134" y="3328"/>
                  </a:lnTo>
                  <a:lnTo>
                    <a:pt x="21217" y="3307"/>
                  </a:lnTo>
                  <a:lnTo>
                    <a:pt x="21322" y="3223"/>
                  </a:lnTo>
                  <a:lnTo>
                    <a:pt x="21406" y="3202"/>
                  </a:lnTo>
                  <a:lnTo>
                    <a:pt x="21406" y="3118"/>
                  </a:lnTo>
                  <a:lnTo>
                    <a:pt x="21426" y="3056"/>
                  </a:lnTo>
                  <a:lnTo>
                    <a:pt x="21489" y="3035"/>
                  </a:lnTo>
                  <a:lnTo>
                    <a:pt x="21489" y="2930"/>
                  </a:lnTo>
                  <a:lnTo>
                    <a:pt x="21447" y="2888"/>
                  </a:lnTo>
                  <a:lnTo>
                    <a:pt x="21343" y="2805"/>
                  </a:lnTo>
                  <a:lnTo>
                    <a:pt x="21217" y="2742"/>
                  </a:lnTo>
                  <a:lnTo>
                    <a:pt x="21113" y="2637"/>
                  </a:lnTo>
                  <a:lnTo>
                    <a:pt x="21092" y="2574"/>
                  </a:lnTo>
                  <a:lnTo>
                    <a:pt x="21029" y="2512"/>
                  </a:lnTo>
                  <a:lnTo>
                    <a:pt x="20882" y="2491"/>
                  </a:lnTo>
                  <a:lnTo>
                    <a:pt x="20799" y="2407"/>
                  </a:lnTo>
                  <a:lnTo>
                    <a:pt x="20778" y="2323"/>
                  </a:lnTo>
                  <a:lnTo>
                    <a:pt x="20715" y="2302"/>
                  </a:lnTo>
                  <a:lnTo>
                    <a:pt x="20694" y="2323"/>
                  </a:lnTo>
                  <a:lnTo>
                    <a:pt x="20610" y="2365"/>
                  </a:lnTo>
                  <a:lnTo>
                    <a:pt x="20569" y="2323"/>
                  </a:lnTo>
                  <a:lnTo>
                    <a:pt x="20548" y="2261"/>
                  </a:lnTo>
                  <a:lnTo>
                    <a:pt x="20485" y="2198"/>
                  </a:lnTo>
                  <a:lnTo>
                    <a:pt x="20255" y="2198"/>
                  </a:lnTo>
                  <a:lnTo>
                    <a:pt x="20171" y="2219"/>
                  </a:lnTo>
                  <a:lnTo>
                    <a:pt x="20171" y="2302"/>
                  </a:lnTo>
                  <a:lnTo>
                    <a:pt x="20171" y="2365"/>
                  </a:lnTo>
                  <a:lnTo>
                    <a:pt x="20129" y="2302"/>
                  </a:lnTo>
                  <a:lnTo>
                    <a:pt x="20066" y="2302"/>
                  </a:lnTo>
                  <a:lnTo>
                    <a:pt x="19920" y="2386"/>
                  </a:lnTo>
                  <a:lnTo>
                    <a:pt x="19836" y="2407"/>
                  </a:lnTo>
                  <a:lnTo>
                    <a:pt x="19711" y="2365"/>
                  </a:lnTo>
                  <a:lnTo>
                    <a:pt x="19606" y="2365"/>
                  </a:lnTo>
                  <a:lnTo>
                    <a:pt x="19522" y="2323"/>
                  </a:lnTo>
                  <a:lnTo>
                    <a:pt x="19460" y="2261"/>
                  </a:lnTo>
                  <a:lnTo>
                    <a:pt x="19460" y="2177"/>
                  </a:lnTo>
                  <a:lnTo>
                    <a:pt x="19522" y="2177"/>
                  </a:lnTo>
                  <a:lnTo>
                    <a:pt x="19564" y="2219"/>
                  </a:lnTo>
                  <a:lnTo>
                    <a:pt x="19669" y="2261"/>
                  </a:lnTo>
                  <a:lnTo>
                    <a:pt x="19711" y="2219"/>
                  </a:lnTo>
                  <a:lnTo>
                    <a:pt x="19711" y="2177"/>
                  </a:lnTo>
                  <a:lnTo>
                    <a:pt x="19606" y="2093"/>
                  </a:lnTo>
                  <a:lnTo>
                    <a:pt x="19606" y="2009"/>
                  </a:lnTo>
                  <a:lnTo>
                    <a:pt x="19627" y="1989"/>
                  </a:lnTo>
                  <a:lnTo>
                    <a:pt x="19669" y="2072"/>
                  </a:lnTo>
                  <a:lnTo>
                    <a:pt x="19774" y="2114"/>
                  </a:lnTo>
                  <a:lnTo>
                    <a:pt x="19857" y="2156"/>
                  </a:lnTo>
                  <a:lnTo>
                    <a:pt x="20025" y="2093"/>
                  </a:lnTo>
                  <a:lnTo>
                    <a:pt x="20171" y="1968"/>
                  </a:lnTo>
                  <a:lnTo>
                    <a:pt x="20171" y="1884"/>
                  </a:lnTo>
                  <a:lnTo>
                    <a:pt x="20150" y="1842"/>
                  </a:lnTo>
                  <a:lnTo>
                    <a:pt x="20087" y="1800"/>
                  </a:lnTo>
                  <a:lnTo>
                    <a:pt x="20087" y="1758"/>
                  </a:lnTo>
                  <a:lnTo>
                    <a:pt x="20150" y="1696"/>
                  </a:lnTo>
                  <a:lnTo>
                    <a:pt x="20150" y="1675"/>
                  </a:lnTo>
                  <a:lnTo>
                    <a:pt x="20046" y="1591"/>
                  </a:lnTo>
                  <a:lnTo>
                    <a:pt x="19962" y="1486"/>
                  </a:lnTo>
                  <a:lnTo>
                    <a:pt x="19920" y="1465"/>
                  </a:lnTo>
                  <a:lnTo>
                    <a:pt x="19857" y="1486"/>
                  </a:lnTo>
                  <a:lnTo>
                    <a:pt x="19774" y="1570"/>
                  </a:lnTo>
                  <a:lnTo>
                    <a:pt x="19627" y="1654"/>
                  </a:lnTo>
                  <a:lnTo>
                    <a:pt x="19439" y="1654"/>
                  </a:lnTo>
                  <a:lnTo>
                    <a:pt x="19334" y="1737"/>
                  </a:lnTo>
                  <a:lnTo>
                    <a:pt x="19292" y="1737"/>
                  </a:lnTo>
                  <a:lnTo>
                    <a:pt x="19229" y="1675"/>
                  </a:lnTo>
                  <a:lnTo>
                    <a:pt x="19188" y="1654"/>
                  </a:lnTo>
                  <a:lnTo>
                    <a:pt x="19104" y="1675"/>
                  </a:lnTo>
                  <a:lnTo>
                    <a:pt x="19020" y="1696"/>
                  </a:lnTo>
                  <a:lnTo>
                    <a:pt x="18937" y="1675"/>
                  </a:lnTo>
                  <a:lnTo>
                    <a:pt x="18874" y="1633"/>
                  </a:lnTo>
                  <a:lnTo>
                    <a:pt x="18769" y="1591"/>
                  </a:lnTo>
                  <a:lnTo>
                    <a:pt x="18685" y="1549"/>
                  </a:lnTo>
                  <a:lnTo>
                    <a:pt x="18581" y="1528"/>
                  </a:lnTo>
                  <a:lnTo>
                    <a:pt x="18476" y="1445"/>
                  </a:lnTo>
                  <a:lnTo>
                    <a:pt x="18309" y="1424"/>
                  </a:lnTo>
                  <a:lnTo>
                    <a:pt x="18100" y="1445"/>
                  </a:lnTo>
                  <a:lnTo>
                    <a:pt x="17995" y="1465"/>
                  </a:lnTo>
                  <a:lnTo>
                    <a:pt x="17849" y="1528"/>
                  </a:lnTo>
                  <a:lnTo>
                    <a:pt x="17723" y="1549"/>
                  </a:lnTo>
                  <a:lnTo>
                    <a:pt x="17577" y="1570"/>
                  </a:lnTo>
                  <a:lnTo>
                    <a:pt x="17472" y="1549"/>
                  </a:lnTo>
                  <a:lnTo>
                    <a:pt x="17346" y="1570"/>
                  </a:lnTo>
                  <a:lnTo>
                    <a:pt x="17325" y="1591"/>
                  </a:lnTo>
                  <a:lnTo>
                    <a:pt x="17346" y="1737"/>
                  </a:lnTo>
                  <a:lnTo>
                    <a:pt x="17346" y="1800"/>
                  </a:lnTo>
                  <a:lnTo>
                    <a:pt x="17305" y="1800"/>
                  </a:lnTo>
                  <a:lnTo>
                    <a:pt x="17242" y="1779"/>
                  </a:lnTo>
                  <a:lnTo>
                    <a:pt x="17158" y="1654"/>
                  </a:lnTo>
                  <a:lnTo>
                    <a:pt x="17137" y="1570"/>
                  </a:lnTo>
                  <a:lnTo>
                    <a:pt x="17095" y="1549"/>
                  </a:lnTo>
                  <a:lnTo>
                    <a:pt x="17012" y="1570"/>
                  </a:lnTo>
                  <a:lnTo>
                    <a:pt x="16698" y="1570"/>
                  </a:lnTo>
                  <a:cubicBezTo>
                    <a:pt x="16698" y="1570"/>
                    <a:pt x="16593" y="1633"/>
                    <a:pt x="16572" y="1633"/>
                  </a:cubicBezTo>
                  <a:lnTo>
                    <a:pt x="16489" y="1737"/>
                  </a:lnTo>
                  <a:lnTo>
                    <a:pt x="16426" y="1884"/>
                  </a:lnTo>
                  <a:lnTo>
                    <a:pt x="16384" y="1968"/>
                  </a:lnTo>
                  <a:lnTo>
                    <a:pt x="16363" y="1968"/>
                  </a:lnTo>
                  <a:lnTo>
                    <a:pt x="16363" y="1905"/>
                  </a:lnTo>
                  <a:lnTo>
                    <a:pt x="16405" y="1800"/>
                  </a:lnTo>
                  <a:lnTo>
                    <a:pt x="16426" y="1737"/>
                  </a:lnTo>
                  <a:lnTo>
                    <a:pt x="16405" y="1696"/>
                  </a:lnTo>
                  <a:lnTo>
                    <a:pt x="16321" y="1737"/>
                  </a:lnTo>
                  <a:lnTo>
                    <a:pt x="16196" y="1737"/>
                  </a:lnTo>
                  <a:lnTo>
                    <a:pt x="16154" y="1779"/>
                  </a:lnTo>
                  <a:lnTo>
                    <a:pt x="16154" y="1842"/>
                  </a:lnTo>
                  <a:lnTo>
                    <a:pt x="16112" y="1884"/>
                  </a:lnTo>
                  <a:lnTo>
                    <a:pt x="16112" y="1989"/>
                  </a:lnTo>
                  <a:lnTo>
                    <a:pt x="16049" y="2009"/>
                  </a:lnTo>
                  <a:lnTo>
                    <a:pt x="16007" y="1968"/>
                  </a:lnTo>
                  <a:lnTo>
                    <a:pt x="16007" y="1905"/>
                  </a:lnTo>
                  <a:lnTo>
                    <a:pt x="16070" y="1842"/>
                  </a:lnTo>
                  <a:lnTo>
                    <a:pt x="16070" y="1675"/>
                  </a:lnTo>
                  <a:lnTo>
                    <a:pt x="16091" y="1591"/>
                  </a:lnTo>
                  <a:lnTo>
                    <a:pt x="16300" y="1465"/>
                  </a:lnTo>
                  <a:lnTo>
                    <a:pt x="16426" y="1382"/>
                  </a:lnTo>
                  <a:lnTo>
                    <a:pt x="16593" y="1382"/>
                  </a:lnTo>
                  <a:lnTo>
                    <a:pt x="16719" y="1424"/>
                  </a:lnTo>
                  <a:lnTo>
                    <a:pt x="16823" y="1424"/>
                  </a:lnTo>
                  <a:lnTo>
                    <a:pt x="16844" y="1382"/>
                  </a:lnTo>
                  <a:lnTo>
                    <a:pt x="17116" y="1382"/>
                  </a:lnTo>
                  <a:lnTo>
                    <a:pt x="17200" y="1340"/>
                  </a:lnTo>
                  <a:lnTo>
                    <a:pt x="17221" y="1256"/>
                  </a:lnTo>
                  <a:lnTo>
                    <a:pt x="17158" y="1256"/>
                  </a:lnTo>
                  <a:lnTo>
                    <a:pt x="17095" y="1173"/>
                  </a:lnTo>
                  <a:lnTo>
                    <a:pt x="17095" y="1068"/>
                  </a:lnTo>
                  <a:lnTo>
                    <a:pt x="17200" y="1005"/>
                  </a:lnTo>
                  <a:lnTo>
                    <a:pt x="17263" y="963"/>
                  </a:lnTo>
                  <a:lnTo>
                    <a:pt x="17346" y="963"/>
                  </a:lnTo>
                  <a:lnTo>
                    <a:pt x="17367" y="1026"/>
                  </a:lnTo>
                  <a:lnTo>
                    <a:pt x="17346" y="1068"/>
                  </a:lnTo>
                  <a:lnTo>
                    <a:pt x="17305" y="1068"/>
                  </a:lnTo>
                  <a:lnTo>
                    <a:pt x="17346" y="1152"/>
                  </a:lnTo>
                  <a:lnTo>
                    <a:pt x="17346" y="1256"/>
                  </a:lnTo>
                  <a:lnTo>
                    <a:pt x="17409" y="1340"/>
                  </a:lnTo>
                  <a:lnTo>
                    <a:pt x="17556" y="1340"/>
                  </a:lnTo>
                  <a:lnTo>
                    <a:pt x="17681" y="1277"/>
                  </a:lnTo>
                  <a:lnTo>
                    <a:pt x="17765" y="1277"/>
                  </a:lnTo>
                  <a:lnTo>
                    <a:pt x="17869" y="1319"/>
                  </a:lnTo>
                  <a:lnTo>
                    <a:pt x="17953" y="1277"/>
                  </a:lnTo>
                  <a:lnTo>
                    <a:pt x="18141" y="1214"/>
                  </a:lnTo>
                  <a:lnTo>
                    <a:pt x="18267" y="1214"/>
                  </a:lnTo>
                  <a:lnTo>
                    <a:pt x="18309" y="1256"/>
                  </a:lnTo>
                  <a:lnTo>
                    <a:pt x="18393" y="1256"/>
                  </a:lnTo>
                  <a:lnTo>
                    <a:pt x="18455" y="1214"/>
                  </a:lnTo>
                  <a:lnTo>
                    <a:pt x="18581" y="1214"/>
                  </a:lnTo>
                  <a:lnTo>
                    <a:pt x="18685" y="1256"/>
                  </a:lnTo>
                  <a:lnTo>
                    <a:pt x="18769" y="1256"/>
                  </a:lnTo>
                  <a:lnTo>
                    <a:pt x="18853" y="1277"/>
                  </a:lnTo>
                  <a:lnTo>
                    <a:pt x="19083" y="1382"/>
                  </a:lnTo>
                  <a:lnTo>
                    <a:pt x="19209" y="1382"/>
                  </a:lnTo>
                  <a:lnTo>
                    <a:pt x="19313" y="1361"/>
                  </a:lnTo>
                  <a:lnTo>
                    <a:pt x="19439" y="1361"/>
                  </a:lnTo>
                  <a:lnTo>
                    <a:pt x="19481" y="1277"/>
                  </a:lnTo>
                  <a:lnTo>
                    <a:pt x="19564" y="1235"/>
                  </a:lnTo>
                  <a:lnTo>
                    <a:pt x="19669" y="1256"/>
                  </a:lnTo>
                  <a:lnTo>
                    <a:pt x="19774" y="1256"/>
                  </a:lnTo>
                  <a:lnTo>
                    <a:pt x="19836" y="1173"/>
                  </a:lnTo>
                  <a:lnTo>
                    <a:pt x="19836" y="1131"/>
                  </a:lnTo>
                  <a:lnTo>
                    <a:pt x="19669" y="1026"/>
                  </a:lnTo>
                  <a:lnTo>
                    <a:pt x="19585" y="963"/>
                  </a:lnTo>
                  <a:lnTo>
                    <a:pt x="19543" y="859"/>
                  </a:lnTo>
                  <a:lnTo>
                    <a:pt x="19439" y="796"/>
                  </a:lnTo>
                  <a:lnTo>
                    <a:pt x="19250" y="733"/>
                  </a:lnTo>
                  <a:lnTo>
                    <a:pt x="19167" y="649"/>
                  </a:lnTo>
                  <a:lnTo>
                    <a:pt x="19062" y="628"/>
                  </a:lnTo>
                  <a:lnTo>
                    <a:pt x="18957" y="649"/>
                  </a:lnTo>
                  <a:lnTo>
                    <a:pt x="18916" y="608"/>
                  </a:lnTo>
                  <a:lnTo>
                    <a:pt x="18853" y="545"/>
                  </a:lnTo>
                  <a:lnTo>
                    <a:pt x="18727" y="587"/>
                  </a:lnTo>
                  <a:lnTo>
                    <a:pt x="18685" y="524"/>
                  </a:lnTo>
                  <a:lnTo>
                    <a:pt x="18455" y="503"/>
                  </a:lnTo>
                  <a:lnTo>
                    <a:pt x="18309" y="398"/>
                  </a:lnTo>
                  <a:lnTo>
                    <a:pt x="18246" y="398"/>
                  </a:lnTo>
                  <a:lnTo>
                    <a:pt x="18058" y="294"/>
                  </a:lnTo>
                  <a:lnTo>
                    <a:pt x="17995" y="294"/>
                  </a:lnTo>
                  <a:lnTo>
                    <a:pt x="17995" y="315"/>
                  </a:lnTo>
                  <a:lnTo>
                    <a:pt x="17932" y="336"/>
                  </a:lnTo>
                  <a:lnTo>
                    <a:pt x="17765" y="231"/>
                  </a:lnTo>
                  <a:lnTo>
                    <a:pt x="17744" y="168"/>
                  </a:lnTo>
                  <a:lnTo>
                    <a:pt x="17681" y="105"/>
                  </a:lnTo>
                  <a:lnTo>
                    <a:pt x="17597" y="126"/>
                  </a:lnTo>
                  <a:lnTo>
                    <a:pt x="17535" y="126"/>
                  </a:lnTo>
                  <a:lnTo>
                    <a:pt x="17472" y="84"/>
                  </a:lnTo>
                  <a:lnTo>
                    <a:pt x="17263" y="84"/>
                  </a:lnTo>
                  <a:lnTo>
                    <a:pt x="17158" y="22"/>
                  </a:lnTo>
                  <a:lnTo>
                    <a:pt x="17074" y="84"/>
                  </a:lnTo>
                  <a:lnTo>
                    <a:pt x="17033" y="84"/>
                  </a:lnTo>
                  <a:lnTo>
                    <a:pt x="17012" y="64"/>
                  </a:lnTo>
                  <a:lnTo>
                    <a:pt x="16928" y="1"/>
                  </a:lnTo>
                  <a:lnTo>
                    <a:pt x="16740" y="22"/>
                  </a:lnTo>
                  <a:lnTo>
                    <a:pt x="166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grpSp>
          <p:nvGrpSpPr>
            <p:cNvPr id="1770" name="Google Shape;1770;p60"/>
            <p:cNvGrpSpPr/>
            <p:nvPr/>
          </p:nvGrpSpPr>
          <p:grpSpPr>
            <a:xfrm>
              <a:off x="2905224" y="2311071"/>
              <a:ext cx="596721" cy="528992"/>
              <a:chOff x="1922950" y="1410350"/>
              <a:chExt cx="1252825" cy="1162875"/>
            </a:xfrm>
          </p:grpSpPr>
          <p:sp>
            <p:nvSpPr>
              <p:cNvPr id="1771" name="Google Shape;1771;p60"/>
              <p:cNvSpPr/>
              <p:nvPr/>
            </p:nvSpPr>
            <p:spPr>
              <a:xfrm>
                <a:off x="1988325" y="2333100"/>
                <a:ext cx="52325" cy="65925"/>
              </a:xfrm>
              <a:custGeom>
                <a:rect b="b" l="l" r="r" t="t"/>
                <a:pathLst>
                  <a:path extrusionOk="0" h="2637" w="2093">
                    <a:moveTo>
                      <a:pt x="210" y="0"/>
                    </a:moveTo>
                    <a:lnTo>
                      <a:pt x="189" y="63"/>
                    </a:lnTo>
                    <a:lnTo>
                      <a:pt x="1" y="21"/>
                    </a:lnTo>
                    <a:lnTo>
                      <a:pt x="63" y="188"/>
                    </a:lnTo>
                    <a:lnTo>
                      <a:pt x="105" y="209"/>
                    </a:lnTo>
                    <a:lnTo>
                      <a:pt x="168" y="335"/>
                    </a:lnTo>
                    <a:lnTo>
                      <a:pt x="440" y="377"/>
                    </a:lnTo>
                    <a:lnTo>
                      <a:pt x="314" y="439"/>
                    </a:lnTo>
                    <a:lnTo>
                      <a:pt x="189" y="439"/>
                    </a:lnTo>
                    <a:lnTo>
                      <a:pt x="105" y="544"/>
                    </a:lnTo>
                    <a:lnTo>
                      <a:pt x="168" y="607"/>
                    </a:lnTo>
                    <a:lnTo>
                      <a:pt x="105" y="732"/>
                    </a:lnTo>
                    <a:lnTo>
                      <a:pt x="126" y="774"/>
                    </a:lnTo>
                    <a:lnTo>
                      <a:pt x="273" y="732"/>
                    </a:lnTo>
                    <a:lnTo>
                      <a:pt x="293" y="837"/>
                    </a:lnTo>
                    <a:lnTo>
                      <a:pt x="419" y="837"/>
                    </a:lnTo>
                    <a:lnTo>
                      <a:pt x="419" y="942"/>
                    </a:lnTo>
                    <a:lnTo>
                      <a:pt x="524" y="1025"/>
                    </a:lnTo>
                    <a:lnTo>
                      <a:pt x="649" y="963"/>
                    </a:lnTo>
                    <a:lnTo>
                      <a:pt x="503" y="1130"/>
                    </a:lnTo>
                    <a:lnTo>
                      <a:pt x="545" y="1276"/>
                    </a:lnTo>
                    <a:lnTo>
                      <a:pt x="649" y="1255"/>
                    </a:lnTo>
                    <a:lnTo>
                      <a:pt x="649" y="1151"/>
                    </a:lnTo>
                    <a:lnTo>
                      <a:pt x="817" y="1109"/>
                    </a:lnTo>
                    <a:lnTo>
                      <a:pt x="817" y="1109"/>
                    </a:lnTo>
                    <a:lnTo>
                      <a:pt x="754" y="1235"/>
                    </a:lnTo>
                    <a:lnTo>
                      <a:pt x="691" y="1339"/>
                    </a:lnTo>
                    <a:lnTo>
                      <a:pt x="691" y="1423"/>
                    </a:lnTo>
                    <a:lnTo>
                      <a:pt x="733" y="1423"/>
                    </a:lnTo>
                    <a:lnTo>
                      <a:pt x="796" y="1548"/>
                    </a:lnTo>
                    <a:lnTo>
                      <a:pt x="963" y="1528"/>
                    </a:lnTo>
                    <a:lnTo>
                      <a:pt x="963" y="1632"/>
                    </a:lnTo>
                    <a:lnTo>
                      <a:pt x="1047" y="1632"/>
                    </a:lnTo>
                    <a:lnTo>
                      <a:pt x="1068" y="1737"/>
                    </a:lnTo>
                    <a:lnTo>
                      <a:pt x="1047" y="1820"/>
                    </a:lnTo>
                    <a:lnTo>
                      <a:pt x="1172" y="1967"/>
                    </a:lnTo>
                    <a:lnTo>
                      <a:pt x="1256" y="1883"/>
                    </a:lnTo>
                    <a:lnTo>
                      <a:pt x="1319" y="1946"/>
                    </a:lnTo>
                    <a:lnTo>
                      <a:pt x="1423" y="1946"/>
                    </a:lnTo>
                    <a:lnTo>
                      <a:pt x="1256" y="2113"/>
                    </a:lnTo>
                    <a:lnTo>
                      <a:pt x="1465" y="2323"/>
                    </a:lnTo>
                    <a:lnTo>
                      <a:pt x="1549" y="2364"/>
                    </a:lnTo>
                    <a:lnTo>
                      <a:pt x="1591" y="2427"/>
                    </a:lnTo>
                    <a:lnTo>
                      <a:pt x="1946" y="2636"/>
                    </a:lnTo>
                    <a:lnTo>
                      <a:pt x="1988" y="2595"/>
                    </a:lnTo>
                    <a:lnTo>
                      <a:pt x="2093" y="2616"/>
                    </a:lnTo>
                    <a:lnTo>
                      <a:pt x="2009" y="2302"/>
                    </a:lnTo>
                    <a:lnTo>
                      <a:pt x="2051" y="2176"/>
                    </a:lnTo>
                    <a:lnTo>
                      <a:pt x="2009" y="2072"/>
                    </a:lnTo>
                    <a:lnTo>
                      <a:pt x="2009" y="1820"/>
                    </a:lnTo>
                    <a:lnTo>
                      <a:pt x="1946" y="1695"/>
                    </a:lnTo>
                    <a:lnTo>
                      <a:pt x="1674" y="1548"/>
                    </a:lnTo>
                    <a:lnTo>
                      <a:pt x="1653" y="1214"/>
                    </a:lnTo>
                    <a:lnTo>
                      <a:pt x="1528" y="1004"/>
                    </a:lnTo>
                    <a:lnTo>
                      <a:pt x="1486" y="774"/>
                    </a:lnTo>
                    <a:lnTo>
                      <a:pt x="1444" y="732"/>
                    </a:lnTo>
                    <a:lnTo>
                      <a:pt x="1319" y="711"/>
                    </a:lnTo>
                    <a:lnTo>
                      <a:pt x="1130" y="607"/>
                    </a:lnTo>
                    <a:lnTo>
                      <a:pt x="1005" y="607"/>
                    </a:lnTo>
                    <a:lnTo>
                      <a:pt x="858" y="544"/>
                    </a:lnTo>
                    <a:lnTo>
                      <a:pt x="817" y="439"/>
                    </a:lnTo>
                    <a:lnTo>
                      <a:pt x="628" y="377"/>
                    </a:lnTo>
                    <a:lnTo>
                      <a:pt x="545" y="251"/>
                    </a:lnTo>
                    <a:lnTo>
                      <a:pt x="524" y="167"/>
                    </a:lnTo>
                    <a:lnTo>
                      <a:pt x="398" y="167"/>
                    </a:lnTo>
                    <a:lnTo>
                      <a:pt x="314" y="21"/>
                    </a:lnTo>
                    <a:lnTo>
                      <a:pt x="21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60"/>
              <p:cNvSpPr/>
              <p:nvPr/>
            </p:nvSpPr>
            <p:spPr>
              <a:xfrm>
                <a:off x="1953800" y="2242075"/>
                <a:ext cx="23050" cy="54425"/>
              </a:xfrm>
              <a:custGeom>
                <a:rect b="b" l="l" r="r" t="t"/>
                <a:pathLst>
                  <a:path extrusionOk="0" h="2177" w="922">
                    <a:moveTo>
                      <a:pt x="210" y="0"/>
                    </a:moveTo>
                    <a:lnTo>
                      <a:pt x="21" y="314"/>
                    </a:lnTo>
                    <a:lnTo>
                      <a:pt x="42" y="523"/>
                    </a:lnTo>
                    <a:lnTo>
                      <a:pt x="1" y="628"/>
                    </a:lnTo>
                    <a:lnTo>
                      <a:pt x="1" y="733"/>
                    </a:lnTo>
                    <a:lnTo>
                      <a:pt x="105" y="754"/>
                    </a:lnTo>
                    <a:lnTo>
                      <a:pt x="189" y="837"/>
                    </a:lnTo>
                    <a:lnTo>
                      <a:pt x="189" y="942"/>
                    </a:lnTo>
                    <a:lnTo>
                      <a:pt x="126" y="921"/>
                    </a:lnTo>
                    <a:lnTo>
                      <a:pt x="21" y="900"/>
                    </a:lnTo>
                    <a:lnTo>
                      <a:pt x="21" y="984"/>
                    </a:lnTo>
                    <a:lnTo>
                      <a:pt x="105" y="1047"/>
                    </a:lnTo>
                    <a:lnTo>
                      <a:pt x="21" y="1193"/>
                    </a:lnTo>
                    <a:lnTo>
                      <a:pt x="105" y="1214"/>
                    </a:lnTo>
                    <a:lnTo>
                      <a:pt x="210" y="1339"/>
                    </a:lnTo>
                    <a:lnTo>
                      <a:pt x="84" y="1319"/>
                    </a:lnTo>
                    <a:lnTo>
                      <a:pt x="21" y="1402"/>
                    </a:lnTo>
                    <a:lnTo>
                      <a:pt x="42" y="1507"/>
                    </a:lnTo>
                    <a:lnTo>
                      <a:pt x="210" y="1528"/>
                    </a:lnTo>
                    <a:lnTo>
                      <a:pt x="147" y="1611"/>
                    </a:lnTo>
                    <a:lnTo>
                      <a:pt x="189" y="1758"/>
                    </a:lnTo>
                    <a:lnTo>
                      <a:pt x="356" y="2135"/>
                    </a:lnTo>
                    <a:lnTo>
                      <a:pt x="503" y="2176"/>
                    </a:lnTo>
                    <a:lnTo>
                      <a:pt x="565" y="2072"/>
                    </a:lnTo>
                    <a:lnTo>
                      <a:pt x="524" y="1988"/>
                    </a:lnTo>
                    <a:lnTo>
                      <a:pt x="440" y="1988"/>
                    </a:lnTo>
                    <a:lnTo>
                      <a:pt x="398" y="1863"/>
                    </a:lnTo>
                    <a:lnTo>
                      <a:pt x="335" y="1653"/>
                    </a:lnTo>
                    <a:lnTo>
                      <a:pt x="356" y="1507"/>
                    </a:lnTo>
                    <a:lnTo>
                      <a:pt x="314" y="1402"/>
                    </a:lnTo>
                    <a:lnTo>
                      <a:pt x="398" y="1235"/>
                    </a:lnTo>
                    <a:lnTo>
                      <a:pt x="545" y="1235"/>
                    </a:lnTo>
                    <a:lnTo>
                      <a:pt x="524" y="1109"/>
                    </a:lnTo>
                    <a:lnTo>
                      <a:pt x="419" y="1109"/>
                    </a:lnTo>
                    <a:lnTo>
                      <a:pt x="335" y="1130"/>
                    </a:lnTo>
                    <a:lnTo>
                      <a:pt x="231" y="1130"/>
                    </a:lnTo>
                    <a:lnTo>
                      <a:pt x="314" y="1026"/>
                    </a:lnTo>
                    <a:lnTo>
                      <a:pt x="419" y="1026"/>
                    </a:lnTo>
                    <a:lnTo>
                      <a:pt x="545" y="921"/>
                    </a:lnTo>
                    <a:lnTo>
                      <a:pt x="565" y="733"/>
                    </a:lnTo>
                    <a:lnTo>
                      <a:pt x="670" y="607"/>
                    </a:lnTo>
                    <a:lnTo>
                      <a:pt x="712" y="419"/>
                    </a:lnTo>
                    <a:lnTo>
                      <a:pt x="921" y="210"/>
                    </a:lnTo>
                    <a:lnTo>
                      <a:pt x="858" y="189"/>
                    </a:lnTo>
                    <a:lnTo>
                      <a:pt x="670" y="272"/>
                    </a:lnTo>
                    <a:lnTo>
                      <a:pt x="545" y="461"/>
                    </a:lnTo>
                    <a:lnTo>
                      <a:pt x="461" y="628"/>
                    </a:lnTo>
                    <a:lnTo>
                      <a:pt x="335" y="670"/>
                    </a:lnTo>
                    <a:lnTo>
                      <a:pt x="335" y="586"/>
                    </a:lnTo>
                    <a:lnTo>
                      <a:pt x="252" y="523"/>
                    </a:lnTo>
                    <a:lnTo>
                      <a:pt x="461" y="461"/>
                    </a:lnTo>
                    <a:lnTo>
                      <a:pt x="565" y="377"/>
                    </a:lnTo>
                    <a:lnTo>
                      <a:pt x="607" y="231"/>
                    </a:lnTo>
                    <a:lnTo>
                      <a:pt x="607" y="168"/>
                    </a:lnTo>
                    <a:lnTo>
                      <a:pt x="503" y="105"/>
                    </a:lnTo>
                    <a:lnTo>
                      <a:pt x="440" y="189"/>
                    </a:lnTo>
                    <a:lnTo>
                      <a:pt x="356" y="210"/>
                    </a:lnTo>
                    <a:lnTo>
                      <a:pt x="398" y="63"/>
                    </a:lnTo>
                    <a:lnTo>
                      <a:pt x="21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60"/>
              <p:cNvSpPr/>
              <p:nvPr/>
            </p:nvSpPr>
            <p:spPr>
              <a:xfrm>
                <a:off x="2552225" y="1885325"/>
                <a:ext cx="48150" cy="48675"/>
              </a:xfrm>
              <a:custGeom>
                <a:rect b="b" l="l" r="r" t="t"/>
                <a:pathLst>
                  <a:path extrusionOk="0" h="1947" w="1926">
                    <a:moveTo>
                      <a:pt x="1402" y="0"/>
                    </a:moveTo>
                    <a:lnTo>
                      <a:pt x="1256" y="21"/>
                    </a:lnTo>
                    <a:lnTo>
                      <a:pt x="1067" y="189"/>
                    </a:lnTo>
                    <a:lnTo>
                      <a:pt x="984" y="356"/>
                    </a:lnTo>
                    <a:lnTo>
                      <a:pt x="1046" y="544"/>
                    </a:lnTo>
                    <a:lnTo>
                      <a:pt x="942" y="524"/>
                    </a:lnTo>
                    <a:lnTo>
                      <a:pt x="900" y="356"/>
                    </a:lnTo>
                    <a:lnTo>
                      <a:pt x="858" y="356"/>
                    </a:lnTo>
                    <a:lnTo>
                      <a:pt x="837" y="503"/>
                    </a:lnTo>
                    <a:lnTo>
                      <a:pt x="753" y="503"/>
                    </a:lnTo>
                    <a:lnTo>
                      <a:pt x="795" y="607"/>
                    </a:lnTo>
                    <a:lnTo>
                      <a:pt x="753" y="712"/>
                    </a:lnTo>
                    <a:lnTo>
                      <a:pt x="649" y="712"/>
                    </a:lnTo>
                    <a:lnTo>
                      <a:pt x="586" y="816"/>
                    </a:lnTo>
                    <a:lnTo>
                      <a:pt x="419" y="775"/>
                    </a:lnTo>
                    <a:lnTo>
                      <a:pt x="335" y="837"/>
                    </a:lnTo>
                    <a:lnTo>
                      <a:pt x="251" y="816"/>
                    </a:lnTo>
                    <a:lnTo>
                      <a:pt x="0" y="963"/>
                    </a:lnTo>
                    <a:lnTo>
                      <a:pt x="21" y="1088"/>
                    </a:lnTo>
                    <a:lnTo>
                      <a:pt x="147" y="1235"/>
                    </a:lnTo>
                    <a:lnTo>
                      <a:pt x="230" y="1172"/>
                    </a:lnTo>
                    <a:lnTo>
                      <a:pt x="209" y="1088"/>
                    </a:lnTo>
                    <a:lnTo>
                      <a:pt x="251" y="1026"/>
                    </a:lnTo>
                    <a:lnTo>
                      <a:pt x="356" y="1130"/>
                    </a:lnTo>
                    <a:lnTo>
                      <a:pt x="314" y="1277"/>
                    </a:lnTo>
                    <a:lnTo>
                      <a:pt x="440" y="1381"/>
                    </a:lnTo>
                    <a:lnTo>
                      <a:pt x="523" y="1256"/>
                    </a:lnTo>
                    <a:lnTo>
                      <a:pt x="544" y="1340"/>
                    </a:lnTo>
                    <a:lnTo>
                      <a:pt x="523" y="1423"/>
                    </a:lnTo>
                    <a:lnTo>
                      <a:pt x="649" y="1591"/>
                    </a:lnTo>
                    <a:lnTo>
                      <a:pt x="753" y="1612"/>
                    </a:lnTo>
                    <a:lnTo>
                      <a:pt x="795" y="1779"/>
                    </a:lnTo>
                    <a:lnTo>
                      <a:pt x="879" y="1863"/>
                    </a:lnTo>
                    <a:lnTo>
                      <a:pt x="963" y="1716"/>
                    </a:lnTo>
                    <a:lnTo>
                      <a:pt x="984" y="1821"/>
                    </a:lnTo>
                    <a:lnTo>
                      <a:pt x="1109" y="1946"/>
                    </a:lnTo>
                    <a:lnTo>
                      <a:pt x="1214" y="1925"/>
                    </a:lnTo>
                    <a:lnTo>
                      <a:pt x="1318" y="1925"/>
                    </a:lnTo>
                    <a:lnTo>
                      <a:pt x="1423" y="1821"/>
                    </a:lnTo>
                    <a:lnTo>
                      <a:pt x="1507" y="1800"/>
                    </a:lnTo>
                    <a:lnTo>
                      <a:pt x="1632" y="1695"/>
                    </a:lnTo>
                    <a:lnTo>
                      <a:pt x="1695" y="1800"/>
                    </a:lnTo>
                    <a:lnTo>
                      <a:pt x="1737" y="1758"/>
                    </a:lnTo>
                    <a:lnTo>
                      <a:pt x="1925" y="1653"/>
                    </a:lnTo>
                    <a:lnTo>
                      <a:pt x="1925" y="1549"/>
                    </a:lnTo>
                    <a:lnTo>
                      <a:pt x="1800" y="1591"/>
                    </a:lnTo>
                    <a:lnTo>
                      <a:pt x="1716" y="1507"/>
                    </a:lnTo>
                    <a:lnTo>
                      <a:pt x="1841" y="1277"/>
                    </a:lnTo>
                    <a:lnTo>
                      <a:pt x="1883" y="1151"/>
                    </a:lnTo>
                    <a:lnTo>
                      <a:pt x="1737" y="1235"/>
                    </a:lnTo>
                    <a:lnTo>
                      <a:pt x="1674" y="1402"/>
                    </a:lnTo>
                    <a:lnTo>
                      <a:pt x="1674" y="1277"/>
                    </a:lnTo>
                    <a:lnTo>
                      <a:pt x="1737" y="1026"/>
                    </a:lnTo>
                    <a:lnTo>
                      <a:pt x="1695" y="649"/>
                    </a:lnTo>
                    <a:lnTo>
                      <a:pt x="1528" y="544"/>
                    </a:lnTo>
                    <a:lnTo>
                      <a:pt x="1528" y="419"/>
                    </a:lnTo>
                    <a:lnTo>
                      <a:pt x="1423" y="419"/>
                    </a:lnTo>
                    <a:lnTo>
                      <a:pt x="1360" y="524"/>
                    </a:lnTo>
                    <a:lnTo>
                      <a:pt x="1360" y="398"/>
                    </a:lnTo>
                    <a:lnTo>
                      <a:pt x="1423" y="314"/>
                    </a:lnTo>
                    <a:lnTo>
                      <a:pt x="1381" y="210"/>
                    </a:lnTo>
                    <a:lnTo>
                      <a:pt x="1402" y="105"/>
                    </a:lnTo>
                    <a:lnTo>
                      <a:pt x="140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60"/>
              <p:cNvSpPr/>
              <p:nvPr/>
            </p:nvSpPr>
            <p:spPr>
              <a:xfrm>
                <a:off x="2722750" y="1634775"/>
                <a:ext cx="145950" cy="133925"/>
              </a:xfrm>
              <a:custGeom>
                <a:rect b="b" l="l" r="r" t="t"/>
                <a:pathLst>
                  <a:path extrusionOk="0" h="5357" w="5838">
                    <a:moveTo>
                      <a:pt x="502" y="0"/>
                    </a:moveTo>
                    <a:lnTo>
                      <a:pt x="440" y="84"/>
                    </a:lnTo>
                    <a:lnTo>
                      <a:pt x="230" y="105"/>
                    </a:lnTo>
                    <a:lnTo>
                      <a:pt x="210" y="126"/>
                    </a:lnTo>
                    <a:lnTo>
                      <a:pt x="147" y="126"/>
                    </a:lnTo>
                    <a:lnTo>
                      <a:pt x="105" y="230"/>
                    </a:lnTo>
                    <a:lnTo>
                      <a:pt x="189" y="335"/>
                    </a:lnTo>
                    <a:lnTo>
                      <a:pt x="230" y="439"/>
                    </a:lnTo>
                    <a:lnTo>
                      <a:pt x="147" y="439"/>
                    </a:lnTo>
                    <a:lnTo>
                      <a:pt x="21" y="272"/>
                    </a:lnTo>
                    <a:lnTo>
                      <a:pt x="0" y="398"/>
                    </a:lnTo>
                    <a:lnTo>
                      <a:pt x="21" y="502"/>
                    </a:lnTo>
                    <a:lnTo>
                      <a:pt x="147" y="544"/>
                    </a:lnTo>
                    <a:lnTo>
                      <a:pt x="251" y="732"/>
                    </a:lnTo>
                    <a:lnTo>
                      <a:pt x="356" y="732"/>
                    </a:lnTo>
                    <a:lnTo>
                      <a:pt x="293" y="816"/>
                    </a:lnTo>
                    <a:lnTo>
                      <a:pt x="210" y="816"/>
                    </a:lnTo>
                    <a:lnTo>
                      <a:pt x="189" y="921"/>
                    </a:lnTo>
                    <a:lnTo>
                      <a:pt x="314" y="1109"/>
                    </a:lnTo>
                    <a:lnTo>
                      <a:pt x="440" y="1151"/>
                    </a:lnTo>
                    <a:lnTo>
                      <a:pt x="419" y="1235"/>
                    </a:lnTo>
                    <a:lnTo>
                      <a:pt x="398" y="1172"/>
                    </a:lnTo>
                    <a:lnTo>
                      <a:pt x="210" y="1151"/>
                    </a:lnTo>
                    <a:lnTo>
                      <a:pt x="210" y="1235"/>
                    </a:lnTo>
                    <a:lnTo>
                      <a:pt x="147" y="1255"/>
                    </a:lnTo>
                    <a:lnTo>
                      <a:pt x="105" y="1360"/>
                    </a:lnTo>
                    <a:lnTo>
                      <a:pt x="251" y="1276"/>
                    </a:lnTo>
                    <a:lnTo>
                      <a:pt x="335" y="1360"/>
                    </a:lnTo>
                    <a:lnTo>
                      <a:pt x="523" y="1276"/>
                    </a:lnTo>
                    <a:lnTo>
                      <a:pt x="544" y="1360"/>
                    </a:lnTo>
                    <a:lnTo>
                      <a:pt x="649" y="1381"/>
                    </a:lnTo>
                    <a:lnTo>
                      <a:pt x="670" y="1465"/>
                    </a:lnTo>
                    <a:lnTo>
                      <a:pt x="837" y="1590"/>
                    </a:lnTo>
                    <a:lnTo>
                      <a:pt x="879" y="1590"/>
                    </a:lnTo>
                    <a:lnTo>
                      <a:pt x="879" y="1527"/>
                    </a:lnTo>
                    <a:lnTo>
                      <a:pt x="942" y="1548"/>
                    </a:lnTo>
                    <a:lnTo>
                      <a:pt x="1046" y="1486"/>
                    </a:lnTo>
                    <a:lnTo>
                      <a:pt x="1130" y="1527"/>
                    </a:lnTo>
                    <a:lnTo>
                      <a:pt x="1151" y="1590"/>
                    </a:lnTo>
                    <a:lnTo>
                      <a:pt x="1130" y="1674"/>
                    </a:lnTo>
                    <a:lnTo>
                      <a:pt x="1130" y="1883"/>
                    </a:lnTo>
                    <a:lnTo>
                      <a:pt x="1067" y="2051"/>
                    </a:lnTo>
                    <a:lnTo>
                      <a:pt x="1067" y="2113"/>
                    </a:lnTo>
                    <a:lnTo>
                      <a:pt x="1151" y="2260"/>
                    </a:lnTo>
                    <a:lnTo>
                      <a:pt x="1088" y="2385"/>
                    </a:lnTo>
                    <a:lnTo>
                      <a:pt x="1088" y="2469"/>
                    </a:lnTo>
                    <a:lnTo>
                      <a:pt x="1067" y="2595"/>
                    </a:lnTo>
                    <a:lnTo>
                      <a:pt x="879" y="2699"/>
                    </a:lnTo>
                    <a:lnTo>
                      <a:pt x="754" y="2741"/>
                    </a:lnTo>
                    <a:lnTo>
                      <a:pt x="733" y="2825"/>
                    </a:lnTo>
                    <a:lnTo>
                      <a:pt x="628" y="2992"/>
                    </a:lnTo>
                    <a:lnTo>
                      <a:pt x="628" y="3055"/>
                    </a:lnTo>
                    <a:lnTo>
                      <a:pt x="523" y="3118"/>
                    </a:lnTo>
                    <a:lnTo>
                      <a:pt x="461" y="3222"/>
                    </a:lnTo>
                    <a:lnTo>
                      <a:pt x="461" y="3348"/>
                    </a:lnTo>
                    <a:lnTo>
                      <a:pt x="544" y="3369"/>
                    </a:lnTo>
                    <a:lnTo>
                      <a:pt x="544" y="3452"/>
                    </a:lnTo>
                    <a:lnTo>
                      <a:pt x="440" y="3473"/>
                    </a:lnTo>
                    <a:lnTo>
                      <a:pt x="419" y="3578"/>
                    </a:lnTo>
                    <a:lnTo>
                      <a:pt x="461" y="3641"/>
                    </a:lnTo>
                    <a:lnTo>
                      <a:pt x="398" y="3745"/>
                    </a:lnTo>
                    <a:lnTo>
                      <a:pt x="356" y="3850"/>
                    </a:lnTo>
                    <a:lnTo>
                      <a:pt x="419" y="3955"/>
                    </a:lnTo>
                    <a:lnTo>
                      <a:pt x="502" y="3976"/>
                    </a:lnTo>
                    <a:lnTo>
                      <a:pt x="502" y="4059"/>
                    </a:lnTo>
                    <a:lnTo>
                      <a:pt x="565" y="4143"/>
                    </a:lnTo>
                    <a:lnTo>
                      <a:pt x="628" y="4143"/>
                    </a:lnTo>
                    <a:lnTo>
                      <a:pt x="649" y="4038"/>
                    </a:lnTo>
                    <a:lnTo>
                      <a:pt x="670" y="3955"/>
                    </a:lnTo>
                    <a:lnTo>
                      <a:pt x="733" y="3996"/>
                    </a:lnTo>
                    <a:lnTo>
                      <a:pt x="774" y="3996"/>
                    </a:lnTo>
                    <a:lnTo>
                      <a:pt x="879" y="3871"/>
                    </a:lnTo>
                    <a:lnTo>
                      <a:pt x="942" y="3892"/>
                    </a:lnTo>
                    <a:lnTo>
                      <a:pt x="879" y="4059"/>
                    </a:lnTo>
                    <a:lnTo>
                      <a:pt x="774" y="4080"/>
                    </a:lnTo>
                    <a:lnTo>
                      <a:pt x="754" y="4143"/>
                    </a:lnTo>
                    <a:lnTo>
                      <a:pt x="816" y="4185"/>
                    </a:lnTo>
                    <a:lnTo>
                      <a:pt x="816" y="4268"/>
                    </a:lnTo>
                    <a:lnTo>
                      <a:pt x="921" y="4394"/>
                    </a:lnTo>
                    <a:lnTo>
                      <a:pt x="1026" y="4352"/>
                    </a:lnTo>
                    <a:lnTo>
                      <a:pt x="1067" y="4394"/>
                    </a:lnTo>
                    <a:lnTo>
                      <a:pt x="1193" y="4415"/>
                    </a:lnTo>
                    <a:lnTo>
                      <a:pt x="1256" y="4352"/>
                    </a:lnTo>
                    <a:lnTo>
                      <a:pt x="1402" y="4310"/>
                    </a:lnTo>
                    <a:lnTo>
                      <a:pt x="1381" y="4164"/>
                    </a:lnTo>
                    <a:lnTo>
                      <a:pt x="1465" y="4164"/>
                    </a:lnTo>
                    <a:lnTo>
                      <a:pt x="1507" y="4101"/>
                    </a:lnTo>
                    <a:lnTo>
                      <a:pt x="1507" y="4185"/>
                    </a:lnTo>
                    <a:lnTo>
                      <a:pt x="1486" y="4206"/>
                    </a:lnTo>
                    <a:lnTo>
                      <a:pt x="1507" y="4310"/>
                    </a:lnTo>
                    <a:lnTo>
                      <a:pt x="1570" y="4289"/>
                    </a:lnTo>
                    <a:lnTo>
                      <a:pt x="1653" y="4143"/>
                    </a:lnTo>
                    <a:lnTo>
                      <a:pt x="1695" y="4080"/>
                    </a:lnTo>
                    <a:lnTo>
                      <a:pt x="1716" y="4143"/>
                    </a:lnTo>
                    <a:lnTo>
                      <a:pt x="1695" y="4268"/>
                    </a:lnTo>
                    <a:lnTo>
                      <a:pt x="1570" y="4478"/>
                    </a:lnTo>
                    <a:lnTo>
                      <a:pt x="1486" y="4520"/>
                    </a:lnTo>
                    <a:lnTo>
                      <a:pt x="1486" y="4624"/>
                    </a:lnTo>
                    <a:lnTo>
                      <a:pt x="1611" y="4666"/>
                    </a:lnTo>
                    <a:lnTo>
                      <a:pt x="1695" y="4729"/>
                    </a:lnTo>
                    <a:lnTo>
                      <a:pt x="1800" y="4729"/>
                    </a:lnTo>
                    <a:lnTo>
                      <a:pt x="1821" y="4771"/>
                    </a:lnTo>
                    <a:lnTo>
                      <a:pt x="1967" y="4792"/>
                    </a:lnTo>
                    <a:lnTo>
                      <a:pt x="1988" y="4708"/>
                    </a:lnTo>
                    <a:lnTo>
                      <a:pt x="2114" y="4708"/>
                    </a:lnTo>
                    <a:lnTo>
                      <a:pt x="2072" y="4771"/>
                    </a:lnTo>
                    <a:lnTo>
                      <a:pt x="2093" y="4833"/>
                    </a:lnTo>
                    <a:lnTo>
                      <a:pt x="2176" y="4833"/>
                    </a:lnTo>
                    <a:lnTo>
                      <a:pt x="2239" y="4917"/>
                    </a:lnTo>
                    <a:lnTo>
                      <a:pt x="2323" y="4875"/>
                    </a:lnTo>
                    <a:lnTo>
                      <a:pt x="2302" y="4792"/>
                    </a:lnTo>
                    <a:lnTo>
                      <a:pt x="2281" y="4708"/>
                    </a:lnTo>
                    <a:lnTo>
                      <a:pt x="2344" y="4603"/>
                    </a:lnTo>
                    <a:lnTo>
                      <a:pt x="2386" y="4687"/>
                    </a:lnTo>
                    <a:lnTo>
                      <a:pt x="2344" y="4792"/>
                    </a:lnTo>
                    <a:lnTo>
                      <a:pt x="2386" y="4917"/>
                    </a:lnTo>
                    <a:lnTo>
                      <a:pt x="2448" y="4917"/>
                    </a:lnTo>
                    <a:lnTo>
                      <a:pt x="2490" y="4792"/>
                    </a:lnTo>
                    <a:lnTo>
                      <a:pt x="2532" y="4729"/>
                    </a:lnTo>
                    <a:lnTo>
                      <a:pt x="2616" y="4708"/>
                    </a:lnTo>
                    <a:lnTo>
                      <a:pt x="2616" y="4792"/>
                    </a:lnTo>
                    <a:lnTo>
                      <a:pt x="2553" y="4833"/>
                    </a:lnTo>
                    <a:lnTo>
                      <a:pt x="2553" y="4917"/>
                    </a:lnTo>
                    <a:lnTo>
                      <a:pt x="2720" y="4917"/>
                    </a:lnTo>
                    <a:lnTo>
                      <a:pt x="2804" y="4875"/>
                    </a:lnTo>
                    <a:lnTo>
                      <a:pt x="2867" y="4687"/>
                    </a:lnTo>
                    <a:lnTo>
                      <a:pt x="2909" y="4792"/>
                    </a:lnTo>
                    <a:lnTo>
                      <a:pt x="2846" y="4833"/>
                    </a:lnTo>
                    <a:lnTo>
                      <a:pt x="2846" y="4938"/>
                    </a:lnTo>
                    <a:lnTo>
                      <a:pt x="2971" y="4917"/>
                    </a:lnTo>
                    <a:lnTo>
                      <a:pt x="3013" y="4771"/>
                    </a:lnTo>
                    <a:lnTo>
                      <a:pt x="3055" y="4687"/>
                    </a:lnTo>
                    <a:lnTo>
                      <a:pt x="3055" y="4687"/>
                    </a:lnTo>
                    <a:lnTo>
                      <a:pt x="3034" y="4917"/>
                    </a:lnTo>
                    <a:lnTo>
                      <a:pt x="3055" y="5001"/>
                    </a:lnTo>
                    <a:lnTo>
                      <a:pt x="3160" y="5001"/>
                    </a:lnTo>
                    <a:lnTo>
                      <a:pt x="3327" y="5105"/>
                    </a:lnTo>
                    <a:lnTo>
                      <a:pt x="3432" y="5043"/>
                    </a:lnTo>
                    <a:lnTo>
                      <a:pt x="3495" y="5022"/>
                    </a:lnTo>
                    <a:lnTo>
                      <a:pt x="3536" y="5105"/>
                    </a:lnTo>
                    <a:lnTo>
                      <a:pt x="3662" y="5084"/>
                    </a:lnTo>
                    <a:lnTo>
                      <a:pt x="3746" y="5022"/>
                    </a:lnTo>
                    <a:lnTo>
                      <a:pt x="3746" y="4896"/>
                    </a:lnTo>
                    <a:lnTo>
                      <a:pt x="3850" y="4792"/>
                    </a:lnTo>
                    <a:lnTo>
                      <a:pt x="3892" y="4729"/>
                    </a:lnTo>
                    <a:lnTo>
                      <a:pt x="3850" y="4603"/>
                    </a:lnTo>
                    <a:lnTo>
                      <a:pt x="3871" y="4520"/>
                    </a:lnTo>
                    <a:lnTo>
                      <a:pt x="3913" y="4520"/>
                    </a:lnTo>
                    <a:lnTo>
                      <a:pt x="3955" y="4666"/>
                    </a:lnTo>
                    <a:lnTo>
                      <a:pt x="3997" y="4687"/>
                    </a:lnTo>
                    <a:lnTo>
                      <a:pt x="3997" y="4729"/>
                    </a:lnTo>
                    <a:lnTo>
                      <a:pt x="3913" y="4812"/>
                    </a:lnTo>
                    <a:lnTo>
                      <a:pt x="3871" y="4980"/>
                    </a:lnTo>
                    <a:lnTo>
                      <a:pt x="3892" y="5210"/>
                    </a:lnTo>
                    <a:lnTo>
                      <a:pt x="3997" y="5252"/>
                    </a:lnTo>
                    <a:lnTo>
                      <a:pt x="4101" y="5210"/>
                    </a:lnTo>
                    <a:lnTo>
                      <a:pt x="4122" y="5315"/>
                    </a:lnTo>
                    <a:lnTo>
                      <a:pt x="4227" y="5315"/>
                    </a:lnTo>
                    <a:lnTo>
                      <a:pt x="4269" y="5357"/>
                    </a:lnTo>
                    <a:lnTo>
                      <a:pt x="4373" y="5357"/>
                    </a:lnTo>
                    <a:lnTo>
                      <a:pt x="4583" y="5231"/>
                    </a:lnTo>
                    <a:lnTo>
                      <a:pt x="4687" y="5210"/>
                    </a:lnTo>
                    <a:lnTo>
                      <a:pt x="4855" y="5315"/>
                    </a:lnTo>
                    <a:lnTo>
                      <a:pt x="4938" y="5294"/>
                    </a:lnTo>
                    <a:lnTo>
                      <a:pt x="5022" y="5336"/>
                    </a:lnTo>
                    <a:lnTo>
                      <a:pt x="5064" y="5252"/>
                    </a:lnTo>
                    <a:lnTo>
                      <a:pt x="5064" y="5210"/>
                    </a:lnTo>
                    <a:lnTo>
                      <a:pt x="5147" y="5084"/>
                    </a:lnTo>
                    <a:lnTo>
                      <a:pt x="5231" y="5043"/>
                    </a:lnTo>
                    <a:lnTo>
                      <a:pt x="5231" y="5001"/>
                    </a:lnTo>
                    <a:lnTo>
                      <a:pt x="5168" y="4875"/>
                    </a:lnTo>
                    <a:lnTo>
                      <a:pt x="5168" y="4729"/>
                    </a:lnTo>
                    <a:lnTo>
                      <a:pt x="5231" y="4812"/>
                    </a:lnTo>
                    <a:lnTo>
                      <a:pt x="5231" y="4896"/>
                    </a:lnTo>
                    <a:lnTo>
                      <a:pt x="5336" y="5022"/>
                    </a:lnTo>
                    <a:lnTo>
                      <a:pt x="5378" y="4938"/>
                    </a:lnTo>
                    <a:lnTo>
                      <a:pt x="5524" y="4938"/>
                    </a:lnTo>
                    <a:lnTo>
                      <a:pt x="5566" y="4980"/>
                    </a:lnTo>
                    <a:lnTo>
                      <a:pt x="5587" y="4896"/>
                    </a:lnTo>
                    <a:lnTo>
                      <a:pt x="5566" y="4792"/>
                    </a:lnTo>
                    <a:lnTo>
                      <a:pt x="5566" y="4708"/>
                    </a:lnTo>
                    <a:lnTo>
                      <a:pt x="5524" y="4666"/>
                    </a:lnTo>
                    <a:lnTo>
                      <a:pt x="5378" y="4687"/>
                    </a:lnTo>
                    <a:lnTo>
                      <a:pt x="5252" y="4708"/>
                    </a:lnTo>
                    <a:lnTo>
                      <a:pt x="5231" y="4603"/>
                    </a:lnTo>
                    <a:lnTo>
                      <a:pt x="5273" y="4582"/>
                    </a:lnTo>
                    <a:lnTo>
                      <a:pt x="5336" y="4603"/>
                    </a:lnTo>
                    <a:lnTo>
                      <a:pt x="5461" y="4561"/>
                    </a:lnTo>
                    <a:lnTo>
                      <a:pt x="5545" y="4457"/>
                    </a:lnTo>
                    <a:lnTo>
                      <a:pt x="5587" y="4520"/>
                    </a:lnTo>
                    <a:lnTo>
                      <a:pt x="5671" y="4499"/>
                    </a:lnTo>
                    <a:lnTo>
                      <a:pt x="5733" y="4394"/>
                    </a:lnTo>
                    <a:lnTo>
                      <a:pt x="5691" y="4310"/>
                    </a:lnTo>
                    <a:lnTo>
                      <a:pt x="5775" y="4206"/>
                    </a:lnTo>
                    <a:lnTo>
                      <a:pt x="5754" y="4143"/>
                    </a:lnTo>
                    <a:lnTo>
                      <a:pt x="5796" y="4143"/>
                    </a:lnTo>
                    <a:lnTo>
                      <a:pt x="5838" y="4080"/>
                    </a:lnTo>
                    <a:lnTo>
                      <a:pt x="5691" y="4038"/>
                    </a:lnTo>
                    <a:lnTo>
                      <a:pt x="5566" y="4059"/>
                    </a:lnTo>
                    <a:lnTo>
                      <a:pt x="5629" y="3976"/>
                    </a:lnTo>
                    <a:lnTo>
                      <a:pt x="5691" y="3955"/>
                    </a:lnTo>
                    <a:lnTo>
                      <a:pt x="5691" y="3850"/>
                    </a:lnTo>
                    <a:lnTo>
                      <a:pt x="5587" y="3766"/>
                    </a:lnTo>
                    <a:lnTo>
                      <a:pt x="5357" y="3766"/>
                    </a:lnTo>
                    <a:lnTo>
                      <a:pt x="5336" y="3724"/>
                    </a:lnTo>
                    <a:lnTo>
                      <a:pt x="5336" y="3641"/>
                    </a:lnTo>
                    <a:lnTo>
                      <a:pt x="5378" y="3620"/>
                    </a:lnTo>
                    <a:lnTo>
                      <a:pt x="5357" y="3515"/>
                    </a:lnTo>
                    <a:lnTo>
                      <a:pt x="5168" y="3348"/>
                    </a:lnTo>
                    <a:lnTo>
                      <a:pt x="5106" y="3348"/>
                    </a:lnTo>
                    <a:lnTo>
                      <a:pt x="5001" y="3432"/>
                    </a:lnTo>
                    <a:lnTo>
                      <a:pt x="4834" y="3432"/>
                    </a:lnTo>
                    <a:lnTo>
                      <a:pt x="4687" y="3452"/>
                    </a:lnTo>
                    <a:lnTo>
                      <a:pt x="4478" y="3327"/>
                    </a:lnTo>
                    <a:lnTo>
                      <a:pt x="4436" y="3243"/>
                    </a:lnTo>
                    <a:lnTo>
                      <a:pt x="4394" y="3222"/>
                    </a:lnTo>
                    <a:lnTo>
                      <a:pt x="4290" y="3264"/>
                    </a:lnTo>
                    <a:lnTo>
                      <a:pt x="4206" y="3264"/>
                    </a:lnTo>
                    <a:lnTo>
                      <a:pt x="4122" y="3306"/>
                    </a:lnTo>
                    <a:lnTo>
                      <a:pt x="4018" y="3306"/>
                    </a:lnTo>
                    <a:lnTo>
                      <a:pt x="3976" y="3411"/>
                    </a:lnTo>
                    <a:lnTo>
                      <a:pt x="3913" y="3348"/>
                    </a:lnTo>
                    <a:lnTo>
                      <a:pt x="3808" y="3264"/>
                    </a:lnTo>
                    <a:lnTo>
                      <a:pt x="3704" y="3327"/>
                    </a:lnTo>
                    <a:lnTo>
                      <a:pt x="3578" y="3348"/>
                    </a:lnTo>
                    <a:lnTo>
                      <a:pt x="3578" y="3411"/>
                    </a:lnTo>
                    <a:lnTo>
                      <a:pt x="3536" y="3452"/>
                    </a:lnTo>
                    <a:lnTo>
                      <a:pt x="3536" y="3369"/>
                    </a:lnTo>
                    <a:lnTo>
                      <a:pt x="3474" y="3327"/>
                    </a:lnTo>
                    <a:lnTo>
                      <a:pt x="3369" y="3348"/>
                    </a:lnTo>
                    <a:lnTo>
                      <a:pt x="3139" y="3327"/>
                    </a:lnTo>
                    <a:lnTo>
                      <a:pt x="3076" y="3348"/>
                    </a:lnTo>
                    <a:lnTo>
                      <a:pt x="3160" y="3432"/>
                    </a:lnTo>
                    <a:lnTo>
                      <a:pt x="3160" y="3536"/>
                    </a:lnTo>
                    <a:lnTo>
                      <a:pt x="3264" y="3620"/>
                    </a:lnTo>
                    <a:lnTo>
                      <a:pt x="3139" y="3578"/>
                    </a:lnTo>
                    <a:lnTo>
                      <a:pt x="3076" y="3515"/>
                    </a:lnTo>
                    <a:lnTo>
                      <a:pt x="3013" y="3473"/>
                    </a:lnTo>
                    <a:lnTo>
                      <a:pt x="2867" y="3536"/>
                    </a:lnTo>
                    <a:lnTo>
                      <a:pt x="2804" y="3473"/>
                    </a:lnTo>
                    <a:lnTo>
                      <a:pt x="2930" y="3432"/>
                    </a:lnTo>
                    <a:lnTo>
                      <a:pt x="2930" y="3348"/>
                    </a:lnTo>
                    <a:lnTo>
                      <a:pt x="2804" y="3222"/>
                    </a:lnTo>
                    <a:lnTo>
                      <a:pt x="2825" y="3139"/>
                    </a:lnTo>
                    <a:lnTo>
                      <a:pt x="2762" y="3097"/>
                    </a:lnTo>
                    <a:lnTo>
                      <a:pt x="2637" y="3160"/>
                    </a:lnTo>
                    <a:lnTo>
                      <a:pt x="2658" y="3243"/>
                    </a:lnTo>
                    <a:lnTo>
                      <a:pt x="2637" y="3306"/>
                    </a:lnTo>
                    <a:lnTo>
                      <a:pt x="2532" y="3264"/>
                    </a:lnTo>
                    <a:lnTo>
                      <a:pt x="2595" y="3201"/>
                    </a:lnTo>
                    <a:lnTo>
                      <a:pt x="2553" y="3139"/>
                    </a:lnTo>
                    <a:lnTo>
                      <a:pt x="2448" y="3097"/>
                    </a:lnTo>
                    <a:lnTo>
                      <a:pt x="2406" y="3139"/>
                    </a:lnTo>
                    <a:lnTo>
                      <a:pt x="2323" y="3139"/>
                    </a:lnTo>
                    <a:lnTo>
                      <a:pt x="2344" y="3034"/>
                    </a:lnTo>
                    <a:lnTo>
                      <a:pt x="2344" y="2992"/>
                    </a:lnTo>
                    <a:lnTo>
                      <a:pt x="2323" y="2888"/>
                    </a:lnTo>
                    <a:lnTo>
                      <a:pt x="2218" y="2908"/>
                    </a:lnTo>
                    <a:lnTo>
                      <a:pt x="2093" y="3034"/>
                    </a:lnTo>
                    <a:lnTo>
                      <a:pt x="2114" y="3160"/>
                    </a:lnTo>
                    <a:lnTo>
                      <a:pt x="2030" y="3160"/>
                    </a:lnTo>
                    <a:lnTo>
                      <a:pt x="1988" y="3055"/>
                    </a:lnTo>
                    <a:lnTo>
                      <a:pt x="2030" y="2992"/>
                    </a:lnTo>
                    <a:lnTo>
                      <a:pt x="2030" y="2908"/>
                    </a:lnTo>
                    <a:lnTo>
                      <a:pt x="2093" y="2720"/>
                    </a:lnTo>
                    <a:lnTo>
                      <a:pt x="2009" y="2636"/>
                    </a:lnTo>
                    <a:lnTo>
                      <a:pt x="1883" y="2699"/>
                    </a:lnTo>
                    <a:lnTo>
                      <a:pt x="1883" y="2636"/>
                    </a:lnTo>
                    <a:lnTo>
                      <a:pt x="1988" y="2616"/>
                    </a:lnTo>
                    <a:lnTo>
                      <a:pt x="2030" y="2490"/>
                    </a:lnTo>
                    <a:lnTo>
                      <a:pt x="2009" y="2385"/>
                    </a:lnTo>
                    <a:lnTo>
                      <a:pt x="1925" y="2427"/>
                    </a:lnTo>
                    <a:lnTo>
                      <a:pt x="1862" y="2385"/>
                    </a:lnTo>
                    <a:lnTo>
                      <a:pt x="1800" y="2427"/>
                    </a:lnTo>
                    <a:lnTo>
                      <a:pt x="1695" y="2427"/>
                    </a:lnTo>
                    <a:lnTo>
                      <a:pt x="1758" y="2385"/>
                    </a:lnTo>
                    <a:lnTo>
                      <a:pt x="1758" y="2323"/>
                    </a:lnTo>
                    <a:lnTo>
                      <a:pt x="1653" y="2323"/>
                    </a:lnTo>
                    <a:lnTo>
                      <a:pt x="1590" y="2406"/>
                    </a:lnTo>
                    <a:lnTo>
                      <a:pt x="1444" y="2427"/>
                    </a:lnTo>
                    <a:lnTo>
                      <a:pt x="1444" y="2364"/>
                    </a:lnTo>
                    <a:lnTo>
                      <a:pt x="1507" y="2323"/>
                    </a:lnTo>
                    <a:lnTo>
                      <a:pt x="1570" y="2218"/>
                    </a:lnTo>
                    <a:lnTo>
                      <a:pt x="1590" y="2155"/>
                    </a:lnTo>
                    <a:lnTo>
                      <a:pt x="1674" y="2155"/>
                    </a:lnTo>
                    <a:lnTo>
                      <a:pt x="1779" y="2260"/>
                    </a:lnTo>
                    <a:lnTo>
                      <a:pt x="1925" y="2260"/>
                    </a:lnTo>
                    <a:lnTo>
                      <a:pt x="1904" y="2197"/>
                    </a:lnTo>
                    <a:lnTo>
                      <a:pt x="1800" y="2071"/>
                    </a:lnTo>
                    <a:lnTo>
                      <a:pt x="1695" y="2071"/>
                    </a:lnTo>
                    <a:lnTo>
                      <a:pt x="1758" y="2009"/>
                    </a:lnTo>
                    <a:lnTo>
                      <a:pt x="1611" y="1883"/>
                    </a:lnTo>
                    <a:lnTo>
                      <a:pt x="1507" y="1841"/>
                    </a:lnTo>
                    <a:lnTo>
                      <a:pt x="1570" y="1799"/>
                    </a:lnTo>
                    <a:lnTo>
                      <a:pt x="1590" y="1737"/>
                    </a:lnTo>
                    <a:lnTo>
                      <a:pt x="1653" y="1737"/>
                    </a:lnTo>
                    <a:lnTo>
                      <a:pt x="1695" y="1841"/>
                    </a:lnTo>
                    <a:lnTo>
                      <a:pt x="1800" y="1967"/>
                    </a:lnTo>
                    <a:lnTo>
                      <a:pt x="1967" y="1988"/>
                    </a:lnTo>
                    <a:lnTo>
                      <a:pt x="2030" y="2092"/>
                    </a:lnTo>
                    <a:lnTo>
                      <a:pt x="2114" y="2009"/>
                    </a:lnTo>
                    <a:lnTo>
                      <a:pt x="2176" y="2092"/>
                    </a:lnTo>
                    <a:lnTo>
                      <a:pt x="2344" y="2155"/>
                    </a:lnTo>
                    <a:lnTo>
                      <a:pt x="2448" y="2155"/>
                    </a:lnTo>
                    <a:lnTo>
                      <a:pt x="2511" y="2051"/>
                    </a:lnTo>
                    <a:lnTo>
                      <a:pt x="2490" y="1904"/>
                    </a:lnTo>
                    <a:lnTo>
                      <a:pt x="2239" y="1758"/>
                    </a:lnTo>
                    <a:lnTo>
                      <a:pt x="2134" y="1653"/>
                    </a:lnTo>
                    <a:lnTo>
                      <a:pt x="2072" y="1653"/>
                    </a:lnTo>
                    <a:lnTo>
                      <a:pt x="2030" y="1548"/>
                    </a:lnTo>
                    <a:lnTo>
                      <a:pt x="1925" y="1444"/>
                    </a:lnTo>
                    <a:lnTo>
                      <a:pt x="1883" y="1444"/>
                    </a:lnTo>
                    <a:lnTo>
                      <a:pt x="1821" y="1381"/>
                    </a:lnTo>
                    <a:lnTo>
                      <a:pt x="1883" y="1318"/>
                    </a:lnTo>
                    <a:lnTo>
                      <a:pt x="1967" y="1339"/>
                    </a:lnTo>
                    <a:lnTo>
                      <a:pt x="2030" y="1444"/>
                    </a:lnTo>
                    <a:lnTo>
                      <a:pt x="2114" y="1444"/>
                    </a:lnTo>
                    <a:lnTo>
                      <a:pt x="2134" y="1548"/>
                    </a:lnTo>
                    <a:lnTo>
                      <a:pt x="2197" y="1548"/>
                    </a:lnTo>
                    <a:lnTo>
                      <a:pt x="2239" y="1465"/>
                    </a:lnTo>
                    <a:lnTo>
                      <a:pt x="2197" y="1276"/>
                    </a:lnTo>
                    <a:lnTo>
                      <a:pt x="2072" y="1130"/>
                    </a:lnTo>
                    <a:lnTo>
                      <a:pt x="1988" y="1130"/>
                    </a:lnTo>
                    <a:lnTo>
                      <a:pt x="1967" y="1109"/>
                    </a:lnTo>
                    <a:lnTo>
                      <a:pt x="1821" y="1109"/>
                    </a:lnTo>
                    <a:lnTo>
                      <a:pt x="1695" y="1172"/>
                    </a:lnTo>
                    <a:lnTo>
                      <a:pt x="1590" y="1172"/>
                    </a:lnTo>
                    <a:lnTo>
                      <a:pt x="1486" y="1109"/>
                    </a:lnTo>
                    <a:lnTo>
                      <a:pt x="1402" y="1130"/>
                    </a:lnTo>
                    <a:lnTo>
                      <a:pt x="1360" y="1025"/>
                    </a:lnTo>
                    <a:lnTo>
                      <a:pt x="1235" y="1214"/>
                    </a:lnTo>
                    <a:lnTo>
                      <a:pt x="1067" y="1276"/>
                    </a:lnTo>
                    <a:lnTo>
                      <a:pt x="1046" y="1381"/>
                    </a:lnTo>
                    <a:lnTo>
                      <a:pt x="963" y="1423"/>
                    </a:lnTo>
                    <a:lnTo>
                      <a:pt x="963" y="1339"/>
                    </a:lnTo>
                    <a:lnTo>
                      <a:pt x="1046" y="1235"/>
                    </a:lnTo>
                    <a:lnTo>
                      <a:pt x="1088" y="1235"/>
                    </a:lnTo>
                    <a:lnTo>
                      <a:pt x="1339" y="1004"/>
                    </a:lnTo>
                    <a:lnTo>
                      <a:pt x="1360" y="921"/>
                    </a:lnTo>
                    <a:lnTo>
                      <a:pt x="1298" y="816"/>
                    </a:lnTo>
                    <a:lnTo>
                      <a:pt x="1298" y="544"/>
                    </a:lnTo>
                    <a:lnTo>
                      <a:pt x="1339" y="523"/>
                    </a:lnTo>
                    <a:lnTo>
                      <a:pt x="1256" y="419"/>
                    </a:lnTo>
                    <a:lnTo>
                      <a:pt x="1193" y="481"/>
                    </a:lnTo>
                    <a:lnTo>
                      <a:pt x="1088" y="481"/>
                    </a:lnTo>
                    <a:lnTo>
                      <a:pt x="1026" y="419"/>
                    </a:lnTo>
                    <a:lnTo>
                      <a:pt x="1026" y="314"/>
                    </a:lnTo>
                    <a:lnTo>
                      <a:pt x="1026" y="230"/>
                    </a:lnTo>
                    <a:lnTo>
                      <a:pt x="816" y="188"/>
                    </a:lnTo>
                    <a:lnTo>
                      <a:pt x="733" y="84"/>
                    </a:lnTo>
                    <a:lnTo>
                      <a:pt x="628" y="84"/>
                    </a:lnTo>
                    <a:lnTo>
                      <a:pt x="50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60"/>
              <p:cNvSpPr/>
              <p:nvPr/>
            </p:nvSpPr>
            <p:spPr>
              <a:xfrm>
                <a:off x="2687175" y="1694400"/>
                <a:ext cx="33500" cy="37675"/>
              </a:xfrm>
              <a:custGeom>
                <a:rect b="b" l="l" r="r" t="t"/>
                <a:pathLst>
                  <a:path extrusionOk="0" h="1507" w="1340">
                    <a:moveTo>
                      <a:pt x="796" y="0"/>
                    </a:moveTo>
                    <a:lnTo>
                      <a:pt x="670" y="21"/>
                    </a:lnTo>
                    <a:lnTo>
                      <a:pt x="607" y="84"/>
                    </a:lnTo>
                    <a:lnTo>
                      <a:pt x="691" y="147"/>
                    </a:lnTo>
                    <a:lnTo>
                      <a:pt x="691" y="231"/>
                    </a:lnTo>
                    <a:lnTo>
                      <a:pt x="628" y="210"/>
                    </a:lnTo>
                    <a:lnTo>
                      <a:pt x="565" y="147"/>
                    </a:lnTo>
                    <a:lnTo>
                      <a:pt x="461" y="126"/>
                    </a:lnTo>
                    <a:lnTo>
                      <a:pt x="419" y="210"/>
                    </a:lnTo>
                    <a:lnTo>
                      <a:pt x="524" y="210"/>
                    </a:lnTo>
                    <a:lnTo>
                      <a:pt x="565" y="251"/>
                    </a:lnTo>
                    <a:lnTo>
                      <a:pt x="524" y="293"/>
                    </a:lnTo>
                    <a:lnTo>
                      <a:pt x="398" y="314"/>
                    </a:lnTo>
                    <a:lnTo>
                      <a:pt x="356" y="335"/>
                    </a:lnTo>
                    <a:lnTo>
                      <a:pt x="398" y="440"/>
                    </a:lnTo>
                    <a:lnTo>
                      <a:pt x="419" y="461"/>
                    </a:lnTo>
                    <a:lnTo>
                      <a:pt x="419" y="523"/>
                    </a:lnTo>
                    <a:lnTo>
                      <a:pt x="293" y="461"/>
                    </a:lnTo>
                    <a:lnTo>
                      <a:pt x="168" y="503"/>
                    </a:lnTo>
                    <a:lnTo>
                      <a:pt x="84" y="565"/>
                    </a:lnTo>
                    <a:lnTo>
                      <a:pt x="42" y="712"/>
                    </a:lnTo>
                    <a:lnTo>
                      <a:pt x="0" y="733"/>
                    </a:lnTo>
                    <a:lnTo>
                      <a:pt x="0" y="754"/>
                    </a:lnTo>
                    <a:lnTo>
                      <a:pt x="63" y="754"/>
                    </a:lnTo>
                    <a:lnTo>
                      <a:pt x="42" y="837"/>
                    </a:lnTo>
                    <a:lnTo>
                      <a:pt x="42" y="879"/>
                    </a:lnTo>
                    <a:lnTo>
                      <a:pt x="63" y="921"/>
                    </a:lnTo>
                    <a:lnTo>
                      <a:pt x="147" y="816"/>
                    </a:lnTo>
                    <a:lnTo>
                      <a:pt x="168" y="837"/>
                    </a:lnTo>
                    <a:lnTo>
                      <a:pt x="105" y="963"/>
                    </a:lnTo>
                    <a:lnTo>
                      <a:pt x="147" y="1026"/>
                    </a:lnTo>
                    <a:lnTo>
                      <a:pt x="210" y="1067"/>
                    </a:lnTo>
                    <a:lnTo>
                      <a:pt x="272" y="1047"/>
                    </a:lnTo>
                    <a:lnTo>
                      <a:pt x="293" y="1067"/>
                    </a:lnTo>
                    <a:lnTo>
                      <a:pt x="314" y="1151"/>
                    </a:lnTo>
                    <a:lnTo>
                      <a:pt x="356" y="1151"/>
                    </a:lnTo>
                    <a:lnTo>
                      <a:pt x="398" y="1088"/>
                    </a:lnTo>
                    <a:lnTo>
                      <a:pt x="461" y="1130"/>
                    </a:lnTo>
                    <a:lnTo>
                      <a:pt x="461" y="1256"/>
                    </a:lnTo>
                    <a:lnTo>
                      <a:pt x="482" y="1298"/>
                    </a:lnTo>
                    <a:lnTo>
                      <a:pt x="586" y="1277"/>
                    </a:lnTo>
                    <a:lnTo>
                      <a:pt x="607" y="1402"/>
                    </a:lnTo>
                    <a:lnTo>
                      <a:pt x="712" y="1402"/>
                    </a:lnTo>
                    <a:lnTo>
                      <a:pt x="837" y="1486"/>
                    </a:lnTo>
                    <a:lnTo>
                      <a:pt x="942" y="1486"/>
                    </a:lnTo>
                    <a:lnTo>
                      <a:pt x="1005" y="1507"/>
                    </a:lnTo>
                    <a:lnTo>
                      <a:pt x="1026" y="1486"/>
                    </a:lnTo>
                    <a:lnTo>
                      <a:pt x="1005" y="1402"/>
                    </a:lnTo>
                    <a:lnTo>
                      <a:pt x="1088" y="1381"/>
                    </a:lnTo>
                    <a:lnTo>
                      <a:pt x="1151" y="1235"/>
                    </a:lnTo>
                    <a:lnTo>
                      <a:pt x="1130" y="1088"/>
                    </a:lnTo>
                    <a:lnTo>
                      <a:pt x="1214" y="942"/>
                    </a:lnTo>
                    <a:lnTo>
                      <a:pt x="1235" y="921"/>
                    </a:lnTo>
                    <a:lnTo>
                      <a:pt x="1319" y="712"/>
                    </a:lnTo>
                    <a:lnTo>
                      <a:pt x="1319" y="565"/>
                    </a:lnTo>
                    <a:lnTo>
                      <a:pt x="1340" y="523"/>
                    </a:lnTo>
                    <a:lnTo>
                      <a:pt x="1319" y="419"/>
                    </a:lnTo>
                    <a:lnTo>
                      <a:pt x="1235" y="335"/>
                    </a:lnTo>
                    <a:lnTo>
                      <a:pt x="1235" y="210"/>
                    </a:lnTo>
                    <a:lnTo>
                      <a:pt x="1193" y="147"/>
                    </a:lnTo>
                    <a:lnTo>
                      <a:pt x="1151" y="42"/>
                    </a:lnTo>
                    <a:lnTo>
                      <a:pt x="1005" y="0"/>
                    </a:lnTo>
                    <a:lnTo>
                      <a:pt x="900" y="42"/>
                    </a:lnTo>
                    <a:lnTo>
                      <a:pt x="79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60"/>
              <p:cNvSpPr/>
              <p:nvPr/>
            </p:nvSpPr>
            <p:spPr>
              <a:xfrm>
                <a:off x="2605050" y="1520200"/>
                <a:ext cx="42400" cy="26175"/>
              </a:xfrm>
              <a:custGeom>
                <a:rect b="b" l="l" r="r" t="t"/>
                <a:pathLst>
                  <a:path extrusionOk="0" h="1047" w="1696">
                    <a:moveTo>
                      <a:pt x="1570" y="1"/>
                    </a:moveTo>
                    <a:lnTo>
                      <a:pt x="1486" y="64"/>
                    </a:lnTo>
                    <a:lnTo>
                      <a:pt x="1256" y="64"/>
                    </a:lnTo>
                    <a:lnTo>
                      <a:pt x="1130" y="168"/>
                    </a:lnTo>
                    <a:lnTo>
                      <a:pt x="963" y="168"/>
                    </a:lnTo>
                    <a:lnTo>
                      <a:pt x="921" y="189"/>
                    </a:lnTo>
                    <a:lnTo>
                      <a:pt x="816" y="105"/>
                    </a:lnTo>
                    <a:lnTo>
                      <a:pt x="712" y="84"/>
                    </a:lnTo>
                    <a:lnTo>
                      <a:pt x="356" y="189"/>
                    </a:lnTo>
                    <a:lnTo>
                      <a:pt x="126" y="189"/>
                    </a:lnTo>
                    <a:lnTo>
                      <a:pt x="105" y="273"/>
                    </a:lnTo>
                    <a:lnTo>
                      <a:pt x="0" y="377"/>
                    </a:lnTo>
                    <a:lnTo>
                      <a:pt x="0" y="482"/>
                    </a:lnTo>
                    <a:lnTo>
                      <a:pt x="105" y="461"/>
                    </a:lnTo>
                    <a:lnTo>
                      <a:pt x="231" y="461"/>
                    </a:lnTo>
                    <a:lnTo>
                      <a:pt x="314" y="419"/>
                    </a:lnTo>
                    <a:lnTo>
                      <a:pt x="398" y="461"/>
                    </a:lnTo>
                    <a:lnTo>
                      <a:pt x="503" y="461"/>
                    </a:lnTo>
                    <a:lnTo>
                      <a:pt x="565" y="503"/>
                    </a:lnTo>
                    <a:lnTo>
                      <a:pt x="503" y="587"/>
                    </a:lnTo>
                    <a:lnTo>
                      <a:pt x="544" y="712"/>
                    </a:lnTo>
                    <a:lnTo>
                      <a:pt x="628" y="817"/>
                    </a:lnTo>
                    <a:lnTo>
                      <a:pt x="712" y="712"/>
                    </a:lnTo>
                    <a:lnTo>
                      <a:pt x="712" y="628"/>
                    </a:lnTo>
                    <a:lnTo>
                      <a:pt x="754" y="587"/>
                    </a:lnTo>
                    <a:lnTo>
                      <a:pt x="858" y="712"/>
                    </a:lnTo>
                    <a:lnTo>
                      <a:pt x="837" y="838"/>
                    </a:lnTo>
                    <a:lnTo>
                      <a:pt x="984" y="1005"/>
                    </a:lnTo>
                    <a:lnTo>
                      <a:pt x="1088" y="984"/>
                    </a:lnTo>
                    <a:lnTo>
                      <a:pt x="1151" y="1047"/>
                    </a:lnTo>
                    <a:lnTo>
                      <a:pt x="1360" y="1047"/>
                    </a:lnTo>
                    <a:lnTo>
                      <a:pt x="1465" y="942"/>
                    </a:lnTo>
                    <a:lnTo>
                      <a:pt x="1591" y="900"/>
                    </a:lnTo>
                    <a:lnTo>
                      <a:pt x="1674" y="670"/>
                    </a:lnTo>
                    <a:lnTo>
                      <a:pt x="1591" y="503"/>
                    </a:lnTo>
                    <a:lnTo>
                      <a:pt x="1695" y="356"/>
                    </a:lnTo>
                    <a:lnTo>
                      <a:pt x="1695" y="273"/>
                    </a:lnTo>
                    <a:lnTo>
                      <a:pt x="1612" y="147"/>
                    </a:lnTo>
                    <a:lnTo>
                      <a:pt x="1653" y="64"/>
                    </a:lnTo>
                    <a:lnTo>
                      <a:pt x="157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60"/>
              <p:cNvSpPr/>
              <p:nvPr/>
            </p:nvSpPr>
            <p:spPr>
              <a:xfrm>
                <a:off x="2443425" y="1547400"/>
                <a:ext cx="109875" cy="60700"/>
              </a:xfrm>
              <a:custGeom>
                <a:rect b="b" l="l" r="r" t="t"/>
                <a:pathLst>
                  <a:path extrusionOk="0" h="2428" w="4395">
                    <a:moveTo>
                      <a:pt x="4268" y="1"/>
                    </a:moveTo>
                    <a:lnTo>
                      <a:pt x="4185" y="43"/>
                    </a:lnTo>
                    <a:lnTo>
                      <a:pt x="4059" y="105"/>
                    </a:lnTo>
                    <a:lnTo>
                      <a:pt x="4059" y="252"/>
                    </a:lnTo>
                    <a:lnTo>
                      <a:pt x="4038" y="336"/>
                    </a:lnTo>
                    <a:lnTo>
                      <a:pt x="4059" y="377"/>
                    </a:lnTo>
                    <a:lnTo>
                      <a:pt x="3955" y="419"/>
                    </a:lnTo>
                    <a:lnTo>
                      <a:pt x="3934" y="315"/>
                    </a:lnTo>
                    <a:lnTo>
                      <a:pt x="3892" y="315"/>
                    </a:lnTo>
                    <a:lnTo>
                      <a:pt x="3871" y="377"/>
                    </a:lnTo>
                    <a:lnTo>
                      <a:pt x="3829" y="440"/>
                    </a:lnTo>
                    <a:lnTo>
                      <a:pt x="3766" y="357"/>
                    </a:lnTo>
                    <a:lnTo>
                      <a:pt x="3745" y="168"/>
                    </a:lnTo>
                    <a:lnTo>
                      <a:pt x="3641" y="64"/>
                    </a:lnTo>
                    <a:lnTo>
                      <a:pt x="3578" y="64"/>
                    </a:lnTo>
                    <a:lnTo>
                      <a:pt x="3557" y="126"/>
                    </a:lnTo>
                    <a:lnTo>
                      <a:pt x="3432" y="126"/>
                    </a:lnTo>
                    <a:lnTo>
                      <a:pt x="3306" y="64"/>
                    </a:lnTo>
                    <a:lnTo>
                      <a:pt x="3222" y="64"/>
                    </a:lnTo>
                    <a:lnTo>
                      <a:pt x="2992" y="43"/>
                    </a:lnTo>
                    <a:lnTo>
                      <a:pt x="2846" y="126"/>
                    </a:lnTo>
                    <a:lnTo>
                      <a:pt x="2804" y="231"/>
                    </a:lnTo>
                    <a:lnTo>
                      <a:pt x="2741" y="315"/>
                    </a:lnTo>
                    <a:lnTo>
                      <a:pt x="2699" y="273"/>
                    </a:lnTo>
                    <a:lnTo>
                      <a:pt x="2636" y="273"/>
                    </a:lnTo>
                    <a:lnTo>
                      <a:pt x="2364" y="482"/>
                    </a:lnTo>
                    <a:lnTo>
                      <a:pt x="2281" y="566"/>
                    </a:lnTo>
                    <a:lnTo>
                      <a:pt x="2197" y="566"/>
                    </a:lnTo>
                    <a:lnTo>
                      <a:pt x="2051" y="670"/>
                    </a:lnTo>
                    <a:lnTo>
                      <a:pt x="1946" y="691"/>
                    </a:lnTo>
                    <a:lnTo>
                      <a:pt x="1862" y="775"/>
                    </a:lnTo>
                    <a:lnTo>
                      <a:pt x="1841" y="859"/>
                    </a:lnTo>
                    <a:lnTo>
                      <a:pt x="1653" y="859"/>
                    </a:lnTo>
                    <a:lnTo>
                      <a:pt x="1590" y="880"/>
                    </a:lnTo>
                    <a:lnTo>
                      <a:pt x="1465" y="859"/>
                    </a:lnTo>
                    <a:lnTo>
                      <a:pt x="1423" y="901"/>
                    </a:lnTo>
                    <a:lnTo>
                      <a:pt x="1339" y="901"/>
                    </a:lnTo>
                    <a:lnTo>
                      <a:pt x="1151" y="1068"/>
                    </a:lnTo>
                    <a:lnTo>
                      <a:pt x="1025" y="1152"/>
                    </a:lnTo>
                    <a:lnTo>
                      <a:pt x="900" y="1089"/>
                    </a:lnTo>
                    <a:lnTo>
                      <a:pt x="795" y="1152"/>
                    </a:lnTo>
                    <a:lnTo>
                      <a:pt x="523" y="1193"/>
                    </a:lnTo>
                    <a:lnTo>
                      <a:pt x="398" y="1382"/>
                    </a:lnTo>
                    <a:lnTo>
                      <a:pt x="314" y="1382"/>
                    </a:lnTo>
                    <a:lnTo>
                      <a:pt x="167" y="1403"/>
                    </a:lnTo>
                    <a:lnTo>
                      <a:pt x="105" y="1528"/>
                    </a:lnTo>
                    <a:lnTo>
                      <a:pt x="209" y="1528"/>
                    </a:lnTo>
                    <a:lnTo>
                      <a:pt x="272" y="1591"/>
                    </a:lnTo>
                    <a:lnTo>
                      <a:pt x="167" y="1591"/>
                    </a:lnTo>
                    <a:lnTo>
                      <a:pt x="126" y="1633"/>
                    </a:lnTo>
                    <a:lnTo>
                      <a:pt x="209" y="1717"/>
                    </a:lnTo>
                    <a:lnTo>
                      <a:pt x="188" y="1779"/>
                    </a:lnTo>
                    <a:lnTo>
                      <a:pt x="0" y="1842"/>
                    </a:lnTo>
                    <a:lnTo>
                      <a:pt x="0" y="1905"/>
                    </a:lnTo>
                    <a:lnTo>
                      <a:pt x="126" y="1926"/>
                    </a:lnTo>
                    <a:lnTo>
                      <a:pt x="230" y="1905"/>
                    </a:lnTo>
                    <a:lnTo>
                      <a:pt x="293" y="1821"/>
                    </a:lnTo>
                    <a:lnTo>
                      <a:pt x="377" y="1800"/>
                    </a:lnTo>
                    <a:lnTo>
                      <a:pt x="481" y="1842"/>
                    </a:lnTo>
                    <a:lnTo>
                      <a:pt x="586" y="1989"/>
                    </a:lnTo>
                    <a:lnTo>
                      <a:pt x="586" y="2114"/>
                    </a:lnTo>
                    <a:lnTo>
                      <a:pt x="691" y="2156"/>
                    </a:lnTo>
                    <a:lnTo>
                      <a:pt x="732" y="2114"/>
                    </a:lnTo>
                    <a:lnTo>
                      <a:pt x="732" y="2009"/>
                    </a:lnTo>
                    <a:lnTo>
                      <a:pt x="753" y="1989"/>
                    </a:lnTo>
                    <a:lnTo>
                      <a:pt x="816" y="1821"/>
                    </a:lnTo>
                    <a:lnTo>
                      <a:pt x="858" y="1821"/>
                    </a:lnTo>
                    <a:lnTo>
                      <a:pt x="1004" y="1779"/>
                    </a:lnTo>
                    <a:lnTo>
                      <a:pt x="1067" y="1800"/>
                    </a:lnTo>
                    <a:lnTo>
                      <a:pt x="1046" y="1884"/>
                    </a:lnTo>
                    <a:lnTo>
                      <a:pt x="942" y="1926"/>
                    </a:lnTo>
                    <a:lnTo>
                      <a:pt x="900" y="2093"/>
                    </a:lnTo>
                    <a:lnTo>
                      <a:pt x="942" y="2156"/>
                    </a:lnTo>
                    <a:lnTo>
                      <a:pt x="858" y="2240"/>
                    </a:lnTo>
                    <a:lnTo>
                      <a:pt x="816" y="2323"/>
                    </a:lnTo>
                    <a:lnTo>
                      <a:pt x="858" y="2407"/>
                    </a:lnTo>
                    <a:lnTo>
                      <a:pt x="921" y="2323"/>
                    </a:lnTo>
                    <a:lnTo>
                      <a:pt x="1004" y="2344"/>
                    </a:lnTo>
                    <a:lnTo>
                      <a:pt x="1004" y="2428"/>
                    </a:lnTo>
                    <a:lnTo>
                      <a:pt x="1046" y="2428"/>
                    </a:lnTo>
                    <a:lnTo>
                      <a:pt x="1235" y="2323"/>
                    </a:lnTo>
                    <a:lnTo>
                      <a:pt x="1318" y="2219"/>
                    </a:lnTo>
                    <a:lnTo>
                      <a:pt x="1381" y="2240"/>
                    </a:lnTo>
                    <a:lnTo>
                      <a:pt x="1444" y="2135"/>
                    </a:lnTo>
                    <a:lnTo>
                      <a:pt x="1444" y="2009"/>
                    </a:lnTo>
                    <a:lnTo>
                      <a:pt x="1527" y="2009"/>
                    </a:lnTo>
                    <a:lnTo>
                      <a:pt x="1590" y="1905"/>
                    </a:lnTo>
                    <a:lnTo>
                      <a:pt x="1590" y="1779"/>
                    </a:lnTo>
                    <a:lnTo>
                      <a:pt x="1653" y="1717"/>
                    </a:lnTo>
                    <a:lnTo>
                      <a:pt x="1674" y="1779"/>
                    </a:lnTo>
                    <a:lnTo>
                      <a:pt x="1653" y="1842"/>
                    </a:lnTo>
                    <a:lnTo>
                      <a:pt x="1674" y="1926"/>
                    </a:lnTo>
                    <a:lnTo>
                      <a:pt x="1653" y="2051"/>
                    </a:lnTo>
                    <a:lnTo>
                      <a:pt x="1674" y="2198"/>
                    </a:lnTo>
                    <a:lnTo>
                      <a:pt x="1737" y="2198"/>
                    </a:lnTo>
                    <a:lnTo>
                      <a:pt x="1841" y="2051"/>
                    </a:lnTo>
                    <a:lnTo>
                      <a:pt x="1862" y="1926"/>
                    </a:lnTo>
                    <a:lnTo>
                      <a:pt x="1883" y="1884"/>
                    </a:lnTo>
                    <a:lnTo>
                      <a:pt x="1967" y="1842"/>
                    </a:lnTo>
                    <a:lnTo>
                      <a:pt x="2092" y="1696"/>
                    </a:lnTo>
                    <a:lnTo>
                      <a:pt x="2113" y="1570"/>
                    </a:lnTo>
                    <a:lnTo>
                      <a:pt x="2092" y="1465"/>
                    </a:lnTo>
                    <a:lnTo>
                      <a:pt x="2155" y="1361"/>
                    </a:lnTo>
                    <a:lnTo>
                      <a:pt x="2197" y="1486"/>
                    </a:lnTo>
                    <a:lnTo>
                      <a:pt x="2406" y="1361"/>
                    </a:lnTo>
                    <a:lnTo>
                      <a:pt x="2469" y="1193"/>
                    </a:lnTo>
                    <a:lnTo>
                      <a:pt x="2490" y="1089"/>
                    </a:lnTo>
                    <a:lnTo>
                      <a:pt x="2595" y="1068"/>
                    </a:lnTo>
                    <a:lnTo>
                      <a:pt x="2636" y="1047"/>
                    </a:lnTo>
                    <a:lnTo>
                      <a:pt x="2720" y="1089"/>
                    </a:lnTo>
                    <a:lnTo>
                      <a:pt x="2825" y="984"/>
                    </a:lnTo>
                    <a:lnTo>
                      <a:pt x="2888" y="1047"/>
                    </a:lnTo>
                    <a:lnTo>
                      <a:pt x="2825" y="1256"/>
                    </a:lnTo>
                    <a:lnTo>
                      <a:pt x="2678" y="1403"/>
                    </a:lnTo>
                    <a:lnTo>
                      <a:pt x="2636" y="1507"/>
                    </a:lnTo>
                    <a:lnTo>
                      <a:pt x="2574" y="1591"/>
                    </a:lnTo>
                    <a:lnTo>
                      <a:pt x="2574" y="1633"/>
                    </a:lnTo>
                    <a:lnTo>
                      <a:pt x="2469" y="1696"/>
                    </a:lnTo>
                    <a:lnTo>
                      <a:pt x="2323" y="1926"/>
                    </a:lnTo>
                    <a:lnTo>
                      <a:pt x="2323" y="1989"/>
                    </a:lnTo>
                    <a:lnTo>
                      <a:pt x="2385" y="2093"/>
                    </a:lnTo>
                    <a:lnTo>
                      <a:pt x="2364" y="2198"/>
                    </a:lnTo>
                    <a:lnTo>
                      <a:pt x="2427" y="2219"/>
                    </a:lnTo>
                    <a:lnTo>
                      <a:pt x="2532" y="2261"/>
                    </a:lnTo>
                    <a:lnTo>
                      <a:pt x="2616" y="2198"/>
                    </a:lnTo>
                    <a:lnTo>
                      <a:pt x="2720" y="2135"/>
                    </a:lnTo>
                    <a:lnTo>
                      <a:pt x="2741" y="2030"/>
                    </a:lnTo>
                    <a:lnTo>
                      <a:pt x="2741" y="1926"/>
                    </a:lnTo>
                    <a:lnTo>
                      <a:pt x="2825" y="1842"/>
                    </a:lnTo>
                    <a:lnTo>
                      <a:pt x="2888" y="1737"/>
                    </a:lnTo>
                    <a:lnTo>
                      <a:pt x="2950" y="1737"/>
                    </a:lnTo>
                    <a:lnTo>
                      <a:pt x="3013" y="1717"/>
                    </a:lnTo>
                    <a:lnTo>
                      <a:pt x="3097" y="1779"/>
                    </a:lnTo>
                    <a:lnTo>
                      <a:pt x="3201" y="1779"/>
                    </a:lnTo>
                    <a:lnTo>
                      <a:pt x="3243" y="1717"/>
                    </a:lnTo>
                    <a:lnTo>
                      <a:pt x="3432" y="1717"/>
                    </a:lnTo>
                    <a:lnTo>
                      <a:pt x="3515" y="1612"/>
                    </a:lnTo>
                    <a:lnTo>
                      <a:pt x="3557" y="1403"/>
                    </a:lnTo>
                    <a:lnTo>
                      <a:pt x="3662" y="1256"/>
                    </a:lnTo>
                    <a:lnTo>
                      <a:pt x="3662" y="1152"/>
                    </a:lnTo>
                    <a:lnTo>
                      <a:pt x="3683" y="1089"/>
                    </a:lnTo>
                    <a:lnTo>
                      <a:pt x="3766" y="1214"/>
                    </a:lnTo>
                    <a:lnTo>
                      <a:pt x="3871" y="1256"/>
                    </a:lnTo>
                    <a:lnTo>
                      <a:pt x="3892" y="1193"/>
                    </a:lnTo>
                    <a:lnTo>
                      <a:pt x="3892" y="1110"/>
                    </a:lnTo>
                    <a:lnTo>
                      <a:pt x="3787" y="963"/>
                    </a:lnTo>
                    <a:lnTo>
                      <a:pt x="3787" y="880"/>
                    </a:lnTo>
                    <a:lnTo>
                      <a:pt x="3934" y="775"/>
                    </a:lnTo>
                    <a:lnTo>
                      <a:pt x="4038" y="754"/>
                    </a:lnTo>
                    <a:lnTo>
                      <a:pt x="4143" y="691"/>
                    </a:lnTo>
                    <a:lnTo>
                      <a:pt x="4206" y="733"/>
                    </a:lnTo>
                    <a:lnTo>
                      <a:pt x="4289" y="733"/>
                    </a:lnTo>
                    <a:lnTo>
                      <a:pt x="4394" y="587"/>
                    </a:lnTo>
                    <a:lnTo>
                      <a:pt x="4373" y="524"/>
                    </a:lnTo>
                    <a:lnTo>
                      <a:pt x="4352" y="273"/>
                    </a:lnTo>
                    <a:lnTo>
                      <a:pt x="4373" y="231"/>
                    </a:lnTo>
                    <a:lnTo>
                      <a:pt x="4352" y="168"/>
                    </a:lnTo>
                    <a:lnTo>
                      <a:pt x="4352" y="22"/>
                    </a:lnTo>
                    <a:lnTo>
                      <a:pt x="42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60"/>
              <p:cNvSpPr/>
              <p:nvPr/>
            </p:nvSpPr>
            <p:spPr>
              <a:xfrm>
                <a:off x="2580975" y="1547400"/>
                <a:ext cx="48150" cy="32475"/>
              </a:xfrm>
              <a:custGeom>
                <a:rect b="b" l="l" r="r" t="t"/>
                <a:pathLst>
                  <a:path extrusionOk="0" h="1299" w="1926">
                    <a:moveTo>
                      <a:pt x="796" y="1"/>
                    </a:moveTo>
                    <a:lnTo>
                      <a:pt x="524" y="43"/>
                    </a:lnTo>
                    <a:lnTo>
                      <a:pt x="440" y="43"/>
                    </a:lnTo>
                    <a:lnTo>
                      <a:pt x="336" y="126"/>
                    </a:lnTo>
                    <a:lnTo>
                      <a:pt x="231" y="168"/>
                    </a:lnTo>
                    <a:lnTo>
                      <a:pt x="210" y="315"/>
                    </a:lnTo>
                    <a:lnTo>
                      <a:pt x="64" y="419"/>
                    </a:lnTo>
                    <a:lnTo>
                      <a:pt x="64" y="524"/>
                    </a:lnTo>
                    <a:lnTo>
                      <a:pt x="1" y="629"/>
                    </a:lnTo>
                    <a:lnTo>
                      <a:pt x="22" y="754"/>
                    </a:lnTo>
                    <a:lnTo>
                      <a:pt x="22" y="880"/>
                    </a:lnTo>
                    <a:lnTo>
                      <a:pt x="106" y="880"/>
                    </a:lnTo>
                    <a:lnTo>
                      <a:pt x="231" y="963"/>
                    </a:lnTo>
                    <a:lnTo>
                      <a:pt x="315" y="1110"/>
                    </a:lnTo>
                    <a:lnTo>
                      <a:pt x="231" y="1193"/>
                    </a:lnTo>
                    <a:lnTo>
                      <a:pt x="252" y="1214"/>
                    </a:lnTo>
                    <a:lnTo>
                      <a:pt x="378" y="1214"/>
                    </a:lnTo>
                    <a:lnTo>
                      <a:pt x="524" y="1256"/>
                    </a:lnTo>
                    <a:lnTo>
                      <a:pt x="566" y="1214"/>
                    </a:lnTo>
                    <a:lnTo>
                      <a:pt x="691" y="1298"/>
                    </a:lnTo>
                    <a:lnTo>
                      <a:pt x="838" y="1298"/>
                    </a:lnTo>
                    <a:lnTo>
                      <a:pt x="943" y="1256"/>
                    </a:lnTo>
                    <a:lnTo>
                      <a:pt x="1068" y="1256"/>
                    </a:lnTo>
                    <a:lnTo>
                      <a:pt x="1110" y="1152"/>
                    </a:lnTo>
                    <a:lnTo>
                      <a:pt x="1110" y="1089"/>
                    </a:lnTo>
                    <a:lnTo>
                      <a:pt x="1215" y="1068"/>
                    </a:lnTo>
                    <a:lnTo>
                      <a:pt x="1256" y="984"/>
                    </a:lnTo>
                    <a:lnTo>
                      <a:pt x="1403" y="796"/>
                    </a:lnTo>
                    <a:lnTo>
                      <a:pt x="1382" y="733"/>
                    </a:lnTo>
                    <a:lnTo>
                      <a:pt x="1319" y="754"/>
                    </a:lnTo>
                    <a:lnTo>
                      <a:pt x="1215" y="733"/>
                    </a:lnTo>
                    <a:lnTo>
                      <a:pt x="1215" y="670"/>
                    </a:lnTo>
                    <a:lnTo>
                      <a:pt x="1361" y="545"/>
                    </a:lnTo>
                    <a:lnTo>
                      <a:pt x="1466" y="545"/>
                    </a:lnTo>
                    <a:lnTo>
                      <a:pt x="1738" y="440"/>
                    </a:lnTo>
                    <a:lnTo>
                      <a:pt x="1821" y="461"/>
                    </a:lnTo>
                    <a:lnTo>
                      <a:pt x="1926" y="273"/>
                    </a:lnTo>
                    <a:lnTo>
                      <a:pt x="1905" y="231"/>
                    </a:lnTo>
                    <a:lnTo>
                      <a:pt x="1779" y="210"/>
                    </a:lnTo>
                    <a:lnTo>
                      <a:pt x="1717" y="147"/>
                    </a:lnTo>
                    <a:lnTo>
                      <a:pt x="1591" y="126"/>
                    </a:lnTo>
                    <a:lnTo>
                      <a:pt x="1424" y="126"/>
                    </a:lnTo>
                    <a:lnTo>
                      <a:pt x="1403" y="105"/>
                    </a:lnTo>
                    <a:lnTo>
                      <a:pt x="1256" y="43"/>
                    </a:lnTo>
                    <a:lnTo>
                      <a:pt x="1173" y="64"/>
                    </a:lnTo>
                    <a:lnTo>
                      <a:pt x="1047" y="64"/>
                    </a:lnTo>
                    <a:lnTo>
                      <a:pt x="963" y="43"/>
                    </a:lnTo>
                    <a:lnTo>
                      <a:pt x="859" y="43"/>
                    </a:lnTo>
                    <a:lnTo>
                      <a:pt x="79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60"/>
              <p:cNvSpPr/>
              <p:nvPr/>
            </p:nvSpPr>
            <p:spPr>
              <a:xfrm>
                <a:off x="2474800" y="1600250"/>
                <a:ext cx="142825" cy="88425"/>
              </a:xfrm>
              <a:custGeom>
                <a:rect b="b" l="l" r="r" t="t"/>
                <a:pathLst>
                  <a:path extrusionOk="0" h="3537" w="5713">
                    <a:moveTo>
                      <a:pt x="2177" y="0"/>
                    </a:moveTo>
                    <a:lnTo>
                      <a:pt x="1863" y="84"/>
                    </a:lnTo>
                    <a:lnTo>
                      <a:pt x="1800" y="126"/>
                    </a:lnTo>
                    <a:lnTo>
                      <a:pt x="1863" y="188"/>
                    </a:lnTo>
                    <a:lnTo>
                      <a:pt x="1863" y="293"/>
                    </a:lnTo>
                    <a:lnTo>
                      <a:pt x="1988" y="356"/>
                    </a:lnTo>
                    <a:lnTo>
                      <a:pt x="2051" y="460"/>
                    </a:lnTo>
                    <a:lnTo>
                      <a:pt x="1967" y="439"/>
                    </a:lnTo>
                    <a:lnTo>
                      <a:pt x="1842" y="335"/>
                    </a:lnTo>
                    <a:lnTo>
                      <a:pt x="1758" y="335"/>
                    </a:lnTo>
                    <a:lnTo>
                      <a:pt x="1695" y="293"/>
                    </a:lnTo>
                    <a:lnTo>
                      <a:pt x="1591" y="293"/>
                    </a:lnTo>
                    <a:lnTo>
                      <a:pt x="1465" y="335"/>
                    </a:lnTo>
                    <a:lnTo>
                      <a:pt x="1381" y="335"/>
                    </a:lnTo>
                    <a:lnTo>
                      <a:pt x="1319" y="398"/>
                    </a:lnTo>
                    <a:lnTo>
                      <a:pt x="1256" y="502"/>
                    </a:lnTo>
                    <a:lnTo>
                      <a:pt x="1130" y="607"/>
                    </a:lnTo>
                    <a:lnTo>
                      <a:pt x="1214" y="711"/>
                    </a:lnTo>
                    <a:lnTo>
                      <a:pt x="1444" y="753"/>
                    </a:lnTo>
                    <a:lnTo>
                      <a:pt x="1549" y="753"/>
                    </a:lnTo>
                    <a:lnTo>
                      <a:pt x="1653" y="837"/>
                    </a:lnTo>
                    <a:lnTo>
                      <a:pt x="1737" y="837"/>
                    </a:lnTo>
                    <a:lnTo>
                      <a:pt x="1758" y="879"/>
                    </a:lnTo>
                    <a:lnTo>
                      <a:pt x="1695" y="921"/>
                    </a:lnTo>
                    <a:lnTo>
                      <a:pt x="1570" y="879"/>
                    </a:lnTo>
                    <a:lnTo>
                      <a:pt x="1319" y="858"/>
                    </a:lnTo>
                    <a:lnTo>
                      <a:pt x="1109" y="879"/>
                    </a:lnTo>
                    <a:lnTo>
                      <a:pt x="1026" y="858"/>
                    </a:lnTo>
                    <a:lnTo>
                      <a:pt x="921" y="879"/>
                    </a:lnTo>
                    <a:lnTo>
                      <a:pt x="754" y="1046"/>
                    </a:lnTo>
                    <a:lnTo>
                      <a:pt x="607" y="1193"/>
                    </a:lnTo>
                    <a:lnTo>
                      <a:pt x="628" y="1256"/>
                    </a:lnTo>
                    <a:lnTo>
                      <a:pt x="754" y="1256"/>
                    </a:lnTo>
                    <a:lnTo>
                      <a:pt x="942" y="1297"/>
                    </a:lnTo>
                    <a:lnTo>
                      <a:pt x="1068" y="1276"/>
                    </a:lnTo>
                    <a:lnTo>
                      <a:pt x="1214" y="1276"/>
                    </a:lnTo>
                    <a:lnTo>
                      <a:pt x="1256" y="1339"/>
                    </a:lnTo>
                    <a:lnTo>
                      <a:pt x="1340" y="1381"/>
                    </a:lnTo>
                    <a:lnTo>
                      <a:pt x="1214" y="1486"/>
                    </a:lnTo>
                    <a:lnTo>
                      <a:pt x="1068" y="1486"/>
                    </a:lnTo>
                    <a:lnTo>
                      <a:pt x="963" y="1569"/>
                    </a:lnTo>
                    <a:lnTo>
                      <a:pt x="837" y="1548"/>
                    </a:lnTo>
                    <a:lnTo>
                      <a:pt x="712" y="1465"/>
                    </a:lnTo>
                    <a:lnTo>
                      <a:pt x="503" y="1465"/>
                    </a:lnTo>
                    <a:lnTo>
                      <a:pt x="419" y="1444"/>
                    </a:lnTo>
                    <a:lnTo>
                      <a:pt x="314" y="1465"/>
                    </a:lnTo>
                    <a:lnTo>
                      <a:pt x="84" y="1611"/>
                    </a:lnTo>
                    <a:lnTo>
                      <a:pt x="126" y="1674"/>
                    </a:lnTo>
                    <a:lnTo>
                      <a:pt x="126" y="1800"/>
                    </a:lnTo>
                    <a:lnTo>
                      <a:pt x="0" y="1800"/>
                    </a:lnTo>
                    <a:lnTo>
                      <a:pt x="0" y="1862"/>
                    </a:lnTo>
                    <a:lnTo>
                      <a:pt x="189" y="1988"/>
                    </a:lnTo>
                    <a:lnTo>
                      <a:pt x="314" y="2134"/>
                    </a:lnTo>
                    <a:lnTo>
                      <a:pt x="377" y="2134"/>
                    </a:lnTo>
                    <a:lnTo>
                      <a:pt x="398" y="2030"/>
                    </a:lnTo>
                    <a:lnTo>
                      <a:pt x="482" y="2072"/>
                    </a:lnTo>
                    <a:lnTo>
                      <a:pt x="419" y="2134"/>
                    </a:lnTo>
                    <a:lnTo>
                      <a:pt x="544" y="2239"/>
                    </a:lnTo>
                    <a:lnTo>
                      <a:pt x="544" y="2385"/>
                    </a:lnTo>
                    <a:lnTo>
                      <a:pt x="649" y="2427"/>
                    </a:lnTo>
                    <a:lnTo>
                      <a:pt x="733" y="2344"/>
                    </a:lnTo>
                    <a:lnTo>
                      <a:pt x="733" y="2218"/>
                    </a:lnTo>
                    <a:lnTo>
                      <a:pt x="796" y="2239"/>
                    </a:lnTo>
                    <a:lnTo>
                      <a:pt x="900" y="2239"/>
                    </a:lnTo>
                    <a:lnTo>
                      <a:pt x="837" y="2323"/>
                    </a:lnTo>
                    <a:lnTo>
                      <a:pt x="837" y="2427"/>
                    </a:lnTo>
                    <a:lnTo>
                      <a:pt x="963" y="2511"/>
                    </a:lnTo>
                    <a:lnTo>
                      <a:pt x="1068" y="2490"/>
                    </a:lnTo>
                    <a:lnTo>
                      <a:pt x="1109" y="2406"/>
                    </a:lnTo>
                    <a:lnTo>
                      <a:pt x="1277" y="2323"/>
                    </a:lnTo>
                    <a:lnTo>
                      <a:pt x="1319" y="2197"/>
                    </a:lnTo>
                    <a:lnTo>
                      <a:pt x="1340" y="2176"/>
                    </a:lnTo>
                    <a:lnTo>
                      <a:pt x="1423" y="2281"/>
                    </a:lnTo>
                    <a:lnTo>
                      <a:pt x="1465" y="2197"/>
                    </a:lnTo>
                    <a:lnTo>
                      <a:pt x="1591" y="2176"/>
                    </a:lnTo>
                    <a:lnTo>
                      <a:pt x="1674" y="2176"/>
                    </a:lnTo>
                    <a:lnTo>
                      <a:pt x="1549" y="2281"/>
                    </a:lnTo>
                    <a:lnTo>
                      <a:pt x="1423" y="2344"/>
                    </a:lnTo>
                    <a:lnTo>
                      <a:pt x="1423" y="2448"/>
                    </a:lnTo>
                    <a:lnTo>
                      <a:pt x="1570" y="2511"/>
                    </a:lnTo>
                    <a:lnTo>
                      <a:pt x="1674" y="2490"/>
                    </a:lnTo>
                    <a:lnTo>
                      <a:pt x="1737" y="2532"/>
                    </a:lnTo>
                    <a:lnTo>
                      <a:pt x="1842" y="2511"/>
                    </a:lnTo>
                    <a:lnTo>
                      <a:pt x="1946" y="2490"/>
                    </a:lnTo>
                    <a:lnTo>
                      <a:pt x="2009" y="2406"/>
                    </a:lnTo>
                    <a:lnTo>
                      <a:pt x="2093" y="2490"/>
                    </a:lnTo>
                    <a:lnTo>
                      <a:pt x="2093" y="2553"/>
                    </a:lnTo>
                    <a:lnTo>
                      <a:pt x="2260" y="2553"/>
                    </a:lnTo>
                    <a:lnTo>
                      <a:pt x="2407" y="2490"/>
                    </a:lnTo>
                    <a:lnTo>
                      <a:pt x="2407" y="2553"/>
                    </a:lnTo>
                    <a:lnTo>
                      <a:pt x="2574" y="2553"/>
                    </a:lnTo>
                    <a:lnTo>
                      <a:pt x="2637" y="2490"/>
                    </a:lnTo>
                    <a:lnTo>
                      <a:pt x="2700" y="2532"/>
                    </a:lnTo>
                    <a:lnTo>
                      <a:pt x="2616" y="2595"/>
                    </a:lnTo>
                    <a:lnTo>
                      <a:pt x="2595" y="2657"/>
                    </a:lnTo>
                    <a:lnTo>
                      <a:pt x="2323" y="2657"/>
                    </a:lnTo>
                    <a:lnTo>
                      <a:pt x="2218" y="2741"/>
                    </a:lnTo>
                    <a:lnTo>
                      <a:pt x="2156" y="2720"/>
                    </a:lnTo>
                    <a:lnTo>
                      <a:pt x="2009" y="2720"/>
                    </a:lnTo>
                    <a:lnTo>
                      <a:pt x="1842" y="2657"/>
                    </a:lnTo>
                    <a:lnTo>
                      <a:pt x="1653" y="2657"/>
                    </a:lnTo>
                    <a:lnTo>
                      <a:pt x="1486" y="2741"/>
                    </a:lnTo>
                    <a:lnTo>
                      <a:pt x="1381" y="2741"/>
                    </a:lnTo>
                    <a:lnTo>
                      <a:pt x="1256" y="2720"/>
                    </a:lnTo>
                    <a:lnTo>
                      <a:pt x="1172" y="2762"/>
                    </a:lnTo>
                    <a:lnTo>
                      <a:pt x="1005" y="2720"/>
                    </a:lnTo>
                    <a:lnTo>
                      <a:pt x="837" y="2762"/>
                    </a:lnTo>
                    <a:lnTo>
                      <a:pt x="816" y="2950"/>
                    </a:lnTo>
                    <a:lnTo>
                      <a:pt x="837" y="3034"/>
                    </a:lnTo>
                    <a:lnTo>
                      <a:pt x="796" y="3160"/>
                    </a:lnTo>
                    <a:lnTo>
                      <a:pt x="921" y="3285"/>
                    </a:lnTo>
                    <a:lnTo>
                      <a:pt x="963" y="3390"/>
                    </a:lnTo>
                    <a:lnTo>
                      <a:pt x="1130" y="3432"/>
                    </a:lnTo>
                    <a:lnTo>
                      <a:pt x="1319" y="3494"/>
                    </a:lnTo>
                    <a:lnTo>
                      <a:pt x="1465" y="3494"/>
                    </a:lnTo>
                    <a:lnTo>
                      <a:pt x="1633" y="3452"/>
                    </a:lnTo>
                    <a:lnTo>
                      <a:pt x="1779" y="3452"/>
                    </a:lnTo>
                    <a:lnTo>
                      <a:pt x="1800" y="3536"/>
                    </a:lnTo>
                    <a:lnTo>
                      <a:pt x="1946" y="3536"/>
                    </a:lnTo>
                    <a:lnTo>
                      <a:pt x="2072" y="3473"/>
                    </a:lnTo>
                    <a:lnTo>
                      <a:pt x="2093" y="3473"/>
                    </a:lnTo>
                    <a:lnTo>
                      <a:pt x="2218" y="3452"/>
                    </a:lnTo>
                    <a:lnTo>
                      <a:pt x="2260" y="3369"/>
                    </a:lnTo>
                    <a:lnTo>
                      <a:pt x="2386" y="3369"/>
                    </a:lnTo>
                    <a:lnTo>
                      <a:pt x="2428" y="3348"/>
                    </a:lnTo>
                    <a:lnTo>
                      <a:pt x="2469" y="3243"/>
                    </a:lnTo>
                    <a:lnTo>
                      <a:pt x="2532" y="3222"/>
                    </a:lnTo>
                    <a:lnTo>
                      <a:pt x="2616" y="3222"/>
                    </a:lnTo>
                    <a:lnTo>
                      <a:pt x="2679" y="3139"/>
                    </a:lnTo>
                    <a:lnTo>
                      <a:pt x="2741" y="3180"/>
                    </a:lnTo>
                    <a:lnTo>
                      <a:pt x="2909" y="3180"/>
                    </a:lnTo>
                    <a:lnTo>
                      <a:pt x="2930" y="3222"/>
                    </a:lnTo>
                    <a:lnTo>
                      <a:pt x="3055" y="3222"/>
                    </a:lnTo>
                    <a:lnTo>
                      <a:pt x="3118" y="3160"/>
                    </a:lnTo>
                    <a:lnTo>
                      <a:pt x="3306" y="3076"/>
                    </a:lnTo>
                    <a:lnTo>
                      <a:pt x="3369" y="3076"/>
                    </a:lnTo>
                    <a:lnTo>
                      <a:pt x="3453" y="3055"/>
                    </a:lnTo>
                    <a:lnTo>
                      <a:pt x="3453" y="2971"/>
                    </a:lnTo>
                    <a:lnTo>
                      <a:pt x="3537" y="3013"/>
                    </a:lnTo>
                    <a:lnTo>
                      <a:pt x="3557" y="3076"/>
                    </a:lnTo>
                    <a:lnTo>
                      <a:pt x="3516" y="3160"/>
                    </a:lnTo>
                    <a:lnTo>
                      <a:pt x="3516" y="3222"/>
                    </a:lnTo>
                    <a:lnTo>
                      <a:pt x="3662" y="3264"/>
                    </a:lnTo>
                    <a:lnTo>
                      <a:pt x="3746" y="3243"/>
                    </a:lnTo>
                    <a:lnTo>
                      <a:pt x="3767" y="3160"/>
                    </a:lnTo>
                    <a:lnTo>
                      <a:pt x="3892" y="3118"/>
                    </a:lnTo>
                    <a:lnTo>
                      <a:pt x="3934" y="3118"/>
                    </a:lnTo>
                    <a:lnTo>
                      <a:pt x="3955" y="3180"/>
                    </a:lnTo>
                    <a:lnTo>
                      <a:pt x="3871" y="3264"/>
                    </a:lnTo>
                    <a:lnTo>
                      <a:pt x="3892" y="3348"/>
                    </a:lnTo>
                    <a:lnTo>
                      <a:pt x="4039" y="3390"/>
                    </a:lnTo>
                    <a:lnTo>
                      <a:pt x="4206" y="3369"/>
                    </a:lnTo>
                    <a:lnTo>
                      <a:pt x="4394" y="3285"/>
                    </a:lnTo>
                    <a:lnTo>
                      <a:pt x="4478" y="3285"/>
                    </a:lnTo>
                    <a:lnTo>
                      <a:pt x="4583" y="3264"/>
                    </a:lnTo>
                    <a:lnTo>
                      <a:pt x="4666" y="3327"/>
                    </a:lnTo>
                    <a:lnTo>
                      <a:pt x="4708" y="3285"/>
                    </a:lnTo>
                    <a:lnTo>
                      <a:pt x="4708" y="3243"/>
                    </a:lnTo>
                    <a:lnTo>
                      <a:pt x="4771" y="3222"/>
                    </a:lnTo>
                    <a:lnTo>
                      <a:pt x="4834" y="3222"/>
                    </a:lnTo>
                    <a:lnTo>
                      <a:pt x="4876" y="3139"/>
                    </a:lnTo>
                    <a:lnTo>
                      <a:pt x="4876" y="3055"/>
                    </a:lnTo>
                    <a:lnTo>
                      <a:pt x="4980" y="2971"/>
                    </a:lnTo>
                    <a:lnTo>
                      <a:pt x="5085" y="2971"/>
                    </a:lnTo>
                    <a:lnTo>
                      <a:pt x="5190" y="2804"/>
                    </a:lnTo>
                    <a:lnTo>
                      <a:pt x="5190" y="2720"/>
                    </a:lnTo>
                    <a:lnTo>
                      <a:pt x="5210" y="2657"/>
                    </a:lnTo>
                    <a:lnTo>
                      <a:pt x="5294" y="2657"/>
                    </a:lnTo>
                    <a:lnTo>
                      <a:pt x="5399" y="2616"/>
                    </a:lnTo>
                    <a:lnTo>
                      <a:pt x="5524" y="2490"/>
                    </a:lnTo>
                    <a:lnTo>
                      <a:pt x="5650" y="2218"/>
                    </a:lnTo>
                    <a:lnTo>
                      <a:pt x="5713" y="2072"/>
                    </a:lnTo>
                    <a:lnTo>
                      <a:pt x="5650" y="1967"/>
                    </a:lnTo>
                    <a:lnTo>
                      <a:pt x="5566" y="1779"/>
                    </a:lnTo>
                    <a:lnTo>
                      <a:pt x="5441" y="1695"/>
                    </a:lnTo>
                    <a:lnTo>
                      <a:pt x="5357" y="1695"/>
                    </a:lnTo>
                    <a:lnTo>
                      <a:pt x="5190" y="1820"/>
                    </a:lnTo>
                    <a:lnTo>
                      <a:pt x="5190" y="1925"/>
                    </a:lnTo>
                    <a:lnTo>
                      <a:pt x="5106" y="2072"/>
                    </a:lnTo>
                    <a:lnTo>
                      <a:pt x="5127" y="2092"/>
                    </a:lnTo>
                    <a:lnTo>
                      <a:pt x="5106" y="2134"/>
                    </a:lnTo>
                    <a:lnTo>
                      <a:pt x="5022" y="2134"/>
                    </a:lnTo>
                    <a:lnTo>
                      <a:pt x="4918" y="2239"/>
                    </a:lnTo>
                    <a:lnTo>
                      <a:pt x="4897" y="2197"/>
                    </a:lnTo>
                    <a:lnTo>
                      <a:pt x="4980" y="2009"/>
                    </a:lnTo>
                    <a:lnTo>
                      <a:pt x="5001" y="1883"/>
                    </a:lnTo>
                    <a:lnTo>
                      <a:pt x="4834" y="1800"/>
                    </a:lnTo>
                    <a:lnTo>
                      <a:pt x="4771" y="1820"/>
                    </a:lnTo>
                    <a:lnTo>
                      <a:pt x="4687" y="1904"/>
                    </a:lnTo>
                    <a:lnTo>
                      <a:pt x="4499" y="2009"/>
                    </a:lnTo>
                    <a:lnTo>
                      <a:pt x="4457" y="2113"/>
                    </a:lnTo>
                    <a:lnTo>
                      <a:pt x="4394" y="2030"/>
                    </a:lnTo>
                    <a:lnTo>
                      <a:pt x="4415" y="1925"/>
                    </a:lnTo>
                    <a:lnTo>
                      <a:pt x="4583" y="1800"/>
                    </a:lnTo>
                    <a:lnTo>
                      <a:pt x="4771" y="1695"/>
                    </a:lnTo>
                    <a:lnTo>
                      <a:pt x="4834" y="1569"/>
                    </a:lnTo>
                    <a:lnTo>
                      <a:pt x="4813" y="1507"/>
                    </a:lnTo>
                    <a:lnTo>
                      <a:pt x="4666" y="1507"/>
                    </a:lnTo>
                    <a:lnTo>
                      <a:pt x="4562" y="1548"/>
                    </a:lnTo>
                    <a:lnTo>
                      <a:pt x="4499" y="1548"/>
                    </a:lnTo>
                    <a:lnTo>
                      <a:pt x="4499" y="1486"/>
                    </a:lnTo>
                    <a:lnTo>
                      <a:pt x="4583" y="1402"/>
                    </a:lnTo>
                    <a:lnTo>
                      <a:pt x="4771" y="1276"/>
                    </a:lnTo>
                    <a:lnTo>
                      <a:pt x="4813" y="1276"/>
                    </a:lnTo>
                    <a:lnTo>
                      <a:pt x="4876" y="1235"/>
                    </a:lnTo>
                    <a:lnTo>
                      <a:pt x="4876" y="942"/>
                    </a:lnTo>
                    <a:lnTo>
                      <a:pt x="4834" y="921"/>
                    </a:lnTo>
                    <a:lnTo>
                      <a:pt x="4834" y="753"/>
                    </a:lnTo>
                    <a:lnTo>
                      <a:pt x="4876" y="649"/>
                    </a:lnTo>
                    <a:lnTo>
                      <a:pt x="4876" y="565"/>
                    </a:lnTo>
                    <a:lnTo>
                      <a:pt x="4938" y="502"/>
                    </a:lnTo>
                    <a:lnTo>
                      <a:pt x="5022" y="502"/>
                    </a:lnTo>
                    <a:lnTo>
                      <a:pt x="5085" y="419"/>
                    </a:lnTo>
                    <a:lnTo>
                      <a:pt x="5022" y="335"/>
                    </a:lnTo>
                    <a:lnTo>
                      <a:pt x="5043" y="251"/>
                    </a:lnTo>
                    <a:lnTo>
                      <a:pt x="4897" y="188"/>
                    </a:lnTo>
                    <a:lnTo>
                      <a:pt x="4813" y="188"/>
                    </a:lnTo>
                    <a:lnTo>
                      <a:pt x="4562" y="419"/>
                    </a:lnTo>
                    <a:lnTo>
                      <a:pt x="4415" y="460"/>
                    </a:lnTo>
                    <a:lnTo>
                      <a:pt x="4374" y="565"/>
                    </a:lnTo>
                    <a:lnTo>
                      <a:pt x="4394" y="628"/>
                    </a:lnTo>
                    <a:lnTo>
                      <a:pt x="4290" y="628"/>
                    </a:lnTo>
                    <a:lnTo>
                      <a:pt x="4248" y="607"/>
                    </a:lnTo>
                    <a:lnTo>
                      <a:pt x="4143" y="649"/>
                    </a:lnTo>
                    <a:lnTo>
                      <a:pt x="4039" y="816"/>
                    </a:lnTo>
                    <a:lnTo>
                      <a:pt x="4081" y="942"/>
                    </a:lnTo>
                    <a:lnTo>
                      <a:pt x="4081" y="1067"/>
                    </a:lnTo>
                    <a:lnTo>
                      <a:pt x="4143" y="1130"/>
                    </a:lnTo>
                    <a:lnTo>
                      <a:pt x="4206" y="1297"/>
                    </a:lnTo>
                    <a:lnTo>
                      <a:pt x="4143" y="1465"/>
                    </a:lnTo>
                    <a:lnTo>
                      <a:pt x="4039" y="1465"/>
                    </a:lnTo>
                    <a:lnTo>
                      <a:pt x="3871" y="1507"/>
                    </a:lnTo>
                    <a:lnTo>
                      <a:pt x="3788" y="1507"/>
                    </a:lnTo>
                    <a:lnTo>
                      <a:pt x="3746" y="1569"/>
                    </a:lnTo>
                    <a:lnTo>
                      <a:pt x="3788" y="1674"/>
                    </a:lnTo>
                    <a:lnTo>
                      <a:pt x="3788" y="1758"/>
                    </a:lnTo>
                    <a:lnTo>
                      <a:pt x="3892" y="1883"/>
                    </a:lnTo>
                    <a:lnTo>
                      <a:pt x="3955" y="2072"/>
                    </a:lnTo>
                    <a:lnTo>
                      <a:pt x="3767" y="2134"/>
                    </a:lnTo>
                    <a:lnTo>
                      <a:pt x="3788" y="2197"/>
                    </a:lnTo>
                    <a:lnTo>
                      <a:pt x="3829" y="2239"/>
                    </a:lnTo>
                    <a:lnTo>
                      <a:pt x="3746" y="2281"/>
                    </a:lnTo>
                    <a:lnTo>
                      <a:pt x="3662" y="2134"/>
                    </a:lnTo>
                    <a:lnTo>
                      <a:pt x="3453" y="2092"/>
                    </a:lnTo>
                    <a:lnTo>
                      <a:pt x="3411" y="2113"/>
                    </a:lnTo>
                    <a:lnTo>
                      <a:pt x="3265" y="2092"/>
                    </a:lnTo>
                    <a:lnTo>
                      <a:pt x="3244" y="2009"/>
                    </a:lnTo>
                    <a:lnTo>
                      <a:pt x="3202" y="1967"/>
                    </a:lnTo>
                    <a:lnTo>
                      <a:pt x="3118" y="2030"/>
                    </a:lnTo>
                    <a:lnTo>
                      <a:pt x="2993" y="2092"/>
                    </a:lnTo>
                    <a:lnTo>
                      <a:pt x="2930" y="2030"/>
                    </a:lnTo>
                    <a:lnTo>
                      <a:pt x="2930" y="1820"/>
                    </a:lnTo>
                    <a:lnTo>
                      <a:pt x="3034" y="1758"/>
                    </a:lnTo>
                    <a:lnTo>
                      <a:pt x="3118" y="1507"/>
                    </a:lnTo>
                    <a:lnTo>
                      <a:pt x="3034" y="1507"/>
                    </a:lnTo>
                    <a:lnTo>
                      <a:pt x="2909" y="1465"/>
                    </a:lnTo>
                    <a:lnTo>
                      <a:pt x="2804" y="1486"/>
                    </a:lnTo>
                    <a:lnTo>
                      <a:pt x="2783" y="1402"/>
                    </a:lnTo>
                    <a:lnTo>
                      <a:pt x="2888" y="1381"/>
                    </a:lnTo>
                    <a:lnTo>
                      <a:pt x="2993" y="1402"/>
                    </a:lnTo>
                    <a:lnTo>
                      <a:pt x="3034" y="1339"/>
                    </a:lnTo>
                    <a:lnTo>
                      <a:pt x="3013" y="1088"/>
                    </a:lnTo>
                    <a:lnTo>
                      <a:pt x="2909" y="963"/>
                    </a:lnTo>
                    <a:lnTo>
                      <a:pt x="2951" y="879"/>
                    </a:lnTo>
                    <a:lnTo>
                      <a:pt x="3013" y="858"/>
                    </a:lnTo>
                    <a:lnTo>
                      <a:pt x="3034" y="774"/>
                    </a:lnTo>
                    <a:lnTo>
                      <a:pt x="2951" y="711"/>
                    </a:lnTo>
                    <a:lnTo>
                      <a:pt x="2951" y="649"/>
                    </a:lnTo>
                    <a:lnTo>
                      <a:pt x="2909" y="565"/>
                    </a:lnTo>
                    <a:lnTo>
                      <a:pt x="2825" y="565"/>
                    </a:lnTo>
                    <a:lnTo>
                      <a:pt x="2783" y="523"/>
                    </a:lnTo>
                    <a:lnTo>
                      <a:pt x="2700" y="565"/>
                    </a:lnTo>
                    <a:lnTo>
                      <a:pt x="2490" y="565"/>
                    </a:lnTo>
                    <a:lnTo>
                      <a:pt x="2428" y="502"/>
                    </a:lnTo>
                    <a:lnTo>
                      <a:pt x="2532" y="335"/>
                    </a:lnTo>
                    <a:lnTo>
                      <a:pt x="2616" y="293"/>
                    </a:lnTo>
                    <a:lnTo>
                      <a:pt x="2574" y="126"/>
                    </a:lnTo>
                    <a:lnTo>
                      <a:pt x="2469" y="21"/>
                    </a:lnTo>
                    <a:lnTo>
                      <a:pt x="2281" y="21"/>
                    </a:lnTo>
                    <a:lnTo>
                      <a:pt x="217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60"/>
              <p:cNvSpPr/>
              <p:nvPr/>
            </p:nvSpPr>
            <p:spPr>
              <a:xfrm>
                <a:off x="2638000" y="1637900"/>
                <a:ext cx="69075" cy="67500"/>
              </a:xfrm>
              <a:custGeom>
                <a:rect b="b" l="l" r="r" t="t"/>
                <a:pathLst>
                  <a:path extrusionOk="0" h="2700" w="2763">
                    <a:moveTo>
                      <a:pt x="1884" y="1"/>
                    </a:moveTo>
                    <a:lnTo>
                      <a:pt x="1758" y="84"/>
                    </a:lnTo>
                    <a:lnTo>
                      <a:pt x="1654" y="84"/>
                    </a:lnTo>
                    <a:lnTo>
                      <a:pt x="1612" y="126"/>
                    </a:lnTo>
                    <a:lnTo>
                      <a:pt x="1507" y="126"/>
                    </a:lnTo>
                    <a:lnTo>
                      <a:pt x="1423" y="189"/>
                    </a:lnTo>
                    <a:lnTo>
                      <a:pt x="1423" y="335"/>
                    </a:lnTo>
                    <a:lnTo>
                      <a:pt x="1403" y="398"/>
                    </a:lnTo>
                    <a:lnTo>
                      <a:pt x="1423" y="545"/>
                    </a:lnTo>
                    <a:lnTo>
                      <a:pt x="1528" y="649"/>
                    </a:lnTo>
                    <a:lnTo>
                      <a:pt x="1549" y="733"/>
                    </a:lnTo>
                    <a:lnTo>
                      <a:pt x="1549" y="733"/>
                    </a:lnTo>
                    <a:lnTo>
                      <a:pt x="1444" y="691"/>
                    </a:lnTo>
                    <a:lnTo>
                      <a:pt x="1361" y="691"/>
                    </a:lnTo>
                    <a:lnTo>
                      <a:pt x="1340" y="733"/>
                    </a:lnTo>
                    <a:lnTo>
                      <a:pt x="1528" y="858"/>
                    </a:lnTo>
                    <a:lnTo>
                      <a:pt x="1528" y="963"/>
                    </a:lnTo>
                    <a:lnTo>
                      <a:pt x="1423" y="1005"/>
                    </a:lnTo>
                    <a:lnTo>
                      <a:pt x="1403" y="1151"/>
                    </a:lnTo>
                    <a:lnTo>
                      <a:pt x="1444" y="1235"/>
                    </a:lnTo>
                    <a:lnTo>
                      <a:pt x="1340" y="1319"/>
                    </a:lnTo>
                    <a:lnTo>
                      <a:pt x="1235" y="1256"/>
                    </a:lnTo>
                    <a:lnTo>
                      <a:pt x="1235" y="1214"/>
                    </a:lnTo>
                    <a:lnTo>
                      <a:pt x="1256" y="1110"/>
                    </a:lnTo>
                    <a:lnTo>
                      <a:pt x="1235" y="796"/>
                    </a:lnTo>
                    <a:lnTo>
                      <a:pt x="1151" y="712"/>
                    </a:lnTo>
                    <a:lnTo>
                      <a:pt x="1131" y="628"/>
                    </a:lnTo>
                    <a:lnTo>
                      <a:pt x="1151" y="586"/>
                    </a:lnTo>
                    <a:lnTo>
                      <a:pt x="1151" y="482"/>
                    </a:lnTo>
                    <a:lnTo>
                      <a:pt x="1110" y="419"/>
                    </a:lnTo>
                    <a:lnTo>
                      <a:pt x="1089" y="314"/>
                    </a:lnTo>
                    <a:lnTo>
                      <a:pt x="1026" y="273"/>
                    </a:lnTo>
                    <a:lnTo>
                      <a:pt x="900" y="314"/>
                    </a:lnTo>
                    <a:lnTo>
                      <a:pt x="879" y="377"/>
                    </a:lnTo>
                    <a:lnTo>
                      <a:pt x="775" y="461"/>
                    </a:lnTo>
                    <a:lnTo>
                      <a:pt x="733" y="524"/>
                    </a:lnTo>
                    <a:lnTo>
                      <a:pt x="796" y="566"/>
                    </a:lnTo>
                    <a:lnTo>
                      <a:pt x="838" y="566"/>
                    </a:lnTo>
                    <a:lnTo>
                      <a:pt x="900" y="628"/>
                    </a:lnTo>
                    <a:lnTo>
                      <a:pt x="796" y="670"/>
                    </a:lnTo>
                    <a:lnTo>
                      <a:pt x="775" y="733"/>
                    </a:lnTo>
                    <a:lnTo>
                      <a:pt x="670" y="796"/>
                    </a:lnTo>
                    <a:lnTo>
                      <a:pt x="628" y="942"/>
                    </a:lnTo>
                    <a:lnTo>
                      <a:pt x="733" y="984"/>
                    </a:lnTo>
                    <a:lnTo>
                      <a:pt x="733" y="1026"/>
                    </a:lnTo>
                    <a:lnTo>
                      <a:pt x="607" y="1068"/>
                    </a:lnTo>
                    <a:lnTo>
                      <a:pt x="587" y="1172"/>
                    </a:lnTo>
                    <a:lnTo>
                      <a:pt x="628" y="1256"/>
                    </a:lnTo>
                    <a:lnTo>
                      <a:pt x="670" y="1361"/>
                    </a:lnTo>
                    <a:lnTo>
                      <a:pt x="607" y="1423"/>
                    </a:lnTo>
                    <a:lnTo>
                      <a:pt x="566" y="1382"/>
                    </a:lnTo>
                    <a:lnTo>
                      <a:pt x="566" y="1235"/>
                    </a:lnTo>
                    <a:lnTo>
                      <a:pt x="503" y="1214"/>
                    </a:lnTo>
                    <a:lnTo>
                      <a:pt x="503" y="1110"/>
                    </a:lnTo>
                    <a:lnTo>
                      <a:pt x="461" y="1130"/>
                    </a:lnTo>
                    <a:lnTo>
                      <a:pt x="294" y="1130"/>
                    </a:lnTo>
                    <a:lnTo>
                      <a:pt x="273" y="1214"/>
                    </a:lnTo>
                    <a:lnTo>
                      <a:pt x="335" y="1256"/>
                    </a:lnTo>
                    <a:lnTo>
                      <a:pt x="252" y="1298"/>
                    </a:lnTo>
                    <a:lnTo>
                      <a:pt x="168" y="1235"/>
                    </a:lnTo>
                    <a:lnTo>
                      <a:pt x="84" y="1298"/>
                    </a:lnTo>
                    <a:lnTo>
                      <a:pt x="1" y="1256"/>
                    </a:lnTo>
                    <a:lnTo>
                      <a:pt x="1" y="1402"/>
                    </a:lnTo>
                    <a:lnTo>
                      <a:pt x="63" y="1444"/>
                    </a:lnTo>
                    <a:lnTo>
                      <a:pt x="147" y="1444"/>
                    </a:lnTo>
                    <a:lnTo>
                      <a:pt x="189" y="1465"/>
                    </a:lnTo>
                    <a:lnTo>
                      <a:pt x="252" y="1444"/>
                    </a:lnTo>
                    <a:lnTo>
                      <a:pt x="356" y="1444"/>
                    </a:lnTo>
                    <a:lnTo>
                      <a:pt x="419" y="1465"/>
                    </a:lnTo>
                    <a:lnTo>
                      <a:pt x="503" y="1444"/>
                    </a:lnTo>
                    <a:lnTo>
                      <a:pt x="628" y="1507"/>
                    </a:lnTo>
                    <a:lnTo>
                      <a:pt x="796" y="1465"/>
                    </a:lnTo>
                    <a:lnTo>
                      <a:pt x="879" y="1528"/>
                    </a:lnTo>
                    <a:lnTo>
                      <a:pt x="984" y="1528"/>
                    </a:lnTo>
                    <a:lnTo>
                      <a:pt x="1444" y="1612"/>
                    </a:lnTo>
                    <a:lnTo>
                      <a:pt x="1507" y="1654"/>
                    </a:lnTo>
                    <a:lnTo>
                      <a:pt x="1423" y="1695"/>
                    </a:lnTo>
                    <a:lnTo>
                      <a:pt x="1298" y="1674"/>
                    </a:lnTo>
                    <a:lnTo>
                      <a:pt x="1151" y="1674"/>
                    </a:lnTo>
                    <a:lnTo>
                      <a:pt x="1047" y="1737"/>
                    </a:lnTo>
                    <a:lnTo>
                      <a:pt x="879" y="1758"/>
                    </a:lnTo>
                    <a:lnTo>
                      <a:pt x="921" y="1758"/>
                    </a:lnTo>
                    <a:lnTo>
                      <a:pt x="984" y="1800"/>
                    </a:lnTo>
                    <a:lnTo>
                      <a:pt x="921" y="1842"/>
                    </a:lnTo>
                    <a:lnTo>
                      <a:pt x="754" y="1779"/>
                    </a:lnTo>
                    <a:lnTo>
                      <a:pt x="670" y="1758"/>
                    </a:lnTo>
                    <a:lnTo>
                      <a:pt x="587" y="1800"/>
                    </a:lnTo>
                    <a:lnTo>
                      <a:pt x="607" y="1863"/>
                    </a:lnTo>
                    <a:lnTo>
                      <a:pt x="587" y="1905"/>
                    </a:lnTo>
                    <a:lnTo>
                      <a:pt x="524" y="1863"/>
                    </a:lnTo>
                    <a:lnTo>
                      <a:pt x="482" y="1863"/>
                    </a:lnTo>
                    <a:lnTo>
                      <a:pt x="503" y="1905"/>
                    </a:lnTo>
                    <a:lnTo>
                      <a:pt x="503" y="1967"/>
                    </a:lnTo>
                    <a:lnTo>
                      <a:pt x="566" y="2009"/>
                    </a:lnTo>
                    <a:lnTo>
                      <a:pt x="649" y="2051"/>
                    </a:lnTo>
                    <a:lnTo>
                      <a:pt x="607" y="2114"/>
                    </a:lnTo>
                    <a:lnTo>
                      <a:pt x="670" y="2198"/>
                    </a:lnTo>
                    <a:lnTo>
                      <a:pt x="607" y="2198"/>
                    </a:lnTo>
                    <a:lnTo>
                      <a:pt x="566" y="2114"/>
                    </a:lnTo>
                    <a:lnTo>
                      <a:pt x="503" y="2114"/>
                    </a:lnTo>
                    <a:lnTo>
                      <a:pt x="461" y="2218"/>
                    </a:lnTo>
                    <a:lnTo>
                      <a:pt x="461" y="2281"/>
                    </a:lnTo>
                    <a:lnTo>
                      <a:pt x="440" y="2323"/>
                    </a:lnTo>
                    <a:lnTo>
                      <a:pt x="440" y="2428"/>
                    </a:lnTo>
                    <a:lnTo>
                      <a:pt x="503" y="2491"/>
                    </a:lnTo>
                    <a:lnTo>
                      <a:pt x="607" y="2491"/>
                    </a:lnTo>
                    <a:lnTo>
                      <a:pt x="670" y="2532"/>
                    </a:lnTo>
                    <a:lnTo>
                      <a:pt x="712" y="2532"/>
                    </a:lnTo>
                    <a:lnTo>
                      <a:pt x="775" y="2470"/>
                    </a:lnTo>
                    <a:lnTo>
                      <a:pt x="900" y="2407"/>
                    </a:lnTo>
                    <a:lnTo>
                      <a:pt x="817" y="2511"/>
                    </a:lnTo>
                    <a:lnTo>
                      <a:pt x="859" y="2595"/>
                    </a:lnTo>
                    <a:lnTo>
                      <a:pt x="921" y="2595"/>
                    </a:lnTo>
                    <a:lnTo>
                      <a:pt x="1005" y="2511"/>
                    </a:lnTo>
                    <a:lnTo>
                      <a:pt x="1026" y="2574"/>
                    </a:lnTo>
                    <a:lnTo>
                      <a:pt x="1068" y="2679"/>
                    </a:lnTo>
                    <a:lnTo>
                      <a:pt x="1382" y="2700"/>
                    </a:lnTo>
                    <a:lnTo>
                      <a:pt x="1444" y="2595"/>
                    </a:lnTo>
                    <a:lnTo>
                      <a:pt x="1423" y="2511"/>
                    </a:lnTo>
                    <a:lnTo>
                      <a:pt x="1444" y="2407"/>
                    </a:lnTo>
                    <a:lnTo>
                      <a:pt x="1507" y="2365"/>
                    </a:lnTo>
                    <a:lnTo>
                      <a:pt x="1528" y="2407"/>
                    </a:lnTo>
                    <a:lnTo>
                      <a:pt x="1528" y="2511"/>
                    </a:lnTo>
                    <a:lnTo>
                      <a:pt x="1570" y="2616"/>
                    </a:lnTo>
                    <a:lnTo>
                      <a:pt x="1612" y="2574"/>
                    </a:lnTo>
                    <a:lnTo>
                      <a:pt x="1612" y="2470"/>
                    </a:lnTo>
                    <a:lnTo>
                      <a:pt x="1612" y="2407"/>
                    </a:lnTo>
                    <a:lnTo>
                      <a:pt x="1654" y="2323"/>
                    </a:lnTo>
                    <a:lnTo>
                      <a:pt x="1675" y="2281"/>
                    </a:lnTo>
                    <a:lnTo>
                      <a:pt x="1570" y="2302"/>
                    </a:lnTo>
                    <a:lnTo>
                      <a:pt x="1486" y="2344"/>
                    </a:lnTo>
                    <a:lnTo>
                      <a:pt x="1528" y="2239"/>
                    </a:lnTo>
                    <a:lnTo>
                      <a:pt x="1633" y="2198"/>
                    </a:lnTo>
                    <a:lnTo>
                      <a:pt x="1695" y="2135"/>
                    </a:lnTo>
                    <a:lnTo>
                      <a:pt x="1758" y="2072"/>
                    </a:lnTo>
                    <a:lnTo>
                      <a:pt x="1758" y="1988"/>
                    </a:lnTo>
                    <a:lnTo>
                      <a:pt x="1821" y="1967"/>
                    </a:lnTo>
                    <a:lnTo>
                      <a:pt x="1905" y="1988"/>
                    </a:lnTo>
                    <a:lnTo>
                      <a:pt x="1905" y="2072"/>
                    </a:lnTo>
                    <a:lnTo>
                      <a:pt x="1905" y="2156"/>
                    </a:lnTo>
                    <a:lnTo>
                      <a:pt x="1947" y="2093"/>
                    </a:lnTo>
                    <a:lnTo>
                      <a:pt x="2072" y="1926"/>
                    </a:lnTo>
                    <a:lnTo>
                      <a:pt x="2072" y="1863"/>
                    </a:lnTo>
                    <a:lnTo>
                      <a:pt x="1947" y="1779"/>
                    </a:lnTo>
                    <a:lnTo>
                      <a:pt x="1947" y="1737"/>
                    </a:lnTo>
                    <a:lnTo>
                      <a:pt x="1988" y="1674"/>
                    </a:lnTo>
                    <a:lnTo>
                      <a:pt x="2051" y="1716"/>
                    </a:lnTo>
                    <a:lnTo>
                      <a:pt x="2135" y="1716"/>
                    </a:lnTo>
                    <a:lnTo>
                      <a:pt x="2156" y="1612"/>
                    </a:lnTo>
                    <a:lnTo>
                      <a:pt x="2156" y="1549"/>
                    </a:lnTo>
                    <a:lnTo>
                      <a:pt x="2260" y="1423"/>
                    </a:lnTo>
                    <a:lnTo>
                      <a:pt x="2281" y="1340"/>
                    </a:lnTo>
                    <a:lnTo>
                      <a:pt x="2407" y="1214"/>
                    </a:lnTo>
                    <a:lnTo>
                      <a:pt x="2511" y="1151"/>
                    </a:lnTo>
                    <a:lnTo>
                      <a:pt x="2553" y="1089"/>
                    </a:lnTo>
                    <a:lnTo>
                      <a:pt x="2511" y="942"/>
                    </a:lnTo>
                    <a:lnTo>
                      <a:pt x="2616" y="775"/>
                    </a:lnTo>
                    <a:lnTo>
                      <a:pt x="2742" y="691"/>
                    </a:lnTo>
                    <a:lnTo>
                      <a:pt x="2763" y="586"/>
                    </a:lnTo>
                    <a:lnTo>
                      <a:pt x="2700" y="482"/>
                    </a:lnTo>
                    <a:lnTo>
                      <a:pt x="2595" y="461"/>
                    </a:lnTo>
                    <a:lnTo>
                      <a:pt x="2553" y="356"/>
                    </a:lnTo>
                    <a:lnTo>
                      <a:pt x="2595" y="356"/>
                    </a:lnTo>
                    <a:lnTo>
                      <a:pt x="2616" y="294"/>
                    </a:lnTo>
                    <a:lnTo>
                      <a:pt x="2595" y="252"/>
                    </a:lnTo>
                    <a:lnTo>
                      <a:pt x="2616" y="168"/>
                    </a:lnTo>
                    <a:lnTo>
                      <a:pt x="2595" y="84"/>
                    </a:lnTo>
                    <a:lnTo>
                      <a:pt x="2511" y="84"/>
                    </a:lnTo>
                    <a:lnTo>
                      <a:pt x="2553" y="147"/>
                    </a:lnTo>
                    <a:lnTo>
                      <a:pt x="2553" y="252"/>
                    </a:lnTo>
                    <a:lnTo>
                      <a:pt x="2470" y="273"/>
                    </a:lnTo>
                    <a:lnTo>
                      <a:pt x="2386" y="189"/>
                    </a:lnTo>
                    <a:lnTo>
                      <a:pt x="2302" y="273"/>
                    </a:lnTo>
                    <a:lnTo>
                      <a:pt x="2302" y="461"/>
                    </a:lnTo>
                    <a:lnTo>
                      <a:pt x="2260" y="503"/>
                    </a:lnTo>
                    <a:lnTo>
                      <a:pt x="2198" y="503"/>
                    </a:lnTo>
                    <a:lnTo>
                      <a:pt x="2156" y="566"/>
                    </a:lnTo>
                    <a:lnTo>
                      <a:pt x="2093" y="566"/>
                    </a:lnTo>
                    <a:lnTo>
                      <a:pt x="2093" y="482"/>
                    </a:lnTo>
                    <a:lnTo>
                      <a:pt x="2177" y="398"/>
                    </a:lnTo>
                    <a:lnTo>
                      <a:pt x="2219" y="168"/>
                    </a:lnTo>
                    <a:lnTo>
                      <a:pt x="2156" y="105"/>
                    </a:lnTo>
                    <a:lnTo>
                      <a:pt x="2072" y="126"/>
                    </a:lnTo>
                    <a:lnTo>
                      <a:pt x="1988" y="84"/>
                    </a:lnTo>
                    <a:lnTo>
                      <a:pt x="196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60"/>
              <p:cNvSpPr/>
              <p:nvPr/>
            </p:nvSpPr>
            <p:spPr>
              <a:xfrm>
                <a:off x="2686125" y="1510800"/>
                <a:ext cx="62275" cy="87900"/>
              </a:xfrm>
              <a:custGeom>
                <a:rect b="b" l="l" r="r" t="t"/>
                <a:pathLst>
                  <a:path extrusionOk="0" h="3516" w="2491">
                    <a:moveTo>
                      <a:pt x="1026" y="0"/>
                    </a:moveTo>
                    <a:lnTo>
                      <a:pt x="921" y="63"/>
                    </a:lnTo>
                    <a:lnTo>
                      <a:pt x="879" y="147"/>
                    </a:lnTo>
                    <a:lnTo>
                      <a:pt x="754" y="230"/>
                    </a:lnTo>
                    <a:lnTo>
                      <a:pt x="733" y="335"/>
                    </a:lnTo>
                    <a:lnTo>
                      <a:pt x="607" y="481"/>
                    </a:lnTo>
                    <a:lnTo>
                      <a:pt x="607" y="586"/>
                    </a:lnTo>
                    <a:lnTo>
                      <a:pt x="712" y="649"/>
                    </a:lnTo>
                    <a:lnTo>
                      <a:pt x="754" y="586"/>
                    </a:lnTo>
                    <a:lnTo>
                      <a:pt x="879" y="565"/>
                    </a:lnTo>
                    <a:lnTo>
                      <a:pt x="921" y="628"/>
                    </a:lnTo>
                    <a:lnTo>
                      <a:pt x="775" y="753"/>
                    </a:lnTo>
                    <a:lnTo>
                      <a:pt x="649" y="837"/>
                    </a:lnTo>
                    <a:lnTo>
                      <a:pt x="545" y="984"/>
                    </a:lnTo>
                    <a:lnTo>
                      <a:pt x="545" y="1046"/>
                    </a:lnTo>
                    <a:lnTo>
                      <a:pt x="712" y="963"/>
                    </a:lnTo>
                    <a:lnTo>
                      <a:pt x="858" y="837"/>
                    </a:lnTo>
                    <a:lnTo>
                      <a:pt x="942" y="837"/>
                    </a:lnTo>
                    <a:lnTo>
                      <a:pt x="1026" y="774"/>
                    </a:lnTo>
                    <a:lnTo>
                      <a:pt x="1068" y="858"/>
                    </a:lnTo>
                    <a:lnTo>
                      <a:pt x="1047" y="984"/>
                    </a:lnTo>
                    <a:lnTo>
                      <a:pt x="963" y="984"/>
                    </a:lnTo>
                    <a:lnTo>
                      <a:pt x="838" y="1109"/>
                    </a:lnTo>
                    <a:lnTo>
                      <a:pt x="775" y="1193"/>
                    </a:lnTo>
                    <a:lnTo>
                      <a:pt x="838" y="1276"/>
                    </a:lnTo>
                    <a:lnTo>
                      <a:pt x="984" y="1256"/>
                    </a:lnTo>
                    <a:lnTo>
                      <a:pt x="1089" y="1297"/>
                    </a:lnTo>
                    <a:lnTo>
                      <a:pt x="963" y="1381"/>
                    </a:lnTo>
                    <a:lnTo>
                      <a:pt x="817" y="1465"/>
                    </a:lnTo>
                    <a:lnTo>
                      <a:pt x="712" y="1402"/>
                    </a:lnTo>
                    <a:lnTo>
                      <a:pt x="712" y="1486"/>
                    </a:lnTo>
                    <a:lnTo>
                      <a:pt x="838" y="1528"/>
                    </a:lnTo>
                    <a:lnTo>
                      <a:pt x="838" y="1590"/>
                    </a:lnTo>
                    <a:lnTo>
                      <a:pt x="649" y="1779"/>
                    </a:lnTo>
                    <a:lnTo>
                      <a:pt x="607" y="1779"/>
                    </a:lnTo>
                    <a:lnTo>
                      <a:pt x="545" y="1611"/>
                    </a:lnTo>
                    <a:lnTo>
                      <a:pt x="440" y="1569"/>
                    </a:lnTo>
                    <a:lnTo>
                      <a:pt x="335" y="1423"/>
                    </a:lnTo>
                    <a:lnTo>
                      <a:pt x="126" y="1528"/>
                    </a:lnTo>
                    <a:lnTo>
                      <a:pt x="126" y="1590"/>
                    </a:lnTo>
                    <a:lnTo>
                      <a:pt x="1" y="1800"/>
                    </a:lnTo>
                    <a:lnTo>
                      <a:pt x="105" y="1925"/>
                    </a:lnTo>
                    <a:lnTo>
                      <a:pt x="105" y="2051"/>
                    </a:lnTo>
                    <a:lnTo>
                      <a:pt x="189" y="2093"/>
                    </a:lnTo>
                    <a:lnTo>
                      <a:pt x="294" y="2009"/>
                    </a:lnTo>
                    <a:lnTo>
                      <a:pt x="356" y="2009"/>
                    </a:lnTo>
                    <a:lnTo>
                      <a:pt x="545" y="2051"/>
                    </a:lnTo>
                    <a:lnTo>
                      <a:pt x="733" y="2051"/>
                    </a:lnTo>
                    <a:lnTo>
                      <a:pt x="754" y="2113"/>
                    </a:lnTo>
                    <a:lnTo>
                      <a:pt x="942" y="2051"/>
                    </a:lnTo>
                    <a:lnTo>
                      <a:pt x="942" y="2134"/>
                    </a:lnTo>
                    <a:lnTo>
                      <a:pt x="838" y="2155"/>
                    </a:lnTo>
                    <a:lnTo>
                      <a:pt x="775" y="2239"/>
                    </a:lnTo>
                    <a:lnTo>
                      <a:pt x="817" y="2344"/>
                    </a:lnTo>
                    <a:lnTo>
                      <a:pt x="963" y="2323"/>
                    </a:lnTo>
                    <a:lnTo>
                      <a:pt x="1089" y="2427"/>
                    </a:lnTo>
                    <a:lnTo>
                      <a:pt x="1172" y="2616"/>
                    </a:lnTo>
                    <a:lnTo>
                      <a:pt x="1256" y="2616"/>
                    </a:lnTo>
                    <a:lnTo>
                      <a:pt x="1298" y="2657"/>
                    </a:lnTo>
                    <a:lnTo>
                      <a:pt x="1256" y="2741"/>
                    </a:lnTo>
                    <a:lnTo>
                      <a:pt x="1256" y="2867"/>
                    </a:lnTo>
                    <a:lnTo>
                      <a:pt x="1068" y="3201"/>
                    </a:lnTo>
                    <a:lnTo>
                      <a:pt x="1130" y="3390"/>
                    </a:lnTo>
                    <a:lnTo>
                      <a:pt x="1172" y="3494"/>
                    </a:lnTo>
                    <a:lnTo>
                      <a:pt x="1256" y="3494"/>
                    </a:lnTo>
                    <a:lnTo>
                      <a:pt x="1361" y="3473"/>
                    </a:lnTo>
                    <a:lnTo>
                      <a:pt x="1403" y="3515"/>
                    </a:lnTo>
                    <a:lnTo>
                      <a:pt x="1486" y="3515"/>
                    </a:lnTo>
                    <a:lnTo>
                      <a:pt x="1654" y="3411"/>
                    </a:lnTo>
                    <a:lnTo>
                      <a:pt x="1654" y="3348"/>
                    </a:lnTo>
                    <a:lnTo>
                      <a:pt x="1758" y="3285"/>
                    </a:lnTo>
                    <a:lnTo>
                      <a:pt x="1821" y="3160"/>
                    </a:lnTo>
                    <a:lnTo>
                      <a:pt x="1863" y="3034"/>
                    </a:lnTo>
                    <a:lnTo>
                      <a:pt x="1884" y="2846"/>
                    </a:lnTo>
                    <a:lnTo>
                      <a:pt x="1988" y="2678"/>
                    </a:lnTo>
                    <a:lnTo>
                      <a:pt x="1905" y="2657"/>
                    </a:lnTo>
                    <a:lnTo>
                      <a:pt x="1905" y="2574"/>
                    </a:lnTo>
                    <a:lnTo>
                      <a:pt x="1988" y="2532"/>
                    </a:lnTo>
                    <a:lnTo>
                      <a:pt x="2072" y="2365"/>
                    </a:lnTo>
                    <a:lnTo>
                      <a:pt x="2135" y="2365"/>
                    </a:lnTo>
                    <a:lnTo>
                      <a:pt x="2219" y="2260"/>
                    </a:lnTo>
                    <a:lnTo>
                      <a:pt x="2344" y="2197"/>
                    </a:lnTo>
                    <a:lnTo>
                      <a:pt x="2386" y="2030"/>
                    </a:lnTo>
                    <a:lnTo>
                      <a:pt x="2386" y="1925"/>
                    </a:lnTo>
                    <a:lnTo>
                      <a:pt x="2491" y="1841"/>
                    </a:lnTo>
                    <a:lnTo>
                      <a:pt x="2491" y="1800"/>
                    </a:lnTo>
                    <a:lnTo>
                      <a:pt x="2428" y="1695"/>
                    </a:lnTo>
                    <a:lnTo>
                      <a:pt x="2407" y="1569"/>
                    </a:lnTo>
                    <a:lnTo>
                      <a:pt x="2344" y="1569"/>
                    </a:lnTo>
                    <a:lnTo>
                      <a:pt x="2239" y="1507"/>
                    </a:lnTo>
                    <a:lnTo>
                      <a:pt x="2114" y="1507"/>
                    </a:lnTo>
                    <a:lnTo>
                      <a:pt x="2093" y="1465"/>
                    </a:lnTo>
                    <a:lnTo>
                      <a:pt x="2135" y="1360"/>
                    </a:lnTo>
                    <a:lnTo>
                      <a:pt x="2302" y="1276"/>
                    </a:lnTo>
                    <a:lnTo>
                      <a:pt x="2302" y="1193"/>
                    </a:lnTo>
                    <a:lnTo>
                      <a:pt x="2239" y="1109"/>
                    </a:lnTo>
                    <a:lnTo>
                      <a:pt x="2239" y="984"/>
                    </a:lnTo>
                    <a:lnTo>
                      <a:pt x="2281" y="879"/>
                    </a:lnTo>
                    <a:lnTo>
                      <a:pt x="2177" y="774"/>
                    </a:lnTo>
                    <a:lnTo>
                      <a:pt x="2093" y="774"/>
                    </a:lnTo>
                    <a:lnTo>
                      <a:pt x="1967" y="858"/>
                    </a:lnTo>
                    <a:lnTo>
                      <a:pt x="1779" y="900"/>
                    </a:lnTo>
                    <a:lnTo>
                      <a:pt x="1758" y="984"/>
                    </a:lnTo>
                    <a:lnTo>
                      <a:pt x="1675" y="1088"/>
                    </a:lnTo>
                    <a:lnTo>
                      <a:pt x="1591" y="1067"/>
                    </a:lnTo>
                    <a:lnTo>
                      <a:pt x="1570" y="963"/>
                    </a:lnTo>
                    <a:lnTo>
                      <a:pt x="1695" y="900"/>
                    </a:lnTo>
                    <a:lnTo>
                      <a:pt x="1758" y="837"/>
                    </a:lnTo>
                    <a:lnTo>
                      <a:pt x="1758" y="670"/>
                    </a:lnTo>
                    <a:lnTo>
                      <a:pt x="1800" y="460"/>
                    </a:lnTo>
                    <a:lnTo>
                      <a:pt x="1758" y="356"/>
                    </a:lnTo>
                    <a:lnTo>
                      <a:pt x="1695" y="272"/>
                    </a:lnTo>
                    <a:lnTo>
                      <a:pt x="1654" y="168"/>
                    </a:lnTo>
                    <a:lnTo>
                      <a:pt x="1507" y="105"/>
                    </a:lnTo>
                    <a:lnTo>
                      <a:pt x="1403" y="147"/>
                    </a:lnTo>
                    <a:lnTo>
                      <a:pt x="1277" y="105"/>
                    </a:lnTo>
                    <a:lnTo>
                      <a:pt x="1130" y="230"/>
                    </a:lnTo>
                    <a:lnTo>
                      <a:pt x="1047" y="209"/>
                    </a:lnTo>
                    <a:lnTo>
                      <a:pt x="1047" y="21"/>
                    </a:lnTo>
                    <a:lnTo>
                      <a:pt x="102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60"/>
              <p:cNvSpPr/>
              <p:nvPr/>
            </p:nvSpPr>
            <p:spPr>
              <a:xfrm>
                <a:off x="2799125" y="1455875"/>
                <a:ext cx="96775" cy="158525"/>
              </a:xfrm>
              <a:custGeom>
                <a:rect b="b" l="l" r="r" t="t"/>
                <a:pathLst>
                  <a:path extrusionOk="0" h="6341" w="3871">
                    <a:moveTo>
                      <a:pt x="2385" y="0"/>
                    </a:moveTo>
                    <a:lnTo>
                      <a:pt x="2385" y="126"/>
                    </a:lnTo>
                    <a:lnTo>
                      <a:pt x="2302" y="272"/>
                    </a:lnTo>
                    <a:lnTo>
                      <a:pt x="2385" y="356"/>
                    </a:lnTo>
                    <a:lnTo>
                      <a:pt x="2490" y="356"/>
                    </a:lnTo>
                    <a:lnTo>
                      <a:pt x="2595" y="314"/>
                    </a:lnTo>
                    <a:lnTo>
                      <a:pt x="2741" y="377"/>
                    </a:lnTo>
                    <a:lnTo>
                      <a:pt x="2783" y="460"/>
                    </a:lnTo>
                    <a:lnTo>
                      <a:pt x="2888" y="481"/>
                    </a:lnTo>
                    <a:lnTo>
                      <a:pt x="2888" y="565"/>
                    </a:lnTo>
                    <a:lnTo>
                      <a:pt x="2699" y="733"/>
                    </a:lnTo>
                    <a:lnTo>
                      <a:pt x="2616" y="733"/>
                    </a:lnTo>
                    <a:lnTo>
                      <a:pt x="2490" y="649"/>
                    </a:lnTo>
                    <a:lnTo>
                      <a:pt x="2385" y="649"/>
                    </a:lnTo>
                    <a:lnTo>
                      <a:pt x="2281" y="628"/>
                    </a:lnTo>
                    <a:lnTo>
                      <a:pt x="2281" y="628"/>
                    </a:lnTo>
                    <a:lnTo>
                      <a:pt x="2323" y="733"/>
                    </a:lnTo>
                    <a:lnTo>
                      <a:pt x="2406" y="753"/>
                    </a:lnTo>
                    <a:lnTo>
                      <a:pt x="2323" y="837"/>
                    </a:lnTo>
                    <a:lnTo>
                      <a:pt x="2218" y="858"/>
                    </a:lnTo>
                    <a:lnTo>
                      <a:pt x="2072" y="691"/>
                    </a:lnTo>
                    <a:lnTo>
                      <a:pt x="1904" y="774"/>
                    </a:lnTo>
                    <a:lnTo>
                      <a:pt x="1862" y="942"/>
                    </a:lnTo>
                    <a:lnTo>
                      <a:pt x="1779" y="1005"/>
                    </a:lnTo>
                    <a:lnTo>
                      <a:pt x="1779" y="1088"/>
                    </a:lnTo>
                    <a:lnTo>
                      <a:pt x="1883" y="1109"/>
                    </a:lnTo>
                    <a:lnTo>
                      <a:pt x="1904" y="1256"/>
                    </a:lnTo>
                    <a:lnTo>
                      <a:pt x="2051" y="1318"/>
                    </a:lnTo>
                    <a:lnTo>
                      <a:pt x="2051" y="1381"/>
                    </a:lnTo>
                    <a:lnTo>
                      <a:pt x="1946" y="1381"/>
                    </a:lnTo>
                    <a:lnTo>
                      <a:pt x="1946" y="1465"/>
                    </a:lnTo>
                    <a:lnTo>
                      <a:pt x="1988" y="1528"/>
                    </a:lnTo>
                    <a:lnTo>
                      <a:pt x="1988" y="1611"/>
                    </a:lnTo>
                    <a:lnTo>
                      <a:pt x="1904" y="1590"/>
                    </a:lnTo>
                    <a:lnTo>
                      <a:pt x="1841" y="1528"/>
                    </a:lnTo>
                    <a:lnTo>
                      <a:pt x="1695" y="1507"/>
                    </a:lnTo>
                    <a:lnTo>
                      <a:pt x="1590" y="1423"/>
                    </a:lnTo>
                    <a:lnTo>
                      <a:pt x="1528" y="1402"/>
                    </a:lnTo>
                    <a:lnTo>
                      <a:pt x="1423" y="1486"/>
                    </a:lnTo>
                    <a:lnTo>
                      <a:pt x="1381" y="1569"/>
                    </a:lnTo>
                    <a:lnTo>
                      <a:pt x="1465" y="1674"/>
                    </a:lnTo>
                    <a:lnTo>
                      <a:pt x="1423" y="1779"/>
                    </a:lnTo>
                    <a:lnTo>
                      <a:pt x="1360" y="1737"/>
                    </a:lnTo>
                    <a:lnTo>
                      <a:pt x="1360" y="1674"/>
                    </a:lnTo>
                    <a:lnTo>
                      <a:pt x="1276" y="1611"/>
                    </a:lnTo>
                    <a:lnTo>
                      <a:pt x="1151" y="1569"/>
                    </a:lnTo>
                    <a:lnTo>
                      <a:pt x="1109" y="1569"/>
                    </a:lnTo>
                    <a:lnTo>
                      <a:pt x="1025" y="1486"/>
                    </a:lnTo>
                    <a:lnTo>
                      <a:pt x="942" y="1465"/>
                    </a:lnTo>
                    <a:lnTo>
                      <a:pt x="921" y="1528"/>
                    </a:lnTo>
                    <a:lnTo>
                      <a:pt x="963" y="1674"/>
                    </a:lnTo>
                    <a:lnTo>
                      <a:pt x="963" y="1800"/>
                    </a:lnTo>
                    <a:lnTo>
                      <a:pt x="1004" y="1946"/>
                    </a:lnTo>
                    <a:lnTo>
                      <a:pt x="1109" y="2009"/>
                    </a:lnTo>
                    <a:lnTo>
                      <a:pt x="1235" y="2030"/>
                    </a:lnTo>
                    <a:lnTo>
                      <a:pt x="1276" y="2093"/>
                    </a:lnTo>
                    <a:lnTo>
                      <a:pt x="1256" y="2113"/>
                    </a:lnTo>
                    <a:lnTo>
                      <a:pt x="1130" y="2113"/>
                    </a:lnTo>
                    <a:lnTo>
                      <a:pt x="1256" y="2197"/>
                    </a:lnTo>
                    <a:lnTo>
                      <a:pt x="1318" y="2260"/>
                    </a:lnTo>
                    <a:lnTo>
                      <a:pt x="1423" y="2344"/>
                    </a:lnTo>
                    <a:lnTo>
                      <a:pt x="1548" y="2344"/>
                    </a:lnTo>
                    <a:lnTo>
                      <a:pt x="1632" y="2260"/>
                    </a:lnTo>
                    <a:lnTo>
                      <a:pt x="1674" y="2260"/>
                    </a:lnTo>
                    <a:lnTo>
                      <a:pt x="1674" y="2344"/>
                    </a:lnTo>
                    <a:lnTo>
                      <a:pt x="1590" y="2427"/>
                    </a:lnTo>
                    <a:lnTo>
                      <a:pt x="1548" y="2616"/>
                    </a:lnTo>
                    <a:lnTo>
                      <a:pt x="1486" y="2616"/>
                    </a:lnTo>
                    <a:lnTo>
                      <a:pt x="1339" y="2469"/>
                    </a:lnTo>
                    <a:lnTo>
                      <a:pt x="1025" y="2427"/>
                    </a:lnTo>
                    <a:lnTo>
                      <a:pt x="921" y="2260"/>
                    </a:lnTo>
                    <a:lnTo>
                      <a:pt x="837" y="2239"/>
                    </a:lnTo>
                    <a:lnTo>
                      <a:pt x="795" y="2155"/>
                    </a:lnTo>
                    <a:lnTo>
                      <a:pt x="753" y="2155"/>
                    </a:lnTo>
                    <a:lnTo>
                      <a:pt x="712" y="2302"/>
                    </a:lnTo>
                    <a:lnTo>
                      <a:pt x="712" y="2344"/>
                    </a:lnTo>
                    <a:lnTo>
                      <a:pt x="649" y="2406"/>
                    </a:lnTo>
                    <a:lnTo>
                      <a:pt x="712" y="2574"/>
                    </a:lnTo>
                    <a:lnTo>
                      <a:pt x="628" y="2637"/>
                    </a:lnTo>
                    <a:lnTo>
                      <a:pt x="544" y="2616"/>
                    </a:lnTo>
                    <a:lnTo>
                      <a:pt x="544" y="2762"/>
                    </a:lnTo>
                    <a:lnTo>
                      <a:pt x="502" y="2783"/>
                    </a:lnTo>
                    <a:lnTo>
                      <a:pt x="502" y="3034"/>
                    </a:lnTo>
                    <a:lnTo>
                      <a:pt x="586" y="3097"/>
                    </a:lnTo>
                    <a:lnTo>
                      <a:pt x="732" y="3097"/>
                    </a:lnTo>
                    <a:lnTo>
                      <a:pt x="837" y="3160"/>
                    </a:lnTo>
                    <a:lnTo>
                      <a:pt x="942" y="3139"/>
                    </a:lnTo>
                    <a:lnTo>
                      <a:pt x="942" y="3181"/>
                    </a:lnTo>
                    <a:lnTo>
                      <a:pt x="858" y="3243"/>
                    </a:lnTo>
                    <a:lnTo>
                      <a:pt x="753" y="3181"/>
                    </a:lnTo>
                    <a:lnTo>
                      <a:pt x="586" y="3181"/>
                    </a:lnTo>
                    <a:lnTo>
                      <a:pt x="523" y="3160"/>
                    </a:lnTo>
                    <a:lnTo>
                      <a:pt x="419" y="3181"/>
                    </a:lnTo>
                    <a:lnTo>
                      <a:pt x="272" y="3369"/>
                    </a:lnTo>
                    <a:lnTo>
                      <a:pt x="230" y="3473"/>
                    </a:lnTo>
                    <a:lnTo>
                      <a:pt x="314" y="3557"/>
                    </a:lnTo>
                    <a:lnTo>
                      <a:pt x="293" y="3599"/>
                    </a:lnTo>
                    <a:lnTo>
                      <a:pt x="209" y="3620"/>
                    </a:lnTo>
                    <a:lnTo>
                      <a:pt x="209" y="3725"/>
                    </a:lnTo>
                    <a:lnTo>
                      <a:pt x="293" y="3787"/>
                    </a:lnTo>
                    <a:lnTo>
                      <a:pt x="335" y="3725"/>
                    </a:lnTo>
                    <a:lnTo>
                      <a:pt x="502" y="3725"/>
                    </a:lnTo>
                    <a:lnTo>
                      <a:pt x="586" y="3662"/>
                    </a:lnTo>
                    <a:lnTo>
                      <a:pt x="628" y="3704"/>
                    </a:lnTo>
                    <a:lnTo>
                      <a:pt x="628" y="3787"/>
                    </a:lnTo>
                    <a:lnTo>
                      <a:pt x="523" y="3808"/>
                    </a:lnTo>
                    <a:lnTo>
                      <a:pt x="440" y="3913"/>
                    </a:lnTo>
                    <a:lnTo>
                      <a:pt x="502" y="3976"/>
                    </a:lnTo>
                    <a:lnTo>
                      <a:pt x="586" y="3976"/>
                    </a:lnTo>
                    <a:lnTo>
                      <a:pt x="691" y="3892"/>
                    </a:lnTo>
                    <a:lnTo>
                      <a:pt x="753" y="3892"/>
                    </a:lnTo>
                    <a:lnTo>
                      <a:pt x="858" y="3808"/>
                    </a:lnTo>
                    <a:lnTo>
                      <a:pt x="858" y="3871"/>
                    </a:lnTo>
                    <a:lnTo>
                      <a:pt x="816" y="3934"/>
                    </a:lnTo>
                    <a:lnTo>
                      <a:pt x="858" y="3976"/>
                    </a:lnTo>
                    <a:lnTo>
                      <a:pt x="1046" y="3976"/>
                    </a:lnTo>
                    <a:lnTo>
                      <a:pt x="1067" y="4018"/>
                    </a:lnTo>
                    <a:lnTo>
                      <a:pt x="963" y="4038"/>
                    </a:lnTo>
                    <a:lnTo>
                      <a:pt x="963" y="4122"/>
                    </a:lnTo>
                    <a:lnTo>
                      <a:pt x="1067" y="4143"/>
                    </a:lnTo>
                    <a:lnTo>
                      <a:pt x="1172" y="4122"/>
                    </a:lnTo>
                    <a:lnTo>
                      <a:pt x="1318" y="4206"/>
                    </a:lnTo>
                    <a:lnTo>
                      <a:pt x="1590" y="4290"/>
                    </a:lnTo>
                    <a:lnTo>
                      <a:pt x="1632" y="4331"/>
                    </a:lnTo>
                    <a:lnTo>
                      <a:pt x="1381" y="4310"/>
                    </a:lnTo>
                    <a:lnTo>
                      <a:pt x="1276" y="4331"/>
                    </a:lnTo>
                    <a:lnTo>
                      <a:pt x="1130" y="4227"/>
                    </a:lnTo>
                    <a:lnTo>
                      <a:pt x="963" y="4290"/>
                    </a:lnTo>
                    <a:lnTo>
                      <a:pt x="963" y="4352"/>
                    </a:lnTo>
                    <a:lnTo>
                      <a:pt x="1130" y="4415"/>
                    </a:lnTo>
                    <a:lnTo>
                      <a:pt x="1339" y="4436"/>
                    </a:lnTo>
                    <a:lnTo>
                      <a:pt x="1569" y="4436"/>
                    </a:lnTo>
                    <a:lnTo>
                      <a:pt x="1653" y="4499"/>
                    </a:lnTo>
                    <a:lnTo>
                      <a:pt x="1423" y="4541"/>
                    </a:lnTo>
                    <a:lnTo>
                      <a:pt x="1339" y="4520"/>
                    </a:lnTo>
                    <a:lnTo>
                      <a:pt x="1109" y="4499"/>
                    </a:lnTo>
                    <a:lnTo>
                      <a:pt x="942" y="4457"/>
                    </a:lnTo>
                    <a:lnTo>
                      <a:pt x="900" y="4394"/>
                    </a:lnTo>
                    <a:lnTo>
                      <a:pt x="753" y="4352"/>
                    </a:lnTo>
                    <a:lnTo>
                      <a:pt x="607" y="4206"/>
                    </a:lnTo>
                    <a:lnTo>
                      <a:pt x="544" y="4248"/>
                    </a:lnTo>
                    <a:lnTo>
                      <a:pt x="481" y="4331"/>
                    </a:lnTo>
                    <a:lnTo>
                      <a:pt x="293" y="4352"/>
                    </a:lnTo>
                    <a:lnTo>
                      <a:pt x="209" y="4415"/>
                    </a:lnTo>
                    <a:lnTo>
                      <a:pt x="188" y="4624"/>
                    </a:lnTo>
                    <a:lnTo>
                      <a:pt x="314" y="4729"/>
                    </a:lnTo>
                    <a:lnTo>
                      <a:pt x="314" y="4854"/>
                    </a:lnTo>
                    <a:lnTo>
                      <a:pt x="272" y="4917"/>
                    </a:lnTo>
                    <a:lnTo>
                      <a:pt x="188" y="4729"/>
                    </a:lnTo>
                    <a:lnTo>
                      <a:pt x="126" y="4729"/>
                    </a:lnTo>
                    <a:lnTo>
                      <a:pt x="63" y="4980"/>
                    </a:lnTo>
                    <a:lnTo>
                      <a:pt x="84" y="5126"/>
                    </a:lnTo>
                    <a:lnTo>
                      <a:pt x="168" y="5147"/>
                    </a:lnTo>
                    <a:lnTo>
                      <a:pt x="188" y="5126"/>
                    </a:lnTo>
                    <a:lnTo>
                      <a:pt x="272" y="5126"/>
                    </a:lnTo>
                    <a:lnTo>
                      <a:pt x="335" y="5252"/>
                    </a:lnTo>
                    <a:lnTo>
                      <a:pt x="419" y="5273"/>
                    </a:lnTo>
                    <a:lnTo>
                      <a:pt x="335" y="5294"/>
                    </a:lnTo>
                    <a:lnTo>
                      <a:pt x="272" y="5336"/>
                    </a:lnTo>
                    <a:lnTo>
                      <a:pt x="188" y="5231"/>
                    </a:lnTo>
                    <a:lnTo>
                      <a:pt x="21" y="5252"/>
                    </a:lnTo>
                    <a:lnTo>
                      <a:pt x="0" y="5461"/>
                    </a:lnTo>
                    <a:lnTo>
                      <a:pt x="63" y="5503"/>
                    </a:lnTo>
                    <a:lnTo>
                      <a:pt x="126" y="5482"/>
                    </a:lnTo>
                    <a:lnTo>
                      <a:pt x="84" y="5566"/>
                    </a:lnTo>
                    <a:lnTo>
                      <a:pt x="84" y="5817"/>
                    </a:lnTo>
                    <a:lnTo>
                      <a:pt x="168" y="5754"/>
                    </a:lnTo>
                    <a:lnTo>
                      <a:pt x="230" y="5775"/>
                    </a:lnTo>
                    <a:lnTo>
                      <a:pt x="230" y="5963"/>
                    </a:lnTo>
                    <a:lnTo>
                      <a:pt x="398" y="6005"/>
                    </a:lnTo>
                    <a:lnTo>
                      <a:pt x="628" y="6173"/>
                    </a:lnTo>
                    <a:lnTo>
                      <a:pt x="732" y="6110"/>
                    </a:lnTo>
                    <a:lnTo>
                      <a:pt x="795" y="6005"/>
                    </a:lnTo>
                    <a:lnTo>
                      <a:pt x="753" y="5922"/>
                    </a:lnTo>
                    <a:lnTo>
                      <a:pt x="921" y="5922"/>
                    </a:lnTo>
                    <a:lnTo>
                      <a:pt x="942" y="6026"/>
                    </a:lnTo>
                    <a:lnTo>
                      <a:pt x="921" y="6131"/>
                    </a:lnTo>
                    <a:lnTo>
                      <a:pt x="942" y="6235"/>
                    </a:lnTo>
                    <a:lnTo>
                      <a:pt x="1004" y="6214"/>
                    </a:lnTo>
                    <a:lnTo>
                      <a:pt x="1067" y="5963"/>
                    </a:lnTo>
                    <a:lnTo>
                      <a:pt x="1067" y="5712"/>
                    </a:lnTo>
                    <a:lnTo>
                      <a:pt x="1130" y="5566"/>
                    </a:lnTo>
                    <a:lnTo>
                      <a:pt x="1256" y="5440"/>
                    </a:lnTo>
                    <a:lnTo>
                      <a:pt x="1318" y="5294"/>
                    </a:lnTo>
                    <a:lnTo>
                      <a:pt x="1318" y="5461"/>
                    </a:lnTo>
                    <a:lnTo>
                      <a:pt x="1172" y="5670"/>
                    </a:lnTo>
                    <a:lnTo>
                      <a:pt x="1151" y="5817"/>
                    </a:lnTo>
                    <a:lnTo>
                      <a:pt x="1172" y="5922"/>
                    </a:lnTo>
                    <a:lnTo>
                      <a:pt x="1130" y="6131"/>
                    </a:lnTo>
                    <a:lnTo>
                      <a:pt x="1172" y="6235"/>
                    </a:lnTo>
                    <a:lnTo>
                      <a:pt x="1151" y="6319"/>
                    </a:lnTo>
                    <a:lnTo>
                      <a:pt x="1214" y="6340"/>
                    </a:lnTo>
                    <a:lnTo>
                      <a:pt x="1256" y="6298"/>
                    </a:lnTo>
                    <a:lnTo>
                      <a:pt x="1339" y="6173"/>
                    </a:lnTo>
                    <a:lnTo>
                      <a:pt x="1528" y="5984"/>
                    </a:lnTo>
                    <a:lnTo>
                      <a:pt x="1590" y="5691"/>
                    </a:lnTo>
                    <a:lnTo>
                      <a:pt x="1674" y="5650"/>
                    </a:lnTo>
                    <a:lnTo>
                      <a:pt x="1674" y="5754"/>
                    </a:lnTo>
                    <a:lnTo>
                      <a:pt x="1632" y="5880"/>
                    </a:lnTo>
                    <a:lnTo>
                      <a:pt x="1632" y="5963"/>
                    </a:lnTo>
                    <a:lnTo>
                      <a:pt x="1737" y="5984"/>
                    </a:lnTo>
                    <a:lnTo>
                      <a:pt x="1862" y="5859"/>
                    </a:lnTo>
                    <a:lnTo>
                      <a:pt x="1946" y="5775"/>
                    </a:lnTo>
                    <a:lnTo>
                      <a:pt x="1946" y="5670"/>
                    </a:lnTo>
                    <a:lnTo>
                      <a:pt x="1841" y="5650"/>
                    </a:lnTo>
                    <a:lnTo>
                      <a:pt x="1841" y="5608"/>
                    </a:lnTo>
                    <a:lnTo>
                      <a:pt x="1946" y="5566"/>
                    </a:lnTo>
                    <a:lnTo>
                      <a:pt x="1946" y="5398"/>
                    </a:lnTo>
                    <a:lnTo>
                      <a:pt x="1904" y="5336"/>
                    </a:lnTo>
                    <a:lnTo>
                      <a:pt x="1904" y="5231"/>
                    </a:lnTo>
                    <a:lnTo>
                      <a:pt x="2072" y="5126"/>
                    </a:lnTo>
                    <a:lnTo>
                      <a:pt x="2113" y="4938"/>
                    </a:lnTo>
                    <a:lnTo>
                      <a:pt x="2218" y="4875"/>
                    </a:lnTo>
                    <a:lnTo>
                      <a:pt x="2281" y="4813"/>
                    </a:lnTo>
                    <a:lnTo>
                      <a:pt x="2281" y="4917"/>
                    </a:lnTo>
                    <a:lnTo>
                      <a:pt x="2281" y="4959"/>
                    </a:lnTo>
                    <a:lnTo>
                      <a:pt x="2197" y="4980"/>
                    </a:lnTo>
                    <a:lnTo>
                      <a:pt x="2113" y="5168"/>
                    </a:lnTo>
                    <a:lnTo>
                      <a:pt x="2051" y="5294"/>
                    </a:lnTo>
                    <a:lnTo>
                      <a:pt x="2009" y="5461"/>
                    </a:lnTo>
                    <a:lnTo>
                      <a:pt x="2072" y="5566"/>
                    </a:lnTo>
                    <a:lnTo>
                      <a:pt x="2092" y="5691"/>
                    </a:lnTo>
                    <a:lnTo>
                      <a:pt x="2155" y="5650"/>
                    </a:lnTo>
                    <a:lnTo>
                      <a:pt x="2260" y="5461"/>
                    </a:lnTo>
                    <a:lnTo>
                      <a:pt x="2469" y="5273"/>
                    </a:lnTo>
                    <a:lnTo>
                      <a:pt x="2532" y="5147"/>
                    </a:lnTo>
                    <a:lnTo>
                      <a:pt x="2532" y="4980"/>
                    </a:lnTo>
                    <a:lnTo>
                      <a:pt x="2616" y="4875"/>
                    </a:lnTo>
                    <a:lnTo>
                      <a:pt x="2699" y="4854"/>
                    </a:lnTo>
                    <a:lnTo>
                      <a:pt x="2699" y="4917"/>
                    </a:lnTo>
                    <a:lnTo>
                      <a:pt x="2678" y="4959"/>
                    </a:lnTo>
                    <a:lnTo>
                      <a:pt x="2678" y="5085"/>
                    </a:lnTo>
                    <a:lnTo>
                      <a:pt x="2741" y="5064"/>
                    </a:lnTo>
                    <a:lnTo>
                      <a:pt x="2888" y="4875"/>
                    </a:lnTo>
                    <a:lnTo>
                      <a:pt x="2971" y="4875"/>
                    </a:lnTo>
                    <a:lnTo>
                      <a:pt x="3139" y="4917"/>
                    </a:lnTo>
                    <a:lnTo>
                      <a:pt x="3327" y="4854"/>
                    </a:lnTo>
                    <a:lnTo>
                      <a:pt x="3432" y="4834"/>
                    </a:lnTo>
                    <a:lnTo>
                      <a:pt x="3494" y="4750"/>
                    </a:lnTo>
                    <a:lnTo>
                      <a:pt x="3620" y="4729"/>
                    </a:lnTo>
                    <a:lnTo>
                      <a:pt x="3662" y="4624"/>
                    </a:lnTo>
                    <a:lnTo>
                      <a:pt x="3662" y="4541"/>
                    </a:lnTo>
                    <a:lnTo>
                      <a:pt x="3683" y="4457"/>
                    </a:lnTo>
                    <a:lnTo>
                      <a:pt x="3620" y="4394"/>
                    </a:lnTo>
                    <a:lnTo>
                      <a:pt x="3662" y="4227"/>
                    </a:lnTo>
                    <a:lnTo>
                      <a:pt x="3662" y="3976"/>
                    </a:lnTo>
                    <a:lnTo>
                      <a:pt x="3620" y="3976"/>
                    </a:lnTo>
                    <a:lnTo>
                      <a:pt x="3536" y="4122"/>
                    </a:lnTo>
                    <a:lnTo>
                      <a:pt x="3411" y="4290"/>
                    </a:lnTo>
                    <a:lnTo>
                      <a:pt x="3348" y="4290"/>
                    </a:lnTo>
                    <a:lnTo>
                      <a:pt x="3348" y="4206"/>
                    </a:lnTo>
                    <a:lnTo>
                      <a:pt x="3432" y="4101"/>
                    </a:lnTo>
                    <a:lnTo>
                      <a:pt x="3536" y="4018"/>
                    </a:lnTo>
                    <a:lnTo>
                      <a:pt x="3557" y="3934"/>
                    </a:lnTo>
                    <a:lnTo>
                      <a:pt x="3432" y="3829"/>
                    </a:lnTo>
                    <a:lnTo>
                      <a:pt x="3411" y="3725"/>
                    </a:lnTo>
                    <a:lnTo>
                      <a:pt x="3348" y="3725"/>
                    </a:lnTo>
                    <a:lnTo>
                      <a:pt x="3306" y="3766"/>
                    </a:lnTo>
                    <a:lnTo>
                      <a:pt x="3264" y="3829"/>
                    </a:lnTo>
                    <a:lnTo>
                      <a:pt x="3201" y="3787"/>
                    </a:lnTo>
                    <a:lnTo>
                      <a:pt x="3097" y="3808"/>
                    </a:lnTo>
                    <a:lnTo>
                      <a:pt x="3013" y="3871"/>
                    </a:lnTo>
                    <a:lnTo>
                      <a:pt x="2909" y="3829"/>
                    </a:lnTo>
                    <a:lnTo>
                      <a:pt x="2950" y="3787"/>
                    </a:lnTo>
                    <a:lnTo>
                      <a:pt x="3222" y="3683"/>
                    </a:lnTo>
                    <a:lnTo>
                      <a:pt x="3327" y="3662"/>
                    </a:lnTo>
                    <a:lnTo>
                      <a:pt x="3536" y="3453"/>
                    </a:lnTo>
                    <a:lnTo>
                      <a:pt x="3578" y="3390"/>
                    </a:lnTo>
                    <a:lnTo>
                      <a:pt x="3725" y="3160"/>
                    </a:lnTo>
                    <a:lnTo>
                      <a:pt x="3766" y="2971"/>
                    </a:lnTo>
                    <a:lnTo>
                      <a:pt x="3725" y="2950"/>
                    </a:lnTo>
                    <a:lnTo>
                      <a:pt x="3641" y="2971"/>
                    </a:lnTo>
                    <a:lnTo>
                      <a:pt x="3578" y="3034"/>
                    </a:lnTo>
                    <a:lnTo>
                      <a:pt x="3536" y="2950"/>
                    </a:lnTo>
                    <a:lnTo>
                      <a:pt x="3578" y="2888"/>
                    </a:lnTo>
                    <a:lnTo>
                      <a:pt x="3641" y="2846"/>
                    </a:lnTo>
                    <a:lnTo>
                      <a:pt x="3725" y="2867"/>
                    </a:lnTo>
                    <a:lnTo>
                      <a:pt x="3766" y="2783"/>
                    </a:lnTo>
                    <a:lnTo>
                      <a:pt x="3766" y="2657"/>
                    </a:lnTo>
                    <a:lnTo>
                      <a:pt x="3871" y="2553"/>
                    </a:lnTo>
                    <a:lnTo>
                      <a:pt x="3871" y="2427"/>
                    </a:lnTo>
                    <a:lnTo>
                      <a:pt x="3850" y="2365"/>
                    </a:lnTo>
                    <a:lnTo>
                      <a:pt x="3850" y="2302"/>
                    </a:lnTo>
                    <a:lnTo>
                      <a:pt x="3745" y="2260"/>
                    </a:lnTo>
                    <a:lnTo>
                      <a:pt x="3641" y="2302"/>
                    </a:lnTo>
                    <a:lnTo>
                      <a:pt x="3494" y="2553"/>
                    </a:lnTo>
                    <a:lnTo>
                      <a:pt x="3494" y="2678"/>
                    </a:lnTo>
                    <a:lnTo>
                      <a:pt x="3557" y="2762"/>
                    </a:lnTo>
                    <a:lnTo>
                      <a:pt x="3473" y="2846"/>
                    </a:lnTo>
                    <a:lnTo>
                      <a:pt x="3432" y="2888"/>
                    </a:lnTo>
                    <a:lnTo>
                      <a:pt x="3369" y="2867"/>
                    </a:lnTo>
                    <a:lnTo>
                      <a:pt x="3411" y="2825"/>
                    </a:lnTo>
                    <a:lnTo>
                      <a:pt x="3348" y="2762"/>
                    </a:lnTo>
                    <a:lnTo>
                      <a:pt x="3348" y="2657"/>
                    </a:lnTo>
                    <a:lnTo>
                      <a:pt x="3453" y="2448"/>
                    </a:lnTo>
                    <a:lnTo>
                      <a:pt x="3432" y="2344"/>
                    </a:lnTo>
                    <a:lnTo>
                      <a:pt x="3453" y="2302"/>
                    </a:lnTo>
                    <a:lnTo>
                      <a:pt x="3473" y="2323"/>
                    </a:lnTo>
                    <a:lnTo>
                      <a:pt x="3557" y="2302"/>
                    </a:lnTo>
                    <a:lnTo>
                      <a:pt x="3536" y="2134"/>
                    </a:lnTo>
                    <a:lnTo>
                      <a:pt x="3453" y="2030"/>
                    </a:lnTo>
                    <a:lnTo>
                      <a:pt x="3348" y="2030"/>
                    </a:lnTo>
                    <a:lnTo>
                      <a:pt x="3222" y="2051"/>
                    </a:lnTo>
                    <a:lnTo>
                      <a:pt x="3160" y="2155"/>
                    </a:lnTo>
                    <a:lnTo>
                      <a:pt x="3139" y="2113"/>
                    </a:lnTo>
                    <a:lnTo>
                      <a:pt x="3118" y="2051"/>
                    </a:lnTo>
                    <a:lnTo>
                      <a:pt x="3139" y="1904"/>
                    </a:lnTo>
                    <a:lnTo>
                      <a:pt x="3055" y="1737"/>
                    </a:lnTo>
                    <a:lnTo>
                      <a:pt x="3097" y="1507"/>
                    </a:lnTo>
                    <a:lnTo>
                      <a:pt x="3097" y="1318"/>
                    </a:lnTo>
                    <a:lnTo>
                      <a:pt x="3139" y="1193"/>
                    </a:lnTo>
                    <a:lnTo>
                      <a:pt x="3160" y="1005"/>
                    </a:lnTo>
                    <a:lnTo>
                      <a:pt x="3139" y="858"/>
                    </a:lnTo>
                    <a:lnTo>
                      <a:pt x="3243" y="670"/>
                    </a:lnTo>
                    <a:lnTo>
                      <a:pt x="3243" y="523"/>
                    </a:lnTo>
                    <a:lnTo>
                      <a:pt x="3139" y="419"/>
                    </a:lnTo>
                    <a:lnTo>
                      <a:pt x="3118" y="272"/>
                    </a:lnTo>
                    <a:lnTo>
                      <a:pt x="2950" y="147"/>
                    </a:lnTo>
                    <a:lnTo>
                      <a:pt x="2909" y="63"/>
                    </a:lnTo>
                    <a:lnTo>
                      <a:pt x="2741" y="0"/>
                    </a:lnTo>
                    <a:lnTo>
                      <a:pt x="2699" y="21"/>
                    </a:lnTo>
                    <a:lnTo>
                      <a:pt x="2699" y="105"/>
                    </a:lnTo>
                    <a:lnTo>
                      <a:pt x="2678" y="126"/>
                    </a:lnTo>
                    <a:lnTo>
                      <a:pt x="251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60"/>
              <p:cNvSpPr/>
              <p:nvPr/>
            </p:nvSpPr>
            <p:spPr>
              <a:xfrm>
                <a:off x="2744725" y="1557875"/>
                <a:ext cx="36625" cy="48150"/>
              </a:xfrm>
              <a:custGeom>
                <a:rect b="b" l="l" r="r" t="t"/>
                <a:pathLst>
                  <a:path extrusionOk="0" h="1926" w="1465">
                    <a:moveTo>
                      <a:pt x="711" y="0"/>
                    </a:moveTo>
                    <a:lnTo>
                      <a:pt x="586" y="105"/>
                    </a:lnTo>
                    <a:lnTo>
                      <a:pt x="502" y="168"/>
                    </a:lnTo>
                    <a:lnTo>
                      <a:pt x="502" y="356"/>
                    </a:lnTo>
                    <a:lnTo>
                      <a:pt x="419" y="419"/>
                    </a:lnTo>
                    <a:lnTo>
                      <a:pt x="356" y="377"/>
                    </a:lnTo>
                    <a:lnTo>
                      <a:pt x="272" y="544"/>
                    </a:lnTo>
                    <a:lnTo>
                      <a:pt x="272" y="733"/>
                    </a:lnTo>
                    <a:lnTo>
                      <a:pt x="188" y="837"/>
                    </a:lnTo>
                    <a:lnTo>
                      <a:pt x="272" y="963"/>
                    </a:lnTo>
                    <a:lnTo>
                      <a:pt x="147" y="963"/>
                    </a:lnTo>
                    <a:lnTo>
                      <a:pt x="167" y="1005"/>
                    </a:lnTo>
                    <a:lnTo>
                      <a:pt x="272" y="1088"/>
                    </a:lnTo>
                    <a:lnTo>
                      <a:pt x="398" y="1256"/>
                    </a:lnTo>
                    <a:lnTo>
                      <a:pt x="377" y="1360"/>
                    </a:lnTo>
                    <a:lnTo>
                      <a:pt x="356" y="1360"/>
                    </a:lnTo>
                    <a:lnTo>
                      <a:pt x="209" y="1256"/>
                    </a:lnTo>
                    <a:lnTo>
                      <a:pt x="84" y="1256"/>
                    </a:lnTo>
                    <a:lnTo>
                      <a:pt x="63" y="1318"/>
                    </a:lnTo>
                    <a:lnTo>
                      <a:pt x="0" y="1402"/>
                    </a:lnTo>
                    <a:lnTo>
                      <a:pt x="105" y="1465"/>
                    </a:lnTo>
                    <a:lnTo>
                      <a:pt x="147" y="1590"/>
                    </a:lnTo>
                    <a:lnTo>
                      <a:pt x="188" y="1632"/>
                    </a:lnTo>
                    <a:lnTo>
                      <a:pt x="105" y="1737"/>
                    </a:lnTo>
                    <a:lnTo>
                      <a:pt x="105" y="1883"/>
                    </a:lnTo>
                    <a:lnTo>
                      <a:pt x="251" y="1821"/>
                    </a:lnTo>
                    <a:lnTo>
                      <a:pt x="272" y="1737"/>
                    </a:lnTo>
                    <a:lnTo>
                      <a:pt x="356" y="1737"/>
                    </a:lnTo>
                    <a:lnTo>
                      <a:pt x="377" y="1883"/>
                    </a:lnTo>
                    <a:lnTo>
                      <a:pt x="460" y="1883"/>
                    </a:lnTo>
                    <a:lnTo>
                      <a:pt x="607" y="1842"/>
                    </a:lnTo>
                    <a:lnTo>
                      <a:pt x="711" y="1883"/>
                    </a:lnTo>
                    <a:lnTo>
                      <a:pt x="837" y="1779"/>
                    </a:lnTo>
                    <a:lnTo>
                      <a:pt x="900" y="1821"/>
                    </a:lnTo>
                    <a:lnTo>
                      <a:pt x="900" y="1925"/>
                    </a:lnTo>
                    <a:lnTo>
                      <a:pt x="983" y="1925"/>
                    </a:lnTo>
                    <a:lnTo>
                      <a:pt x="1025" y="1883"/>
                    </a:lnTo>
                    <a:lnTo>
                      <a:pt x="1235" y="1737"/>
                    </a:lnTo>
                    <a:lnTo>
                      <a:pt x="1235" y="1632"/>
                    </a:lnTo>
                    <a:lnTo>
                      <a:pt x="1214" y="1465"/>
                    </a:lnTo>
                    <a:lnTo>
                      <a:pt x="1151" y="1465"/>
                    </a:lnTo>
                    <a:lnTo>
                      <a:pt x="1109" y="1402"/>
                    </a:lnTo>
                    <a:lnTo>
                      <a:pt x="1193" y="1360"/>
                    </a:lnTo>
                    <a:lnTo>
                      <a:pt x="1297" y="1381"/>
                    </a:lnTo>
                    <a:lnTo>
                      <a:pt x="1339" y="1298"/>
                    </a:lnTo>
                    <a:lnTo>
                      <a:pt x="1465" y="1214"/>
                    </a:lnTo>
                    <a:lnTo>
                      <a:pt x="1423" y="984"/>
                    </a:lnTo>
                    <a:lnTo>
                      <a:pt x="1360" y="900"/>
                    </a:lnTo>
                    <a:lnTo>
                      <a:pt x="1360" y="837"/>
                    </a:lnTo>
                    <a:lnTo>
                      <a:pt x="1235" y="837"/>
                    </a:lnTo>
                    <a:lnTo>
                      <a:pt x="1193" y="691"/>
                    </a:lnTo>
                    <a:lnTo>
                      <a:pt x="1193" y="649"/>
                    </a:lnTo>
                    <a:lnTo>
                      <a:pt x="1130" y="586"/>
                    </a:lnTo>
                    <a:lnTo>
                      <a:pt x="1109" y="482"/>
                    </a:lnTo>
                    <a:lnTo>
                      <a:pt x="1046" y="461"/>
                    </a:lnTo>
                    <a:lnTo>
                      <a:pt x="1004" y="377"/>
                    </a:lnTo>
                    <a:lnTo>
                      <a:pt x="1025" y="272"/>
                    </a:lnTo>
                    <a:lnTo>
                      <a:pt x="983" y="168"/>
                    </a:lnTo>
                    <a:lnTo>
                      <a:pt x="83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60"/>
              <p:cNvSpPr/>
              <p:nvPr/>
            </p:nvSpPr>
            <p:spPr>
              <a:xfrm>
                <a:off x="2789175" y="1410350"/>
                <a:ext cx="386600" cy="302375"/>
              </a:xfrm>
              <a:custGeom>
                <a:rect b="b" l="l" r="r" t="t"/>
                <a:pathLst>
                  <a:path extrusionOk="0" h="12095" w="15464">
                    <a:moveTo>
                      <a:pt x="9625" y="1"/>
                    </a:moveTo>
                    <a:lnTo>
                      <a:pt x="9521" y="105"/>
                    </a:lnTo>
                    <a:lnTo>
                      <a:pt x="9416" y="105"/>
                    </a:lnTo>
                    <a:lnTo>
                      <a:pt x="9353" y="168"/>
                    </a:lnTo>
                    <a:lnTo>
                      <a:pt x="9416" y="252"/>
                    </a:lnTo>
                    <a:lnTo>
                      <a:pt x="9521" y="273"/>
                    </a:lnTo>
                    <a:lnTo>
                      <a:pt x="9584" y="315"/>
                    </a:lnTo>
                    <a:lnTo>
                      <a:pt x="9458" y="315"/>
                    </a:lnTo>
                    <a:lnTo>
                      <a:pt x="9395" y="377"/>
                    </a:lnTo>
                    <a:lnTo>
                      <a:pt x="9458" y="461"/>
                    </a:lnTo>
                    <a:lnTo>
                      <a:pt x="9584" y="566"/>
                    </a:lnTo>
                    <a:lnTo>
                      <a:pt x="9563" y="629"/>
                    </a:lnTo>
                    <a:lnTo>
                      <a:pt x="9521" y="691"/>
                    </a:lnTo>
                    <a:lnTo>
                      <a:pt x="9625" y="796"/>
                    </a:lnTo>
                    <a:lnTo>
                      <a:pt x="9709" y="817"/>
                    </a:lnTo>
                    <a:lnTo>
                      <a:pt x="9709" y="880"/>
                    </a:lnTo>
                    <a:lnTo>
                      <a:pt x="9605" y="901"/>
                    </a:lnTo>
                    <a:lnTo>
                      <a:pt x="9605" y="942"/>
                    </a:lnTo>
                    <a:lnTo>
                      <a:pt x="9395" y="712"/>
                    </a:lnTo>
                    <a:lnTo>
                      <a:pt x="9353" y="712"/>
                    </a:lnTo>
                    <a:lnTo>
                      <a:pt x="9312" y="796"/>
                    </a:lnTo>
                    <a:lnTo>
                      <a:pt x="9312" y="901"/>
                    </a:lnTo>
                    <a:lnTo>
                      <a:pt x="9270" y="880"/>
                    </a:lnTo>
                    <a:lnTo>
                      <a:pt x="9249" y="691"/>
                    </a:lnTo>
                    <a:lnTo>
                      <a:pt x="9270" y="566"/>
                    </a:lnTo>
                    <a:lnTo>
                      <a:pt x="9186" y="419"/>
                    </a:lnTo>
                    <a:lnTo>
                      <a:pt x="9186" y="273"/>
                    </a:lnTo>
                    <a:lnTo>
                      <a:pt x="9123" y="210"/>
                    </a:lnTo>
                    <a:lnTo>
                      <a:pt x="9081" y="252"/>
                    </a:lnTo>
                    <a:lnTo>
                      <a:pt x="8956" y="147"/>
                    </a:lnTo>
                    <a:lnTo>
                      <a:pt x="8872" y="105"/>
                    </a:lnTo>
                    <a:lnTo>
                      <a:pt x="8851" y="252"/>
                    </a:lnTo>
                    <a:lnTo>
                      <a:pt x="8872" y="461"/>
                    </a:lnTo>
                    <a:lnTo>
                      <a:pt x="8851" y="670"/>
                    </a:lnTo>
                    <a:lnTo>
                      <a:pt x="8893" y="817"/>
                    </a:lnTo>
                    <a:lnTo>
                      <a:pt x="8935" y="984"/>
                    </a:lnTo>
                    <a:lnTo>
                      <a:pt x="8935" y="1047"/>
                    </a:lnTo>
                    <a:lnTo>
                      <a:pt x="8935" y="1193"/>
                    </a:lnTo>
                    <a:lnTo>
                      <a:pt x="8872" y="1235"/>
                    </a:lnTo>
                    <a:lnTo>
                      <a:pt x="8830" y="1131"/>
                    </a:lnTo>
                    <a:lnTo>
                      <a:pt x="8788" y="984"/>
                    </a:lnTo>
                    <a:lnTo>
                      <a:pt x="8747" y="901"/>
                    </a:lnTo>
                    <a:lnTo>
                      <a:pt x="8747" y="775"/>
                    </a:lnTo>
                    <a:lnTo>
                      <a:pt x="8726" y="629"/>
                    </a:lnTo>
                    <a:lnTo>
                      <a:pt x="8684" y="482"/>
                    </a:lnTo>
                    <a:lnTo>
                      <a:pt x="8475" y="357"/>
                    </a:lnTo>
                    <a:lnTo>
                      <a:pt x="8412" y="357"/>
                    </a:lnTo>
                    <a:lnTo>
                      <a:pt x="8370" y="482"/>
                    </a:lnTo>
                    <a:lnTo>
                      <a:pt x="8349" y="524"/>
                    </a:lnTo>
                    <a:lnTo>
                      <a:pt x="8370" y="691"/>
                    </a:lnTo>
                    <a:lnTo>
                      <a:pt x="8558" y="817"/>
                    </a:lnTo>
                    <a:lnTo>
                      <a:pt x="8558" y="901"/>
                    </a:lnTo>
                    <a:lnTo>
                      <a:pt x="8370" y="880"/>
                    </a:lnTo>
                    <a:lnTo>
                      <a:pt x="8328" y="838"/>
                    </a:lnTo>
                    <a:lnTo>
                      <a:pt x="8244" y="838"/>
                    </a:lnTo>
                    <a:lnTo>
                      <a:pt x="8161" y="921"/>
                    </a:lnTo>
                    <a:lnTo>
                      <a:pt x="8244" y="1131"/>
                    </a:lnTo>
                    <a:lnTo>
                      <a:pt x="8224" y="1193"/>
                    </a:lnTo>
                    <a:lnTo>
                      <a:pt x="8077" y="1235"/>
                    </a:lnTo>
                    <a:lnTo>
                      <a:pt x="8035" y="1340"/>
                    </a:lnTo>
                    <a:lnTo>
                      <a:pt x="7952" y="1403"/>
                    </a:lnTo>
                    <a:lnTo>
                      <a:pt x="7910" y="1319"/>
                    </a:lnTo>
                    <a:lnTo>
                      <a:pt x="7910" y="1214"/>
                    </a:lnTo>
                    <a:lnTo>
                      <a:pt x="7847" y="1214"/>
                    </a:lnTo>
                    <a:lnTo>
                      <a:pt x="7784" y="1361"/>
                    </a:lnTo>
                    <a:lnTo>
                      <a:pt x="7700" y="1403"/>
                    </a:lnTo>
                    <a:lnTo>
                      <a:pt x="7680" y="1131"/>
                    </a:lnTo>
                    <a:lnTo>
                      <a:pt x="7700" y="984"/>
                    </a:lnTo>
                    <a:lnTo>
                      <a:pt x="7700" y="921"/>
                    </a:lnTo>
                    <a:lnTo>
                      <a:pt x="7491" y="838"/>
                    </a:lnTo>
                    <a:lnTo>
                      <a:pt x="7470" y="775"/>
                    </a:lnTo>
                    <a:lnTo>
                      <a:pt x="7533" y="691"/>
                    </a:lnTo>
                    <a:lnTo>
                      <a:pt x="7554" y="608"/>
                    </a:lnTo>
                    <a:lnTo>
                      <a:pt x="7470" y="566"/>
                    </a:lnTo>
                    <a:lnTo>
                      <a:pt x="7261" y="524"/>
                    </a:lnTo>
                    <a:lnTo>
                      <a:pt x="7219" y="482"/>
                    </a:lnTo>
                    <a:lnTo>
                      <a:pt x="7073" y="524"/>
                    </a:lnTo>
                    <a:lnTo>
                      <a:pt x="7031" y="629"/>
                    </a:lnTo>
                    <a:lnTo>
                      <a:pt x="7115" y="712"/>
                    </a:lnTo>
                    <a:lnTo>
                      <a:pt x="7115" y="921"/>
                    </a:lnTo>
                    <a:lnTo>
                      <a:pt x="7073" y="984"/>
                    </a:lnTo>
                    <a:lnTo>
                      <a:pt x="6968" y="942"/>
                    </a:lnTo>
                    <a:lnTo>
                      <a:pt x="6864" y="984"/>
                    </a:lnTo>
                    <a:lnTo>
                      <a:pt x="6780" y="901"/>
                    </a:lnTo>
                    <a:lnTo>
                      <a:pt x="6654" y="901"/>
                    </a:lnTo>
                    <a:lnTo>
                      <a:pt x="6633" y="1026"/>
                    </a:lnTo>
                    <a:lnTo>
                      <a:pt x="6675" y="1089"/>
                    </a:lnTo>
                    <a:lnTo>
                      <a:pt x="6738" y="1193"/>
                    </a:lnTo>
                    <a:lnTo>
                      <a:pt x="6801" y="1256"/>
                    </a:lnTo>
                    <a:lnTo>
                      <a:pt x="6801" y="1403"/>
                    </a:lnTo>
                    <a:lnTo>
                      <a:pt x="6864" y="1465"/>
                    </a:lnTo>
                    <a:lnTo>
                      <a:pt x="6905" y="1465"/>
                    </a:lnTo>
                    <a:lnTo>
                      <a:pt x="7010" y="1633"/>
                    </a:lnTo>
                    <a:lnTo>
                      <a:pt x="7010" y="1779"/>
                    </a:lnTo>
                    <a:lnTo>
                      <a:pt x="6968" y="1842"/>
                    </a:lnTo>
                    <a:lnTo>
                      <a:pt x="6989" y="1717"/>
                    </a:lnTo>
                    <a:lnTo>
                      <a:pt x="6947" y="1717"/>
                    </a:lnTo>
                    <a:lnTo>
                      <a:pt x="6843" y="1842"/>
                    </a:lnTo>
                    <a:lnTo>
                      <a:pt x="6780" y="1758"/>
                    </a:lnTo>
                    <a:lnTo>
                      <a:pt x="6780" y="1654"/>
                    </a:lnTo>
                    <a:lnTo>
                      <a:pt x="6801" y="1633"/>
                    </a:lnTo>
                    <a:lnTo>
                      <a:pt x="6780" y="1549"/>
                    </a:lnTo>
                    <a:lnTo>
                      <a:pt x="6738" y="1612"/>
                    </a:lnTo>
                    <a:lnTo>
                      <a:pt x="6654" y="1612"/>
                    </a:lnTo>
                    <a:lnTo>
                      <a:pt x="6654" y="1758"/>
                    </a:lnTo>
                    <a:lnTo>
                      <a:pt x="6592" y="1842"/>
                    </a:lnTo>
                    <a:lnTo>
                      <a:pt x="6571" y="1758"/>
                    </a:lnTo>
                    <a:lnTo>
                      <a:pt x="6508" y="1675"/>
                    </a:lnTo>
                    <a:lnTo>
                      <a:pt x="6550" y="1570"/>
                    </a:lnTo>
                    <a:lnTo>
                      <a:pt x="6550" y="1424"/>
                    </a:lnTo>
                    <a:lnTo>
                      <a:pt x="6445" y="1298"/>
                    </a:lnTo>
                    <a:lnTo>
                      <a:pt x="6382" y="1298"/>
                    </a:lnTo>
                    <a:lnTo>
                      <a:pt x="6257" y="1465"/>
                    </a:lnTo>
                    <a:lnTo>
                      <a:pt x="6215" y="1507"/>
                    </a:lnTo>
                    <a:lnTo>
                      <a:pt x="6215" y="1633"/>
                    </a:lnTo>
                    <a:lnTo>
                      <a:pt x="6257" y="1717"/>
                    </a:lnTo>
                    <a:lnTo>
                      <a:pt x="6215" y="1758"/>
                    </a:lnTo>
                    <a:lnTo>
                      <a:pt x="6131" y="1675"/>
                    </a:lnTo>
                    <a:lnTo>
                      <a:pt x="6152" y="1612"/>
                    </a:lnTo>
                    <a:lnTo>
                      <a:pt x="6110" y="1528"/>
                    </a:lnTo>
                    <a:lnTo>
                      <a:pt x="6131" y="1424"/>
                    </a:lnTo>
                    <a:lnTo>
                      <a:pt x="6110" y="1298"/>
                    </a:lnTo>
                    <a:lnTo>
                      <a:pt x="5985" y="1235"/>
                    </a:lnTo>
                    <a:lnTo>
                      <a:pt x="5985" y="1089"/>
                    </a:lnTo>
                    <a:lnTo>
                      <a:pt x="5985" y="984"/>
                    </a:lnTo>
                    <a:lnTo>
                      <a:pt x="5943" y="984"/>
                    </a:lnTo>
                    <a:lnTo>
                      <a:pt x="5796" y="1110"/>
                    </a:lnTo>
                    <a:lnTo>
                      <a:pt x="5713" y="1131"/>
                    </a:lnTo>
                    <a:lnTo>
                      <a:pt x="5692" y="1256"/>
                    </a:lnTo>
                    <a:lnTo>
                      <a:pt x="5713" y="1340"/>
                    </a:lnTo>
                    <a:lnTo>
                      <a:pt x="5692" y="1403"/>
                    </a:lnTo>
                    <a:lnTo>
                      <a:pt x="5692" y="1465"/>
                    </a:lnTo>
                    <a:lnTo>
                      <a:pt x="5608" y="1528"/>
                    </a:lnTo>
                    <a:lnTo>
                      <a:pt x="5608" y="1445"/>
                    </a:lnTo>
                    <a:lnTo>
                      <a:pt x="5629" y="1403"/>
                    </a:lnTo>
                    <a:lnTo>
                      <a:pt x="5608" y="1340"/>
                    </a:lnTo>
                    <a:lnTo>
                      <a:pt x="5524" y="1424"/>
                    </a:lnTo>
                    <a:lnTo>
                      <a:pt x="5462" y="1570"/>
                    </a:lnTo>
                    <a:lnTo>
                      <a:pt x="5399" y="1612"/>
                    </a:lnTo>
                    <a:lnTo>
                      <a:pt x="5399" y="1340"/>
                    </a:lnTo>
                    <a:lnTo>
                      <a:pt x="5420" y="1256"/>
                    </a:lnTo>
                    <a:lnTo>
                      <a:pt x="5420" y="1193"/>
                    </a:lnTo>
                    <a:lnTo>
                      <a:pt x="5336" y="1152"/>
                    </a:lnTo>
                    <a:lnTo>
                      <a:pt x="5273" y="1214"/>
                    </a:lnTo>
                    <a:lnTo>
                      <a:pt x="5022" y="1214"/>
                    </a:lnTo>
                    <a:lnTo>
                      <a:pt x="4876" y="1319"/>
                    </a:lnTo>
                    <a:lnTo>
                      <a:pt x="4771" y="1298"/>
                    </a:lnTo>
                    <a:lnTo>
                      <a:pt x="4646" y="1361"/>
                    </a:lnTo>
                    <a:lnTo>
                      <a:pt x="4583" y="1465"/>
                    </a:lnTo>
                    <a:lnTo>
                      <a:pt x="4457" y="1465"/>
                    </a:lnTo>
                    <a:lnTo>
                      <a:pt x="4353" y="1528"/>
                    </a:lnTo>
                    <a:lnTo>
                      <a:pt x="4332" y="1654"/>
                    </a:lnTo>
                    <a:lnTo>
                      <a:pt x="4248" y="1612"/>
                    </a:lnTo>
                    <a:lnTo>
                      <a:pt x="4227" y="1633"/>
                    </a:lnTo>
                    <a:lnTo>
                      <a:pt x="4248" y="1737"/>
                    </a:lnTo>
                    <a:lnTo>
                      <a:pt x="4290" y="1758"/>
                    </a:lnTo>
                    <a:lnTo>
                      <a:pt x="4269" y="1863"/>
                    </a:lnTo>
                    <a:lnTo>
                      <a:pt x="4290" y="1968"/>
                    </a:lnTo>
                    <a:lnTo>
                      <a:pt x="4415" y="1947"/>
                    </a:lnTo>
                    <a:lnTo>
                      <a:pt x="4478" y="1863"/>
                    </a:lnTo>
                    <a:lnTo>
                      <a:pt x="4478" y="1779"/>
                    </a:lnTo>
                    <a:lnTo>
                      <a:pt x="4604" y="1758"/>
                    </a:lnTo>
                    <a:lnTo>
                      <a:pt x="4667" y="1717"/>
                    </a:lnTo>
                    <a:lnTo>
                      <a:pt x="4708" y="1675"/>
                    </a:lnTo>
                    <a:lnTo>
                      <a:pt x="4750" y="1821"/>
                    </a:lnTo>
                    <a:lnTo>
                      <a:pt x="4813" y="1758"/>
                    </a:lnTo>
                    <a:lnTo>
                      <a:pt x="4855" y="1654"/>
                    </a:lnTo>
                    <a:lnTo>
                      <a:pt x="4897" y="1633"/>
                    </a:lnTo>
                    <a:lnTo>
                      <a:pt x="4876" y="1779"/>
                    </a:lnTo>
                    <a:lnTo>
                      <a:pt x="4918" y="1842"/>
                    </a:lnTo>
                    <a:lnTo>
                      <a:pt x="5064" y="1842"/>
                    </a:lnTo>
                    <a:lnTo>
                      <a:pt x="4939" y="1884"/>
                    </a:lnTo>
                    <a:lnTo>
                      <a:pt x="4771" y="1926"/>
                    </a:lnTo>
                    <a:lnTo>
                      <a:pt x="4604" y="2051"/>
                    </a:lnTo>
                    <a:lnTo>
                      <a:pt x="4478" y="2093"/>
                    </a:lnTo>
                    <a:lnTo>
                      <a:pt x="4499" y="2198"/>
                    </a:lnTo>
                    <a:lnTo>
                      <a:pt x="4499" y="2281"/>
                    </a:lnTo>
                    <a:lnTo>
                      <a:pt x="4583" y="2281"/>
                    </a:lnTo>
                    <a:lnTo>
                      <a:pt x="4667" y="2198"/>
                    </a:lnTo>
                    <a:lnTo>
                      <a:pt x="4771" y="2198"/>
                    </a:lnTo>
                    <a:lnTo>
                      <a:pt x="4918" y="2156"/>
                    </a:lnTo>
                    <a:lnTo>
                      <a:pt x="5127" y="2135"/>
                    </a:lnTo>
                    <a:lnTo>
                      <a:pt x="5378" y="2072"/>
                    </a:lnTo>
                    <a:lnTo>
                      <a:pt x="5420" y="2135"/>
                    </a:lnTo>
                    <a:lnTo>
                      <a:pt x="5420" y="2198"/>
                    </a:lnTo>
                    <a:lnTo>
                      <a:pt x="5336" y="2240"/>
                    </a:lnTo>
                    <a:lnTo>
                      <a:pt x="5273" y="2177"/>
                    </a:lnTo>
                    <a:lnTo>
                      <a:pt x="5169" y="2177"/>
                    </a:lnTo>
                    <a:lnTo>
                      <a:pt x="5064" y="2261"/>
                    </a:lnTo>
                    <a:lnTo>
                      <a:pt x="4876" y="2261"/>
                    </a:lnTo>
                    <a:lnTo>
                      <a:pt x="4708" y="2386"/>
                    </a:lnTo>
                    <a:lnTo>
                      <a:pt x="4562" y="2386"/>
                    </a:lnTo>
                    <a:lnTo>
                      <a:pt x="4541" y="2449"/>
                    </a:lnTo>
                    <a:lnTo>
                      <a:pt x="4604" y="2554"/>
                    </a:lnTo>
                    <a:lnTo>
                      <a:pt x="4708" y="2554"/>
                    </a:lnTo>
                    <a:lnTo>
                      <a:pt x="4813" y="2616"/>
                    </a:lnTo>
                    <a:lnTo>
                      <a:pt x="4750" y="2658"/>
                    </a:lnTo>
                    <a:lnTo>
                      <a:pt x="4562" y="2658"/>
                    </a:lnTo>
                    <a:lnTo>
                      <a:pt x="4478" y="2574"/>
                    </a:lnTo>
                    <a:lnTo>
                      <a:pt x="4415" y="2574"/>
                    </a:lnTo>
                    <a:lnTo>
                      <a:pt x="4353" y="2616"/>
                    </a:lnTo>
                    <a:lnTo>
                      <a:pt x="4353" y="2763"/>
                    </a:lnTo>
                    <a:lnTo>
                      <a:pt x="4290" y="2826"/>
                    </a:lnTo>
                    <a:lnTo>
                      <a:pt x="4332" y="2909"/>
                    </a:lnTo>
                    <a:lnTo>
                      <a:pt x="4415" y="2972"/>
                    </a:lnTo>
                    <a:lnTo>
                      <a:pt x="4562" y="2909"/>
                    </a:lnTo>
                    <a:lnTo>
                      <a:pt x="4750" y="3014"/>
                    </a:lnTo>
                    <a:lnTo>
                      <a:pt x="4897" y="2993"/>
                    </a:lnTo>
                    <a:lnTo>
                      <a:pt x="4918" y="3035"/>
                    </a:lnTo>
                    <a:lnTo>
                      <a:pt x="5022" y="3035"/>
                    </a:lnTo>
                    <a:lnTo>
                      <a:pt x="5169" y="3139"/>
                    </a:lnTo>
                    <a:lnTo>
                      <a:pt x="5231" y="3139"/>
                    </a:lnTo>
                    <a:lnTo>
                      <a:pt x="5315" y="3118"/>
                    </a:lnTo>
                    <a:lnTo>
                      <a:pt x="5462" y="3139"/>
                    </a:lnTo>
                    <a:lnTo>
                      <a:pt x="5545" y="3139"/>
                    </a:lnTo>
                    <a:lnTo>
                      <a:pt x="5713" y="3035"/>
                    </a:lnTo>
                    <a:lnTo>
                      <a:pt x="5943" y="3035"/>
                    </a:lnTo>
                    <a:lnTo>
                      <a:pt x="6110" y="3014"/>
                    </a:lnTo>
                    <a:lnTo>
                      <a:pt x="6173" y="2972"/>
                    </a:lnTo>
                    <a:lnTo>
                      <a:pt x="6236" y="2930"/>
                    </a:lnTo>
                    <a:lnTo>
                      <a:pt x="6320" y="2930"/>
                    </a:lnTo>
                    <a:lnTo>
                      <a:pt x="6320" y="2993"/>
                    </a:lnTo>
                    <a:lnTo>
                      <a:pt x="6278" y="3077"/>
                    </a:lnTo>
                    <a:lnTo>
                      <a:pt x="6068" y="3098"/>
                    </a:lnTo>
                    <a:lnTo>
                      <a:pt x="5838" y="3139"/>
                    </a:lnTo>
                    <a:lnTo>
                      <a:pt x="5755" y="3202"/>
                    </a:lnTo>
                    <a:lnTo>
                      <a:pt x="5650" y="3223"/>
                    </a:lnTo>
                    <a:lnTo>
                      <a:pt x="5629" y="3244"/>
                    </a:lnTo>
                    <a:lnTo>
                      <a:pt x="5462" y="3223"/>
                    </a:lnTo>
                    <a:lnTo>
                      <a:pt x="5336" y="3286"/>
                    </a:lnTo>
                    <a:lnTo>
                      <a:pt x="5231" y="3286"/>
                    </a:lnTo>
                    <a:lnTo>
                      <a:pt x="5190" y="3223"/>
                    </a:lnTo>
                    <a:lnTo>
                      <a:pt x="5085" y="3223"/>
                    </a:lnTo>
                    <a:lnTo>
                      <a:pt x="4897" y="3118"/>
                    </a:lnTo>
                    <a:lnTo>
                      <a:pt x="4562" y="3118"/>
                    </a:lnTo>
                    <a:lnTo>
                      <a:pt x="4499" y="3077"/>
                    </a:lnTo>
                    <a:lnTo>
                      <a:pt x="4374" y="3098"/>
                    </a:lnTo>
                    <a:lnTo>
                      <a:pt x="4269" y="3077"/>
                    </a:lnTo>
                    <a:lnTo>
                      <a:pt x="4227" y="3118"/>
                    </a:lnTo>
                    <a:lnTo>
                      <a:pt x="4248" y="3286"/>
                    </a:lnTo>
                    <a:lnTo>
                      <a:pt x="4290" y="3328"/>
                    </a:lnTo>
                    <a:lnTo>
                      <a:pt x="4290" y="3516"/>
                    </a:lnTo>
                    <a:lnTo>
                      <a:pt x="4353" y="3642"/>
                    </a:lnTo>
                    <a:lnTo>
                      <a:pt x="4395" y="3704"/>
                    </a:lnTo>
                    <a:lnTo>
                      <a:pt x="4478" y="3725"/>
                    </a:lnTo>
                    <a:lnTo>
                      <a:pt x="4646" y="3934"/>
                    </a:lnTo>
                    <a:lnTo>
                      <a:pt x="4708" y="3976"/>
                    </a:lnTo>
                    <a:lnTo>
                      <a:pt x="4771" y="3955"/>
                    </a:lnTo>
                    <a:lnTo>
                      <a:pt x="4897" y="3767"/>
                    </a:lnTo>
                    <a:lnTo>
                      <a:pt x="5106" y="3662"/>
                    </a:lnTo>
                    <a:lnTo>
                      <a:pt x="5315" y="3537"/>
                    </a:lnTo>
                    <a:lnTo>
                      <a:pt x="5441" y="3432"/>
                    </a:lnTo>
                    <a:lnTo>
                      <a:pt x="5503" y="3349"/>
                    </a:lnTo>
                    <a:lnTo>
                      <a:pt x="5545" y="3349"/>
                    </a:lnTo>
                    <a:lnTo>
                      <a:pt x="5817" y="3411"/>
                    </a:lnTo>
                    <a:lnTo>
                      <a:pt x="6027" y="3390"/>
                    </a:lnTo>
                    <a:lnTo>
                      <a:pt x="6173" y="3390"/>
                    </a:lnTo>
                    <a:lnTo>
                      <a:pt x="6320" y="3495"/>
                    </a:lnTo>
                    <a:lnTo>
                      <a:pt x="6571" y="3516"/>
                    </a:lnTo>
                    <a:lnTo>
                      <a:pt x="6780" y="3516"/>
                    </a:lnTo>
                    <a:lnTo>
                      <a:pt x="6864" y="3558"/>
                    </a:lnTo>
                    <a:lnTo>
                      <a:pt x="6843" y="3600"/>
                    </a:lnTo>
                    <a:lnTo>
                      <a:pt x="6654" y="3621"/>
                    </a:lnTo>
                    <a:lnTo>
                      <a:pt x="6550" y="3600"/>
                    </a:lnTo>
                    <a:lnTo>
                      <a:pt x="6361" y="3558"/>
                    </a:lnTo>
                    <a:lnTo>
                      <a:pt x="6152" y="3453"/>
                    </a:lnTo>
                    <a:lnTo>
                      <a:pt x="6047" y="3453"/>
                    </a:lnTo>
                    <a:lnTo>
                      <a:pt x="5964" y="3495"/>
                    </a:lnTo>
                    <a:lnTo>
                      <a:pt x="5734" y="3453"/>
                    </a:lnTo>
                    <a:lnTo>
                      <a:pt x="5608" y="3432"/>
                    </a:lnTo>
                    <a:lnTo>
                      <a:pt x="5545" y="3516"/>
                    </a:lnTo>
                    <a:lnTo>
                      <a:pt x="5399" y="3600"/>
                    </a:lnTo>
                    <a:lnTo>
                      <a:pt x="5294" y="3725"/>
                    </a:lnTo>
                    <a:lnTo>
                      <a:pt x="5106" y="3830"/>
                    </a:lnTo>
                    <a:lnTo>
                      <a:pt x="5022" y="3976"/>
                    </a:lnTo>
                    <a:lnTo>
                      <a:pt x="4939" y="4060"/>
                    </a:lnTo>
                    <a:lnTo>
                      <a:pt x="4918" y="4123"/>
                    </a:lnTo>
                    <a:lnTo>
                      <a:pt x="5064" y="4227"/>
                    </a:lnTo>
                    <a:lnTo>
                      <a:pt x="5190" y="4227"/>
                    </a:lnTo>
                    <a:lnTo>
                      <a:pt x="5190" y="4290"/>
                    </a:lnTo>
                    <a:lnTo>
                      <a:pt x="5294" y="4395"/>
                    </a:lnTo>
                    <a:lnTo>
                      <a:pt x="5503" y="4395"/>
                    </a:lnTo>
                    <a:lnTo>
                      <a:pt x="5755" y="4478"/>
                    </a:lnTo>
                    <a:lnTo>
                      <a:pt x="5943" y="4478"/>
                    </a:lnTo>
                    <a:lnTo>
                      <a:pt x="6110" y="4332"/>
                    </a:lnTo>
                    <a:lnTo>
                      <a:pt x="6131" y="4144"/>
                    </a:lnTo>
                    <a:lnTo>
                      <a:pt x="6278" y="4081"/>
                    </a:lnTo>
                    <a:lnTo>
                      <a:pt x="6382" y="4123"/>
                    </a:lnTo>
                    <a:lnTo>
                      <a:pt x="6257" y="4165"/>
                    </a:lnTo>
                    <a:lnTo>
                      <a:pt x="6257" y="4269"/>
                    </a:lnTo>
                    <a:lnTo>
                      <a:pt x="6361" y="4290"/>
                    </a:lnTo>
                    <a:lnTo>
                      <a:pt x="6508" y="4248"/>
                    </a:lnTo>
                    <a:lnTo>
                      <a:pt x="6654" y="4269"/>
                    </a:lnTo>
                    <a:lnTo>
                      <a:pt x="6780" y="4186"/>
                    </a:lnTo>
                    <a:lnTo>
                      <a:pt x="6884" y="4227"/>
                    </a:lnTo>
                    <a:lnTo>
                      <a:pt x="6780" y="4332"/>
                    </a:lnTo>
                    <a:lnTo>
                      <a:pt x="6571" y="4353"/>
                    </a:lnTo>
                    <a:lnTo>
                      <a:pt x="6466" y="4374"/>
                    </a:lnTo>
                    <a:lnTo>
                      <a:pt x="6320" y="4374"/>
                    </a:lnTo>
                    <a:lnTo>
                      <a:pt x="6152" y="4541"/>
                    </a:lnTo>
                    <a:lnTo>
                      <a:pt x="6173" y="4604"/>
                    </a:lnTo>
                    <a:lnTo>
                      <a:pt x="6257" y="4646"/>
                    </a:lnTo>
                    <a:lnTo>
                      <a:pt x="6445" y="4604"/>
                    </a:lnTo>
                    <a:lnTo>
                      <a:pt x="6571" y="4771"/>
                    </a:lnTo>
                    <a:lnTo>
                      <a:pt x="7010" y="4771"/>
                    </a:lnTo>
                    <a:lnTo>
                      <a:pt x="7156" y="4750"/>
                    </a:lnTo>
                    <a:lnTo>
                      <a:pt x="7554" y="4583"/>
                    </a:lnTo>
                    <a:lnTo>
                      <a:pt x="7680" y="4562"/>
                    </a:lnTo>
                    <a:lnTo>
                      <a:pt x="7889" y="4395"/>
                    </a:lnTo>
                    <a:lnTo>
                      <a:pt x="7847" y="4353"/>
                    </a:lnTo>
                    <a:lnTo>
                      <a:pt x="7805" y="4353"/>
                    </a:lnTo>
                    <a:lnTo>
                      <a:pt x="7952" y="4165"/>
                    </a:lnTo>
                    <a:lnTo>
                      <a:pt x="8056" y="4165"/>
                    </a:lnTo>
                    <a:lnTo>
                      <a:pt x="8140" y="4039"/>
                    </a:lnTo>
                    <a:lnTo>
                      <a:pt x="8161" y="4060"/>
                    </a:lnTo>
                    <a:lnTo>
                      <a:pt x="8224" y="4165"/>
                    </a:lnTo>
                    <a:lnTo>
                      <a:pt x="8265" y="4165"/>
                    </a:lnTo>
                    <a:lnTo>
                      <a:pt x="8265" y="4060"/>
                    </a:lnTo>
                    <a:lnTo>
                      <a:pt x="8579" y="3830"/>
                    </a:lnTo>
                    <a:lnTo>
                      <a:pt x="8788" y="3809"/>
                    </a:lnTo>
                    <a:lnTo>
                      <a:pt x="9123" y="3662"/>
                    </a:lnTo>
                    <a:lnTo>
                      <a:pt x="9123" y="3746"/>
                    </a:lnTo>
                    <a:lnTo>
                      <a:pt x="8851" y="3872"/>
                    </a:lnTo>
                    <a:lnTo>
                      <a:pt x="8684" y="3872"/>
                    </a:lnTo>
                    <a:lnTo>
                      <a:pt x="8370" y="4060"/>
                    </a:lnTo>
                    <a:lnTo>
                      <a:pt x="8328" y="4227"/>
                    </a:lnTo>
                    <a:lnTo>
                      <a:pt x="8203" y="4332"/>
                    </a:lnTo>
                    <a:lnTo>
                      <a:pt x="8056" y="4332"/>
                    </a:lnTo>
                    <a:lnTo>
                      <a:pt x="8014" y="4478"/>
                    </a:lnTo>
                    <a:lnTo>
                      <a:pt x="7952" y="4541"/>
                    </a:lnTo>
                    <a:lnTo>
                      <a:pt x="7952" y="4583"/>
                    </a:lnTo>
                    <a:lnTo>
                      <a:pt x="8244" y="4562"/>
                    </a:lnTo>
                    <a:lnTo>
                      <a:pt x="8328" y="4604"/>
                    </a:lnTo>
                    <a:lnTo>
                      <a:pt x="8454" y="4604"/>
                    </a:lnTo>
                    <a:lnTo>
                      <a:pt x="8579" y="4688"/>
                    </a:lnTo>
                    <a:lnTo>
                      <a:pt x="8558" y="4750"/>
                    </a:lnTo>
                    <a:lnTo>
                      <a:pt x="8663" y="4792"/>
                    </a:lnTo>
                    <a:lnTo>
                      <a:pt x="8747" y="4792"/>
                    </a:lnTo>
                    <a:lnTo>
                      <a:pt x="8788" y="4855"/>
                    </a:lnTo>
                    <a:lnTo>
                      <a:pt x="8663" y="4876"/>
                    </a:lnTo>
                    <a:lnTo>
                      <a:pt x="8558" y="4918"/>
                    </a:lnTo>
                    <a:lnTo>
                      <a:pt x="8433" y="4813"/>
                    </a:lnTo>
                    <a:lnTo>
                      <a:pt x="8224" y="4750"/>
                    </a:lnTo>
                    <a:lnTo>
                      <a:pt x="7952" y="4771"/>
                    </a:lnTo>
                    <a:lnTo>
                      <a:pt x="7554" y="4813"/>
                    </a:lnTo>
                    <a:lnTo>
                      <a:pt x="7408" y="4876"/>
                    </a:lnTo>
                    <a:lnTo>
                      <a:pt x="7303" y="4876"/>
                    </a:lnTo>
                    <a:lnTo>
                      <a:pt x="7303" y="4918"/>
                    </a:lnTo>
                    <a:lnTo>
                      <a:pt x="7324" y="4981"/>
                    </a:lnTo>
                    <a:lnTo>
                      <a:pt x="7512" y="5022"/>
                    </a:lnTo>
                    <a:lnTo>
                      <a:pt x="7680" y="5022"/>
                    </a:lnTo>
                    <a:lnTo>
                      <a:pt x="7784" y="5085"/>
                    </a:lnTo>
                    <a:lnTo>
                      <a:pt x="7784" y="5169"/>
                    </a:lnTo>
                    <a:lnTo>
                      <a:pt x="7638" y="5190"/>
                    </a:lnTo>
                    <a:lnTo>
                      <a:pt x="7533" y="5106"/>
                    </a:lnTo>
                    <a:lnTo>
                      <a:pt x="7324" y="5085"/>
                    </a:lnTo>
                    <a:lnTo>
                      <a:pt x="7219" y="5002"/>
                    </a:lnTo>
                    <a:lnTo>
                      <a:pt x="7115" y="4981"/>
                    </a:lnTo>
                    <a:lnTo>
                      <a:pt x="6947" y="5064"/>
                    </a:lnTo>
                    <a:lnTo>
                      <a:pt x="6696" y="5085"/>
                    </a:lnTo>
                    <a:lnTo>
                      <a:pt x="6508" y="5002"/>
                    </a:lnTo>
                    <a:lnTo>
                      <a:pt x="6361" y="5002"/>
                    </a:lnTo>
                    <a:lnTo>
                      <a:pt x="6215" y="4960"/>
                    </a:lnTo>
                    <a:lnTo>
                      <a:pt x="6131" y="4897"/>
                    </a:lnTo>
                    <a:lnTo>
                      <a:pt x="5922" y="4918"/>
                    </a:lnTo>
                    <a:lnTo>
                      <a:pt x="5859" y="5064"/>
                    </a:lnTo>
                    <a:lnTo>
                      <a:pt x="5922" y="5169"/>
                    </a:lnTo>
                    <a:lnTo>
                      <a:pt x="5922" y="5587"/>
                    </a:lnTo>
                    <a:lnTo>
                      <a:pt x="5943" y="5629"/>
                    </a:lnTo>
                    <a:lnTo>
                      <a:pt x="5838" y="5755"/>
                    </a:lnTo>
                    <a:lnTo>
                      <a:pt x="5838" y="5839"/>
                    </a:lnTo>
                    <a:lnTo>
                      <a:pt x="5922" y="5901"/>
                    </a:lnTo>
                    <a:lnTo>
                      <a:pt x="5985" y="6006"/>
                    </a:lnTo>
                    <a:lnTo>
                      <a:pt x="6131" y="6006"/>
                    </a:lnTo>
                    <a:lnTo>
                      <a:pt x="6236" y="6069"/>
                    </a:lnTo>
                    <a:lnTo>
                      <a:pt x="6110" y="6048"/>
                    </a:lnTo>
                    <a:lnTo>
                      <a:pt x="6027" y="6111"/>
                    </a:lnTo>
                    <a:lnTo>
                      <a:pt x="5985" y="6173"/>
                    </a:lnTo>
                    <a:lnTo>
                      <a:pt x="5964" y="6069"/>
                    </a:lnTo>
                    <a:lnTo>
                      <a:pt x="5859" y="5964"/>
                    </a:lnTo>
                    <a:lnTo>
                      <a:pt x="5817" y="5964"/>
                    </a:lnTo>
                    <a:lnTo>
                      <a:pt x="5796" y="6027"/>
                    </a:lnTo>
                    <a:lnTo>
                      <a:pt x="5713" y="5922"/>
                    </a:lnTo>
                    <a:lnTo>
                      <a:pt x="5692" y="5734"/>
                    </a:lnTo>
                    <a:lnTo>
                      <a:pt x="5692" y="5525"/>
                    </a:lnTo>
                    <a:lnTo>
                      <a:pt x="5629" y="5232"/>
                    </a:lnTo>
                    <a:lnTo>
                      <a:pt x="5503" y="5085"/>
                    </a:lnTo>
                    <a:lnTo>
                      <a:pt x="5503" y="4981"/>
                    </a:lnTo>
                    <a:lnTo>
                      <a:pt x="5231" y="4792"/>
                    </a:lnTo>
                    <a:lnTo>
                      <a:pt x="5169" y="4792"/>
                    </a:lnTo>
                    <a:lnTo>
                      <a:pt x="5001" y="4688"/>
                    </a:lnTo>
                    <a:lnTo>
                      <a:pt x="4980" y="4583"/>
                    </a:lnTo>
                    <a:lnTo>
                      <a:pt x="4876" y="4541"/>
                    </a:lnTo>
                    <a:lnTo>
                      <a:pt x="4708" y="4583"/>
                    </a:lnTo>
                    <a:lnTo>
                      <a:pt x="4353" y="4981"/>
                    </a:lnTo>
                    <a:lnTo>
                      <a:pt x="4290" y="5106"/>
                    </a:lnTo>
                    <a:lnTo>
                      <a:pt x="4290" y="5211"/>
                    </a:lnTo>
                    <a:lnTo>
                      <a:pt x="4374" y="5274"/>
                    </a:lnTo>
                    <a:lnTo>
                      <a:pt x="4499" y="5315"/>
                    </a:lnTo>
                    <a:lnTo>
                      <a:pt x="4562" y="5441"/>
                    </a:lnTo>
                    <a:lnTo>
                      <a:pt x="4562" y="5525"/>
                    </a:lnTo>
                    <a:lnTo>
                      <a:pt x="4541" y="5546"/>
                    </a:lnTo>
                    <a:lnTo>
                      <a:pt x="4457" y="5420"/>
                    </a:lnTo>
                    <a:lnTo>
                      <a:pt x="4374" y="5399"/>
                    </a:lnTo>
                    <a:lnTo>
                      <a:pt x="4290" y="5336"/>
                    </a:lnTo>
                    <a:lnTo>
                      <a:pt x="4248" y="5378"/>
                    </a:lnTo>
                    <a:lnTo>
                      <a:pt x="4164" y="5399"/>
                    </a:lnTo>
                    <a:lnTo>
                      <a:pt x="4143" y="5483"/>
                    </a:lnTo>
                    <a:lnTo>
                      <a:pt x="4185" y="5608"/>
                    </a:lnTo>
                    <a:lnTo>
                      <a:pt x="4269" y="5650"/>
                    </a:lnTo>
                    <a:lnTo>
                      <a:pt x="4332" y="5818"/>
                    </a:lnTo>
                    <a:lnTo>
                      <a:pt x="4353" y="6131"/>
                    </a:lnTo>
                    <a:lnTo>
                      <a:pt x="4269" y="6278"/>
                    </a:lnTo>
                    <a:lnTo>
                      <a:pt x="4269" y="6445"/>
                    </a:lnTo>
                    <a:lnTo>
                      <a:pt x="4185" y="6634"/>
                    </a:lnTo>
                    <a:lnTo>
                      <a:pt x="4185" y="6759"/>
                    </a:lnTo>
                    <a:lnTo>
                      <a:pt x="4227" y="6780"/>
                    </a:lnTo>
                    <a:lnTo>
                      <a:pt x="4290" y="6759"/>
                    </a:lnTo>
                    <a:lnTo>
                      <a:pt x="4290" y="6759"/>
                    </a:lnTo>
                    <a:lnTo>
                      <a:pt x="4269" y="6906"/>
                    </a:lnTo>
                    <a:lnTo>
                      <a:pt x="4185" y="7052"/>
                    </a:lnTo>
                    <a:lnTo>
                      <a:pt x="4143" y="6968"/>
                    </a:lnTo>
                    <a:lnTo>
                      <a:pt x="4123" y="6864"/>
                    </a:lnTo>
                    <a:lnTo>
                      <a:pt x="4018" y="6780"/>
                    </a:lnTo>
                    <a:lnTo>
                      <a:pt x="3934" y="6864"/>
                    </a:lnTo>
                    <a:lnTo>
                      <a:pt x="3934" y="7052"/>
                    </a:lnTo>
                    <a:lnTo>
                      <a:pt x="4081" y="7303"/>
                    </a:lnTo>
                    <a:lnTo>
                      <a:pt x="4248" y="7282"/>
                    </a:lnTo>
                    <a:lnTo>
                      <a:pt x="4353" y="7324"/>
                    </a:lnTo>
                    <a:lnTo>
                      <a:pt x="4395" y="7408"/>
                    </a:lnTo>
                    <a:lnTo>
                      <a:pt x="4583" y="7408"/>
                    </a:lnTo>
                    <a:lnTo>
                      <a:pt x="4792" y="7491"/>
                    </a:lnTo>
                    <a:lnTo>
                      <a:pt x="4876" y="7408"/>
                    </a:lnTo>
                    <a:lnTo>
                      <a:pt x="5001" y="7324"/>
                    </a:lnTo>
                    <a:lnTo>
                      <a:pt x="5001" y="7261"/>
                    </a:lnTo>
                    <a:lnTo>
                      <a:pt x="5085" y="7219"/>
                    </a:lnTo>
                    <a:lnTo>
                      <a:pt x="5085" y="7303"/>
                    </a:lnTo>
                    <a:lnTo>
                      <a:pt x="5022" y="7408"/>
                    </a:lnTo>
                    <a:lnTo>
                      <a:pt x="5022" y="7533"/>
                    </a:lnTo>
                    <a:lnTo>
                      <a:pt x="4980" y="7596"/>
                    </a:lnTo>
                    <a:lnTo>
                      <a:pt x="4876" y="7533"/>
                    </a:lnTo>
                    <a:lnTo>
                      <a:pt x="4646" y="7533"/>
                    </a:lnTo>
                    <a:lnTo>
                      <a:pt x="4541" y="7575"/>
                    </a:lnTo>
                    <a:lnTo>
                      <a:pt x="4541" y="7680"/>
                    </a:lnTo>
                    <a:lnTo>
                      <a:pt x="4583" y="7701"/>
                    </a:lnTo>
                    <a:lnTo>
                      <a:pt x="4708" y="7701"/>
                    </a:lnTo>
                    <a:lnTo>
                      <a:pt x="4750" y="7784"/>
                    </a:lnTo>
                    <a:lnTo>
                      <a:pt x="4646" y="7784"/>
                    </a:lnTo>
                    <a:lnTo>
                      <a:pt x="4646" y="7952"/>
                    </a:lnTo>
                    <a:lnTo>
                      <a:pt x="4478" y="7722"/>
                    </a:lnTo>
                    <a:lnTo>
                      <a:pt x="4395" y="7722"/>
                    </a:lnTo>
                    <a:lnTo>
                      <a:pt x="4353" y="7617"/>
                    </a:lnTo>
                    <a:lnTo>
                      <a:pt x="4290" y="7533"/>
                    </a:lnTo>
                    <a:lnTo>
                      <a:pt x="4039" y="7366"/>
                    </a:lnTo>
                    <a:lnTo>
                      <a:pt x="3976" y="7366"/>
                    </a:lnTo>
                    <a:lnTo>
                      <a:pt x="3830" y="7199"/>
                    </a:lnTo>
                    <a:lnTo>
                      <a:pt x="3830" y="7178"/>
                    </a:lnTo>
                    <a:lnTo>
                      <a:pt x="3725" y="7178"/>
                    </a:lnTo>
                    <a:lnTo>
                      <a:pt x="3620" y="7261"/>
                    </a:lnTo>
                    <a:lnTo>
                      <a:pt x="3516" y="7261"/>
                    </a:lnTo>
                    <a:lnTo>
                      <a:pt x="3432" y="7303"/>
                    </a:lnTo>
                    <a:lnTo>
                      <a:pt x="3286" y="7261"/>
                    </a:lnTo>
                    <a:lnTo>
                      <a:pt x="3034" y="7303"/>
                    </a:lnTo>
                    <a:lnTo>
                      <a:pt x="2972" y="7282"/>
                    </a:lnTo>
                    <a:lnTo>
                      <a:pt x="2783" y="7471"/>
                    </a:lnTo>
                    <a:lnTo>
                      <a:pt x="2700" y="7617"/>
                    </a:lnTo>
                    <a:lnTo>
                      <a:pt x="2700" y="7743"/>
                    </a:lnTo>
                    <a:lnTo>
                      <a:pt x="2595" y="7784"/>
                    </a:lnTo>
                    <a:lnTo>
                      <a:pt x="2490" y="7847"/>
                    </a:lnTo>
                    <a:lnTo>
                      <a:pt x="2365" y="7910"/>
                    </a:lnTo>
                    <a:lnTo>
                      <a:pt x="2344" y="7994"/>
                    </a:lnTo>
                    <a:lnTo>
                      <a:pt x="2198" y="8098"/>
                    </a:lnTo>
                    <a:lnTo>
                      <a:pt x="2177" y="8224"/>
                    </a:lnTo>
                    <a:lnTo>
                      <a:pt x="2260" y="8224"/>
                    </a:lnTo>
                    <a:lnTo>
                      <a:pt x="2281" y="8307"/>
                    </a:lnTo>
                    <a:lnTo>
                      <a:pt x="2177" y="8307"/>
                    </a:lnTo>
                    <a:lnTo>
                      <a:pt x="2093" y="8349"/>
                    </a:lnTo>
                    <a:lnTo>
                      <a:pt x="2260" y="8475"/>
                    </a:lnTo>
                    <a:lnTo>
                      <a:pt x="2407" y="8517"/>
                    </a:lnTo>
                    <a:lnTo>
                      <a:pt x="2511" y="8433"/>
                    </a:lnTo>
                    <a:lnTo>
                      <a:pt x="2490" y="8349"/>
                    </a:lnTo>
                    <a:lnTo>
                      <a:pt x="2658" y="8370"/>
                    </a:lnTo>
                    <a:lnTo>
                      <a:pt x="2825" y="8245"/>
                    </a:lnTo>
                    <a:lnTo>
                      <a:pt x="2825" y="8349"/>
                    </a:lnTo>
                    <a:lnTo>
                      <a:pt x="2700" y="8412"/>
                    </a:lnTo>
                    <a:lnTo>
                      <a:pt x="2616" y="8538"/>
                    </a:lnTo>
                    <a:lnTo>
                      <a:pt x="2616" y="8621"/>
                    </a:lnTo>
                    <a:lnTo>
                      <a:pt x="2783" y="8621"/>
                    </a:lnTo>
                    <a:lnTo>
                      <a:pt x="2888" y="8642"/>
                    </a:lnTo>
                    <a:lnTo>
                      <a:pt x="3014" y="8475"/>
                    </a:lnTo>
                    <a:lnTo>
                      <a:pt x="3202" y="8349"/>
                    </a:lnTo>
                    <a:lnTo>
                      <a:pt x="3307" y="8119"/>
                    </a:lnTo>
                    <a:lnTo>
                      <a:pt x="3453" y="7931"/>
                    </a:lnTo>
                    <a:lnTo>
                      <a:pt x="3558" y="7910"/>
                    </a:lnTo>
                    <a:lnTo>
                      <a:pt x="3558" y="7910"/>
                    </a:lnTo>
                    <a:lnTo>
                      <a:pt x="3537" y="7994"/>
                    </a:lnTo>
                    <a:lnTo>
                      <a:pt x="3453" y="8035"/>
                    </a:lnTo>
                    <a:lnTo>
                      <a:pt x="3307" y="8245"/>
                    </a:lnTo>
                    <a:lnTo>
                      <a:pt x="3348" y="8349"/>
                    </a:lnTo>
                    <a:lnTo>
                      <a:pt x="3244" y="8349"/>
                    </a:lnTo>
                    <a:lnTo>
                      <a:pt x="3181" y="8454"/>
                    </a:lnTo>
                    <a:lnTo>
                      <a:pt x="3202" y="8538"/>
                    </a:lnTo>
                    <a:lnTo>
                      <a:pt x="3286" y="8538"/>
                    </a:lnTo>
                    <a:lnTo>
                      <a:pt x="3223" y="8580"/>
                    </a:lnTo>
                    <a:lnTo>
                      <a:pt x="3139" y="8580"/>
                    </a:lnTo>
                    <a:lnTo>
                      <a:pt x="3034" y="8684"/>
                    </a:lnTo>
                    <a:lnTo>
                      <a:pt x="3076" y="8747"/>
                    </a:lnTo>
                    <a:lnTo>
                      <a:pt x="3202" y="8747"/>
                    </a:lnTo>
                    <a:lnTo>
                      <a:pt x="3118" y="8789"/>
                    </a:lnTo>
                    <a:lnTo>
                      <a:pt x="2993" y="8747"/>
                    </a:lnTo>
                    <a:lnTo>
                      <a:pt x="2888" y="8747"/>
                    </a:lnTo>
                    <a:lnTo>
                      <a:pt x="2804" y="8789"/>
                    </a:lnTo>
                    <a:lnTo>
                      <a:pt x="2721" y="8831"/>
                    </a:lnTo>
                    <a:lnTo>
                      <a:pt x="2679" y="8872"/>
                    </a:lnTo>
                    <a:lnTo>
                      <a:pt x="2721" y="8977"/>
                    </a:lnTo>
                    <a:lnTo>
                      <a:pt x="2804" y="8977"/>
                    </a:lnTo>
                    <a:lnTo>
                      <a:pt x="2867" y="8935"/>
                    </a:lnTo>
                    <a:lnTo>
                      <a:pt x="2909" y="8956"/>
                    </a:lnTo>
                    <a:lnTo>
                      <a:pt x="3014" y="8956"/>
                    </a:lnTo>
                    <a:lnTo>
                      <a:pt x="3014" y="9040"/>
                    </a:lnTo>
                    <a:lnTo>
                      <a:pt x="2930" y="9040"/>
                    </a:lnTo>
                    <a:lnTo>
                      <a:pt x="2825" y="8998"/>
                    </a:lnTo>
                    <a:lnTo>
                      <a:pt x="2783" y="9040"/>
                    </a:lnTo>
                    <a:lnTo>
                      <a:pt x="2783" y="9082"/>
                    </a:lnTo>
                    <a:lnTo>
                      <a:pt x="2888" y="9103"/>
                    </a:lnTo>
                    <a:lnTo>
                      <a:pt x="2867" y="9144"/>
                    </a:lnTo>
                    <a:lnTo>
                      <a:pt x="2783" y="9186"/>
                    </a:lnTo>
                    <a:lnTo>
                      <a:pt x="2700" y="9186"/>
                    </a:lnTo>
                    <a:lnTo>
                      <a:pt x="2700" y="9249"/>
                    </a:lnTo>
                    <a:lnTo>
                      <a:pt x="2783" y="9396"/>
                    </a:lnTo>
                    <a:lnTo>
                      <a:pt x="2867" y="9396"/>
                    </a:lnTo>
                    <a:lnTo>
                      <a:pt x="2909" y="9312"/>
                    </a:lnTo>
                    <a:lnTo>
                      <a:pt x="3034" y="9207"/>
                    </a:lnTo>
                    <a:lnTo>
                      <a:pt x="3014" y="9312"/>
                    </a:lnTo>
                    <a:lnTo>
                      <a:pt x="2909" y="9396"/>
                    </a:lnTo>
                    <a:lnTo>
                      <a:pt x="2825" y="9479"/>
                    </a:lnTo>
                    <a:lnTo>
                      <a:pt x="2804" y="9563"/>
                    </a:lnTo>
                    <a:lnTo>
                      <a:pt x="2972" y="9626"/>
                    </a:lnTo>
                    <a:lnTo>
                      <a:pt x="3097" y="9626"/>
                    </a:lnTo>
                    <a:lnTo>
                      <a:pt x="3118" y="9605"/>
                    </a:lnTo>
                    <a:lnTo>
                      <a:pt x="3181" y="9605"/>
                    </a:lnTo>
                    <a:lnTo>
                      <a:pt x="3244" y="9668"/>
                    </a:lnTo>
                    <a:lnTo>
                      <a:pt x="3432" y="9584"/>
                    </a:lnTo>
                    <a:lnTo>
                      <a:pt x="3620" y="9416"/>
                    </a:lnTo>
                    <a:lnTo>
                      <a:pt x="3620" y="9396"/>
                    </a:lnTo>
                    <a:lnTo>
                      <a:pt x="3725" y="9312"/>
                    </a:lnTo>
                    <a:lnTo>
                      <a:pt x="3934" y="9103"/>
                    </a:lnTo>
                    <a:lnTo>
                      <a:pt x="3934" y="9040"/>
                    </a:lnTo>
                    <a:lnTo>
                      <a:pt x="4018" y="8956"/>
                    </a:lnTo>
                    <a:lnTo>
                      <a:pt x="4081" y="8956"/>
                    </a:lnTo>
                    <a:lnTo>
                      <a:pt x="4018" y="9040"/>
                    </a:lnTo>
                    <a:lnTo>
                      <a:pt x="3976" y="9144"/>
                    </a:lnTo>
                    <a:lnTo>
                      <a:pt x="3809" y="9354"/>
                    </a:lnTo>
                    <a:lnTo>
                      <a:pt x="3599" y="9479"/>
                    </a:lnTo>
                    <a:lnTo>
                      <a:pt x="3453" y="9626"/>
                    </a:lnTo>
                    <a:lnTo>
                      <a:pt x="3307" y="9709"/>
                    </a:lnTo>
                    <a:lnTo>
                      <a:pt x="3223" y="9793"/>
                    </a:lnTo>
                    <a:lnTo>
                      <a:pt x="3286" y="9877"/>
                    </a:lnTo>
                    <a:lnTo>
                      <a:pt x="3223" y="9898"/>
                    </a:lnTo>
                    <a:lnTo>
                      <a:pt x="3076" y="9772"/>
                    </a:lnTo>
                    <a:lnTo>
                      <a:pt x="2825" y="9772"/>
                    </a:lnTo>
                    <a:lnTo>
                      <a:pt x="2825" y="9835"/>
                    </a:lnTo>
                    <a:lnTo>
                      <a:pt x="2783" y="9814"/>
                    </a:lnTo>
                    <a:lnTo>
                      <a:pt x="2700" y="9688"/>
                    </a:lnTo>
                    <a:lnTo>
                      <a:pt x="2490" y="9584"/>
                    </a:lnTo>
                    <a:lnTo>
                      <a:pt x="2407" y="9605"/>
                    </a:lnTo>
                    <a:lnTo>
                      <a:pt x="2365" y="9563"/>
                    </a:lnTo>
                    <a:lnTo>
                      <a:pt x="2407" y="9416"/>
                    </a:lnTo>
                    <a:lnTo>
                      <a:pt x="2407" y="9082"/>
                    </a:lnTo>
                    <a:lnTo>
                      <a:pt x="2365" y="8872"/>
                    </a:lnTo>
                    <a:lnTo>
                      <a:pt x="2239" y="8726"/>
                    </a:lnTo>
                    <a:lnTo>
                      <a:pt x="2156" y="8726"/>
                    </a:lnTo>
                    <a:lnTo>
                      <a:pt x="2030" y="8663"/>
                    </a:lnTo>
                    <a:lnTo>
                      <a:pt x="1946" y="8684"/>
                    </a:lnTo>
                    <a:lnTo>
                      <a:pt x="1821" y="8684"/>
                    </a:lnTo>
                    <a:lnTo>
                      <a:pt x="1737" y="8726"/>
                    </a:lnTo>
                    <a:lnTo>
                      <a:pt x="1633" y="8747"/>
                    </a:lnTo>
                    <a:lnTo>
                      <a:pt x="1633" y="8831"/>
                    </a:lnTo>
                    <a:lnTo>
                      <a:pt x="1654" y="8935"/>
                    </a:lnTo>
                    <a:lnTo>
                      <a:pt x="1633" y="8977"/>
                    </a:lnTo>
                    <a:lnTo>
                      <a:pt x="1612" y="9165"/>
                    </a:lnTo>
                    <a:lnTo>
                      <a:pt x="1654" y="9249"/>
                    </a:lnTo>
                    <a:lnTo>
                      <a:pt x="1716" y="9249"/>
                    </a:lnTo>
                    <a:lnTo>
                      <a:pt x="1716" y="9312"/>
                    </a:lnTo>
                    <a:lnTo>
                      <a:pt x="1612" y="9396"/>
                    </a:lnTo>
                    <a:lnTo>
                      <a:pt x="1570" y="9458"/>
                    </a:lnTo>
                    <a:lnTo>
                      <a:pt x="1654" y="9563"/>
                    </a:lnTo>
                    <a:lnTo>
                      <a:pt x="1737" y="9563"/>
                    </a:lnTo>
                    <a:lnTo>
                      <a:pt x="1758" y="9500"/>
                    </a:lnTo>
                    <a:lnTo>
                      <a:pt x="1884" y="9563"/>
                    </a:lnTo>
                    <a:lnTo>
                      <a:pt x="1863" y="9584"/>
                    </a:lnTo>
                    <a:lnTo>
                      <a:pt x="1737" y="9584"/>
                    </a:lnTo>
                    <a:lnTo>
                      <a:pt x="1737" y="9605"/>
                    </a:lnTo>
                    <a:lnTo>
                      <a:pt x="1821" y="9668"/>
                    </a:lnTo>
                    <a:lnTo>
                      <a:pt x="1821" y="9709"/>
                    </a:lnTo>
                    <a:lnTo>
                      <a:pt x="1737" y="9772"/>
                    </a:lnTo>
                    <a:lnTo>
                      <a:pt x="1716" y="9793"/>
                    </a:lnTo>
                    <a:lnTo>
                      <a:pt x="1779" y="9814"/>
                    </a:lnTo>
                    <a:lnTo>
                      <a:pt x="1842" y="9877"/>
                    </a:lnTo>
                    <a:lnTo>
                      <a:pt x="1946" y="9877"/>
                    </a:lnTo>
                    <a:lnTo>
                      <a:pt x="1967" y="9898"/>
                    </a:lnTo>
                    <a:lnTo>
                      <a:pt x="1926" y="9940"/>
                    </a:lnTo>
                    <a:lnTo>
                      <a:pt x="1821" y="9940"/>
                    </a:lnTo>
                    <a:lnTo>
                      <a:pt x="1779" y="9981"/>
                    </a:lnTo>
                    <a:lnTo>
                      <a:pt x="1654" y="9877"/>
                    </a:lnTo>
                    <a:lnTo>
                      <a:pt x="1612" y="9898"/>
                    </a:lnTo>
                    <a:lnTo>
                      <a:pt x="1570" y="9940"/>
                    </a:lnTo>
                    <a:lnTo>
                      <a:pt x="1507" y="9940"/>
                    </a:lnTo>
                    <a:lnTo>
                      <a:pt x="1444" y="9835"/>
                    </a:lnTo>
                    <a:lnTo>
                      <a:pt x="1361" y="9814"/>
                    </a:lnTo>
                    <a:lnTo>
                      <a:pt x="1298" y="9877"/>
                    </a:lnTo>
                    <a:lnTo>
                      <a:pt x="1110" y="9877"/>
                    </a:lnTo>
                    <a:lnTo>
                      <a:pt x="984" y="9793"/>
                    </a:lnTo>
                    <a:lnTo>
                      <a:pt x="879" y="9793"/>
                    </a:lnTo>
                    <a:lnTo>
                      <a:pt x="817" y="9835"/>
                    </a:lnTo>
                    <a:lnTo>
                      <a:pt x="817" y="9919"/>
                    </a:lnTo>
                    <a:lnTo>
                      <a:pt x="733" y="9940"/>
                    </a:lnTo>
                    <a:lnTo>
                      <a:pt x="628" y="9981"/>
                    </a:lnTo>
                    <a:lnTo>
                      <a:pt x="586" y="10044"/>
                    </a:lnTo>
                    <a:lnTo>
                      <a:pt x="419" y="10086"/>
                    </a:lnTo>
                    <a:lnTo>
                      <a:pt x="377" y="10107"/>
                    </a:lnTo>
                    <a:lnTo>
                      <a:pt x="273" y="10128"/>
                    </a:lnTo>
                    <a:lnTo>
                      <a:pt x="189" y="10212"/>
                    </a:lnTo>
                    <a:lnTo>
                      <a:pt x="168" y="10316"/>
                    </a:lnTo>
                    <a:lnTo>
                      <a:pt x="168" y="10358"/>
                    </a:lnTo>
                    <a:lnTo>
                      <a:pt x="147" y="10442"/>
                    </a:lnTo>
                    <a:lnTo>
                      <a:pt x="1" y="10525"/>
                    </a:lnTo>
                    <a:lnTo>
                      <a:pt x="1" y="10609"/>
                    </a:lnTo>
                    <a:lnTo>
                      <a:pt x="42" y="10651"/>
                    </a:lnTo>
                    <a:lnTo>
                      <a:pt x="42" y="10818"/>
                    </a:lnTo>
                    <a:lnTo>
                      <a:pt x="63" y="10860"/>
                    </a:lnTo>
                    <a:lnTo>
                      <a:pt x="189" y="10860"/>
                    </a:lnTo>
                    <a:lnTo>
                      <a:pt x="252" y="10735"/>
                    </a:lnTo>
                    <a:lnTo>
                      <a:pt x="294" y="10735"/>
                    </a:lnTo>
                    <a:lnTo>
                      <a:pt x="273" y="10756"/>
                    </a:lnTo>
                    <a:lnTo>
                      <a:pt x="210" y="10860"/>
                    </a:lnTo>
                    <a:lnTo>
                      <a:pt x="273" y="10881"/>
                    </a:lnTo>
                    <a:lnTo>
                      <a:pt x="356" y="10818"/>
                    </a:lnTo>
                    <a:lnTo>
                      <a:pt x="356" y="10651"/>
                    </a:lnTo>
                    <a:lnTo>
                      <a:pt x="398" y="10421"/>
                    </a:lnTo>
                    <a:lnTo>
                      <a:pt x="482" y="10400"/>
                    </a:lnTo>
                    <a:lnTo>
                      <a:pt x="566" y="10337"/>
                    </a:lnTo>
                    <a:lnTo>
                      <a:pt x="419" y="10567"/>
                    </a:lnTo>
                    <a:lnTo>
                      <a:pt x="419" y="10672"/>
                    </a:lnTo>
                    <a:lnTo>
                      <a:pt x="398" y="10714"/>
                    </a:lnTo>
                    <a:lnTo>
                      <a:pt x="377" y="10839"/>
                    </a:lnTo>
                    <a:lnTo>
                      <a:pt x="314" y="10944"/>
                    </a:lnTo>
                    <a:lnTo>
                      <a:pt x="377" y="10986"/>
                    </a:lnTo>
                    <a:lnTo>
                      <a:pt x="419" y="10986"/>
                    </a:lnTo>
                    <a:lnTo>
                      <a:pt x="503" y="11069"/>
                    </a:lnTo>
                    <a:lnTo>
                      <a:pt x="607" y="11069"/>
                    </a:lnTo>
                    <a:lnTo>
                      <a:pt x="628" y="10965"/>
                    </a:lnTo>
                    <a:lnTo>
                      <a:pt x="607" y="10944"/>
                    </a:lnTo>
                    <a:lnTo>
                      <a:pt x="670" y="10839"/>
                    </a:lnTo>
                    <a:lnTo>
                      <a:pt x="691" y="10735"/>
                    </a:lnTo>
                    <a:lnTo>
                      <a:pt x="733" y="10672"/>
                    </a:lnTo>
                    <a:lnTo>
                      <a:pt x="733" y="10756"/>
                    </a:lnTo>
                    <a:lnTo>
                      <a:pt x="775" y="10818"/>
                    </a:lnTo>
                    <a:lnTo>
                      <a:pt x="712" y="10944"/>
                    </a:lnTo>
                    <a:lnTo>
                      <a:pt x="712" y="11028"/>
                    </a:lnTo>
                    <a:lnTo>
                      <a:pt x="712" y="11090"/>
                    </a:lnTo>
                    <a:lnTo>
                      <a:pt x="796" y="11195"/>
                    </a:lnTo>
                    <a:lnTo>
                      <a:pt x="838" y="11237"/>
                    </a:lnTo>
                    <a:lnTo>
                      <a:pt x="921" y="11153"/>
                    </a:lnTo>
                    <a:lnTo>
                      <a:pt x="900" y="11069"/>
                    </a:lnTo>
                    <a:lnTo>
                      <a:pt x="900" y="11048"/>
                    </a:lnTo>
                    <a:lnTo>
                      <a:pt x="921" y="11028"/>
                    </a:lnTo>
                    <a:lnTo>
                      <a:pt x="1005" y="11028"/>
                    </a:lnTo>
                    <a:lnTo>
                      <a:pt x="1047" y="10965"/>
                    </a:lnTo>
                    <a:lnTo>
                      <a:pt x="1026" y="10860"/>
                    </a:lnTo>
                    <a:lnTo>
                      <a:pt x="984" y="10818"/>
                    </a:lnTo>
                    <a:lnTo>
                      <a:pt x="984" y="10735"/>
                    </a:lnTo>
                    <a:lnTo>
                      <a:pt x="1026" y="10756"/>
                    </a:lnTo>
                    <a:lnTo>
                      <a:pt x="1110" y="10923"/>
                    </a:lnTo>
                    <a:lnTo>
                      <a:pt x="1110" y="10986"/>
                    </a:lnTo>
                    <a:lnTo>
                      <a:pt x="1047" y="11090"/>
                    </a:lnTo>
                    <a:lnTo>
                      <a:pt x="1005" y="11090"/>
                    </a:lnTo>
                    <a:lnTo>
                      <a:pt x="942" y="11195"/>
                    </a:lnTo>
                    <a:lnTo>
                      <a:pt x="984" y="11258"/>
                    </a:lnTo>
                    <a:lnTo>
                      <a:pt x="1026" y="11258"/>
                    </a:lnTo>
                    <a:lnTo>
                      <a:pt x="1089" y="11279"/>
                    </a:lnTo>
                    <a:lnTo>
                      <a:pt x="1110" y="11341"/>
                    </a:lnTo>
                    <a:lnTo>
                      <a:pt x="1151" y="11341"/>
                    </a:lnTo>
                    <a:lnTo>
                      <a:pt x="1340" y="11446"/>
                    </a:lnTo>
                    <a:lnTo>
                      <a:pt x="1402" y="11446"/>
                    </a:lnTo>
                    <a:lnTo>
                      <a:pt x="1402" y="11551"/>
                    </a:lnTo>
                    <a:lnTo>
                      <a:pt x="1612" y="11551"/>
                    </a:lnTo>
                    <a:lnTo>
                      <a:pt x="1674" y="11593"/>
                    </a:lnTo>
                    <a:lnTo>
                      <a:pt x="1737" y="11572"/>
                    </a:lnTo>
                    <a:lnTo>
                      <a:pt x="1779" y="11488"/>
                    </a:lnTo>
                    <a:lnTo>
                      <a:pt x="1716" y="11362"/>
                    </a:lnTo>
                    <a:lnTo>
                      <a:pt x="1654" y="11174"/>
                    </a:lnTo>
                    <a:lnTo>
                      <a:pt x="1716" y="11048"/>
                    </a:lnTo>
                    <a:lnTo>
                      <a:pt x="1758" y="10986"/>
                    </a:lnTo>
                    <a:lnTo>
                      <a:pt x="1779" y="11048"/>
                    </a:lnTo>
                    <a:lnTo>
                      <a:pt x="1821" y="11174"/>
                    </a:lnTo>
                    <a:lnTo>
                      <a:pt x="1821" y="11279"/>
                    </a:lnTo>
                    <a:lnTo>
                      <a:pt x="1842" y="11341"/>
                    </a:lnTo>
                    <a:lnTo>
                      <a:pt x="1926" y="11341"/>
                    </a:lnTo>
                    <a:lnTo>
                      <a:pt x="1946" y="11279"/>
                    </a:lnTo>
                    <a:lnTo>
                      <a:pt x="2030" y="11279"/>
                    </a:lnTo>
                    <a:lnTo>
                      <a:pt x="2051" y="11237"/>
                    </a:lnTo>
                    <a:lnTo>
                      <a:pt x="2072" y="11153"/>
                    </a:lnTo>
                    <a:lnTo>
                      <a:pt x="2135" y="11090"/>
                    </a:lnTo>
                    <a:lnTo>
                      <a:pt x="2156" y="10965"/>
                    </a:lnTo>
                    <a:lnTo>
                      <a:pt x="2177" y="10923"/>
                    </a:lnTo>
                    <a:lnTo>
                      <a:pt x="2198" y="10923"/>
                    </a:lnTo>
                    <a:lnTo>
                      <a:pt x="2260" y="11048"/>
                    </a:lnTo>
                    <a:lnTo>
                      <a:pt x="2239" y="11090"/>
                    </a:lnTo>
                    <a:lnTo>
                      <a:pt x="2177" y="11195"/>
                    </a:lnTo>
                    <a:lnTo>
                      <a:pt x="2156" y="11279"/>
                    </a:lnTo>
                    <a:lnTo>
                      <a:pt x="2198" y="11341"/>
                    </a:lnTo>
                    <a:lnTo>
                      <a:pt x="2198" y="11404"/>
                    </a:lnTo>
                    <a:lnTo>
                      <a:pt x="2302" y="11488"/>
                    </a:lnTo>
                    <a:lnTo>
                      <a:pt x="2386" y="11446"/>
                    </a:lnTo>
                    <a:lnTo>
                      <a:pt x="2490" y="11279"/>
                    </a:lnTo>
                    <a:lnTo>
                      <a:pt x="2449" y="11174"/>
                    </a:lnTo>
                    <a:lnTo>
                      <a:pt x="2470" y="11028"/>
                    </a:lnTo>
                    <a:lnTo>
                      <a:pt x="2574" y="10944"/>
                    </a:lnTo>
                    <a:lnTo>
                      <a:pt x="2679" y="10923"/>
                    </a:lnTo>
                    <a:lnTo>
                      <a:pt x="2574" y="11028"/>
                    </a:lnTo>
                    <a:lnTo>
                      <a:pt x="2553" y="11132"/>
                    </a:lnTo>
                    <a:lnTo>
                      <a:pt x="2595" y="11237"/>
                    </a:lnTo>
                    <a:lnTo>
                      <a:pt x="2511" y="11446"/>
                    </a:lnTo>
                    <a:lnTo>
                      <a:pt x="2511" y="11509"/>
                    </a:lnTo>
                    <a:lnTo>
                      <a:pt x="2595" y="11593"/>
                    </a:lnTo>
                    <a:lnTo>
                      <a:pt x="2700" y="11572"/>
                    </a:lnTo>
                    <a:lnTo>
                      <a:pt x="2783" y="11593"/>
                    </a:lnTo>
                    <a:lnTo>
                      <a:pt x="2867" y="11572"/>
                    </a:lnTo>
                    <a:lnTo>
                      <a:pt x="2867" y="11446"/>
                    </a:lnTo>
                    <a:lnTo>
                      <a:pt x="2930" y="11362"/>
                    </a:lnTo>
                    <a:lnTo>
                      <a:pt x="2909" y="11279"/>
                    </a:lnTo>
                    <a:lnTo>
                      <a:pt x="2825" y="11132"/>
                    </a:lnTo>
                    <a:lnTo>
                      <a:pt x="2909" y="10944"/>
                    </a:lnTo>
                    <a:lnTo>
                      <a:pt x="2909" y="10818"/>
                    </a:lnTo>
                    <a:lnTo>
                      <a:pt x="2972" y="10923"/>
                    </a:lnTo>
                    <a:lnTo>
                      <a:pt x="2930" y="11028"/>
                    </a:lnTo>
                    <a:lnTo>
                      <a:pt x="2909" y="11090"/>
                    </a:lnTo>
                    <a:lnTo>
                      <a:pt x="2993" y="11258"/>
                    </a:lnTo>
                    <a:lnTo>
                      <a:pt x="3076" y="11279"/>
                    </a:lnTo>
                    <a:lnTo>
                      <a:pt x="3118" y="11300"/>
                    </a:lnTo>
                    <a:lnTo>
                      <a:pt x="3034" y="11341"/>
                    </a:lnTo>
                    <a:lnTo>
                      <a:pt x="2993" y="11488"/>
                    </a:lnTo>
                    <a:lnTo>
                      <a:pt x="3014" y="11551"/>
                    </a:lnTo>
                    <a:lnTo>
                      <a:pt x="3181" y="11593"/>
                    </a:lnTo>
                    <a:lnTo>
                      <a:pt x="3244" y="11551"/>
                    </a:lnTo>
                    <a:lnTo>
                      <a:pt x="3348" y="11697"/>
                    </a:lnTo>
                    <a:lnTo>
                      <a:pt x="3348" y="11802"/>
                    </a:lnTo>
                    <a:lnTo>
                      <a:pt x="3286" y="11906"/>
                    </a:lnTo>
                    <a:lnTo>
                      <a:pt x="3181" y="11990"/>
                    </a:lnTo>
                    <a:lnTo>
                      <a:pt x="3223" y="12011"/>
                    </a:lnTo>
                    <a:lnTo>
                      <a:pt x="3286" y="12095"/>
                    </a:lnTo>
                    <a:lnTo>
                      <a:pt x="3369" y="12095"/>
                    </a:lnTo>
                    <a:lnTo>
                      <a:pt x="3495" y="12074"/>
                    </a:lnTo>
                    <a:lnTo>
                      <a:pt x="3537" y="12095"/>
                    </a:lnTo>
                    <a:lnTo>
                      <a:pt x="3725" y="11927"/>
                    </a:lnTo>
                    <a:lnTo>
                      <a:pt x="3830" y="11969"/>
                    </a:lnTo>
                    <a:lnTo>
                      <a:pt x="3871" y="11990"/>
                    </a:lnTo>
                    <a:lnTo>
                      <a:pt x="4039" y="11823"/>
                    </a:lnTo>
                    <a:lnTo>
                      <a:pt x="4123" y="11802"/>
                    </a:lnTo>
                    <a:lnTo>
                      <a:pt x="4227" y="11655"/>
                    </a:lnTo>
                    <a:lnTo>
                      <a:pt x="4290" y="11593"/>
                    </a:lnTo>
                    <a:lnTo>
                      <a:pt x="4332" y="11613"/>
                    </a:lnTo>
                    <a:lnTo>
                      <a:pt x="4290" y="11781"/>
                    </a:lnTo>
                    <a:lnTo>
                      <a:pt x="4269" y="11906"/>
                    </a:lnTo>
                    <a:lnTo>
                      <a:pt x="4290" y="11927"/>
                    </a:lnTo>
                    <a:lnTo>
                      <a:pt x="4395" y="11865"/>
                    </a:lnTo>
                    <a:lnTo>
                      <a:pt x="4478" y="11718"/>
                    </a:lnTo>
                    <a:lnTo>
                      <a:pt x="4583" y="11655"/>
                    </a:lnTo>
                    <a:lnTo>
                      <a:pt x="4687" y="11655"/>
                    </a:lnTo>
                    <a:lnTo>
                      <a:pt x="4813" y="11446"/>
                    </a:lnTo>
                    <a:lnTo>
                      <a:pt x="4876" y="11237"/>
                    </a:lnTo>
                    <a:lnTo>
                      <a:pt x="4855" y="11153"/>
                    </a:lnTo>
                    <a:lnTo>
                      <a:pt x="4876" y="11048"/>
                    </a:lnTo>
                    <a:lnTo>
                      <a:pt x="4792" y="11028"/>
                    </a:lnTo>
                    <a:lnTo>
                      <a:pt x="4750" y="11048"/>
                    </a:lnTo>
                    <a:lnTo>
                      <a:pt x="4667" y="11048"/>
                    </a:lnTo>
                    <a:lnTo>
                      <a:pt x="4541" y="11132"/>
                    </a:lnTo>
                    <a:lnTo>
                      <a:pt x="4478" y="11195"/>
                    </a:lnTo>
                    <a:lnTo>
                      <a:pt x="4374" y="11195"/>
                    </a:lnTo>
                    <a:lnTo>
                      <a:pt x="4457" y="11090"/>
                    </a:lnTo>
                    <a:lnTo>
                      <a:pt x="4478" y="11028"/>
                    </a:lnTo>
                    <a:lnTo>
                      <a:pt x="4374" y="11048"/>
                    </a:lnTo>
                    <a:lnTo>
                      <a:pt x="4353" y="10986"/>
                    </a:lnTo>
                    <a:lnTo>
                      <a:pt x="4374" y="10923"/>
                    </a:lnTo>
                    <a:lnTo>
                      <a:pt x="4457" y="10923"/>
                    </a:lnTo>
                    <a:lnTo>
                      <a:pt x="4499" y="10735"/>
                    </a:lnTo>
                    <a:lnTo>
                      <a:pt x="4562" y="10651"/>
                    </a:lnTo>
                    <a:lnTo>
                      <a:pt x="4541" y="10546"/>
                    </a:lnTo>
                    <a:lnTo>
                      <a:pt x="4395" y="10463"/>
                    </a:lnTo>
                    <a:lnTo>
                      <a:pt x="4185" y="10525"/>
                    </a:lnTo>
                    <a:lnTo>
                      <a:pt x="4060" y="10630"/>
                    </a:lnTo>
                    <a:lnTo>
                      <a:pt x="4123" y="10504"/>
                    </a:lnTo>
                    <a:lnTo>
                      <a:pt x="4039" y="10358"/>
                    </a:lnTo>
                    <a:lnTo>
                      <a:pt x="3892" y="10295"/>
                    </a:lnTo>
                    <a:lnTo>
                      <a:pt x="3830" y="10316"/>
                    </a:lnTo>
                    <a:lnTo>
                      <a:pt x="3767" y="10358"/>
                    </a:lnTo>
                    <a:lnTo>
                      <a:pt x="3725" y="10358"/>
                    </a:lnTo>
                    <a:lnTo>
                      <a:pt x="3599" y="10525"/>
                    </a:lnTo>
                    <a:lnTo>
                      <a:pt x="3495" y="10525"/>
                    </a:lnTo>
                    <a:lnTo>
                      <a:pt x="3558" y="10337"/>
                    </a:lnTo>
                    <a:lnTo>
                      <a:pt x="3453" y="10232"/>
                    </a:lnTo>
                    <a:lnTo>
                      <a:pt x="3809" y="10232"/>
                    </a:lnTo>
                    <a:lnTo>
                      <a:pt x="3830" y="10191"/>
                    </a:lnTo>
                    <a:lnTo>
                      <a:pt x="3725" y="10044"/>
                    </a:lnTo>
                    <a:lnTo>
                      <a:pt x="3767" y="9981"/>
                    </a:lnTo>
                    <a:lnTo>
                      <a:pt x="3830" y="9793"/>
                    </a:lnTo>
                    <a:lnTo>
                      <a:pt x="3830" y="9709"/>
                    </a:lnTo>
                    <a:lnTo>
                      <a:pt x="3934" y="9605"/>
                    </a:lnTo>
                    <a:lnTo>
                      <a:pt x="3934" y="9668"/>
                    </a:lnTo>
                    <a:lnTo>
                      <a:pt x="3955" y="9730"/>
                    </a:lnTo>
                    <a:lnTo>
                      <a:pt x="3934" y="9835"/>
                    </a:lnTo>
                    <a:lnTo>
                      <a:pt x="3871" y="9898"/>
                    </a:lnTo>
                    <a:lnTo>
                      <a:pt x="3934" y="10128"/>
                    </a:lnTo>
                    <a:lnTo>
                      <a:pt x="4164" y="10421"/>
                    </a:lnTo>
                    <a:lnTo>
                      <a:pt x="4332" y="10442"/>
                    </a:lnTo>
                    <a:lnTo>
                      <a:pt x="4353" y="10421"/>
                    </a:lnTo>
                    <a:lnTo>
                      <a:pt x="4478" y="10421"/>
                    </a:lnTo>
                    <a:lnTo>
                      <a:pt x="4771" y="10546"/>
                    </a:lnTo>
                    <a:lnTo>
                      <a:pt x="4813" y="10525"/>
                    </a:lnTo>
                    <a:lnTo>
                      <a:pt x="4897" y="10358"/>
                    </a:lnTo>
                    <a:lnTo>
                      <a:pt x="4980" y="10295"/>
                    </a:lnTo>
                    <a:lnTo>
                      <a:pt x="5022" y="10295"/>
                    </a:lnTo>
                    <a:lnTo>
                      <a:pt x="4980" y="10358"/>
                    </a:lnTo>
                    <a:lnTo>
                      <a:pt x="5064" y="10400"/>
                    </a:lnTo>
                    <a:lnTo>
                      <a:pt x="5169" y="10337"/>
                    </a:lnTo>
                    <a:lnTo>
                      <a:pt x="5190" y="10253"/>
                    </a:lnTo>
                    <a:lnTo>
                      <a:pt x="5211" y="10212"/>
                    </a:lnTo>
                    <a:lnTo>
                      <a:pt x="5273" y="10253"/>
                    </a:lnTo>
                    <a:lnTo>
                      <a:pt x="5399" y="10212"/>
                    </a:lnTo>
                    <a:lnTo>
                      <a:pt x="5399" y="10086"/>
                    </a:lnTo>
                    <a:lnTo>
                      <a:pt x="5545" y="9981"/>
                    </a:lnTo>
                    <a:lnTo>
                      <a:pt x="5545" y="9877"/>
                    </a:lnTo>
                    <a:lnTo>
                      <a:pt x="5524" y="9835"/>
                    </a:lnTo>
                    <a:lnTo>
                      <a:pt x="5420" y="9835"/>
                    </a:lnTo>
                    <a:lnTo>
                      <a:pt x="5524" y="9730"/>
                    </a:lnTo>
                    <a:lnTo>
                      <a:pt x="5545" y="9521"/>
                    </a:lnTo>
                    <a:lnTo>
                      <a:pt x="5713" y="9500"/>
                    </a:lnTo>
                    <a:lnTo>
                      <a:pt x="5943" y="9563"/>
                    </a:lnTo>
                    <a:lnTo>
                      <a:pt x="6027" y="9626"/>
                    </a:lnTo>
                    <a:lnTo>
                      <a:pt x="6173" y="9626"/>
                    </a:lnTo>
                    <a:lnTo>
                      <a:pt x="6278" y="9563"/>
                    </a:lnTo>
                    <a:lnTo>
                      <a:pt x="6382" y="9563"/>
                    </a:lnTo>
                    <a:lnTo>
                      <a:pt x="6466" y="9668"/>
                    </a:lnTo>
                    <a:lnTo>
                      <a:pt x="6571" y="9626"/>
                    </a:lnTo>
                    <a:lnTo>
                      <a:pt x="6675" y="9521"/>
                    </a:lnTo>
                    <a:lnTo>
                      <a:pt x="6759" y="9479"/>
                    </a:lnTo>
                    <a:lnTo>
                      <a:pt x="6759" y="9396"/>
                    </a:lnTo>
                    <a:lnTo>
                      <a:pt x="6633" y="9396"/>
                    </a:lnTo>
                    <a:lnTo>
                      <a:pt x="6278" y="9207"/>
                    </a:lnTo>
                    <a:lnTo>
                      <a:pt x="6257" y="9144"/>
                    </a:lnTo>
                    <a:lnTo>
                      <a:pt x="6340" y="9082"/>
                    </a:lnTo>
                    <a:lnTo>
                      <a:pt x="6445" y="9103"/>
                    </a:lnTo>
                    <a:lnTo>
                      <a:pt x="6487" y="9165"/>
                    </a:lnTo>
                    <a:lnTo>
                      <a:pt x="6592" y="9144"/>
                    </a:lnTo>
                    <a:lnTo>
                      <a:pt x="6780" y="9291"/>
                    </a:lnTo>
                    <a:lnTo>
                      <a:pt x="6864" y="9270"/>
                    </a:lnTo>
                    <a:lnTo>
                      <a:pt x="6989" y="9165"/>
                    </a:lnTo>
                    <a:lnTo>
                      <a:pt x="7073" y="9144"/>
                    </a:lnTo>
                    <a:lnTo>
                      <a:pt x="7115" y="9061"/>
                    </a:lnTo>
                    <a:lnTo>
                      <a:pt x="7094" y="8935"/>
                    </a:lnTo>
                    <a:lnTo>
                      <a:pt x="6968" y="8831"/>
                    </a:lnTo>
                    <a:lnTo>
                      <a:pt x="6884" y="8831"/>
                    </a:lnTo>
                    <a:lnTo>
                      <a:pt x="6864" y="8747"/>
                    </a:lnTo>
                    <a:lnTo>
                      <a:pt x="6738" y="8684"/>
                    </a:lnTo>
                    <a:lnTo>
                      <a:pt x="6738" y="8642"/>
                    </a:lnTo>
                    <a:lnTo>
                      <a:pt x="6864" y="8663"/>
                    </a:lnTo>
                    <a:lnTo>
                      <a:pt x="6947" y="8684"/>
                    </a:lnTo>
                    <a:lnTo>
                      <a:pt x="6968" y="8768"/>
                    </a:lnTo>
                    <a:lnTo>
                      <a:pt x="7031" y="8789"/>
                    </a:lnTo>
                    <a:lnTo>
                      <a:pt x="7156" y="8789"/>
                    </a:lnTo>
                    <a:lnTo>
                      <a:pt x="7198" y="8852"/>
                    </a:lnTo>
                    <a:lnTo>
                      <a:pt x="7387" y="8726"/>
                    </a:lnTo>
                    <a:lnTo>
                      <a:pt x="7428" y="8726"/>
                    </a:lnTo>
                    <a:lnTo>
                      <a:pt x="7470" y="8538"/>
                    </a:lnTo>
                    <a:lnTo>
                      <a:pt x="7596" y="8328"/>
                    </a:lnTo>
                    <a:lnTo>
                      <a:pt x="7596" y="8224"/>
                    </a:lnTo>
                    <a:lnTo>
                      <a:pt x="7512" y="8161"/>
                    </a:lnTo>
                    <a:lnTo>
                      <a:pt x="7387" y="8056"/>
                    </a:lnTo>
                    <a:lnTo>
                      <a:pt x="7198" y="8056"/>
                    </a:lnTo>
                    <a:lnTo>
                      <a:pt x="7094" y="8119"/>
                    </a:lnTo>
                    <a:lnTo>
                      <a:pt x="7094" y="8035"/>
                    </a:lnTo>
                    <a:lnTo>
                      <a:pt x="7219" y="7994"/>
                    </a:lnTo>
                    <a:lnTo>
                      <a:pt x="7366" y="7994"/>
                    </a:lnTo>
                    <a:lnTo>
                      <a:pt x="7387" y="7931"/>
                    </a:lnTo>
                    <a:lnTo>
                      <a:pt x="7198" y="7784"/>
                    </a:lnTo>
                    <a:lnTo>
                      <a:pt x="7115" y="7743"/>
                    </a:lnTo>
                    <a:lnTo>
                      <a:pt x="7010" y="7743"/>
                    </a:lnTo>
                    <a:lnTo>
                      <a:pt x="6968" y="7722"/>
                    </a:lnTo>
                    <a:lnTo>
                      <a:pt x="6947" y="7743"/>
                    </a:lnTo>
                    <a:lnTo>
                      <a:pt x="6843" y="7784"/>
                    </a:lnTo>
                    <a:lnTo>
                      <a:pt x="6801" y="7743"/>
                    </a:lnTo>
                    <a:lnTo>
                      <a:pt x="6780" y="7784"/>
                    </a:lnTo>
                    <a:lnTo>
                      <a:pt x="6675" y="7784"/>
                    </a:lnTo>
                    <a:lnTo>
                      <a:pt x="6675" y="7701"/>
                    </a:lnTo>
                    <a:lnTo>
                      <a:pt x="6696" y="7638"/>
                    </a:lnTo>
                    <a:lnTo>
                      <a:pt x="6487" y="7533"/>
                    </a:lnTo>
                    <a:lnTo>
                      <a:pt x="6466" y="7491"/>
                    </a:lnTo>
                    <a:lnTo>
                      <a:pt x="6466" y="7491"/>
                    </a:lnTo>
                    <a:lnTo>
                      <a:pt x="6571" y="7533"/>
                    </a:lnTo>
                    <a:lnTo>
                      <a:pt x="6759" y="7575"/>
                    </a:lnTo>
                    <a:lnTo>
                      <a:pt x="6843" y="7617"/>
                    </a:lnTo>
                    <a:lnTo>
                      <a:pt x="6801" y="7701"/>
                    </a:lnTo>
                    <a:lnTo>
                      <a:pt x="6801" y="7701"/>
                    </a:lnTo>
                    <a:lnTo>
                      <a:pt x="6989" y="7638"/>
                    </a:lnTo>
                    <a:lnTo>
                      <a:pt x="7198" y="7638"/>
                    </a:lnTo>
                    <a:lnTo>
                      <a:pt x="7324" y="7743"/>
                    </a:lnTo>
                    <a:lnTo>
                      <a:pt x="7366" y="7722"/>
                    </a:lnTo>
                    <a:lnTo>
                      <a:pt x="7387" y="7596"/>
                    </a:lnTo>
                    <a:lnTo>
                      <a:pt x="7115" y="7512"/>
                    </a:lnTo>
                    <a:lnTo>
                      <a:pt x="6905" y="7491"/>
                    </a:lnTo>
                    <a:lnTo>
                      <a:pt x="6759" y="7429"/>
                    </a:lnTo>
                    <a:lnTo>
                      <a:pt x="6780" y="7387"/>
                    </a:lnTo>
                    <a:lnTo>
                      <a:pt x="6884" y="7366"/>
                    </a:lnTo>
                    <a:lnTo>
                      <a:pt x="6989" y="7429"/>
                    </a:lnTo>
                    <a:lnTo>
                      <a:pt x="7219" y="7491"/>
                    </a:lnTo>
                    <a:lnTo>
                      <a:pt x="7408" y="7491"/>
                    </a:lnTo>
                    <a:lnTo>
                      <a:pt x="7470" y="7596"/>
                    </a:lnTo>
                    <a:lnTo>
                      <a:pt x="7470" y="7722"/>
                    </a:lnTo>
                    <a:lnTo>
                      <a:pt x="7491" y="7805"/>
                    </a:lnTo>
                    <a:lnTo>
                      <a:pt x="7638" y="7910"/>
                    </a:lnTo>
                    <a:lnTo>
                      <a:pt x="7805" y="7952"/>
                    </a:lnTo>
                    <a:lnTo>
                      <a:pt x="7889" y="8035"/>
                    </a:lnTo>
                    <a:lnTo>
                      <a:pt x="7910" y="8035"/>
                    </a:lnTo>
                    <a:lnTo>
                      <a:pt x="7993" y="7994"/>
                    </a:lnTo>
                    <a:lnTo>
                      <a:pt x="7952" y="7847"/>
                    </a:lnTo>
                    <a:lnTo>
                      <a:pt x="7993" y="7743"/>
                    </a:lnTo>
                    <a:lnTo>
                      <a:pt x="7952" y="7701"/>
                    </a:lnTo>
                    <a:lnTo>
                      <a:pt x="8056" y="7617"/>
                    </a:lnTo>
                    <a:lnTo>
                      <a:pt x="7993" y="7575"/>
                    </a:lnTo>
                    <a:lnTo>
                      <a:pt x="7680" y="7491"/>
                    </a:lnTo>
                    <a:lnTo>
                      <a:pt x="7554" y="7512"/>
                    </a:lnTo>
                    <a:lnTo>
                      <a:pt x="7512" y="7512"/>
                    </a:lnTo>
                    <a:lnTo>
                      <a:pt x="7408" y="7408"/>
                    </a:lnTo>
                    <a:lnTo>
                      <a:pt x="7282" y="7387"/>
                    </a:lnTo>
                    <a:lnTo>
                      <a:pt x="7198" y="7282"/>
                    </a:lnTo>
                    <a:lnTo>
                      <a:pt x="7115" y="7282"/>
                    </a:lnTo>
                    <a:lnTo>
                      <a:pt x="7073" y="7324"/>
                    </a:lnTo>
                    <a:lnTo>
                      <a:pt x="6989" y="7324"/>
                    </a:lnTo>
                    <a:lnTo>
                      <a:pt x="7010" y="7219"/>
                    </a:lnTo>
                    <a:lnTo>
                      <a:pt x="6864" y="7178"/>
                    </a:lnTo>
                    <a:lnTo>
                      <a:pt x="6843" y="7094"/>
                    </a:lnTo>
                    <a:lnTo>
                      <a:pt x="6947" y="7073"/>
                    </a:lnTo>
                    <a:lnTo>
                      <a:pt x="6989" y="7115"/>
                    </a:lnTo>
                    <a:lnTo>
                      <a:pt x="7094" y="7157"/>
                    </a:lnTo>
                    <a:lnTo>
                      <a:pt x="7156" y="7073"/>
                    </a:lnTo>
                    <a:lnTo>
                      <a:pt x="7115" y="7010"/>
                    </a:lnTo>
                    <a:lnTo>
                      <a:pt x="7156" y="6968"/>
                    </a:lnTo>
                    <a:lnTo>
                      <a:pt x="7219" y="7052"/>
                    </a:lnTo>
                    <a:lnTo>
                      <a:pt x="7219" y="7178"/>
                    </a:lnTo>
                    <a:lnTo>
                      <a:pt x="7324" y="7219"/>
                    </a:lnTo>
                    <a:lnTo>
                      <a:pt x="7638" y="7303"/>
                    </a:lnTo>
                    <a:lnTo>
                      <a:pt x="7700" y="7261"/>
                    </a:lnTo>
                    <a:lnTo>
                      <a:pt x="7554" y="7052"/>
                    </a:lnTo>
                    <a:lnTo>
                      <a:pt x="7408" y="6989"/>
                    </a:lnTo>
                    <a:lnTo>
                      <a:pt x="7303" y="6947"/>
                    </a:lnTo>
                    <a:lnTo>
                      <a:pt x="7303" y="6864"/>
                    </a:lnTo>
                    <a:lnTo>
                      <a:pt x="7324" y="6801"/>
                    </a:lnTo>
                    <a:lnTo>
                      <a:pt x="7408" y="6906"/>
                    </a:lnTo>
                    <a:lnTo>
                      <a:pt x="7554" y="6906"/>
                    </a:lnTo>
                    <a:lnTo>
                      <a:pt x="7638" y="6968"/>
                    </a:lnTo>
                    <a:lnTo>
                      <a:pt x="7680" y="7073"/>
                    </a:lnTo>
                    <a:lnTo>
                      <a:pt x="7721" y="7052"/>
                    </a:lnTo>
                    <a:lnTo>
                      <a:pt x="7805" y="7157"/>
                    </a:lnTo>
                    <a:lnTo>
                      <a:pt x="7910" y="7199"/>
                    </a:lnTo>
                    <a:lnTo>
                      <a:pt x="7952" y="7261"/>
                    </a:lnTo>
                    <a:lnTo>
                      <a:pt x="8014" y="7282"/>
                    </a:lnTo>
                    <a:lnTo>
                      <a:pt x="8077" y="7178"/>
                    </a:lnTo>
                    <a:lnTo>
                      <a:pt x="8203" y="7178"/>
                    </a:lnTo>
                    <a:lnTo>
                      <a:pt x="8307" y="7282"/>
                    </a:lnTo>
                    <a:lnTo>
                      <a:pt x="8349" y="7261"/>
                    </a:lnTo>
                    <a:lnTo>
                      <a:pt x="8349" y="7157"/>
                    </a:lnTo>
                    <a:lnTo>
                      <a:pt x="8412" y="7157"/>
                    </a:lnTo>
                    <a:lnTo>
                      <a:pt x="8516" y="7261"/>
                    </a:lnTo>
                    <a:lnTo>
                      <a:pt x="8642" y="7261"/>
                    </a:lnTo>
                    <a:lnTo>
                      <a:pt x="8684" y="7199"/>
                    </a:lnTo>
                    <a:lnTo>
                      <a:pt x="8684" y="6885"/>
                    </a:lnTo>
                    <a:lnTo>
                      <a:pt x="8433" y="6634"/>
                    </a:lnTo>
                    <a:lnTo>
                      <a:pt x="8349" y="6634"/>
                    </a:lnTo>
                    <a:lnTo>
                      <a:pt x="8307" y="6655"/>
                    </a:lnTo>
                    <a:lnTo>
                      <a:pt x="8224" y="6634"/>
                    </a:lnTo>
                    <a:lnTo>
                      <a:pt x="8244" y="6571"/>
                    </a:lnTo>
                    <a:lnTo>
                      <a:pt x="8433" y="6550"/>
                    </a:lnTo>
                    <a:lnTo>
                      <a:pt x="8516" y="6571"/>
                    </a:lnTo>
                    <a:lnTo>
                      <a:pt x="8558" y="6550"/>
                    </a:lnTo>
                    <a:lnTo>
                      <a:pt x="8642" y="6592"/>
                    </a:lnTo>
                    <a:lnTo>
                      <a:pt x="8642" y="6696"/>
                    </a:lnTo>
                    <a:lnTo>
                      <a:pt x="8684" y="6759"/>
                    </a:lnTo>
                    <a:lnTo>
                      <a:pt x="8851" y="6780"/>
                    </a:lnTo>
                    <a:lnTo>
                      <a:pt x="8851" y="6968"/>
                    </a:lnTo>
                    <a:lnTo>
                      <a:pt x="8893" y="7052"/>
                    </a:lnTo>
                    <a:lnTo>
                      <a:pt x="8998" y="7052"/>
                    </a:lnTo>
                    <a:lnTo>
                      <a:pt x="9060" y="7094"/>
                    </a:lnTo>
                    <a:lnTo>
                      <a:pt x="9353" y="7115"/>
                    </a:lnTo>
                    <a:lnTo>
                      <a:pt x="9500" y="7115"/>
                    </a:lnTo>
                    <a:lnTo>
                      <a:pt x="9688" y="6947"/>
                    </a:lnTo>
                    <a:lnTo>
                      <a:pt x="9709" y="6864"/>
                    </a:lnTo>
                    <a:lnTo>
                      <a:pt x="9605" y="6801"/>
                    </a:lnTo>
                    <a:lnTo>
                      <a:pt x="9563" y="6843"/>
                    </a:lnTo>
                    <a:lnTo>
                      <a:pt x="9500" y="6780"/>
                    </a:lnTo>
                    <a:lnTo>
                      <a:pt x="9563" y="6759"/>
                    </a:lnTo>
                    <a:lnTo>
                      <a:pt x="9709" y="6696"/>
                    </a:lnTo>
                    <a:lnTo>
                      <a:pt x="9835" y="6738"/>
                    </a:lnTo>
                    <a:lnTo>
                      <a:pt x="9981" y="6675"/>
                    </a:lnTo>
                    <a:lnTo>
                      <a:pt x="10002" y="6571"/>
                    </a:lnTo>
                    <a:lnTo>
                      <a:pt x="9918" y="6466"/>
                    </a:lnTo>
                    <a:lnTo>
                      <a:pt x="9625" y="6466"/>
                    </a:lnTo>
                    <a:lnTo>
                      <a:pt x="9395" y="6424"/>
                    </a:lnTo>
                    <a:lnTo>
                      <a:pt x="9416" y="6362"/>
                    </a:lnTo>
                    <a:lnTo>
                      <a:pt x="9521" y="6362"/>
                    </a:lnTo>
                    <a:lnTo>
                      <a:pt x="9563" y="6257"/>
                    </a:lnTo>
                    <a:lnTo>
                      <a:pt x="9605" y="6278"/>
                    </a:lnTo>
                    <a:lnTo>
                      <a:pt x="9625" y="6383"/>
                    </a:lnTo>
                    <a:lnTo>
                      <a:pt x="9709" y="6383"/>
                    </a:lnTo>
                    <a:lnTo>
                      <a:pt x="9772" y="6341"/>
                    </a:lnTo>
                    <a:lnTo>
                      <a:pt x="9981" y="6424"/>
                    </a:lnTo>
                    <a:lnTo>
                      <a:pt x="10044" y="6362"/>
                    </a:lnTo>
                    <a:lnTo>
                      <a:pt x="10149" y="6445"/>
                    </a:lnTo>
                    <a:lnTo>
                      <a:pt x="10211" y="6445"/>
                    </a:lnTo>
                    <a:lnTo>
                      <a:pt x="10316" y="6320"/>
                    </a:lnTo>
                    <a:lnTo>
                      <a:pt x="10295" y="6236"/>
                    </a:lnTo>
                    <a:lnTo>
                      <a:pt x="10149" y="6152"/>
                    </a:lnTo>
                    <a:lnTo>
                      <a:pt x="10211" y="6048"/>
                    </a:lnTo>
                    <a:lnTo>
                      <a:pt x="10253" y="6006"/>
                    </a:lnTo>
                    <a:lnTo>
                      <a:pt x="10232" y="5839"/>
                    </a:lnTo>
                    <a:lnTo>
                      <a:pt x="10316" y="5901"/>
                    </a:lnTo>
                    <a:lnTo>
                      <a:pt x="10316" y="6006"/>
                    </a:lnTo>
                    <a:lnTo>
                      <a:pt x="10253" y="6069"/>
                    </a:lnTo>
                    <a:lnTo>
                      <a:pt x="10295" y="6152"/>
                    </a:lnTo>
                    <a:lnTo>
                      <a:pt x="10358" y="6173"/>
                    </a:lnTo>
                    <a:lnTo>
                      <a:pt x="10441" y="6111"/>
                    </a:lnTo>
                    <a:lnTo>
                      <a:pt x="10734" y="6111"/>
                    </a:lnTo>
                    <a:lnTo>
                      <a:pt x="10776" y="6027"/>
                    </a:lnTo>
                    <a:lnTo>
                      <a:pt x="10923" y="5922"/>
                    </a:lnTo>
                    <a:lnTo>
                      <a:pt x="10881" y="5797"/>
                    </a:lnTo>
                    <a:lnTo>
                      <a:pt x="10944" y="5755"/>
                    </a:lnTo>
                    <a:lnTo>
                      <a:pt x="11048" y="5755"/>
                    </a:lnTo>
                    <a:lnTo>
                      <a:pt x="11132" y="5650"/>
                    </a:lnTo>
                    <a:lnTo>
                      <a:pt x="11216" y="5692"/>
                    </a:lnTo>
                    <a:lnTo>
                      <a:pt x="11299" y="5629"/>
                    </a:lnTo>
                    <a:lnTo>
                      <a:pt x="11550" y="5608"/>
                    </a:lnTo>
                    <a:lnTo>
                      <a:pt x="11613" y="5483"/>
                    </a:lnTo>
                    <a:lnTo>
                      <a:pt x="11822" y="5420"/>
                    </a:lnTo>
                    <a:lnTo>
                      <a:pt x="11927" y="5336"/>
                    </a:lnTo>
                    <a:lnTo>
                      <a:pt x="12073" y="5336"/>
                    </a:lnTo>
                    <a:lnTo>
                      <a:pt x="12136" y="5315"/>
                    </a:lnTo>
                    <a:lnTo>
                      <a:pt x="12262" y="5315"/>
                    </a:lnTo>
                    <a:lnTo>
                      <a:pt x="12429" y="5232"/>
                    </a:lnTo>
                    <a:lnTo>
                      <a:pt x="12555" y="5106"/>
                    </a:lnTo>
                    <a:lnTo>
                      <a:pt x="12659" y="5085"/>
                    </a:lnTo>
                    <a:lnTo>
                      <a:pt x="12743" y="4960"/>
                    </a:lnTo>
                    <a:lnTo>
                      <a:pt x="12952" y="4918"/>
                    </a:lnTo>
                    <a:lnTo>
                      <a:pt x="13036" y="4876"/>
                    </a:lnTo>
                    <a:lnTo>
                      <a:pt x="13224" y="4771"/>
                    </a:lnTo>
                    <a:lnTo>
                      <a:pt x="13308" y="4604"/>
                    </a:lnTo>
                    <a:lnTo>
                      <a:pt x="13371" y="4458"/>
                    </a:lnTo>
                    <a:lnTo>
                      <a:pt x="13182" y="4458"/>
                    </a:lnTo>
                    <a:lnTo>
                      <a:pt x="13057" y="4478"/>
                    </a:lnTo>
                    <a:lnTo>
                      <a:pt x="12973" y="4437"/>
                    </a:lnTo>
                    <a:lnTo>
                      <a:pt x="12848" y="4458"/>
                    </a:lnTo>
                    <a:lnTo>
                      <a:pt x="12659" y="4646"/>
                    </a:lnTo>
                    <a:lnTo>
                      <a:pt x="12387" y="4667"/>
                    </a:lnTo>
                    <a:lnTo>
                      <a:pt x="11927" y="4709"/>
                    </a:lnTo>
                    <a:lnTo>
                      <a:pt x="11801" y="4688"/>
                    </a:lnTo>
                    <a:lnTo>
                      <a:pt x="11488" y="4688"/>
                    </a:lnTo>
                    <a:lnTo>
                      <a:pt x="11299" y="4771"/>
                    </a:lnTo>
                    <a:lnTo>
                      <a:pt x="11299" y="4667"/>
                    </a:lnTo>
                    <a:lnTo>
                      <a:pt x="11174" y="4667"/>
                    </a:lnTo>
                    <a:lnTo>
                      <a:pt x="11216" y="4562"/>
                    </a:lnTo>
                    <a:lnTo>
                      <a:pt x="11362" y="4562"/>
                    </a:lnTo>
                    <a:lnTo>
                      <a:pt x="11446" y="4583"/>
                    </a:lnTo>
                    <a:lnTo>
                      <a:pt x="11550" y="4541"/>
                    </a:lnTo>
                    <a:lnTo>
                      <a:pt x="11571" y="4604"/>
                    </a:lnTo>
                    <a:lnTo>
                      <a:pt x="11718" y="4604"/>
                    </a:lnTo>
                    <a:lnTo>
                      <a:pt x="11906" y="4583"/>
                    </a:lnTo>
                    <a:lnTo>
                      <a:pt x="12032" y="4583"/>
                    </a:lnTo>
                    <a:lnTo>
                      <a:pt x="12346" y="4541"/>
                    </a:lnTo>
                    <a:lnTo>
                      <a:pt x="12848" y="4332"/>
                    </a:lnTo>
                    <a:lnTo>
                      <a:pt x="12931" y="4269"/>
                    </a:lnTo>
                    <a:lnTo>
                      <a:pt x="12848" y="4186"/>
                    </a:lnTo>
                    <a:lnTo>
                      <a:pt x="12638" y="4144"/>
                    </a:lnTo>
                    <a:lnTo>
                      <a:pt x="12262" y="4081"/>
                    </a:lnTo>
                    <a:lnTo>
                      <a:pt x="12199" y="3976"/>
                    </a:lnTo>
                    <a:lnTo>
                      <a:pt x="12199" y="3976"/>
                    </a:lnTo>
                    <a:lnTo>
                      <a:pt x="12346" y="4060"/>
                    </a:lnTo>
                    <a:lnTo>
                      <a:pt x="12450" y="4039"/>
                    </a:lnTo>
                    <a:lnTo>
                      <a:pt x="12450" y="3976"/>
                    </a:lnTo>
                    <a:lnTo>
                      <a:pt x="12325" y="3851"/>
                    </a:lnTo>
                    <a:lnTo>
                      <a:pt x="12304" y="3725"/>
                    </a:lnTo>
                    <a:lnTo>
                      <a:pt x="12408" y="3851"/>
                    </a:lnTo>
                    <a:lnTo>
                      <a:pt x="12597" y="4060"/>
                    </a:lnTo>
                    <a:lnTo>
                      <a:pt x="12638" y="4060"/>
                    </a:lnTo>
                    <a:lnTo>
                      <a:pt x="12722" y="4018"/>
                    </a:lnTo>
                    <a:lnTo>
                      <a:pt x="12764" y="4081"/>
                    </a:lnTo>
                    <a:lnTo>
                      <a:pt x="12973" y="4081"/>
                    </a:lnTo>
                    <a:lnTo>
                      <a:pt x="13057" y="4144"/>
                    </a:lnTo>
                    <a:lnTo>
                      <a:pt x="13141" y="4144"/>
                    </a:lnTo>
                    <a:lnTo>
                      <a:pt x="13287" y="4165"/>
                    </a:lnTo>
                    <a:lnTo>
                      <a:pt x="13371" y="4123"/>
                    </a:lnTo>
                    <a:lnTo>
                      <a:pt x="13308" y="4081"/>
                    </a:lnTo>
                    <a:lnTo>
                      <a:pt x="13162" y="4060"/>
                    </a:lnTo>
                    <a:lnTo>
                      <a:pt x="13162" y="3976"/>
                    </a:lnTo>
                    <a:lnTo>
                      <a:pt x="13350" y="4018"/>
                    </a:lnTo>
                    <a:lnTo>
                      <a:pt x="13475" y="4060"/>
                    </a:lnTo>
                    <a:lnTo>
                      <a:pt x="13601" y="4165"/>
                    </a:lnTo>
                    <a:lnTo>
                      <a:pt x="13664" y="4144"/>
                    </a:lnTo>
                    <a:lnTo>
                      <a:pt x="13706" y="4018"/>
                    </a:lnTo>
                    <a:lnTo>
                      <a:pt x="13810" y="4081"/>
                    </a:lnTo>
                    <a:lnTo>
                      <a:pt x="13978" y="4081"/>
                    </a:lnTo>
                    <a:lnTo>
                      <a:pt x="14124" y="4039"/>
                    </a:lnTo>
                    <a:lnTo>
                      <a:pt x="14229" y="4018"/>
                    </a:lnTo>
                    <a:lnTo>
                      <a:pt x="14354" y="3914"/>
                    </a:lnTo>
                    <a:lnTo>
                      <a:pt x="14710" y="3746"/>
                    </a:lnTo>
                    <a:lnTo>
                      <a:pt x="14794" y="3662"/>
                    </a:lnTo>
                    <a:lnTo>
                      <a:pt x="14794" y="3621"/>
                    </a:lnTo>
                    <a:lnTo>
                      <a:pt x="14877" y="3600"/>
                    </a:lnTo>
                    <a:lnTo>
                      <a:pt x="15003" y="3621"/>
                    </a:lnTo>
                    <a:lnTo>
                      <a:pt x="15045" y="3558"/>
                    </a:lnTo>
                    <a:lnTo>
                      <a:pt x="15275" y="3432"/>
                    </a:lnTo>
                    <a:lnTo>
                      <a:pt x="15400" y="3181"/>
                    </a:lnTo>
                    <a:lnTo>
                      <a:pt x="15463" y="2909"/>
                    </a:lnTo>
                    <a:lnTo>
                      <a:pt x="15442" y="2721"/>
                    </a:lnTo>
                    <a:lnTo>
                      <a:pt x="15379" y="2595"/>
                    </a:lnTo>
                    <a:lnTo>
                      <a:pt x="15233" y="2512"/>
                    </a:lnTo>
                    <a:lnTo>
                      <a:pt x="15149" y="2512"/>
                    </a:lnTo>
                    <a:lnTo>
                      <a:pt x="15128" y="2554"/>
                    </a:lnTo>
                    <a:lnTo>
                      <a:pt x="15024" y="2554"/>
                    </a:lnTo>
                    <a:lnTo>
                      <a:pt x="14961" y="2658"/>
                    </a:lnTo>
                    <a:lnTo>
                      <a:pt x="14877" y="2700"/>
                    </a:lnTo>
                    <a:lnTo>
                      <a:pt x="14835" y="2658"/>
                    </a:lnTo>
                    <a:lnTo>
                      <a:pt x="14961" y="2470"/>
                    </a:lnTo>
                    <a:lnTo>
                      <a:pt x="15003" y="2386"/>
                    </a:lnTo>
                    <a:lnTo>
                      <a:pt x="15107" y="2302"/>
                    </a:lnTo>
                    <a:lnTo>
                      <a:pt x="15128" y="2156"/>
                    </a:lnTo>
                    <a:lnTo>
                      <a:pt x="15066" y="2051"/>
                    </a:lnTo>
                    <a:lnTo>
                      <a:pt x="15024" y="2030"/>
                    </a:lnTo>
                    <a:lnTo>
                      <a:pt x="15107" y="1968"/>
                    </a:lnTo>
                    <a:lnTo>
                      <a:pt x="15170" y="1737"/>
                    </a:lnTo>
                    <a:lnTo>
                      <a:pt x="15066" y="1717"/>
                    </a:lnTo>
                    <a:lnTo>
                      <a:pt x="14940" y="1737"/>
                    </a:lnTo>
                    <a:lnTo>
                      <a:pt x="14919" y="1842"/>
                    </a:lnTo>
                    <a:lnTo>
                      <a:pt x="14856" y="1884"/>
                    </a:lnTo>
                    <a:lnTo>
                      <a:pt x="14794" y="1926"/>
                    </a:lnTo>
                    <a:lnTo>
                      <a:pt x="14731" y="1863"/>
                    </a:lnTo>
                    <a:lnTo>
                      <a:pt x="14794" y="1779"/>
                    </a:lnTo>
                    <a:lnTo>
                      <a:pt x="14794" y="1717"/>
                    </a:lnTo>
                    <a:lnTo>
                      <a:pt x="14835" y="1633"/>
                    </a:lnTo>
                    <a:lnTo>
                      <a:pt x="14814" y="1570"/>
                    </a:lnTo>
                    <a:lnTo>
                      <a:pt x="14689" y="1654"/>
                    </a:lnTo>
                    <a:lnTo>
                      <a:pt x="14626" y="1779"/>
                    </a:lnTo>
                    <a:lnTo>
                      <a:pt x="14584" y="1821"/>
                    </a:lnTo>
                    <a:lnTo>
                      <a:pt x="14522" y="1758"/>
                    </a:lnTo>
                    <a:lnTo>
                      <a:pt x="14584" y="1633"/>
                    </a:lnTo>
                    <a:lnTo>
                      <a:pt x="14542" y="1549"/>
                    </a:lnTo>
                    <a:lnTo>
                      <a:pt x="14417" y="1549"/>
                    </a:lnTo>
                    <a:lnTo>
                      <a:pt x="14270" y="1633"/>
                    </a:lnTo>
                    <a:lnTo>
                      <a:pt x="14208" y="1737"/>
                    </a:lnTo>
                    <a:lnTo>
                      <a:pt x="14082" y="1737"/>
                    </a:lnTo>
                    <a:lnTo>
                      <a:pt x="14019" y="1779"/>
                    </a:lnTo>
                    <a:lnTo>
                      <a:pt x="13978" y="1884"/>
                    </a:lnTo>
                    <a:lnTo>
                      <a:pt x="13894" y="1884"/>
                    </a:lnTo>
                    <a:lnTo>
                      <a:pt x="13789" y="1842"/>
                    </a:lnTo>
                    <a:lnTo>
                      <a:pt x="13580" y="1821"/>
                    </a:lnTo>
                    <a:lnTo>
                      <a:pt x="13308" y="1821"/>
                    </a:lnTo>
                    <a:lnTo>
                      <a:pt x="13496" y="1758"/>
                    </a:lnTo>
                    <a:lnTo>
                      <a:pt x="13559" y="1717"/>
                    </a:lnTo>
                    <a:lnTo>
                      <a:pt x="13643" y="1737"/>
                    </a:lnTo>
                    <a:lnTo>
                      <a:pt x="13747" y="1737"/>
                    </a:lnTo>
                    <a:lnTo>
                      <a:pt x="13894" y="1654"/>
                    </a:lnTo>
                    <a:lnTo>
                      <a:pt x="14019" y="1633"/>
                    </a:lnTo>
                    <a:lnTo>
                      <a:pt x="14124" y="1507"/>
                    </a:lnTo>
                    <a:lnTo>
                      <a:pt x="14333" y="1403"/>
                    </a:lnTo>
                    <a:lnTo>
                      <a:pt x="14396" y="1340"/>
                    </a:lnTo>
                    <a:lnTo>
                      <a:pt x="14354" y="1298"/>
                    </a:lnTo>
                    <a:lnTo>
                      <a:pt x="14270" y="1298"/>
                    </a:lnTo>
                    <a:lnTo>
                      <a:pt x="14061" y="1152"/>
                    </a:lnTo>
                    <a:lnTo>
                      <a:pt x="14019" y="1089"/>
                    </a:lnTo>
                    <a:lnTo>
                      <a:pt x="13978" y="1089"/>
                    </a:lnTo>
                    <a:lnTo>
                      <a:pt x="13873" y="1131"/>
                    </a:lnTo>
                    <a:lnTo>
                      <a:pt x="13810" y="1193"/>
                    </a:lnTo>
                    <a:lnTo>
                      <a:pt x="13747" y="1152"/>
                    </a:lnTo>
                    <a:lnTo>
                      <a:pt x="13706" y="1089"/>
                    </a:lnTo>
                    <a:lnTo>
                      <a:pt x="13789" y="1005"/>
                    </a:lnTo>
                    <a:lnTo>
                      <a:pt x="13768" y="921"/>
                    </a:lnTo>
                    <a:lnTo>
                      <a:pt x="13601" y="942"/>
                    </a:lnTo>
                    <a:lnTo>
                      <a:pt x="13538" y="1047"/>
                    </a:lnTo>
                    <a:lnTo>
                      <a:pt x="13454" y="1026"/>
                    </a:lnTo>
                    <a:lnTo>
                      <a:pt x="13454" y="901"/>
                    </a:lnTo>
                    <a:lnTo>
                      <a:pt x="13308" y="942"/>
                    </a:lnTo>
                    <a:lnTo>
                      <a:pt x="13266" y="1005"/>
                    </a:lnTo>
                    <a:lnTo>
                      <a:pt x="13224" y="921"/>
                    </a:lnTo>
                    <a:lnTo>
                      <a:pt x="13287" y="838"/>
                    </a:lnTo>
                    <a:lnTo>
                      <a:pt x="13245" y="775"/>
                    </a:lnTo>
                    <a:lnTo>
                      <a:pt x="13308" y="775"/>
                    </a:lnTo>
                    <a:lnTo>
                      <a:pt x="13371" y="691"/>
                    </a:lnTo>
                    <a:lnTo>
                      <a:pt x="13287" y="608"/>
                    </a:lnTo>
                    <a:lnTo>
                      <a:pt x="13078" y="587"/>
                    </a:lnTo>
                    <a:lnTo>
                      <a:pt x="12910" y="503"/>
                    </a:lnTo>
                    <a:lnTo>
                      <a:pt x="12785" y="524"/>
                    </a:lnTo>
                    <a:lnTo>
                      <a:pt x="12659" y="629"/>
                    </a:lnTo>
                    <a:lnTo>
                      <a:pt x="12638" y="733"/>
                    </a:lnTo>
                    <a:lnTo>
                      <a:pt x="12597" y="775"/>
                    </a:lnTo>
                    <a:lnTo>
                      <a:pt x="12513" y="670"/>
                    </a:lnTo>
                    <a:lnTo>
                      <a:pt x="12638" y="524"/>
                    </a:lnTo>
                    <a:lnTo>
                      <a:pt x="12659" y="461"/>
                    </a:lnTo>
                    <a:lnTo>
                      <a:pt x="12513" y="461"/>
                    </a:lnTo>
                    <a:lnTo>
                      <a:pt x="12387" y="377"/>
                    </a:lnTo>
                    <a:lnTo>
                      <a:pt x="12262" y="377"/>
                    </a:lnTo>
                    <a:lnTo>
                      <a:pt x="12199" y="482"/>
                    </a:lnTo>
                    <a:lnTo>
                      <a:pt x="12011" y="608"/>
                    </a:lnTo>
                    <a:lnTo>
                      <a:pt x="11885" y="733"/>
                    </a:lnTo>
                    <a:lnTo>
                      <a:pt x="11801" y="775"/>
                    </a:lnTo>
                    <a:lnTo>
                      <a:pt x="11781" y="712"/>
                    </a:lnTo>
                    <a:lnTo>
                      <a:pt x="11822" y="587"/>
                    </a:lnTo>
                    <a:lnTo>
                      <a:pt x="11822" y="419"/>
                    </a:lnTo>
                    <a:lnTo>
                      <a:pt x="11781" y="377"/>
                    </a:lnTo>
                    <a:lnTo>
                      <a:pt x="11739" y="273"/>
                    </a:lnTo>
                    <a:lnTo>
                      <a:pt x="11592" y="189"/>
                    </a:lnTo>
                    <a:lnTo>
                      <a:pt x="11467" y="210"/>
                    </a:lnTo>
                    <a:lnTo>
                      <a:pt x="11341" y="189"/>
                    </a:lnTo>
                    <a:lnTo>
                      <a:pt x="11278" y="85"/>
                    </a:lnTo>
                    <a:lnTo>
                      <a:pt x="11153" y="64"/>
                    </a:lnTo>
                    <a:lnTo>
                      <a:pt x="10985" y="105"/>
                    </a:lnTo>
                    <a:lnTo>
                      <a:pt x="10881" y="85"/>
                    </a:lnTo>
                    <a:lnTo>
                      <a:pt x="10818" y="64"/>
                    </a:lnTo>
                    <a:lnTo>
                      <a:pt x="10734" y="1"/>
                    </a:lnTo>
                    <a:lnTo>
                      <a:pt x="10651" y="64"/>
                    </a:lnTo>
                    <a:lnTo>
                      <a:pt x="10630" y="210"/>
                    </a:lnTo>
                    <a:lnTo>
                      <a:pt x="10734" y="461"/>
                    </a:lnTo>
                    <a:lnTo>
                      <a:pt x="10651" y="670"/>
                    </a:lnTo>
                    <a:lnTo>
                      <a:pt x="10651" y="817"/>
                    </a:lnTo>
                    <a:lnTo>
                      <a:pt x="10609" y="880"/>
                    </a:lnTo>
                    <a:lnTo>
                      <a:pt x="10525" y="838"/>
                    </a:lnTo>
                    <a:lnTo>
                      <a:pt x="10400" y="880"/>
                    </a:lnTo>
                    <a:lnTo>
                      <a:pt x="10337" y="817"/>
                    </a:lnTo>
                    <a:lnTo>
                      <a:pt x="10421" y="733"/>
                    </a:lnTo>
                    <a:lnTo>
                      <a:pt x="10358" y="566"/>
                    </a:lnTo>
                    <a:lnTo>
                      <a:pt x="10421" y="461"/>
                    </a:lnTo>
                    <a:lnTo>
                      <a:pt x="10441" y="315"/>
                    </a:lnTo>
                    <a:lnTo>
                      <a:pt x="10400" y="273"/>
                    </a:lnTo>
                    <a:lnTo>
                      <a:pt x="10232" y="398"/>
                    </a:lnTo>
                    <a:lnTo>
                      <a:pt x="10232" y="461"/>
                    </a:lnTo>
                    <a:lnTo>
                      <a:pt x="10149" y="482"/>
                    </a:lnTo>
                    <a:lnTo>
                      <a:pt x="10107" y="419"/>
                    </a:lnTo>
                    <a:lnTo>
                      <a:pt x="10149" y="273"/>
                    </a:lnTo>
                    <a:lnTo>
                      <a:pt x="10107" y="210"/>
                    </a:lnTo>
                    <a:lnTo>
                      <a:pt x="10044" y="252"/>
                    </a:lnTo>
                    <a:lnTo>
                      <a:pt x="9981" y="398"/>
                    </a:lnTo>
                    <a:lnTo>
                      <a:pt x="9897" y="398"/>
                    </a:lnTo>
                    <a:lnTo>
                      <a:pt x="9877" y="357"/>
                    </a:lnTo>
                    <a:lnTo>
                      <a:pt x="9918" y="252"/>
                    </a:lnTo>
                    <a:lnTo>
                      <a:pt x="9918" y="105"/>
                    </a:lnTo>
                    <a:lnTo>
                      <a:pt x="9897" y="64"/>
                    </a:lnTo>
                    <a:lnTo>
                      <a:pt x="962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60"/>
              <p:cNvSpPr/>
              <p:nvPr/>
            </p:nvSpPr>
            <p:spPr>
              <a:xfrm>
                <a:off x="2905300" y="2401625"/>
                <a:ext cx="91575" cy="98875"/>
              </a:xfrm>
              <a:custGeom>
                <a:rect b="b" l="l" r="r" t="t"/>
                <a:pathLst>
                  <a:path extrusionOk="0" h="3955" w="3663">
                    <a:moveTo>
                      <a:pt x="2909" y="2155"/>
                    </a:moveTo>
                    <a:lnTo>
                      <a:pt x="2872" y="2165"/>
                    </a:lnTo>
                    <a:lnTo>
                      <a:pt x="2872" y="2165"/>
                    </a:lnTo>
                    <a:lnTo>
                      <a:pt x="2878" y="2166"/>
                    </a:lnTo>
                    <a:lnTo>
                      <a:pt x="2878" y="2166"/>
                    </a:lnTo>
                    <a:lnTo>
                      <a:pt x="2930" y="2155"/>
                    </a:lnTo>
                    <a:close/>
                    <a:moveTo>
                      <a:pt x="2323" y="0"/>
                    </a:moveTo>
                    <a:lnTo>
                      <a:pt x="2260" y="42"/>
                    </a:lnTo>
                    <a:lnTo>
                      <a:pt x="2219" y="84"/>
                    </a:lnTo>
                    <a:lnTo>
                      <a:pt x="2135" y="84"/>
                    </a:lnTo>
                    <a:lnTo>
                      <a:pt x="2072" y="147"/>
                    </a:lnTo>
                    <a:lnTo>
                      <a:pt x="2009" y="188"/>
                    </a:lnTo>
                    <a:lnTo>
                      <a:pt x="1905" y="188"/>
                    </a:lnTo>
                    <a:lnTo>
                      <a:pt x="1779" y="293"/>
                    </a:lnTo>
                    <a:lnTo>
                      <a:pt x="1675" y="377"/>
                    </a:lnTo>
                    <a:lnTo>
                      <a:pt x="1675" y="460"/>
                    </a:lnTo>
                    <a:lnTo>
                      <a:pt x="1612" y="460"/>
                    </a:lnTo>
                    <a:lnTo>
                      <a:pt x="1570" y="419"/>
                    </a:lnTo>
                    <a:lnTo>
                      <a:pt x="1570" y="460"/>
                    </a:lnTo>
                    <a:lnTo>
                      <a:pt x="1591" y="481"/>
                    </a:lnTo>
                    <a:lnTo>
                      <a:pt x="1591" y="523"/>
                    </a:lnTo>
                    <a:lnTo>
                      <a:pt x="1528" y="586"/>
                    </a:lnTo>
                    <a:lnTo>
                      <a:pt x="1423" y="670"/>
                    </a:lnTo>
                    <a:lnTo>
                      <a:pt x="1382" y="691"/>
                    </a:lnTo>
                    <a:lnTo>
                      <a:pt x="1402" y="711"/>
                    </a:lnTo>
                    <a:lnTo>
                      <a:pt x="1382" y="774"/>
                    </a:lnTo>
                    <a:lnTo>
                      <a:pt x="1319" y="774"/>
                    </a:lnTo>
                    <a:lnTo>
                      <a:pt x="1319" y="816"/>
                    </a:lnTo>
                    <a:lnTo>
                      <a:pt x="1382" y="837"/>
                    </a:lnTo>
                    <a:lnTo>
                      <a:pt x="1319" y="879"/>
                    </a:lnTo>
                    <a:lnTo>
                      <a:pt x="1256" y="879"/>
                    </a:lnTo>
                    <a:lnTo>
                      <a:pt x="1193" y="942"/>
                    </a:lnTo>
                    <a:lnTo>
                      <a:pt x="1193" y="1004"/>
                    </a:lnTo>
                    <a:lnTo>
                      <a:pt x="1214" y="1004"/>
                    </a:lnTo>
                    <a:lnTo>
                      <a:pt x="1256" y="1025"/>
                    </a:lnTo>
                    <a:lnTo>
                      <a:pt x="1193" y="1046"/>
                    </a:lnTo>
                    <a:lnTo>
                      <a:pt x="1151" y="1046"/>
                    </a:lnTo>
                    <a:lnTo>
                      <a:pt x="1089" y="1151"/>
                    </a:lnTo>
                    <a:lnTo>
                      <a:pt x="1068" y="1214"/>
                    </a:lnTo>
                    <a:lnTo>
                      <a:pt x="942" y="1402"/>
                    </a:lnTo>
                    <a:lnTo>
                      <a:pt x="942" y="1444"/>
                    </a:lnTo>
                    <a:lnTo>
                      <a:pt x="984" y="1507"/>
                    </a:lnTo>
                    <a:lnTo>
                      <a:pt x="984" y="1548"/>
                    </a:lnTo>
                    <a:lnTo>
                      <a:pt x="963" y="1548"/>
                    </a:lnTo>
                    <a:lnTo>
                      <a:pt x="942" y="1527"/>
                    </a:lnTo>
                    <a:lnTo>
                      <a:pt x="900" y="1527"/>
                    </a:lnTo>
                    <a:lnTo>
                      <a:pt x="796" y="1569"/>
                    </a:lnTo>
                    <a:lnTo>
                      <a:pt x="754" y="1653"/>
                    </a:lnTo>
                    <a:lnTo>
                      <a:pt x="754" y="1716"/>
                    </a:lnTo>
                    <a:lnTo>
                      <a:pt x="796" y="1716"/>
                    </a:lnTo>
                    <a:lnTo>
                      <a:pt x="858" y="1758"/>
                    </a:lnTo>
                    <a:lnTo>
                      <a:pt x="838" y="1779"/>
                    </a:lnTo>
                    <a:lnTo>
                      <a:pt x="838" y="1841"/>
                    </a:lnTo>
                    <a:lnTo>
                      <a:pt x="775" y="1883"/>
                    </a:lnTo>
                    <a:lnTo>
                      <a:pt x="649" y="1862"/>
                    </a:lnTo>
                    <a:lnTo>
                      <a:pt x="628" y="1883"/>
                    </a:lnTo>
                    <a:lnTo>
                      <a:pt x="628" y="1946"/>
                    </a:lnTo>
                    <a:lnTo>
                      <a:pt x="545" y="2030"/>
                    </a:lnTo>
                    <a:lnTo>
                      <a:pt x="482" y="2134"/>
                    </a:lnTo>
                    <a:lnTo>
                      <a:pt x="440" y="2197"/>
                    </a:lnTo>
                    <a:lnTo>
                      <a:pt x="419" y="2197"/>
                    </a:lnTo>
                    <a:lnTo>
                      <a:pt x="419" y="2134"/>
                    </a:lnTo>
                    <a:lnTo>
                      <a:pt x="377" y="2197"/>
                    </a:lnTo>
                    <a:lnTo>
                      <a:pt x="335" y="2134"/>
                    </a:lnTo>
                    <a:lnTo>
                      <a:pt x="356" y="2072"/>
                    </a:lnTo>
                    <a:lnTo>
                      <a:pt x="440" y="2030"/>
                    </a:lnTo>
                    <a:lnTo>
                      <a:pt x="461" y="1967"/>
                    </a:lnTo>
                    <a:lnTo>
                      <a:pt x="440" y="1988"/>
                    </a:lnTo>
                    <a:lnTo>
                      <a:pt x="356" y="2051"/>
                    </a:lnTo>
                    <a:lnTo>
                      <a:pt x="231" y="2134"/>
                    </a:lnTo>
                    <a:lnTo>
                      <a:pt x="168" y="2260"/>
                    </a:lnTo>
                    <a:lnTo>
                      <a:pt x="231" y="2260"/>
                    </a:lnTo>
                    <a:lnTo>
                      <a:pt x="314" y="2239"/>
                    </a:lnTo>
                    <a:lnTo>
                      <a:pt x="461" y="2197"/>
                    </a:lnTo>
                    <a:lnTo>
                      <a:pt x="586" y="2197"/>
                    </a:lnTo>
                    <a:lnTo>
                      <a:pt x="524" y="2281"/>
                    </a:lnTo>
                    <a:lnTo>
                      <a:pt x="419" y="2406"/>
                    </a:lnTo>
                    <a:lnTo>
                      <a:pt x="335" y="2511"/>
                    </a:lnTo>
                    <a:lnTo>
                      <a:pt x="210" y="2595"/>
                    </a:lnTo>
                    <a:lnTo>
                      <a:pt x="105" y="2699"/>
                    </a:lnTo>
                    <a:lnTo>
                      <a:pt x="22" y="2699"/>
                    </a:lnTo>
                    <a:lnTo>
                      <a:pt x="1" y="2762"/>
                    </a:lnTo>
                    <a:lnTo>
                      <a:pt x="22" y="2804"/>
                    </a:lnTo>
                    <a:lnTo>
                      <a:pt x="1" y="2888"/>
                    </a:lnTo>
                    <a:lnTo>
                      <a:pt x="22" y="2929"/>
                    </a:lnTo>
                    <a:lnTo>
                      <a:pt x="63" y="2929"/>
                    </a:lnTo>
                    <a:lnTo>
                      <a:pt x="168" y="2971"/>
                    </a:lnTo>
                    <a:lnTo>
                      <a:pt x="314" y="2929"/>
                    </a:lnTo>
                    <a:lnTo>
                      <a:pt x="377" y="2888"/>
                    </a:lnTo>
                    <a:lnTo>
                      <a:pt x="482" y="2888"/>
                    </a:lnTo>
                    <a:lnTo>
                      <a:pt x="566" y="2825"/>
                    </a:lnTo>
                    <a:lnTo>
                      <a:pt x="586" y="2783"/>
                    </a:lnTo>
                    <a:lnTo>
                      <a:pt x="586" y="2804"/>
                    </a:lnTo>
                    <a:lnTo>
                      <a:pt x="545" y="2888"/>
                    </a:lnTo>
                    <a:lnTo>
                      <a:pt x="670" y="2908"/>
                    </a:lnTo>
                    <a:lnTo>
                      <a:pt x="754" y="2888"/>
                    </a:lnTo>
                    <a:lnTo>
                      <a:pt x="796" y="2929"/>
                    </a:lnTo>
                    <a:lnTo>
                      <a:pt x="963" y="2929"/>
                    </a:lnTo>
                    <a:lnTo>
                      <a:pt x="1047" y="2908"/>
                    </a:lnTo>
                    <a:lnTo>
                      <a:pt x="1068" y="2971"/>
                    </a:lnTo>
                    <a:lnTo>
                      <a:pt x="1110" y="3013"/>
                    </a:lnTo>
                    <a:lnTo>
                      <a:pt x="1214" y="3013"/>
                    </a:lnTo>
                    <a:lnTo>
                      <a:pt x="1256" y="2992"/>
                    </a:lnTo>
                    <a:lnTo>
                      <a:pt x="1277" y="3013"/>
                    </a:lnTo>
                    <a:lnTo>
                      <a:pt x="1361" y="3013"/>
                    </a:lnTo>
                    <a:lnTo>
                      <a:pt x="1402" y="2992"/>
                    </a:lnTo>
                    <a:lnTo>
                      <a:pt x="1402" y="2950"/>
                    </a:lnTo>
                    <a:lnTo>
                      <a:pt x="1486" y="2950"/>
                    </a:lnTo>
                    <a:lnTo>
                      <a:pt x="1507" y="2992"/>
                    </a:lnTo>
                    <a:lnTo>
                      <a:pt x="1570" y="2992"/>
                    </a:lnTo>
                    <a:lnTo>
                      <a:pt x="1591" y="2929"/>
                    </a:lnTo>
                    <a:lnTo>
                      <a:pt x="1633" y="2929"/>
                    </a:lnTo>
                    <a:lnTo>
                      <a:pt x="1695" y="2971"/>
                    </a:lnTo>
                    <a:lnTo>
                      <a:pt x="1716" y="2908"/>
                    </a:lnTo>
                    <a:lnTo>
                      <a:pt x="1716" y="2867"/>
                    </a:lnTo>
                    <a:lnTo>
                      <a:pt x="1716" y="2783"/>
                    </a:lnTo>
                    <a:lnTo>
                      <a:pt x="1737" y="2804"/>
                    </a:lnTo>
                    <a:lnTo>
                      <a:pt x="1779" y="2762"/>
                    </a:lnTo>
                    <a:lnTo>
                      <a:pt x="1821" y="2762"/>
                    </a:lnTo>
                    <a:lnTo>
                      <a:pt x="1800" y="2783"/>
                    </a:lnTo>
                    <a:lnTo>
                      <a:pt x="1779" y="2888"/>
                    </a:lnTo>
                    <a:lnTo>
                      <a:pt x="1800" y="2908"/>
                    </a:lnTo>
                    <a:lnTo>
                      <a:pt x="1821" y="2867"/>
                    </a:lnTo>
                    <a:lnTo>
                      <a:pt x="1884" y="2783"/>
                    </a:lnTo>
                    <a:lnTo>
                      <a:pt x="1905" y="2783"/>
                    </a:lnTo>
                    <a:lnTo>
                      <a:pt x="1905" y="2867"/>
                    </a:lnTo>
                    <a:lnTo>
                      <a:pt x="1884" y="2908"/>
                    </a:lnTo>
                    <a:lnTo>
                      <a:pt x="1884" y="2971"/>
                    </a:lnTo>
                    <a:lnTo>
                      <a:pt x="1947" y="2929"/>
                    </a:lnTo>
                    <a:lnTo>
                      <a:pt x="1988" y="2929"/>
                    </a:lnTo>
                    <a:lnTo>
                      <a:pt x="1988" y="2971"/>
                    </a:lnTo>
                    <a:lnTo>
                      <a:pt x="1884" y="3034"/>
                    </a:lnTo>
                    <a:lnTo>
                      <a:pt x="1779" y="3097"/>
                    </a:lnTo>
                    <a:lnTo>
                      <a:pt x="1800" y="3118"/>
                    </a:lnTo>
                    <a:lnTo>
                      <a:pt x="1821" y="3097"/>
                    </a:lnTo>
                    <a:lnTo>
                      <a:pt x="1884" y="3097"/>
                    </a:lnTo>
                    <a:lnTo>
                      <a:pt x="1905" y="3118"/>
                    </a:lnTo>
                    <a:lnTo>
                      <a:pt x="1947" y="3118"/>
                    </a:lnTo>
                    <a:lnTo>
                      <a:pt x="1988" y="3139"/>
                    </a:lnTo>
                    <a:lnTo>
                      <a:pt x="2030" y="3118"/>
                    </a:lnTo>
                    <a:lnTo>
                      <a:pt x="2114" y="3097"/>
                    </a:lnTo>
                    <a:lnTo>
                      <a:pt x="2135" y="3013"/>
                    </a:lnTo>
                    <a:lnTo>
                      <a:pt x="2135" y="2971"/>
                    </a:lnTo>
                    <a:lnTo>
                      <a:pt x="2198" y="2992"/>
                    </a:lnTo>
                    <a:lnTo>
                      <a:pt x="2260" y="3013"/>
                    </a:lnTo>
                    <a:lnTo>
                      <a:pt x="2323" y="3076"/>
                    </a:lnTo>
                    <a:lnTo>
                      <a:pt x="2365" y="3034"/>
                    </a:lnTo>
                    <a:lnTo>
                      <a:pt x="2428" y="3013"/>
                    </a:lnTo>
                    <a:lnTo>
                      <a:pt x="2511" y="3013"/>
                    </a:lnTo>
                    <a:lnTo>
                      <a:pt x="2449" y="3076"/>
                    </a:lnTo>
                    <a:lnTo>
                      <a:pt x="2449" y="3097"/>
                    </a:lnTo>
                    <a:lnTo>
                      <a:pt x="2344" y="3139"/>
                    </a:lnTo>
                    <a:lnTo>
                      <a:pt x="2239" y="3139"/>
                    </a:lnTo>
                    <a:lnTo>
                      <a:pt x="2198" y="3201"/>
                    </a:lnTo>
                    <a:lnTo>
                      <a:pt x="2198" y="3243"/>
                    </a:lnTo>
                    <a:lnTo>
                      <a:pt x="2156" y="3285"/>
                    </a:lnTo>
                    <a:lnTo>
                      <a:pt x="2135" y="3327"/>
                    </a:lnTo>
                    <a:lnTo>
                      <a:pt x="2051" y="3327"/>
                    </a:lnTo>
                    <a:lnTo>
                      <a:pt x="2009" y="3348"/>
                    </a:lnTo>
                    <a:lnTo>
                      <a:pt x="1988" y="3411"/>
                    </a:lnTo>
                    <a:lnTo>
                      <a:pt x="1926" y="3432"/>
                    </a:lnTo>
                    <a:lnTo>
                      <a:pt x="1821" y="3452"/>
                    </a:lnTo>
                    <a:lnTo>
                      <a:pt x="1737" y="3515"/>
                    </a:lnTo>
                    <a:lnTo>
                      <a:pt x="1716" y="3557"/>
                    </a:lnTo>
                    <a:lnTo>
                      <a:pt x="1737" y="3599"/>
                    </a:lnTo>
                    <a:lnTo>
                      <a:pt x="1779" y="3620"/>
                    </a:lnTo>
                    <a:lnTo>
                      <a:pt x="1842" y="3620"/>
                    </a:lnTo>
                    <a:lnTo>
                      <a:pt x="1884" y="3557"/>
                    </a:lnTo>
                    <a:lnTo>
                      <a:pt x="1905" y="3536"/>
                    </a:lnTo>
                    <a:lnTo>
                      <a:pt x="1947" y="3536"/>
                    </a:lnTo>
                    <a:lnTo>
                      <a:pt x="1947" y="3599"/>
                    </a:lnTo>
                    <a:lnTo>
                      <a:pt x="1988" y="3620"/>
                    </a:lnTo>
                    <a:lnTo>
                      <a:pt x="2051" y="3599"/>
                    </a:lnTo>
                    <a:lnTo>
                      <a:pt x="2114" y="3536"/>
                    </a:lnTo>
                    <a:lnTo>
                      <a:pt x="2135" y="3494"/>
                    </a:lnTo>
                    <a:lnTo>
                      <a:pt x="2156" y="3494"/>
                    </a:lnTo>
                    <a:lnTo>
                      <a:pt x="2198" y="3432"/>
                    </a:lnTo>
                    <a:lnTo>
                      <a:pt x="2219" y="3348"/>
                    </a:lnTo>
                    <a:lnTo>
                      <a:pt x="2260" y="3327"/>
                    </a:lnTo>
                    <a:lnTo>
                      <a:pt x="2365" y="3222"/>
                    </a:lnTo>
                    <a:lnTo>
                      <a:pt x="2428" y="3201"/>
                    </a:lnTo>
                    <a:lnTo>
                      <a:pt x="2470" y="3222"/>
                    </a:lnTo>
                    <a:lnTo>
                      <a:pt x="2553" y="3222"/>
                    </a:lnTo>
                    <a:lnTo>
                      <a:pt x="2511" y="3285"/>
                    </a:lnTo>
                    <a:lnTo>
                      <a:pt x="2553" y="3285"/>
                    </a:lnTo>
                    <a:lnTo>
                      <a:pt x="2616" y="3243"/>
                    </a:lnTo>
                    <a:lnTo>
                      <a:pt x="2658" y="3118"/>
                    </a:lnTo>
                    <a:lnTo>
                      <a:pt x="2721" y="3013"/>
                    </a:lnTo>
                    <a:lnTo>
                      <a:pt x="2721" y="2908"/>
                    </a:lnTo>
                    <a:lnTo>
                      <a:pt x="2742" y="2888"/>
                    </a:lnTo>
                    <a:lnTo>
                      <a:pt x="2763" y="2888"/>
                    </a:lnTo>
                    <a:lnTo>
                      <a:pt x="2825" y="2929"/>
                    </a:lnTo>
                    <a:lnTo>
                      <a:pt x="2846" y="2929"/>
                    </a:lnTo>
                    <a:lnTo>
                      <a:pt x="2888" y="2971"/>
                    </a:lnTo>
                    <a:lnTo>
                      <a:pt x="2888" y="3076"/>
                    </a:lnTo>
                    <a:lnTo>
                      <a:pt x="2867" y="3139"/>
                    </a:lnTo>
                    <a:lnTo>
                      <a:pt x="2846" y="3222"/>
                    </a:lnTo>
                    <a:lnTo>
                      <a:pt x="2867" y="3285"/>
                    </a:lnTo>
                    <a:lnTo>
                      <a:pt x="2846" y="3327"/>
                    </a:lnTo>
                    <a:lnTo>
                      <a:pt x="2763" y="3411"/>
                    </a:lnTo>
                    <a:lnTo>
                      <a:pt x="2721" y="3557"/>
                    </a:lnTo>
                    <a:lnTo>
                      <a:pt x="2721" y="3641"/>
                    </a:lnTo>
                    <a:lnTo>
                      <a:pt x="2679" y="3662"/>
                    </a:lnTo>
                    <a:lnTo>
                      <a:pt x="2679" y="3745"/>
                    </a:lnTo>
                    <a:lnTo>
                      <a:pt x="2742" y="3766"/>
                    </a:lnTo>
                    <a:lnTo>
                      <a:pt x="2825" y="3724"/>
                    </a:lnTo>
                    <a:lnTo>
                      <a:pt x="2888" y="3557"/>
                    </a:lnTo>
                    <a:lnTo>
                      <a:pt x="2951" y="3557"/>
                    </a:lnTo>
                    <a:lnTo>
                      <a:pt x="3035" y="3452"/>
                    </a:lnTo>
                    <a:lnTo>
                      <a:pt x="3076" y="3411"/>
                    </a:lnTo>
                    <a:lnTo>
                      <a:pt x="3097" y="3432"/>
                    </a:lnTo>
                    <a:lnTo>
                      <a:pt x="3202" y="3432"/>
                    </a:lnTo>
                    <a:lnTo>
                      <a:pt x="3202" y="3494"/>
                    </a:lnTo>
                    <a:lnTo>
                      <a:pt x="3139" y="3515"/>
                    </a:lnTo>
                    <a:lnTo>
                      <a:pt x="3035" y="3620"/>
                    </a:lnTo>
                    <a:lnTo>
                      <a:pt x="3035" y="3704"/>
                    </a:lnTo>
                    <a:lnTo>
                      <a:pt x="2993" y="3766"/>
                    </a:lnTo>
                    <a:lnTo>
                      <a:pt x="3035" y="3808"/>
                    </a:lnTo>
                    <a:lnTo>
                      <a:pt x="3035" y="3913"/>
                    </a:lnTo>
                    <a:lnTo>
                      <a:pt x="3076" y="3955"/>
                    </a:lnTo>
                    <a:lnTo>
                      <a:pt x="3097" y="3871"/>
                    </a:lnTo>
                    <a:lnTo>
                      <a:pt x="3160" y="3829"/>
                    </a:lnTo>
                    <a:lnTo>
                      <a:pt x="3202" y="3829"/>
                    </a:lnTo>
                    <a:lnTo>
                      <a:pt x="3265" y="3913"/>
                    </a:lnTo>
                    <a:lnTo>
                      <a:pt x="3307" y="3934"/>
                    </a:lnTo>
                    <a:lnTo>
                      <a:pt x="3390" y="3871"/>
                    </a:lnTo>
                    <a:lnTo>
                      <a:pt x="3390" y="3829"/>
                    </a:lnTo>
                    <a:lnTo>
                      <a:pt x="3411" y="3829"/>
                    </a:lnTo>
                    <a:lnTo>
                      <a:pt x="3453" y="3766"/>
                    </a:lnTo>
                    <a:lnTo>
                      <a:pt x="3453" y="3704"/>
                    </a:lnTo>
                    <a:lnTo>
                      <a:pt x="3474" y="3704"/>
                    </a:lnTo>
                    <a:lnTo>
                      <a:pt x="3495" y="3641"/>
                    </a:lnTo>
                    <a:lnTo>
                      <a:pt x="3474" y="3599"/>
                    </a:lnTo>
                    <a:lnTo>
                      <a:pt x="3495" y="3494"/>
                    </a:lnTo>
                    <a:lnTo>
                      <a:pt x="3599" y="3348"/>
                    </a:lnTo>
                    <a:lnTo>
                      <a:pt x="3662" y="3243"/>
                    </a:lnTo>
                    <a:lnTo>
                      <a:pt x="3662" y="3097"/>
                    </a:lnTo>
                    <a:lnTo>
                      <a:pt x="3662" y="3034"/>
                    </a:lnTo>
                    <a:lnTo>
                      <a:pt x="3620" y="3034"/>
                    </a:lnTo>
                    <a:lnTo>
                      <a:pt x="3620" y="3097"/>
                    </a:lnTo>
                    <a:lnTo>
                      <a:pt x="3579" y="3180"/>
                    </a:lnTo>
                    <a:lnTo>
                      <a:pt x="3495" y="3222"/>
                    </a:lnTo>
                    <a:lnTo>
                      <a:pt x="3411" y="3306"/>
                    </a:lnTo>
                    <a:lnTo>
                      <a:pt x="3369" y="3327"/>
                    </a:lnTo>
                    <a:lnTo>
                      <a:pt x="3348" y="3243"/>
                    </a:lnTo>
                    <a:lnTo>
                      <a:pt x="3369" y="3180"/>
                    </a:lnTo>
                    <a:lnTo>
                      <a:pt x="3369" y="3097"/>
                    </a:lnTo>
                    <a:lnTo>
                      <a:pt x="3474" y="3013"/>
                    </a:lnTo>
                    <a:lnTo>
                      <a:pt x="3495" y="2971"/>
                    </a:lnTo>
                    <a:lnTo>
                      <a:pt x="3579" y="2888"/>
                    </a:lnTo>
                    <a:lnTo>
                      <a:pt x="3599" y="2888"/>
                    </a:lnTo>
                    <a:lnTo>
                      <a:pt x="3662" y="2867"/>
                    </a:lnTo>
                    <a:lnTo>
                      <a:pt x="3620" y="2804"/>
                    </a:lnTo>
                    <a:lnTo>
                      <a:pt x="3579" y="2867"/>
                    </a:lnTo>
                    <a:lnTo>
                      <a:pt x="3516" y="2867"/>
                    </a:lnTo>
                    <a:lnTo>
                      <a:pt x="3453" y="2888"/>
                    </a:lnTo>
                    <a:lnTo>
                      <a:pt x="3390" y="2888"/>
                    </a:lnTo>
                    <a:lnTo>
                      <a:pt x="3307" y="2929"/>
                    </a:lnTo>
                    <a:lnTo>
                      <a:pt x="3286" y="2992"/>
                    </a:lnTo>
                    <a:lnTo>
                      <a:pt x="3181" y="3076"/>
                    </a:lnTo>
                    <a:lnTo>
                      <a:pt x="3181" y="3118"/>
                    </a:lnTo>
                    <a:lnTo>
                      <a:pt x="3139" y="3180"/>
                    </a:lnTo>
                    <a:lnTo>
                      <a:pt x="3055" y="3097"/>
                    </a:lnTo>
                    <a:lnTo>
                      <a:pt x="3055" y="3034"/>
                    </a:lnTo>
                    <a:lnTo>
                      <a:pt x="3035" y="2971"/>
                    </a:lnTo>
                    <a:lnTo>
                      <a:pt x="3035" y="2888"/>
                    </a:lnTo>
                    <a:lnTo>
                      <a:pt x="3076" y="2929"/>
                    </a:lnTo>
                    <a:lnTo>
                      <a:pt x="3097" y="2929"/>
                    </a:lnTo>
                    <a:lnTo>
                      <a:pt x="3181" y="2825"/>
                    </a:lnTo>
                    <a:lnTo>
                      <a:pt x="3139" y="2825"/>
                    </a:lnTo>
                    <a:lnTo>
                      <a:pt x="3055" y="2804"/>
                    </a:lnTo>
                    <a:lnTo>
                      <a:pt x="3181" y="2804"/>
                    </a:lnTo>
                    <a:lnTo>
                      <a:pt x="3076" y="2783"/>
                    </a:lnTo>
                    <a:lnTo>
                      <a:pt x="3035" y="2720"/>
                    </a:lnTo>
                    <a:lnTo>
                      <a:pt x="3035" y="2678"/>
                    </a:lnTo>
                    <a:lnTo>
                      <a:pt x="3055" y="2657"/>
                    </a:lnTo>
                    <a:lnTo>
                      <a:pt x="3160" y="2657"/>
                    </a:lnTo>
                    <a:lnTo>
                      <a:pt x="3181" y="2616"/>
                    </a:lnTo>
                    <a:lnTo>
                      <a:pt x="3265" y="2553"/>
                    </a:lnTo>
                    <a:lnTo>
                      <a:pt x="3286" y="2448"/>
                    </a:lnTo>
                    <a:lnTo>
                      <a:pt x="3369" y="2448"/>
                    </a:lnTo>
                    <a:lnTo>
                      <a:pt x="3390" y="2469"/>
                    </a:lnTo>
                    <a:lnTo>
                      <a:pt x="3495" y="2406"/>
                    </a:lnTo>
                    <a:lnTo>
                      <a:pt x="3516" y="2344"/>
                    </a:lnTo>
                    <a:lnTo>
                      <a:pt x="3516" y="2260"/>
                    </a:lnTo>
                    <a:lnTo>
                      <a:pt x="3495" y="2197"/>
                    </a:lnTo>
                    <a:lnTo>
                      <a:pt x="3411" y="2281"/>
                    </a:lnTo>
                    <a:lnTo>
                      <a:pt x="3369" y="2302"/>
                    </a:lnTo>
                    <a:lnTo>
                      <a:pt x="3348" y="2281"/>
                    </a:lnTo>
                    <a:lnTo>
                      <a:pt x="3286" y="2281"/>
                    </a:lnTo>
                    <a:lnTo>
                      <a:pt x="3286" y="2344"/>
                    </a:lnTo>
                    <a:lnTo>
                      <a:pt x="3286" y="2406"/>
                    </a:lnTo>
                    <a:lnTo>
                      <a:pt x="3244" y="2448"/>
                    </a:lnTo>
                    <a:lnTo>
                      <a:pt x="3181" y="2448"/>
                    </a:lnTo>
                    <a:lnTo>
                      <a:pt x="3097" y="2490"/>
                    </a:lnTo>
                    <a:lnTo>
                      <a:pt x="3055" y="2511"/>
                    </a:lnTo>
                    <a:lnTo>
                      <a:pt x="3055" y="2574"/>
                    </a:lnTo>
                    <a:lnTo>
                      <a:pt x="2993" y="2595"/>
                    </a:lnTo>
                    <a:lnTo>
                      <a:pt x="3035" y="2553"/>
                    </a:lnTo>
                    <a:lnTo>
                      <a:pt x="3035" y="2469"/>
                    </a:lnTo>
                    <a:lnTo>
                      <a:pt x="2993" y="2490"/>
                    </a:lnTo>
                    <a:lnTo>
                      <a:pt x="2951" y="2490"/>
                    </a:lnTo>
                    <a:lnTo>
                      <a:pt x="2993" y="2469"/>
                    </a:lnTo>
                    <a:lnTo>
                      <a:pt x="3055" y="2406"/>
                    </a:lnTo>
                    <a:lnTo>
                      <a:pt x="3076" y="2385"/>
                    </a:lnTo>
                    <a:lnTo>
                      <a:pt x="3035" y="2364"/>
                    </a:lnTo>
                    <a:lnTo>
                      <a:pt x="3076" y="2302"/>
                    </a:lnTo>
                    <a:lnTo>
                      <a:pt x="3097" y="2239"/>
                    </a:lnTo>
                    <a:lnTo>
                      <a:pt x="3055" y="2197"/>
                    </a:lnTo>
                    <a:lnTo>
                      <a:pt x="2993" y="2260"/>
                    </a:lnTo>
                    <a:lnTo>
                      <a:pt x="3035" y="2197"/>
                    </a:lnTo>
                    <a:lnTo>
                      <a:pt x="3035" y="2155"/>
                    </a:lnTo>
                    <a:lnTo>
                      <a:pt x="2993" y="2155"/>
                    </a:lnTo>
                    <a:lnTo>
                      <a:pt x="2930" y="2176"/>
                    </a:lnTo>
                    <a:lnTo>
                      <a:pt x="2878" y="2166"/>
                    </a:lnTo>
                    <a:lnTo>
                      <a:pt x="2878" y="2166"/>
                    </a:lnTo>
                    <a:lnTo>
                      <a:pt x="2825" y="2176"/>
                    </a:lnTo>
                    <a:lnTo>
                      <a:pt x="2872" y="2165"/>
                    </a:lnTo>
                    <a:lnTo>
                      <a:pt x="2872" y="2165"/>
                    </a:lnTo>
                    <a:lnTo>
                      <a:pt x="2825" y="2155"/>
                    </a:lnTo>
                    <a:lnTo>
                      <a:pt x="2909" y="2155"/>
                    </a:lnTo>
                    <a:lnTo>
                      <a:pt x="2993" y="2113"/>
                    </a:lnTo>
                    <a:lnTo>
                      <a:pt x="3035" y="2072"/>
                    </a:lnTo>
                    <a:lnTo>
                      <a:pt x="3076" y="2072"/>
                    </a:lnTo>
                    <a:lnTo>
                      <a:pt x="3139" y="2051"/>
                    </a:lnTo>
                    <a:lnTo>
                      <a:pt x="3139" y="1967"/>
                    </a:lnTo>
                    <a:lnTo>
                      <a:pt x="3181" y="1904"/>
                    </a:lnTo>
                    <a:lnTo>
                      <a:pt x="3181" y="1862"/>
                    </a:lnTo>
                    <a:lnTo>
                      <a:pt x="3097" y="1800"/>
                    </a:lnTo>
                    <a:lnTo>
                      <a:pt x="2993" y="1716"/>
                    </a:lnTo>
                    <a:lnTo>
                      <a:pt x="2888" y="1716"/>
                    </a:lnTo>
                    <a:lnTo>
                      <a:pt x="2783" y="1737"/>
                    </a:lnTo>
                    <a:lnTo>
                      <a:pt x="2742" y="1737"/>
                    </a:lnTo>
                    <a:lnTo>
                      <a:pt x="2742" y="1779"/>
                    </a:lnTo>
                    <a:lnTo>
                      <a:pt x="2679" y="1862"/>
                    </a:lnTo>
                    <a:lnTo>
                      <a:pt x="2658" y="1946"/>
                    </a:lnTo>
                    <a:lnTo>
                      <a:pt x="2679" y="1841"/>
                    </a:lnTo>
                    <a:lnTo>
                      <a:pt x="2658" y="1820"/>
                    </a:lnTo>
                    <a:lnTo>
                      <a:pt x="2679" y="1758"/>
                    </a:lnTo>
                    <a:lnTo>
                      <a:pt x="2742" y="1674"/>
                    </a:lnTo>
                    <a:lnTo>
                      <a:pt x="2721" y="1674"/>
                    </a:lnTo>
                    <a:lnTo>
                      <a:pt x="2637" y="1737"/>
                    </a:lnTo>
                    <a:lnTo>
                      <a:pt x="2574" y="1779"/>
                    </a:lnTo>
                    <a:lnTo>
                      <a:pt x="2553" y="1862"/>
                    </a:lnTo>
                    <a:lnTo>
                      <a:pt x="2532" y="1841"/>
                    </a:lnTo>
                    <a:lnTo>
                      <a:pt x="2491" y="1862"/>
                    </a:lnTo>
                    <a:lnTo>
                      <a:pt x="2449" y="1883"/>
                    </a:lnTo>
                    <a:lnTo>
                      <a:pt x="2428" y="1862"/>
                    </a:lnTo>
                    <a:lnTo>
                      <a:pt x="2344" y="1925"/>
                    </a:lnTo>
                    <a:lnTo>
                      <a:pt x="2323" y="2030"/>
                    </a:lnTo>
                    <a:lnTo>
                      <a:pt x="2239" y="2072"/>
                    </a:lnTo>
                    <a:lnTo>
                      <a:pt x="2239" y="2072"/>
                    </a:lnTo>
                    <a:lnTo>
                      <a:pt x="2281" y="2030"/>
                    </a:lnTo>
                    <a:lnTo>
                      <a:pt x="2323" y="1883"/>
                    </a:lnTo>
                    <a:lnTo>
                      <a:pt x="2365" y="1779"/>
                    </a:lnTo>
                    <a:lnTo>
                      <a:pt x="2344" y="1758"/>
                    </a:lnTo>
                    <a:lnTo>
                      <a:pt x="2281" y="1779"/>
                    </a:lnTo>
                    <a:lnTo>
                      <a:pt x="2260" y="1841"/>
                    </a:lnTo>
                    <a:lnTo>
                      <a:pt x="2219" y="1883"/>
                    </a:lnTo>
                    <a:lnTo>
                      <a:pt x="2177" y="1841"/>
                    </a:lnTo>
                    <a:lnTo>
                      <a:pt x="2239" y="1779"/>
                    </a:lnTo>
                    <a:lnTo>
                      <a:pt x="2260" y="1737"/>
                    </a:lnTo>
                    <a:lnTo>
                      <a:pt x="2260" y="1716"/>
                    </a:lnTo>
                    <a:lnTo>
                      <a:pt x="2177" y="1737"/>
                    </a:lnTo>
                    <a:lnTo>
                      <a:pt x="2072" y="1820"/>
                    </a:lnTo>
                    <a:lnTo>
                      <a:pt x="2030" y="1820"/>
                    </a:lnTo>
                    <a:lnTo>
                      <a:pt x="2009" y="1737"/>
                    </a:lnTo>
                    <a:lnTo>
                      <a:pt x="1967" y="1737"/>
                    </a:lnTo>
                    <a:lnTo>
                      <a:pt x="1905" y="1820"/>
                    </a:lnTo>
                    <a:lnTo>
                      <a:pt x="1842" y="1820"/>
                    </a:lnTo>
                    <a:lnTo>
                      <a:pt x="1842" y="1779"/>
                    </a:lnTo>
                    <a:lnTo>
                      <a:pt x="1947" y="1737"/>
                    </a:lnTo>
                    <a:lnTo>
                      <a:pt x="2009" y="1632"/>
                    </a:lnTo>
                    <a:lnTo>
                      <a:pt x="2030" y="1548"/>
                    </a:lnTo>
                    <a:lnTo>
                      <a:pt x="1947" y="1548"/>
                    </a:lnTo>
                    <a:lnTo>
                      <a:pt x="1863" y="1611"/>
                    </a:lnTo>
                    <a:lnTo>
                      <a:pt x="1863" y="1611"/>
                    </a:lnTo>
                    <a:lnTo>
                      <a:pt x="1926" y="1527"/>
                    </a:lnTo>
                    <a:lnTo>
                      <a:pt x="2009" y="1444"/>
                    </a:lnTo>
                    <a:lnTo>
                      <a:pt x="2114" y="1444"/>
                    </a:lnTo>
                    <a:lnTo>
                      <a:pt x="2156" y="1423"/>
                    </a:lnTo>
                    <a:lnTo>
                      <a:pt x="2239" y="1381"/>
                    </a:lnTo>
                    <a:lnTo>
                      <a:pt x="2281" y="1339"/>
                    </a:lnTo>
                    <a:lnTo>
                      <a:pt x="2281" y="1276"/>
                    </a:lnTo>
                    <a:lnTo>
                      <a:pt x="2260" y="1318"/>
                    </a:lnTo>
                    <a:lnTo>
                      <a:pt x="2156" y="1339"/>
                    </a:lnTo>
                    <a:lnTo>
                      <a:pt x="2114" y="1318"/>
                    </a:lnTo>
                    <a:lnTo>
                      <a:pt x="2030" y="1235"/>
                    </a:lnTo>
                    <a:lnTo>
                      <a:pt x="1967" y="1235"/>
                    </a:lnTo>
                    <a:lnTo>
                      <a:pt x="1926" y="1255"/>
                    </a:lnTo>
                    <a:lnTo>
                      <a:pt x="1967" y="1151"/>
                    </a:lnTo>
                    <a:lnTo>
                      <a:pt x="2009" y="1130"/>
                    </a:lnTo>
                    <a:lnTo>
                      <a:pt x="2009" y="1109"/>
                    </a:lnTo>
                    <a:lnTo>
                      <a:pt x="1947" y="1130"/>
                    </a:lnTo>
                    <a:lnTo>
                      <a:pt x="1863" y="1193"/>
                    </a:lnTo>
                    <a:lnTo>
                      <a:pt x="1821" y="1255"/>
                    </a:lnTo>
                    <a:lnTo>
                      <a:pt x="1737" y="1339"/>
                    </a:lnTo>
                    <a:lnTo>
                      <a:pt x="1695" y="1360"/>
                    </a:lnTo>
                    <a:lnTo>
                      <a:pt x="1654" y="1423"/>
                    </a:lnTo>
                    <a:lnTo>
                      <a:pt x="1591" y="1465"/>
                    </a:lnTo>
                    <a:lnTo>
                      <a:pt x="1528" y="1548"/>
                    </a:lnTo>
                    <a:lnTo>
                      <a:pt x="1528" y="1444"/>
                    </a:lnTo>
                    <a:lnTo>
                      <a:pt x="1549" y="1360"/>
                    </a:lnTo>
                    <a:lnTo>
                      <a:pt x="1612" y="1297"/>
                    </a:lnTo>
                    <a:lnTo>
                      <a:pt x="1612" y="1235"/>
                    </a:lnTo>
                    <a:lnTo>
                      <a:pt x="1654" y="1130"/>
                    </a:lnTo>
                    <a:lnTo>
                      <a:pt x="1737" y="1046"/>
                    </a:lnTo>
                    <a:lnTo>
                      <a:pt x="1737" y="1004"/>
                    </a:lnTo>
                    <a:lnTo>
                      <a:pt x="1800" y="942"/>
                    </a:lnTo>
                    <a:lnTo>
                      <a:pt x="1821" y="921"/>
                    </a:lnTo>
                    <a:lnTo>
                      <a:pt x="1863" y="816"/>
                    </a:lnTo>
                    <a:lnTo>
                      <a:pt x="1947" y="774"/>
                    </a:lnTo>
                    <a:lnTo>
                      <a:pt x="2009" y="711"/>
                    </a:lnTo>
                    <a:lnTo>
                      <a:pt x="2051" y="691"/>
                    </a:lnTo>
                    <a:lnTo>
                      <a:pt x="2072" y="670"/>
                    </a:lnTo>
                    <a:lnTo>
                      <a:pt x="2072" y="607"/>
                    </a:lnTo>
                    <a:lnTo>
                      <a:pt x="2114" y="565"/>
                    </a:lnTo>
                    <a:lnTo>
                      <a:pt x="2135" y="481"/>
                    </a:lnTo>
                    <a:lnTo>
                      <a:pt x="2135" y="523"/>
                    </a:lnTo>
                    <a:lnTo>
                      <a:pt x="2114" y="586"/>
                    </a:lnTo>
                    <a:lnTo>
                      <a:pt x="2135" y="628"/>
                    </a:lnTo>
                    <a:lnTo>
                      <a:pt x="2219" y="523"/>
                    </a:lnTo>
                    <a:lnTo>
                      <a:pt x="2323" y="419"/>
                    </a:lnTo>
                    <a:lnTo>
                      <a:pt x="2344" y="377"/>
                    </a:lnTo>
                    <a:lnTo>
                      <a:pt x="2323" y="314"/>
                    </a:lnTo>
                    <a:lnTo>
                      <a:pt x="2260" y="314"/>
                    </a:lnTo>
                    <a:lnTo>
                      <a:pt x="2219" y="377"/>
                    </a:lnTo>
                    <a:lnTo>
                      <a:pt x="2177" y="293"/>
                    </a:lnTo>
                    <a:lnTo>
                      <a:pt x="2156" y="272"/>
                    </a:lnTo>
                    <a:lnTo>
                      <a:pt x="2177" y="209"/>
                    </a:lnTo>
                    <a:lnTo>
                      <a:pt x="2239" y="188"/>
                    </a:lnTo>
                    <a:lnTo>
                      <a:pt x="2323" y="209"/>
                    </a:lnTo>
                    <a:lnTo>
                      <a:pt x="2386" y="272"/>
                    </a:lnTo>
                    <a:lnTo>
                      <a:pt x="2449" y="251"/>
                    </a:lnTo>
                    <a:lnTo>
                      <a:pt x="2491" y="188"/>
                    </a:lnTo>
                    <a:lnTo>
                      <a:pt x="2491" y="42"/>
                    </a:lnTo>
                    <a:lnTo>
                      <a:pt x="2428" y="42"/>
                    </a:lnTo>
                    <a:lnTo>
                      <a:pt x="2365" y="63"/>
                    </a:lnTo>
                    <a:lnTo>
                      <a:pt x="2365" y="105"/>
                    </a:lnTo>
                    <a:lnTo>
                      <a:pt x="2323" y="105"/>
                    </a:lnTo>
                    <a:lnTo>
                      <a:pt x="2323" y="63"/>
                    </a:lnTo>
                    <a:lnTo>
                      <a:pt x="232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60"/>
              <p:cNvSpPr/>
              <p:nvPr/>
            </p:nvSpPr>
            <p:spPr>
              <a:xfrm>
                <a:off x="1922950" y="1659350"/>
                <a:ext cx="1050900" cy="913875"/>
              </a:xfrm>
              <a:custGeom>
                <a:rect b="b" l="l" r="r" t="t"/>
                <a:pathLst>
                  <a:path extrusionOk="0" h="36555" w="42036">
                    <a:moveTo>
                      <a:pt x="4310" y="26929"/>
                    </a:moveTo>
                    <a:lnTo>
                      <a:pt x="4310" y="27055"/>
                    </a:lnTo>
                    <a:lnTo>
                      <a:pt x="4268" y="27159"/>
                    </a:lnTo>
                    <a:lnTo>
                      <a:pt x="4101" y="27264"/>
                    </a:lnTo>
                    <a:lnTo>
                      <a:pt x="4076" y="27268"/>
                    </a:lnTo>
                    <a:lnTo>
                      <a:pt x="4076" y="27268"/>
                    </a:lnTo>
                    <a:lnTo>
                      <a:pt x="4101" y="27243"/>
                    </a:lnTo>
                    <a:lnTo>
                      <a:pt x="4185" y="27117"/>
                    </a:lnTo>
                    <a:lnTo>
                      <a:pt x="4289" y="27034"/>
                    </a:lnTo>
                    <a:lnTo>
                      <a:pt x="4310" y="26929"/>
                    </a:lnTo>
                    <a:close/>
                    <a:moveTo>
                      <a:pt x="40508" y="27473"/>
                    </a:moveTo>
                    <a:lnTo>
                      <a:pt x="40299" y="27557"/>
                    </a:lnTo>
                    <a:lnTo>
                      <a:pt x="40090" y="27599"/>
                    </a:lnTo>
                    <a:lnTo>
                      <a:pt x="40132" y="27536"/>
                    </a:lnTo>
                    <a:lnTo>
                      <a:pt x="40404" y="27473"/>
                    </a:lnTo>
                    <a:close/>
                    <a:moveTo>
                      <a:pt x="19459" y="0"/>
                    </a:moveTo>
                    <a:lnTo>
                      <a:pt x="19187" y="105"/>
                    </a:lnTo>
                    <a:lnTo>
                      <a:pt x="18810" y="105"/>
                    </a:lnTo>
                    <a:lnTo>
                      <a:pt x="18727" y="63"/>
                    </a:lnTo>
                    <a:lnTo>
                      <a:pt x="18392" y="84"/>
                    </a:lnTo>
                    <a:lnTo>
                      <a:pt x="18308" y="63"/>
                    </a:lnTo>
                    <a:lnTo>
                      <a:pt x="18120" y="105"/>
                    </a:lnTo>
                    <a:lnTo>
                      <a:pt x="18078" y="210"/>
                    </a:lnTo>
                    <a:lnTo>
                      <a:pt x="18120" y="272"/>
                    </a:lnTo>
                    <a:lnTo>
                      <a:pt x="18078" y="377"/>
                    </a:lnTo>
                    <a:lnTo>
                      <a:pt x="18078" y="524"/>
                    </a:lnTo>
                    <a:lnTo>
                      <a:pt x="18036" y="775"/>
                    </a:lnTo>
                    <a:lnTo>
                      <a:pt x="18120" y="879"/>
                    </a:lnTo>
                    <a:lnTo>
                      <a:pt x="18036" y="942"/>
                    </a:lnTo>
                    <a:lnTo>
                      <a:pt x="17911" y="942"/>
                    </a:lnTo>
                    <a:lnTo>
                      <a:pt x="17764" y="1109"/>
                    </a:lnTo>
                    <a:lnTo>
                      <a:pt x="17701" y="1214"/>
                    </a:lnTo>
                    <a:lnTo>
                      <a:pt x="17471" y="1298"/>
                    </a:lnTo>
                    <a:lnTo>
                      <a:pt x="17367" y="1444"/>
                    </a:lnTo>
                    <a:lnTo>
                      <a:pt x="17095" y="1633"/>
                    </a:lnTo>
                    <a:lnTo>
                      <a:pt x="16990" y="1674"/>
                    </a:lnTo>
                    <a:lnTo>
                      <a:pt x="16990" y="1758"/>
                    </a:lnTo>
                    <a:lnTo>
                      <a:pt x="17074" y="1925"/>
                    </a:lnTo>
                    <a:lnTo>
                      <a:pt x="17074" y="2072"/>
                    </a:lnTo>
                    <a:lnTo>
                      <a:pt x="16760" y="2030"/>
                    </a:lnTo>
                    <a:lnTo>
                      <a:pt x="16739" y="1946"/>
                    </a:lnTo>
                    <a:lnTo>
                      <a:pt x="16718" y="2135"/>
                    </a:lnTo>
                    <a:lnTo>
                      <a:pt x="16613" y="2281"/>
                    </a:lnTo>
                    <a:lnTo>
                      <a:pt x="16530" y="2302"/>
                    </a:lnTo>
                    <a:lnTo>
                      <a:pt x="16509" y="2365"/>
                    </a:lnTo>
                    <a:lnTo>
                      <a:pt x="16300" y="2407"/>
                    </a:lnTo>
                    <a:lnTo>
                      <a:pt x="16237" y="2574"/>
                    </a:lnTo>
                    <a:lnTo>
                      <a:pt x="16132" y="2595"/>
                    </a:lnTo>
                    <a:lnTo>
                      <a:pt x="16028" y="2700"/>
                    </a:lnTo>
                    <a:lnTo>
                      <a:pt x="15944" y="2700"/>
                    </a:lnTo>
                    <a:lnTo>
                      <a:pt x="15923" y="2804"/>
                    </a:lnTo>
                    <a:lnTo>
                      <a:pt x="15776" y="2888"/>
                    </a:lnTo>
                    <a:lnTo>
                      <a:pt x="15672" y="2993"/>
                    </a:lnTo>
                    <a:lnTo>
                      <a:pt x="15588" y="2972"/>
                    </a:lnTo>
                    <a:lnTo>
                      <a:pt x="15588" y="3076"/>
                    </a:lnTo>
                    <a:lnTo>
                      <a:pt x="15776" y="3139"/>
                    </a:lnTo>
                    <a:lnTo>
                      <a:pt x="15986" y="3139"/>
                    </a:lnTo>
                    <a:lnTo>
                      <a:pt x="15986" y="3244"/>
                    </a:lnTo>
                    <a:lnTo>
                      <a:pt x="15839" y="3202"/>
                    </a:lnTo>
                    <a:lnTo>
                      <a:pt x="15944" y="3516"/>
                    </a:lnTo>
                    <a:lnTo>
                      <a:pt x="16028" y="3599"/>
                    </a:lnTo>
                    <a:lnTo>
                      <a:pt x="16007" y="3725"/>
                    </a:lnTo>
                    <a:lnTo>
                      <a:pt x="15944" y="3871"/>
                    </a:lnTo>
                    <a:lnTo>
                      <a:pt x="16007" y="4018"/>
                    </a:lnTo>
                    <a:lnTo>
                      <a:pt x="15902" y="4185"/>
                    </a:lnTo>
                    <a:lnTo>
                      <a:pt x="15902" y="4394"/>
                    </a:lnTo>
                    <a:lnTo>
                      <a:pt x="15902" y="4457"/>
                    </a:lnTo>
                    <a:lnTo>
                      <a:pt x="15986" y="4457"/>
                    </a:lnTo>
                    <a:lnTo>
                      <a:pt x="16028" y="4478"/>
                    </a:lnTo>
                    <a:lnTo>
                      <a:pt x="16111" y="4394"/>
                    </a:lnTo>
                    <a:lnTo>
                      <a:pt x="16237" y="4374"/>
                    </a:lnTo>
                    <a:lnTo>
                      <a:pt x="16341" y="4394"/>
                    </a:lnTo>
                    <a:lnTo>
                      <a:pt x="16509" y="4374"/>
                    </a:lnTo>
                    <a:lnTo>
                      <a:pt x="16676" y="4227"/>
                    </a:lnTo>
                    <a:lnTo>
                      <a:pt x="16760" y="4185"/>
                    </a:lnTo>
                    <a:lnTo>
                      <a:pt x="16760" y="4143"/>
                    </a:lnTo>
                    <a:lnTo>
                      <a:pt x="16864" y="4060"/>
                    </a:lnTo>
                    <a:lnTo>
                      <a:pt x="16927" y="4143"/>
                    </a:lnTo>
                    <a:lnTo>
                      <a:pt x="16927" y="4269"/>
                    </a:lnTo>
                    <a:lnTo>
                      <a:pt x="16844" y="4353"/>
                    </a:lnTo>
                    <a:lnTo>
                      <a:pt x="16927" y="4457"/>
                    </a:lnTo>
                    <a:lnTo>
                      <a:pt x="17032" y="4457"/>
                    </a:lnTo>
                    <a:lnTo>
                      <a:pt x="17178" y="4374"/>
                    </a:lnTo>
                    <a:lnTo>
                      <a:pt x="17346" y="4374"/>
                    </a:lnTo>
                    <a:lnTo>
                      <a:pt x="17450" y="4248"/>
                    </a:lnTo>
                    <a:lnTo>
                      <a:pt x="17597" y="4081"/>
                    </a:lnTo>
                    <a:lnTo>
                      <a:pt x="17576" y="4018"/>
                    </a:lnTo>
                    <a:lnTo>
                      <a:pt x="17701" y="3850"/>
                    </a:lnTo>
                    <a:lnTo>
                      <a:pt x="17722" y="3767"/>
                    </a:lnTo>
                    <a:lnTo>
                      <a:pt x="17890" y="3620"/>
                    </a:lnTo>
                    <a:lnTo>
                      <a:pt x="18015" y="3557"/>
                    </a:lnTo>
                    <a:lnTo>
                      <a:pt x="18036" y="3453"/>
                    </a:lnTo>
                    <a:lnTo>
                      <a:pt x="18099" y="3306"/>
                    </a:lnTo>
                    <a:lnTo>
                      <a:pt x="18204" y="3453"/>
                    </a:lnTo>
                    <a:lnTo>
                      <a:pt x="18350" y="3453"/>
                    </a:lnTo>
                    <a:lnTo>
                      <a:pt x="18497" y="3348"/>
                    </a:lnTo>
                    <a:lnTo>
                      <a:pt x="18643" y="3327"/>
                    </a:lnTo>
                    <a:lnTo>
                      <a:pt x="18706" y="3181"/>
                    </a:lnTo>
                    <a:lnTo>
                      <a:pt x="18769" y="3181"/>
                    </a:lnTo>
                    <a:lnTo>
                      <a:pt x="18873" y="3076"/>
                    </a:lnTo>
                    <a:lnTo>
                      <a:pt x="18936" y="2909"/>
                    </a:lnTo>
                    <a:lnTo>
                      <a:pt x="19124" y="2867"/>
                    </a:lnTo>
                    <a:lnTo>
                      <a:pt x="19187" y="2846"/>
                    </a:lnTo>
                    <a:lnTo>
                      <a:pt x="19250" y="2888"/>
                    </a:lnTo>
                    <a:lnTo>
                      <a:pt x="19333" y="2846"/>
                    </a:lnTo>
                    <a:lnTo>
                      <a:pt x="19543" y="2846"/>
                    </a:lnTo>
                    <a:lnTo>
                      <a:pt x="19668" y="2762"/>
                    </a:lnTo>
                    <a:lnTo>
                      <a:pt x="19773" y="2762"/>
                    </a:lnTo>
                    <a:lnTo>
                      <a:pt x="20024" y="2658"/>
                    </a:lnTo>
                    <a:lnTo>
                      <a:pt x="20233" y="2616"/>
                    </a:lnTo>
                    <a:lnTo>
                      <a:pt x="20296" y="2595"/>
                    </a:lnTo>
                    <a:cubicBezTo>
                      <a:pt x="20338" y="2679"/>
                      <a:pt x="20442" y="2741"/>
                      <a:pt x="20526" y="2762"/>
                    </a:cubicBezTo>
                    <a:lnTo>
                      <a:pt x="20401" y="2783"/>
                    </a:lnTo>
                    <a:lnTo>
                      <a:pt x="19877" y="2993"/>
                    </a:lnTo>
                    <a:lnTo>
                      <a:pt x="19752" y="3097"/>
                    </a:lnTo>
                    <a:lnTo>
                      <a:pt x="19438" y="3181"/>
                    </a:lnTo>
                    <a:lnTo>
                      <a:pt x="19020" y="3369"/>
                    </a:lnTo>
                    <a:lnTo>
                      <a:pt x="18852" y="3495"/>
                    </a:lnTo>
                    <a:lnTo>
                      <a:pt x="18852" y="3578"/>
                    </a:lnTo>
                    <a:lnTo>
                      <a:pt x="18957" y="3578"/>
                    </a:lnTo>
                    <a:lnTo>
                      <a:pt x="19020" y="3620"/>
                    </a:lnTo>
                    <a:lnTo>
                      <a:pt x="18915" y="3704"/>
                    </a:lnTo>
                    <a:lnTo>
                      <a:pt x="18831" y="3704"/>
                    </a:lnTo>
                    <a:lnTo>
                      <a:pt x="18643" y="3850"/>
                    </a:lnTo>
                    <a:lnTo>
                      <a:pt x="18497" y="3850"/>
                    </a:lnTo>
                    <a:lnTo>
                      <a:pt x="18413" y="3934"/>
                    </a:lnTo>
                    <a:lnTo>
                      <a:pt x="18392" y="4039"/>
                    </a:lnTo>
                    <a:lnTo>
                      <a:pt x="18225" y="4143"/>
                    </a:lnTo>
                    <a:lnTo>
                      <a:pt x="18162" y="4227"/>
                    </a:lnTo>
                    <a:lnTo>
                      <a:pt x="18162" y="4353"/>
                    </a:lnTo>
                    <a:lnTo>
                      <a:pt x="18225" y="4311"/>
                    </a:lnTo>
                    <a:lnTo>
                      <a:pt x="18308" y="4374"/>
                    </a:lnTo>
                    <a:lnTo>
                      <a:pt x="18266" y="4457"/>
                    </a:lnTo>
                    <a:lnTo>
                      <a:pt x="18287" y="4478"/>
                    </a:lnTo>
                    <a:lnTo>
                      <a:pt x="18371" y="4457"/>
                    </a:lnTo>
                    <a:lnTo>
                      <a:pt x="18476" y="4415"/>
                    </a:lnTo>
                    <a:lnTo>
                      <a:pt x="18580" y="4415"/>
                    </a:lnTo>
                    <a:lnTo>
                      <a:pt x="18643" y="4457"/>
                    </a:lnTo>
                    <a:lnTo>
                      <a:pt x="18622" y="4541"/>
                    </a:lnTo>
                    <a:lnTo>
                      <a:pt x="18497" y="4583"/>
                    </a:lnTo>
                    <a:lnTo>
                      <a:pt x="18371" y="4520"/>
                    </a:lnTo>
                    <a:lnTo>
                      <a:pt x="18287" y="4562"/>
                    </a:lnTo>
                    <a:lnTo>
                      <a:pt x="18308" y="4666"/>
                    </a:lnTo>
                    <a:lnTo>
                      <a:pt x="18517" y="4771"/>
                    </a:lnTo>
                    <a:lnTo>
                      <a:pt x="18601" y="4729"/>
                    </a:lnTo>
                    <a:lnTo>
                      <a:pt x="18622" y="4646"/>
                    </a:lnTo>
                    <a:lnTo>
                      <a:pt x="18685" y="4646"/>
                    </a:lnTo>
                    <a:lnTo>
                      <a:pt x="18727" y="4687"/>
                    </a:lnTo>
                    <a:lnTo>
                      <a:pt x="18685" y="4771"/>
                    </a:lnTo>
                    <a:lnTo>
                      <a:pt x="18789" y="4771"/>
                    </a:lnTo>
                    <a:lnTo>
                      <a:pt x="18957" y="4792"/>
                    </a:lnTo>
                    <a:lnTo>
                      <a:pt x="19145" y="4750"/>
                    </a:lnTo>
                    <a:lnTo>
                      <a:pt x="19250" y="4750"/>
                    </a:lnTo>
                    <a:lnTo>
                      <a:pt x="19417" y="4834"/>
                    </a:lnTo>
                    <a:lnTo>
                      <a:pt x="19543" y="4792"/>
                    </a:lnTo>
                    <a:lnTo>
                      <a:pt x="19647" y="4855"/>
                    </a:lnTo>
                    <a:lnTo>
                      <a:pt x="19689" y="4959"/>
                    </a:lnTo>
                    <a:lnTo>
                      <a:pt x="19773" y="4959"/>
                    </a:lnTo>
                    <a:lnTo>
                      <a:pt x="19752" y="5001"/>
                    </a:lnTo>
                    <a:lnTo>
                      <a:pt x="19668" y="5001"/>
                    </a:lnTo>
                    <a:lnTo>
                      <a:pt x="19522" y="4897"/>
                    </a:lnTo>
                    <a:lnTo>
                      <a:pt x="19313" y="4897"/>
                    </a:lnTo>
                    <a:lnTo>
                      <a:pt x="19250" y="4959"/>
                    </a:lnTo>
                    <a:lnTo>
                      <a:pt x="19375" y="5001"/>
                    </a:lnTo>
                    <a:lnTo>
                      <a:pt x="19417" y="5064"/>
                    </a:lnTo>
                    <a:lnTo>
                      <a:pt x="19229" y="5064"/>
                    </a:lnTo>
                    <a:lnTo>
                      <a:pt x="19145" y="4980"/>
                    </a:lnTo>
                    <a:lnTo>
                      <a:pt x="18894" y="5001"/>
                    </a:lnTo>
                    <a:lnTo>
                      <a:pt x="18810" y="5064"/>
                    </a:lnTo>
                    <a:lnTo>
                      <a:pt x="18727" y="5001"/>
                    </a:lnTo>
                    <a:lnTo>
                      <a:pt x="18643" y="5001"/>
                    </a:lnTo>
                    <a:lnTo>
                      <a:pt x="18580" y="5043"/>
                    </a:lnTo>
                    <a:lnTo>
                      <a:pt x="18497" y="5043"/>
                    </a:lnTo>
                    <a:lnTo>
                      <a:pt x="18225" y="5064"/>
                    </a:lnTo>
                    <a:lnTo>
                      <a:pt x="18183" y="5085"/>
                    </a:lnTo>
                    <a:lnTo>
                      <a:pt x="17973" y="5127"/>
                    </a:lnTo>
                    <a:lnTo>
                      <a:pt x="17953" y="5273"/>
                    </a:lnTo>
                    <a:lnTo>
                      <a:pt x="17973" y="5587"/>
                    </a:lnTo>
                    <a:lnTo>
                      <a:pt x="17994" y="5629"/>
                    </a:lnTo>
                    <a:lnTo>
                      <a:pt x="17994" y="5754"/>
                    </a:lnTo>
                    <a:lnTo>
                      <a:pt x="17953" y="5796"/>
                    </a:lnTo>
                    <a:lnTo>
                      <a:pt x="17953" y="5859"/>
                    </a:lnTo>
                    <a:lnTo>
                      <a:pt x="17994" y="5922"/>
                    </a:lnTo>
                    <a:lnTo>
                      <a:pt x="18099" y="5901"/>
                    </a:lnTo>
                    <a:lnTo>
                      <a:pt x="18141" y="5901"/>
                    </a:lnTo>
                    <a:lnTo>
                      <a:pt x="18225" y="5943"/>
                    </a:lnTo>
                    <a:lnTo>
                      <a:pt x="18329" y="5943"/>
                    </a:lnTo>
                    <a:lnTo>
                      <a:pt x="18371" y="5901"/>
                    </a:lnTo>
                    <a:lnTo>
                      <a:pt x="18392" y="5901"/>
                    </a:lnTo>
                    <a:lnTo>
                      <a:pt x="18476" y="5922"/>
                    </a:lnTo>
                    <a:lnTo>
                      <a:pt x="18517" y="5964"/>
                    </a:lnTo>
                    <a:lnTo>
                      <a:pt x="18559" y="5943"/>
                    </a:lnTo>
                    <a:lnTo>
                      <a:pt x="18622" y="6006"/>
                    </a:lnTo>
                    <a:lnTo>
                      <a:pt x="18622" y="6047"/>
                    </a:lnTo>
                    <a:lnTo>
                      <a:pt x="18706" y="6068"/>
                    </a:lnTo>
                    <a:lnTo>
                      <a:pt x="18789" y="6047"/>
                    </a:lnTo>
                    <a:lnTo>
                      <a:pt x="18852" y="6047"/>
                    </a:lnTo>
                    <a:lnTo>
                      <a:pt x="18915" y="6110"/>
                    </a:lnTo>
                    <a:lnTo>
                      <a:pt x="19041" y="6110"/>
                    </a:lnTo>
                    <a:lnTo>
                      <a:pt x="19124" y="6068"/>
                    </a:lnTo>
                    <a:lnTo>
                      <a:pt x="19229" y="6131"/>
                    </a:lnTo>
                    <a:lnTo>
                      <a:pt x="19333" y="6068"/>
                    </a:lnTo>
                    <a:lnTo>
                      <a:pt x="19417" y="6110"/>
                    </a:lnTo>
                    <a:lnTo>
                      <a:pt x="19543" y="6110"/>
                    </a:lnTo>
                    <a:lnTo>
                      <a:pt x="19647" y="6068"/>
                    </a:lnTo>
                    <a:lnTo>
                      <a:pt x="19752" y="6131"/>
                    </a:lnTo>
                    <a:lnTo>
                      <a:pt x="19773" y="6215"/>
                    </a:lnTo>
                    <a:lnTo>
                      <a:pt x="19857" y="6152"/>
                    </a:lnTo>
                    <a:lnTo>
                      <a:pt x="19877" y="6257"/>
                    </a:lnTo>
                    <a:lnTo>
                      <a:pt x="19982" y="6340"/>
                    </a:lnTo>
                    <a:lnTo>
                      <a:pt x="19982" y="6382"/>
                    </a:lnTo>
                    <a:lnTo>
                      <a:pt x="20003" y="6445"/>
                    </a:lnTo>
                    <a:lnTo>
                      <a:pt x="20108" y="6445"/>
                    </a:lnTo>
                    <a:lnTo>
                      <a:pt x="20191" y="6466"/>
                    </a:lnTo>
                    <a:lnTo>
                      <a:pt x="20212" y="6550"/>
                    </a:lnTo>
                    <a:lnTo>
                      <a:pt x="20275" y="6570"/>
                    </a:lnTo>
                    <a:lnTo>
                      <a:pt x="20359" y="6654"/>
                    </a:lnTo>
                    <a:lnTo>
                      <a:pt x="20317" y="6696"/>
                    </a:lnTo>
                    <a:lnTo>
                      <a:pt x="20317" y="6780"/>
                    </a:lnTo>
                    <a:lnTo>
                      <a:pt x="20422" y="6884"/>
                    </a:lnTo>
                    <a:lnTo>
                      <a:pt x="20589" y="6989"/>
                    </a:lnTo>
                    <a:lnTo>
                      <a:pt x="20589" y="7052"/>
                    </a:lnTo>
                    <a:lnTo>
                      <a:pt x="20568" y="7073"/>
                    </a:lnTo>
                    <a:lnTo>
                      <a:pt x="20589" y="7114"/>
                    </a:lnTo>
                    <a:lnTo>
                      <a:pt x="20526" y="7094"/>
                    </a:lnTo>
                    <a:lnTo>
                      <a:pt x="20317" y="7052"/>
                    </a:lnTo>
                    <a:lnTo>
                      <a:pt x="20170" y="6989"/>
                    </a:lnTo>
                    <a:lnTo>
                      <a:pt x="20087" y="7010"/>
                    </a:lnTo>
                    <a:lnTo>
                      <a:pt x="20003" y="6989"/>
                    </a:lnTo>
                    <a:lnTo>
                      <a:pt x="19982" y="7010"/>
                    </a:lnTo>
                    <a:lnTo>
                      <a:pt x="19898" y="7010"/>
                    </a:lnTo>
                    <a:lnTo>
                      <a:pt x="19836" y="6905"/>
                    </a:lnTo>
                    <a:lnTo>
                      <a:pt x="19752" y="6905"/>
                    </a:lnTo>
                    <a:lnTo>
                      <a:pt x="19689" y="6801"/>
                    </a:lnTo>
                    <a:lnTo>
                      <a:pt x="19647" y="6780"/>
                    </a:lnTo>
                    <a:lnTo>
                      <a:pt x="19522" y="6801"/>
                    </a:lnTo>
                    <a:lnTo>
                      <a:pt x="19438" y="6780"/>
                    </a:lnTo>
                    <a:lnTo>
                      <a:pt x="19375" y="6738"/>
                    </a:lnTo>
                    <a:lnTo>
                      <a:pt x="19250" y="6675"/>
                    </a:lnTo>
                    <a:lnTo>
                      <a:pt x="19229" y="6591"/>
                    </a:lnTo>
                    <a:lnTo>
                      <a:pt x="19166" y="6591"/>
                    </a:lnTo>
                    <a:lnTo>
                      <a:pt x="19124" y="6570"/>
                    </a:lnTo>
                    <a:lnTo>
                      <a:pt x="18999" y="6570"/>
                    </a:lnTo>
                    <a:lnTo>
                      <a:pt x="18936" y="6550"/>
                    </a:lnTo>
                    <a:lnTo>
                      <a:pt x="18685" y="6550"/>
                    </a:lnTo>
                    <a:lnTo>
                      <a:pt x="18517" y="6529"/>
                    </a:lnTo>
                    <a:lnTo>
                      <a:pt x="18413" y="6487"/>
                    </a:lnTo>
                    <a:lnTo>
                      <a:pt x="17973" y="6487"/>
                    </a:lnTo>
                    <a:lnTo>
                      <a:pt x="17890" y="6529"/>
                    </a:lnTo>
                    <a:lnTo>
                      <a:pt x="17764" y="6550"/>
                    </a:lnTo>
                    <a:lnTo>
                      <a:pt x="17701" y="6633"/>
                    </a:lnTo>
                    <a:lnTo>
                      <a:pt x="17701" y="6801"/>
                    </a:lnTo>
                    <a:lnTo>
                      <a:pt x="17597" y="6968"/>
                    </a:lnTo>
                    <a:lnTo>
                      <a:pt x="17639" y="7156"/>
                    </a:lnTo>
                    <a:lnTo>
                      <a:pt x="17597" y="7219"/>
                    </a:lnTo>
                    <a:lnTo>
                      <a:pt x="17639" y="7282"/>
                    </a:lnTo>
                    <a:lnTo>
                      <a:pt x="17701" y="7303"/>
                    </a:lnTo>
                    <a:lnTo>
                      <a:pt x="17681" y="7366"/>
                    </a:lnTo>
                    <a:lnTo>
                      <a:pt x="17639" y="7387"/>
                    </a:lnTo>
                    <a:lnTo>
                      <a:pt x="17701" y="7617"/>
                    </a:lnTo>
                    <a:lnTo>
                      <a:pt x="17785" y="7700"/>
                    </a:lnTo>
                    <a:lnTo>
                      <a:pt x="17806" y="7742"/>
                    </a:lnTo>
                    <a:lnTo>
                      <a:pt x="17973" y="7847"/>
                    </a:lnTo>
                    <a:lnTo>
                      <a:pt x="18015" y="7910"/>
                    </a:lnTo>
                    <a:lnTo>
                      <a:pt x="18120" y="7889"/>
                    </a:lnTo>
                    <a:lnTo>
                      <a:pt x="18183" y="7951"/>
                    </a:lnTo>
                    <a:lnTo>
                      <a:pt x="18266" y="7993"/>
                    </a:lnTo>
                    <a:lnTo>
                      <a:pt x="18392" y="7931"/>
                    </a:lnTo>
                    <a:lnTo>
                      <a:pt x="18476" y="7931"/>
                    </a:lnTo>
                    <a:lnTo>
                      <a:pt x="18538" y="8014"/>
                    </a:lnTo>
                    <a:lnTo>
                      <a:pt x="18685" y="8014"/>
                    </a:lnTo>
                    <a:lnTo>
                      <a:pt x="18748" y="8140"/>
                    </a:lnTo>
                    <a:lnTo>
                      <a:pt x="18831" y="8161"/>
                    </a:lnTo>
                    <a:lnTo>
                      <a:pt x="18852" y="8223"/>
                    </a:lnTo>
                    <a:lnTo>
                      <a:pt x="18727" y="8265"/>
                    </a:lnTo>
                    <a:lnTo>
                      <a:pt x="18727" y="8349"/>
                    </a:lnTo>
                    <a:lnTo>
                      <a:pt x="18685" y="8412"/>
                    </a:lnTo>
                    <a:lnTo>
                      <a:pt x="18685" y="8454"/>
                    </a:lnTo>
                    <a:lnTo>
                      <a:pt x="18622" y="8537"/>
                    </a:lnTo>
                    <a:lnTo>
                      <a:pt x="18497" y="8621"/>
                    </a:lnTo>
                    <a:lnTo>
                      <a:pt x="18497" y="8663"/>
                    </a:lnTo>
                    <a:lnTo>
                      <a:pt x="18434" y="8747"/>
                    </a:lnTo>
                    <a:lnTo>
                      <a:pt x="18517" y="8788"/>
                    </a:lnTo>
                    <a:lnTo>
                      <a:pt x="18517" y="8935"/>
                    </a:lnTo>
                    <a:lnTo>
                      <a:pt x="18580" y="9060"/>
                    </a:lnTo>
                    <a:lnTo>
                      <a:pt x="18580" y="9144"/>
                    </a:lnTo>
                    <a:lnTo>
                      <a:pt x="18434" y="9165"/>
                    </a:lnTo>
                    <a:lnTo>
                      <a:pt x="18497" y="9207"/>
                    </a:lnTo>
                    <a:lnTo>
                      <a:pt x="18685" y="9249"/>
                    </a:lnTo>
                    <a:lnTo>
                      <a:pt x="18748" y="9207"/>
                    </a:lnTo>
                    <a:lnTo>
                      <a:pt x="18810" y="9207"/>
                    </a:lnTo>
                    <a:lnTo>
                      <a:pt x="18831" y="9270"/>
                    </a:lnTo>
                    <a:lnTo>
                      <a:pt x="18894" y="9207"/>
                    </a:lnTo>
                    <a:lnTo>
                      <a:pt x="18936" y="9207"/>
                    </a:lnTo>
                    <a:lnTo>
                      <a:pt x="18999" y="9249"/>
                    </a:lnTo>
                    <a:lnTo>
                      <a:pt x="19145" y="9249"/>
                    </a:lnTo>
                    <a:lnTo>
                      <a:pt x="19333" y="9311"/>
                    </a:lnTo>
                    <a:lnTo>
                      <a:pt x="19417" y="9249"/>
                    </a:lnTo>
                    <a:lnTo>
                      <a:pt x="19564" y="9249"/>
                    </a:lnTo>
                    <a:lnTo>
                      <a:pt x="19585" y="9291"/>
                    </a:lnTo>
                    <a:lnTo>
                      <a:pt x="19626" y="9291"/>
                    </a:lnTo>
                    <a:lnTo>
                      <a:pt x="19668" y="9270"/>
                    </a:lnTo>
                    <a:lnTo>
                      <a:pt x="19752" y="9249"/>
                    </a:lnTo>
                    <a:lnTo>
                      <a:pt x="19794" y="9270"/>
                    </a:lnTo>
                    <a:lnTo>
                      <a:pt x="19836" y="9353"/>
                    </a:lnTo>
                    <a:lnTo>
                      <a:pt x="19877" y="9353"/>
                    </a:lnTo>
                    <a:lnTo>
                      <a:pt x="19940" y="9311"/>
                    </a:lnTo>
                    <a:lnTo>
                      <a:pt x="19982" y="9353"/>
                    </a:lnTo>
                    <a:lnTo>
                      <a:pt x="20003" y="9416"/>
                    </a:lnTo>
                    <a:lnTo>
                      <a:pt x="20066" y="9416"/>
                    </a:lnTo>
                    <a:lnTo>
                      <a:pt x="20108" y="9374"/>
                    </a:lnTo>
                    <a:lnTo>
                      <a:pt x="20254" y="9353"/>
                    </a:lnTo>
                    <a:lnTo>
                      <a:pt x="20296" y="9270"/>
                    </a:lnTo>
                    <a:lnTo>
                      <a:pt x="20401" y="9249"/>
                    </a:lnTo>
                    <a:lnTo>
                      <a:pt x="20484" y="9249"/>
                    </a:lnTo>
                    <a:lnTo>
                      <a:pt x="20589" y="9144"/>
                    </a:lnTo>
                    <a:lnTo>
                      <a:pt x="20714" y="9081"/>
                    </a:lnTo>
                    <a:lnTo>
                      <a:pt x="20819" y="9060"/>
                    </a:lnTo>
                    <a:lnTo>
                      <a:pt x="20840" y="8998"/>
                    </a:lnTo>
                    <a:lnTo>
                      <a:pt x="20924" y="8998"/>
                    </a:lnTo>
                    <a:lnTo>
                      <a:pt x="21028" y="9039"/>
                    </a:lnTo>
                    <a:lnTo>
                      <a:pt x="21112" y="9039"/>
                    </a:lnTo>
                    <a:lnTo>
                      <a:pt x="21196" y="9081"/>
                    </a:lnTo>
                    <a:lnTo>
                      <a:pt x="21405" y="9081"/>
                    </a:lnTo>
                    <a:lnTo>
                      <a:pt x="21635" y="8935"/>
                    </a:lnTo>
                    <a:lnTo>
                      <a:pt x="21656" y="8851"/>
                    </a:lnTo>
                    <a:lnTo>
                      <a:pt x="21719" y="8851"/>
                    </a:lnTo>
                    <a:lnTo>
                      <a:pt x="21740" y="8893"/>
                    </a:lnTo>
                    <a:lnTo>
                      <a:pt x="21761" y="8851"/>
                    </a:lnTo>
                    <a:lnTo>
                      <a:pt x="21844" y="8788"/>
                    </a:lnTo>
                    <a:lnTo>
                      <a:pt x="21844" y="8726"/>
                    </a:lnTo>
                    <a:lnTo>
                      <a:pt x="21865" y="8663"/>
                    </a:lnTo>
                    <a:lnTo>
                      <a:pt x="21928" y="8684"/>
                    </a:lnTo>
                    <a:lnTo>
                      <a:pt x="21991" y="8684"/>
                    </a:lnTo>
                    <a:lnTo>
                      <a:pt x="22054" y="8642"/>
                    </a:lnTo>
                    <a:lnTo>
                      <a:pt x="22054" y="8579"/>
                    </a:lnTo>
                    <a:lnTo>
                      <a:pt x="22095" y="8621"/>
                    </a:lnTo>
                    <a:lnTo>
                      <a:pt x="22158" y="8621"/>
                    </a:lnTo>
                    <a:lnTo>
                      <a:pt x="22179" y="8663"/>
                    </a:lnTo>
                    <a:lnTo>
                      <a:pt x="22179" y="8726"/>
                    </a:lnTo>
                    <a:lnTo>
                      <a:pt x="22242" y="8767"/>
                    </a:lnTo>
                    <a:lnTo>
                      <a:pt x="22158" y="8830"/>
                    </a:lnTo>
                    <a:lnTo>
                      <a:pt x="22158" y="8893"/>
                    </a:lnTo>
                    <a:lnTo>
                      <a:pt x="22095" y="8977"/>
                    </a:lnTo>
                    <a:lnTo>
                      <a:pt x="22054" y="8998"/>
                    </a:lnTo>
                    <a:lnTo>
                      <a:pt x="22054" y="9060"/>
                    </a:lnTo>
                    <a:lnTo>
                      <a:pt x="22137" y="9081"/>
                    </a:lnTo>
                    <a:lnTo>
                      <a:pt x="22200" y="9165"/>
                    </a:lnTo>
                    <a:lnTo>
                      <a:pt x="22242" y="9144"/>
                    </a:lnTo>
                    <a:lnTo>
                      <a:pt x="22305" y="9144"/>
                    </a:lnTo>
                    <a:lnTo>
                      <a:pt x="22409" y="9186"/>
                    </a:lnTo>
                    <a:lnTo>
                      <a:pt x="22409" y="9207"/>
                    </a:lnTo>
                    <a:cubicBezTo>
                      <a:pt x="22367" y="9207"/>
                      <a:pt x="22305" y="9249"/>
                      <a:pt x="22263" y="9270"/>
                    </a:cubicBezTo>
                    <a:lnTo>
                      <a:pt x="22242" y="9270"/>
                    </a:lnTo>
                    <a:cubicBezTo>
                      <a:pt x="22137" y="9291"/>
                      <a:pt x="22054" y="9353"/>
                      <a:pt x="21949" y="9374"/>
                    </a:cubicBezTo>
                    <a:cubicBezTo>
                      <a:pt x="21886" y="9374"/>
                      <a:pt x="21865" y="9395"/>
                      <a:pt x="21844" y="9458"/>
                    </a:cubicBezTo>
                    <a:lnTo>
                      <a:pt x="21551" y="9521"/>
                    </a:lnTo>
                    <a:lnTo>
                      <a:pt x="21133" y="9563"/>
                    </a:lnTo>
                    <a:lnTo>
                      <a:pt x="21007" y="9521"/>
                    </a:lnTo>
                    <a:lnTo>
                      <a:pt x="20903" y="9521"/>
                    </a:lnTo>
                    <a:lnTo>
                      <a:pt x="20735" y="9730"/>
                    </a:lnTo>
                    <a:lnTo>
                      <a:pt x="20631" y="9793"/>
                    </a:lnTo>
                    <a:lnTo>
                      <a:pt x="20589" y="9876"/>
                    </a:lnTo>
                    <a:lnTo>
                      <a:pt x="20673" y="9918"/>
                    </a:lnTo>
                    <a:lnTo>
                      <a:pt x="20735" y="9876"/>
                    </a:lnTo>
                    <a:lnTo>
                      <a:pt x="20798" y="9876"/>
                    </a:lnTo>
                    <a:lnTo>
                      <a:pt x="20777" y="9981"/>
                    </a:lnTo>
                    <a:lnTo>
                      <a:pt x="20694" y="10023"/>
                    </a:lnTo>
                    <a:lnTo>
                      <a:pt x="20714" y="10086"/>
                    </a:lnTo>
                    <a:lnTo>
                      <a:pt x="20882" y="10107"/>
                    </a:lnTo>
                    <a:lnTo>
                      <a:pt x="20903" y="10148"/>
                    </a:lnTo>
                    <a:lnTo>
                      <a:pt x="21028" y="10127"/>
                    </a:lnTo>
                    <a:lnTo>
                      <a:pt x="21028" y="10044"/>
                    </a:lnTo>
                    <a:lnTo>
                      <a:pt x="20945" y="9981"/>
                    </a:lnTo>
                    <a:lnTo>
                      <a:pt x="20945" y="9897"/>
                    </a:lnTo>
                    <a:lnTo>
                      <a:pt x="21028" y="9876"/>
                    </a:lnTo>
                    <a:lnTo>
                      <a:pt x="21049" y="9918"/>
                    </a:lnTo>
                    <a:lnTo>
                      <a:pt x="21133" y="9918"/>
                    </a:lnTo>
                    <a:lnTo>
                      <a:pt x="21238" y="10002"/>
                    </a:lnTo>
                    <a:lnTo>
                      <a:pt x="21321" y="9981"/>
                    </a:lnTo>
                    <a:lnTo>
                      <a:pt x="21342" y="9876"/>
                    </a:lnTo>
                    <a:lnTo>
                      <a:pt x="21426" y="9814"/>
                    </a:lnTo>
                    <a:lnTo>
                      <a:pt x="21426" y="9918"/>
                    </a:lnTo>
                    <a:lnTo>
                      <a:pt x="21530" y="10023"/>
                    </a:lnTo>
                    <a:lnTo>
                      <a:pt x="21551" y="9981"/>
                    </a:lnTo>
                    <a:lnTo>
                      <a:pt x="21551" y="9897"/>
                    </a:lnTo>
                    <a:lnTo>
                      <a:pt x="21656" y="9897"/>
                    </a:lnTo>
                    <a:lnTo>
                      <a:pt x="21677" y="9814"/>
                    </a:lnTo>
                    <a:lnTo>
                      <a:pt x="21761" y="9814"/>
                    </a:lnTo>
                    <a:lnTo>
                      <a:pt x="21886" y="9772"/>
                    </a:lnTo>
                    <a:cubicBezTo>
                      <a:pt x="21932" y="9802"/>
                      <a:pt x="21989" y="9822"/>
                      <a:pt x="22041" y="9822"/>
                    </a:cubicBezTo>
                    <a:cubicBezTo>
                      <a:pt x="22060" y="9822"/>
                      <a:pt x="22079" y="9819"/>
                      <a:pt x="22095" y="9814"/>
                    </a:cubicBezTo>
                    <a:cubicBezTo>
                      <a:pt x="22116" y="9814"/>
                      <a:pt x="22132" y="9808"/>
                      <a:pt x="22142" y="9803"/>
                    </a:cubicBezTo>
                    <a:lnTo>
                      <a:pt x="22142" y="9803"/>
                    </a:lnTo>
                    <a:lnTo>
                      <a:pt x="22095" y="9835"/>
                    </a:lnTo>
                    <a:lnTo>
                      <a:pt x="22158" y="9918"/>
                    </a:lnTo>
                    <a:lnTo>
                      <a:pt x="22033" y="10044"/>
                    </a:lnTo>
                    <a:lnTo>
                      <a:pt x="21949" y="10002"/>
                    </a:lnTo>
                    <a:lnTo>
                      <a:pt x="21886" y="10044"/>
                    </a:lnTo>
                    <a:lnTo>
                      <a:pt x="21782" y="10044"/>
                    </a:lnTo>
                    <a:lnTo>
                      <a:pt x="21740" y="10002"/>
                    </a:lnTo>
                    <a:lnTo>
                      <a:pt x="21656" y="10002"/>
                    </a:lnTo>
                    <a:lnTo>
                      <a:pt x="21551" y="10190"/>
                    </a:lnTo>
                    <a:lnTo>
                      <a:pt x="21572" y="10316"/>
                    </a:lnTo>
                    <a:lnTo>
                      <a:pt x="21572" y="10462"/>
                    </a:lnTo>
                    <a:lnTo>
                      <a:pt x="21551" y="10316"/>
                    </a:lnTo>
                    <a:lnTo>
                      <a:pt x="21510" y="10316"/>
                    </a:lnTo>
                    <a:lnTo>
                      <a:pt x="21468" y="10232"/>
                    </a:lnTo>
                    <a:lnTo>
                      <a:pt x="21405" y="10232"/>
                    </a:lnTo>
                    <a:lnTo>
                      <a:pt x="21342" y="10337"/>
                    </a:lnTo>
                    <a:lnTo>
                      <a:pt x="21196" y="10379"/>
                    </a:lnTo>
                    <a:lnTo>
                      <a:pt x="21133" y="10400"/>
                    </a:lnTo>
                    <a:lnTo>
                      <a:pt x="21133" y="10316"/>
                    </a:lnTo>
                    <a:lnTo>
                      <a:pt x="21091" y="10316"/>
                    </a:lnTo>
                    <a:lnTo>
                      <a:pt x="21007" y="10420"/>
                    </a:lnTo>
                    <a:lnTo>
                      <a:pt x="20924" y="10441"/>
                    </a:lnTo>
                    <a:lnTo>
                      <a:pt x="20882" y="10400"/>
                    </a:lnTo>
                    <a:lnTo>
                      <a:pt x="20798" y="10400"/>
                    </a:lnTo>
                    <a:lnTo>
                      <a:pt x="20735" y="10483"/>
                    </a:lnTo>
                    <a:lnTo>
                      <a:pt x="20735" y="10504"/>
                    </a:lnTo>
                    <a:lnTo>
                      <a:pt x="20589" y="10525"/>
                    </a:lnTo>
                    <a:lnTo>
                      <a:pt x="20505" y="10588"/>
                    </a:lnTo>
                    <a:lnTo>
                      <a:pt x="20505" y="10692"/>
                    </a:lnTo>
                    <a:lnTo>
                      <a:pt x="20526" y="10797"/>
                    </a:lnTo>
                    <a:lnTo>
                      <a:pt x="20422" y="11069"/>
                    </a:lnTo>
                    <a:lnTo>
                      <a:pt x="20380" y="11278"/>
                    </a:lnTo>
                    <a:lnTo>
                      <a:pt x="20380" y="11362"/>
                    </a:lnTo>
                    <a:lnTo>
                      <a:pt x="20484" y="11446"/>
                    </a:lnTo>
                    <a:lnTo>
                      <a:pt x="20463" y="11488"/>
                    </a:lnTo>
                    <a:lnTo>
                      <a:pt x="20359" y="11529"/>
                    </a:lnTo>
                    <a:lnTo>
                      <a:pt x="20359" y="11592"/>
                    </a:lnTo>
                    <a:lnTo>
                      <a:pt x="20422" y="11697"/>
                    </a:lnTo>
                    <a:lnTo>
                      <a:pt x="20422" y="11801"/>
                    </a:lnTo>
                    <a:lnTo>
                      <a:pt x="20380" y="11864"/>
                    </a:lnTo>
                    <a:lnTo>
                      <a:pt x="20359" y="11801"/>
                    </a:lnTo>
                    <a:lnTo>
                      <a:pt x="20275" y="11864"/>
                    </a:lnTo>
                    <a:lnTo>
                      <a:pt x="20212" y="11843"/>
                    </a:lnTo>
                    <a:lnTo>
                      <a:pt x="20254" y="11760"/>
                    </a:lnTo>
                    <a:lnTo>
                      <a:pt x="20296" y="11739"/>
                    </a:lnTo>
                    <a:lnTo>
                      <a:pt x="20296" y="11634"/>
                    </a:lnTo>
                    <a:lnTo>
                      <a:pt x="20212" y="11634"/>
                    </a:lnTo>
                    <a:lnTo>
                      <a:pt x="20087" y="11864"/>
                    </a:lnTo>
                    <a:lnTo>
                      <a:pt x="20066" y="12115"/>
                    </a:lnTo>
                    <a:lnTo>
                      <a:pt x="20108" y="12408"/>
                    </a:lnTo>
                    <a:lnTo>
                      <a:pt x="20108" y="12785"/>
                    </a:lnTo>
                    <a:lnTo>
                      <a:pt x="20087" y="12408"/>
                    </a:lnTo>
                    <a:lnTo>
                      <a:pt x="20045" y="12220"/>
                    </a:lnTo>
                    <a:lnTo>
                      <a:pt x="19982" y="12178"/>
                    </a:lnTo>
                    <a:lnTo>
                      <a:pt x="20045" y="12073"/>
                    </a:lnTo>
                    <a:lnTo>
                      <a:pt x="20045" y="11990"/>
                    </a:lnTo>
                    <a:lnTo>
                      <a:pt x="19898" y="11906"/>
                    </a:lnTo>
                    <a:lnTo>
                      <a:pt x="19961" y="11780"/>
                    </a:lnTo>
                    <a:lnTo>
                      <a:pt x="19961" y="11571"/>
                    </a:lnTo>
                    <a:lnTo>
                      <a:pt x="19877" y="11446"/>
                    </a:lnTo>
                    <a:lnTo>
                      <a:pt x="19877" y="11236"/>
                    </a:lnTo>
                    <a:lnTo>
                      <a:pt x="19961" y="11111"/>
                    </a:lnTo>
                    <a:lnTo>
                      <a:pt x="20045" y="10923"/>
                    </a:lnTo>
                    <a:lnTo>
                      <a:pt x="20045" y="10755"/>
                    </a:lnTo>
                    <a:lnTo>
                      <a:pt x="20003" y="10755"/>
                    </a:lnTo>
                    <a:lnTo>
                      <a:pt x="19961" y="10839"/>
                    </a:lnTo>
                    <a:lnTo>
                      <a:pt x="19940" y="10964"/>
                    </a:lnTo>
                    <a:lnTo>
                      <a:pt x="19857" y="11048"/>
                    </a:lnTo>
                    <a:lnTo>
                      <a:pt x="19836" y="11027"/>
                    </a:lnTo>
                    <a:lnTo>
                      <a:pt x="19794" y="10902"/>
                    </a:lnTo>
                    <a:lnTo>
                      <a:pt x="19877" y="10713"/>
                    </a:lnTo>
                    <a:lnTo>
                      <a:pt x="19898" y="10609"/>
                    </a:lnTo>
                    <a:lnTo>
                      <a:pt x="19836" y="10546"/>
                    </a:lnTo>
                    <a:lnTo>
                      <a:pt x="19752" y="10630"/>
                    </a:lnTo>
                    <a:lnTo>
                      <a:pt x="19731" y="10609"/>
                    </a:lnTo>
                    <a:lnTo>
                      <a:pt x="19689" y="10546"/>
                    </a:lnTo>
                    <a:lnTo>
                      <a:pt x="19731" y="10483"/>
                    </a:lnTo>
                    <a:lnTo>
                      <a:pt x="19731" y="10337"/>
                    </a:lnTo>
                    <a:lnTo>
                      <a:pt x="19668" y="10337"/>
                    </a:lnTo>
                    <a:lnTo>
                      <a:pt x="19668" y="10295"/>
                    </a:lnTo>
                    <a:lnTo>
                      <a:pt x="19689" y="10232"/>
                    </a:lnTo>
                    <a:lnTo>
                      <a:pt x="19689" y="10127"/>
                    </a:lnTo>
                    <a:lnTo>
                      <a:pt x="19585" y="10169"/>
                    </a:lnTo>
                    <a:lnTo>
                      <a:pt x="19271" y="10274"/>
                    </a:lnTo>
                    <a:lnTo>
                      <a:pt x="19103" y="10379"/>
                    </a:lnTo>
                    <a:lnTo>
                      <a:pt x="19041" y="10337"/>
                    </a:lnTo>
                    <a:lnTo>
                      <a:pt x="19041" y="10295"/>
                    </a:lnTo>
                    <a:lnTo>
                      <a:pt x="18999" y="10295"/>
                    </a:lnTo>
                    <a:lnTo>
                      <a:pt x="18915" y="10379"/>
                    </a:lnTo>
                    <a:lnTo>
                      <a:pt x="18831" y="10379"/>
                    </a:lnTo>
                    <a:lnTo>
                      <a:pt x="18789" y="10295"/>
                    </a:lnTo>
                    <a:lnTo>
                      <a:pt x="18622" y="10420"/>
                    </a:lnTo>
                    <a:lnTo>
                      <a:pt x="18622" y="10337"/>
                    </a:lnTo>
                    <a:lnTo>
                      <a:pt x="18517" y="10295"/>
                    </a:lnTo>
                    <a:lnTo>
                      <a:pt x="18476" y="10295"/>
                    </a:lnTo>
                    <a:lnTo>
                      <a:pt x="18476" y="10337"/>
                    </a:lnTo>
                    <a:lnTo>
                      <a:pt x="18308" y="10337"/>
                    </a:lnTo>
                    <a:lnTo>
                      <a:pt x="18078" y="10232"/>
                    </a:lnTo>
                    <a:lnTo>
                      <a:pt x="17890" y="10232"/>
                    </a:lnTo>
                    <a:lnTo>
                      <a:pt x="17701" y="10127"/>
                    </a:lnTo>
                    <a:lnTo>
                      <a:pt x="17555" y="10127"/>
                    </a:lnTo>
                    <a:lnTo>
                      <a:pt x="17555" y="10023"/>
                    </a:lnTo>
                    <a:lnTo>
                      <a:pt x="17429" y="9918"/>
                    </a:lnTo>
                    <a:lnTo>
                      <a:pt x="17346" y="9981"/>
                    </a:lnTo>
                    <a:lnTo>
                      <a:pt x="17241" y="9897"/>
                    </a:lnTo>
                    <a:lnTo>
                      <a:pt x="17220" y="9772"/>
                    </a:lnTo>
                    <a:lnTo>
                      <a:pt x="17116" y="9709"/>
                    </a:lnTo>
                    <a:lnTo>
                      <a:pt x="17053" y="9667"/>
                    </a:lnTo>
                    <a:lnTo>
                      <a:pt x="17157" y="9646"/>
                    </a:lnTo>
                    <a:lnTo>
                      <a:pt x="17283" y="9646"/>
                    </a:lnTo>
                    <a:lnTo>
                      <a:pt x="17283" y="9500"/>
                    </a:lnTo>
                    <a:lnTo>
                      <a:pt x="17388" y="9437"/>
                    </a:lnTo>
                    <a:lnTo>
                      <a:pt x="17367" y="9353"/>
                    </a:lnTo>
                    <a:lnTo>
                      <a:pt x="17471" y="9353"/>
                    </a:lnTo>
                    <a:lnTo>
                      <a:pt x="17639" y="9395"/>
                    </a:lnTo>
                    <a:lnTo>
                      <a:pt x="17681" y="9374"/>
                    </a:lnTo>
                    <a:lnTo>
                      <a:pt x="17681" y="9332"/>
                    </a:lnTo>
                    <a:lnTo>
                      <a:pt x="17806" y="9332"/>
                    </a:lnTo>
                    <a:lnTo>
                      <a:pt x="18078" y="9395"/>
                    </a:lnTo>
                    <a:lnTo>
                      <a:pt x="18183" y="9291"/>
                    </a:lnTo>
                    <a:lnTo>
                      <a:pt x="18183" y="9165"/>
                    </a:lnTo>
                    <a:lnTo>
                      <a:pt x="18225" y="9060"/>
                    </a:lnTo>
                    <a:lnTo>
                      <a:pt x="18183" y="8935"/>
                    </a:lnTo>
                    <a:lnTo>
                      <a:pt x="18183" y="8809"/>
                    </a:lnTo>
                    <a:lnTo>
                      <a:pt x="18120" y="8705"/>
                    </a:lnTo>
                    <a:lnTo>
                      <a:pt x="18078" y="8537"/>
                    </a:lnTo>
                    <a:lnTo>
                      <a:pt x="17994" y="8516"/>
                    </a:lnTo>
                    <a:lnTo>
                      <a:pt x="17973" y="8433"/>
                    </a:lnTo>
                    <a:lnTo>
                      <a:pt x="17806" y="8286"/>
                    </a:lnTo>
                    <a:lnTo>
                      <a:pt x="17764" y="8286"/>
                    </a:lnTo>
                    <a:lnTo>
                      <a:pt x="17743" y="8349"/>
                    </a:lnTo>
                    <a:lnTo>
                      <a:pt x="17681" y="8349"/>
                    </a:lnTo>
                    <a:lnTo>
                      <a:pt x="17660" y="8286"/>
                    </a:lnTo>
                    <a:lnTo>
                      <a:pt x="17492" y="8203"/>
                    </a:lnTo>
                    <a:lnTo>
                      <a:pt x="17492" y="8244"/>
                    </a:lnTo>
                    <a:lnTo>
                      <a:pt x="17597" y="8328"/>
                    </a:lnTo>
                    <a:lnTo>
                      <a:pt x="17576" y="8391"/>
                    </a:lnTo>
                    <a:lnTo>
                      <a:pt x="17639" y="8454"/>
                    </a:lnTo>
                    <a:lnTo>
                      <a:pt x="17576" y="8558"/>
                    </a:lnTo>
                    <a:lnTo>
                      <a:pt x="17492" y="8454"/>
                    </a:lnTo>
                    <a:lnTo>
                      <a:pt x="17492" y="8349"/>
                    </a:lnTo>
                    <a:lnTo>
                      <a:pt x="17388" y="8349"/>
                    </a:lnTo>
                    <a:lnTo>
                      <a:pt x="17220" y="8244"/>
                    </a:lnTo>
                    <a:lnTo>
                      <a:pt x="17178" y="8182"/>
                    </a:lnTo>
                    <a:lnTo>
                      <a:pt x="17137" y="8223"/>
                    </a:lnTo>
                    <a:lnTo>
                      <a:pt x="17053" y="8182"/>
                    </a:lnTo>
                    <a:lnTo>
                      <a:pt x="17011" y="8077"/>
                    </a:lnTo>
                    <a:lnTo>
                      <a:pt x="16906" y="7993"/>
                    </a:lnTo>
                    <a:lnTo>
                      <a:pt x="16739" y="7993"/>
                    </a:lnTo>
                    <a:lnTo>
                      <a:pt x="16551" y="7805"/>
                    </a:lnTo>
                    <a:lnTo>
                      <a:pt x="16404" y="7721"/>
                    </a:lnTo>
                    <a:lnTo>
                      <a:pt x="16383" y="7617"/>
                    </a:lnTo>
                    <a:lnTo>
                      <a:pt x="15902" y="7345"/>
                    </a:lnTo>
                    <a:lnTo>
                      <a:pt x="15776" y="7135"/>
                    </a:lnTo>
                    <a:lnTo>
                      <a:pt x="15776" y="6968"/>
                    </a:lnTo>
                    <a:lnTo>
                      <a:pt x="15672" y="6717"/>
                    </a:lnTo>
                    <a:lnTo>
                      <a:pt x="15672" y="6612"/>
                    </a:lnTo>
                    <a:lnTo>
                      <a:pt x="15567" y="6612"/>
                    </a:lnTo>
                    <a:lnTo>
                      <a:pt x="15442" y="6508"/>
                    </a:lnTo>
                    <a:lnTo>
                      <a:pt x="15337" y="6508"/>
                    </a:lnTo>
                    <a:lnTo>
                      <a:pt x="15253" y="6424"/>
                    </a:lnTo>
                    <a:lnTo>
                      <a:pt x="15149" y="6403"/>
                    </a:lnTo>
                    <a:lnTo>
                      <a:pt x="15065" y="6319"/>
                    </a:lnTo>
                    <a:lnTo>
                      <a:pt x="14940" y="6361"/>
                    </a:lnTo>
                    <a:lnTo>
                      <a:pt x="14793" y="6487"/>
                    </a:lnTo>
                    <a:lnTo>
                      <a:pt x="14688" y="6696"/>
                    </a:lnTo>
                    <a:lnTo>
                      <a:pt x="14584" y="6738"/>
                    </a:lnTo>
                    <a:lnTo>
                      <a:pt x="14479" y="6801"/>
                    </a:lnTo>
                    <a:lnTo>
                      <a:pt x="14375" y="6801"/>
                    </a:lnTo>
                    <a:lnTo>
                      <a:pt x="14312" y="6738"/>
                    </a:lnTo>
                    <a:lnTo>
                      <a:pt x="14144" y="6696"/>
                    </a:lnTo>
                    <a:lnTo>
                      <a:pt x="14061" y="6633"/>
                    </a:lnTo>
                    <a:lnTo>
                      <a:pt x="14144" y="6529"/>
                    </a:lnTo>
                    <a:lnTo>
                      <a:pt x="14207" y="6466"/>
                    </a:lnTo>
                    <a:lnTo>
                      <a:pt x="14270" y="6466"/>
                    </a:lnTo>
                    <a:lnTo>
                      <a:pt x="14375" y="6361"/>
                    </a:lnTo>
                    <a:lnTo>
                      <a:pt x="14458" y="6319"/>
                    </a:lnTo>
                    <a:lnTo>
                      <a:pt x="14479" y="6257"/>
                    </a:lnTo>
                    <a:lnTo>
                      <a:pt x="14458" y="6215"/>
                    </a:lnTo>
                    <a:lnTo>
                      <a:pt x="14375" y="6236"/>
                    </a:lnTo>
                    <a:lnTo>
                      <a:pt x="14333" y="6194"/>
                    </a:lnTo>
                    <a:lnTo>
                      <a:pt x="14354" y="6110"/>
                    </a:lnTo>
                    <a:lnTo>
                      <a:pt x="14458" y="6006"/>
                    </a:lnTo>
                    <a:lnTo>
                      <a:pt x="14437" y="5943"/>
                    </a:lnTo>
                    <a:lnTo>
                      <a:pt x="14542" y="5838"/>
                    </a:lnTo>
                    <a:lnTo>
                      <a:pt x="14542" y="5754"/>
                    </a:lnTo>
                    <a:lnTo>
                      <a:pt x="14521" y="5629"/>
                    </a:lnTo>
                    <a:lnTo>
                      <a:pt x="14375" y="5650"/>
                    </a:lnTo>
                    <a:lnTo>
                      <a:pt x="14375" y="5734"/>
                    </a:lnTo>
                    <a:lnTo>
                      <a:pt x="14165" y="5880"/>
                    </a:lnTo>
                    <a:lnTo>
                      <a:pt x="14061" y="5838"/>
                    </a:lnTo>
                    <a:lnTo>
                      <a:pt x="14165" y="6047"/>
                    </a:lnTo>
                    <a:lnTo>
                      <a:pt x="14103" y="6131"/>
                    </a:lnTo>
                    <a:lnTo>
                      <a:pt x="14061" y="6026"/>
                    </a:lnTo>
                    <a:lnTo>
                      <a:pt x="13914" y="6026"/>
                    </a:lnTo>
                    <a:lnTo>
                      <a:pt x="13810" y="6131"/>
                    </a:lnTo>
                    <a:lnTo>
                      <a:pt x="13893" y="6152"/>
                    </a:lnTo>
                    <a:lnTo>
                      <a:pt x="13851" y="6298"/>
                    </a:lnTo>
                    <a:lnTo>
                      <a:pt x="13747" y="6236"/>
                    </a:lnTo>
                    <a:lnTo>
                      <a:pt x="13642" y="6319"/>
                    </a:lnTo>
                    <a:lnTo>
                      <a:pt x="13684" y="6403"/>
                    </a:lnTo>
                    <a:lnTo>
                      <a:pt x="13789" y="6403"/>
                    </a:lnTo>
                    <a:lnTo>
                      <a:pt x="13831" y="6466"/>
                    </a:lnTo>
                    <a:lnTo>
                      <a:pt x="13642" y="6570"/>
                    </a:lnTo>
                    <a:lnTo>
                      <a:pt x="13579" y="6424"/>
                    </a:lnTo>
                    <a:lnTo>
                      <a:pt x="13433" y="6361"/>
                    </a:lnTo>
                    <a:lnTo>
                      <a:pt x="13391" y="6236"/>
                    </a:lnTo>
                    <a:lnTo>
                      <a:pt x="13391" y="5713"/>
                    </a:lnTo>
                    <a:lnTo>
                      <a:pt x="13496" y="5503"/>
                    </a:lnTo>
                    <a:lnTo>
                      <a:pt x="13475" y="5148"/>
                    </a:lnTo>
                    <a:lnTo>
                      <a:pt x="13538" y="5001"/>
                    </a:lnTo>
                    <a:lnTo>
                      <a:pt x="13517" y="4562"/>
                    </a:lnTo>
                    <a:lnTo>
                      <a:pt x="13517" y="4625"/>
                    </a:lnTo>
                    <a:lnTo>
                      <a:pt x="13370" y="4687"/>
                    </a:lnTo>
                    <a:lnTo>
                      <a:pt x="13266" y="4855"/>
                    </a:lnTo>
                    <a:lnTo>
                      <a:pt x="13349" y="4938"/>
                    </a:lnTo>
                    <a:lnTo>
                      <a:pt x="13287" y="5001"/>
                    </a:lnTo>
                    <a:lnTo>
                      <a:pt x="13349" y="5148"/>
                    </a:lnTo>
                    <a:lnTo>
                      <a:pt x="13307" y="5315"/>
                    </a:lnTo>
                    <a:lnTo>
                      <a:pt x="13245" y="5294"/>
                    </a:lnTo>
                    <a:lnTo>
                      <a:pt x="13161" y="5210"/>
                    </a:lnTo>
                    <a:lnTo>
                      <a:pt x="13119" y="5294"/>
                    </a:lnTo>
                    <a:lnTo>
                      <a:pt x="13119" y="5378"/>
                    </a:lnTo>
                    <a:lnTo>
                      <a:pt x="13056" y="5315"/>
                    </a:lnTo>
                    <a:lnTo>
                      <a:pt x="12952" y="5399"/>
                    </a:lnTo>
                    <a:lnTo>
                      <a:pt x="12952" y="5482"/>
                    </a:lnTo>
                    <a:lnTo>
                      <a:pt x="12889" y="5482"/>
                    </a:lnTo>
                    <a:lnTo>
                      <a:pt x="12638" y="5608"/>
                    </a:lnTo>
                    <a:lnTo>
                      <a:pt x="12491" y="5775"/>
                    </a:lnTo>
                    <a:lnTo>
                      <a:pt x="12429" y="5692"/>
                    </a:lnTo>
                    <a:lnTo>
                      <a:pt x="12429" y="5587"/>
                    </a:lnTo>
                    <a:lnTo>
                      <a:pt x="12575" y="5524"/>
                    </a:lnTo>
                    <a:lnTo>
                      <a:pt x="12596" y="5420"/>
                    </a:lnTo>
                    <a:lnTo>
                      <a:pt x="12491" y="5420"/>
                    </a:lnTo>
                    <a:lnTo>
                      <a:pt x="12387" y="5482"/>
                    </a:lnTo>
                    <a:lnTo>
                      <a:pt x="12178" y="5482"/>
                    </a:lnTo>
                    <a:lnTo>
                      <a:pt x="12052" y="5566"/>
                    </a:lnTo>
                    <a:lnTo>
                      <a:pt x="11780" y="5566"/>
                    </a:lnTo>
                    <a:lnTo>
                      <a:pt x="11424" y="5817"/>
                    </a:lnTo>
                    <a:lnTo>
                      <a:pt x="11257" y="5880"/>
                    </a:lnTo>
                    <a:lnTo>
                      <a:pt x="11111" y="6089"/>
                    </a:lnTo>
                    <a:lnTo>
                      <a:pt x="11090" y="5985"/>
                    </a:lnTo>
                    <a:lnTo>
                      <a:pt x="11215" y="5796"/>
                    </a:lnTo>
                    <a:lnTo>
                      <a:pt x="11173" y="5713"/>
                    </a:lnTo>
                    <a:lnTo>
                      <a:pt x="10985" y="5817"/>
                    </a:lnTo>
                    <a:lnTo>
                      <a:pt x="10964" y="5775"/>
                    </a:lnTo>
                    <a:lnTo>
                      <a:pt x="10880" y="5796"/>
                    </a:lnTo>
                    <a:lnTo>
                      <a:pt x="10797" y="5838"/>
                    </a:lnTo>
                    <a:lnTo>
                      <a:pt x="10734" y="5775"/>
                    </a:lnTo>
                    <a:lnTo>
                      <a:pt x="10629" y="5796"/>
                    </a:lnTo>
                    <a:lnTo>
                      <a:pt x="10587" y="5880"/>
                    </a:lnTo>
                    <a:lnTo>
                      <a:pt x="10315" y="6047"/>
                    </a:lnTo>
                    <a:lnTo>
                      <a:pt x="10211" y="6047"/>
                    </a:lnTo>
                    <a:lnTo>
                      <a:pt x="10022" y="6110"/>
                    </a:lnTo>
                    <a:lnTo>
                      <a:pt x="9897" y="6257"/>
                    </a:lnTo>
                    <a:lnTo>
                      <a:pt x="9939" y="6361"/>
                    </a:lnTo>
                    <a:lnTo>
                      <a:pt x="9834" y="6340"/>
                    </a:lnTo>
                    <a:lnTo>
                      <a:pt x="9792" y="6403"/>
                    </a:lnTo>
                    <a:lnTo>
                      <a:pt x="9688" y="6361"/>
                    </a:lnTo>
                    <a:lnTo>
                      <a:pt x="9657" y="6408"/>
                    </a:lnTo>
                    <a:lnTo>
                      <a:pt x="9657" y="6408"/>
                    </a:lnTo>
                    <a:lnTo>
                      <a:pt x="9583" y="6319"/>
                    </a:lnTo>
                    <a:lnTo>
                      <a:pt x="9625" y="6215"/>
                    </a:lnTo>
                    <a:lnTo>
                      <a:pt x="9709" y="6215"/>
                    </a:lnTo>
                    <a:lnTo>
                      <a:pt x="9792" y="6110"/>
                    </a:lnTo>
                    <a:lnTo>
                      <a:pt x="9897" y="6026"/>
                    </a:lnTo>
                    <a:lnTo>
                      <a:pt x="9939" y="6068"/>
                    </a:lnTo>
                    <a:lnTo>
                      <a:pt x="10022" y="6026"/>
                    </a:lnTo>
                    <a:lnTo>
                      <a:pt x="10043" y="5943"/>
                    </a:lnTo>
                    <a:lnTo>
                      <a:pt x="10169" y="5838"/>
                    </a:lnTo>
                    <a:lnTo>
                      <a:pt x="10211" y="5901"/>
                    </a:lnTo>
                    <a:lnTo>
                      <a:pt x="10462" y="5796"/>
                    </a:lnTo>
                    <a:lnTo>
                      <a:pt x="10546" y="5650"/>
                    </a:lnTo>
                    <a:lnTo>
                      <a:pt x="10671" y="5608"/>
                    </a:lnTo>
                    <a:lnTo>
                      <a:pt x="10880" y="5629"/>
                    </a:lnTo>
                    <a:lnTo>
                      <a:pt x="10901" y="5587"/>
                    </a:lnTo>
                    <a:lnTo>
                      <a:pt x="11090" y="5587"/>
                    </a:lnTo>
                    <a:lnTo>
                      <a:pt x="11278" y="5503"/>
                    </a:lnTo>
                    <a:lnTo>
                      <a:pt x="11320" y="5587"/>
                    </a:lnTo>
                    <a:lnTo>
                      <a:pt x="11383" y="5587"/>
                    </a:lnTo>
                    <a:lnTo>
                      <a:pt x="11445" y="5524"/>
                    </a:lnTo>
                    <a:lnTo>
                      <a:pt x="11529" y="5524"/>
                    </a:lnTo>
                    <a:lnTo>
                      <a:pt x="11675" y="5503"/>
                    </a:lnTo>
                    <a:lnTo>
                      <a:pt x="11738" y="5399"/>
                    </a:lnTo>
                    <a:lnTo>
                      <a:pt x="11989" y="5315"/>
                    </a:lnTo>
                    <a:lnTo>
                      <a:pt x="12240" y="5231"/>
                    </a:lnTo>
                    <a:lnTo>
                      <a:pt x="12261" y="5127"/>
                    </a:lnTo>
                    <a:lnTo>
                      <a:pt x="12324" y="5127"/>
                    </a:lnTo>
                    <a:lnTo>
                      <a:pt x="12366" y="5085"/>
                    </a:lnTo>
                    <a:lnTo>
                      <a:pt x="12324" y="5022"/>
                    </a:lnTo>
                    <a:lnTo>
                      <a:pt x="12324" y="4918"/>
                    </a:lnTo>
                    <a:lnTo>
                      <a:pt x="12240" y="4876"/>
                    </a:lnTo>
                    <a:lnTo>
                      <a:pt x="12219" y="4918"/>
                    </a:lnTo>
                    <a:lnTo>
                      <a:pt x="12219" y="5001"/>
                    </a:lnTo>
                    <a:lnTo>
                      <a:pt x="12115" y="5022"/>
                    </a:lnTo>
                    <a:lnTo>
                      <a:pt x="12073" y="4980"/>
                    </a:lnTo>
                    <a:lnTo>
                      <a:pt x="12031" y="4980"/>
                    </a:lnTo>
                    <a:lnTo>
                      <a:pt x="12010" y="4938"/>
                    </a:lnTo>
                    <a:lnTo>
                      <a:pt x="11885" y="4938"/>
                    </a:lnTo>
                    <a:lnTo>
                      <a:pt x="11696" y="5001"/>
                    </a:lnTo>
                    <a:lnTo>
                      <a:pt x="11634" y="5106"/>
                    </a:lnTo>
                    <a:lnTo>
                      <a:pt x="11571" y="5169"/>
                    </a:lnTo>
                    <a:lnTo>
                      <a:pt x="11508" y="5085"/>
                    </a:lnTo>
                    <a:lnTo>
                      <a:pt x="11466" y="5085"/>
                    </a:lnTo>
                    <a:lnTo>
                      <a:pt x="11362" y="5169"/>
                    </a:lnTo>
                    <a:lnTo>
                      <a:pt x="11090" y="5252"/>
                    </a:lnTo>
                    <a:lnTo>
                      <a:pt x="10755" y="5273"/>
                    </a:lnTo>
                    <a:lnTo>
                      <a:pt x="10692" y="5210"/>
                    </a:lnTo>
                    <a:lnTo>
                      <a:pt x="10629" y="5210"/>
                    </a:lnTo>
                    <a:lnTo>
                      <a:pt x="10650" y="5273"/>
                    </a:lnTo>
                    <a:lnTo>
                      <a:pt x="10587" y="5315"/>
                    </a:lnTo>
                    <a:lnTo>
                      <a:pt x="10483" y="5294"/>
                    </a:lnTo>
                    <a:lnTo>
                      <a:pt x="10420" y="5294"/>
                    </a:lnTo>
                    <a:lnTo>
                      <a:pt x="10357" y="5420"/>
                    </a:lnTo>
                    <a:lnTo>
                      <a:pt x="10211" y="5587"/>
                    </a:lnTo>
                    <a:lnTo>
                      <a:pt x="10148" y="5524"/>
                    </a:lnTo>
                    <a:lnTo>
                      <a:pt x="10043" y="5524"/>
                    </a:lnTo>
                    <a:lnTo>
                      <a:pt x="10022" y="5503"/>
                    </a:lnTo>
                    <a:lnTo>
                      <a:pt x="9897" y="5503"/>
                    </a:lnTo>
                    <a:lnTo>
                      <a:pt x="9813" y="5566"/>
                    </a:lnTo>
                    <a:lnTo>
                      <a:pt x="9730" y="5566"/>
                    </a:lnTo>
                    <a:lnTo>
                      <a:pt x="9688" y="5629"/>
                    </a:lnTo>
                    <a:lnTo>
                      <a:pt x="9583" y="5671"/>
                    </a:lnTo>
                    <a:lnTo>
                      <a:pt x="9478" y="5734"/>
                    </a:lnTo>
                    <a:lnTo>
                      <a:pt x="9311" y="5817"/>
                    </a:lnTo>
                    <a:lnTo>
                      <a:pt x="9123" y="5880"/>
                    </a:lnTo>
                    <a:lnTo>
                      <a:pt x="9081" y="5985"/>
                    </a:lnTo>
                    <a:lnTo>
                      <a:pt x="9081" y="6152"/>
                    </a:lnTo>
                    <a:lnTo>
                      <a:pt x="9102" y="6466"/>
                    </a:lnTo>
                    <a:lnTo>
                      <a:pt x="9081" y="6633"/>
                    </a:lnTo>
                    <a:lnTo>
                      <a:pt x="9018" y="6612"/>
                    </a:lnTo>
                    <a:lnTo>
                      <a:pt x="8955" y="6654"/>
                    </a:lnTo>
                    <a:lnTo>
                      <a:pt x="8704" y="6863"/>
                    </a:lnTo>
                    <a:lnTo>
                      <a:pt x="8788" y="6759"/>
                    </a:lnTo>
                    <a:lnTo>
                      <a:pt x="8893" y="6633"/>
                    </a:lnTo>
                    <a:lnTo>
                      <a:pt x="8914" y="6550"/>
                    </a:lnTo>
                    <a:lnTo>
                      <a:pt x="8872" y="6529"/>
                    </a:lnTo>
                    <a:lnTo>
                      <a:pt x="8872" y="6445"/>
                    </a:lnTo>
                    <a:lnTo>
                      <a:pt x="8746" y="6257"/>
                    </a:lnTo>
                    <a:lnTo>
                      <a:pt x="8662" y="6257"/>
                    </a:lnTo>
                    <a:lnTo>
                      <a:pt x="8600" y="6173"/>
                    </a:lnTo>
                    <a:lnTo>
                      <a:pt x="8537" y="6152"/>
                    </a:lnTo>
                    <a:lnTo>
                      <a:pt x="8537" y="6006"/>
                    </a:lnTo>
                    <a:lnTo>
                      <a:pt x="8390" y="5817"/>
                    </a:lnTo>
                    <a:lnTo>
                      <a:pt x="8370" y="5817"/>
                    </a:lnTo>
                    <a:lnTo>
                      <a:pt x="8286" y="5796"/>
                    </a:lnTo>
                    <a:lnTo>
                      <a:pt x="8265" y="5692"/>
                    </a:lnTo>
                    <a:lnTo>
                      <a:pt x="8181" y="5629"/>
                    </a:lnTo>
                    <a:lnTo>
                      <a:pt x="8139" y="5671"/>
                    </a:lnTo>
                    <a:lnTo>
                      <a:pt x="8035" y="5587"/>
                    </a:lnTo>
                    <a:lnTo>
                      <a:pt x="7846" y="5378"/>
                    </a:lnTo>
                    <a:lnTo>
                      <a:pt x="7805" y="5190"/>
                    </a:lnTo>
                    <a:lnTo>
                      <a:pt x="7805" y="5001"/>
                    </a:lnTo>
                    <a:lnTo>
                      <a:pt x="7763" y="4980"/>
                    </a:lnTo>
                    <a:lnTo>
                      <a:pt x="7721" y="5043"/>
                    </a:lnTo>
                    <a:lnTo>
                      <a:pt x="7658" y="5001"/>
                    </a:lnTo>
                    <a:lnTo>
                      <a:pt x="7616" y="4876"/>
                    </a:lnTo>
                    <a:lnTo>
                      <a:pt x="7658" y="4750"/>
                    </a:lnTo>
                    <a:lnTo>
                      <a:pt x="7637" y="4729"/>
                    </a:lnTo>
                    <a:lnTo>
                      <a:pt x="7658" y="4646"/>
                    </a:lnTo>
                    <a:lnTo>
                      <a:pt x="7533" y="4520"/>
                    </a:lnTo>
                    <a:lnTo>
                      <a:pt x="7533" y="4415"/>
                    </a:lnTo>
                    <a:lnTo>
                      <a:pt x="7428" y="4332"/>
                    </a:lnTo>
                    <a:lnTo>
                      <a:pt x="7386" y="4332"/>
                    </a:lnTo>
                    <a:lnTo>
                      <a:pt x="7323" y="4248"/>
                    </a:lnTo>
                    <a:lnTo>
                      <a:pt x="7219" y="4164"/>
                    </a:lnTo>
                    <a:lnTo>
                      <a:pt x="7114" y="4164"/>
                    </a:lnTo>
                    <a:lnTo>
                      <a:pt x="6800" y="3934"/>
                    </a:lnTo>
                    <a:lnTo>
                      <a:pt x="6717" y="3934"/>
                    </a:lnTo>
                    <a:lnTo>
                      <a:pt x="6696" y="3850"/>
                    </a:lnTo>
                    <a:lnTo>
                      <a:pt x="0" y="16091"/>
                    </a:lnTo>
                    <a:lnTo>
                      <a:pt x="377" y="16091"/>
                    </a:lnTo>
                    <a:lnTo>
                      <a:pt x="502" y="16153"/>
                    </a:lnTo>
                    <a:lnTo>
                      <a:pt x="711" y="16007"/>
                    </a:lnTo>
                    <a:lnTo>
                      <a:pt x="1004" y="16049"/>
                    </a:lnTo>
                    <a:lnTo>
                      <a:pt x="858" y="16300"/>
                    </a:lnTo>
                    <a:lnTo>
                      <a:pt x="921" y="16446"/>
                    </a:lnTo>
                    <a:lnTo>
                      <a:pt x="1025" y="16718"/>
                    </a:lnTo>
                    <a:lnTo>
                      <a:pt x="1172" y="17388"/>
                    </a:lnTo>
                    <a:lnTo>
                      <a:pt x="1235" y="17534"/>
                    </a:lnTo>
                    <a:lnTo>
                      <a:pt x="1130" y="17702"/>
                    </a:lnTo>
                    <a:lnTo>
                      <a:pt x="1130" y="17765"/>
                    </a:lnTo>
                    <a:lnTo>
                      <a:pt x="1172" y="17765"/>
                    </a:lnTo>
                    <a:lnTo>
                      <a:pt x="1381" y="17744"/>
                    </a:lnTo>
                    <a:lnTo>
                      <a:pt x="1569" y="17723"/>
                    </a:lnTo>
                    <a:lnTo>
                      <a:pt x="1695" y="17639"/>
                    </a:lnTo>
                    <a:lnTo>
                      <a:pt x="1862" y="17409"/>
                    </a:lnTo>
                    <a:lnTo>
                      <a:pt x="1988" y="17283"/>
                    </a:lnTo>
                    <a:lnTo>
                      <a:pt x="2197" y="17200"/>
                    </a:lnTo>
                    <a:lnTo>
                      <a:pt x="2260" y="17179"/>
                    </a:lnTo>
                    <a:lnTo>
                      <a:pt x="2469" y="17116"/>
                    </a:lnTo>
                    <a:lnTo>
                      <a:pt x="2636" y="17116"/>
                    </a:lnTo>
                    <a:lnTo>
                      <a:pt x="2783" y="17221"/>
                    </a:lnTo>
                    <a:lnTo>
                      <a:pt x="2783" y="17325"/>
                    </a:lnTo>
                    <a:lnTo>
                      <a:pt x="2804" y="17409"/>
                    </a:lnTo>
                    <a:lnTo>
                      <a:pt x="2720" y="17555"/>
                    </a:lnTo>
                    <a:lnTo>
                      <a:pt x="2699" y="17639"/>
                    </a:lnTo>
                    <a:lnTo>
                      <a:pt x="2825" y="17974"/>
                    </a:lnTo>
                    <a:lnTo>
                      <a:pt x="2804" y="18078"/>
                    </a:lnTo>
                    <a:lnTo>
                      <a:pt x="2846" y="18288"/>
                    </a:lnTo>
                    <a:lnTo>
                      <a:pt x="2992" y="18455"/>
                    </a:lnTo>
                    <a:lnTo>
                      <a:pt x="3013" y="18664"/>
                    </a:lnTo>
                    <a:lnTo>
                      <a:pt x="3055" y="18748"/>
                    </a:lnTo>
                    <a:lnTo>
                      <a:pt x="3097" y="18853"/>
                    </a:lnTo>
                    <a:lnTo>
                      <a:pt x="3034" y="18957"/>
                    </a:lnTo>
                    <a:lnTo>
                      <a:pt x="3034" y="19062"/>
                    </a:lnTo>
                    <a:lnTo>
                      <a:pt x="3055" y="19146"/>
                    </a:lnTo>
                    <a:lnTo>
                      <a:pt x="3013" y="19501"/>
                    </a:lnTo>
                    <a:lnTo>
                      <a:pt x="3013" y="19920"/>
                    </a:lnTo>
                    <a:lnTo>
                      <a:pt x="3034" y="20338"/>
                    </a:lnTo>
                    <a:lnTo>
                      <a:pt x="2929" y="20380"/>
                    </a:lnTo>
                    <a:lnTo>
                      <a:pt x="2929" y="20464"/>
                    </a:lnTo>
                    <a:lnTo>
                      <a:pt x="2971" y="20464"/>
                    </a:lnTo>
                    <a:lnTo>
                      <a:pt x="3055" y="20527"/>
                    </a:lnTo>
                    <a:lnTo>
                      <a:pt x="3076" y="20568"/>
                    </a:lnTo>
                    <a:lnTo>
                      <a:pt x="3034" y="20589"/>
                    </a:lnTo>
                    <a:lnTo>
                      <a:pt x="2971" y="20652"/>
                    </a:lnTo>
                    <a:lnTo>
                      <a:pt x="3013" y="20736"/>
                    </a:lnTo>
                    <a:lnTo>
                      <a:pt x="3055" y="20778"/>
                    </a:lnTo>
                    <a:lnTo>
                      <a:pt x="3076" y="20861"/>
                    </a:lnTo>
                    <a:lnTo>
                      <a:pt x="3055" y="20903"/>
                    </a:lnTo>
                    <a:lnTo>
                      <a:pt x="3055" y="20966"/>
                    </a:lnTo>
                    <a:lnTo>
                      <a:pt x="3160" y="20966"/>
                    </a:lnTo>
                    <a:lnTo>
                      <a:pt x="3243" y="20987"/>
                    </a:lnTo>
                    <a:lnTo>
                      <a:pt x="3348" y="21154"/>
                    </a:lnTo>
                    <a:lnTo>
                      <a:pt x="3369" y="21217"/>
                    </a:lnTo>
                    <a:lnTo>
                      <a:pt x="3452" y="21280"/>
                    </a:lnTo>
                    <a:lnTo>
                      <a:pt x="3578" y="21363"/>
                    </a:lnTo>
                    <a:lnTo>
                      <a:pt x="3641" y="21468"/>
                    </a:lnTo>
                    <a:lnTo>
                      <a:pt x="3641" y="21573"/>
                    </a:lnTo>
                    <a:lnTo>
                      <a:pt x="3683" y="21594"/>
                    </a:lnTo>
                    <a:lnTo>
                      <a:pt x="3704" y="21635"/>
                    </a:lnTo>
                    <a:lnTo>
                      <a:pt x="3683" y="21698"/>
                    </a:lnTo>
                    <a:lnTo>
                      <a:pt x="3683" y="21740"/>
                    </a:lnTo>
                    <a:lnTo>
                      <a:pt x="3641" y="21782"/>
                    </a:lnTo>
                    <a:lnTo>
                      <a:pt x="3641" y="21845"/>
                    </a:lnTo>
                    <a:lnTo>
                      <a:pt x="3641" y="21887"/>
                    </a:lnTo>
                    <a:lnTo>
                      <a:pt x="3662" y="21907"/>
                    </a:lnTo>
                    <a:lnTo>
                      <a:pt x="3599" y="22033"/>
                    </a:lnTo>
                    <a:lnTo>
                      <a:pt x="3452" y="22326"/>
                    </a:lnTo>
                    <a:lnTo>
                      <a:pt x="3432" y="22514"/>
                    </a:lnTo>
                    <a:lnTo>
                      <a:pt x="3285" y="22661"/>
                    </a:lnTo>
                    <a:lnTo>
                      <a:pt x="3285" y="22744"/>
                    </a:lnTo>
                    <a:lnTo>
                      <a:pt x="3327" y="22744"/>
                    </a:lnTo>
                    <a:lnTo>
                      <a:pt x="3494" y="22535"/>
                    </a:lnTo>
                    <a:lnTo>
                      <a:pt x="3536" y="22410"/>
                    </a:lnTo>
                    <a:lnTo>
                      <a:pt x="3662" y="22305"/>
                    </a:lnTo>
                    <a:lnTo>
                      <a:pt x="3683" y="22347"/>
                    </a:lnTo>
                    <a:lnTo>
                      <a:pt x="3766" y="22368"/>
                    </a:lnTo>
                    <a:lnTo>
                      <a:pt x="3766" y="22431"/>
                    </a:lnTo>
                    <a:lnTo>
                      <a:pt x="3599" y="22514"/>
                    </a:lnTo>
                    <a:lnTo>
                      <a:pt x="3557" y="22619"/>
                    </a:lnTo>
                    <a:lnTo>
                      <a:pt x="3390" y="22786"/>
                    </a:lnTo>
                    <a:lnTo>
                      <a:pt x="3390" y="22828"/>
                    </a:lnTo>
                    <a:lnTo>
                      <a:pt x="3473" y="22828"/>
                    </a:lnTo>
                    <a:lnTo>
                      <a:pt x="3432" y="22870"/>
                    </a:lnTo>
                    <a:lnTo>
                      <a:pt x="3285" y="22849"/>
                    </a:lnTo>
                    <a:lnTo>
                      <a:pt x="3222" y="22870"/>
                    </a:lnTo>
                    <a:lnTo>
                      <a:pt x="3160" y="23037"/>
                    </a:lnTo>
                    <a:lnTo>
                      <a:pt x="3055" y="23142"/>
                    </a:lnTo>
                    <a:lnTo>
                      <a:pt x="3076" y="23268"/>
                    </a:lnTo>
                    <a:lnTo>
                      <a:pt x="3034" y="23247"/>
                    </a:lnTo>
                    <a:lnTo>
                      <a:pt x="2971" y="23184"/>
                    </a:lnTo>
                    <a:lnTo>
                      <a:pt x="2908" y="23247"/>
                    </a:lnTo>
                    <a:lnTo>
                      <a:pt x="2908" y="23393"/>
                    </a:lnTo>
                    <a:lnTo>
                      <a:pt x="3013" y="23393"/>
                    </a:lnTo>
                    <a:lnTo>
                      <a:pt x="3034" y="23477"/>
                    </a:lnTo>
                    <a:lnTo>
                      <a:pt x="2971" y="23665"/>
                    </a:lnTo>
                    <a:lnTo>
                      <a:pt x="2950" y="23937"/>
                    </a:lnTo>
                    <a:lnTo>
                      <a:pt x="3013" y="24125"/>
                    </a:lnTo>
                    <a:lnTo>
                      <a:pt x="3076" y="24293"/>
                    </a:lnTo>
                    <a:lnTo>
                      <a:pt x="3160" y="24314"/>
                    </a:lnTo>
                    <a:lnTo>
                      <a:pt x="3180" y="24230"/>
                    </a:lnTo>
                    <a:lnTo>
                      <a:pt x="3264" y="24146"/>
                    </a:lnTo>
                    <a:lnTo>
                      <a:pt x="3452" y="24104"/>
                    </a:lnTo>
                    <a:lnTo>
                      <a:pt x="3557" y="24021"/>
                    </a:lnTo>
                    <a:lnTo>
                      <a:pt x="3662" y="23895"/>
                    </a:lnTo>
                    <a:lnTo>
                      <a:pt x="3704" y="23895"/>
                    </a:lnTo>
                    <a:lnTo>
                      <a:pt x="3704" y="24021"/>
                    </a:lnTo>
                    <a:lnTo>
                      <a:pt x="3662" y="24125"/>
                    </a:lnTo>
                    <a:lnTo>
                      <a:pt x="3599" y="24146"/>
                    </a:lnTo>
                    <a:lnTo>
                      <a:pt x="3536" y="24251"/>
                    </a:lnTo>
                    <a:lnTo>
                      <a:pt x="3536" y="24314"/>
                    </a:lnTo>
                    <a:lnTo>
                      <a:pt x="3641" y="24397"/>
                    </a:lnTo>
                    <a:lnTo>
                      <a:pt x="3704" y="24460"/>
                    </a:lnTo>
                    <a:lnTo>
                      <a:pt x="3808" y="24460"/>
                    </a:lnTo>
                    <a:lnTo>
                      <a:pt x="3892" y="24502"/>
                    </a:lnTo>
                    <a:lnTo>
                      <a:pt x="3955" y="24544"/>
                    </a:lnTo>
                    <a:lnTo>
                      <a:pt x="3808" y="24502"/>
                    </a:lnTo>
                    <a:lnTo>
                      <a:pt x="3683" y="24502"/>
                    </a:lnTo>
                    <a:lnTo>
                      <a:pt x="3578" y="24439"/>
                    </a:lnTo>
                    <a:lnTo>
                      <a:pt x="3432" y="24439"/>
                    </a:lnTo>
                    <a:lnTo>
                      <a:pt x="3369" y="24523"/>
                    </a:lnTo>
                    <a:lnTo>
                      <a:pt x="3369" y="24607"/>
                    </a:lnTo>
                    <a:lnTo>
                      <a:pt x="3432" y="24669"/>
                    </a:lnTo>
                    <a:lnTo>
                      <a:pt x="3452" y="24920"/>
                    </a:lnTo>
                    <a:lnTo>
                      <a:pt x="3494" y="24983"/>
                    </a:lnTo>
                    <a:lnTo>
                      <a:pt x="3557" y="24983"/>
                    </a:lnTo>
                    <a:lnTo>
                      <a:pt x="3641" y="24941"/>
                    </a:lnTo>
                    <a:lnTo>
                      <a:pt x="3683" y="24983"/>
                    </a:lnTo>
                    <a:lnTo>
                      <a:pt x="3641" y="25046"/>
                    </a:lnTo>
                    <a:lnTo>
                      <a:pt x="3599" y="25088"/>
                    </a:lnTo>
                    <a:lnTo>
                      <a:pt x="3683" y="25151"/>
                    </a:lnTo>
                    <a:lnTo>
                      <a:pt x="3683" y="25192"/>
                    </a:lnTo>
                    <a:lnTo>
                      <a:pt x="3662" y="25255"/>
                    </a:lnTo>
                    <a:lnTo>
                      <a:pt x="3557" y="25234"/>
                    </a:lnTo>
                    <a:lnTo>
                      <a:pt x="3411" y="25276"/>
                    </a:lnTo>
                    <a:lnTo>
                      <a:pt x="3264" y="25381"/>
                    </a:lnTo>
                    <a:lnTo>
                      <a:pt x="3243" y="25423"/>
                    </a:lnTo>
                    <a:lnTo>
                      <a:pt x="3306" y="25485"/>
                    </a:lnTo>
                    <a:lnTo>
                      <a:pt x="3452" y="25423"/>
                    </a:lnTo>
                    <a:lnTo>
                      <a:pt x="3536" y="25465"/>
                    </a:lnTo>
                    <a:lnTo>
                      <a:pt x="3452" y="25485"/>
                    </a:lnTo>
                    <a:lnTo>
                      <a:pt x="3432" y="25548"/>
                    </a:lnTo>
                    <a:lnTo>
                      <a:pt x="3515" y="25632"/>
                    </a:lnTo>
                    <a:lnTo>
                      <a:pt x="3662" y="25590"/>
                    </a:lnTo>
                    <a:lnTo>
                      <a:pt x="3829" y="25465"/>
                    </a:lnTo>
                    <a:lnTo>
                      <a:pt x="3934" y="25297"/>
                    </a:lnTo>
                    <a:lnTo>
                      <a:pt x="4038" y="25297"/>
                    </a:lnTo>
                    <a:lnTo>
                      <a:pt x="4143" y="25213"/>
                    </a:lnTo>
                    <a:lnTo>
                      <a:pt x="4164" y="25109"/>
                    </a:lnTo>
                    <a:lnTo>
                      <a:pt x="4185" y="25088"/>
                    </a:lnTo>
                    <a:lnTo>
                      <a:pt x="4206" y="25172"/>
                    </a:lnTo>
                    <a:lnTo>
                      <a:pt x="4143" y="25339"/>
                    </a:lnTo>
                    <a:lnTo>
                      <a:pt x="4038" y="25402"/>
                    </a:lnTo>
                    <a:lnTo>
                      <a:pt x="3913" y="25465"/>
                    </a:lnTo>
                    <a:lnTo>
                      <a:pt x="3892" y="25548"/>
                    </a:lnTo>
                    <a:lnTo>
                      <a:pt x="3955" y="25611"/>
                    </a:lnTo>
                    <a:lnTo>
                      <a:pt x="4038" y="25590"/>
                    </a:lnTo>
                    <a:lnTo>
                      <a:pt x="4164" y="25590"/>
                    </a:lnTo>
                    <a:lnTo>
                      <a:pt x="4268" y="25611"/>
                    </a:lnTo>
                    <a:lnTo>
                      <a:pt x="4122" y="25611"/>
                    </a:lnTo>
                    <a:lnTo>
                      <a:pt x="4017" y="25674"/>
                    </a:lnTo>
                    <a:lnTo>
                      <a:pt x="4017" y="25820"/>
                    </a:lnTo>
                    <a:lnTo>
                      <a:pt x="4059" y="25967"/>
                    </a:lnTo>
                    <a:lnTo>
                      <a:pt x="4017" y="25988"/>
                    </a:lnTo>
                    <a:lnTo>
                      <a:pt x="3976" y="25904"/>
                    </a:lnTo>
                    <a:lnTo>
                      <a:pt x="3976" y="25757"/>
                    </a:lnTo>
                    <a:lnTo>
                      <a:pt x="3913" y="25674"/>
                    </a:lnTo>
                    <a:lnTo>
                      <a:pt x="3850" y="25716"/>
                    </a:lnTo>
                    <a:lnTo>
                      <a:pt x="3578" y="25904"/>
                    </a:lnTo>
                    <a:lnTo>
                      <a:pt x="3536" y="25988"/>
                    </a:lnTo>
                    <a:lnTo>
                      <a:pt x="3369" y="26071"/>
                    </a:lnTo>
                    <a:lnTo>
                      <a:pt x="3327" y="26134"/>
                    </a:lnTo>
                    <a:lnTo>
                      <a:pt x="3348" y="26218"/>
                    </a:lnTo>
                    <a:lnTo>
                      <a:pt x="3348" y="26301"/>
                    </a:lnTo>
                    <a:lnTo>
                      <a:pt x="3369" y="26322"/>
                    </a:lnTo>
                    <a:lnTo>
                      <a:pt x="3452" y="26281"/>
                    </a:lnTo>
                    <a:lnTo>
                      <a:pt x="3557" y="26218"/>
                    </a:lnTo>
                    <a:lnTo>
                      <a:pt x="3599" y="26113"/>
                    </a:lnTo>
                    <a:lnTo>
                      <a:pt x="3662" y="26134"/>
                    </a:lnTo>
                    <a:lnTo>
                      <a:pt x="3704" y="26197"/>
                    </a:lnTo>
                    <a:lnTo>
                      <a:pt x="3892" y="26218"/>
                    </a:lnTo>
                    <a:lnTo>
                      <a:pt x="3871" y="26239"/>
                    </a:lnTo>
                    <a:lnTo>
                      <a:pt x="3766" y="26218"/>
                    </a:lnTo>
                    <a:lnTo>
                      <a:pt x="3599" y="26218"/>
                    </a:lnTo>
                    <a:lnTo>
                      <a:pt x="3536" y="26281"/>
                    </a:lnTo>
                    <a:lnTo>
                      <a:pt x="3536" y="26322"/>
                    </a:lnTo>
                    <a:lnTo>
                      <a:pt x="3557" y="26385"/>
                    </a:lnTo>
                    <a:lnTo>
                      <a:pt x="3473" y="26406"/>
                    </a:lnTo>
                    <a:lnTo>
                      <a:pt x="3432" y="26385"/>
                    </a:lnTo>
                    <a:lnTo>
                      <a:pt x="3264" y="26427"/>
                    </a:lnTo>
                    <a:lnTo>
                      <a:pt x="3264" y="26490"/>
                    </a:lnTo>
                    <a:lnTo>
                      <a:pt x="3390" y="26490"/>
                    </a:lnTo>
                    <a:lnTo>
                      <a:pt x="3473" y="26532"/>
                    </a:lnTo>
                    <a:lnTo>
                      <a:pt x="3578" y="26532"/>
                    </a:lnTo>
                    <a:lnTo>
                      <a:pt x="3515" y="26594"/>
                    </a:lnTo>
                    <a:lnTo>
                      <a:pt x="3390" y="26594"/>
                    </a:lnTo>
                    <a:lnTo>
                      <a:pt x="3327" y="26532"/>
                    </a:lnTo>
                    <a:lnTo>
                      <a:pt x="3222" y="26553"/>
                    </a:lnTo>
                    <a:lnTo>
                      <a:pt x="3180" y="26657"/>
                    </a:lnTo>
                    <a:lnTo>
                      <a:pt x="3243" y="26720"/>
                    </a:lnTo>
                    <a:lnTo>
                      <a:pt x="3327" y="26720"/>
                    </a:lnTo>
                    <a:lnTo>
                      <a:pt x="3452" y="26699"/>
                    </a:lnTo>
                    <a:lnTo>
                      <a:pt x="3536" y="26741"/>
                    </a:lnTo>
                    <a:lnTo>
                      <a:pt x="3683" y="26741"/>
                    </a:lnTo>
                    <a:lnTo>
                      <a:pt x="3662" y="26804"/>
                    </a:lnTo>
                    <a:lnTo>
                      <a:pt x="3557" y="26825"/>
                    </a:lnTo>
                    <a:lnTo>
                      <a:pt x="3452" y="26804"/>
                    </a:lnTo>
                    <a:lnTo>
                      <a:pt x="3432" y="26825"/>
                    </a:lnTo>
                    <a:lnTo>
                      <a:pt x="3452" y="26845"/>
                    </a:lnTo>
                    <a:lnTo>
                      <a:pt x="3662" y="26845"/>
                    </a:lnTo>
                    <a:lnTo>
                      <a:pt x="3662" y="26908"/>
                    </a:lnTo>
                    <a:lnTo>
                      <a:pt x="3536" y="26929"/>
                    </a:lnTo>
                    <a:lnTo>
                      <a:pt x="3390" y="26908"/>
                    </a:lnTo>
                    <a:lnTo>
                      <a:pt x="3327" y="26845"/>
                    </a:lnTo>
                    <a:lnTo>
                      <a:pt x="3264" y="26908"/>
                    </a:lnTo>
                    <a:lnTo>
                      <a:pt x="3327" y="27013"/>
                    </a:lnTo>
                    <a:lnTo>
                      <a:pt x="3452" y="27076"/>
                    </a:lnTo>
                    <a:lnTo>
                      <a:pt x="3473" y="27013"/>
                    </a:lnTo>
                    <a:lnTo>
                      <a:pt x="3557" y="27013"/>
                    </a:lnTo>
                    <a:lnTo>
                      <a:pt x="3641" y="27055"/>
                    </a:lnTo>
                    <a:lnTo>
                      <a:pt x="3787" y="27034"/>
                    </a:lnTo>
                    <a:lnTo>
                      <a:pt x="3850" y="27076"/>
                    </a:lnTo>
                    <a:lnTo>
                      <a:pt x="3766" y="27117"/>
                    </a:lnTo>
                    <a:lnTo>
                      <a:pt x="3766" y="27159"/>
                    </a:lnTo>
                    <a:lnTo>
                      <a:pt x="3871" y="27159"/>
                    </a:lnTo>
                    <a:lnTo>
                      <a:pt x="3892" y="27243"/>
                    </a:lnTo>
                    <a:lnTo>
                      <a:pt x="4026" y="27276"/>
                    </a:lnTo>
                    <a:lnTo>
                      <a:pt x="3976" y="27285"/>
                    </a:lnTo>
                    <a:lnTo>
                      <a:pt x="3871" y="27285"/>
                    </a:lnTo>
                    <a:lnTo>
                      <a:pt x="3787" y="27369"/>
                    </a:lnTo>
                    <a:lnTo>
                      <a:pt x="3787" y="27431"/>
                    </a:lnTo>
                    <a:lnTo>
                      <a:pt x="3871" y="27473"/>
                    </a:lnTo>
                    <a:lnTo>
                      <a:pt x="3913" y="27431"/>
                    </a:lnTo>
                    <a:lnTo>
                      <a:pt x="3976" y="27389"/>
                    </a:lnTo>
                    <a:lnTo>
                      <a:pt x="3996" y="27452"/>
                    </a:lnTo>
                    <a:lnTo>
                      <a:pt x="4017" y="27452"/>
                    </a:lnTo>
                    <a:lnTo>
                      <a:pt x="4080" y="27369"/>
                    </a:lnTo>
                    <a:lnTo>
                      <a:pt x="4185" y="27306"/>
                    </a:lnTo>
                    <a:lnTo>
                      <a:pt x="4185" y="27369"/>
                    </a:lnTo>
                    <a:lnTo>
                      <a:pt x="4164" y="27410"/>
                    </a:lnTo>
                    <a:lnTo>
                      <a:pt x="4164" y="27473"/>
                    </a:lnTo>
                    <a:lnTo>
                      <a:pt x="4206" y="27494"/>
                    </a:lnTo>
                    <a:lnTo>
                      <a:pt x="4289" y="27557"/>
                    </a:lnTo>
                    <a:lnTo>
                      <a:pt x="4373" y="27557"/>
                    </a:lnTo>
                    <a:lnTo>
                      <a:pt x="4499" y="27369"/>
                    </a:lnTo>
                    <a:lnTo>
                      <a:pt x="4520" y="27159"/>
                    </a:lnTo>
                    <a:lnTo>
                      <a:pt x="4582" y="27055"/>
                    </a:lnTo>
                    <a:lnTo>
                      <a:pt x="4645" y="27034"/>
                    </a:lnTo>
                    <a:lnTo>
                      <a:pt x="4645" y="27097"/>
                    </a:lnTo>
                    <a:lnTo>
                      <a:pt x="4603" y="27159"/>
                    </a:lnTo>
                    <a:lnTo>
                      <a:pt x="4603" y="27306"/>
                    </a:lnTo>
                    <a:lnTo>
                      <a:pt x="4499" y="27473"/>
                    </a:lnTo>
                    <a:lnTo>
                      <a:pt x="4415" y="27557"/>
                    </a:lnTo>
                    <a:lnTo>
                      <a:pt x="4436" y="27599"/>
                    </a:lnTo>
                    <a:lnTo>
                      <a:pt x="4582" y="27599"/>
                    </a:lnTo>
                    <a:lnTo>
                      <a:pt x="4687" y="27578"/>
                    </a:lnTo>
                    <a:lnTo>
                      <a:pt x="4708" y="27599"/>
                    </a:lnTo>
                    <a:lnTo>
                      <a:pt x="4624" y="27682"/>
                    </a:lnTo>
                    <a:lnTo>
                      <a:pt x="4582" y="27808"/>
                    </a:lnTo>
                    <a:lnTo>
                      <a:pt x="4415" y="27913"/>
                    </a:lnTo>
                    <a:lnTo>
                      <a:pt x="4415" y="27975"/>
                    </a:lnTo>
                    <a:lnTo>
                      <a:pt x="4499" y="28122"/>
                    </a:lnTo>
                    <a:lnTo>
                      <a:pt x="4624" y="28185"/>
                    </a:lnTo>
                    <a:lnTo>
                      <a:pt x="4708" y="28122"/>
                    </a:lnTo>
                    <a:lnTo>
                      <a:pt x="4792" y="28122"/>
                    </a:lnTo>
                    <a:lnTo>
                      <a:pt x="4812" y="28226"/>
                    </a:lnTo>
                    <a:lnTo>
                      <a:pt x="4875" y="28331"/>
                    </a:lnTo>
                    <a:lnTo>
                      <a:pt x="4875" y="28415"/>
                    </a:lnTo>
                    <a:lnTo>
                      <a:pt x="4812" y="28415"/>
                    </a:lnTo>
                    <a:lnTo>
                      <a:pt x="4771" y="28310"/>
                    </a:lnTo>
                    <a:lnTo>
                      <a:pt x="4708" y="28310"/>
                    </a:lnTo>
                    <a:lnTo>
                      <a:pt x="4708" y="28415"/>
                    </a:lnTo>
                    <a:lnTo>
                      <a:pt x="4812" y="28561"/>
                    </a:lnTo>
                    <a:lnTo>
                      <a:pt x="4938" y="28498"/>
                    </a:lnTo>
                    <a:lnTo>
                      <a:pt x="5085" y="28436"/>
                    </a:lnTo>
                    <a:lnTo>
                      <a:pt x="5147" y="28352"/>
                    </a:lnTo>
                    <a:lnTo>
                      <a:pt x="5147" y="28352"/>
                    </a:lnTo>
                    <a:lnTo>
                      <a:pt x="5126" y="28519"/>
                    </a:lnTo>
                    <a:lnTo>
                      <a:pt x="5022" y="28750"/>
                    </a:lnTo>
                    <a:lnTo>
                      <a:pt x="5043" y="28938"/>
                    </a:lnTo>
                    <a:lnTo>
                      <a:pt x="5126" y="28959"/>
                    </a:lnTo>
                    <a:lnTo>
                      <a:pt x="20087" y="30444"/>
                    </a:lnTo>
                    <a:lnTo>
                      <a:pt x="20212" y="30507"/>
                    </a:lnTo>
                    <a:lnTo>
                      <a:pt x="20359" y="30507"/>
                    </a:lnTo>
                    <a:lnTo>
                      <a:pt x="20484" y="30612"/>
                    </a:lnTo>
                    <a:lnTo>
                      <a:pt x="20484" y="30674"/>
                    </a:lnTo>
                    <a:lnTo>
                      <a:pt x="20568" y="30737"/>
                    </a:lnTo>
                    <a:lnTo>
                      <a:pt x="20589" y="30779"/>
                    </a:lnTo>
                    <a:lnTo>
                      <a:pt x="20694" y="30821"/>
                    </a:lnTo>
                    <a:lnTo>
                      <a:pt x="20714" y="30842"/>
                    </a:lnTo>
                    <a:lnTo>
                      <a:pt x="20840" y="30884"/>
                    </a:lnTo>
                    <a:lnTo>
                      <a:pt x="20903" y="30946"/>
                    </a:lnTo>
                    <a:lnTo>
                      <a:pt x="20945" y="30946"/>
                    </a:lnTo>
                    <a:lnTo>
                      <a:pt x="21049" y="30926"/>
                    </a:lnTo>
                    <a:lnTo>
                      <a:pt x="21133" y="30946"/>
                    </a:lnTo>
                    <a:lnTo>
                      <a:pt x="21238" y="30946"/>
                    </a:lnTo>
                    <a:lnTo>
                      <a:pt x="21363" y="31051"/>
                    </a:lnTo>
                    <a:lnTo>
                      <a:pt x="21447" y="31051"/>
                    </a:lnTo>
                    <a:lnTo>
                      <a:pt x="21510" y="31198"/>
                    </a:lnTo>
                    <a:lnTo>
                      <a:pt x="21719" y="31239"/>
                    </a:lnTo>
                    <a:lnTo>
                      <a:pt x="21823" y="31260"/>
                    </a:lnTo>
                    <a:lnTo>
                      <a:pt x="21886" y="31344"/>
                    </a:lnTo>
                    <a:lnTo>
                      <a:pt x="21970" y="31407"/>
                    </a:lnTo>
                    <a:lnTo>
                      <a:pt x="22158" y="31407"/>
                    </a:lnTo>
                    <a:lnTo>
                      <a:pt x="22263" y="31344"/>
                    </a:lnTo>
                    <a:lnTo>
                      <a:pt x="22305" y="31407"/>
                    </a:lnTo>
                    <a:lnTo>
                      <a:pt x="22367" y="31511"/>
                    </a:lnTo>
                    <a:lnTo>
                      <a:pt x="22618" y="31532"/>
                    </a:lnTo>
                    <a:lnTo>
                      <a:pt x="22681" y="31574"/>
                    </a:lnTo>
                    <a:lnTo>
                      <a:pt x="22807" y="31616"/>
                    </a:lnTo>
                    <a:lnTo>
                      <a:pt x="22890" y="31658"/>
                    </a:lnTo>
                    <a:lnTo>
                      <a:pt x="25192" y="32725"/>
                    </a:lnTo>
                    <a:lnTo>
                      <a:pt x="25339" y="32913"/>
                    </a:lnTo>
                    <a:lnTo>
                      <a:pt x="25694" y="33206"/>
                    </a:lnTo>
                    <a:lnTo>
                      <a:pt x="26050" y="34985"/>
                    </a:lnTo>
                    <a:lnTo>
                      <a:pt x="26008" y="35738"/>
                    </a:lnTo>
                    <a:lnTo>
                      <a:pt x="25945" y="35864"/>
                    </a:lnTo>
                    <a:lnTo>
                      <a:pt x="25903" y="36010"/>
                    </a:lnTo>
                    <a:lnTo>
                      <a:pt x="25820" y="36136"/>
                    </a:lnTo>
                    <a:lnTo>
                      <a:pt x="25611" y="36240"/>
                    </a:lnTo>
                    <a:lnTo>
                      <a:pt x="25506" y="36366"/>
                    </a:lnTo>
                    <a:lnTo>
                      <a:pt x="25611" y="36554"/>
                    </a:lnTo>
                    <a:lnTo>
                      <a:pt x="27598" y="36031"/>
                    </a:lnTo>
                    <a:lnTo>
                      <a:pt x="27849" y="35947"/>
                    </a:lnTo>
                    <a:lnTo>
                      <a:pt x="27912" y="35654"/>
                    </a:lnTo>
                    <a:lnTo>
                      <a:pt x="28979" y="35340"/>
                    </a:lnTo>
                    <a:lnTo>
                      <a:pt x="29461" y="34985"/>
                    </a:lnTo>
                    <a:lnTo>
                      <a:pt x="29565" y="34901"/>
                    </a:lnTo>
                    <a:lnTo>
                      <a:pt x="29712" y="34880"/>
                    </a:lnTo>
                    <a:lnTo>
                      <a:pt x="29984" y="34650"/>
                    </a:lnTo>
                    <a:lnTo>
                      <a:pt x="30088" y="34545"/>
                    </a:lnTo>
                    <a:lnTo>
                      <a:pt x="30214" y="34483"/>
                    </a:lnTo>
                    <a:lnTo>
                      <a:pt x="30318" y="34378"/>
                    </a:lnTo>
                    <a:lnTo>
                      <a:pt x="30528" y="34357"/>
                    </a:lnTo>
                    <a:lnTo>
                      <a:pt x="32202" y="34378"/>
                    </a:lnTo>
                    <a:lnTo>
                      <a:pt x="32327" y="34252"/>
                    </a:lnTo>
                    <a:lnTo>
                      <a:pt x="32390" y="34252"/>
                    </a:lnTo>
                    <a:lnTo>
                      <a:pt x="32432" y="34190"/>
                    </a:lnTo>
                    <a:lnTo>
                      <a:pt x="32515" y="34190"/>
                    </a:lnTo>
                    <a:lnTo>
                      <a:pt x="32620" y="34231"/>
                    </a:lnTo>
                    <a:lnTo>
                      <a:pt x="32704" y="34169"/>
                    </a:lnTo>
                    <a:lnTo>
                      <a:pt x="32725" y="34085"/>
                    </a:lnTo>
                    <a:lnTo>
                      <a:pt x="32913" y="33876"/>
                    </a:lnTo>
                    <a:lnTo>
                      <a:pt x="32976" y="33855"/>
                    </a:lnTo>
                    <a:lnTo>
                      <a:pt x="33143" y="33667"/>
                    </a:lnTo>
                    <a:lnTo>
                      <a:pt x="33185" y="33541"/>
                    </a:lnTo>
                    <a:lnTo>
                      <a:pt x="33227" y="33415"/>
                    </a:lnTo>
                    <a:lnTo>
                      <a:pt x="33373" y="33332"/>
                    </a:lnTo>
                    <a:lnTo>
                      <a:pt x="33373" y="33227"/>
                    </a:lnTo>
                    <a:lnTo>
                      <a:pt x="33478" y="33102"/>
                    </a:lnTo>
                    <a:lnTo>
                      <a:pt x="33687" y="32871"/>
                    </a:lnTo>
                    <a:lnTo>
                      <a:pt x="33750" y="32767"/>
                    </a:lnTo>
                    <a:lnTo>
                      <a:pt x="33854" y="32662"/>
                    </a:lnTo>
                    <a:lnTo>
                      <a:pt x="33875" y="32662"/>
                    </a:lnTo>
                    <a:lnTo>
                      <a:pt x="33959" y="32704"/>
                    </a:lnTo>
                    <a:lnTo>
                      <a:pt x="34022" y="32788"/>
                    </a:lnTo>
                    <a:lnTo>
                      <a:pt x="34168" y="32767"/>
                    </a:lnTo>
                    <a:lnTo>
                      <a:pt x="34315" y="32809"/>
                    </a:lnTo>
                    <a:lnTo>
                      <a:pt x="34378" y="32767"/>
                    </a:lnTo>
                    <a:lnTo>
                      <a:pt x="34608" y="32976"/>
                    </a:lnTo>
                    <a:lnTo>
                      <a:pt x="34608" y="33143"/>
                    </a:lnTo>
                    <a:lnTo>
                      <a:pt x="34482" y="33876"/>
                    </a:lnTo>
                    <a:lnTo>
                      <a:pt x="34440" y="33959"/>
                    </a:lnTo>
                    <a:lnTo>
                      <a:pt x="34503" y="33959"/>
                    </a:lnTo>
                    <a:lnTo>
                      <a:pt x="34524" y="34043"/>
                    </a:lnTo>
                    <a:lnTo>
                      <a:pt x="34587" y="34085"/>
                    </a:lnTo>
                    <a:lnTo>
                      <a:pt x="34587" y="34190"/>
                    </a:lnTo>
                    <a:lnTo>
                      <a:pt x="34587" y="34252"/>
                    </a:lnTo>
                    <a:lnTo>
                      <a:pt x="34587" y="34294"/>
                    </a:lnTo>
                    <a:lnTo>
                      <a:pt x="34545" y="34357"/>
                    </a:lnTo>
                    <a:lnTo>
                      <a:pt x="34587" y="34378"/>
                    </a:lnTo>
                    <a:lnTo>
                      <a:pt x="34733" y="34399"/>
                    </a:lnTo>
                    <a:lnTo>
                      <a:pt x="34859" y="34378"/>
                    </a:lnTo>
                    <a:lnTo>
                      <a:pt x="34901" y="34462"/>
                    </a:lnTo>
                    <a:lnTo>
                      <a:pt x="34963" y="34483"/>
                    </a:lnTo>
                    <a:lnTo>
                      <a:pt x="35026" y="34399"/>
                    </a:lnTo>
                    <a:lnTo>
                      <a:pt x="35110" y="34462"/>
                    </a:lnTo>
                    <a:lnTo>
                      <a:pt x="35235" y="34441"/>
                    </a:lnTo>
                    <a:lnTo>
                      <a:pt x="35277" y="34336"/>
                    </a:lnTo>
                    <a:lnTo>
                      <a:pt x="35382" y="34231"/>
                    </a:lnTo>
                    <a:lnTo>
                      <a:pt x="35382" y="34231"/>
                    </a:lnTo>
                    <a:lnTo>
                      <a:pt x="35319" y="34336"/>
                    </a:lnTo>
                    <a:lnTo>
                      <a:pt x="35340" y="34336"/>
                    </a:lnTo>
                    <a:lnTo>
                      <a:pt x="35319" y="34378"/>
                    </a:lnTo>
                    <a:lnTo>
                      <a:pt x="35361" y="34399"/>
                    </a:lnTo>
                    <a:lnTo>
                      <a:pt x="35633" y="34336"/>
                    </a:lnTo>
                    <a:lnTo>
                      <a:pt x="35675" y="34252"/>
                    </a:lnTo>
                    <a:lnTo>
                      <a:pt x="35842" y="34252"/>
                    </a:lnTo>
                    <a:lnTo>
                      <a:pt x="35968" y="34127"/>
                    </a:lnTo>
                    <a:lnTo>
                      <a:pt x="36072" y="34085"/>
                    </a:lnTo>
                    <a:lnTo>
                      <a:pt x="36198" y="33918"/>
                    </a:lnTo>
                    <a:lnTo>
                      <a:pt x="36198" y="33980"/>
                    </a:lnTo>
                    <a:lnTo>
                      <a:pt x="36282" y="33939"/>
                    </a:lnTo>
                    <a:lnTo>
                      <a:pt x="36282" y="33980"/>
                    </a:lnTo>
                    <a:lnTo>
                      <a:pt x="36156" y="34127"/>
                    </a:lnTo>
                    <a:lnTo>
                      <a:pt x="36051" y="34148"/>
                    </a:lnTo>
                    <a:lnTo>
                      <a:pt x="35947" y="34294"/>
                    </a:lnTo>
                    <a:lnTo>
                      <a:pt x="36072" y="34336"/>
                    </a:lnTo>
                    <a:lnTo>
                      <a:pt x="36156" y="34231"/>
                    </a:lnTo>
                    <a:lnTo>
                      <a:pt x="36261" y="34231"/>
                    </a:lnTo>
                    <a:lnTo>
                      <a:pt x="36323" y="34273"/>
                    </a:lnTo>
                    <a:lnTo>
                      <a:pt x="36575" y="34294"/>
                    </a:lnTo>
                    <a:lnTo>
                      <a:pt x="36742" y="34294"/>
                    </a:lnTo>
                    <a:lnTo>
                      <a:pt x="36616" y="34357"/>
                    </a:lnTo>
                    <a:lnTo>
                      <a:pt x="36470" y="34378"/>
                    </a:lnTo>
                    <a:lnTo>
                      <a:pt x="36365" y="34399"/>
                    </a:lnTo>
                    <a:lnTo>
                      <a:pt x="36323" y="34483"/>
                    </a:lnTo>
                    <a:lnTo>
                      <a:pt x="36323" y="34545"/>
                    </a:lnTo>
                    <a:lnTo>
                      <a:pt x="36261" y="34483"/>
                    </a:lnTo>
                    <a:lnTo>
                      <a:pt x="36219" y="34378"/>
                    </a:lnTo>
                    <a:lnTo>
                      <a:pt x="36156" y="34357"/>
                    </a:lnTo>
                    <a:lnTo>
                      <a:pt x="35968" y="34399"/>
                    </a:lnTo>
                    <a:lnTo>
                      <a:pt x="35779" y="34545"/>
                    </a:lnTo>
                    <a:lnTo>
                      <a:pt x="35549" y="34587"/>
                    </a:lnTo>
                    <a:lnTo>
                      <a:pt x="35340" y="34713"/>
                    </a:lnTo>
                    <a:lnTo>
                      <a:pt x="35319" y="34817"/>
                    </a:lnTo>
                    <a:lnTo>
                      <a:pt x="35173" y="34922"/>
                    </a:lnTo>
                    <a:lnTo>
                      <a:pt x="35110" y="35110"/>
                    </a:lnTo>
                    <a:lnTo>
                      <a:pt x="35110" y="35236"/>
                    </a:lnTo>
                    <a:lnTo>
                      <a:pt x="35131" y="35340"/>
                    </a:lnTo>
                    <a:lnTo>
                      <a:pt x="35152" y="35445"/>
                    </a:lnTo>
                    <a:lnTo>
                      <a:pt x="35215" y="35424"/>
                    </a:lnTo>
                    <a:lnTo>
                      <a:pt x="35256" y="35445"/>
                    </a:lnTo>
                    <a:lnTo>
                      <a:pt x="35256" y="35592"/>
                    </a:lnTo>
                    <a:lnTo>
                      <a:pt x="35361" y="35654"/>
                    </a:lnTo>
                    <a:lnTo>
                      <a:pt x="35403" y="35612"/>
                    </a:lnTo>
                    <a:lnTo>
                      <a:pt x="35466" y="35654"/>
                    </a:lnTo>
                    <a:lnTo>
                      <a:pt x="35507" y="35612"/>
                    </a:lnTo>
                    <a:lnTo>
                      <a:pt x="35507" y="35508"/>
                    </a:lnTo>
                    <a:lnTo>
                      <a:pt x="35570" y="35487"/>
                    </a:lnTo>
                    <a:lnTo>
                      <a:pt x="35654" y="35487"/>
                    </a:lnTo>
                    <a:lnTo>
                      <a:pt x="35779" y="35382"/>
                    </a:lnTo>
                    <a:lnTo>
                      <a:pt x="35884" y="35340"/>
                    </a:lnTo>
                    <a:lnTo>
                      <a:pt x="36031" y="35131"/>
                    </a:lnTo>
                    <a:lnTo>
                      <a:pt x="36219" y="35006"/>
                    </a:lnTo>
                    <a:lnTo>
                      <a:pt x="36177" y="34964"/>
                    </a:lnTo>
                    <a:lnTo>
                      <a:pt x="36240" y="34817"/>
                    </a:lnTo>
                    <a:lnTo>
                      <a:pt x="36323" y="34817"/>
                    </a:lnTo>
                    <a:lnTo>
                      <a:pt x="36386" y="34755"/>
                    </a:lnTo>
                    <a:lnTo>
                      <a:pt x="36428" y="34755"/>
                    </a:lnTo>
                    <a:lnTo>
                      <a:pt x="36491" y="34880"/>
                    </a:lnTo>
                    <a:lnTo>
                      <a:pt x="36637" y="34901"/>
                    </a:lnTo>
                    <a:lnTo>
                      <a:pt x="36637" y="34859"/>
                    </a:lnTo>
                    <a:lnTo>
                      <a:pt x="36721" y="34859"/>
                    </a:lnTo>
                    <a:lnTo>
                      <a:pt x="36909" y="34755"/>
                    </a:lnTo>
                    <a:lnTo>
                      <a:pt x="37077" y="34692"/>
                    </a:lnTo>
                    <a:lnTo>
                      <a:pt x="37286" y="34650"/>
                    </a:lnTo>
                    <a:lnTo>
                      <a:pt x="37391" y="34650"/>
                    </a:lnTo>
                    <a:lnTo>
                      <a:pt x="37663" y="34483"/>
                    </a:lnTo>
                    <a:lnTo>
                      <a:pt x="37809" y="34441"/>
                    </a:lnTo>
                    <a:lnTo>
                      <a:pt x="37914" y="34441"/>
                    </a:lnTo>
                    <a:lnTo>
                      <a:pt x="37997" y="34462"/>
                    </a:lnTo>
                    <a:lnTo>
                      <a:pt x="38081" y="34399"/>
                    </a:lnTo>
                    <a:lnTo>
                      <a:pt x="38018" y="34357"/>
                    </a:lnTo>
                    <a:lnTo>
                      <a:pt x="37935" y="34357"/>
                    </a:lnTo>
                    <a:lnTo>
                      <a:pt x="37830" y="34294"/>
                    </a:lnTo>
                    <a:lnTo>
                      <a:pt x="37872" y="34294"/>
                    </a:lnTo>
                    <a:lnTo>
                      <a:pt x="37956" y="34273"/>
                    </a:lnTo>
                    <a:lnTo>
                      <a:pt x="37956" y="34231"/>
                    </a:lnTo>
                    <a:lnTo>
                      <a:pt x="37663" y="34169"/>
                    </a:lnTo>
                    <a:lnTo>
                      <a:pt x="37537" y="34148"/>
                    </a:lnTo>
                    <a:lnTo>
                      <a:pt x="37558" y="34085"/>
                    </a:lnTo>
                    <a:lnTo>
                      <a:pt x="37537" y="33980"/>
                    </a:lnTo>
                    <a:lnTo>
                      <a:pt x="37370" y="34085"/>
                    </a:lnTo>
                    <a:lnTo>
                      <a:pt x="37349" y="34148"/>
                    </a:lnTo>
                    <a:lnTo>
                      <a:pt x="37160" y="34106"/>
                    </a:lnTo>
                    <a:lnTo>
                      <a:pt x="37139" y="34064"/>
                    </a:lnTo>
                    <a:lnTo>
                      <a:pt x="36993" y="34022"/>
                    </a:lnTo>
                    <a:lnTo>
                      <a:pt x="36930" y="34043"/>
                    </a:lnTo>
                    <a:lnTo>
                      <a:pt x="36826" y="33980"/>
                    </a:lnTo>
                    <a:lnTo>
                      <a:pt x="36637" y="33980"/>
                    </a:lnTo>
                    <a:lnTo>
                      <a:pt x="36491" y="33876"/>
                    </a:lnTo>
                    <a:lnTo>
                      <a:pt x="36616" y="33834"/>
                    </a:lnTo>
                    <a:lnTo>
                      <a:pt x="36637" y="33750"/>
                    </a:lnTo>
                    <a:lnTo>
                      <a:pt x="36491" y="33750"/>
                    </a:lnTo>
                    <a:lnTo>
                      <a:pt x="36428" y="33708"/>
                    </a:lnTo>
                    <a:lnTo>
                      <a:pt x="36323" y="33708"/>
                    </a:lnTo>
                    <a:lnTo>
                      <a:pt x="36282" y="33541"/>
                    </a:lnTo>
                    <a:lnTo>
                      <a:pt x="36219" y="33499"/>
                    </a:lnTo>
                    <a:lnTo>
                      <a:pt x="36219" y="33332"/>
                    </a:lnTo>
                    <a:lnTo>
                      <a:pt x="36261" y="33227"/>
                    </a:lnTo>
                    <a:lnTo>
                      <a:pt x="36177" y="33143"/>
                    </a:lnTo>
                    <a:lnTo>
                      <a:pt x="36261" y="33039"/>
                    </a:lnTo>
                    <a:lnTo>
                      <a:pt x="36261" y="32997"/>
                    </a:lnTo>
                    <a:lnTo>
                      <a:pt x="36051" y="32997"/>
                    </a:lnTo>
                    <a:lnTo>
                      <a:pt x="36114" y="32913"/>
                    </a:lnTo>
                    <a:lnTo>
                      <a:pt x="36198" y="32913"/>
                    </a:lnTo>
                    <a:lnTo>
                      <a:pt x="36365" y="32620"/>
                    </a:lnTo>
                    <a:lnTo>
                      <a:pt x="36470" y="32558"/>
                    </a:lnTo>
                    <a:lnTo>
                      <a:pt x="36428" y="32474"/>
                    </a:lnTo>
                    <a:lnTo>
                      <a:pt x="36365" y="32474"/>
                    </a:lnTo>
                    <a:lnTo>
                      <a:pt x="36323" y="32411"/>
                    </a:lnTo>
                    <a:lnTo>
                      <a:pt x="36219" y="32411"/>
                    </a:lnTo>
                    <a:lnTo>
                      <a:pt x="36114" y="32495"/>
                    </a:lnTo>
                    <a:lnTo>
                      <a:pt x="35989" y="32558"/>
                    </a:lnTo>
                    <a:lnTo>
                      <a:pt x="35947" y="32474"/>
                    </a:lnTo>
                    <a:lnTo>
                      <a:pt x="35905" y="32369"/>
                    </a:lnTo>
                    <a:lnTo>
                      <a:pt x="35675" y="32307"/>
                    </a:lnTo>
                    <a:lnTo>
                      <a:pt x="35528" y="32286"/>
                    </a:lnTo>
                    <a:lnTo>
                      <a:pt x="35361" y="32307"/>
                    </a:lnTo>
                    <a:lnTo>
                      <a:pt x="35528" y="32244"/>
                    </a:lnTo>
                    <a:lnTo>
                      <a:pt x="35654" y="32265"/>
                    </a:lnTo>
                    <a:lnTo>
                      <a:pt x="35779" y="32244"/>
                    </a:lnTo>
                    <a:lnTo>
                      <a:pt x="35863" y="32181"/>
                    </a:lnTo>
                    <a:lnTo>
                      <a:pt x="35989" y="32244"/>
                    </a:lnTo>
                    <a:lnTo>
                      <a:pt x="36093" y="32307"/>
                    </a:lnTo>
                    <a:lnTo>
                      <a:pt x="36219" y="32307"/>
                    </a:lnTo>
                    <a:lnTo>
                      <a:pt x="36386" y="32202"/>
                    </a:lnTo>
                    <a:lnTo>
                      <a:pt x="36470" y="32202"/>
                    </a:lnTo>
                    <a:lnTo>
                      <a:pt x="36575" y="32097"/>
                    </a:lnTo>
                    <a:lnTo>
                      <a:pt x="36700" y="32076"/>
                    </a:lnTo>
                    <a:lnTo>
                      <a:pt x="36784" y="31867"/>
                    </a:lnTo>
                    <a:lnTo>
                      <a:pt x="36721" y="31825"/>
                    </a:lnTo>
                    <a:lnTo>
                      <a:pt x="36805" y="31783"/>
                    </a:lnTo>
                    <a:lnTo>
                      <a:pt x="36742" y="31721"/>
                    </a:lnTo>
                    <a:lnTo>
                      <a:pt x="36616" y="31658"/>
                    </a:lnTo>
                    <a:lnTo>
                      <a:pt x="36533" y="31658"/>
                    </a:lnTo>
                    <a:lnTo>
                      <a:pt x="36575" y="31637"/>
                    </a:lnTo>
                    <a:lnTo>
                      <a:pt x="36575" y="31616"/>
                    </a:lnTo>
                    <a:lnTo>
                      <a:pt x="36742" y="31637"/>
                    </a:lnTo>
                    <a:lnTo>
                      <a:pt x="36742" y="31574"/>
                    </a:lnTo>
                    <a:lnTo>
                      <a:pt x="36512" y="31449"/>
                    </a:lnTo>
                    <a:lnTo>
                      <a:pt x="36303" y="31365"/>
                    </a:lnTo>
                    <a:lnTo>
                      <a:pt x="35905" y="31365"/>
                    </a:lnTo>
                    <a:lnTo>
                      <a:pt x="35800" y="31428"/>
                    </a:lnTo>
                    <a:lnTo>
                      <a:pt x="35675" y="31428"/>
                    </a:lnTo>
                    <a:lnTo>
                      <a:pt x="35319" y="31553"/>
                    </a:lnTo>
                    <a:lnTo>
                      <a:pt x="35026" y="31616"/>
                    </a:lnTo>
                    <a:lnTo>
                      <a:pt x="34859" y="31679"/>
                    </a:lnTo>
                    <a:lnTo>
                      <a:pt x="34712" y="31721"/>
                    </a:lnTo>
                    <a:lnTo>
                      <a:pt x="34440" y="31867"/>
                    </a:lnTo>
                    <a:lnTo>
                      <a:pt x="34064" y="32139"/>
                    </a:lnTo>
                    <a:lnTo>
                      <a:pt x="33771" y="32390"/>
                    </a:lnTo>
                    <a:lnTo>
                      <a:pt x="33666" y="32453"/>
                    </a:lnTo>
                    <a:lnTo>
                      <a:pt x="33541" y="32579"/>
                    </a:lnTo>
                    <a:lnTo>
                      <a:pt x="33373" y="32767"/>
                    </a:lnTo>
                    <a:lnTo>
                      <a:pt x="33185" y="32892"/>
                    </a:lnTo>
                    <a:lnTo>
                      <a:pt x="32934" y="33018"/>
                    </a:lnTo>
                    <a:lnTo>
                      <a:pt x="32641" y="33143"/>
                    </a:lnTo>
                    <a:lnTo>
                      <a:pt x="32515" y="33143"/>
                    </a:lnTo>
                    <a:lnTo>
                      <a:pt x="32704" y="33102"/>
                    </a:lnTo>
                    <a:lnTo>
                      <a:pt x="33018" y="32976"/>
                    </a:lnTo>
                    <a:lnTo>
                      <a:pt x="33038" y="32892"/>
                    </a:lnTo>
                    <a:lnTo>
                      <a:pt x="33290" y="32725"/>
                    </a:lnTo>
                    <a:lnTo>
                      <a:pt x="33373" y="32599"/>
                    </a:lnTo>
                    <a:lnTo>
                      <a:pt x="33436" y="32453"/>
                    </a:lnTo>
                    <a:lnTo>
                      <a:pt x="33541" y="32411"/>
                    </a:lnTo>
                    <a:lnTo>
                      <a:pt x="33666" y="32286"/>
                    </a:lnTo>
                    <a:lnTo>
                      <a:pt x="33813" y="32202"/>
                    </a:lnTo>
                    <a:lnTo>
                      <a:pt x="33875" y="31993"/>
                    </a:lnTo>
                    <a:lnTo>
                      <a:pt x="34106" y="31888"/>
                    </a:lnTo>
                    <a:lnTo>
                      <a:pt x="34231" y="31679"/>
                    </a:lnTo>
                    <a:lnTo>
                      <a:pt x="34294" y="31658"/>
                    </a:lnTo>
                    <a:lnTo>
                      <a:pt x="34315" y="31595"/>
                    </a:lnTo>
                    <a:lnTo>
                      <a:pt x="34440" y="31532"/>
                    </a:lnTo>
                    <a:lnTo>
                      <a:pt x="34545" y="31491"/>
                    </a:lnTo>
                    <a:lnTo>
                      <a:pt x="34608" y="31386"/>
                    </a:lnTo>
                    <a:lnTo>
                      <a:pt x="34712" y="31344"/>
                    </a:lnTo>
                    <a:lnTo>
                      <a:pt x="34754" y="31386"/>
                    </a:lnTo>
                    <a:lnTo>
                      <a:pt x="34838" y="31365"/>
                    </a:lnTo>
                    <a:lnTo>
                      <a:pt x="34922" y="31239"/>
                    </a:lnTo>
                    <a:lnTo>
                      <a:pt x="35131" y="31239"/>
                    </a:lnTo>
                    <a:lnTo>
                      <a:pt x="35235" y="31177"/>
                    </a:lnTo>
                    <a:lnTo>
                      <a:pt x="35424" y="31177"/>
                    </a:lnTo>
                    <a:lnTo>
                      <a:pt x="35487" y="31072"/>
                    </a:lnTo>
                    <a:lnTo>
                      <a:pt x="35528" y="30946"/>
                    </a:lnTo>
                    <a:lnTo>
                      <a:pt x="35570" y="30905"/>
                    </a:lnTo>
                    <a:lnTo>
                      <a:pt x="35570" y="30821"/>
                    </a:lnTo>
                    <a:lnTo>
                      <a:pt x="35696" y="30758"/>
                    </a:lnTo>
                    <a:lnTo>
                      <a:pt x="35905" y="30591"/>
                    </a:lnTo>
                    <a:lnTo>
                      <a:pt x="36010" y="30549"/>
                    </a:lnTo>
                    <a:lnTo>
                      <a:pt x="36072" y="30507"/>
                    </a:lnTo>
                    <a:lnTo>
                      <a:pt x="36010" y="30444"/>
                    </a:lnTo>
                    <a:lnTo>
                      <a:pt x="36072" y="30382"/>
                    </a:lnTo>
                    <a:lnTo>
                      <a:pt x="36156" y="30319"/>
                    </a:lnTo>
                    <a:lnTo>
                      <a:pt x="36261" y="30423"/>
                    </a:lnTo>
                    <a:lnTo>
                      <a:pt x="36386" y="30486"/>
                    </a:lnTo>
                    <a:lnTo>
                      <a:pt x="36616" y="30444"/>
                    </a:lnTo>
                    <a:lnTo>
                      <a:pt x="36805" y="30528"/>
                    </a:lnTo>
                    <a:lnTo>
                      <a:pt x="36888" y="30528"/>
                    </a:lnTo>
                    <a:lnTo>
                      <a:pt x="36951" y="30549"/>
                    </a:lnTo>
                    <a:lnTo>
                      <a:pt x="37098" y="30486"/>
                    </a:lnTo>
                    <a:lnTo>
                      <a:pt x="37160" y="30549"/>
                    </a:lnTo>
                    <a:lnTo>
                      <a:pt x="37265" y="30549"/>
                    </a:lnTo>
                    <a:lnTo>
                      <a:pt x="37349" y="30507"/>
                    </a:lnTo>
                    <a:lnTo>
                      <a:pt x="37474" y="30591"/>
                    </a:lnTo>
                    <a:lnTo>
                      <a:pt x="37663" y="30612"/>
                    </a:lnTo>
                    <a:lnTo>
                      <a:pt x="37746" y="30570"/>
                    </a:lnTo>
                    <a:lnTo>
                      <a:pt x="37788" y="30570"/>
                    </a:lnTo>
                    <a:lnTo>
                      <a:pt x="37893" y="30633"/>
                    </a:lnTo>
                    <a:lnTo>
                      <a:pt x="38039" y="30674"/>
                    </a:lnTo>
                    <a:lnTo>
                      <a:pt x="38081" y="30633"/>
                    </a:lnTo>
                    <a:lnTo>
                      <a:pt x="38248" y="30716"/>
                    </a:lnTo>
                    <a:lnTo>
                      <a:pt x="38311" y="30716"/>
                    </a:lnTo>
                    <a:lnTo>
                      <a:pt x="38416" y="30674"/>
                    </a:lnTo>
                    <a:lnTo>
                      <a:pt x="38500" y="30695"/>
                    </a:lnTo>
                    <a:lnTo>
                      <a:pt x="38479" y="30737"/>
                    </a:lnTo>
                    <a:lnTo>
                      <a:pt x="38583" y="30779"/>
                    </a:lnTo>
                    <a:lnTo>
                      <a:pt x="38834" y="30695"/>
                    </a:lnTo>
                    <a:lnTo>
                      <a:pt x="38897" y="30695"/>
                    </a:lnTo>
                    <a:lnTo>
                      <a:pt x="39023" y="30633"/>
                    </a:lnTo>
                    <a:lnTo>
                      <a:pt x="39085" y="30674"/>
                    </a:lnTo>
                    <a:lnTo>
                      <a:pt x="39253" y="30674"/>
                    </a:lnTo>
                    <a:lnTo>
                      <a:pt x="39336" y="30716"/>
                    </a:lnTo>
                    <a:lnTo>
                      <a:pt x="39441" y="30674"/>
                    </a:lnTo>
                    <a:lnTo>
                      <a:pt x="39462" y="30591"/>
                    </a:lnTo>
                    <a:lnTo>
                      <a:pt x="39608" y="30591"/>
                    </a:lnTo>
                    <a:lnTo>
                      <a:pt x="39671" y="30528"/>
                    </a:lnTo>
                    <a:lnTo>
                      <a:pt x="39734" y="30570"/>
                    </a:lnTo>
                    <a:lnTo>
                      <a:pt x="39818" y="30465"/>
                    </a:lnTo>
                    <a:lnTo>
                      <a:pt x="39922" y="30402"/>
                    </a:lnTo>
                    <a:lnTo>
                      <a:pt x="39943" y="30361"/>
                    </a:lnTo>
                    <a:lnTo>
                      <a:pt x="40048" y="30382"/>
                    </a:lnTo>
                    <a:lnTo>
                      <a:pt x="40132" y="30214"/>
                    </a:lnTo>
                    <a:lnTo>
                      <a:pt x="40132" y="30110"/>
                    </a:lnTo>
                    <a:lnTo>
                      <a:pt x="40194" y="30110"/>
                    </a:lnTo>
                    <a:lnTo>
                      <a:pt x="40278" y="30047"/>
                    </a:lnTo>
                    <a:lnTo>
                      <a:pt x="40299" y="29963"/>
                    </a:lnTo>
                    <a:lnTo>
                      <a:pt x="40257" y="29942"/>
                    </a:lnTo>
                    <a:lnTo>
                      <a:pt x="40278" y="29879"/>
                    </a:lnTo>
                    <a:lnTo>
                      <a:pt x="40383" y="29879"/>
                    </a:lnTo>
                    <a:lnTo>
                      <a:pt x="40487" y="29858"/>
                    </a:lnTo>
                    <a:lnTo>
                      <a:pt x="40487" y="29775"/>
                    </a:lnTo>
                    <a:lnTo>
                      <a:pt x="40508" y="29754"/>
                    </a:lnTo>
                    <a:lnTo>
                      <a:pt x="40571" y="29838"/>
                    </a:lnTo>
                    <a:lnTo>
                      <a:pt x="40696" y="29858"/>
                    </a:lnTo>
                    <a:lnTo>
                      <a:pt x="40801" y="29775"/>
                    </a:lnTo>
                    <a:lnTo>
                      <a:pt x="40822" y="29838"/>
                    </a:lnTo>
                    <a:lnTo>
                      <a:pt x="40906" y="29838"/>
                    </a:lnTo>
                    <a:lnTo>
                      <a:pt x="40989" y="29775"/>
                    </a:lnTo>
                    <a:lnTo>
                      <a:pt x="41031" y="29838"/>
                    </a:lnTo>
                    <a:lnTo>
                      <a:pt x="41136" y="29796"/>
                    </a:lnTo>
                    <a:lnTo>
                      <a:pt x="41178" y="29754"/>
                    </a:lnTo>
                    <a:lnTo>
                      <a:pt x="41241" y="29754"/>
                    </a:lnTo>
                    <a:lnTo>
                      <a:pt x="41324" y="29649"/>
                    </a:lnTo>
                    <a:lnTo>
                      <a:pt x="41387" y="29649"/>
                    </a:lnTo>
                    <a:lnTo>
                      <a:pt x="41492" y="29545"/>
                    </a:lnTo>
                    <a:lnTo>
                      <a:pt x="41617" y="29545"/>
                    </a:lnTo>
                    <a:lnTo>
                      <a:pt x="41764" y="29440"/>
                    </a:lnTo>
                    <a:lnTo>
                      <a:pt x="41826" y="29356"/>
                    </a:lnTo>
                    <a:lnTo>
                      <a:pt x="41910" y="29356"/>
                    </a:lnTo>
                    <a:lnTo>
                      <a:pt x="41931" y="29252"/>
                    </a:lnTo>
                    <a:lnTo>
                      <a:pt x="41973" y="29147"/>
                    </a:lnTo>
                    <a:lnTo>
                      <a:pt x="41910" y="29126"/>
                    </a:lnTo>
                    <a:lnTo>
                      <a:pt x="41805" y="29147"/>
                    </a:lnTo>
                    <a:lnTo>
                      <a:pt x="41722" y="29105"/>
                    </a:lnTo>
                    <a:lnTo>
                      <a:pt x="41764" y="29105"/>
                    </a:lnTo>
                    <a:lnTo>
                      <a:pt x="41868" y="29126"/>
                    </a:lnTo>
                    <a:lnTo>
                      <a:pt x="41952" y="29105"/>
                    </a:lnTo>
                    <a:lnTo>
                      <a:pt x="41868" y="29001"/>
                    </a:lnTo>
                    <a:lnTo>
                      <a:pt x="41764" y="29001"/>
                    </a:lnTo>
                    <a:lnTo>
                      <a:pt x="41617" y="28917"/>
                    </a:lnTo>
                    <a:lnTo>
                      <a:pt x="41554" y="28812"/>
                    </a:lnTo>
                    <a:lnTo>
                      <a:pt x="41554" y="28812"/>
                    </a:lnTo>
                    <a:lnTo>
                      <a:pt x="41701" y="28896"/>
                    </a:lnTo>
                    <a:lnTo>
                      <a:pt x="41805" y="28833"/>
                    </a:lnTo>
                    <a:lnTo>
                      <a:pt x="41826" y="28729"/>
                    </a:lnTo>
                    <a:lnTo>
                      <a:pt x="41910" y="28708"/>
                    </a:lnTo>
                    <a:lnTo>
                      <a:pt x="41952" y="28603"/>
                    </a:lnTo>
                    <a:lnTo>
                      <a:pt x="41764" y="28540"/>
                    </a:lnTo>
                    <a:lnTo>
                      <a:pt x="41847" y="28478"/>
                    </a:lnTo>
                    <a:lnTo>
                      <a:pt x="41931" y="28498"/>
                    </a:lnTo>
                    <a:lnTo>
                      <a:pt x="42015" y="28415"/>
                    </a:lnTo>
                    <a:lnTo>
                      <a:pt x="41973" y="28331"/>
                    </a:lnTo>
                    <a:lnTo>
                      <a:pt x="41826" y="28268"/>
                    </a:lnTo>
                    <a:lnTo>
                      <a:pt x="41805" y="28164"/>
                    </a:lnTo>
                    <a:lnTo>
                      <a:pt x="41847" y="28122"/>
                    </a:lnTo>
                    <a:lnTo>
                      <a:pt x="41952" y="28185"/>
                    </a:lnTo>
                    <a:lnTo>
                      <a:pt x="41931" y="28101"/>
                    </a:lnTo>
                    <a:lnTo>
                      <a:pt x="41764" y="28017"/>
                    </a:lnTo>
                    <a:lnTo>
                      <a:pt x="41617" y="28017"/>
                    </a:lnTo>
                    <a:lnTo>
                      <a:pt x="41638" y="27954"/>
                    </a:lnTo>
                    <a:lnTo>
                      <a:pt x="41701" y="27913"/>
                    </a:lnTo>
                    <a:lnTo>
                      <a:pt x="41659" y="27871"/>
                    </a:lnTo>
                    <a:lnTo>
                      <a:pt x="41533" y="27871"/>
                    </a:lnTo>
                    <a:lnTo>
                      <a:pt x="41387" y="27954"/>
                    </a:lnTo>
                    <a:lnTo>
                      <a:pt x="41345" y="28059"/>
                    </a:lnTo>
                    <a:lnTo>
                      <a:pt x="41303" y="28101"/>
                    </a:lnTo>
                    <a:lnTo>
                      <a:pt x="41241" y="27996"/>
                    </a:lnTo>
                    <a:lnTo>
                      <a:pt x="41094" y="27996"/>
                    </a:lnTo>
                    <a:lnTo>
                      <a:pt x="41157" y="27913"/>
                    </a:lnTo>
                    <a:lnTo>
                      <a:pt x="41220" y="27913"/>
                    </a:lnTo>
                    <a:lnTo>
                      <a:pt x="41345" y="27808"/>
                    </a:lnTo>
                    <a:lnTo>
                      <a:pt x="41387" y="27703"/>
                    </a:lnTo>
                    <a:lnTo>
                      <a:pt x="41303" y="27536"/>
                    </a:lnTo>
                    <a:lnTo>
                      <a:pt x="41115" y="27473"/>
                    </a:lnTo>
                    <a:lnTo>
                      <a:pt x="40885" y="27494"/>
                    </a:lnTo>
                    <a:lnTo>
                      <a:pt x="40801" y="27536"/>
                    </a:lnTo>
                    <a:lnTo>
                      <a:pt x="40822" y="27557"/>
                    </a:lnTo>
                    <a:lnTo>
                      <a:pt x="40969" y="27557"/>
                    </a:lnTo>
                    <a:lnTo>
                      <a:pt x="41010" y="27578"/>
                    </a:lnTo>
                    <a:lnTo>
                      <a:pt x="40885" y="27578"/>
                    </a:lnTo>
                    <a:lnTo>
                      <a:pt x="40717" y="27557"/>
                    </a:lnTo>
                    <a:lnTo>
                      <a:pt x="40550" y="27641"/>
                    </a:lnTo>
                    <a:lnTo>
                      <a:pt x="40404" y="27661"/>
                    </a:lnTo>
                    <a:lnTo>
                      <a:pt x="40299" y="27787"/>
                    </a:lnTo>
                    <a:lnTo>
                      <a:pt x="40257" y="27892"/>
                    </a:lnTo>
                    <a:lnTo>
                      <a:pt x="40173" y="27892"/>
                    </a:lnTo>
                    <a:lnTo>
                      <a:pt x="40048" y="27996"/>
                    </a:lnTo>
                    <a:lnTo>
                      <a:pt x="39860" y="27996"/>
                    </a:lnTo>
                    <a:lnTo>
                      <a:pt x="39755" y="28205"/>
                    </a:lnTo>
                    <a:lnTo>
                      <a:pt x="39671" y="28205"/>
                    </a:lnTo>
                    <a:lnTo>
                      <a:pt x="39629" y="28268"/>
                    </a:lnTo>
                    <a:lnTo>
                      <a:pt x="39567" y="28268"/>
                    </a:lnTo>
                    <a:lnTo>
                      <a:pt x="39525" y="28185"/>
                    </a:lnTo>
                    <a:lnTo>
                      <a:pt x="39608" y="28101"/>
                    </a:lnTo>
                    <a:lnTo>
                      <a:pt x="39671" y="28122"/>
                    </a:lnTo>
                    <a:lnTo>
                      <a:pt x="39713" y="28059"/>
                    </a:lnTo>
                    <a:lnTo>
                      <a:pt x="39462" y="27871"/>
                    </a:lnTo>
                    <a:lnTo>
                      <a:pt x="39441" y="27808"/>
                    </a:lnTo>
                    <a:lnTo>
                      <a:pt x="39357" y="27787"/>
                    </a:lnTo>
                    <a:lnTo>
                      <a:pt x="39399" y="27745"/>
                    </a:lnTo>
                    <a:lnTo>
                      <a:pt x="39399" y="27641"/>
                    </a:lnTo>
                    <a:lnTo>
                      <a:pt x="39525" y="27850"/>
                    </a:lnTo>
                    <a:lnTo>
                      <a:pt x="39734" y="27975"/>
                    </a:lnTo>
                    <a:lnTo>
                      <a:pt x="39776" y="27913"/>
                    </a:lnTo>
                    <a:lnTo>
                      <a:pt x="39818" y="27808"/>
                    </a:lnTo>
                    <a:lnTo>
                      <a:pt x="39943" y="27808"/>
                    </a:lnTo>
                    <a:lnTo>
                      <a:pt x="40027" y="27745"/>
                    </a:lnTo>
                    <a:lnTo>
                      <a:pt x="40194" y="27641"/>
                    </a:lnTo>
                    <a:lnTo>
                      <a:pt x="40404" y="27578"/>
                    </a:lnTo>
                    <a:lnTo>
                      <a:pt x="40613" y="27557"/>
                    </a:lnTo>
                    <a:lnTo>
                      <a:pt x="40592" y="27494"/>
                    </a:lnTo>
                    <a:lnTo>
                      <a:pt x="40508" y="27473"/>
                    </a:lnTo>
                    <a:lnTo>
                      <a:pt x="40613" y="27473"/>
                    </a:lnTo>
                    <a:lnTo>
                      <a:pt x="40717" y="27369"/>
                    </a:lnTo>
                    <a:lnTo>
                      <a:pt x="40906" y="27285"/>
                    </a:lnTo>
                    <a:lnTo>
                      <a:pt x="40969" y="27348"/>
                    </a:lnTo>
                    <a:lnTo>
                      <a:pt x="41199" y="27285"/>
                    </a:lnTo>
                    <a:lnTo>
                      <a:pt x="41199" y="27243"/>
                    </a:lnTo>
                    <a:lnTo>
                      <a:pt x="41387" y="27222"/>
                    </a:lnTo>
                    <a:lnTo>
                      <a:pt x="41282" y="27117"/>
                    </a:lnTo>
                    <a:lnTo>
                      <a:pt x="41010" y="27034"/>
                    </a:lnTo>
                    <a:lnTo>
                      <a:pt x="41073" y="26971"/>
                    </a:lnTo>
                    <a:lnTo>
                      <a:pt x="41136" y="26971"/>
                    </a:lnTo>
                    <a:lnTo>
                      <a:pt x="41199" y="26866"/>
                    </a:lnTo>
                    <a:lnTo>
                      <a:pt x="41115" y="26845"/>
                    </a:lnTo>
                    <a:lnTo>
                      <a:pt x="40969" y="26908"/>
                    </a:lnTo>
                    <a:lnTo>
                      <a:pt x="40885" y="27013"/>
                    </a:lnTo>
                    <a:lnTo>
                      <a:pt x="40759" y="26929"/>
                    </a:lnTo>
                    <a:lnTo>
                      <a:pt x="40613" y="26950"/>
                    </a:lnTo>
                    <a:lnTo>
                      <a:pt x="40592" y="26866"/>
                    </a:lnTo>
                    <a:lnTo>
                      <a:pt x="40676" y="26845"/>
                    </a:lnTo>
                    <a:lnTo>
                      <a:pt x="40676" y="26657"/>
                    </a:lnTo>
                    <a:lnTo>
                      <a:pt x="40696" y="26615"/>
                    </a:lnTo>
                    <a:lnTo>
                      <a:pt x="40550" y="26720"/>
                    </a:lnTo>
                    <a:lnTo>
                      <a:pt x="40550" y="26657"/>
                    </a:lnTo>
                    <a:lnTo>
                      <a:pt x="40592" y="26615"/>
                    </a:lnTo>
                    <a:lnTo>
                      <a:pt x="40550" y="26594"/>
                    </a:lnTo>
                    <a:lnTo>
                      <a:pt x="40341" y="26762"/>
                    </a:lnTo>
                    <a:lnTo>
                      <a:pt x="40257" y="26845"/>
                    </a:lnTo>
                    <a:lnTo>
                      <a:pt x="40194" y="26845"/>
                    </a:lnTo>
                    <a:lnTo>
                      <a:pt x="40278" y="26762"/>
                    </a:lnTo>
                    <a:lnTo>
                      <a:pt x="40445" y="26636"/>
                    </a:lnTo>
                    <a:lnTo>
                      <a:pt x="40383" y="26594"/>
                    </a:lnTo>
                    <a:lnTo>
                      <a:pt x="40236" y="26657"/>
                    </a:lnTo>
                    <a:lnTo>
                      <a:pt x="40194" y="26636"/>
                    </a:lnTo>
                    <a:lnTo>
                      <a:pt x="40257" y="26594"/>
                    </a:lnTo>
                    <a:lnTo>
                      <a:pt x="40341" y="26532"/>
                    </a:lnTo>
                    <a:lnTo>
                      <a:pt x="40341" y="26490"/>
                    </a:lnTo>
                    <a:lnTo>
                      <a:pt x="40194" y="26511"/>
                    </a:lnTo>
                    <a:lnTo>
                      <a:pt x="40090" y="26615"/>
                    </a:lnTo>
                    <a:lnTo>
                      <a:pt x="39985" y="26741"/>
                    </a:lnTo>
                    <a:lnTo>
                      <a:pt x="39943" y="26720"/>
                    </a:lnTo>
                    <a:lnTo>
                      <a:pt x="39985" y="26615"/>
                    </a:lnTo>
                    <a:lnTo>
                      <a:pt x="40090" y="26532"/>
                    </a:lnTo>
                    <a:lnTo>
                      <a:pt x="40090" y="26490"/>
                    </a:lnTo>
                    <a:lnTo>
                      <a:pt x="40027" y="26490"/>
                    </a:lnTo>
                    <a:lnTo>
                      <a:pt x="39818" y="26699"/>
                    </a:lnTo>
                    <a:lnTo>
                      <a:pt x="39713" y="26720"/>
                    </a:lnTo>
                    <a:lnTo>
                      <a:pt x="39608" y="26636"/>
                    </a:lnTo>
                    <a:lnTo>
                      <a:pt x="39734" y="26657"/>
                    </a:lnTo>
                    <a:lnTo>
                      <a:pt x="39839" y="26594"/>
                    </a:lnTo>
                    <a:lnTo>
                      <a:pt x="40027" y="26343"/>
                    </a:lnTo>
                    <a:lnTo>
                      <a:pt x="40152" y="26281"/>
                    </a:lnTo>
                    <a:lnTo>
                      <a:pt x="40069" y="26197"/>
                    </a:lnTo>
                    <a:lnTo>
                      <a:pt x="40090" y="26092"/>
                    </a:lnTo>
                    <a:lnTo>
                      <a:pt x="40069" y="26071"/>
                    </a:lnTo>
                    <a:lnTo>
                      <a:pt x="39964" y="26218"/>
                    </a:lnTo>
                    <a:lnTo>
                      <a:pt x="39922" y="26218"/>
                    </a:lnTo>
                    <a:lnTo>
                      <a:pt x="39922" y="26176"/>
                    </a:lnTo>
                    <a:lnTo>
                      <a:pt x="39964" y="26092"/>
                    </a:lnTo>
                    <a:lnTo>
                      <a:pt x="39964" y="25925"/>
                    </a:lnTo>
                    <a:lnTo>
                      <a:pt x="39880" y="25904"/>
                    </a:lnTo>
                    <a:lnTo>
                      <a:pt x="39860" y="25883"/>
                    </a:lnTo>
                    <a:lnTo>
                      <a:pt x="39755" y="25967"/>
                    </a:lnTo>
                    <a:lnTo>
                      <a:pt x="39734" y="25904"/>
                    </a:lnTo>
                    <a:lnTo>
                      <a:pt x="39755" y="25820"/>
                    </a:lnTo>
                    <a:lnTo>
                      <a:pt x="39734" y="25799"/>
                    </a:lnTo>
                    <a:lnTo>
                      <a:pt x="39650" y="25799"/>
                    </a:lnTo>
                    <a:lnTo>
                      <a:pt x="39713" y="25757"/>
                    </a:lnTo>
                    <a:lnTo>
                      <a:pt x="39650" y="25695"/>
                    </a:lnTo>
                    <a:lnTo>
                      <a:pt x="39650" y="25611"/>
                    </a:lnTo>
                    <a:lnTo>
                      <a:pt x="39608" y="25611"/>
                    </a:lnTo>
                    <a:lnTo>
                      <a:pt x="39441" y="25653"/>
                    </a:lnTo>
                    <a:lnTo>
                      <a:pt x="39441" y="25695"/>
                    </a:lnTo>
                    <a:lnTo>
                      <a:pt x="39357" y="25716"/>
                    </a:lnTo>
                    <a:lnTo>
                      <a:pt x="39148" y="25674"/>
                    </a:lnTo>
                    <a:lnTo>
                      <a:pt x="39316" y="25674"/>
                    </a:lnTo>
                    <a:lnTo>
                      <a:pt x="39357" y="25590"/>
                    </a:lnTo>
                    <a:lnTo>
                      <a:pt x="39504" y="25569"/>
                    </a:lnTo>
                    <a:lnTo>
                      <a:pt x="39525" y="25506"/>
                    </a:lnTo>
                    <a:lnTo>
                      <a:pt x="39462" y="25444"/>
                    </a:lnTo>
                    <a:lnTo>
                      <a:pt x="39357" y="25339"/>
                    </a:lnTo>
                    <a:lnTo>
                      <a:pt x="39357" y="25234"/>
                    </a:lnTo>
                    <a:lnTo>
                      <a:pt x="39211" y="25151"/>
                    </a:lnTo>
                    <a:lnTo>
                      <a:pt x="39357" y="25151"/>
                    </a:lnTo>
                    <a:lnTo>
                      <a:pt x="39525" y="25234"/>
                    </a:lnTo>
                    <a:lnTo>
                      <a:pt x="39650" y="25234"/>
                    </a:lnTo>
                    <a:lnTo>
                      <a:pt x="39650" y="25151"/>
                    </a:lnTo>
                    <a:lnTo>
                      <a:pt x="39546" y="25088"/>
                    </a:lnTo>
                    <a:lnTo>
                      <a:pt x="39567" y="25046"/>
                    </a:lnTo>
                    <a:lnTo>
                      <a:pt x="39650" y="25067"/>
                    </a:lnTo>
                    <a:lnTo>
                      <a:pt x="39776" y="24962"/>
                    </a:lnTo>
                    <a:lnTo>
                      <a:pt x="39860" y="24920"/>
                    </a:lnTo>
                    <a:lnTo>
                      <a:pt x="39880" y="24816"/>
                    </a:lnTo>
                    <a:lnTo>
                      <a:pt x="39776" y="24711"/>
                    </a:lnTo>
                    <a:lnTo>
                      <a:pt x="39713" y="24732"/>
                    </a:lnTo>
                    <a:lnTo>
                      <a:pt x="39608" y="24711"/>
                    </a:lnTo>
                    <a:lnTo>
                      <a:pt x="39671" y="24648"/>
                    </a:lnTo>
                    <a:lnTo>
                      <a:pt x="39713" y="24565"/>
                    </a:lnTo>
                    <a:lnTo>
                      <a:pt x="39650" y="24523"/>
                    </a:lnTo>
                    <a:lnTo>
                      <a:pt x="39525" y="24523"/>
                    </a:lnTo>
                    <a:lnTo>
                      <a:pt x="39462" y="24502"/>
                    </a:lnTo>
                    <a:lnTo>
                      <a:pt x="39399" y="24523"/>
                    </a:lnTo>
                    <a:lnTo>
                      <a:pt x="39316" y="24439"/>
                    </a:lnTo>
                    <a:lnTo>
                      <a:pt x="39420" y="24439"/>
                    </a:lnTo>
                    <a:lnTo>
                      <a:pt x="39462" y="24397"/>
                    </a:lnTo>
                    <a:lnTo>
                      <a:pt x="39546" y="24418"/>
                    </a:lnTo>
                    <a:lnTo>
                      <a:pt x="39650" y="24314"/>
                    </a:lnTo>
                    <a:lnTo>
                      <a:pt x="39608" y="24125"/>
                    </a:lnTo>
                    <a:lnTo>
                      <a:pt x="39504" y="24021"/>
                    </a:lnTo>
                    <a:lnTo>
                      <a:pt x="39441" y="24104"/>
                    </a:lnTo>
                    <a:lnTo>
                      <a:pt x="39336" y="24084"/>
                    </a:lnTo>
                    <a:lnTo>
                      <a:pt x="39253" y="24146"/>
                    </a:lnTo>
                    <a:lnTo>
                      <a:pt x="39295" y="24042"/>
                    </a:lnTo>
                    <a:lnTo>
                      <a:pt x="39420" y="23979"/>
                    </a:lnTo>
                    <a:lnTo>
                      <a:pt x="39504" y="23979"/>
                    </a:lnTo>
                    <a:lnTo>
                      <a:pt x="39504" y="23874"/>
                    </a:lnTo>
                    <a:lnTo>
                      <a:pt x="39399" y="23832"/>
                    </a:lnTo>
                    <a:lnTo>
                      <a:pt x="39316" y="23874"/>
                    </a:lnTo>
                    <a:lnTo>
                      <a:pt x="39190" y="23874"/>
                    </a:lnTo>
                    <a:lnTo>
                      <a:pt x="39002" y="23937"/>
                    </a:lnTo>
                    <a:lnTo>
                      <a:pt x="39002" y="23937"/>
                    </a:lnTo>
                    <a:lnTo>
                      <a:pt x="39148" y="23728"/>
                    </a:lnTo>
                    <a:lnTo>
                      <a:pt x="39253" y="23728"/>
                    </a:lnTo>
                    <a:lnTo>
                      <a:pt x="39357" y="23686"/>
                    </a:lnTo>
                    <a:lnTo>
                      <a:pt x="39357" y="23623"/>
                    </a:lnTo>
                    <a:lnTo>
                      <a:pt x="39441" y="23560"/>
                    </a:lnTo>
                    <a:lnTo>
                      <a:pt x="39420" y="23519"/>
                    </a:lnTo>
                    <a:lnTo>
                      <a:pt x="39295" y="23581"/>
                    </a:lnTo>
                    <a:lnTo>
                      <a:pt x="39106" y="23581"/>
                    </a:lnTo>
                    <a:lnTo>
                      <a:pt x="38939" y="23665"/>
                    </a:lnTo>
                    <a:lnTo>
                      <a:pt x="38939" y="23665"/>
                    </a:lnTo>
                    <a:lnTo>
                      <a:pt x="39002" y="23581"/>
                    </a:lnTo>
                    <a:lnTo>
                      <a:pt x="38981" y="23498"/>
                    </a:lnTo>
                    <a:lnTo>
                      <a:pt x="39023" y="23414"/>
                    </a:lnTo>
                    <a:lnTo>
                      <a:pt x="39106" y="23477"/>
                    </a:lnTo>
                    <a:lnTo>
                      <a:pt x="39295" y="23477"/>
                    </a:lnTo>
                    <a:lnTo>
                      <a:pt x="39399" y="23351"/>
                    </a:lnTo>
                    <a:lnTo>
                      <a:pt x="39399" y="23205"/>
                    </a:lnTo>
                    <a:lnTo>
                      <a:pt x="39295" y="23268"/>
                    </a:lnTo>
                    <a:lnTo>
                      <a:pt x="39211" y="23247"/>
                    </a:lnTo>
                    <a:lnTo>
                      <a:pt x="39316" y="23142"/>
                    </a:lnTo>
                    <a:lnTo>
                      <a:pt x="39336" y="23037"/>
                    </a:lnTo>
                    <a:lnTo>
                      <a:pt x="39253" y="22996"/>
                    </a:lnTo>
                    <a:lnTo>
                      <a:pt x="39002" y="23079"/>
                    </a:lnTo>
                    <a:lnTo>
                      <a:pt x="38918" y="23037"/>
                    </a:lnTo>
                    <a:lnTo>
                      <a:pt x="38981" y="22954"/>
                    </a:lnTo>
                    <a:lnTo>
                      <a:pt x="39106" y="22975"/>
                    </a:lnTo>
                    <a:lnTo>
                      <a:pt x="39211" y="22954"/>
                    </a:lnTo>
                    <a:lnTo>
                      <a:pt x="39295" y="22828"/>
                    </a:lnTo>
                    <a:lnTo>
                      <a:pt x="39211" y="22765"/>
                    </a:lnTo>
                    <a:lnTo>
                      <a:pt x="39211" y="22682"/>
                    </a:lnTo>
                    <a:lnTo>
                      <a:pt x="39127" y="22765"/>
                    </a:lnTo>
                    <a:lnTo>
                      <a:pt x="39085" y="22765"/>
                    </a:lnTo>
                    <a:lnTo>
                      <a:pt x="39044" y="22682"/>
                    </a:lnTo>
                    <a:lnTo>
                      <a:pt x="38981" y="22619"/>
                    </a:lnTo>
                    <a:lnTo>
                      <a:pt x="39044" y="22577"/>
                    </a:lnTo>
                    <a:lnTo>
                      <a:pt x="39106" y="22640"/>
                    </a:lnTo>
                    <a:lnTo>
                      <a:pt x="39148" y="22577"/>
                    </a:lnTo>
                    <a:lnTo>
                      <a:pt x="39148" y="22452"/>
                    </a:lnTo>
                    <a:lnTo>
                      <a:pt x="39044" y="22347"/>
                    </a:lnTo>
                    <a:lnTo>
                      <a:pt x="39023" y="22242"/>
                    </a:lnTo>
                    <a:lnTo>
                      <a:pt x="39106" y="22200"/>
                    </a:lnTo>
                    <a:lnTo>
                      <a:pt x="39106" y="22096"/>
                    </a:lnTo>
                    <a:lnTo>
                      <a:pt x="39023" y="22096"/>
                    </a:lnTo>
                    <a:lnTo>
                      <a:pt x="39044" y="22033"/>
                    </a:lnTo>
                    <a:lnTo>
                      <a:pt x="39085" y="21928"/>
                    </a:lnTo>
                    <a:lnTo>
                      <a:pt x="39002" y="21928"/>
                    </a:lnTo>
                    <a:lnTo>
                      <a:pt x="38918" y="21907"/>
                    </a:lnTo>
                    <a:lnTo>
                      <a:pt x="38918" y="21887"/>
                    </a:lnTo>
                    <a:lnTo>
                      <a:pt x="38981" y="21887"/>
                    </a:lnTo>
                    <a:lnTo>
                      <a:pt x="39044" y="21803"/>
                    </a:lnTo>
                    <a:lnTo>
                      <a:pt x="38981" y="21740"/>
                    </a:lnTo>
                    <a:lnTo>
                      <a:pt x="38981" y="21677"/>
                    </a:lnTo>
                    <a:lnTo>
                      <a:pt x="39044" y="21615"/>
                    </a:lnTo>
                    <a:lnTo>
                      <a:pt x="39023" y="21573"/>
                    </a:lnTo>
                    <a:lnTo>
                      <a:pt x="38918" y="21615"/>
                    </a:lnTo>
                    <a:lnTo>
                      <a:pt x="38918" y="21615"/>
                    </a:lnTo>
                    <a:lnTo>
                      <a:pt x="39023" y="21531"/>
                    </a:lnTo>
                    <a:lnTo>
                      <a:pt x="38981" y="21489"/>
                    </a:lnTo>
                    <a:lnTo>
                      <a:pt x="38876" y="21510"/>
                    </a:lnTo>
                    <a:lnTo>
                      <a:pt x="38772" y="21635"/>
                    </a:lnTo>
                    <a:lnTo>
                      <a:pt x="38792" y="21719"/>
                    </a:lnTo>
                    <a:lnTo>
                      <a:pt x="38730" y="21824"/>
                    </a:lnTo>
                    <a:lnTo>
                      <a:pt x="38604" y="21949"/>
                    </a:lnTo>
                    <a:lnTo>
                      <a:pt x="38604" y="22033"/>
                    </a:lnTo>
                    <a:lnTo>
                      <a:pt x="38520" y="22096"/>
                    </a:lnTo>
                    <a:lnTo>
                      <a:pt x="38520" y="22200"/>
                    </a:lnTo>
                    <a:lnTo>
                      <a:pt x="38458" y="22117"/>
                    </a:lnTo>
                    <a:lnTo>
                      <a:pt x="38395" y="22138"/>
                    </a:lnTo>
                    <a:lnTo>
                      <a:pt x="38311" y="22326"/>
                    </a:lnTo>
                    <a:lnTo>
                      <a:pt x="38311" y="22410"/>
                    </a:lnTo>
                    <a:lnTo>
                      <a:pt x="38416" y="22410"/>
                    </a:lnTo>
                    <a:lnTo>
                      <a:pt x="38479" y="22472"/>
                    </a:lnTo>
                    <a:lnTo>
                      <a:pt x="38479" y="22556"/>
                    </a:lnTo>
                    <a:lnTo>
                      <a:pt x="38374" y="22452"/>
                    </a:lnTo>
                    <a:lnTo>
                      <a:pt x="38311" y="22452"/>
                    </a:lnTo>
                    <a:lnTo>
                      <a:pt x="38290" y="22535"/>
                    </a:lnTo>
                    <a:lnTo>
                      <a:pt x="38207" y="22640"/>
                    </a:lnTo>
                    <a:lnTo>
                      <a:pt x="38144" y="22682"/>
                    </a:lnTo>
                    <a:lnTo>
                      <a:pt x="38102" y="22849"/>
                    </a:lnTo>
                    <a:lnTo>
                      <a:pt x="37997" y="22870"/>
                    </a:lnTo>
                    <a:lnTo>
                      <a:pt x="37935" y="22975"/>
                    </a:lnTo>
                    <a:lnTo>
                      <a:pt x="37935" y="23037"/>
                    </a:lnTo>
                    <a:lnTo>
                      <a:pt x="37872" y="23037"/>
                    </a:lnTo>
                    <a:lnTo>
                      <a:pt x="37872" y="23205"/>
                    </a:lnTo>
                    <a:lnTo>
                      <a:pt x="37788" y="23393"/>
                    </a:lnTo>
                    <a:lnTo>
                      <a:pt x="37788" y="23393"/>
                    </a:lnTo>
                    <a:lnTo>
                      <a:pt x="37830" y="23268"/>
                    </a:lnTo>
                    <a:lnTo>
                      <a:pt x="37788" y="23100"/>
                    </a:lnTo>
                    <a:lnTo>
                      <a:pt x="37725" y="23037"/>
                    </a:lnTo>
                    <a:lnTo>
                      <a:pt x="37558" y="23142"/>
                    </a:lnTo>
                    <a:lnTo>
                      <a:pt x="37474" y="23247"/>
                    </a:lnTo>
                    <a:lnTo>
                      <a:pt x="37453" y="23351"/>
                    </a:lnTo>
                    <a:lnTo>
                      <a:pt x="37349" y="23372"/>
                    </a:lnTo>
                    <a:lnTo>
                      <a:pt x="37307" y="23414"/>
                    </a:lnTo>
                    <a:lnTo>
                      <a:pt x="37265" y="23372"/>
                    </a:lnTo>
                    <a:lnTo>
                      <a:pt x="37202" y="23372"/>
                    </a:lnTo>
                    <a:lnTo>
                      <a:pt x="37098" y="23456"/>
                    </a:lnTo>
                    <a:lnTo>
                      <a:pt x="36993" y="23456"/>
                    </a:lnTo>
                    <a:lnTo>
                      <a:pt x="36847" y="23560"/>
                    </a:lnTo>
                    <a:lnTo>
                      <a:pt x="36826" y="23686"/>
                    </a:lnTo>
                    <a:lnTo>
                      <a:pt x="36700" y="23832"/>
                    </a:lnTo>
                    <a:lnTo>
                      <a:pt x="36742" y="23728"/>
                    </a:lnTo>
                    <a:lnTo>
                      <a:pt x="36742" y="23623"/>
                    </a:lnTo>
                    <a:lnTo>
                      <a:pt x="36784" y="23581"/>
                    </a:lnTo>
                    <a:lnTo>
                      <a:pt x="36784" y="23351"/>
                    </a:lnTo>
                    <a:lnTo>
                      <a:pt x="36805" y="23247"/>
                    </a:lnTo>
                    <a:lnTo>
                      <a:pt x="36784" y="23247"/>
                    </a:lnTo>
                    <a:lnTo>
                      <a:pt x="36365" y="23456"/>
                    </a:lnTo>
                    <a:lnTo>
                      <a:pt x="36198" y="23770"/>
                    </a:lnTo>
                    <a:lnTo>
                      <a:pt x="36072" y="23812"/>
                    </a:lnTo>
                    <a:lnTo>
                      <a:pt x="36156" y="23707"/>
                    </a:lnTo>
                    <a:lnTo>
                      <a:pt x="36177" y="23581"/>
                    </a:lnTo>
                    <a:lnTo>
                      <a:pt x="36303" y="23393"/>
                    </a:lnTo>
                    <a:lnTo>
                      <a:pt x="36303" y="23268"/>
                    </a:lnTo>
                    <a:lnTo>
                      <a:pt x="36323" y="23142"/>
                    </a:lnTo>
                    <a:lnTo>
                      <a:pt x="36282" y="23037"/>
                    </a:lnTo>
                    <a:lnTo>
                      <a:pt x="36177" y="22933"/>
                    </a:lnTo>
                    <a:lnTo>
                      <a:pt x="36072" y="22933"/>
                    </a:lnTo>
                    <a:lnTo>
                      <a:pt x="36093" y="23058"/>
                    </a:lnTo>
                    <a:lnTo>
                      <a:pt x="36072" y="23058"/>
                    </a:lnTo>
                    <a:lnTo>
                      <a:pt x="35968" y="22975"/>
                    </a:lnTo>
                    <a:lnTo>
                      <a:pt x="35842" y="22765"/>
                    </a:lnTo>
                    <a:lnTo>
                      <a:pt x="36051" y="22870"/>
                    </a:lnTo>
                    <a:lnTo>
                      <a:pt x="36093" y="22849"/>
                    </a:lnTo>
                    <a:lnTo>
                      <a:pt x="35989" y="22807"/>
                    </a:lnTo>
                    <a:lnTo>
                      <a:pt x="35863" y="22598"/>
                    </a:lnTo>
                    <a:lnTo>
                      <a:pt x="35842" y="22577"/>
                    </a:lnTo>
                    <a:lnTo>
                      <a:pt x="35968" y="22431"/>
                    </a:lnTo>
                    <a:lnTo>
                      <a:pt x="35989" y="22347"/>
                    </a:lnTo>
                    <a:lnTo>
                      <a:pt x="36093" y="22179"/>
                    </a:lnTo>
                    <a:lnTo>
                      <a:pt x="36093" y="21970"/>
                    </a:lnTo>
                    <a:lnTo>
                      <a:pt x="35947" y="21845"/>
                    </a:lnTo>
                    <a:lnTo>
                      <a:pt x="35738" y="21803"/>
                    </a:lnTo>
                    <a:lnTo>
                      <a:pt x="35466" y="21656"/>
                    </a:lnTo>
                    <a:lnTo>
                      <a:pt x="35466" y="21656"/>
                    </a:lnTo>
                    <a:lnTo>
                      <a:pt x="35759" y="21761"/>
                    </a:lnTo>
                    <a:lnTo>
                      <a:pt x="36010" y="21803"/>
                    </a:lnTo>
                    <a:lnTo>
                      <a:pt x="36051" y="21615"/>
                    </a:lnTo>
                    <a:lnTo>
                      <a:pt x="36093" y="21531"/>
                    </a:lnTo>
                    <a:lnTo>
                      <a:pt x="36114" y="21698"/>
                    </a:lnTo>
                    <a:lnTo>
                      <a:pt x="36177" y="21594"/>
                    </a:lnTo>
                    <a:lnTo>
                      <a:pt x="36093" y="21363"/>
                    </a:lnTo>
                    <a:lnTo>
                      <a:pt x="36198" y="21196"/>
                    </a:lnTo>
                    <a:lnTo>
                      <a:pt x="36365" y="21175"/>
                    </a:lnTo>
                    <a:lnTo>
                      <a:pt x="36386" y="20987"/>
                    </a:lnTo>
                    <a:lnTo>
                      <a:pt x="36386" y="20778"/>
                    </a:lnTo>
                    <a:lnTo>
                      <a:pt x="36303" y="20778"/>
                    </a:lnTo>
                    <a:lnTo>
                      <a:pt x="36282" y="20966"/>
                    </a:lnTo>
                    <a:lnTo>
                      <a:pt x="36156" y="21071"/>
                    </a:lnTo>
                    <a:lnTo>
                      <a:pt x="36093" y="20987"/>
                    </a:lnTo>
                    <a:lnTo>
                      <a:pt x="36114" y="20778"/>
                    </a:lnTo>
                    <a:lnTo>
                      <a:pt x="35968" y="20715"/>
                    </a:lnTo>
                    <a:lnTo>
                      <a:pt x="35842" y="20778"/>
                    </a:lnTo>
                    <a:lnTo>
                      <a:pt x="35779" y="20715"/>
                    </a:lnTo>
                    <a:lnTo>
                      <a:pt x="35696" y="20757"/>
                    </a:lnTo>
                    <a:lnTo>
                      <a:pt x="35528" y="20589"/>
                    </a:lnTo>
                    <a:lnTo>
                      <a:pt x="35424" y="20652"/>
                    </a:lnTo>
                    <a:lnTo>
                      <a:pt x="35424" y="20547"/>
                    </a:lnTo>
                    <a:lnTo>
                      <a:pt x="35319" y="20652"/>
                    </a:lnTo>
                    <a:lnTo>
                      <a:pt x="35319" y="20547"/>
                    </a:lnTo>
                    <a:lnTo>
                      <a:pt x="35173" y="20401"/>
                    </a:lnTo>
                    <a:lnTo>
                      <a:pt x="35277" y="20401"/>
                    </a:lnTo>
                    <a:lnTo>
                      <a:pt x="35340" y="20296"/>
                    </a:lnTo>
                    <a:lnTo>
                      <a:pt x="35445" y="20380"/>
                    </a:lnTo>
                    <a:lnTo>
                      <a:pt x="35466" y="20296"/>
                    </a:lnTo>
                    <a:lnTo>
                      <a:pt x="35361" y="20171"/>
                    </a:lnTo>
                    <a:lnTo>
                      <a:pt x="35277" y="20255"/>
                    </a:lnTo>
                    <a:lnTo>
                      <a:pt x="35173" y="20171"/>
                    </a:lnTo>
                    <a:lnTo>
                      <a:pt x="35277" y="20150"/>
                    </a:lnTo>
                    <a:lnTo>
                      <a:pt x="35235" y="20024"/>
                    </a:lnTo>
                    <a:lnTo>
                      <a:pt x="35110" y="19920"/>
                    </a:lnTo>
                    <a:lnTo>
                      <a:pt x="35026" y="19962"/>
                    </a:lnTo>
                    <a:lnTo>
                      <a:pt x="35026" y="19878"/>
                    </a:lnTo>
                    <a:lnTo>
                      <a:pt x="35110" y="19773"/>
                    </a:lnTo>
                    <a:lnTo>
                      <a:pt x="35110" y="19606"/>
                    </a:lnTo>
                    <a:lnTo>
                      <a:pt x="35005" y="19606"/>
                    </a:lnTo>
                    <a:lnTo>
                      <a:pt x="34859" y="19501"/>
                    </a:lnTo>
                    <a:lnTo>
                      <a:pt x="34859" y="19397"/>
                    </a:lnTo>
                    <a:lnTo>
                      <a:pt x="34650" y="19229"/>
                    </a:lnTo>
                    <a:lnTo>
                      <a:pt x="34503" y="19313"/>
                    </a:lnTo>
                    <a:lnTo>
                      <a:pt x="34398" y="19313"/>
                    </a:lnTo>
                    <a:lnTo>
                      <a:pt x="34336" y="19397"/>
                    </a:lnTo>
                    <a:lnTo>
                      <a:pt x="34210" y="19334"/>
                    </a:lnTo>
                    <a:lnTo>
                      <a:pt x="34210" y="19480"/>
                    </a:lnTo>
                    <a:lnTo>
                      <a:pt x="34126" y="19376"/>
                    </a:lnTo>
                    <a:lnTo>
                      <a:pt x="34043" y="19376"/>
                    </a:lnTo>
                    <a:lnTo>
                      <a:pt x="34001" y="19292"/>
                    </a:lnTo>
                    <a:lnTo>
                      <a:pt x="33896" y="19292"/>
                    </a:lnTo>
                    <a:lnTo>
                      <a:pt x="33729" y="19397"/>
                    </a:lnTo>
                    <a:lnTo>
                      <a:pt x="33562" y="19397"/>
                    </a:lnTo>
                    <a:lnTo>
                      <a:pt x="33708" y="19334"/>
                    </a:lnTo>
                    <a:lnTo>
                      <a:pt x="33729" y="19229"/>
                    </a:lnTo>
                    <a:lnTo>
                      <a:pt x="33603" y="19229"/>
                    </a:lnTo>
                    <a:lnTo>
                      <a:pt x="33352" y="19104"/>
                    </a:lnTo>
                    <a:lnTo>
                      <a:pt x="33164" y="18999"/>
                    </a:lnTo>
                    <a:lnTo>
                      <a:pt x="32976" y="18999"/>
                    </a:lnTo>
                    <a:lnTo>
                      <a:pt x="32913" y="18957"/>
                    </a:lnTo>
                    <a:lnTo>
                      <a:pt x="32829" y="18978"/>
                    </a:lnTo>
                    <a:lnTo>
                      <a:pt x="32746" y="18978"/>
                    </a:lnTo>
                    <a:lnTo>
                      <a:pt x="32662" y="19062"/>
                    </a:lnTo>
                    <a:lnTo>
                      <a:pt x="32662" y="19125"/>
                    </a:lnTo>
                    <a:lnTo>
                      <a:pt x="32578" y="19125"/>
                    </a:lnTo>
                    <a:lnTo>
                      <a:pt x="32536" y="19104"/>
                    </a:lnTo>
                    <a:lnTo>
                      <a:pt x="32453" y="19166"/>
                    </a:lnTo>
                    <a:lnTo>
                      <a:pt x="32453" y="19313"/>
                    </a:lnTo>
                    <a:lnTo>
                      <a:pt x="32369" y="19480"/>
                    </a:lnTo>
                    <a:lnTo>
                      <a:pt x="32369" y="19690"/>
                    </a:lnTo>
                    <a:lnTo>
                      <a:pt x="32453" y="19794"/>
                    </a:lnTo>
                    <a:lnTo>
                      <a:pt x="32515" y="19794"/>
                    </a:lnTo>
                    <a:lnTo>
                      <a:pt x="32515" y="19836"/>
                    </a:lnTo>
                    <a:lnTo>
                      <a:pt x="32557" y="19857"/>
                    </a:lnTo>
                    <a:lnTo>
                      <a:pt x="32557" y="20003"/>
                    </a:lnTo>
                    <a:lnTo>
                      <a:pt x="32515" y="20045"/>
                    </a:lnTo>
                    <a:lnTo>
                      <a:pt x="32432" y="20045"/>
                    </a:lnTo>
                    <a:lnTo>
                      <a:pt x="32411" y="20171"/>
                    </a:lnTo>
                    <a:lnTo>
                      <a:pt x="32243" y="20380"/>
                    </a:lnTo>
                    <a:lnTo>
                      <a:pt x="32013" y="20568"/>
                    </a:lnTo>
                    <a:lnTo>
                      <a:pt x="32013" y="20652"/>
                    </a:lnTo>
                    <a:lnTo>
                      <a:pt x="32055" y="20673"/>
                    </a:lnTo>
                    <a:lnTo>
                      <a:pt x="32243" y="20652"/>
                    </a:lnTo>
                    <a:lnTo>
                      <a:pt x="32327" y="20652"/>
                    </a:lnTo>
                    <a:lnTo>
                      <a:pt x="32243" y="20694"/>
                    </a:lnTo>
                    <a:lnTo>
                      <a:pt x="32202" y="20861"/>
                    </a:lnTo>
                    <a:lnTo>
                      <a:pt x="32202" y="20903"/>
                    </a:lnTo>
                    <a:lnTo>
                      <a:pt x="32327" y="20945"/>
                    </a:lnTo>
                    <a:lnTo>
                      <a:pt x="32222" y="20966"/>
                    </a:lnTo>
                    <a:lnTo>
                      <a:pt x="32139" y="21050"/>
                    </a:lnTo>
                    <a:lnTo>
                      <a:pt x="32160" y="21112"/>
                    </a:lnTo>
                    <a:lnTo>
                      <a:pt x="32222" y="21175"/>
                    </a:lnTo>
                    <a:lnTo>
                      <a:pt x="32118" y="21301"/>
                    </a:lnTo>
                    <a:lnTo>
                      <a:pt x="32118" y="21363"/>
                    </a:lnTo>
                    <a:lnTo>
                      <a:pt x="32264" y="21363"/>
                    </a:lnTo>
                    <a:lnTo>
                      <a:pt x="32306" y="21426"/>
                    </a:lnTo>
                    <a:lnTo>
                      <a:pt x="32160" y="21635"/>
                    </a:lnTo>
                    <a:lnTo>
                      <a:pt x="32034" y="21698"/>
                    </a:lnTo>
                    <a:lnTo>
                      <a:pt x="32034" y="21824"/>
                    </a:lnTo>
                    <a:lnTo>
                      <a:pt x="32097" y="21887"/>
                    </a:lnTo>
                    <a:lnTo>
                      <a:pt x="32013" y="21845"/>
                    </a:lnTo>
                    <a:lnTo>
                      <a:pt x="31930" y="21719"/>
                    </a:lnTo>
                    <a:lnTo>
                      <a:pt x="31888" y="21719"/>
                    </a:lnTo>
                    <a:lnTo>
                      <a:pt x="31741" y="21887"/>
                    </a:lnTo>
                    <a:lnTo>
                      <a:pt x="31741" y="21928"/>
                    </a:lnTo>
                    <a:lnTo>
                      <a:pt x="31804" y="21949"/>
                    </a:lnTo>
                    <a:lnTo>
                      <a:pt x="31804" y="22033"/>
                    </a:lnTo>
                    <a:lnTo>
                      <a:pt x="31720" y="22117"/>
                    </a:lnTo>
                    <a:lnTo>
                      <a:pt x="31616" y="22117"/>
                    </a:lnTo>
                    <a:lnTo>
                      <a:pt x="31302" y="22431"/>
                    </a:lnTo>
                    <a:lnTo>
                      <a:pt x="31197" y="22472"/>
                    </a:lnTo>
                    <a:lnTo>
                      <a:pt x="31113" y="22724"/>
                    </a:lnTo>
                    <a:lnTo>
                      <a:pt x="31155" y="22786"/>
                    </a:lnTo>
                    <a:lnTo>
                      <a:pt x="31260" y="22828"/>
                    </a:lnTo>
                    <a:lnTo>
                      <a:pt x="31281" y="22954"/>
                    </a:lnTo>
                    <a:lnTo>
                      <a:pt x="31406" y="23037"/>
                    </a:lnTo>
                    <a:lnTo>
                      <a:pt x="31595" y="23288"/>
                    </a:lnTo>
                    <a:lnTo>
                      <a:pt x="31616" y="23602"/>
                    </a:lnTo>
                    <a:lnTo>
                      <a:pt x="31595" y="23937"/>
                    </a:lnTo>
                    <a:lnTo>
                      <a:pt x="31678" y="24125"/>
                    </a:lnTo>
                    <a:lnTo>
                      <a:pt x="31637" y="24251"/>
                    </a:lnTo>
                    <a:lnTo>
                      <a:pt x="31637" y="24460"/>
                    </a:lnTo>
                    <a:lnTo>
                      <a:pt x="31595" y="24523"/>
                    </a:lnTo>
                    <a:lnTo>
                      <a:pt x="31490" y="24816"/>
                    </a:lnTo>
                    <a:lnTo>
                      <a:pt x="31427" y="24962"/>
                    </a:lnTo>
                    <a:lnTo>
                      <a:pt x="31490" y="24962"/>
                    </a:lnTo>
                    <a:lnTo>
                      <a:pt x="31511" y="24858"/>
                    </a:lnTo>
                    <a:lnTo>
                      <a:pt x="31595" y="24816"/>
                    </a:lnTo>
                    <a:lnTo>
                      <a:pt x="31595" y="24962"/>
                    </a:lnTo>
                    <a:lnTo>
                      <a:pt x="31699" y="25088"/>
                    </a:lnTo>
                    <a:lnTo>
                      <a:pt x="31616" y="25192"/>
                    </a:lnTo>
                    <a:lnTo>
                      <a:pt x="31511" y="25192"/>
                    </a:lnTo>
                    <a:lnTo>
                      <a:pt x="31469" y="25151"/>
                    </a:lnTo>
                    <a:lnTo>
                      <a:pt x="31385" y="25151"/>
                    </a:lnTo>
                    <a:lnTo>
                      <a:pt x="31218" y="25402"/>
                    </a:lnTo>
                    <a:lnTo>
                      <a:pt x="31093" y="25465"/>
                    </a:lnTo>
                    <a:lnTo>
                      <a:pt x="31072" y="25569"/>
                    </a:lnTo>
                    <a:lnTo>
                      <a:pt x="30800" y="25674"/>
                    </a:lnTo>
                    <a:lnTo>
                      <a:pt x="30737" y="25757"/>
                    </a:lnTo>
                    <a:lnTo>
                      <a:pt x="30737" y="25799"/>
                    </a:lnTo>
                    <a:lnTo>
                      <a:pt x="30360" y="25925"/>
                    </a:lnTo>
                    <a:lnTo>
                      <a:pt x="30130" y="26029"/>
                    </a:lnTo>
                    <a:lnTo>
                      <a:pt x="30067" y="26092"/>
                    </a:lnTo>
                    <a:lnTo>
                      <a:pt x="29942" y="26092"/>
                    </a:lnTo>
                    <a:lnTo>
                      <a:pt x="29837" y="26176"/>
                    </a:lnTo>
                    <a:lnTo>
                      <a:pt x="29607" y="26197"/>
                    </a:lnTo>
                    <a:lnTo>
                      <a:pt x="29440" y="26281"/>
                    </a:lnTo>
                    <a:lnTo>
                      <a:pt x="29481" y="26322"/>
                    </a:lnTo>
                    <a:lnTo>
                      <a:pt x="29481" y="26427"/>
                    </a:lnTo>
                    <a:lnTo>
                      <a:pt x="29523" y="26511"/>
                    </a:lnTo>
                    <a:lnTo>
                      <a:pt x="29523" y="26615"/>
                    </a:lnTo>
                    <a:lnTo>
                      <a:pt x="29586" y="26699"/>
                    </a:lnTo>
                    <a:lnTo>
                      <a:pt x="29523" y="26720"/>
                    </a:lnTo>
                    <a:lnTo>
                      <a:pt x="29544" y="26804"/>
                    </a:lnTo>
                    <a:lnTo>
                      <a:pt x="29607" y="26825"/>
                    </a:lnTo>
                    <a:lnTo>
                      <a:pt x="29523" y="26866"/>
                    </a:lnTo>
                    <a:lnTo>
                      <a:pt x="29586" y="26971"/>
                    </a:lnTo>
                    <a:lnTo>
                      <a:pt x="29523" y="27013"/>
                    </a:lnTo>
                    <a:lnTo>
                      <a:pt x="29544" y="27117"/>
                    </a:lnTo>
                    <a:lnTo>
                      <a:pt x="29502" y="27159"/>
                    </a:lnTo>
                    <a:lnTo>
                      <a:pt x="29481" y="27348"/>
                    </a:lnTo>
                    <a:lnTo>
                      <a:pt x="29502" y="27452"/>
                    </a:lnTo>
                    <a:lnTo>
                      <a:pt x="29419" y="27745"/>
                    </a:lnTo>
                    <a:lnTo>
                      <a:pt x="29440" y="27808"/>
                    </a:lnTo>
                    <a:lnTo>
                      <a:pt x="29502" y="27850"/>
                    </a:lnTo>
                    <a:lnTo>
                      <a:pt x="29502" y="27913"/>
                    </a:lnTo>
                    <a:lnTo>
                      <a:pt x="29544" y="27975"/>
                    </a:lnTo>
                    <a:lnTo>
                      <a:pt x="29440" y="28101"/>
                    </a:lnTo>
                    <a:lnTo>
                      <a:pt x="29440" y="28226"/>
                    </a:lnTo>
                    <a:lnTo>
                      <a:pt x="29523" y="28268"/>
                    </a:lnTo>
                    <a:lnTo>
                      <a:pt x="29544" y="28436"/>
                    </a:lnTo>
                    <a:lnTo>
                      <a:pt x="29607" y="28498"/>
                    </a:lnTo>
                    <a:lnTo>
                      <a:pt x="29481" y="28624"/>
                    </a:lnTo>
                    <a:lnTo>
                      <a:pt x="29419" y="28791"/>
                    </a:lnTo>
                    <a:lnTo>
                      <a:pt x="29377" y="28812"/>
                    </a:lnTo>
                    <a:lnTo>
                      <a:pt x="29314" y="28791"/>
                    </a:lnTo>
                    <a:lnTo>
                      <a:pt x="29314" y="28896"/>
                    </a:lnTo>
                    <a:lnTo>
                      <a:pt x="29377" y="28959"/>
                    </a:lnTo>
                    <a:lnTo>
                      <a:pt x="29314" y="29042"/>
                    </a:lnTo>
                    <a:lnTo>
                      <a:pt x="29293" y="29231"/>
                    </a:lnTo>
                    <a:lnTo>
                      <a:pt x="29314" y="29356"/>
                    </a:lnTo>
                    <a:lnTo>
                      <a:pt x="29419" y="29482"/>
                    </a:lnTo>
                    <a:lnTo>
                      <a:pt x="29523" y="29545"/>
                    </a:lnTo>
                    <a:lnTo>
                      <a:pt x="29335" y="29524"/>
                    </a:lnTo>
                    <a:lnTo>
                      <a:pt x="29209" y="29419"/>
                    </a:lnTo>
                    <a:lnTo>
                      <a:pt x="29230" y="29252"/>
                    </a:lnTo>
                    <a:lnTo>
                      <a:pt x="29189" y="29042"/>
                    </a:lnTo>
                    <a:lnTo>
                      <a:pt x="29105" y="29022"/>
                    </a:lnTo>
                    <a:lnTo>
                      <a:pt x="29084" y="28959"/>
                    </a:lnTo>
                    <a:lnTo>
                      <a:pt x="29105" y="28854"/>
                    </a:lnTo>
                    <a:lnTo>
                      <a:pt x="29063" y="28854"/>
                    </a:lnTo>
                    <a:lnTo>
                      <a:pt x="28875" y="29105"/>
                    </a:lnTo>
                    <a:lnTo>
                      <a:pt x="28875" y="29210"/>
                    </a:lnTo>
                    <a:lnTo>
                      <a:pt x="28854" y="29314"/>
                    </a:lnTo>
                    <a:lnTo>
                      <a:pt x="28749" y="29314"/>
                    </a:lnTo>
                    <a:lnTo>
                      <a:pt x="28644" y="29210"/>
                    </a:lnTo>
                    <a:lnTo>
                      <a:pt x="28477" y="29147"/>
                    </a:lnTo>
                    <a:lnTo>
                      <a:pt x="28352" y="29252"/>
                    </a:lnTo>
                    <a:lnTo>
                      <a:pt x="28184" y="29335"/>
                    </a:lnTo>
                    <a:lnTo>
                      <a:pt x="28184" y="29335"/>
                    </a:lnTo>
                    <a:lnTo>
                      <a:pt x="28393" y="29147"/>
                    </a:lnTo>
                    <a:lnTo>
                      <a:pt x="28456" y="29001"/>
                    </a:lnTo>
                    <a:lnTo>
                      <a:pt x="28435" y="28917"/>
                    </a:lnTo>
                    <a:lnTo>
                      <a:pt x="28393" y="28729"/>
                    </a:lnTo>
                    <a:lnTo>
                      <a:pt x="28331" y="28624"/>
                    </a:lnTo>
                    <a:lnTo>
                      <a:pt x="28289" y="28540"/>
                    </a:lnTo>
                    <a:lnTo>
                      <a:pt x="28268" y="28540"/>
                    </a:lnTo>
                    <a:lnTo>
                      <a:pt x="28142" y="28478"/>
                    </a:lnTo>
                    <a:lnTo>
                      <a:pt x="28038" y="28415"/>
                    </a:lnTo>
                    <a:lnTo>
                      <a:pt x="28038" y="28331"/>
                    </a:lnTo>
                    <a:lnTo>
                      <a:pt x="28017" y="28289"/>
                    </a:lnTo>
                    <a:lnTo>
                      <a:pt x="28038" y="28185"/>
                    </a:lnTo>
                    <a:lnTo>
                      <a:pt x="27954" y="28080"/>
                    </a:lnTo>
                    <a:lnTo>
                      <a:pt x="27870" y="28017"/>
                    </a:lnTo>
                    <a:lnTo>
                      <a:pt x="27870" y="27892"/>
                    </a:lnTo>
                    <a:lnTo>
                      <a:pt x="27766" y="27808"/>
                    </a:lnTo>
                    <a:lnTo>
                      <a:pt x="27724" y="27703"/>
                    </a:lnTo>
                    <a:lnTo>
                      <a:pt x="27766" y="27473"/>
                    </a:lnTo>
                    <a:lnTo>
                      <a:pt x="27870" y="27369"/>
                    </a:lnTo>
                    <a:lnTo>
                      <a:pt x="27933" y="27222"/>
                    </a:lnTo>
                    <a:lnTo>
                      <a:pt x="27933" y="27117"/>
                    </a:lnTo>
                    <a:lnTo>
                      <a:pt x="28080" y="26866"/>
                    </a:lnTo>
                    <a:lnTo>
                      <a:pt x="28080" y="26615"/>
                    </a:lnTo>
                    <a:lnTo>
                      <a:pt x="28059" y="26594"/>
                    </a:lnTo>
                    <a:lnTo>
                      <a:pt x="28038" y="26448"/>
                    </a:lnTo>
                    <a:lnTo>
                      <a:pt x="28121" y="26301"/>
                    </a:lnTo>
                    <a:lnTo>
                      <a:pt x="28184" y="26197"/>
                    </a:lnTo>
                    <a:lnTo>
                      <a:pt x="28184" y="26092"/>
                    </a:lnTo>
                    <a:lnTo>
                      <a:pt x="28352" y="25799"/>
                    </a:lnTo>
                    <a:lnTo>
                      <a:pt x="28331" y="25611"/>
                    </a:lnTo>
                    <a:lnTo>
                      <a:pt x="28268" y="25611"/>
                    </a:lnTo>
                    <a:lnTo>
                      <a:pt x="28247" y="25653"/>
                    </a:lnTo>
                    <a:lnTo>
                      <a:pt x="28247" y="25590"/>
                    </a:lnTo>
                    <a:lnTo>
                      <a:pt x="28163" y="25590"/>
                    </a:lnTo>
                    <a:lnTo>
                      <a:pt x="28038" y="25653"/>
                    </a:lnTo>
                    <a:lnTo>
                      <a:pt x="27849" y="25611"/>
                    </a:lnTo>
                    <a:lnTo>
                      <a:pt x="27661" y="25569"/>
                    </a:lnTo>
                    <a:lnTo>
                      <a:pt x="27619" y="25569"/>
                    </a:lnTo>
                    <a:lnTo>
                      <a:pt x="27556" y="25506"/>
                    </a:lnTo>
                    <a:lnTo>
                      <a:pt x="27326" y="25506"/>
                    </a:lnTo>
                    <a:lnTo>
                      <a:pt x="27201" y="25548"/>
                    </a:lnTo>
                    <a:lnTo>
                      <a:pt x="27138" y="25506"/>
                    </a:lnTo>
                    <a:lnTo>
                      <a:pt x="26971" y="25506"/>
                    </a:lnTo>
                    <a:lnTo>
                      <a:pt x="26929" y="25485"/>
                    </a:lnTo>
                    <a:lnTo>
                      <a:pt x="26971" y="25444"/>
                    </a:lnTo>
                    <a:lnTo>
                      <a:pt x="26803" y="25297"/>
                    </a:lnTo>
                    <a:lnTo>
                      <a:pt x="26782" y="25234"/>
                    </a:lnTo>
                    <a:lnTo>
                      <a:pt x="26594" y="25046"/>
                    </a:lnTo>
                    <a:lnTo>
                      <a:pt x="26510" y="25025"/>
                    </a:lnTo>
                    <a:lnTo>
                      <a:pt x="26343" y="24879"/>
                    </a:lnTo>
                    <a:lnTo>
                      <a:pt x="26259" y="24858"/>
                    </a:lnTo>
                    <a:lnTo>
                      <a:pt x="26029" y="24711"/>
                    </a:lnTo>
                    <a:lnTo>
                      <a:pt x="25966" y="24648"/>
                    </a:lnTo>
                    <a:lnTo>
                      <a:pt x="25903" y="24753"/>
                    </a:lnTo>
                    <a:lnTo>
                      <a:pt x="25903" y="24711"/>
                    </a:lnTo>
                    <a:lnTo>
                      <a:pt x="25820" y="24523"/>
                    </a:lnTo>
                    <a:lnTo>
                      <a:pt x="25736" y="24439"/>
                    </a:lnTo>
                    <a:lnTo>
                      <a:pt x="25736" y="24335"/>
                    </a:lnTo>
                    <a:lnTo>
                      <a:pt x="25631" y="24293"/>
                    </a:lnTo>
                    <a:lnTo>
                      <a:pt x="25527" y="24104"/>
                    </a:lnTo>
                    <a:lnTo>
                      <a:pt x="25443" y="24084"/>
                    </a:lnTo>
                    <a:lnTo>
                      <a:pt x="25255" y="23895"/>
                    </a:lnTo>
                    <a:lnTo>
                      <a:pt x="25150" y="23874"/>
                    </a:lnTo>
                    <a:lnTo>
                      <a:pt x="25087" y="23812"/>
                    </a:lnTo>
                    <a:lnTo>
                      <a:pt x="24815" y="23728"/>
                    </a:lnTo>
                    <a:lnTo>
                      <a:pt x="24627" y="23581"/>
                    </a:lnTo>
                    <a:lnTo>
                      <a:pt x="24376" y="23393"/>
                    </a:lnTo>
                    <a:lnTo>
                      <a:pt x="24167" y="23414"/>
                    </a:lnTo>
                    <a:lnTo>
                      <a:pt x="23748" y="23560"/>
                    </a:lnTo>
                    <a:lnTo>
                      <a:pt x="23330" y="23686"/>
                    </a:lnTo>
                    <a:lnTo>
                      <a:pt x="23142" y="23686"/>
                    </a:lnTo>
                    <a:lnTo>
                      <a:pt x="23016" y="23623"/>
                    </a:lnTo>
                    <a:lnTo>
                      <a:pt x="23016" y="23623"/>
                    </a:lnTo>
                    <a:lnTo>
                      <a:pt x="23142" y="23665"/>
                    </a:lnTo>
                    <a:lnTo>
                      <a:pt x="23330" y="23602"/>
                    </a:lnTo>
                    <a:lnTo>
                      <a:pt x="23665" y="23268"/>
                    </a:lnTo>
                    <a:lnTo>
                      <a:pt x="23727" y="23163"/>
                    </a:lnTo>
                    <a:lnTo>
                      <a:pt x="23665" y="22933"/>
                    </a:lnTo>
                    <a:lnTo>
                      <a:pt x="23581" y="22828"/>
                    </a:lnTo>
                    <a:lnTo>
                      <a:pt x="23665" y="22577"/>
                    </a:lnTo>
                    <a:lnTo>
                      <a:pt x="23665" y="22347"/>
                    </a:lnTo>
                    <a:lnTo>
                      <a:pt x="23581" y="22200"/>
                    </a:lnTo>
                    <a:lnTo>
                      <a:pt x="23581" y="22054"/>
                    </a:lnTo>
                    <a:lnTo>
                      <a:pt x="23644" y="21928"/>
                    </a:lnTo>
                    <a:lnTo>
                      <a:pt x="23644" y="21824"/>
                    </a:lnTo>
                    <a:lnTo>
                      <a:pt x="23539" y="21782"/>
                    </a:lnTo>
                    <a:lnTo>
                      <a:pt x="23204" y="21782"/>
                    </a:lnTo>
                    <a:lnTo>
                      <a:pt x="23037" y="22054"/>
                    </a:lnTo>
                    <a:lnTo>
                      <a:pt x="22828" y="22305"/>
                    </a:lnTo>
                    <a:lnTo>
                      <a:pt x="22577" y="22326"/>
                    </a:lnTo>
                    <a:lnTo>
                      <a:pt x="22409" y="22452"/>
                    </a:lnTo>
                    <a:lnTo>
                      <a:pt x="22472" y="22347"/>
                    </a:lnTo>
                    <a:lnTo>
                      <a:pt x="22786" y="22263"/>
                    </a:lnTo>
                    <a:lnTo>
                      <a:pt x="22932" y="22117"/>
                    </a:lnTo>
                    <a:lnTo>
                      <a:pt x="23037" y="21845"/>
                    </a:lnTo>
                    <a:lnTo>
                      <a:pt x="22995" y="21824"/>
                    </a:lnTo>
                    <a:lnTo>
                      <a:pt x="22995" y="21677"/>
                    </a:lnTo>
                    <a:lnTo>
                      <a:pt x="22932" y="21594"/>
                    </a:lnTo>
                    <a:lnTo>
                      <a:pt x="22953" y="21489"/>
                    </a:lnTo>
                    <a:lnTo>
                      <a:pt x="22932" y="21405"/>
                    </a:lnTo>
                    <a:lnTo>
                      <a:pt x="22807" y="21384"/>
                    </a:lnTo>
                    <a:lnTo>
                      <a:pt x="22849" y="21322"/>
                    </a:lnTo>
                    <a:lnTo>
                      <a:pt x="22953" y="21301"/>
                    </a:lnTo>
                    <a:lnTo>
                      <a:pt x="22995" y="21196"/>
                    </a:lnTo>
                    <a:lnTo>
                      <a:pt x="23100" y="21008"/>
                    </a:lnTo>
                    <a:lnTo>
                      <a:pt x="23100" y="20861"/>
                    </a:lnTo>
                    <a:lnTo>
                      <a:pt x="23037" y="20799"/>
                    </a:lnTo>
                    <a:lnTo>
                      <a:pt x="23121" y="20568"/>
                    </a:lnTo>
                    <a:lnTo>
                      <a:pt x="23204" y="20527"/>
                    </a:lnTo>
                    <a:lnTo>
                      <a:pt x="23246" y="20359"/>
                    </a:lnTo>
                    <a:lnTo>
                      <a:pt x="23330" y="20255"/>
                    </a:lnTo>
                    <a:lnTo>
                      <a:pt x="23372" y="20045"/>
                    </a:lnTo>
                    <a:lnTo>
                      <a:pt x="23476" y="19941"/>
                    </a:lnTo>
                    <a:lnTo>
                      <a:pt x="23435" y="19815"/>
                    </a:lnTo>
                    <a:lnTo>
                      <a:pt x="23435" y="19731"/>
                    </a:lnTo>
                    <a:lnTo>
                      <a:pt x="23560" y="19815"/>
                    </a:lnTo>
                    <a:lnTo>
                      <a:pt x="23665" y="19711"/>
                    </a:lnTo>
                    <a:lnTo>
                      <a:pt x="23665" y="19606"/>
                    </a:lnTo>
                    <a:lnTo>
                      <a:pt x="23790" y="19585"/>
                    </a:lnTo>
                    <a:lnTo>
                      <a:pt x="23958" y="19397"/>
                    </a:lnTo>
                    <a:lnTo>
                      <a:pt x="24062" y="19334"/>
                    </a:lnTo>
                    <a:lnTo>
                      <a:pt x="24041" y="19229"/>
                    </a:lnTo>
                    <a:lnTo>
                      <a:pt x="24125" y="19166"/>
                    </a:lnTo>
                    <a:lnTo>
                      <a:pt x="24188" y="19166"/>
                    </a:lnTo>
                    <a:lnTo>
                      <a:pt x="24230" y="19083"/>
                    </a:lnTo>
                    <a:lnTo>
                      <a:pt x="24167" y="18999"/>
                    </a:lnTo>
                    <a:lnTo>
                      <a:pt x="24292" y="18915"/>
                    </a:lnTo>
                    <a:lnTo>
                      <a:pt x="24376" y="18769"/>
                    </a:lnTo>
                    <a:lnTo>
                      <a:pt x="24481" y="18769"/>
                    </a:lnTo>
                    <a:lnTo>
                      <a:pt x="24481" y="18706"/>
                    </a:lnTo>
                    <a:lnTo>
                      <a:pt x="24543" y="18664"/>
                    </a:lnTo>
                    <a:lnTo>
                      <a:pt x="24397" y="18560"/>
                    </a:lnTo>
                    <a:lnTo>
                      <a:pt x="24460" y="18539"/>
                    </a:lnTo>
                    <a:lnTo>
                      <a:pt x="24460" y="18455"/>
                    </a:lnTo>
                    <a:lnTo>
                      <a:pt x="24543" y="18476"/>
                    </a:lnTo>
                    <a:lnTo>
                      <a:pt x="24669" y="18581"/>
                    </a:lnTo>
                    <a:lnTo>
                      <a:pt x="24690" y="18643"/>
                    </a:lnTo>
                    <a:lnTo>
                      <a:pt x="24753" y="18602"/>
                    </a:lnTo>
                    <a:lnTo>
                      <a:pt x="24711" y="18539"/>
                    </a:lnTo>
                    <a:lnTo>
                      <a:pt x="24606" y="18476"/>
                    </a:lnTo>
                    <a:lnTo>
                      <a:pt x="24795" y="18392"/>
                    </a:lnTo>
                    <a:lnTo>
                      <a:pt x="24836" y="18330"/>
                    </a:lnTo>
                    <a:lnTo>
                      <a:pt x="24983" y="18330"/>
                    </a:lnTo>
                    <a:lnTo>
                      <a:pt x="25004" y="18350"/>
                    </a:lnTo>
                    <a:lnTo>
                      <a:pt x="25025" y="18267"/>
                    </a:lnTo>
                    <a:lnTo>
                      <a:pt x="25004" y="18225"/>
                    </a:lnTo>
                    <a:lnTo>
                      <a:pt x="25087" y="18225"/>
                    </a:lnTo>
                    <a:lnTo>
                      <a:pt x="25108" y="18350"/>
                    </a:lnTo>
                    <a:lnTo>
                      <a:pt x="25192" y="18246"/>
                    </a:lnTo>
                    <a:lnTo>
                      <a:pt x="25192" y="18225"/>
                    </a:lnTo>
                    <a:lnTo>
                      <a:pt x="25108" y="18162"/>
                    </a:lnTo>
                    <a:lnTo>
                      <a:pt x="25108" y="18058"/>
                    </a:lnTo>
                    <a:lnTo>
                      <a:pt x="25150" y="18120"/>
                    </a:lnTo>
                    <a:lnTo>
                      <a:pt x="25359" y="18162"/>
                    </a:lnTo>
                    <a:lnTo>
                      <a:pt x="25339" y="18078"/>
                    </a:lnTo>
                    <a:lnTo>
                      <a:pt x="25234" y="18037"/>
                    </a:lnTo>
                    <a:lnTo>
                      <a:pt x="25213" y="17953"/>
                    </a:lnTo>
                    <a:lnTo>
                      <a:pt x="25255" y="17932"/>
                    </a:lnTo>
                    <a:lnTo>
                      <a:pt x="25297" y="17848"/>
                    </a:lnTo>
                    <a:lnTo>
                      <a:pt x="25318" y="18016"/>
                    </a:lnTo>
                    <a:lnTo>
                      <a:pt x="25422" y="17974"/>
                    </a:lnTo>
                    <a:lnTo>
                      <a:pt x="25506" y="18016"/>
                    </a:lnTo>
                    <a:lnTo>
                      <a:pt x="25590" y="17953"/>
                    </a:lnTo>
                    <a:lnTo>
                      <a:pt x="25464" y="17744"/>
                    </a:lnTo>
                    <a:lnTo>
                      <a:pt x="25401" y="17514"/>
                    </a:lnTo>
                    <a:lnTo>
                      <a:pt x="25297" y="17388"/>
                    </a:lnTo>
                    <a:lnTo>
                      <a:pt x="25297" y="17283"/>
                    </a:lnTo>
                    <a:lnTo>
                      <a:pt x="25255" y="17200"/>
                    </a:lnTo>
                    <a:lnTo>
                      <a:pt x="25297" y="17137"/>
                    </a:lnTo>
                    <a:lnTo>
                      <a:pt x="25359" y="17221"/>
                    </a:lnTo>
                    <a:lnTo>
                      <a:pt x="25422" y="17409"/>
                    </a:lnTo>
                    <a:lnTo>
                      <a:pt x="25569" y="17597"/>
                    </a:lnTo>
                    <a:lnTo>
                      <a:pt x="25841" y="17639"/>
                    </a:lnTo>
                    <a:lnTo>
                      <a:pt x="25945" y="17723"/>
                    </a:lnTo>
                    <a:lnTo>
                      <a:pt x="26071" y="17723"/>
                    </a:lnTo>
                    <a:lnTo>
                      <a:pt x="26155" y="17660"/>
                    </a:lnTo>
                    <a:lnTo>
                      <a:pt x="26259" y="17660"/>
                    </a:lnTo>
                    <a:lnTo>
                      <a:pt x="26406" y="17514"/>
                    </a:lnTo>
                    <a:lnTo>
                      <a:pt x="26448" y="17242"/>
                    </a:lnTo>
                    <a:lnTo>
                      <a:pt x="26238" y="16990"/>
                    </a:lnTo>
                    <a:lnTo>
                      <a:pt x="26196" y="16823"/>
                    </a:lnTo>
                    <a:lnTo>
                      <a:pt x="26134" y="16739"/>
                    </a:lnTo>
                    <a:lnTo>
                      <a:pt x="26071" y="16739"/>
                    </a:lnTo>
                    <a:lnTo>
                      <a:pt x="25945" y="16886"/>
                    </a:lnTo>
                    <a:lnTo>
                      <a:pt x="25715" y="16907"/>
                    </a:lnTo>
                    <a:lnTo>
                      <a:pt x="25652" y="16928"/>
                    </a:lnTo>
                    <a:lnTo>
                      <a:pt x="25652" y="16907"/>
                    </a:lnTo>
                    <a:lnTo>
                      <a:pt x="25631" y="16823"/>
                    </a:lnTo>
                    <a:lnTo>
                      <a:pt x="25715" y="16865"/>
                    </a:lnTo>
                    <a:lnTo>
                      <a:pt x="25841" y="16823"/>
                    </a:lnTo>
                    <a:lnTo>
                      <a:pt x="25966" y="16718"/>
                    </a:lnTo>
                    <a:lnTo>
                      <a:pt x="25945" y="16677"/>
                    </a:lnTo>
                    <a:lnTo>
                      <a:pt x="25736" y="16551"/>
                    </a:lnTo>
                    <a:lnTo>
                      <a:pt x="25506" y="16300"/>
                    </a:lnTo>
                    <a:lnTo>
                      <a:pt x="25443" y="16300"/>
                    </a:lnTo>
                    <a:lnTo>
                      <a:pt x="25422" y="16363"/>
                    </a:lnTo>
                    <a:lnTo>
                      <a:pt x="25464" y="16446"/>
                    </a:lnTo>
                    <a:lnTo>
                      <a:pt x="25443" y="16488"/>
                    </a:lnTo>
                    <a:lnTo>
                      <a:pt x="25339" y="16405"/>
                    </a:lnTo>
                    <a:lnTo>
                      <a:pt x="25297" y="16258"/>
                    </a:lnTo>
                    <a:lnTo>
                      <a:pt x="25401" y="16279"/>
                    </a:lnTo>
                    <a:lnTo>
                      <a:pt x="25401" y="16091"/>
                    </a:lnTo>
                    <a:lnTo>
                      <a:pt x="25443" y="16195"/>
                    </a:lnTo>
                    <a:lnTo>
                      <a:pt x="25611" y="16342"/>
                    </a:lnTo>
                    <a:lnTo>
                      <a:pt x="25694" y="16363"/>
                    </a:lnTo>
                    <a:lnTo>
                      <a:pt x="25757" y="16551"/>
                    </a:lnTo>
                    <a:lnTo>
                      <a:pt x="25966" y="16677"/>
                    </a:lnTo>
                    <a:lnTo>
                      <a:pt x="26217" y="16760"/>
                    </a:lnTo>
                    <a:lnTo>
                      <a:pt x="26322" y="16907"/>
                    </a:lnTo>
                    <a:lnTo>
                      <a:pt x="26427" y="16970"/>
                    </a:lnTo>
                    <a:lnTo>
                      <a:pt x="26448" y="17032"/>
                    </a:lnTo>
                    <a:lnTo>
                      <a:pt x="26573" y="17095"/>
                    </a:lnTo>
                    <a:lnTo>
                      <a:pt x="26636" y="17137"/>
                    </a:lnTo>
                    <a:lnTo>
                      <a:pt x="26636" y="17011"/>
                    </a:lnTo>
                    <a:lnTo>
                      <a:pt x="26740" y="16970"/>
                    </a:lnTo>
                    <a:lnTo>
                      <a:pt x="26657" y="16907"/>
                    </a:lnTo>
                    <a:lnTo>
                      <a:pt x="26678" y="16802"/>
                    </a:lnTo>
                    <a:lnTo>
                      <a:pt x="26761" y="16928"/>
                    </a:lnTo>
                    <a:lnTo>
                      <a:pt x="26782" y="17011"/>
                    </a:lnTo>
                    <a:lnTo>
                      <a:pt x="26866" y="17032"/>
                    </a:lnTo>
                    <a:lnTo>
                      <a:pt x="26992" y="16865"/>
                    </a:lnTo>
                    <a:lnTo>
                      <a:pt x="26992" y="16656"/>
                    </a:lnTo>
                    <a:lnTo>
                      <a:pt x="26950" y="16572"/>
                    </a:lnTo>
                    <a:lnTo>
                      <a:pt x="26992" y="16405"/>
                    </a:lnTo>
                    <a:lnTo>
                      <a:pt x="27054" y="16593"/>
                    </a:lnTo>
                    <a:lnTo>
                      <a:pt x="27054" y="16698"/>
                    </a:lnTo>
                    <a:lnTo>
                      <a:pt x="27117" y="16467"/>
                    </a:lnTo>
                    <a:lnTo>
                      <a:pt x="27222" y="16405"/>
                    </a:lnTo>
                    <a:lnTo>
                      <a:pt x="27264" y="16467"/>
                    </a:lnTo>
                    <a:lnTo>
                      <a:pt x="27284" y="16488"/>
                    </a:lnTo>
                    <a:lnTo>
                      <a:pt x="27201" y="16593"/>
                    </a:lnTo>
                    <a:lnTo>
                      <a:pt x="27264" y="16614"/>
                    </a:lnTo>
                    <a:lnTo>
                      <a:pt x="27284" y="16698"/>
                    </a:lnTo>
                    <a:lnTo>
                      <a:pt x="27368" y="16614"/>
                    </a:lnTo>
                    <a:lnTo>
                      <a:pt x="27431" y="16656"/>
                    </a:lnTo>
                    <a:lnTo>
                      <a:pt x="27577" y="16802"/>
                    </a:lnTo>
                    <a:lnTo>
                      <a:pt x="27598" y="16760"/>
                    </a:lnTo>
                    <a:lnTo>
                      <a:pt x="27682" y="16760"/>
                    </a:lnTo>
                    <a:lnTo>
                      <a:pt x="27724" y="16802"/>
                    </a:lnTo>
                    <a:lnTo>
                      <a:pt x="27828" y="16781"/>
                    </a:lnTo>
                    <a:lnTo>
                      <a:pt x="27933" y="16593"/>
                    </a:lnTo>
                    <a:lnTo>
                      <a:pt x="28100" y="16509"/>
                    </a:lnTo>
                    <a:lnTo>
                      <a:pt x="28456" y="16153"/>
                    </a:lnTo>
                    <a:lnTo>
                      <a:pt x="28477" y="16070"/>
                    </a:lnTo>
                    <a:lnTo>
                      <a:pt x="28540" y="16049"/>
                    </a:lnTo>
                    <a:lnTo>
                      <a:pt x="28561" y="16091"/>
                    </a:lnTo>
                    <a:lnTo>
                      <a:pt x="28728" y="15881"/>
                    </a:lnTo>
                    <a:lnTo>
                      <a:pt x="28833" y="15840"/>
                    </a:lnTo>
                    <a:lnTo>
                      <a:pt x="28958" y="15735"/>
                    </a:lnTo>
                    <a:lnTo>
                      <a:pt x="29000" y="15672"/>
                    </a:lnTo>
                    <a:lnTo>
                      <a:pt x="28979" y="15547"/>
                    </a:lnTo>
                    <a:lnTo>
                      <a:pt x="28561" y="15442"/>
                    </a:lnTo>
                    <a:lnTo>
                      <a:pt x="28331" y="15400"/>
                    </a:lnTo>
                    <a:lnTo>
                      <a:pt x="28121" y="15317"/>
                    </a:lnTo>
                    <a:lnTo>
                      <a:pt x="28038" y="15128"/>
                    </a:lnTo>
                    <a:lnTo>
                      <a:pt x="27912" y="14898"/>
                    </a:lnTo>
                    <a:lnTo>
                      <a:pt x="27849" y="14898"/>
                    </a:lnTo>
                    <a:lnTo>
                      <a:pt x="27828" y="14710"/>
                    </a:lnTo>
                    <a:lnTo>
                      <a:pt x="27808" y="14689"/>
                    </a:lnTo>
                    <a:lnTo>
                      <a:pt x="27828" y="14626"/>
                    </a:lnTo>
                    <a:lnTo>
                      <a:pt x="27870" y="14626"/>
                    </a:lnTo>
                    <a:lnTo>
                      <a:pt x="27912" y="14563"/>
                    </a:lnTo>
                    <a:lnTo>
                      <a:pt x="27828" y="14501"/>
                    </a:lnTo>
                    <a:lnTo>
                      <a:pt x="27598" y="14501"/>
                    </a:lnTo>
                    <a:lnTo>
                      <a:pt x="27326" y="14417"/>
                    </a:lnTo>
                    <a:lnTo>
                      <a:pt x="27243" y="14417"/>
                    </a:lnTo>
                    <a:lnTo>
                      <a:pt x="27201" y="14480"/>
                    </a:lnTo>
                    <a:lnTo>
                      <a:pt x="27117" y="14396"/>
                    </a:lnTo>
                    <a:lnTo>
                      <a:pt x="27117" y="14312"/>
                    </a:lnTo>
                    <a:lnTo>
                      <a:pt x="27222" y="14354"/>
                    </a:lnTo>
                    <a:lnTo>
                      <a:pt x="27494" y="14375"/>
                    </a:lnTo>
                    <a:lnTo>
                      <a:pt x="27640" y="14480"/>
                    </a:lnTo>
                    <a:lnTo>
                      <a:pt x="27870" y="14480"/>
                    </a:lnTo>
                    <a:lnTo>
                      <a:pt x="28017" y="14584"/>
                    </a:lnTo>
                    <a:lnTo>
                      <a:pt x="28142" y="14814"/>
                    </a:lnTo>
                    <a:lnTo>
                      <a:pt x="28247" y="14835"/>
                    </a:lnTo>
                    <a:lnTo>
                      <a:pt x="28289" y="14898"/>
                    </a:lnTo>
                    <a:lnTo>
                      <a:pt x="28247" y="14919"/>
                    </a:lnTo>
                    <a:lnTo>
                      <a:pt x="28184" y="14919"/>
                    </a:lnTo>
                    <a:lnTo>
                      <a:pt x="28184" y="14982"/>
                    </a:lnTo>
                    <a:lnTo>
                      <a:pt x="28372" y="15045"/>
                    </a:lnTo>
                    <a:lnTo>
                      <a:pt x="28435" y="15191"/>
                    </a:lnTo>
                    <a:lnTo>
                      <a:pt x="28498" y="15296"/>
                    </a:lnTo>
                    <a:lnTo>
                      <a:pt x="28875" y="15358"/>
                    </a:lnTo>
                    <a:lnTo>
                      <a:pt x="28979" y="15317"/>
                    </a:lnTo>
                    <a:lnTo>
                      <a:pt x="29021" y="15191"/>
                    </a:lnTo>
                    <a:lnTo>
                      <a:pt x="29105" y="15128"/>
                    </a:lnTo>
                    <a:lnTo>
                      <a:pt x="29189" y="15149"/>
                    </a:lnTo>
                    <a:lnTo>
                      <a:pt x="29314" y="15003"/>
                    </a:lnTo>
                    <a:lnTo>
                      <a:pt x="29335" y="14982"/>
                    </a:lnTo>
                    <a:lnTo>
                      <a:pt x="29502" y="15128"/>
                    </a:lnTo>
                    <a:lnTo>
                      <a:pt x="29481" y="15149"/>
                    </a:lnTo>
                    <a:lnTo>
                      <a:pt x="29377" y="15317"/>
                    </a:lnTo>
                    <a:lnTo>
                      <a:pt x="29377" y="15400"/>
                    </a:lnTo>
                    <a:lnTo>
                      <a:pt x="29293" y="15505"/>
                    </a:lnTo>
                    <a:lnTo>
                      <a:pt x="29293" y="15568"/>
                    </a:lnTo>
                    <a:lnTo>
                      <a:pt x="29189" y="15756"/>
                    </a:lnTo>
                    <a:lnTo>
                      <a:pt x="29230" y="15840"/>
                    </a:lnTo>
                    <a:lnTo>
                      <a:pt x="29189" y="15861"/>
                    </a:lnTo>
                    <a:lnTo>
                      <a:pt x="29168" y="15965"/>
                    </a:lnTo>
                    <a:lnTo>
                      <a:pt x="29168" y="16070"/>
                    </a:lnTo>
                    <a:lnTo>
                      <a:pt x="29000" y="16195"/>
                    </a:lnTo>
                    <a:lnTo>
                      <a:pt x="28958" y="16300"/>
                    </a:lnTo>
                    <a:lnTo>
                      <a:pt x="28958" y="16467"/>
                    </a:lnTo>
                    <a:lnTo>
                      <a:pt x="28916" y="16509"/>
                    </a:lnTo>
                    <a:lnTo>
                      <a:pt x="28916" y="16677"/>
                    </a:lnTo>
                    <a:lnTo>
                      <a:pt x="28854" y="16760"/>
                    </a:lnTo>
                    <a:lnTo>
                      <a:pt x="28707" y="16760"/>
                    </a:lnTo>
                    <a:lnTo>
                      <a:pt x="28540" y="16823"/>
                    </a:lnTo>
                    <a:lnTo>
                      <a:pt x="28540" y="16928"/>
                    </a:lnTo>
                    <a:lnTo>
                      <a:pt x="28477" y="17116"/>
                    </a:lnTo>
                    <a:lnTo>
                      <a:pt x="28498" y="17242"/>
                    </a:lnTo>
                    <a:lnTo>
                      <a:pt x="28561" y="17242"/>
                    </a:lnTo>
                    <a:lnTo>
                      <a:pt x="28582" y="17137"/>
                    </a:lnTo>
                    <a:lnTo>
                      <a:pt x="28644" y="17116"/>
                    </a:lnTo>
                    <a:lnTo>
                      <a:pt x="28686" y="17137"/>
                    </a:lnTo>
                    <a:lnTo>
                      <a:pt x="28770" y="17200"/>
                    </a:lnTo>
                    <a:lnTo>
                      <a:pt x="28854" y="17200"/>
                    </a:lnTo>
                    <a:lnTo>
                      <a:pt x="28896" y="17179"/>
                    </a:lnTo>
                    <a:lnTo>
                      <a:pt x="28958" y="17179"/>
                    </a:lnTo>
                    <a:lnTo>
                      <a:pt x="29000" y="17221"/>
                    </a:lnTo>
                    <a:lnTo>
                      <a:pt x="29021" y="17304"/>
                    </a:lnTo>
                    <a:lnTo>
                      <a:pt x="28958" y="17409"/>
                    </a:lnTo>
                    <a:lnTo>
                      <a:pt x="28979" y="17514"/>
                    </a:lnTo>
                    <a:lnTo>
                      <a:pt x="28896" y="17597"/>
                    </a:lnTo>
                    <a:lnTo>
                      <a:pt x="28896" y="17744"/>
                    </a:lnTo>
                    <a:lnTo>
                      <a:pt x="28916" y="17806"/>
                    </a:lnTo>
                    <a:lnTo>
                      <a:pt x="28979" y="17765"/>
                    </a:lnTo>
                    <a:lnTo>
                      <a:pt x="29021" y="17806"/>
                    </a:lnTo>
                    <a:lnTo>
                      <a:pt x="29105" y="17806"/>
                    </a:lnTo>
                    <a:lnTo>
                      <a:pt x="29168" y="17744"/>
                    </a:lnTo>
                    <a:lnTo>
                      <a:pt x="29272" y="17744"/>
                    </a:lnTo>
                    <a:lnTo>
                      <a:pt x="29293" y="17702"/>
                    </a:lnTo>
                    <a:lnTo>
                      <a:pt x="29377" y="17639"/>
                    </a:lnTo>
                    <a:lnTo>
                      <a:pt x="29440" y="17639"/>
                    </a:lnTo>
                    <a:lnTo>
                      <a:pt x="29544" y="17555"/>
                    </a:lnTo>
                    <a:lnTo>
                      <a:pt x="29586" y="17430"/>
                    </a:lnTo>
                    <a:lnTo>
                      <a:pt x="29649" y="17346"/>
                    </a:lnTo>
                    <a:lnTo>
                      <a:pt x="29712" y="17283"/>
                    </a:lnTo>
                    <a:lnTo>
                      <a:pt x="29753" y="17283"/>
                    </a:lnTo>
                    <a:lnTo>
                      <a:pt x="29816" y="17325"/>
                    </a:lnTo>
                    <a:lnTo>
                      <a:pt x="29900" y="17283"/>
                    </a:lnTo>
                    <a:lnTo>
                      <a:pt x="29942" y="17242"/>
                    </a:lnTo>
                    <a:lnTo>
                      <a:pt x="30025" y="17242"/>
                    </a:lnTo>
                    <a:lnTo>
                      <a:pt x="30067" y="17095"/>
                    </a:lnTo>
                    <a:lnTo>
                      <a:pt x="30067" y="16970"/>
                    </a:lnTo>
                    <a:lnTo>
                      <a:pt x="30172" y="16886"/>
                    </a:lnTo>
                    <a:lnTo>
                      <a:pt x="30214" y="16802"/>
                    </a:lnTo>
                    <a:lnTo>
                      <a:pt x="30277" y="16802"/>
                    </a:lnTo>
                    <a:lnTo>
                      <a:pt x="30339" y="16865"/>
                    </a:lnTo>
                    <a:lnTo>
                      <a:pt x="30381" y="16802"/>
                    </a:lnTo>
                    <a:lnTo>
                      <a:pt x="30444" y="16781"/>
                    </a:lnTo>
                    <a:lnTo>
                      <a:pt x="30486" y="16802"/>
                    </a:lnTo>
                    <a:lnTo>
                      <a:pt x="30528" y="16907"/>
                    </a:lnTo>
                    <a:lnTo>
                      <a:pt x="30444" y="16970"/>
                    </a:lnTo>
                    <a:lnTo>
                      <a:pt x="30381" y="17011"/>
                    </a:lnTo>
                    <a:lnTo>
                      <a:pt x="30465" y="17074"/>
                    </a:lnTo>
                    <a:lnTo>
                      <a:pt x="30632" y="17074"/>
                    </a:lnTo>
                    <a:lnTo>
                      <a:pt x="30695" y="17095"/>
                    </a:lnTo>
                    <a:lnTo>
                      <a:pt x="30737" y="17179"/>
                    </a:lnTo>
                    <a:lnTo>
                      <a:pt x="30653" y="17283"/>
                    </a:lnTo>
                    <a:lnTo>
                      <a:pt x="30569" y="17304"/>
                    </a:lnTo>
                    <a:lnTo>
                      <a:pt x="30569" y="17430"/>
                    </a:lnTo>
                    <a:lnTo>
                      <a:pt x="30653" y="17451"/>
                    </a:lnTo>
                    <a:lnTo>
                      <a:pt x="30695" y="17430"/>
                    </a:lnTo>
                    <a:lnTo>
                      <a:pt x="30779" y="17430"/>
                    </a:lnTo>
                    <a:lnTo>
                      <a:pt x="30800" y="17451"/>
                    </a:lnTo>
                    <a:lnTo>
                      <a:pt x="30883" y="17430"/>
                    </a:lnTo>
                    <a:lnTo>
                      <a:pt x="30904" y="17514"/>
                    </a:lnTo>
                    <a:lnTo>
                      <a:pt x="31009" y="17514"/>
                    </a:lnTo>
                    <a:lnTo>
                      <a:pt x="31072" y="17555"/>
                    </a:lnTo>
                    <a:lnTo>
                      <a:pt x="31113" y="17555"/>
                    </a:lnTo>
                    <a:lnTo>
                      <a:pt x="31260" y="17639"/>
                    </a:lnTo>
                    <a:lnTo>
                      <a:pt x="31302" y="17618"/>
                    </a:lnTo>
                    <a:lnTo>
                      <a:pt x="31365" y="17493"/>
                    </a:lnTo>
                    <a:lnTo>
                      <a:pt x="31406" y="17451"/>
                    </a:lnTo>
                    <a:lnTo>
                      <a:pt x="31490" y="17346"/>
                    </a:lnTo>
                    <a:lnTo>
                      <a:pt x="31595" y="17346"/>
                    </a:lnTo>
                    <a:lnTo>
                      <a:pt x="31616" y="17304"/>
                    </a:lnTo>
                    <a:lnTo>
                      <a:pt x="31532" y="17283"/>
                    </a:lnTo>
                    <a:lnTo>
                      <a:pt x="31490" y="17200"/>
                    </a:lnTo>
                    <a:lnTo>
                      <a:pt x="31574" y="17179"/>
                    </a:lnTo>
                    <a:lnTo>
                      <a:pt x="31595" y="17095"/>
                    </a:lnTo>
                    <a:lnTo>
                      <a:pt x="31511" y="17053"/>
                    </a:lnTo>
                    <a:lnTo>
                      <a:pt x="31469" y="16990"/>
                    </a:lnTo>
                    <a:lnTo>
                      <a:pt x="31406" y="17011"/>
                    </a:lnTo>
                    <a:lnTo>
                      <a:pt x="31406" y="17095"/>
                    </a:lnTo>
                    <a:lnTo>
                      <a:pt x="31365" y="17116"/>
                    </a:lnTo>
                    <a:lnTo>
                      <a:pt x="31302" y="17095"/>
                    </a:lnTo>
                    <a:lnTo>
                      <a:pt x="31197" y="17032"/>
                    </a:lnTo>
                    <a:lnTo>
                      <a:pt x="31197" y="16970"/>
                    </a:lnTo>
                    <a:lnTo>
                      <a:pt x="31155" y="16990"/>
                    </a:lnTo>
                    <a:lnTo>
                      <a:pt x="31072" y="17074"/>
                    </a:lnTo>
                    <a:lnTo>
                      <a:pt x="30883" y="17074"/>
                    </a:lnTo>
                    <a:lnTo>
                      <a:pt x="30800" y="17011"/>
                    </a:lnTo>
                    <a:lnTo>
                      <a:pt x="30904" y="16970"/>
                    </a:lnTo>
                    <a:lnTo>
                      <a:pt x="30988" y="16970"/>
                    </a:lnTo>
                    <a:lnTo>
                      <a:pt x="31072" y="16907"/>
                    </a:lnTo>
                    <a:lnTo>
                      <a:pt x="31072" y="16823"/>
                    </a:lnTo>
                    <a:lnTo>
                      <a:pt x="31051" y="16802"/>
                    </a:lnTo>
                    <a:lnTo>
                      <a:pt x="31051" y="16677"/>
                    </a:lnTo>
                    <a:lnTo>
                      <a:pt x="31072" y="16593"/>
                    </a:lnTo>
                    <a:lnTo>
                      <a:pt x="31072" y="16551"/>
                    </a:lnTo>
                    <a:lnTo>
                      <a:pt x="31009" y="16488"/>
                    </a:lnTo>
                    <a:lnTo>
                      <a:pt x="31009" y="16405"/>
                    </a:lnTo>
                    <a:lnTo>
                      <a:pt x="30862" y="16258"/>
                    </a:lnTo>
                    <a:lnTo>
                      <a:pt x="30737" y="16195"/>
                    </a:lnTo>
                    <a:lnTo>
                      <a:pt x="30737" y="16153"/>
                    </a:lnTo>
                    <a:lnTo>
                      <a:pt x="30695" y="16028"/>
                    </a:lnTo>
                    <a:lnTo>
                      <a:pt x="30632" y="16028"/>
                    </a:lnTo>
                    <a:lnTo>
                      <a:pt x="30590" y="15944"/>
                    </a:lnTo>
                    <a:lnTo>
                      <a:pt x="30632" y="15819"/>
                    </a:lnTo>
                    <a:lnTo>
                      <a:pt x="30590" y="15735"/>
                    </a:lnTo>
                    <a:lnTo>
                      <a:pt x="30465" y="15735"/>
                    </a:lnTo>
                    <a:lnTo>
                      <a:pt x="30277" y="15651"/>
                    </a:lnTo>
                    <a:lnTo>
                      <a:pt x="30235" y="15547"/>
                    </a:lnTo>
                    <a:lnTo>
                      <a:pt x="30277" y="15505"/>
                    </a:lnTo>
                    <a:lnTo>
                      <a:pt x="30277" y="15442"/>
                    </a:lnTo>
                    <a:lnTo>
                      <a:pt x="30214" y="15358"/>
                    </a:lnTo>
                    <a:lnTo>
                      <a:pt x="30172" y="15296"/>
                    </a:lnTo>
                    <a:lnTo>
                      <a:pt x="30151" y="15296"/>
                    </a:lnTo>
                    <a:lnTo>
                      <a:pt x="30046" y="15421"/>
                    </a:lnTo>
                    <a:lnTo>
                      <a:pt x="30025" y="15526"/>
                    </a:lnTo>
                    <a:lnTo>
                      <a:pt x="29963" y="15568"/>
                    </a:lnTo>
                    <a:lnTo>
                      <a:pt x="29921" y="15526"/>
                    </a:lnTo>
                    <a:lnTo>
                      <a:pt x="29921" y="15400"/>
                    </a:lnTo>
                    <a:lnTo>
                      <a:pt x="29858" y="15296"/>
                    </a:lnTo>
                    <a:lnTo>
                      <a:pt x="29900" y="15212"/>
                    </a:lnTo>
                    <a:lnTo>
                      <a:pt x="30025" y="15212"/>
                    </a:lnTo>
                    <a:lnTo>
                      <a:pt x="30005" y="15128"/>
                    </a:lnTo>
                    <a:lnTo>
                      <a:pt x="30025" y="15024"/>
                    </a:lnTo>
                    <a:lnTo>
                      <a:pt x="30005" y="14919"/>
                    </a:lnTo>
                    <a:lnTo>
                      <a:pt x="29900" y="14940"/>
                    </a:lnTo>
                    <a:lnTo>
                      <a:pt x="29900" y="14877"/>
                    </a:lnTo>
                    <a:lnTo>
                      <a:pt x="29963" y="14773"/>
                    </a:lnTo>
                    <a:lnTo>
                      <a:pt x="29921" y="14731"/>
                    </a:lnTo>
                    <a:lnTo>
                      <a:pt x="29712" y="14814"/>
                    </a:lnTo>
                    <a:cubicBezTo>
                      <a:pt x="29691" y="14773"/>
                      <a:pt x="29628" y="14731"/>
                      <a:pt x="29607" y="14689"/>
                    </a:cubicBezTo>
                    <a:lnTo>
                      <a:pt x="29712" y="14605"/>
                    </a:lnTo>
                    <a:lnTo>
                      <a:pt x="29795" y="14584"/>
                    </a:lnTo>
                    <a:lnTo>
                      <a:pt x="29858" y="14417"/>
                    </a:lnTo>
                    <a:lnTo>
                      <a:pt x="29816" y="14312"/>
                    </a:lnTo>
                    <a:lnTo>
                      <a:pt x="29691" y="14291"/>
                    </a:lnTo>
                    <a:lnTo>
                      <a:pt x="29628" y="14208"/>
                    </a:lnTo>
                    <a:lnTo>
                      <a:pt x="29628" y="14103"/>
                    </a:lnTo>
                    <a:lnTo>
                      <a:pt x="29691" y="14082"/>
                    </a:lnTo>
                    <a:lnTo>
                      <a:pt x="29649" y="13998"/>
                    </a:lnTo>
                    <a:lnTo>
                      <a:pt x="29691" y="13915"/>
                    </a:lnTo>
                    <a:lnTo>
                      <a:pt x="29816" y="13998"/>
                    </a:lnTo>
                    <a:lnTo>
                      <a:pt x="29921" y="13977"/>
                    </a:lnTo>
                    <a:lnTo>
                      <a:pt x="30025" y="14061"/>
                    </a:lnTo>
                    <a:lnTo>
                      <a:pt x="30151" y="14061"/>
                    </a:lnTo>
                    <a:lnTo>
                      <a:pt x="30318" y="13977"/>
                    </a:lnTo>
                    <a:lnTo>
                      <a:pt x="30318" y="14019"/>
                    </a:lnTo>
                    <a:lnTo>
                      <a:pt x="30360" y="14061"/>
                    </a:lnTo>
                    <a:lnTo>
                      <a:pt x="30339" y="14082"/>
                    </a:lnTo>
                    <a:lnTo>
                      <a:pt x="30277" y="14249"/>
                    </a:lnTo>
                    <a:lnTo>
                      <a:pt x="30277" y="14312"/>
                    </a:lnTo>
                    <a:lnTo>
                      <a:pt x="30360" y="14291"/>
                    </a:lnTo>
                    <a:lnTo>
                      <a:pt x="30381" y="14354"/>
                    </a:lnTo>
                    <a:lnTo>
                      <a:pt x="30465" y="14375"/>
                    </a:lnTo>
                    <a:lnTo>
                      <a:pt x="30590" y="14459"/>
                    </a:lnTo>
                    <a:lnTo>
                      <a:pt x="30632" y="14354"/>
                    </a:lnTo>
                    <a:lnTo>
                      <a:pt x="30528" y="14249"/>
                    </a:lnTo>
                    <a:lnTo>
                      <a:pt x="30590" y="14145"/>
                    </a:lnTo>
                    <a:lnTo>
                      <a:pt x="30632" y="14208"/>
                    </a:lnTo>
                    <a:lnTo>
                      <a:pt x="30695" y="14249"/>
                    </a:lnTo>
                    <a:lnTo>
                      <a:pt x="30737" y="14354"/>
                    </a:lnTo>
                    <a:lnTo>
                      <a:pt x="30904" y="14501"/>
                    </a:lnTo>
                    <a:lnTo>
                      <a:pt x="30967" y="14501"/>
                    </a:lnTo>
                    <a:lnTo>
                      <a:pt x="30967" y="14417"/>
                    </a:lnTo>
                    <a:lnTo>
                      <a:pt x="30946" y="14375"/>
                    </a:lnTo>
                    <a:lnTo>
                      <a:pt x="30988" y="14291"/>
                    </a:lnTo>
                    <a:lnTo>
                      <a:pt x="30967" y="14145"/>
                    </a:lnTo>
                    <a:lnTo>
                      <a:pt x="30904" y="14103"/>
                    </a:lnTo>
                    <a:lnTo>
                      <a:pt x="30946" y="13957"/>
                    </a:lnTo>
                    <a:lnTo>
                      <a:pt x="30862" y="13768"/>
                    </a:lnTo>
                    <a:lnTo>
                      <a:pt x="30758" y="13726"/>
                    </a:lnTo>
                    <a:lnTo>
                      <a:pt x="30758" y="13622"/>
                    </a:lnTo>
                    <a:lnTo>
                      <a:pt x="30695" y="13580"/>
                    </a:lnTo>
                    <a:lnTo>
                      <a:pt x="30549" y="13685"/>
                    </a:lnTo>
                    <a:lnTo>
                      <a:pt x="30486" y="13685"/>
                    </a:lnTo>
                    <a:lnTo>
                      <a:pt x="30590" y="13538"/>
                    </a:lnTo>
                    <a:lnTo>
                      <a:pt x="30695" y="13538"/>
                    </a:lnTo>
                    <a:lnTo>
                      <a:pt x="30737" y="13559"/>
                    </a:lnTo>
                    <a:lnTo>
                      <a:pt x="30841" y="13517"/>
                    </a:lnTo>
                    <a:lnTo>
                      <a:pt x="30925" y="13622"/>
                    </a:lnTo>
                    <a:lnTo>
                      <a:pt x="30967" y="13643"/>
                    </a:lnTo>
                    <a:lnTo>
                      <a:pt x="30967" y="13873"/>
                    </a:lnTo>
                    <a:lnTo>
                      <a:pt x="31009" y="13873"/>
                    </a:lnTo>
                    <a:lnTo>
                      <a:pt x="31155" y="13768"/>
                    </a:lnTo>
                    <a:lnTo>
                      <a:pt x="31051" y="13936"/>
                    </a:lnTo>
                    <a:lnTo>
                      <a:pt x="31051" y="13998"/>
                    </a:lnTo>
                    <a:lnTo>
                      <a:pt x="30967" y="14040"/>
                    </a:lnTo>
                    <a:lnTo>
                      <a:pt x="30967" y="14082"/>
                    </a:lnTo>
                    <a:lnTo>
                      <a:pt x="31051" y="14166"/>
                    </a:lnTo>
                    <a:lnTo>
                      <a:pt x="31072" y="14291"/>
                    </a:lnTo>
                    <a:lnTo>
                      <a:pt x="31009" y="14375"/>
                    </a:lnTo>
                    <a:lnTo>
                      <a:pt x="31072" y="14417"/>
                    </a:lnTo>
                    <a:lnTo>
                      <a:pt x="31365" y="14354"/>
                    </a:lnTo>
                    <a:lnTo>
                      <a:pt x="31406" y="14249"/>
                    </a:lnTo>
                    <a:lnTo>
                      <a:pt x="31511" y="14249"/>
                    </a:lnTo>
                    <a:lnTo>
                      <a:pt x="31574" y="14270"/>
                    </a:lnTo>
                    <a:lnTo>
                      <a:pt x="31720" y="14082"/>
                    </a:lnTo>
                    <a:lnTo>
                      <a:pt x="31804" y="14082"/>
                    </a:lnTo>
                    <a:lnTo>
                      <a:pt x="31846" y="13998"/>
                    </a:lnTo>
                    <a:lnTo>
                      <a:pt x="31950" y="13936"/>
                    </a:lnTo>
                    <a:lnTo>
                      <a:pt x="31992" y="13789"/>
                    </a:lnTo>
                    <a:lnTo>
                      <a:pt x="32055" y="13747"/>
                    </a:lnTo>
                    <a:lnTo>
                      <a:pt x="32243" y="13747"/>
                    </a:lnTo>
                    <a:lnTo>
                      <a:pt x="32348" y="13789"/>
                    </a:lnTo>
                    <a:lnTo>
                      <a:pt x="32411" y="13726"/>
                    </a:lnTo>
                    <a:lnTo>
                      <a:pt x="32369" y="13622"/>
                    </a:lnTo>
                    <a:lnTo>
                      <a:pt x="32536" y="13475"/>
                    </a:lnTo>
                    <a:lnTo>
                      <a:pt x="32557" y="13413"/>
                    </a:lnTo>
                    <a:lnTo>
                      <a:pt x="32620" y="13371"/>
                    </a:lnTo>
                    <a:lnTo>
                      <a:pt x="32641" y="13245"/>
                    </a:lnTo>
                    <a:lnTo>
                      <a:pt x="32515" y="13015"/>
                    </a:lnTo>
                    <a:lnTo>
                      <a:pt x="32536" y="12931"/>
                    </a:lnTo>
                    <a:lnTo>
                      <a:pt x="32411" y="12827"/>
                    </a:lnTo>
                    <a:lnTo>
                      <a:pt x="32369" y="12701"/>
                    </a:lnTo>
                    <a:lnTo>
                      <a:pt x="32432" y="12596"/>
                    </a:lnTo>
                    <a:lnTo>
                      <a:pt x="32557" y="12534"/>
                    </a:lnTo>
                    <a:lnTo>
                      <a:pt x="32578" y="12471"/>
                    </a:lnTo>
                    <a:lnTo>
                      <a:pt x="32557" y="12471"/>
                    </a:lnTo>
                    <a:lnTo>
                      <a:pt x="32474" y="12534"/>
                    </a:lnTo>
                    <a:lnTo>
                      <a:pt x="32453" y="12534"/>
                    </a:lnTo>
                    <a:lnTo>
                      <a:pt x="32453" y="12471"/>
                    </a:lnTo>
                    <a:lnTo>
                      <a:pt x="32536" y="12366"/>
                    </a:lnTo>
                    <a:lnTo>
                      <a:pt x="32432" y="12366"/>
                    </a:lnTo>
                    <a:lnTo>
                      <a:pt x="32515" y="12283"/>
                    </a:lnTo>
                    <a:lnTo>
                      <a:pt x="32536" y="12199"/>
                    </a:lnTo>
                    <a:lnTo>
                      <a:pt x="32453" y="12157"/>
                    </a:lnTo>
                    <a:lnTo>
                      <a:pt x="32348" y="12115"/>
                    </a:lnTo>
                    <a:lnTo>
                      <a:pt x="32411" y="12094"/>
                    </a:lnTo>
                    <a:lnTo>
                      <a:pt x="32411" y="11990"/>
                    </a:lnTo>
                    <a:lnTo>
                      <a:pt x="32474" y="11990"/>
                    </a:lnTo>
                    <a:lnTo>
                      <a:pt x="32515" y="12052"/>
                    </a:lnTo>
                    <a:lnTo>
                      <a:pt x="32620" y="12052"/>
                    </a:lnTo>
                    <a:lnTo>
                      <a:pt x="32683" y="12157"/>
                    </a:lnTo>
                    <a:lnTo>
                      <a:pt x="32766" y="12178"/>
                    </a:lnTo>
                    <a:lnTo>
                      <a:pt x="32829" y="12094"/>
                    </a:lnTo>
                    <a:lnTo>
                      <a:pt x="32892" y="12115"/>
                    </a:lnTo>
                    <a:lnTo>
                      <a:pt x="33059" y="12073"/>
                    </a:lnTo>
                    <a:lnTo>
                      <a:pt x="33185" y="11990"/>
                    </a:lnTo>
                    <a:lnTo>
                      <a:pt x="33143" y="11948"/>
                    </a:lnTo>
                    <a:lnTo>
                      <a:pt x="33206" y="11843"/>
                    </a:lnTo>
                    <a:lnTo>
                      <a:pt x="33185" y="11801"/>
                    </a:lnTo>
                    <a:lnTo>
                      <a:pt x="33143" y="11801"/>
                    </a:lnTo>
                    <a:lnTo>
                      <a:pt x="33143" y="11739"/>
                    </a:lnTo>
                    <a:lnTo>
                      <a:pt x="33080" y="11697"/>
                    </a:lnTo>
                    <a:lnTo>
                      <a:pt x="32934" y="11697"/>
                    </a:lnTo>
                    <a:lnTo>
                      <a:pt x="32997" y="11655"/>
                    </a:lnTo>
                    <a:lnTo>
                      <a:pt x="33101" y="11634"/>
                    </a:lnTo>
                    <a:lnTo>
                      <a:pt x="33290" y="11488"/>
                    </a:lnTo>
                    <a:lnTo>
                      <a:pt x="33373" y="11383"/>
                    </a:lnTo>
                    <a:lnTo>
                      <a:pt x="33352" y="11341"/>
                    </a:lnTo>
                    <a:lnTo>
                      <a:pt x="33290" y="11320"/>
                    </a:lnTo>
                    <a:lnTo>
                      <a:pt x="33269" y="11236"/>
                    </a:lnTo>
                    <a:lnTo>
                      <a:pt x="33080" y="11174"/>
                    </a:lnTo>
                    <a:lnTo>
                      <a:pt x="32976" y="11216"/>
                    </a:lnTo>
                    <a:lnTo>
                      <a:pt x="32934" y="11174"/>
                    </a:lnTo>
                    <a:lnTo>
                      <a:pt x="33038" y="11153"/>
                    </a:lnTo>
                    <a:lnTo>
                      <a:pt x="33038" y="11027"/>
                    </a:lnTo>
                    <a:lnTo>
                      <a:pt x="32808" y="10860"/>
                    </a:lnTo>
                    <a:lnTo>
                      <a:pt x="32808" y="10818"/>
                    </a:lnTo>
                    <a:lnTo>
                      <a:pt x="32871" y="10818"/>
                    </a:lnTo>
                    <a:lnTo>
                      <a:pt x="32955" y="10902"/>
                    </a:lnTo>
                    <a:lnTo>
                      <a:pt x="33038" y="10860"/>
                    </a:lnTo>
                    <a:lnTo>
                      <a:pt x="32955" y="10797"/>
                    </a:lnTo>
                    <a:lnTo>
                      <a:pt x="33018" y="10755"/>
                    </a:lnTo>
                    <a:lnTo>
                      <a:pt x="33018" y="10713"/>
                    </a:lnTo>
                    <a:lnTo>
                      <a:pt x="32871" y="10651"/>
                    </a:lnTo>
                    <a:lnTo>
                      <a:pt x="32766" y="10588"/>
                    </a:lnTo>
                    <a:lnTo>
                      <a:pt x="32662" y="10651"/>
                    </a:lnTo>
                    <a:lnTo>
                      <a:pt x="32515" y="10588"/>
                    </a:lnTo>
                    <a:cubicBezTo>
                      <a:pt x="32536" y="10546"/>
                      <a:pt x="32536" y="10525"/>
                      <a:pt x="32536" y="10504"/>
                    </a:cubicBezTo>
                    <a:lnTo>
                      <a:pt x="32599" y="10504"/>
                    </a:lnTo>
                    <a:lnTo>
                      <a:pt x="32620" y="10483"/>
                    </a:lnTo>
                    <a:lnTo>
                      <a:pt x="32599" y="10420"/>
                    </a:lnTo>
                    <a:lnTo>
                      <a:pt x="32536" y="10420"/>
                    </a:lnTo>
                    <a:cubicBezTo>
                      <a:pt x="32536" y="10400"/>
                      <a:pt x="32536" y="10339"/>
                      <a:pt x="32517" y="10317"/>
                    </a:cubicBezTo>
                    <a:lnTo>
                      <a:pt x="32517" y="10317"/>
                    </a:lnTo>
                    <a:cubicBezTo>
                      <a:pt x="32518" y="10308"/>
                      <a:pt x="32523" y="10287"/>
                      <a:pt x="32536" y="10274"/>
                    </a:cubicBezTo>
                    <a:cubicBezTo>
                      <a:pt x="32536" y="10274"/>
                      <a:pt x="32536" y="10232"/>
                      <a:pt x="32557" y="10232"/>
                    </a:cubicBezTo>
                    <a:lnTo>
                      <a:pt x="32641" y="10316"/>
                    </a:lnTo>
                    <a:lnTo>
                      <a:pt x="32746" y="10274"/>
                    </a:lnTo>
                    <a:lnTo>
                      <a:pt x="32934" y="10232"/>
                    </a:lnTo>
                    <a:lnTo>
                      <a:pt x="32976" y="10337"/>
                    </a:lnTo>
                    <a:lnTo>
                      <a:pt x="33080" y="10379"/>
                    </a:lnTo>
                    <a:lnTo>
                      <a:pt x="33143" y="10441"/>
                    </a:lnTo>
                    <a:lnTo>
                      <a:pt x="33185" y="10420"/>
                    </a:lnTo>
                    <a:lnTo>
                      <a:pt x="33352" y="10525"/>
                    </a:lnTo>
                    <a:lnTo>
                      <a:pt x="33394" y="10483"/>
                    </a:lnTo>
                    <a:lnTo>
                      <a:pt x="33457" y="10504"/>
                    </a:lnTo>
                    <a:lnTo>
                      <a:pt x="33499" y="10420"/>
                    </a:lnTo>
                    <a:lnTo>
                      <a:pt x="33478" y="10337"/>
                    </a:lnTo>
                    <a:lnTo>
                      <a:pt x="33394" y="10295"/>
                    </a:lnTo>
                    <a:lnTo>
                      <a:pt x="33310" y="10190"/>
                    </a:lnTo>
                    <a:lnTo>
                      <a:pt x="33269" y="10107"/>
                    </a:lnTo>
                    <a:lnTo>
                      <a:pt x="33059" y="9918"/>
                    </a:lnTo>
                    <a:lnTo>
                      <a:pt x="33038" y="9855"/>
                    </a:lnTo>
                    <a:lnTo>
                      <a:pt x="33038" y="9855"/>
                    </a:lnTo>
                    <a:lnTo>
                      <a:pt x="33101" y="9897"/>
                    </a:lnTo>
                    <a:lnTo>
                      <a:pt x="33143" y="9960"/>
                    </a:lnTo>
                    <a:lnTo>
                      <a:pt x="33206" y="9981"/>
                    </a:lnTo>
                    <a:lnTo>
                      <a:pt x="33310" y="10107"/>
                    </a:lnTo>
                    <a:lnTo>
                      <a:pt x="33394" y="10127"/>
                    </a:lnTo>
                    <a:lnTo>
                      <a:pt x="33415" y="10190"/>
                    </a:lnTo>
                    <a:lnTo>
                      <a:pt x="33499" y="10295"/>
                    </a:lnTo>
                    <a:lnTo>
                      <a:pt x="33603" y="10400"/>
                    </a:lnTo>
                    <a:lnTo>
                      <a:pt x="33624" y="10462"/>
                    </a:lnTo>
                    <a:lnTo>
                      <a:pt x="33687" y="10504"/>
                    </a:lnTo>
                    <a:lnTo>
                      <a:pt x="33792" y="10609"/>
                    </a:lnTo>
                    <a:lnTo>
                      <a:pt x="33834" y="10713"/>
                    </a:lnTo>
                    <a:lnTo>
                      <a:pt x="33938" y="10713"/>
                    </a:lnTo>
                    <a:lnTo>
                      <a:pt x="33980" y="10672"/>
                    </a:lnTo>
                    <a:lnTo>
                      <a:pt x="33917" y="10546"/>
                    </a:lnTo>
                    <a:lnTo>
                      <a:pt x="33834" y="10337"/>
                    </a:lnTo>
                    <a:lnTo>
                      <a:pt x="34001" y="10358"/>
                    </a:lnTo>
                    <a:lnTo>
                      <a:pt x="34189" y="10462"/>
                    </a:lnTo>
                    <a:lnTo>
                      <a:pt x="34357" y="10462"/>
                    </a:lnTo>
                    <a:lnTo>
                      <a:pt x="34357" y="10567"/>
                    </a:lnTo>
                    <a:lnTo>
                      <a:pt x="34336" y="10630"/>
                    </a:lnTo>
                    <a:lnTo>
                      <a:pt x="34440" y="10713"/>
                    </a:lnTo>
                    <a:lnTo>
                      <a:pt x="34545" y="10713"/>
                    </a:lnTo>
                    <a:lnTo>
                      <a:pt x="34566" y="10734"/>
                    </a:lnTo>
                    <a:lnTo>
                      <a:pt x="34838" y="10734"/>
                    </a:lnTo>
                    <a:lnTo>
                      <a:pt x="34922" y="10672"/>
                    </a:lnTo>
                    <a:lnTo>
                      <a:pt x="34984" y="10546"/>
                    </a:lnTo>
                    <a:lnTo>
                      <a:pt x="34984" y="10441"/>
                    </a:lnTo>
                    <a:lnTo>
                      <a:pt x="35026" y="10337"/>
                    </a:lnTo>
                    <a:lnTo>
                      <a:pt x="34963" y="10295"/>
                    </a:lnTo>
                    <a:lnTo>
                      <a:pt x="34880" y="10086"/>
                    </a:lnTo>
                    <a:lnTo>
                      <a:pt x="34838" y="10086"/>
                    </a:lnTo>
                    <a:lnTo>
                      <a:pt x="34754" y="9939"/>
                    </a:lnTo>
                    <a:lnTo>
                      <a:pt x="34775" y="9814"/>
                    </a:lnTo>
                    <a:lnTo>
                      <a:pt x="34838" y="9793"/>
                    </a:lnTo>
                    <a:lnTo>
                      <a:pt x="34838" y="9709"/>
                    </a:lnTo>
                    <a:lnTo>
                      <a:pt x="34859" y="9688"/>
                    </a:lnTo>
                    <a:lnTo>
                      <a:pt x="34922" y="9730"/>
                    </a:lnTo>
                    <a:lnTo>
                      <a:pt x="34943" y="9835"/>
                    </a:lnTo>
                    <a:lnTo>
                      <a:pt x="34984" y="9730"/>
                    </a:lnTo>
                    <a:lnTo>
                      <a:pt x="34984" y="9583"/>
                    </a:lnTo>
                    <a:lnTo>
                      <a:pt x="35047" y="9542"/>
                    </a:lnTo>
                    <a:lnTo>
                      <a:pt x="35089" y="9500"/>
                    </a:lnTo>
                    <a:lnTo>
                      <a:pt x="35089" y="9604"/>
                    </a:lnTo>
                    <a:lnTo>
                      <a:pt x="35131" y="9667"/>
                    </a:lnTo>
                    <a:lnTo>
                      <a:pt x="35089" y="9709"/>
                    </a:lnTo>
                    <a:lnTo>
                      <a:pt x="34984" y="9772"/>
                    </a:lnTo>
                    <a:lnTo>
                      <a:pt x="34963" y="9897"/>
                    </a:lnTo>
                    <a:lnTo>
                      <a:pt x="35026" y="9918"/>
                    </a:lnTo>
                    <a:lnTo>
                      <a:pt x="35068" y="10002"/>
                    </a:lnTo>
                    <a:lnTo>
                      <a:pt x="35068" y="10086"/>
                    </a:lnTo>
                    <a:lnTo>
                      <a:pt x="35194" y="10232"/>
                    </a:lnTo>
                    <a:lnTo>
                      <a:pt x="35256" y="10274"/>
                    </a:lnTo>
                    <a:lnTo>
                      <a:pt x="35256" y="10190"/>
                    </a:lnTo>
                    <a:lnTo>
                      <a:pt x="35298" y="10169"/>
                    </a:lnTo>
                    <a:lnTo>
                      <a:pt x="35361" y="10211"/>
                    </a:lnTo>
                    <a:lnTo>
                      <a:pt x="35466" y="10169"/>
                    </a:lnTo>
                    <a:lnTo>
                      <a:pt x="35487" y="10211"/>
                    </a:lnTo>
                    <a:lnTo>
                      <a:pt x="35466" y="10253"/>
                    </a:lnTo>
                    <a:lnTo>
                      <a:pt x="35466" y="10358"/>
                    </a:lnTo>
                    <a:lnTo>
                      <a:pt x="35403" y="10525"/>
                    </a:lnTo>
                    <a:lnTo>
                      <a:pt x="35403" y="10567"/>
                    </a:lnTo>
                    <a:lnTo>
                      <a:pt x="35298" y="10734"/>
                    </a:lnTo>
                    <a:lnTo>
                      <a:pt x="35235" y="10923"/>
                    </a:lnTo>
                    <a:lnTo>
                      <a:pt x="35235" y="10964"/>
                    </a:lnTo>
                    <a:lnTo>
                      <a:pt x="35256" y="10964"/>
                    </a:lnTo>
                    <a:lnTo>
                      <a:pt x="35298" y="10860"/>
                    </a:lnTo>
                    <a:lnTo>
                      <a:pt x="35403" y="10902"/>
                    </a:lnTo>
                    <a:lnTo>
                      <a:pt x="35403" y="10923"/>
                    </a:lnTo>
                    <a:lnTo>
                      <a:pt x="35487" y="10923"/>
                    </a:lnTo>
                    <a:lnTo>
                      <a:pt x="35549" y="11006"/>
                    </a:lnTo>
                    <a:lnTo>
                      <a:pt x="35696" y="11027"/>
                    </a:lnTo>
                    <a:lnTo>
                      <a:pt x="35591" y="11069"/>
                    </a:lnTo>
                    <a:lnTo>
                      <a:pt x="35570" y="11132"/>
                    </a:lnTo>
                    <a:lnTo>
                      <a:pt x="35507" y="11153"/>
                    </a:lnTo>
                    <a:lnTo>
                      <a:pt x="35466" y="11111"/>
                    </a:lnTo>
                    <a:lnTo>
                      <a:pt x="35382" y="11132"/>
                    </a:lnTo>
                    <a:lnTo>
                      <a:pt x="35403" y="11216"/>
                    </a:lnTo>
                    <a:lnTo>
                      <a:pt x="35466" y="11236"/>
                    </a:lnTo>
                    <a:lnTo>
                      <a:pt x="35487" y="11257"/>
                    </a:lnTo>
                    <a:lnTo>
                      <a:pt x="35591" y="11257"/>
                    </a:lnTo>
                    <a:lnTo>
                      <a:pt x="35591" y="11341"/>
                    </a:lnTo>
                    <a:lnTo>
                      <a:pt x="35612" y="11383"/>
                    </a:lnTo>
                    <a:lnTo>
                      <a:pt x="35612" y="11467"/>
                    </a:lnTo>
                    <a:lnTo>
                      <a:pt x="35675" y="11550"/>
                    </a:lnTo>
                    <a:lnTo>
                      <a:pt x="35779" y="11571"/>
                    </a:lnTo>
                    <a:lnTo>
                      <a:pt x="35821" y="11655"/>
                    </a:lnTo>
                    <a:lnTo>
                      <a:pt x="35863" y="11739"/>
                    </a:lnTo>
                    <a:lnTo>
                      <a:pt x="35821" y="11843"/>
                    </a:lnTo>
                    <a:lnTo>
                      <a:pt x="35759" y="11906"/>
                    </a:lnTo>
                    <a:lnTo>
                      <a:pt x="35675" y="11906"/>
                    </a:lnTo>
                    <a:lnTo>
                      <a:pt x="35612" y="11948"/>
                    </a:lnTo>
                    <a:lnTo>
                      <a:pt x="35570" y="11906"/>
                    </a:lnTo>
                    <a:lnTo>
                      <a:pt x="35487" y="11885"/>
                    </a:lnTo>
                    <a:lnTo>
                      <a:pt x="35445" y="11906"/>
                    </a:lnTo>
                    <a:lnTo>
                      <a:pt x="35361" y="12011"/>
                    </a:lnTo>
                    <a:lnTo>
                      <a:pt x="35403" y="12052"/>
                    </a:lnTo>
                    <a:lnTo>
                      <a:pt x="35403" y="12094"/>
                    </a:lnTo>
                    <a:lnTo>
                      <a:pt x="35361" y="12178"/>
                    </a:lnTo>
                    <a:lnTo>
                      <a:pt x="35382" y="12220"/>
                    </a:lnTo>
                    <a:lnTo>
                      <a:pt x="35445" y="12220"/>
                    </a:lnTo>
                    <a:lnTo>
                      <a:pt x="35466" y="12199"/>
                    </a:lnTo>
                    <a:lnTo>
                      <a:pt x="35549" y="12178"/>
                    </a:lnTo>
                    <a:lnTo>
                      <a:pt x="35654" y="12178"/>
                    </a:lnTo>
                    <a:lnTo>
                      <a:pt x="35717" y="12115"/>
                    </a:lnTo>
                    <a:lnTo>
                      <a:pt x="35800" y="12115"/>
                    </a:lnTo>
                    <a:lnTo>
                      <a:pt x="35863" y="12011"/>
                    </a:lnTo>
                    <a:lnTo>
                      <a:pt x="35905" y="11990"/>
                    </a:lnTo>
                    <a:lnTo>
                      <a:pt x="35926" y="12115"/>
                    </a:lnTo>
                    <a:lnTo>
                      <a:pt x="35989" y="12157"/>
                    </a:lnTo>
                    <a:lnTo>
                      <a:pt x="36072" y="12094"/>
                    </a:lnTo>
                    <a:lnTo>
                      <a:pt x="36135" y="11969"/>
                    </a:lnTo>
                    <a:lnTo>
                      <a:pt x="36240" y="11885"/>
                    </a:lnTo>
                    <a:lnTo>
                      <a:pt x="36303" y="11948"/>
                    </a:lnTo>
                    <a:lnTo>
                      <a:pt x="36303" y="11990"/>
                    </a:lnTo>
                    <a:lnTo>
                      <a:pt x="36219" y="12011"/>
                    </a:lnTo>
                    <a:lnTo>
                      <a:pt x="36177" y="12073"/>
                    </a:lnTo>
                    <a:lnTo>
                      <a:pt x="36219" y="12094"/>
                    </a:lnTo>
                    <a:lnTo>
                      <a:pt x="36219" y="12157"/>
                    </a:lnTo>
                    <a:lnTo>
                      <a:pt x="36093" y="12199"/>
                    </a:lnTo>
                    <a:lnTo>
                      <a:pt x="36072" y="12220"/>
                    </a:lnTo>
                    <a:lnTo>
                      <a:pt x="36219" y="12199"/>
                    </a:lnTo>
                    <a:lnTo>
                      <a:pt x="36240" y="12283"/>
                    </a:lnTo>
                    <a:lnTo>
                      <a:pt x="36135" y="12366"/>
                    </a:lnTo>
                    <a:lnTo>
                      <a:pt x="36177" y="12492"/>
                    </a:lnTo>
                    <a:lnTo>
                      <a:pt x="36219" y="12513"/>
                    </a:lnTo>
                    <a:lnTo>
                      <a:pt x="36282" y="12617"/>
                    </a:lnTo>
                    <a:lnTo>
                      <a:pt x="36407" y="12596"/>
                    </a:lnTo>
                    <a:lnTo>
                      <a:pt x="36428" y="12534"/>
                    </a:lnTo>
                    <a:lnTo>
                      <a:pt x="36407" y="12471"/>
                    </a:lnTo>
                    <a:lnTo>
                      <a:pt x="36407" y="12387"/>
                    </a:lnTo>
                    <a:lnTo>
                      <a:pt x="36449" y="12366"/>
                    </a:lnTo>
                    <a:lnTo>
                      <a:pt x="36595" y="12471"/>
                    </a:lnTo>
                    <a:lnTo>
                      <a:pt x="36595" y="12534"/>
                    </a:lnTo>
                    <a:lnTo>
                      <a:pt x="36533" y="12638"/>
                    </a:lnTo>
                    <a:lnTo>
                      <a:pt x="36616" y="12701"/>
                    </a:lnTo>
                    <a:lnTo>
                      <a:pt x="36637" y="12743"/>
                    </a:lnTo>
                    <a:lnTo>
                      <a:pt x="36491" y="12827"/>
                    </a:lnTo>
                    <a:lnTo>
                      <a:pt x="36449" y="12889"/>
                    </a:lnTo>
                    <a:lnTo>
                      <a:pt x="36533" y="12952"/>
                    </a:lnTo>
                    <a:lnTo>
                      <a:pt x="36763" y="12952"/>
                    </a:lnTo>
                    <a:lnTo>
                      <a:pt x="36826" y="12994"/>
                    </a:lnTo>
                    <a:lnTo>
                      <a:pt x="36826" y="13099"/>
                    </a:lnTo>
                    <a:lnTo>
                      <a:pt x="36826" y="13161"/>
                    </a:lnTo>
                    <a:lnTo>
                      <a:pt x="36867" y="13140"/>
                    </a:lnTo>
                    <a:lnTo>
                      <a:pt x="36867" y="13057"/>
                    </a:lnTo>
                    <a:lnTo>
                      <a:pt x="36930" y="12994"/>
                    </a:lnTo>
                    <a:lnTo>
                      <a:pt x="36972" y="12994"/>
                    </a:lnTo>
                    <a:lnTo>
                      <a:pt x="36972" y="13057"/>
                    </a:lnTo>
                    <a:lnTo>
                      <a:pt x="36930" y="13161"/>
                    </a:lnTo>
                    <a:lnTo>
                      <a:pt x="36930" y="13245"/>
                    </a:lnTo>
                    <a:lnTo>
                      <a:pt x="36847" y="13266"/>
                    </a:lnTo>
                    <a:lnTo>
                      <a:pt x="36805" y="13433"/>
                    </a:lnTo>
                    <a:lnTo>
                      <a:pt x="36805" y="13475"/>
                    </a:lnTo>
                    <a:lnTo>
                      <a:pt x="36867" y="13517"/>
                    </a:lnTo>
                    <a:lnTo>
                      <a:pt x="36867" y="13622"/>
                    </a:lnTo>
                    <a:lnTo>
                      <a:pt x="36826" y="13726"/>
                    </a:lnTo>
                    <a:lnTo>
                      <a:pt x="36826" y="13831"/>
                    </a:lnTo>
                    <a:lnTo>
                      <a:pt x="36847" y="13852"/>
                    </a:lnTo>
                    <a:lnTo>
                      <a:pt x="36847" y="13873"/>
                    </a:lnTo>
                    <a:lnTo>
                      <a:pt x="36826" y="14082"/>
                    </a:lnTo>
                    <a:lnTo>
                      <a:pt x="36763" y="14166"/>
                    </a:lnTo>
                    <a:lnTo>
                      <a:pt x="36826" y="14270"/>
                    </a:lnTo>
                    <a:lnTo>
                      <a:pt x="36805" y="14354"/>
                    </a:lnTo>
                    <a:lnTo>
                      <a:pt x="36637" y="14396"/>
                    </a:lnTo>
                    <a:lnTo>
                      <a:pt x="36491" y="14375"/>
                    </a:lnTo>
                    <a:lnTo>
                      <a:pt x="36428" y="14396"/>
                    </a:lnTo>
                    <a:lnTo>
                      <a:pt x="36407" y="14480"/>
                    </a:lnTo>
                    <a:lnTo>
                      <a:pt x="36198" y="14626"/>
                    </a:lnTo>
                    <a:lnTo>
                      <a:pt x="36198" y="14710"/>
                    </a:lnTo>
                    <a:lnTo>
                      <a:pt x="36344" y="14793"/>
                    </a:lnTo>
                    <a:lnTo>
                      <a:pt x="36303" y="14793"/>
                    </a:lnTo>
                    <a:lnTo>
                      <a:pt x="36219" y="14814"/>
                    </a:lnTo>
                    <a:lnTo>
                      <a:pt x="36303" y="14814"/>
                    </a:lnTo>
                    <a:lnTo>
                      <a:pt x="36177" y="14982"/>
                    </a:lnTo>
                    <a:lnTo>
                      <a:pt x="36093" y="15024"/>
                    </a:lnTo>
                    <a:lnTo>
                      <a:pt x="35884" y="15149"/>
                    </a:lnTo>
                    <a:lnTo>
                      <a:pt x="35738" y="15296"/>
                    </a:lnTo>
                    <a:lnTo>
                      <a:pt x="35675" y="15296"/>
                    </a:lnTo>
                    <a:lnTo>
                      <a:pt x="35633" y="15337"/>
                    </a:lnTo>
                    <a:lnTo>
                      <a:pt x="35591" y="15463"/>
                    </a:lnTo>
                    <a:lnTo>
                      <a:pt x="35675" y="15568"/>
                    </a:lnTo>
                    <a:lnTo>
                      <a:pt x="35696" y="15672"/>
                    </a:lnTo>
                    <a:lnTo>
                      <a:pt x="35800" y="15840"/>
                    </a:lnTo>
                    <a:lnTo>
                      <a:pt x="35842" y="16133"/>
                    </a:lnTo>
                    <a:lnTo>
                      <a:pt x="35779" y="16174"/>
                    </a:lnTo>
                    <a:lnTo>
                      <a:pt x="35738" y="16153"/>
                    </a:lnTo>
                    <a:lnTo>
                      <a:pt x="35675" y="16195"/>
                    </a:lnTo>
                    <a:lnTo>
                      <a:pt x="35654" y="16300"/>
                    </a:lnTo>
                    <a:lnTo>
                      <a:pt x="35633" y="16195"/>
                    </a:lnTo>
                    <a:lnTo>
                      <a:pt x="35633" y="16049"/>
                    </a:lnTo>
                    <a:lnTo>
                      <a:pt x="35570" y="15986"/>
                    </a:lnTo>
                    <a:lnTo>
                      <a:pt x="35466" y="16049"/>
                    </a:lnTo>
                    <a:lnTo>
                      <a:pt x="35424" y="16153"/>
                    </a:lnTo>
                    <a:lnTo>
                      <a:pt x="35319" y="16216"/>
                    </a:lnTo>
                    <a:lnTo>
                      <a:pt x="35235" y="16174"/>
                    </a:lnTo>
                    <a:lnTo>
                      <a:pt x="35256" y="16112"/>
                    </a:lnTo>
                    <a:lnTo>
                      <a:pt x="35256" y="16070"/>
                    </a:lnTo>
                    <a:lnTo>
                      <a:pt x="35047" y="16070"/>
                    </a:lnTo>
                    <a:lnTo>
                      <a:pt x="35005" y="16174"/>
                    </a:lnTo>
                    <a:lnTo>
                      <a:pt x="34922" y="16258"/>
                    </a:lnTo>
                    <a:lnTo>
                      <a:pt x="34796" y="16216"/>
                    </a:lnTo>
                    <a:lnTo>
                      <a:pt x="34712" y="16216"/>
                    </a:lnTo>
                    <a:lnTo>
                      <a:pt x="34650" y="16174"/>
                    </a:lnTo>
                    <a:lnTo>
                      <a:pt x="34587" y="16174"/>
                    </a:lnTo>
                    <a:lnTo>
                      <a:pt x="34503" y="16258"/>
                    </a:lnTo>
                    <a:lnTo>
                      <a:pt x="34357" y="16195"/>
                    </a:lnTo>
                    <a:lnTo>
                      <a:pt x="34315" y="16174"/>
                    </a:lnTo>
                    <a:lnTo>
                      <a:pt x="34231" y="16070"/>
                    </a:lnTo>
                    <a:lnTo>
                      <a:pt x="34106" y="15986"/>
                    </a:lnTo>
                    <a:lnTo>
                      <a:pt x="33980" y="15965"/>
                    </a:lnTo>
                    <a:lnTo>
                      <a:pt x="33834" y="15777"/>
                    </a:lnTo>
                    <a:lnTo>
                      <a:pt x="33813" y="15840"/>
                    </a:lnTo>
                    <a:lnTo>
                      <a:pt x="33813" y="15902"/>
                    </a:lnTo>
                    <a:lnTo>
                      <a:pt x="33792" y="15965"/>
                    </a:lnTo>
                    <a:lnTo>
                      <a:pt x="33750" y="15944"/>
                    </a:lnTo>
                    <a:lnTo>
                      <a:pt x="33708" y="15965"/>
                    </a:lnTo>
                    <a:lnTo>
                      <a:pt x="33708" y="16049"/>
                    </a:lnTo>
                    <a:lnTo>
                      <a:pt x="33771" y="16112"/>
                    </a:lnTo>
                    <a:lnTo>
                      <a:pt x="33750" y="16195"/>
                    </a:lnTo>
                    <a:lnTo>
                      <a:pt x="33687" y="16195"/>
                    </a:lnTo>
                    <a:lnTo>
                      <a:pt x="33582" y="16216"/>
                    </a:lnTo>
                    <a:lnTo>
                      <a:pt x="33499" y="16300"/>
                    </a:lnTo>
                    <a:lnTo>
                      <a:pt x="33373" y="16300"/>
                    </a:lnTo>
                    <a:lnTo>
                      <a:pt x="33290" y="16384"/>
                    </a:lnTo>
                    <a:lnTo>
                      <a:pt x="33290" y="16488"/>
                    </a:lnTo>
                    <a:lnTo>
                      <a:pt x="33206" y="16530"/>
                    </a:lnTo>
                    <a:lnTo>
                      <a:pt x="33164" y="16677"/>
                    </a:lnTo>
                    <a:lnTo>
                      <a:pt x="33248" y="16886"/>
                    </a:lnTo>
                    <a:lnTo>
                      <a:pt x="33352" y="16990"/>
                    </a:lnTo>
                    <a:lnTo>
                      <a:pt x="33394" y="16949"/>
                    </a:lnTo>
                    <a:lnTo>
                      <a:pt x="33499" y="17095"/>
                    </a:lnTo>
                    <a:lnTo>
                      <a:pt x="33478" y="17158"/>
                    </a:lnTo>
                    <a:lnTo>
                      <a:pt x="33666" y="17158"/>
                    </a:lnTo>
                    <a:lnTo>
                      <a:pt x="33771" y="17200"/>
                    </a:lnTo>
                    <a:lnTo>
                      <a:pt x="33813" y="17137"/>
                    </a:lnTo>
                    <a:lnTo>
                      <a:pt x="33917" y="17137"/>
                    </a:lnTo>
                    <a:lnTo>
                      <a:pt x="33980" y="17095"/>
                    </a:lnTo>
                    <a:lnTo>
                      <a:pt x="34106" y="17095"/>
                    </a:lnTo>
                    <a:lnTo>
                      <a:pt x="34189" y="17053"/>
                    </a:lnTo>
                    <a:lnTo>
                      <a:pt x="34273" y="17095"/>
                    </a:lnTo>
                    <a:lnTo>
                      <a:pt x="34315" y="17032"/>
                    </a:lnTo>
                    <a:lnTo>
                      <a:pt x="34315" y="16928"/>
                    </a:lnTo>
                    <a:lnTo>
                      <a:pt x="34336" y="16865"/>
                    </a:lnTo>
                    <a:lnTo>
                      <a:pt x="34398" y="16865"/>
                    </a:lnTo>
                    <a:lnTo>
                      <a:pt x="34503" y="17032"/>
                    </a:lnTo>
                    <a:lnTo>
                      <a:pt x="34587" y="17032"/>
                    </a:lnTo>
                    <a:lnTo>
                      <a:pt x="34650" y="17116"/>
                    </a:lnTo>
                    <a:lnTo>
                      <a:pt x="34796" y="17137"/>
                    </a:lnTo>
                    <a:lnTo>
                      <a:pt x="34817" y="17074"/>
                    </a:lnTo>
                    <a:lnTo>
                      <a:pt x="34901" y="16970"/>
                    </a:lnTo>
                    <a:lnTo>
                      <a:pt x="34943" y="16970"/>
                    </a:lnTo>
                    <a:lnTo>
                      <a:pt x="35026" y="16886"/>
                    </a:lnTo>
                    <a:lnTo>
                      <a:pt x="35131" y="16865"/>
                    </a:lnTo>
                    <a:lnTo>
                      <a:pt x="35110" y="16928"/>
                    </a:lnTo>
                    <a:lnTo>
                      <a:pt x="35110" y="17032"/>
                    </a:lnTo>
                    <a:lnTo>
                      <a:pt x="35026" y="17137"/>
                    </a:lnTo>
                    <a:lnTo>
                      <a:pt x="35026" y="17262"/>
                    </a:lnTo>
                    <a:lnTo>
                      <a:pt x="35131" y="17221"/>
                    </a:lnTo>
                    <a:lnTo>
                      <a:pt x="35173" y="17032"/>
                    </a:lnTo>
                    <a:lnTo>
                      <a:pt x="35215" y="17074"/>
                    </a:lnTo>
                    <a:lnTo>
                      <a:pt x="35256" y="17032"/>
                    </a:lnTo>
                    <a:lnTo>
                      <a:pt x="35340" y="17074"/>
                    </a:lnTo>
                    <a:lnTo>
                      <a:pt x="35256" y="17200"/>
                    </a:lnTo>
                    <a:lnTo>
                      <a:pt x="35277" y="17283"/>
                    </a:lnTo>
                    <a:lnTo>
                      <a:pt x="35277" y="17179"/>
                    </a:lnTo>
                    <a:lnTo>
                      <a:pt x="35466" y="17011"/>
                    </a:lnTo>
                    <a:lnTo>
                      <a:pt x="35487" y="17074"/>
                    </a:lnTo>
                    <a:lnTo>
                      <a:pt x="35361" y="17179"/>
                    </a:lnTo>
                    <a:lnTo>
                      <a:pt x="35361" y="17242"/>
                    </a:lnTo>
                    <a:lnTo>
                      <a:pt x="35445" y="17304"/>
                    </a:lnTo>
                    <a:lnTo>
                      <a:pt x="35487" y="17451"/>
                    </a:lnTo>
                    <a:lnTo>
                      <a:pt x="35487" y="17555"/>
                    </a:lnTo>
                    <a:lnTo>
                      <a:pt x="35507" y="17660"/>
                    </a:lnTo>
                    <a:lnTo>
                      <a:pt x="35612" y="17639"/>
                    </a:lnTo>
                    <a:lnTo>
                      <a:pt x="35612" y="17765"/>
                    </a:lnTo>
                    <a:lnTo>
                      <a:pt x="35675" y="17827"/>
                    </a:lnTo>
                    <a:lnTo>
                      <a:pt x="35759" y="17681"/>
                    </a:lnTo>
                    <a:lnTo>
                      <a:pt x="35717" y="17869"/>
                    </a:lnTo>
                    <a:lnTo>
                      <a:pt x="35654" y="17953"/>
                    </a:lnTo>
                    <a:lnTo>
                      <a:pt x="35759" y="18058"/>
                    </a:lnTo>
                    <a:lnTo>
                      <a:pt x="35759" y="17974"/>
                    </a:lnTo>
                    <a:lnTo>
                      <a:pt x="35800" y="17869"/>
                    </a:lnTo>
                    <a:lnTo>
                      <a:pt x="35863" y="17848"/>
                    </a:lnTo>
                    <a:lnTo>
                      <a:pt x="35863" y="17848"/>
                    </a:lnTo>
                    <a:lnTo>
                      <a:pt x="35821" y="17890"/>
                    </a:lnTo>
                    <a:lnTo>
                      <a:pt x="35863" y="18037"/>
                    </a:lnTo>
                    <a:lnTo>
                      <a:pt x="35926" y="18162"/>
                    </a:lnTo>
                    <a:lnTo>
                      <a:pt x="36093" y="18141"/>
                    </a:lnTo>
                    <a:lnTo>
                      <a:pt x="36031" y="18183"/>
                    </a:lnTo>
                    <a:lnTo>
                      <a:pt x="35821" y="18309"/>
                    </a:lnTo>
                    <a:lnTo>
                      <a:pt x="35675" y="18309"/>
                    </a:lnTo>
                    <a:lnTo>
                      <a:pt x="35654" y="18371"/>
                    </a:lnTo>
                    <a:lnTo>
                      <a:pt x="35759" y="18413"/>
                    </a:lnTo>
                    <a:lnTo>
                      <a:pt x="35759" y="18560"/>
                    </a:lnTo>
                    <a:lnTo>
                      <a:pt x="35821" y="18664"/>
                    </a:lnTo>
                    <a:lnTo>
                      <a:pt x="35905" y="18727"/>
                    </a:lnTo>
                    <a:lnTo>
                      <a:pt x="35989" y="18727"/>
                    </a:lnTo>
                    <a:lnTo>
                      <a:pt x="35989" y="18790"/>
                    </a:lnTo>
                    <a:lnTo>
                      <a:pt x="36093" y="18874"/>
                    </a:lnTo>
                    <a:lnTo>
                      <a:pt x="36156" y="18915"/>
                    </a:lnTo>
                    <a:lnTo>
                      <a:pt x="36219" y="18915"/>
                    </a:lnTo>
                    <a:lnTo>
                      <a:pt x="36407" y="19041"/>
                    </a:lnTo>
                    <a:lnTo>
                      <a:pt x="36512" y="19041"/>
                    </a:lnTo>
                    <a:lnTo>
                      <a:pt x="36512" y="19104"/>
                    </a:lnTo>
                    <a:lnTo>
                      <a:pt x="36575" y="19125"/>
                    </a:lnTo>
                    <a:lnTo>
                      <a:pt x="36595" y="19083"/>
                    </a:lnTo>
                    <a:lnTo>
                      <a:pt x="36616" y="19041"/>
                    </a:lnTo>
                    <a:lnTo>
                      <a:pt x="36721" y="19104"/>
                    </a:lnTo>
                    <a:lnTo>
                      <a:pt x="36679" y="19125"/>
                    </a:lnTo>
                    <a:lnTo>
                      <a:pt x="36616" y="19187"/>
                    </a:lnTo>
                    <a:lnTo>
                      <a:pt x="36679" y="19292"/>
                    </a:lnTo>
                    <a:lnTo>
                      <a:pt x="36742" y="19334"/>
                    </a:lnTo>
                    <a:lnTo>
                      <a:pt x="36805" y="19334"/>
                    </a:lnTo>
                    <a:lnTo>
                      <a:pt x="36805" y="19418"/>
                    </a:lnTo>
                    <a:lnTo>
                      <a:pt x="36930" y="19543"/>
                    </a:lnTo>
                    <a:lnTo>
                      <a:pt x="37014" y="19543"/>
                    </a:lnTo>
                    <a:lnTo>
                      <a:pt x="37056" y="19606"/>
                    </a:lnTo>
                    <a:lnTo>
                      <a:pt x="37098" y="19648"/>
                    </a:lnTo>
                    <a:lnTo>
                      <a:pt x="37265" y="19731"/>
                    </a:lnTo>
                    <a:lnTo>
                      <a:pt x="37328" y="19711"/>
                    </a:lnTo>
                    <a:lnTo>
                      <a:pt x="37370" y="19731"/>
                    </a:lnTo>
                    <a:lnTo>
                      <a:pt x="37453" y="19731"/>
                    </a:lnTo>
                    <a:lnTo>
                      <a:pt x="37537" y="19773"/>
                    </a:lnTo>
                    <a:lnTo>
                      <a:pt x="37558" y="19857"/>
                    </a:lnTo>
                    <a:lnTo>
                      <a:pt x="37725" y="19983"/>
                    </a:lnTo>
                    <a:lnTo>
                      <a:pt x="37788" y="19983"/>
                    </a:lnTo>
                    <a:lnTo>
                      <a:pt x="37872" y="20045"/>
                    </a:lnTo>
                    <a:lnTo>
                      <a:pt x="38060" y="20087"/>
                    </a:lnTo>
                    <a:lnTo>
                      <a:pt x="38165" y="20150"/>
                    </a:lnTo>
                    <a:lnTo>
                      <a:pt x="38269" y="20150"/>
                    </a:lnTo>
                    <a:lnTo>
                      <a:pt x="38290" y="20129"/>
                    </a:lnTo>
                    <a:lnTo>
                      <a:pt x="38290" y="20066"/>
                    </a:lnTo>
                    <a:lnTo>
                      <a:pt x="38207" y="19983"/>
                    </a:lnTo>
                    <a:lnTo>
                      <a:pt x="38165" y="19920"/>
                    </a:lnTo>
                    <a:lnTo>
                      <a:pt x="38207" y="19857"/>
                    </a:lnTo>
                    <a:lnTo>
                      <a:pt x="38290" y="19878"/>
                    </a:lnTo>
                    <a:lnTo>
                      <a:pt x="38311" y="19815"/>
                    </a:lnTo>
                    <a:lnTo>
                      <a:pt x="38290" y="19752"/>
                    </a:lnTo>
                    <a:lnTo>
                      <a:pt x="38248" y="19773"/>
                    </a:lnTo>
                    <a:lnTo>
                      <a:pt x="38207" y="19731"/>
                    </a:lnTo>
                    <a:lnTo>
                      <a:pt x="38248" y="19606"/>
                    </a:lnTo>
                    <a:lnTo>
                      <a:pt x="38207" y="19564"/>
                    </a:lnTo>
                    <a:lnTo>
                      <a:pt x="38102" y="19669"/>
                    </a:lnTo>
                    <a:lnTo>
                      <a:pt x="38102" y="19627"/>
                    </a:lnTo>
                    <a:lnTo>
                      <a:pt x="38081" y="19543"/>
                    </a:lnTo>
                    <a:lnTo>
                      <a:pt x="38018" y="19543"/>
                    </a:lnTo>
                    <a:lnTo>
                      <a:pt x="38123" y="19439"/>
                    </a:lnTo>
                    <a:lnTo>
                      <a:pt x="38102" y="19313"/>
                    </a:lnTo>
                    <a:lnTo>
                      <a:pt x="38060" y="19292"/>
                    </a:lnTo>
                    <a:lnTo>
                      <a:pt x="37956" y="19292"/>
                    </a:lnTo>
                    <a:lnTo>
                      <a:pt x="37976" y="19187"/>
                    </a:lnTo>
                    <a:lnTo>
                      <a:pt x="37935" y="19083"/>
                    </a:lnTo>
                    <a:lnTo>
                      <a:pt x="37893" y="18999"/>
                    </a:lnTo>
                    <a:lnTo>
                      <a:pt x="37788" y="18999"/>
                    </a:lnTo>
                    <a:lnTo>
                      <a:pt x="37851" y="18915"/>
                    </a:lnTo>
                    <a:lnTo>
                      <a:pt x="37767" y="18894"/>
                    </a:lnTo>
                    <a:lnTo>
                      <a:pt x="37725" y="18894"/>
                    </a:lnTo>
                    <a:lnTo>
                      <a:pt x="37746" y="18832"/>
                    </a:lnTo>
                    <a:lnTo>
                      <a:pt x="37663" y="18727"/>
                    </a:lnTo>
                    <a:lnTo>
                      <a:pt x="37663" y="18748"/>
                    </a:lnTo>
                    <a:lnTo>
                      <a:pt x="37621" y="18748"/>
                    </a:lnTo>
                    <a:lnTo>
                      <a:pt x="37621" y="18602"/>
                    </a:lnTo>
                    <a:lnTo>
                      <a:pt x="37621" y="18539"/>
                    </a:lnTo>
                    <a:lnTo>
                      <a:pt x="37621" y="18476"/>
                    </a:lnTo>
                    <a:lnTo>
                      <a:pt x="37453" y="18350"/>
                    </a:lnTo>
                    <a:lnTo>
                      <a:pt x="37432" y="18225"/>
                    </a:lnTo>
                    <a:lnTo>
                      <a:pt x="37432" y="18120"/>
                    </a:lnTo>
                    <a:lnTo>
                      <a:pt x="37516" y="18162"/>
                    </a:lnTo>
                    <a:lnTo>
                      <a:pt x="37558" y="18078"/>
                    </a:lnTo>
                    <a:lnTo>
                      <a:pt x="37663" y="18120"/>
                    </a:lnTo>
                    <a:lnTo>
                      <a:pt x="37663" y="18225"/>
                    </a:lnTo>
                    <a:lnTo>
                      <a:pt x="37746" y="18371"/>
                    </a:lnTo>
                    <a:lnTo>
                      <a:pt x="37872" y="18434"/>
                    </a:lnTo>
                    <a:lnTo>
                      <a:pt x="37935" y="18476"/>
                    </a:lnTo>
                    <a:lnTo>
                      <a:pt x="37935" y="18560"/>
                    </a:lnTo>
                    <a:lnTo>
                      <a:pt x="37976" y="18602"/>
                    </a:lnTo>
                    <a:lnTo>
                      <a:pt x="37976" y="18539"/>
                    </a:lnTo>
                    <a:lnTo>
                      <a:pt x="37935" y="18392"/>
                    </a:lnTo>
                    <a:lnTo>
                      <a:pt x="37935" y="18350"/>
                    </a:lnTo>
                    <a:lnTo>
                      <a:pt x="37976" y="18309"/>
                    </a:lnTo>
                    <a:lnTo>
                      <a:pt x="38018" y="18392"/>
                    </a:lnTo>
                    <a:lnTo>
                      <a:pt x="38018" y="18455"/>
                    </a:lnTo>
                    <a:lnTo>
                      <a:pt x="38081" y="18497"/>
                    </a:lnTo>
                    <a:lnTo>
                      <a:pt x="38123" y="18685"/>
                    </a:lnTo>
                    <a:lnTo>
                      <a:pt x="38207" y="18706"/>
                    </a:lnTo>
                    <a:lnTo>
                      <a:pt x="38207" y="18769"/>
                    </a:lnTo>
                    <a:lnTo>
                      <a:pt x="38290" y="18832"/>
                    </a:lnTo>
                    <a:lnTo>
                      <a:pt x="38374" y="19020"/>
                    </a:lnTo>
                    <a:lnTo>
                      <a:pt x="38416" y="18936"/>
                    </a:lnTo>
                    <a:lnTo>
                      <a:pt x="38395" y="18832"/>
                    </a:lnTo>
                    <a:lnTo>
                      <a:pt x="38395" y="18664"/>
                    </a:lnTo>
                    <a:lnTo>
                      <a:pt x="38416" y="18560"/>
                    </a:lnTo>
                    <a:lnTo>
                      <a:pt x="38416" y="18643"/>
                    </a:lnTo>
                    <a:lnTo>
                      <a:pt x="38479" y="18811"/>
                    </a:lnTo>
                    <a:lnTo>
                      <a:pt x="38479" y="18915"/>
                    </a:lnTo>
                    <a:lnTo>
                      <a:pt x="38479" y="18999"/>
                    </a:lnTo>
                    <a:lnTo>
                      <a:pt x="38520" y="19020"/>
                    </a:lnTo>
                    <a:lnTo>
                      <a:pt x="38604" y="19083"/>
                    </a:lnTo>
                    <a:lnTo>
                      <a:pt x="38625" y="18999"/>
                    </a:lnTo>
                    <a:lnTo>
                      <a:pt x="38583" y="18957"/>
                    </a:lnTo>
                    <a:lnTo>
                      <a:pt x="38583" y="18894"/>
                    </a:lnTo>
                    <a:lnTo>
                      <a:pt x="38667" y="18915"/>
                    </a:lnTo>
                    <a:lnTo>
                      <a:pt x="38688" y="19020"/>
                    </a:lnTo>
                    <a:lnTo>
                      <a:pt x="38688" y="19104"/>
                    </a:lnTo>
                    <a:lnTo>
                      <a:pt x="38709" y="19125"/>
                    </a:lnTo>
                    <a:lnTo>
                      <a:pt x="38709" y="19062"/>
                    </a:lnTo>
                    <a:lnTo>
                      <a:pt x="38772" y="19020"/>
                    </a:lnTo>
                    <a:lnTo>
                      <a:pt x="38772" y="19187"/>
                    </a:lnTo>
                    <a:lnTo>
                      <a:pt x="38813" y="19271"/>
                    </a:lnTo>
                    <a:lnTo>
                      <a:pt x="38897" y="19271"/>
                    </a:lnTo>
                    <a:lnTo>
                      <a:pt x="38939" y="19208"/>
                    </a:lnTo>
                    <a:lnTo>
                      <a:pt x="38939" y="19313"/>
                    </a:lnTo>
                    <a:lnTo>
                      <a:pt x="38918" y="19376"/>
                    </a:lnTo>
                    <a:lnTo>
                      <a:pt x="38981" y="19543"/>
                    </a:lnTo>
                    <a:lnTo>
                      <a:pt x="39023" y="19627"/>
                    </a:lnTo>
                    <a:lnTo>
                      <a:pt x="39127" y="19627"/>
                    </a:lnTo>
                    <a:lnTo>
                      <a:pt x="39127" y="19543"/>
                    </a:lnTo>
                    <a:lnTo>
                      <a:pt x="39106" y="19522"/>
                    </a:lnTo>
                    <a:lnTo>
                      <a:pt x="39106" y="19397"/>
                    </a:lnTo>
                    <a:lnTo>
                      <a:pt x="39044" y="19187"/>
                    </a:lnTo>
                    <a:lnTo>
                      <a:pt x="39127" y="19187"/>
                    </a:lnTo>
                    <a:lnTo>
                      <a:pt x="39169" y="19271"/>
                    </a:lnTo>
                    <a:lnTo>
                      <a:pt x="39274" y="19292"/>
                    </a:lnTo>
                    <a:lnTo>
                      <a:pt x="39316" y="19271"/>
                    </a:lnTo>
                    <a:lnTo>
                      <a:pt x="39253" y="19166"/>
                    </a:lnTo>
                    <a:lnTo>
                      <a:pt x="39295" y="19083"/>
                    </a:lnTo>
                    <a:lnTo>
                      <a:pt x="39295" y="18894"/>
                    </a:lnTo>
                    <a:lnTo>
                      <a:pt x="39211" y="18706"/>
                    </a:lnTo>
                    <a:lnTo>
                      <a:pt x="39232" y="18560"/>
                    </a:lnTo>
                    <a:lnTo>
                      <a:pt x="39232" y="18392"/>
                    </a:lnTo>
                    <a:lnTo>
                      <a:pt x="39253" y="18560"/>
                    </a:lnTo>
                    <a:lnTo>
                      <a:pt x="39232" y="18664"/>
                    </a:lnTo>
                    <a:lnTo>
                      <a:pt x="39253" y="18790"/>
                    </a:lnTo>
                    <a:lnTo>
                      <a:pt x="39420" y="18957"/>
                    </a:lnTo>
                    <a:lnTo>
                      <a:pt x="39441" y="18894"/>
                    </a:lnTo>
                    <a:lnTo>
                      <a:pt x="39420" y="18769"/>
                    </a:lnTo>
                    <a:lnTo>
                      <a:pt x="39462" y="18664"/>
                    </a:lnTo>
                    <a:lnTo>
                      <a:pt x="39462" y="18497"/>
                    </a:lnTo>
                    <a:lnTo>
                      <a:pt x="39546" y="18455"/>
                    </a:lnTo>
                    <a:lnTo>
                      <a:pt x="39525" y="18434"/>
                    </a:lnTo>
                    <a:lnTo>
                      <a:pt x="39399" y="18246"/>
                    </a:lnTo>
                    <a:lnTo>
                      <a:pt x="39357" y="18120"/>
                    </a:lnTo>
                    <a:lnTo>
                      <a:pt x="39316" y="18078"/>
                    </a:lnTo>
                    <a:lnTo>
                      <a:pt x="39336" y="18016"/>
                    </a:lnTo>
                    <a:lnTo>
                      <a:pt x="39253" y="17869"/>
                    </a:lnTo>
                    <a:lnTo>
                      <a:pt x="39190" y="17786"/>
                    </a:lnTo>
                    <a:lnTo>
                      <a:pt x="39316" y="17765"/>
                    </a:lnTo>
                    <a:lnTo>
                      <a:pt x="39336" y="17723"/>
                    </a:lnTo>
                    <a:lnTo>
                      <a:pt x="39420" y="17639"/>
                    </a:lnTo>
                    <a:lnTo>
                      <a:pt x="39357" y="17576"/>
                    </a:lnTo>
                    <a:lnTo>
                      <a:pt x="39295" y="17618"/>
                    </a:lnTo>
                    <a:lnTo>
                      <a:pt x="39148" y="17639"/>
                    </a:lnTo>
                    <a:lnTo>
                      <a:pt x="39106" y="17597"/>
                    </a:lnTo>
                    <a:lnTo>
                      <a:pt x="39127" y="17555"/>
                    </a:lnTo>
                    <a:lnTo>
                      <a:pt x="39148" y="17514"/>
                    </a:lnTo>
                    <a:lnTo>
                      <a:pt x="39232" y="17430"/>
                    </a:lnTo>
                    <a:lnTo>
                      <a:pt x="39253" y="17325"/>
                    </a:lnTo>
                    <a:lnTo>
                      <a:pt x="39211" y="17242"/>
                    </a:lnTo>
                    <a:lnTo>
                      <a:pt x="39148" y="17242"/>
                    </a:lnTo>
                    <a:lnTo>
                      <a:pt x="39148" y="17304"/>
                    </a:lnTo>
                    <a:lnTo>
                      <a:pt x="39106" y="17388"/>
                    </a:lnTo>
                    <a:lnTo>
                      <a:pt x="39106" y="17304"/>
                    </a:lnTo>
                    <a:lnTo>
                      <a:pt x="39085" y="17325"/>
                    </a:lnTo>
                    <a:lnTo>
                      <a:pt x="38939" y="17346"/>
                    </a:lnTo>
                    <a:lnTo>
                      <a:pt x="38918" y="17304"/>
                    </a:lnTo>
                    <a:lnTo>
                      <a:pt x="39002" y="17242"/>
                    </a:lnTo>
                    <a:lnTo>
                      <a:pt x="39023" y="17200"/>
                    </a:lnTo>
                    <a:lnTo>
                      <a:pt x="38981" y="17137"/>
                    </a:lnTo>
                    <a:lnTo>
                      <a:pt x="38939" y="17032"/>
                    </a:lnTo>
                    <a:lnTo>
                      <a:pt x="38876" y="16990"/>
                    </a:lnTo>
                    <a:lnTo>
                      <a:pt x="38813" y="17011"/>
                    </a:lnTo>
                    <a:lnTo>
                      <a:pt x="38813" y="17116"/>
                    </a:lnTo>
                    <a:lnTo>
                      <a:pt x="38792" y="17179"/>
                    </a:lnTo>
                    <a:lnTo>
                      <a:pt x="38772" y="17137"/>
                    </a:lnTo>
                    <a:lnTo>
                      <a:pt x="38772" y="17011"/>
                    </a:lnTo>
                    <a:lnTo>
                      <a:pt x="38730" y="16928"/>
                    </a:lnTo>
                    <a:lnTo>
                      <a:pt x="38688" y="16928"/>
                    </a:lnTo>
                    <a:lnTo>
                      <a:pt x="38709" y="16865"/>
                    </a:lnTo>
                    <a:lnTo>
                      <a:pt x="38667" y="16865"/>
                    </a:lnTo>
                    <a:lnTo>
                      <a:pt x="38667" y="16823"/>
                    </a:lnTo>
                    <a:lnTo>
                      <a:pt x="38688" y="16823"/>
                    </a:lnTo>
                    <a:lnTo>
                      <a:pt x="38667" y="16760"/>
                    </a:lnTo>
                    <a:lnTo>
                      <a:pt x="38604" y="16718"/>
                    </a:lnTo>
                    <a:lnTo>
                      <a:pt x="38625" y="16677"/>
                    </a:lnTo>
                    <a:lnTo>
                      <a:pt x="38730" y="16677"/>
                    </a:lnTo>
                    <a:lnTo>
                      <a:pt x="38792" y="16656"/>
                    </a:lnTo>
                    <a:lnTo>
                      <a:pt x="38730" y="16593"/>
                    </a:lnTo>
                    <a:lnTo>
                      <a:pt x="38625" y="16593"/>
                    </a:lnTo>
                    <a:lnTo>
                      <a:pt x="38583" y="16572"/>
                    </a:lnTo>
                    <a:lnTo>
                      <a:pt x="38625" y="16488"/>
                    </a:lnTo>
                    <a:lnTo>
                      <a:pt x="38730" y="16446"/>
                    </a:lnTo>
                    <a:lnTo>
                      <a:pt x="38730" y="16405"/>
                    </a:lnTo>
                    <a:lnTo>
                      <a:pt x="38688" y="16363"/>
                    </a:lnTo>
                    <a:lnTo>
                      <a:pt x="38520" y="16363"/>
                    </a:lnTo>
                    <a:lnTo>
                      <a:pt x="38500" y="16405"/>
                    </a:lnTo>
                    <a:lnTo>
                      <a:pt x="38458" y="16488"/>
                    </a:lnTo>
                    <a:lnTo>
                      <a:pt x="38248" y="16530"/>
                    </a:lnTo>
                    <a:lnTo>
                      <a:pt x="38353" y="16467"/>
                    </a:lnTo>
                    <a:lnTo>
                      <a:pt x="38500" y="16321"/>
                    </a:lnTo>
                    <a:lnTo>
                      <a:pt x="38562" y="16216"/>
                    </a:lnTo>
                    <a:lnTo>
                      <a:pt x="38562" y="16174"/>
                    </a:lnTo>
                    <a:lnTo>
                      <a:pt x="38458" y="16174"/>
                    </a:lnTo>
                    <a:lnTo>
                      <a:pt x="38395" y="16153"/>
                    </a:lnTo>
                    <a:lnTo>
                      <a:pt x="38458" y="16091"/>
                    </a:lnTo>
                    <a:lnTo>
                      <a:pt x="38416" y="16049"/>
                    </a:lnTo>
                    <a:lnTo>
                      <a:pt x="38374" y="16070"/>
                    </a:lnTo>
                    <a:lnTo>
                      <a:pt x="38374" y="15986"/>
                    </a:lnTo>
                    <a:lnTo>
                      <a:pt x="38416" y="15923"/>
                    </a:lnTo>
                    <a:lnTo>
                      <a:pt x="38416" y="15819"/>
                    </a:lnTo>
                    <a:lnTo>
                      <a:pt x="38290" y="15777"/>
                    </a:lnTo>
                    <a:lnTo>
                      <a:pt x="38207" y="15756"/>
                    </a:lnTo>
                    <a:lnTo>
                      <a:pt x="38081" y="15756"/>
                    </a:lnTo>
                    <a:lnTo>
                      <a:pt x="38039" y="15693"/>
                    </a:lnTo>
                    <a:lnTo>
                      <a:pt x="38165" y="15693"/>
                    </a:lnTo>
                    <a:lnTo>
                      <a:pt x="38269" y="15672"/>
                    </a:lnTo>
                    <a:lnTo>
                      <a:pt x="38311" y="15630"/>
                    </a:lnTo>
                    <a:lnTo>
                      <a:pt x="38374" y="15693"/>
                    </a:lnTo>
                    <a:lnTo>
                      <a:pt x="38395" y="15756"/>
                    </a:lnTo>
                    <a:lnTo>
                      <a:pt x="38500" y="15756"/>
                    </a:lnTo>
                    <a:lnTo>
                      <a:pt x="38604" y="15798"/>
                    </a:lnTo>
                    <a:lnTo>
                      <a:pt x="38625" y="15881"/>
                    </a:lnTo>
                    <a:lnTo>
                      <a:pt x="38604" y="15965"/>
                    </a:lnTo>
                    <a:lnTo>
                      <a:pt x="38625" y="16049"/>
                    </a:lnTo>
                    <a:lnTo>
                      <a:pt x="38730" y="16174"/>
                    </a:lnTo>
                    <a:lnTo>
                      <a:pt x="38772" y="16174"/>
                    </a:lnTo>
                    <a:lnTo>
                      <a:pt x="38792" y="16070"/>
                    </a:lnTo>
                    <a:lnTo>
                      <a:pt x="38834" y="16133"/>
                    </a:lnTo>
                    <a:lnTo>
                      <a:pt x="38981" y="16153"/>
                    </a:lnTo>
                    <a:lnTo>
                      <a:pt x="39023" y="16133"/>
                    </a:lnTo>
                    <a:lnTo>
                      <a:pt x="39023" y="16070"/>
                    </a:lnTo>
                    <a:lnTo>
                      <a:pt x="38981" y="16049"/>
                    </a:lnTo>
                    <a:lnTo>
                      <a:pt x="38981" y="15965"/>
                    </a:lnTo>
                    <a:lnTo>
                      <a:pt x="38939" y="15861"/>
                    </a:lnTo>
                    <a:lnTo>
                      <a:pt x="38876" y="15777"/>
                    </a:lnTo>
                    <a:lnTo>
                      <a:pt x="38792" y="15756"/>
                    </a:lnTo>
                    <a:lnTo>
                      <a:pt x="38813" y="15672"/>
                    </a:lnTo>
                    <a:lnTo>
                      <a:pt x="38813" y="15589"/>
                    </a:lnTo>
                    <a:lnTo>
                      <a:pt x="38772" y="15547"/>
                    </a:lnTo>
                    <a:lnTo>
                      <a:pt x="38792" y="15526"/>
                    </a:lnTo>
                    <a:lnTo>
                      <a:pt x="38834" y="15547"/>
                    </a:lnTo>
                    <a:lnTo>
                      <a:pt x="38876" y="15651"/>
                    </a:lnTo>
                    <a:lnTo>
                      <a:pt x="38918" y="15693"/>
                    </a:lnTo>
                    <a:lnTo>
                      <a:pt x="39002" y="15672"/>
                    </a:lnTo>
                    <a:lnTo>
                      <a:pt x="38981" y="15651"/>
                    </a:lnTo>
                    <a:lnTo>
                      <a:pt x="39002" y="15630"/>
                    </a:lnTo>
                    <a:lnTo>
                      <a:pt x="39085" y="15651"/>
                    </a:lnTo>
                    <a:lnTo>
                      <a:pt x="39044" y="15547"/>
                    </a:lnTo>
                    <a:lnTo>
                      <a:pt x="39002" y="15442"/>
                    </a:lnTo>
                    <a:lnTo>
                      <a:pt x="38897" y="15379"/>
                    </a:lnTo>
                    <a:lnTo>
                      <a:pt x="39002" y="15379"/>
                    </a:lnTo>
                    <a:lnTo>
                      <a:pt x="39044" y="15442"/>
                    </a:lnTo>
                    <a:lnTo>
                      <a:pt x="39106" y="15484"/>
                    </a:lnTo>
                    <a:lnTo>
                      <a:pt x="39190" y="15463"/>
                    </a:lnTo>
                    <a:lnTo>
                      <a:pt x="39148" y="15421"/>
                    </a:lnTo>
                    <a:lnTo>
                      <a:pt x="39148" y="15337"/>
                    </a:lnTo>
                    <a:lnTo>
                      <a:pt x="39190" y="15337"/>
                    </a:lnTo>
                    <a:lnTo>
                      <a:pt x="39232" y="15379"/>
                    </a:lnTo>
                    <a:lnTo>
                      <a:pt x="39295" y="15421"/>
                    </a:lnTo>
                    <a:lnTo>
                      <a:pt x="39295" y="15463"/>
                    </a:lnTo>
                    <a:lnTo>
                      <a:pt x="39232" y="15484"/>
                    </a:lnTo>
                    <a:lnTo>
                      <a:pt x="39232" y="15589"/>
                    </a:lnTo>
                    <a:lnTo>
                      <a:pt x="39232" y="15630"/>
                    </a:lnTo>
                    <a:lnTo>
                      <a:pt x="39295" y="15630"/>
                    </a:lnTo>
                    <a:lnTo>
                      <a:pt x="39336" y="15651"/>
                    </a:lnTo>
                    <a:lnTo>
                      <a:pt x="39336" y="15693"/>
                    </a:lnTo>
                    <a:lnTo>
                      <a:pt x="39295" y="15735"/>
                    </a:lnTo>
                    <a:lnTo>
                      <a:pt x="39253" y="15777"/>
                    </a:lnTo>
                    <a:lnTo>
                      <a:pt x="39316" y="15798"/>
                    </a:lnTo>
                    <a:lnTo>
                      <a:pt x="39357" y="15777"/>
                    </a:lnTo>
                    <a:lnTo>
                      <a:pt x="39399" y="15798"/>
                    </a:lnTo>
                    <a:lnTo>
                      <a:pt x="39357" y="15881"/>
                    </a:lnTo>
                    <a:lnTo>
                      <a:pt x="39399" y="15944"/>
                    </a:lnTo>
                    <a:lnTo>
                      <a:pt x="39441" y="15965"/>
                    </a:lnTo>
                    <a:lnTo>
                      <a:pt x="39525" y="15944"/>
                    </a:lnTo>
                    <a:lnTo>
                      <a:pt x="39734" y="15798"/>
                    </a:lnTo>
                    <a:lnTo>
                      <a:pt x="39818" y="15672"/>
                    </a:lnTo>
                    <a:lnTo>
                      <a:pt x="39818" y="15756"/>
                    </a:lnTo>
                    <a:lnTo>
                      <a:pt x="39755" y="15798"/>
                    </a:lnTo>
                    <a:lnTo>
                      <a:pt x="39734" y="15861"/>
                    </a:lnTo>
                    <a:lnTo>
                      <a:pt x="39629" y="15902"/>
                    </a:lnTo>
                    <a:lnTo>
                      <a:pt x="39462" y="16070"/>
                    </a:lnTo>
                    <a:lnTo>
                      <a:pt x="39462" y="16112"/>
                    </a:lnTo>
                    <a:lnTo>
                      <a:pt x="39546" y="16153"/>
                    </a:lnTo>
                    <a:lnTo>
                      <a:pt x="39650" y="16112"/>
                    </a:lnTo>
                    <a:lnTo>
                      <a:pt x="39818" y="16007"/>
                    </a:lnTo>
                    <a:lnTo>
                      <a:pt x="39880" y="16007"/>
                    </a:lnTo>
                    <a:lnTo>
                      <a:pt x="40027" y="15965"/>
                    </a:lnTo>
                    <a:lnTo>
                      <a:pt x="40069" y="15881"/>
                    </a:lnTo>
                    <a:lnTo>
                      <a:pt x="40132" y="15861"/>
                    </a:lnTo>
                    <a:lnTo>
                      <a:pt x="40236" y="15777"/>
                    </a:lnTo>
                    <a:lnTo>
                      <a:pt x="40278" y="15777"/>
                    </a:lnTo>
                    <a:lnTo>
                      <a:pt x="40278" y="15840"/>
                    </a:lnTo>
                    <a:lnTo>
                      <a:pt x="40236" y="15861"/>
                    </a:lnTo>
                    <a:lnTo>
                      <a:pt x="40152" y="15965"/>
                    </a:lnTo>
                    <a:lnTo>
                      <a:pt x="40090" y="16070"/>
                    </a:lnTo>
                    <a:lnTo>
                      <a:pt x="40027" y="16112"/>
                    </a:lnTo>
                    <a:lnTo>
                      <a:pt x="39943" y="16195"/>
                    </a:lnTo>
                    <a:lnTo>
                      <a:pt x="39839" y="16216"/>
                    </a:lnTo>
                    <a:lnTo>
                      <a:pt x="39776" y="16258"/>
                    </a:lnTo>
                    <a:lnTo>
                      <a:pt x="39713" y="16384"/>
                    </a:lnTo>
                    <a:lnTo>
                      <a:pt x="39713" y="16426"/>
                    </a:lnTo>
                    <a:lnTo>
                      <a:pt x="39734" y="16467"/>
                    </a:lnTo>
                    <a:lnTo>
                      <a:pt x="39776" y="16426"/>
                    </a:lnTo>
                    <a:lnTo>
                      <a:pt x="39860" y="16426"/>
                    </a:lnTo>
                    <a:lnTo>
                      <a:pt x="39943" y="16467"/>
                    </a:lnTo>
                    <a:lnTo>
                      <a:pt x="39860" y="16488"/>
                    </a:lnTo>
                    <a:lnTo>
                      <a:pt x="39776" y="16509"/>
                    </a:lnTo>
                    <a:lnTo>
                      <a:pt x="39734" y="16551"/>
                    </a:lnTo>
                    <a:lnTo>
                      <a:pt x="39734" y="16593"/>
                    </a:lnTo>
                    <a:lnTo>
                      <a:pt x="39776" y="16614"/>
                    </a:lnTo>
                    <a:lnTo>
                      <a:pt x="39860" y="16593"/>
                    </a:lnTo>
                    <a:lnTo>
                      <a:pt x="39922" y="16572"/>
                    </a:lnTo>
                    <a:lnTo>
                      <a:pt x="39839" y="16677"/>
                    </a:lnTo>
                    <a:lnTo>
                      <a:pt x="39755" y="16698"/>
                    </a:lnTo>
                    <a:lnTo>
                      <a:pt x="39734" y="16739"/>
                    </a:lnTo>
                    <a:lnTo>
                      <a:pt x="39755" y="16781"/>
                    </a:lnTo>
                    <a:lnTo>
                      <a:pt x="39839" y="16802"/>
                    </a:lnTo>
                    <a:lnTo>
                      <a:pt x="39922" y="16781"/>
                    </a:lnTo>
                    <a:lnTo>
                      <a:pt x="39985" y="16781"/>
                    </a:lnTo>
                    <a:lnTo>
                      <a:pt x="40027" y="16802"/>
                    </a:lnTo>
                    <a:lnTo>
                      <a:pt x="39964" y="16823"/>
                    </a:lnTo>
                    <a:lnTo>
                      <a:pt x="39964" y="16865"/>
                    </a:lnTo>
                    <a:lnTo>
                      <a:pt x="39860" y="16907"/>
                    </a:lnTo>
                    <a:lnTo>
                      <a:pt x="39839" y="16970"/>
                    </a:lnTo>
                    <a:lnTo>
                      <a:pt x="39860" y="17032"/>
                    </a:lnTo>
                    <a:lnTo>
                      <a:pt x="39922" y="17116"/>
                    </a:lnTo>
                    <a:lnTo>
                      <a:pt x="39922" y="17200"/>
                    </a:lnTo>
                    <a:lnTo>
                      <a:pt x="39943" y="17221"/>
                    </a:lnTo>
                    <a:lnTo>
                      <a:pt x="39985" y="17137"/>
                    </a:lnTo>
                    <a:lnTo>
                      <a:pt x="40048" y="17032"/>
                    </a:lnTo>
                    <a:lnTo>
                      <a:pt x="40090" y="16990"/>
                    </a:lnTo>
                    <a:lnTo>
                      <a:pt x="40132" y="16990"/>
                    </a:lnTo>
                    <a:lnTo>
                      <a:pt x="40090" y="17032"/>
                    </a:lnTo>
                    <a:lnTo>
                      <a:pt x="40090" y="17095"/>
                    </a:lnTo>
                    <a:lnTo>
                      <a:pt x="40048" y="17116"/>
                    </a:lnTo>
                    <a:lnTo>
                      <a:pt x="40048" y="17137"/>
                    </a:lnTo>
                    <a:lnTo>
                      <a:pt x="40090" y="17200"/>
                    </a:lnTo>
                    <a:lnTo>
                      <a:pt x="40069" y="17242"/>
                    </a:lnTo>
                    <a:lnTo>
                      <a:pt x="40132" y="17304"/>
                    </a:lnTo>
                    <a:lnTo>
                      <a:pt x="40152" y="17304"/>
                    </a:lnTo>
                    <a:lnTo>
                      <a:pt x="40173" y="17242"/>
                    </a:lnTo>
                    <a:lnTo>
                      <a:pt x="40257" y="17221"/>
                    </a:lnTo>
                    <a:lnTo>
                      <a:pt x="40278" y="17221"/>
                    </a:lnTo>
                    <a:lnTo>
                      <a:pt x="40278" y="17283"/>
                    </a:lnTo>
                    <a:lnTo>
                      <a:pt x="40236" y="17325"/>
                    </a:lnTo>
                    <a:lnTo>
                      <a:pt x="40236" y="17346"/>
                    </a:lnTo>
                    <a:lnTo>
                      <a:pt x="40278" y="17388"/>
                    </a:lnTo>
                    <a:lnTo>
                      <a:pt x="40278" y="17430"/>
                    </a:lnTo>
                    <a:lnTo>
                      <a:pt x="40299" y="17451"/>
                    </a:lnTo>
                    <a:lnTo>
                      <a:pt x="40299" y="17514"/>
                    </a:lnTo>
                    <a:lnTo>
                      <a:pt x="40362" y="17534"/>
                    </a:lnTo>
                    <a:lnTo>
                      <a:pt x="40383" y="17493"/>
                    </a:lnTo>
                    <a:lnTo>
                      <a:pt x="40487" y="17451"/>
                    </a:lnTo>
                    <a:lnTo>
                      <a:pt x="40508" y="17388"/>
                    </a:lnTo>
                    <a:lnTo>
                      <a:pt x="40508" y="17325"/>
                    </a:lnTo>
                    <a:lnTo>
                      <a:pt x="40445" y="17242"/>
                    </a:lnTo>
                    <a:lnTo>
                      <a:pt x="40466" y="17242"/>
                    </a:lnTo>
                    <a:lnTo>
                      <a:pt x="40508" y="17283"/>
                    </a:lnTo>
                    <a:lnTo>
                      <a:pt x="40550" y="17283"/>
                    </a:lnTo>
                    <a:lnTo>
                      <a:pt x="40550" y="17221"/>
                    </a:lnTo>
                    <a:lnTo>
                      <a:pt x="40508" y="17137"/>
                    </a:lnTo>
                    <a:lnTo>
                      <a:pt x="40508" y="17095"/>
                    </a:lnTo>
                    <a:lnTo>
                      <a:pt x="40571" y="17074"/>
                    </a:lnTo>
                    <a:lnTo>
                      <a:pt x="40571" y="16990"/>
                    </a:lnTo>
                    <a:lnTo>
                      <a:pt x="40571" y="16928"/>
                    </a:lnTo>
                    <a:lnTo>
                      <a:pt x="40508" y="16928"/>
                    </a:lnTo>
                    <a:lnTo>
                      <a:pt x="40466" y="16886"/>
                    </a:lnTo>
                    <a:lnTo>
                      <a:pt x="40466" y="16865"/>
                    </a:lnTo>
                    <a:lnTo>
                      <a:pt x="40487" y="16886"/>
                    </a:lnTo>
                    <a:lnTo>
                      <a:pt x="40571" y="16907"/>
                    </a:lnTo>
                    <a:lnTo>
                      <a:pt x="40613" y="16865"/>
                    </a:lnTo>
                    <a:lnTo>
                      <a:pt x="40592" y="16802"/>
                    </a:lnTo>
                    <a:lnTo>
                      <a:pt x="40550" y="16802"/>
                    </a:lnTo>
                    <a:lnTo>
                      <a:pt x="40508" y="16781"/>
                    </a:lnTo>
                    <a:lnTo>
                      <a:pt x="40592" y="16781"/>
                    </a:lnTo>
                    <a:lnTo>
                      <a:pt x="40655" y="16718"/>
                    </a:lnTo>
                    <a:lnTo>
                      <a:pt x="40655" y="16572"/>
                    </a:lnTo>
                    <a:lnTo>
                      <a:pt x="40676" y="16509"/>
                    </a:lnTo>
                    <a:lnTo>
                      <a:pt x="40696" y="16572"/>
                    </a:lnTo>
                    <a:lnTo>
                      <a:pt x="40696" y="16656"/>
                    </a:lnTo>
                    <a:lnTo>
                      <a:pt x="40717" y="16718"/>
                    </a:lnTo>
                    <a:lnTo>
                      <a:pt x="40696" y="16802"/>
                    </a:lnTo>
                    <a:lnTo>
                      <a:pt x="40759" y="16823"/>
                    </a:lnTo>
                    <a:lnTo>
                      <a:pt x="40822" y="16802"/>
                    </a:lnTo>
                    <a:lnTo>
                      <a:pt x="40864" y="16760"/>
                    </a:lnTo>
                    <a:lnTo>
                      <a:pt x="40906" y="16718"/>
                    </a:lnTo>
                    <a:lnTo>
                      <a:pt x="40906" y="16823"/>
                    </a:lnTo>
                    <a:lnTo>
                      <a:pt x="40927" y="16865"/>
                    </a:lnTo>
                    <a:lnTo>
                      <a:pt x="40989" y="16865"/>
                    </a:lnTo>
                    <a:lnTo>
                      <a:pt x="41010" y="16823"/>
                    </a:lnTo>
                    <a:lnTo>
                      <a:pt x="41010" y="16698"/>
                    </a:lnTo>
                    <a:lnTo>
                      <a:pt x="41010" y="16593"/>
                    </a:lnTo>
                    <a:lnTo>
                      <a:pt x="40969" y="16572"/>
                    </a:lnTo>
                    <a:lnTo>
                      <a:pt x="40927" y="16551"/>
                    </a:lnTo>
                    <a:lnTo>
                      <a:pt x="41010" y="16572"/>
                    </a:lnTo>
                    <a:lnTo>
                      <a:pt x="41094" y="16614"/>
                    </a:lnTo>
                    <a:lnTo>
                      <a:pt x="41115" y="16698"/>
                    </a:lnTo>
                    <a:lnTo>
                      <a:pt x="41178" y="16698"/>
                    </a:lnTo>
                    <a:lnTo>
                      <a:pt x="41199" y="16656"/>
                    </a:lnTo>
                    <a:lnTo>
                      <a:pt x="41199" y="16509"/>
                    </a:lnTo>
                    <a:lnTo>
                      <a:pt x="41136" y="16446"/>
                    </a:lnTo>
                    <a:lnTo>
                      <a:pt x="41031" y="16363"/>
                    </a:lnTo>
                    <a:lnTo>
                      <a:pt x="41010" y="16300"/>
                    </a:lnTo>
                    <a:lnTo>
                      <a:pt x="41031" y="16300"/>
                    </a:lnTo>
                    <a:lnTo>
                      <a:pt x="41094" y="16363"/>
                    </a:lnTo>
                    <a:lnTo>
                      <a:pt x="41199" y="16446"/>
                    </a:lnTo>
                    <a:lnTo>
                      <a:pt x="41220" y="16509"/>
                    </a:lnTo>
                    <a:lnTo>
                      <a:pt x="41387" y="16509"/>
                    </a:lnTo>
                    <a:lnTo>
                      <a:pt x="41408" y="16446"/>
                    </a:lnTo>
                    <a:lnTo>
                      <a:pt x="41387" y="16384"/>
                    </a:lnTo>
                    <a:lnTo>
                      <a:pt x="41324" y="16363"/>
                    </a:lnTo>
                    <a:lnTo>
                      <a:pt x="41282" y="16300"/>
                    </a:lnTo>
                    <a:lnTo>
                      <a:pt x="41178" y="16300"/>
                    </a:lnTo>
                    <a:lnTo>
                      <a:pt x="41115" y="16258"/>
                    </a:lnTo>
                    <a:lnTo>
                      <a:pt x="41136" y="16153"/>
                    </a:lnTo>
                    <a:lnTo>
                      <a:pt x="41178" y="16195"/>
                    </a:lnTo>
                    <a:lnTo>
                      <a:pt x="41241" y="16258"/>
                    </a:lnTo>
                    <a:lnTo>
                      <a:pt x="41324" y="16258"/>
                    </a:lnTo>
                    <a:lnTo>
                      <a:pt x="41345" y="16195"/>
                    </a:lnTo>
                    <a:lnTo>
                      <a:pt x="41324" y="16133"/>
                    </a:lnTo>
                    <a:lnTo>
                      <a:pt x="41282" y="16091"/>
                    </a:lnTo>
                    <a:lnTo>
                      <a:pt x="41282" y="16049"/>
                    </a:lnTo>
                    <a:lnTo>
                      <a:pt x="41324" y="16028"/>
                    </a:lnTo>
                    <a:lnTo>
                      <a:pt x="41345" y="16049"/>
                    </a:lnTo>
                    <a:lnTo>
                      <a:pt x="41429" y="16091"/>
                    </a:lnTo>
                    <a:lnTo>
                      <a:pt x="41429" y="16153"/>
                    </a:lnTo>
                    <a:lnTo>
                      <a:pt x="41408" y="16237"/>
                    </a:lnTo>
                    <a:lnTo>
                      <a:pt x="41513" y="16258"/>
                    </a:lnTo>
                    <a:lnTo>
                      <a:pt x="41617" y="16279"/>
                    </a:lnTo>
                    <a:lnTo>
                      <a:pt x="41701" y="16258"/>
                    </a:lnTo>
                    <a:lnTo>
                      <a:pt x="41764" y="16258"/>
                    </a:lnTo>
                    <a:lnTo>
                      <a:pt x="41826" y="16174"/>
                    </a:lnTo>
                    <a:lnTo>
                      <a:pt x="41826" y="16133"/>
                    </a:lnTo>
                    <a:lnTo>
                      <a:pt x="41638" y="16133"/>
                    </a:lnTo>
                    <a:lnTo>
                      <a:pt x="41617" y="16091"/>
                    </a:lnTo>
                    <a:lnTo>
                      <a:pt x="41659" y="16049"/>
                    </a:lnTo>
                    <a:lnTo>
                      <a:pt x="41743" y="16070"/>
                    </a:lnTo>
                    <a:lnTo>
                      <a:pt x="41805" y="16049"/>
                    </a:lnTo>
                    <a:lnTo>
                      <a:pt x="41764" y="15986"/>
                    </a:lnTo>
                    <a:lnTo>
                      <a:pt x="41722" y="15965"/>
                    </a:lnTo>
                    <a:lnTo>
                      <a:pt x="41743" y="15944"/>
                    </a:lnTo>
                    <a:lnTo>
                      <a:pt x="41722" y="15881"/>
                    </a:lnTo>
                    <a:lnTo>
                      <a:pt x="41659" y="15861"/>
                    </a:lnTo>
                    <a:lnTo>
                      <a:pt x="41596" y="15881"/>
                    </a:lnTo>
                    <a:lnTo>
                      <a:pt x="41638" y="15819"/>
                    </a:lnTo>
                    <a:lnTo>
                      <a:pt x="41701" y="15756"/>
                    </a:lnTo>
                    <a:lnTo>
                      <a:pt x="41722" y="15777"/>
                    </a:lnTo>
                    <a:lnTo>
                      <a:pt x="41764" y="15819"/>
                    </a:lnTo>
                    <a:lnTo>
                      <a:pt x="41826" y="15881"/>
                    </a:lnTo>
                    <a:lnTo>
                      <a:pt x="41826" y="15965"/>
                    </a:lnTo>
                    <a:lnTo>
                      <a:pt x="41952" y="15965"/>
                    </a:lnTo>
                    <a:lnTo>
                      <a:pt x="42015" y="15944"/>
                    </a:lnTo>
                    <a:lnTo>
                      <a:pt x="42036" y="15923"/>
                    </a:lnTo>
                    <a:lnTo>
                      <a:pt x="42015" y="15840"/>
                    </a:lnTo>
                    <a:lnTo>
                      <a:pt x="41931" y="15777"/>
                    </a:lnTo>
                    <a:lnTo>
                      <a:pt x="41931" y="15714"/>
                    </a:lnTo>
                    <a:lnTo>
                      <a:pt x="41910" y="15651"/>
                    </a:lnTo>
                    <a:lnTo>
                      <a:pt x="41805" y="15651"/>
                    </a:lnTo>
                    <a:lnTo>
                      <a:pt x="41847" y="15547"/>
                    </a:lnTo>
                    <a:lnTo>
                      <a:pt x="41805" y="15463"/>
                    </a:lnTo>
                    <a:lnTo>
                      <a:pt x="41701" y="15463"/>
                    </a:lnTo>
                    <a:lnTo>
                      <a:pt x="41743" y="15400"/>
                    </a:lnTo>
                    <a:lnTo>
                      <a:pt x="41722" y="15358"/>
                    </a:lnTo>
                    <a:lnTo>
                      <a:pt x="41596" y="15442"/>
                    </a:lnTo>
                    <a:lnTo>
                      <a:pt x="41533" y="15526"/>
                    </a:lnTo>
                    <a:lnTo>
                      <a:pt x="41554" y="15651"/>
                    </a:lnTo>
                    <a:lnTo>
                      <a:pt x="41533" y="15651"/>
                    </a:lnTo>
                    <a:lnTo>
                      <a:pt x="41492" y="15609"/>
                    </a:lnTo>
                    <a:lnTo>
                      <a:pt x="41492" y="15442"/>
                    </a:lnTo>
                    <a:lnTo>
                      <a:pt x="41450" y="15421"/>
                    </a:lnTo>
                    <a:lnTo>
                      <a:pt x="41408" y="15442"/>
                    </a:lnTo>
                    <a:lnTo>
                      <a:pt x="41408" y="15526"/>
                    </a:lnTo>
                    <a:lnTo>
                      <a:pt x="41324" y="15651"/>
                    </a:lnTo>
                    <a:lnTo>
                      <a:pt x="41282" y="15714"/>
                    </a:lnTo>
                    <a:lnTo>
                      <a:pt x="41282" y="15714"/>
                    </a:lnTo>
                    <a:lnTo>
                      <a:pt x="41303" y="15630"/>
                    </a:lnTo>
                    <a:lnTo>
                      <a:pt x="41303" y="15505"/>
                    </a:lnTo>
                    <a:lnTo>
                      <a:pt x="41387" y="15358"/>
                    </a:lnTo>
                    <a:lnTo>
                      <a:pt x="41387" y="15296"/>
                    </a:lnTo>
                    <a:lnTo>
                      <a:pt x="41282" y="15317"/>
                    </a:lnTo>
                    <a:lnTo>
                      <a:pt x="41178" y="15442"/>
                    </a:lnTo>
                    <a:lnTo>
                      <a:pt x="41178" y="15505"/>
                    </a:lnTo>
                    <a:lnTo>
                      <a:pt x="41094" y="15568"/>
                    </a:lnTo>
                    <a:lnTo>
                      <a:pt x="41010" y="15568"/>
                    </a:lnTo>
                    <a:lnTo>
                      <a:pt x="41010" y="15505"/>
                    </a:lnTo>
                    <a:lnTo>
                      <a:pt x="41073" y="15400"/>
                    </a:lnTo>
                    <a:lnTo>
                      <a:pt x="41199" y="15337"/>
                    </a:lnTo>
                    <a:lnTo>
                      <a:pt x="41241" y="15233"/>
                    </a:lnTo>
                    <a:lnTo>
                      <a:pt x="41303" y="15149"/>
                    </a:lnTo>
                    <a:lnTo>
                      <a:pt x="41345" y="15149"/>
                    </a:lnTo>
                    <a:lnTo>
                      <a:pt x="41429" y="15086"/>
                    </a:lnTo>
                    <a:lnTo>
                      <a:pt x="41450" y="15024"/>
                    </a:lnTo>
                    <a:lnTo>
                      <a:pt x="41387" y="15003"/>
                    </a:lnTo>
                    <a:lnTo>
                      <a:pt x="41282" y="15086"/>
                    </a:lnTo>
                    <a:lnTo>
                      <a:pt x="41199" y="15149"/>
                    </a:lnTo>
                    <a:lnTo>
                      <a:pt x="41115" y="15191"/>
                    </a:lnTo>
                    <a:lnTo>
                      <a:pt x="41010" y="15296"/>
                    </a:lnTo>
                    <a:lnTo>
                      <a:pt x="41073" y="15191"/>
                    </a:lnTo>
                    <a:lnTo>
                      <a:pt x="41136" y="15086"/>
                    </a:lnTo>
                    <a:lnTo>
                      <a:pt x="41115" y="15086"/>
                    </a:lnTo>
                    <a:lnTo>
                      <a:pt x="41010" y="15107"/>
                    </a:lnTo>
                    <a:lnTo>
                      <a:pt x="40969" y="15149"/>
                    </a:lnTo>
                    <a:lnTo>
                      <a:pt x="40801" y="15128"/>
                    </a:lnTo>
                    <a:lnTo>
                      <a:pt x="40696" y="15128"/>
                    </a:lnTo>
                    <a:lnTo>
                      <a:pt x="40655" y="15086"/>
                    </a:lnTo>
                    <a:lnTo>
                      <a:pt x="40759" y="15086"/>
                    </a:lnTo>
                    <a:lnTo>
                      <a:pt x="40969" y="15024"/>
                    </a:lnTo>
                    <a:lnTo>
                      <a:pt x="40864" y="14982"/>
                    </a:lnTo>
                    <a:lnTo>
                      <a:pt x="40780" y="14919"/>
                    </a:lnTo>
                    <a:lnTo>
                      <a:pt x="40864" y="14919"/>
                    </a:lnTo>
                    <a:lnTo>
                      <a:pt x="40927" y="14898"/>
                    </a:lnTo>
                    <a:lnTo>
                      <a:pt x="40885" y="14793"/>
                    </a:lnTo>
                    <a:lnTo>
                      <a:pt x="40801" y="14773"/>
                    </a:lnTo>
                    <a:lnTo>
                      <a:pt x="40801" y="14731"/>
                    </a:lnTo>
                    <a:lnTo>
                      <a:pt x="40885" y="14689"/>
                    </a:lnTo>
                    <a:lnTo>
                      <a:pt x="40885" y="14605"/>
                    </a:lnTo>
                    <a:lnTo>
                      <a:pt x="40864" y="14480"/>
                    </a:lnTo>
                    <a:lnTo>
                      <a:pt x="40822" y="14417"/>
                    </a:lnTo>
                    <a:lnTo>
                      <a:pt x="40696" y="14480"/>
                    </a:lnTo>
                    <a:lnTo>
                      <a:pt x="40655" y="14521"/>
                    </a:lnTo>
                    <a:lnTo>
                      <a:pt x="40592" y="14501"/>
                    </a:lnTo>
                    <a:lnTo>
                      <a:pt x="40571" y="14521"/>
                    </a:lnTo>
                    <a:lnTo>
                      <a:pt x="40550" y="14501"/>
                    </a:lnTo>
                    <a:lnTo>
                      <a:pt x="40592" y="14417"/>
                    </a:lnTo>
                    <a:lnTo>
                      <a:pt x="40613" y="14312"/>
                    </a:lnTo>
                    <a:lnTo>
                      <a:pt x="40759" y="14291"/>
                    </a:lnTo>
                    <a:lnTo>
                      <a:pt x="40801" y="14249"/>
                    </a:lnTo>
                    <a:lnTo>
                      <a:pt x="40801" y="14103"/>
                    </a:lnTo>
                    <a:lnTo>
                      <a:pt x="40780" y="14061"/>
                    </a:lnTo>
                    <a:lnTo>
                      <a:pt x="40696" y="14145"/>
                    </a:lnTo>
                    <a:lnTo>
                      <a:pt x="40571" y="14249"/>
                    </a:lnTo>
                    <a:lnTo>
                      <a:pt x="40508" y="14312"/>
                    </a:lnTo>
                    <a:lnTo>
                      <a:pt x="40445" y="14375"/>
                    </a:lnTo>
                    <a:lnTo>
                      <a:pt x="40445" y="14480"/>
                    </a:lnTo>
                    <a:lnTo>
                      <a:pt x="40445" y="14563"/>
                    </a:lnTo>
                    <a:lnTo>
                      <a:pt x="40278" y="14291"/>
                    </a:lnTo>
                    <a:lnTo>
                      <a:pt x="40278" y="14187"/>
                    </a:lnTo>
                    <a:lnTo>
                      <a:pt x="40278" y="14082"/>
                    </a:lnTo>
                    <a:lnTo>
                      <a:pt x="40341" y="13998"/>
                    </a:lnTo>
                    <a:lnTo>
                      <a:pt x="40424" y="13873"/>
                    </a:lnTo>
                    <a:lnTo>
                      <a:pt x="40466" y="13789"/>
                    </a:lnTo>
                    <a:lnTo>
                      <a:pt x="40424" y="13768"/>
                    </a:lnTo>
                    <a:lnTo>
                      <a:pt x="40362" y="13831"/>
                    </a:lnTo>
                    <a:lnTo>
                      <a:pt x="40299" y="13894"/>
                    </a:lnTo>
                    <a:lnTo>
                      <a:pt x="40299" y="13936"/>
                    </a:lnTo>
                    <a:lnTo>
                      <a:pt x="40194" y="13977"/>
                    </a:lnTo>
                    <a:lnTo>
                      <a:pt x="40152" y="14061"/>
                    </a:lnTo>
                    <a:lnTo>
                      <a:pt x="40152" y="14103"/>
                    </a:lnTo>
                    <a:lnTo>
                      <a:pt x="40069" y="14249"/>
                    </a:lnTo>
                    <a:lnTo>
                      <a:pt x="40027" y="14270"/>
                    </a:lnTo>
                    <a:lnTo>
                      <a:pt x="40027" y="14187"/>
                    </a:lnTo>
                    <a:lnTo>
                      <a:pt x="40069" y="14082"/>
                    </a:lnTo>
                    <a:lnTo>
                      <a:pt x="40173" y="13894"/>
                    </a:lnTo>
                    <a:lnTo>
                      <a:pt x="40215" y="13852"/>
                    </a:lnTo>
                    <a:lnTo>
                      <a:pt x="40194" y="13768"/>
                    </a:lnTo>
                    <a:lnTo>
                      <a:pt x="40111" y="13768"/>
                    </a:lnTo>
                    <a:lnTo>
                      <a:pt x="40048" y="13852"/>
                    </a:lnTo>
                    <a:lnTo>
                      <a:pt x="40048" y="13936"/>
                    </a:lnTo>
                    <a:lnTo>
                      <a:pt x="40006" y="13957"/>
                    </a:lnTo>
                    <a:lnTo>
                      <a:pt x="40006" y="13873"/>
                    </a:lnTo>
                    <a:lnTo>
                      <a:pt x="40069" y="13747"/>
                    </a:lnTo>
                    <a:lnTo>
                      <a:pt x="40090" y="13685"/>
                    </a:lnTo>
                    <a:lnTo>
                      <a:pt x="40048" y="13622"/>
                    </a:lnTo>
                    <a:lnTo>
                      <a:pt x="39943" y="13580"/>
                    </a:lnTo>
                    <a:lnTo>
                      <a:pt x="39964" y="13559"/>
                    </a:lnTo>
                    <a:lnTo>
                      <a:pt x="39901" y="13517"/>
                    </a:lnTo>
                    <a:lnTo>
                      <a:pt x="39776" y="13517"/>
                    </a:lnTo>
                    <a:lnTo>
                      <a:pt x="39692" y="13538"/>
                    </a:lnTo>
                    <a:lnTo>
                      <a:pt x="39734" y="13454"/>
                    </a:lnTo>
                    <a:lnTo>
                      <a:pt x="39818" y="13433"/>
                    </a:lnTo>
                    <a:lnTo>
                      <a:pt x="39713" y="13413"/>
                    </a:lnTo>
                    <a:lnTo>
                      <a:pt x="39567" y="13413"/>
                    </a:lnTo>
                    <a:lnTo>
                      <a:pt x="39504" y="13517"/>
                    </a:lnTo>
                    <a:lnTo>
                      <a:pt x="39504" y="13433"/>
                    </a:lnTo>
                    <a:lnTo>
                      <a:pt x="39671" y="13350"/>
                    </a:lnTo>
                    <a:lnTo>
                      <a:pt x="39818" y="13329"/>
                    </a:lnTo>
                    <a:lnTo>
                      <a:pt x="39860" y="13371"/>
                    </a:lnTo>
                    <a:lnTo>
                      <a:pt x="39964" y="13392"/>
                    </a:lnTo>
                    <a:lnTo>
                      <a:pt x="39985" y="13350"/>
                    </a:lnTo>
                    <a:lnTo>
                      <a:pt x="40027" y="13266"/>
                    </a:lnTo>
                    <a:lnTo>
                      <a:pt x="39943" y="13266"/>
                    </a:lnTo>
                    <a:lnTo>
                      <a:pt x="39839" y="13245"/>
                    </a:lnTo>
                    <a:lnTo>
                      <a:pt x="39734" y="13182"/>
                    </a:lnTo>
                    <a:lnTo>
                      <a:pt x="39650" y="13182"/>
                    </a:lnTo>
                    <a:lnTo>
                      <a:pt x="39650" y="13287"/>
                    </a:lnTo>
                    <a:lnTo>
                      <a:pt x="39608" y="13287"/>
                    </a:lnTo>
                    <a:lnTo>
                      <a:pt x="39608" y="13245"/>
                    </a:lnTo>
                    <a:lnTo>
                      <a:pt x="39629" y="13182"/>
                    </a:lnTo>
                    <a:lnTo>
                      <a:pt x="39629" y="13140"/>
                    </a:lnTo>
                    <a:lnTo>
                      <a:pt x="39525" y="13140"/>
                    </a:lnTo>
                    <a:lnTo>
                      <a:pt x="39525" y="13182"/>
                    </a:lnTo>
                    <a:lnTo>
                      <a:pt x="39462" y="13224"/>
                    </a:lnTo>
                    <a:lnTo>
                      <a:pt x="39441" y="13161"/>
                    </a:lnTo>
                    <a:lnTo>
                      <a:pt x="39441" y="13078"/>
                    </a:lnTo>
                    <a:lnTo>
                      <a:pt x="39399" y="13057"/>
                    </a:lnTo>
                    <a:lnTo>
                      <a:pt x="39357" y="13078"/>
                    </a:lnTo>
                    <a:lnTo>
                      <a:pt x="39316" y="13036"/>
                    </a:lnTo>
                    <a:lnTo>
                      <a:pt x="39232" y="12994"/>
                    </a:lnTo>
                    <a:lnTo>
                      <a:pt x="39148" y="12994"/>
                    </a:lnTo>
                    <a:lnTo>
                      <a:pt x="39232" y="12910"/>
                    </a:lnTo>
                    <a:lnTo>
                      <a:pt x="39295" y="12868"/>
                    </a:lnTo>
                    <a:lnTo>
                      <a:pt x="39441" y="12973"/>
                    </a:lnTo>
                    <a:lnTo>
                      <a:pt x="39504" y="12973"/>
                    </a:lnTo>
                    <a:lnTo>
                      <a:pt x="39462" y="12931"/>
                    </a:lnTo>
                    <a:lnTo>
                      <a:pt x="39169" y="12764"/>
                    </a:lnTo>
                    <a:lnTo>
                      <a:pt x="39044" y="12743"/>
                    </a:lnTo>
                    <a:lnTo>
                      <a:pt x="39023" y="12722"/>
                    </a:lnTo>
                    <a:lnTo>
                      <a:pt x="39106" y="12722"/>
                    </a:lnTo>
                    <a:lnTo>
                      <a:pt x="39316" y="12806"/>
                    </a:lnTo>
                    <a:lnTo>
                      <a:pt x="39441" y="12806"/>
                    </a:lnTo>
                    <a:lnTo>
                      <a:pt x="39650" y="12848"/>
                    </a:lnTo>
                    <a:lnTo>
                      <a:pt x="39692" y="12848"/>
                    </a:lnTo>
                    <a:lnTo>
                      <a:pt x="39671" y="12806"/>
                    </a:lnTo>
                    <a:lnTo>
                      <a:pt x="39671" y="12722"/>
                    </a:lnTo>
                    <a:lnTo>
                      <a:pt x="39629" y="12659"/>
                    </a:lnTo>
                    <a:lnTo>
                      <a:pt x="39546" y="12638"/>
                    </a:lnTo>
                    <a:lnTo>
                      <a:pt x="39462" y="12596"/>
                    </a:lnTo>
                    <a:lnTo>
                      <a:pt x="39483" y="12555"/>
                    </a:lnTo>
                    <a:lnTo>
                      <a:pt x="39546" y="12555"/>
                    </a:lnTo>
                    <a:lnTo>
                      <a:pt x="39567" y="12617"/>
                    </a:lnTo>
                    <a:lnTo>
                      <a:pt x="39629" y="12638"/>
                    </a:lnTo>
                    <a:lnTo>
                      <a:pt x="39671" y="12617"/>
                    </a:lnTo>
                    <a:lnTo>
                      <a:pt x="39776" y="12617"/>
                    </a:lnTo>
                    <a:lnTo>
                      <a:pt x="39797" y="12596"/>
                    </a:lnTo>
                    <a:lnTo>
                      <a:pt x="39797" y="12534"/>
                    </a:lnTo>
                    <a:lnTo>
                      <a:pt x="39734" y="12513"/>
                    </a:lnTo>
                    <a:lnTo>
                      <a:pt x="39734" y="12450"/>
                    </a:lnTo>
                    <a:lnTo>
                      <a:pt x="39671" y="12387"/>
                    </a:lnTo>
                    <a:lnTo>
                      <a:pt x="39588" y="12408"/>
                    </a:lnTo>
                    <a:lnTo>
                      <a:pt x="39525" y="12450"/>
                    </a:lnTo>
                    <a:lnTo>
                      <a:pt x="39378" y="12450"/>
                    </a:lnTo>
                    <a:lnTo>
                      <a:pt x="39357" y="12513"/>
                    </a:lnTo>
                    <a:lnTo>
                      <a:pt x="39316" y="12513"/>
                    </a:lnTo>
                    <a:lnTo>
                      <a:pt x="39274" y="12429"/>
                    </a:lnTo>
                    <a:lnTo>
                      <a:pt x="39378" y="12387"/>
                    </a:lnTo>
                    <a:lnTo>
                      <a:pt x="39525" y="12387"/>
                    </a:lnTo>
                    <a:lnTo>
                      <a:pt x="39567" y="12345"/>
                    </a:lnTo>
                    <a:lnTo>
                      <a:pt x="39692" y="12345"/>
                    </a:lnTo>
                    <a:lnTo>
                      <a:pt x="39734" y="12304"/>
                    </a:lnTo>
                    <a:lnTo>
                      <a:pt x="39650" y="12283"/>
                    </a:lnTo>
                    <a:lnTo>
                      <a:pt x="39546" y="12241"/>
                    </a:lnTo>
                    <a:lnTo>
                      <a:pt x="39525" y="12199"/>
                    </a:lnTo>
                    <a:lnTo>
                      <a:pt x="39588" y="12241"/>
                    </a:lnTo>
                    <a:lnTo>
                      <a:pt x="39776" y="12241"/>
                    </a:lnTo>
                    <a:lnTo>
                      <a:pt x="39839" y="12283"/>
                    </a:lnTo>
                    <a:lnTo>
                      <a:pt x="39964" y="12429"/>
                    </a:lnTo>
                    <a:lnTo>
                      <a:pt x="40048" y="12450"/>
                    </a:lnTo>
                    <a:lnTo>
                      <a:pt x="40090" y="12429"/>
                    </a:lnTo>
                    <a:lnTo>
                      <a:pt x="40111" y="12492"/>
                    </a:lnTo>
                    <a:lnTo>
                      <a:pt x="40173" y="12513"/>
                    </a:lnTo>
                    <a:lnTo>
                      <a:pt x="40215" y="12450"/>
                    </a:lnTo>
                    <a:lnTo>
                      <a:pt x="40278" y="12450"/>
                    </a:lnTo>
                    <a:lnTo>
                      <a:pt x="40320" y="12555"/>
                    </a:lnTo>
                    <a:lnTo>
                      <a:pt x="40404" y="12555"/>
                    </a:lnTo>
                    <a:lnTo>
                      <a:pt x="40466" y="12534"/>
                    </a:lnTo>
                    <a:lnTo>
                      <a:pt x="40466" y="12408"/>
                    </a:lnTo>
                    <a:lnTo>
                      <a:pt x="40404" y="12324"/>
                    </a:lnTo>
                    <a:lnTo>
                      <a:pt x="40383" y="12241"/>
                    </a:lnTo>
                    <a:lnTo>
                      <a:pt x="40278" y="12199"/>
                    </a:lnTo>
                    <a:lnTo>
                      <a:pt x="40194" y="12136"/>
                    </a:lnTo>
                    <a:lnTo>
                      <a:pt x="40152" y="12115"/>
                    </a:lnTo>
                    <a:lnTo>
                      <a:pt x="40090" y="12136"/>
                    </a:lnTo>
                    <a:lnTo>
                      <a:pt x="40048" y="12178"/>
                    </a:lnTo>
                    <a:lnTo>
                      <a:pt x="39964" y="12115"/>
                    </a:lnTo>
                    <a:lnTo>
                      <a:pt x="39797" y="11990"/>
                    </a:lnTo>
                    <a:lnTo>
                      <a:pt x="39692" y="11969"/>
                    </a:lnTo>
                    <a:lnTo>
                      <a:pt x="39483" y="11990"/>
                    </a:lnTo>
                    <a:lnTo>
                      <a:pt x="39420" y="11969"/>
                    </a:lnTo>
                    <a:lnTo>
                      <a:pt x="39588" y="11927"/>
                    </a:lnTo>
                    <a:lnTo>
                      <a:pt x="39671" y="11864"/>
                    </a:lnTo>
                    <a:lnTo>
                      <a:pt x="39755" y="11864"/>
                    </a:lnTo>
                    <a:lnTo>
                      <a:pt x="39776" y="11885"/>
                    </a:lnTo>
                    <a:lnTo>
                      <a:pt x="39860" y="11885"/>
                    </a:lnTo>
                    <a:lnTo>
                      <a:pt x="39943" y="11822"/>
                    </a:lnTo>
                    <a:lnTo>
                      <a:pt x="40006" y="11780"/>
                    </a:lnTo>
                    <a:lnTo>
                      <a:pt x="40173" y="11780"/>
                    </a:lnTo>
                    <a:lnTo>
                      <a:pt x="40257" y="11822"/>
                    </a:lnTo>
                    <a:lnTo>
                      <a:pt x="40383" y="11822"/>
                    </a:lnTo>
                    <a:lnTo>
                      <a:pt x="40424" y="11760"/>
                    </a:lnTo>
                    <a:lnTo>
                      <a:pt x="40466" y="11676"/>
                    </a:lnTo>
                    <a:lnTo>
                      <a:pt x="40404" y="11592"/>
                    </a:lnTo>
                    <a:lnTo>
                      <a:pt x="40383" y="11467"/>
                    </a:lnTo>
                    <a:lnTo>
                      <a:pt x="40278" y="11236"/>
                    </a:lnTo>
                    <a:lnTo>
                      <a:pt x="40257" y="11090"/>
                    </a:lnTo>
                    <a:lnTo>
                      <a:pt x="40194" y="11132"/>
                    </a:lnTo>
                    <a:lnTo>
                      <a:pt x="40173" y="11090"/>
                    </a:lnTo>
                    <a:lnTo>
                      <a:pt x="40090" y="11132"/>
                    </a:lnTo>
                    <a:lnTo>
                      <a:pt x="40090" y="11174"/>
                    </a:lnTo>
                    <a:lnTo>
                      <a:pt x="40048" y="11278"/>
                    </a:lnTo>
                    <a:lnTo>
                      <a:pt x="40069" y="11299"/>
                    </a:lnTo>
                    <a:lnTo>
                      <a:pt x="40069" y="11383"/>
                    </a:lnTo>
                    <a:lnTo>
                      <a:pt x="40006" y="11404"/>
                    </a:lnTo>
                    <a:lnTo>
                      <a:pt x="39901" y="11467"/>
                    </a:lnTo>
                    <a:lnTo>
                      <a:pt x="39839" y="11550"/>
                    </a:lnTo>
                    <a:lnTo>
                      <a:pt x="39734" y="11508"/>
                    </a:lnTo>
                    <a:lnTo>
                      <a:pt x="39650" y="11488"/>
                    </a:lnTo>
                    <a:lnTo>
                      <a:pt x="39546" y="11508"/>
                    </a:lnTo>
                    <a:lnTo>
                      <a:pt x="39462" y="11613"/>
                    </a:lnTo>
                    <a:lnTo>
                      <a:pt x="39357" y="11718"/>
                    </a:lnTo>
                    <a:lnTo>
                      <a:pt x="39316" y="11697"/>
                    </a:lnTo>
                    <a:lnTo>
                      <a:pt x="39232" y="11676"/>
                    </a:lnTo>
                    <a:lnTo>
                      <a:pt x="39127" y="11697"/>
                    </a:lnTo>
                    <a:lnTo>
                      <a:pt x="39085" y="11697"/>
                    </a:lnTo>
                    <a:lnTo>
                      <a:pt x="39190" y="11592"/>
                    </a:lnTo>
                    <a:lnTo>
                      <a:pt x="39232" y="11571"/>
                    </a:lnTo>
                    <a:lnTo>
                      <a:pt x="39316" y="11613"/>
                    </a:lnTo>
                    <a:lnTo>
                      <a:pt x="39420" y="11571"/>
                    </a:lnTo>
                    <a:lnTo>
                      <a:pt x="39462" y="11467"/>
                    </a:lnTo>
                    <a:lnTo>
                      <a:pt x="39546" y="11404"/>
                    </a:lnTo>
                    <a:lnTo>
                      <a:pt x="39588" y="11404"/>
                    </a:lnTo>
                    <a:lnTo>
                      <a:pt x="39692" y="11362"/>
                    </a:lnTo>
                    <a:lnTo>
                      <a:pt x="39776" y="11299"/>
                    </a:lnTo>
                    <a:lnTo>
                      <a:pt x="39776" y="11174"/>
                    </a:lnTo>
                    <a:lnTo>
                      <a:pt x="39776" y="11132"/>
                    </a:lnTo>
                    <a:lnTo>
                      <a:pt x="39692" y="11132"/>
                    </a:lnTo>
                    <a:lnTo>
                      <a:pt x="39629" y="11153"/>
                    </a:lnTo>
                    <a:lnTo>
                      <a:pt x="39546" y="11132"/>
                    </a:lnTo>
                    <a:lnTo>
                      <a:pt x="39420" y="11132"/>
                    </a:lnTo>
                    <a:lnTo>
                      <a:pt x="39253" y="11278"/>
                    </a:lnTo>
                    <a:lnTo>
                      <a:pt x="39148" y="11383"/>
                    </a:lnTo>
                    <a:lnTo>
                      <a:pt x="38960" y="11404"/>
                    </a:lnTo>
                    <a:lnTo>
                      <a:pt x="39023" y="11362"/>
                    </a:lnTo>
                    <a:lnTo>
                      <a:pt x="39148" y="11341"/>
                    </a:lnTo>
                    <a:lnTo>
                      <a:pt x="39169" y="11257"/>
                    </a:lnTo>
                    <a:lnTo>
                      <a:pt x="39127" y="11236"/>
                    </a:lnTo>
                    <a:lnTo>
                      <a:pt x="39023" y="11236"/>
                    </a:lnTo>
                    <a:lnTo>
                      <a:pt x="39190" y="11153"/>
                    </a:lnTo>
                    <a:lnTo>
                      <a:pt x="39295" y="11153"/>
                    </a:lnTo>
                    <a:lnTo>
                      <a:pt x="39441" y="11048"/>
                    </a:lnTo>
                    <a:lnTo>
                      <a:pt x="39567" y="11048"/>
                    </a:lnTo>
                    <a:lnTo>
                      <a:pt x="39650" y="11027"/>
                    </a:lnTo>
                    <a:lnTo>
                      <a:pt x="39839" y="11027"/>
                    </a:lnTo>
                    <a:lnTo>
                      <a:pt x="39922" y="10944"/>
                    </a:lnTo>
                    <a:lnTo>
                      <a:pt x="39964" y="10881"/>
                    </a:lnTo>
                    <a:lnTo>
                      <a:pt x="39985" y="10839"/>
                    </a:lnTo>
                    <a:lnTo>
                      <a:pt x="40069" y="10818"/>
                    </a:lnTo>
                    <a:lnTo>
                      <a:pt x="40069" y="10923"/>
                    </a:lnTo>
                    <a:lnTo>
                      <a:pt x="40132" y="10944"/>
                    </a:lnTo>
                    <a:lnTo>
                      <a:pt x="40236" y="10839"/>
                    </a:lnTo>
                    <a:lnTo>
                      <a:pt x="40257" y="10734"/>
                    </a:lnTo>
                    <a:lnTo>
                      <a:pt x="40236" y="10672"/>
                    </a:lnTo>
                    <a:lnTo>
                      <a:pt x="40152" y="10630"/>
                    </a:lnTo>
                    <a:lnTo>
                      <a:pt x="40090" y="10525"/>
                    </a:lnTo>
                    <a:lnTo>
                      <a:pt x="39964" y="10400"/>
                    </a:lnTo>
                    <a:lnTo>
                      <a:pt x="39922" y="10295"/>
                    </a:lnTo>
                    <a:lnTo>
                      <a:pt x="39839" y="10295"/>
                    </a:lnTo>
                    <a:lnTo>
                      <a:pt x="39755" y="10337"/>
                    </a:lnTo>
                    <a:lnTo>
                      <a:pt x="39713" y="10400"/>
                    </a:lnTo>
                    <a:lnTo>
                      <a:pt x="39629" y="10420"/>
                    </a:lnTo>
                    <a:lnTo>
                      <a:pt x="39525" y="10504"/>
                    </a:lnTo>
                    <a:lnTo>
                      <a:pt x="39420" y="10504"/>
                    </a:lnTo>
                    <a:lnTo>
                      <a:pt x="39336" y="10567"/>
                    </a:lnTo>
                    <a:lnTo>
                      <a:pt x="39316" y="10546"/>
                    </a:lnTo>
                    <a:lnTo>
                      <a:pt x="39336" y="10441"/>
                    </a:lnTo>
                    <a:lnTo>
                      <a:pt x="39420" y="10400"/>
                    </a:lnTo>
                    <a:lnTo>
                      <a:pt x="39525" y="10400"/>
                    </a:lnTo>
                    <a:lnTo>
                      <a:pt x="39650" y="10253"/>
                    </a:lnTo>
                    <a:lnTo>
                      <a:pt x="39713" y="10190"/>
                    </a:lnTo>
                    <a:lnTo>
                      <a:pt x="39713" y="10127"/>
                    </a:lnTo>
                    <a:lnTo>
                      <a:pt x="39629" y="10148"/>
                    </a:lnTo>
                    <a:lnTo>
                      <a:pt x="39462" y="10211"/>
                    </a:lnTo>
                    <a:lnTo>
                      <a:pt x="39316" y="10316"/>
                    </a:lnTo>
                    <a:lnTo>
                      <a:pt x="39253" y="10316"/>
                    </a:lnTo>
                    <a:lnTo>
                      <a:pt x="39211" y="10358"/>
                    </a:lnTo>
                    <a:lnTo>
                      <a:pt x="39169" y="10441"/>
                    </a:lnTo>
                    <a:lnTo>
                      <a:pt x="39106" y="10630"/>
                    </a:lnTo>
                    <a:lnTo>
                      <a:pt x="38918" y="10839"/>
                    </a:lnTo>
                    <a:lnTo>
                      <a:pt x="38730" y="10944"/>
                    </a:lnTo>
                    <a:lnTo>
                      <a:pt x="38730" y="10923"/>
                    </a:lnTo>
                    <a:lnTo>
                      <a:pt x="38813" y="10839"/>
                    </a:lnTo>
                    <a:lnTo>
                      <a:pt x="38939" y="10713"/>
                    </a:lnTo>
                    <a:lnTo>
                      <a:pt x="39023" y="10567"/>
                    </a:lnTo>
                    <a:lnTo>
                      <a:pt x="39064" y="10525"/>
                    </a:lnTo>
                    <a:lnTo>
                      <a:pt x="39064" y="10462"/>
                    </a:lnTo>
                    <a:lnTo>
                      <a:pt x="39023" y="10462"/>
                    </a:lnTo>
                    <a:lnTo>
                      <a:pt x="39002" y="10441"/>
                    </a:lnTo>
                    <a:lnTo>
                      <a:pt x="38939" y="10462"/>
                    </a:lnTo>
                    <a:lnTo>
                      <a:pt x="38855" y="10609"/>
                    </a:lnTo>
                    <a:lnTo>
                      <a:pt x="38730" y="10734"/>
                    </a:lnTo>
                    <a:lnTo>
                      <a:pt x="38688" y="10734"/>
                    </a:lnTo>
                    <a:lnTo>
                      <a:pt x="38709" y="10651"/>
                    </a:lnTo>
                    <a:lnTo>
                      <a:pt x="38730" y="10567"/>
                    </a:lnTo>
                    <a:lnTo>
                      <a:pt x="38834" y="10462"/>
                    </a:lnTo>
                    <a:lnTo>
                      <a:pt x="38876" y="10400"/>
                    </a:lnTo>
                    <a:lnTo>
                      <a:pt x="38918" y="10316"/>
                    </a:lnTo>
                    <a:lnTo>
                      <a:pt x="39002" y="10316"/>
                    </a:lnTo>
                    <a:lnTo>
                      <a:pt x="39044" y="10337"/>
                    </a:lnTo>
                    <a:lnTo>
                      <a:pt x="39148" y="10337"/>
                    </a:lnTo>
                    <a:lnTo>
                      <a:pt x="39190" y="10295"/>
                    </a:lnTo>
                    <a:lnTo>
                      <a:pt x="39253" y="10211"/>
                    </a:lnTo>
                    <a:lnTo>
                      <a:pt x="39357" y="10148"/>
                    </a:lnTo>
                    <a:lnTo>
                      <a:pt x="39462" y="10023"/>
                    </a:lnTo>
                    <a:lnTo>
                      <a:pt x="39525" y="9918"/>
                    </a:lnTo>
                    <a:lnTo>
                      <a:pt x="39483" y="9814"/>
                    </a:lnTo>
                    <a:lnTo>
                      <a:pt x="39525" y="9730"/>
                    </a:lnTo>
                    <a:lnTo>
                      <a:pt x="39483" y="9709"/>
                    </a:lnTo>
                    <a:lnTo>
                      <a:pt x="39336" y="9793"/>
                    </a:lnTo>
                    <a:lnTo>
                      <a:pt x="39274" y="9876"/>
                    </a:lnTo>
                    <a:lnTo>
                      <a:pt x="39274" y="9981"/>
                    </a:lnTo>
                    <a:lnTo>
                      <a:pt x="39253" y="10107"/>
                    </a:lnTo>
                    <a:lnTo>
                      <a:pt x="39211" y="10127"/>
                    </a:lnTo>
                    <a:lnTo>
                      <a:pt x="39232" y="10086"/>
                    </a:lnTo>
                    <a:lnTo>
                      <a:pt x="39232" y="10023"/>
                    </a:lnTo>
                    <a:lnTo>
                      <a:pt x="39148" y="9981"/>
                    </a:lnTo>
                    <a:lnTo>
                      <a:pt x="39044" y="9981"/>
                    </a:lnTo>
                    <a:lnTo>
                      <a:pt x="38939" y="10044"/>
                    </a:lnTo>
                    <a:lnTo>
                      <a:pt x="38855" y="10023"/>
                    </a:lnTo>
                    <a:lnTo>
                      <a:pt x="38730" y="10044"/>
                    </a:lnTo>
                    <a:lnTo>
                      <a:pt x="38625" y="10107"/>
                    </a:lnTo>
                    <a:lnTo>
                      <a:pt x="38500" y="10107"/>
                    </a:lnTo>
                    <a:lnTo>
                      <a:pt x="38583" y="10044"/>
                    </a:lnTo>
                    <a:lnTo>
                      <a:pt x="38688" y="10002"/>
                    </a:lnTo>
                    <a:lnTo>
                      <a:pt x="38772" y="9897"/>
                    </a:lnTo>
                    <a:lnTo>
                      <a:pt x="38730" y="9814"/>
                    </a:lnTo>
                    <a:lnTo>
                      <a:pt x="38688" y="9814"/>
                    </a:lnTo>
                    <a:lnTo>
                      <a:pt x="38541" y="9835"/>
                    </a:lnTo>
                    <a:lnTo>
                      <a:pt x="38604" y="9772"/>
                    </a:lnTo>
                    <a:lnTo>
                      <a:pt x="38688" y="9772"/>
                    </a:lnTo>
                    <a:lnTo>
                      <a:pt x="38772" y="9709"/>
                    </a:lnTo>
                    <a:lnTo>
                      <a:pt x="38813" y="9604"/>
                    </a:lnTo>
                    <a:lnTo>
                      <a:pt x="38897" y="9583"/>
                    </a:lnTo>
                    <a:lnTo>
                      <a:pt x="38939" y="9521"/>
                    </a:lnTo>
                    <a:lnTo>
                      <a:pt x="39002" y="9521"/>
                    </a:lnTo>
                    <a:lnTo>
                      <a:pt x="39106" y="9604"/>
                    </a:lnTo>
                    <a:lnTo>
                      <a:pt x="39169" y="9667"/>
                    </a:lnTo>
                    <a:lnTo>
                      <a:pt x="39253" y="9667"/>
                    </a:lnTo>
                    <a:lnTo>
                      <a:pt x="39357" y="9521"/>
                    </a:lnTo>
                    <a:lnTo>
                      <a:pt x="39441" y="9458"/>
                    </a:lnTo>
                    <a:lnTo>
                      <a:pt x="39441" y="9395"/>
                    </a:lnTo>
                    <a:lnTo>
                      <a:pt x="39336" y="9270"/>
                    </a:lnTo>
                    <a:lnTo>
                      <a:pt x="39316" y="9165"/>
                    </a:lnTo>
                    <a:lnTo>
                      <a:pt x="39274" y="9060"/>
                    </a:lnTo>
                    <a:lnTo>
                      <a:pt x="39169" y="8956"/>
                    </a:lnTo>
                    <a:lnTo>
                      <a:pt x="39106" y="8893"/>
                    </a:lnTo>
                    <a:lnTo>
                      <a:pt x="39023" y="8726"/>
                    </a:lnTo>
                    <a:lnTo>
                      <a:pt x="38960" y="8747"/>
                    </a:lnTo>
                    <a:lnTo>
                      <a:pt x="38960" y="8830"/>
                    </a:lnTo>
                    <a:lnTo>
                      <a:pt x="38918" y="8893"/>
                    </a:lnTo>
                    <a:lnTo>
                      <a:pt x="38855" y="8935"/>
                    </a:lnTo>
                    <a:lnTo>
                      <a:pt x="38834" y="8977"/>
                    </a:lnTo>
                    <a:lnTo>
                      <a:pt x="38834" y="9060"/>
                    </a:lnTo>
                    <a:lnTo>
                      <a:pt x="38751" y="9102"/>
                    </a:lnTo>
                    <a:lnTo>
                      <a:pt x="38709" y="9186"/>
                    </a:lnTo>
                    <a:lnTo>
                      <a:pt x="38709" y="9291"/>
                    </a:lnTo>
                    <a:lnTo>
                      <a:pt x="38583" y="9353"/>
                    </a:lnTo>
                    <a:lnTo>
                      <a:pt x="38500" y="9458"/>
                    </a:lnTo>
                    <a:lnTo>
                      <a:pt x="38479" y="9542"/>
                    </a:lnTo>
                    <a:lnTo>
                      <a:pt x="38416" y="9604"/>
                    </a:lnTo>
                    <a:lnTo>
                      <a:pt x="38374" y="9583"/>
                    </a:lnTo>
                    <a:lnTo>
                      <a:pt x="38395" y="9458"/>
                    </a:lnTo>
                    <a:lnTo>
                      <a:pt x="38500" y="9291"/>
                    </a:lnTo>
                    <a:lnTo>
                      <a:pt x="38583" y="9270"/>
                    </a:lnTo>
                    <a:lnTo>
                      <a:pt x="38583" y="9228"/>
                    </a:lnTo>
                    <a:lnTo>
                      <a:pt x="38541" y="9186"/>
                    </a:lnTo>
                    <a:lnTo>
                      <a:pt x="38500" y="9123"/>
                    </a:lnTo>
                    <a:lnTo>
                      <a:pt x="38186" y="9332"/>
                    </a:lnTo>
                    <a:lnTo>
                      <a:pt x="38060" y="9500"/>
                    </a:lnTo>
                    <a:lnTo>
                      <a:pt x="37997" y="9583"/>
                    </a:lnTo>
                    <a:lnTo>
                      <a:pt x="37893" y="9604"/>
                    </a:lnTo>
                    <a:lnTo>
                      <a:pt x="37893" y="9583"/>
                    </a:lnTo>
                    <a:lnTo>
                      <a:pt x="37956" y="9542"/>
                    </a:lnTo>
                    <a:lnTo>
                      <a:pt x="38039" y="9374"/>
                    </a:lnTo>
                    <a:lnTo>
                      <a:pt x="38060" y="9291"/>
                    </a:lnTo>
                    <a:lnTo>
                      <a:pt x="38186" y="9165"/>
                    </a:lnTo>
                    <a:lnTo>
                      <a:pt x="38248" y="9081"/>
                    </a:lnTo>
                    <a:lnTo>
                      <a:pt x="38207" y="9019"/>
                    </a:lnTo>
                    <a:lnTo>
                      <a:pt x="38207" y="8935"/>
                    </a:lnTo>
                    <a:lnTo>
                      <a:pt x="38081" y="9019"/>
                    </a:lnTo>
                    <a:lnTo>
                      <a:pt x="37935" y="9144"/>
                    </a:lnTo>
                    <a:lnTo>
                      <a:pt x="37893" y="9249"/>
                    </a:lnTo>
                    <a:lnTo>
                      <a:pt x="37809" y="9353"/>
                    </a:lnTo>
                    <a:lnTo>
                      <a:pt x="37788" y="9332"/>
                    </a:lnTo>
                    <a:lnTo>
                      <a:pt x="37809" y="9228"/>
                    </a:lnTo>
                    <a:lnTo>
                      <a:pt x="37872" y="9123"/>
                    </a:lnTo>
                    <a:lnTo>
                      <a:pt x="37809" y="9081"/>
                    </a:lnTo>
                    <a:lnTo>
                      <a:pt x="37809" y="9039"/>
                    </a:lnTo>
                    <a:lnTo>
                      <a:pt x="37893" y="9019"/>
                    </a:lnTo>
                    <a:lnTo>
                      <a:pt x="38081" y="8872"/>
                    </a:lnTo>
                    <a:lnTo>
                      <a:pt x="38269" y="8726"/>
                    </a:lnTo>
                    <a:lnTo>
                      <a:pt x="38269" y="8642"/>
                    </a:lnTo>
                    <a:lnTo>
                      <a:pt x="38186" y="8642"/>
                    </a:lnTo>
                    <a:lnTo>
                      <a:pt x="38060" y="8726"/>
                    </a:lnTo>
                    <a:lnTo>
                      <a:pt x="38018" y="8809"/>
                    </a:lnTo>
                    <a:lnTo>
                      <a:pt x="37914" y="8851"/>
                    </a:lnTo>
                    <a:lnTo>
                      <a:pt x="37914" y="8809"/>
                    </a:lnTo>
                    <a:lnTo>
                      <a:pt x="37893" y="8747"/>
                    </a:lnTo>
                    <a:lnTo>
                      <a:pt x="37704" y="8872"/>
                    </a:lnTo>
                    <a:lnTo>
                      <a:pt x="37642" y="8977"/>
                    </a:lnTo>
                    <a:lnTo>
                      <a:pt x="37558" y="9165"/>
                    </a:lnTo>
                    <a:lnTo>
                      <a:pt x="37432" y="9249"/>
                    </a:lnTo>
                    <a:lnTo>
                      <a:pt x="37349" y="9249"/>
                    </a:lnTo>
                    <a:lnTo>
                      <a:pt x="37432" y="9165"/>
                    </a:lnTo>
                    <a:lnTo>
                      <a:pt x="37558" y="9060"/>
                    </a:lnTo>
                    <a:lnTo>
                      <a:pt x="37600" y="8956"/>
                    </a:lnTo>
                    <a:lnTo>
                      <a:pt x="37579" y="8935"/>
                    </a:lnTo>
                    <a:lnTo>
                      <a:pt x="37495" y="8935"/>
                    </a:lnTo>
                    <a:lnTo>
                      <a:pt x="37600" y="8851"/>
                    </a:lnTo>
                    <a:lnTo>
                      <a:pt x="37746" y="8830"/>
                    </a:lnTo>
                    <a:lnTo>
                      <a:pt x="37788" y="8767"/>
                    </a:lnTo>
                    <a:lnTo>
                      <a:pt x="37767" y="8726"/>
                    </a:lnTo>
                    <a:lnTo>
                      <a:pt x="37683" y="8747"/>
                    </a:lnTo>
                    <a:lnTo>
                      <a:pt x="37558" y="8767"/>
                    </a:lnTo>
                    <a:lnTo>
                      <a:pt x="37474" y="8851"/>
                    </a:lnTo>
                    <a:lnTo>
                      <a:pt x="37391" y="8830"/>
                    </a:lnTo>
                    <a:lnTo>
                      <a:pt x="37600" y="8726"/>
                    </a:lnTo>
                    <a:lnTo>
                      <a:pt x="37579" y="8663"/>
                    </a:lnTo>
                    <a:lnTo>
                      <a:pt x="37474" y="8663"/>
                    </a:lnTo>
                    <a:lnTo>
                      <a:pt x="37537" y="8600"/>
                    </a:lnTo>
                    <a:lnTo>
                      <a:pt x="37642" y="8600"/>
                    </a:lnTo>
                    <a:lnTo>
                      <a:pt x="37683" y="8642"/>
                    </a:lnTo>
                    <a:lnTo>
                      <a:pt x="37809" y="8642"/>
                    </a:lnTo>
                    <a:lnTo>
                      <a:pt x="37872" y="8537"/>
                    </a:lnTo>
                    <a:lnTo>
                      <a:pt x="37997" y="8495"/>
                    </a:lnTo>
                    <a:lnTo>
                      <a:pt x="37997" y="8412"/>
                    </a:lnTo>
                    <a:lnTo>
                      <a:pt x="38060" y="8328"/>
                    </a:lnTo>
                    <a:lnTo>
                      <a:pt x="38060" y="8286"/>
                    </a:lnTo>
                    <a:lnTo>
                      <a:pt x="37976" y="8286"/>
                    </a:lnTo>
                    <a:lnTo>
                      <a:pt x="37914" y="8223"/>
                    </a:lnTo>
                    <a:lnTo>
                      <a:pt x="37809" y="8203"/>
                    </a:lnTo>
                    <a:lnTo>
                      <a:pt x="37683" y="8307"/>
                    </a:lnTo>
                    <a:lnTo>
                      <a:pt x="37537" y="8349"/>
                    </a:lnTo>
                    <a:lnTo>
                      <a:pt x="37453" y="8495"/>
                    </a:lnTo>
                    <a:lnTo>
                      <a:pt x="37244" y="8705"/>
                    </a:lnTo>
                    <a:lnTo>
                      <a:pt x="37181" y="8705"/>
                    </a:lnTo>
                    <a:lnTo>
                      <a:pt x="37223" y="8621"/>
                    </a:lnTo>
                    <a:lnTo>
                      <a:pt x="37265" y="8621"/>
                    </a:lnTo>
                    <a:lnTo>
                      <a:pt x="37370" y="8537"/>
                    </a:lnTo>
                    <a:lnTo>
                      <a:pt x="37495" y="8349"/>
                    </a:lnTo>
                    <a:lnTo>
                      <a:pt x="37642" y="8286"/>
                    </a:lnTo>
                    <a:lnTo>
                      <a:pt x="37704" y="8203"/>
                    </a:lnTo>
                    <a:lnTo>
                      <a:pt x="37683" y="8140"/>
                    </a:lnTo>
                    <a:lnTo>
                      <a:pt x="37495" y="8140"/>
                    </a:lnTo>
                    <a:lnTo>
                      <a:pt x="37328" y="8286"/>
                    </a:lnTo>
                    <a:lnTo>
                      <a:pt x="37495" y="8119"/>
                    </a:lnTo>
                    <a:lnTo>
                      <a:pt x="37663" y="8077"/>
                    </a:lnTo>
                    <a:lnTo>
                      <a:pt x="37767" y="8098"/>
                    </a:lnTo>
                    <a:lnTo>
                      <a:pt x="37851" y="8119"/>
                    </a:lnTo>
                    <a:lnTo>
                      <a:pt x="37956" y="8014"/>
                    </a:lnTo>
                    <a:lnTo>
                      <a:pt x="37956" y="7931"/>
                    </a:lnTo>
                    <a:lnTo>
                      <a:pt x="37914" y="7889"/>
                    </a:lnTo>
                    <a:lnTo>
                      <a:pt x="37914" y="7805"/>
                    </a:lnTo>
                    <a:lnTo>
                      <a:pt x="37914" y="7721"/>
                    </a:lnTo>
                    <a:lnTo>
                      <a:pt x="37788" y="7679"/>
                    </a:lnTo>
                    <a:lnTo>
                      <a:pt x="37746" y="7596"/>
                    </a:lnTo>
                    <a:lnTo>
                      <a:pt x="37642" y="7575"/>
                    </a:lnTo>
                    <a:lnTo>
                      <a:pt x="37600" y="7617"/>
                    </a:lnTo>
                    <a:lnTo>
                      <a:pt x="37558" y="7617"/>
                    </a:lnTo>
                    <a:lnTo>
                      <a:pt x="37558" y="7533"/>
                    </a:lnTo>
                    <a:lnTo>
                      <a:pt x="37474" y="7512"/>
                    </a:lnTo>
                    <a:lnTo>
                      <a:pt x="37391" y="7428"/>
                    </a:lnTo>
                    <a:lnTo>
                      <a:pt x="37391" y="7366"/>
                    </a:lnTo>
                    <a:lnTo>
                      <a:pt x="37244" y="7282"/>
                    </a:lnTo>
                    <a:lnTo>
                      <a:pt x="37181" y="7282"/>
                    </a:lnTo>
                    <a:lnTo>
                      <a:pt x="37139" y="7219"/>
                    </a:lnTo>
                    <a:lnTo>
                      <a:pt x="37014" y="7219"/>
                    </a:lnTo>
                    <a:lnTo>
                      <a:pt x="36826" y="7261"/>
                    </a:lnTo>
                    <a:lnTo>
                      <a:pt x="36721" y="7366"/>
                    </a:lnTo>
                    <a:lnTo>
                      <a:pt x="36595" y="7366"/>
                    </a:lnTo>
                    <a:lnTo>
                      <a:pt x="36491" y="7533"/>
                    </a:lnTo>
                    <a:lnTo>
                      <a:pt x="36512" y="7596"/>
                    </a:lnTo>
                    <a:lnTo>
                      <a:pt x="36595" y="7617"/>
                    </a:lnTo>
                    <a:lnTo>
                      <a:pt x="36805" y="7805"/>
                    </a:lnTo>
                    <a:lnTo>
                      <a:pt x="36826" y="7847"/>
                    </a:lnTo>
                    <a:lnTo>
                      <a:pt x="36909" y="7889"/>
                    </a:lnTo>
                    <a:lnTo>
                      <a:pt x="36951" y="7993"/>
                    </a:lnTo>
                    <a:lnTo>
                      <a:pt x="36909" y="7993"/>
                    </a:lnTo>
                    <a:lnTo>
                      <a:pt x="36826" y="7931"/>
                    </a:lnTo>
                    <a:lnTo>
                      <a:pt x="36700" y="7931"/>
                    </a:lnTo>
                    <a:lnTo>
                      <a:pt x="36700" y="7847"/>
                    </a:lnTo>
                    <a:lnTo>
                      <a:pt x="36512" y="7679"/>
                    </a:lnTo>
                    <a:lnTo>
                      <a:pt x="36428" y="7700"/>
                    </a:lnTo>
                    <a:lnTo>
                      <a:pt x="36386" y="7721"/>
                    </a:lnTo>
                    <a:lnTo>
                      <a:pt x="36386" y="7721"/>
                    </a:lnTo>
                    <a:lnTo>
                      <a:pt x="36407" y="7638"/>
                    </a:lnTo>
                    <a:lnTo>
                      <a:pt x="36428" y="7533"/>
                    </a:lnTo>
                    <a:lnTo>
                      <a:pt x="36303" y="7491"/>
                    </a:lnTo>
                    <a:lnTo>
                      <a:pt x="36240" y="7512"/>
                    </a:lnTo>
                    <a:lnTo>
                      <a:pt x="36240" y="7721"/>
                    </a:lnTo>
                    <a:lnTo>
                      <a:pt x="36303" y="7826"/>
                    </a:lnTo>
                    <a:lnTo>
                      <a:pt x="36323" y="7951"/>
                    </a:lnTo>
                    <a:lnTo>
                      <a:pt x="36303" y="8035"/>
                    </a:lnTo>
                    <a:lnTo>
                      <a:pt x="36303" y="7931"/>
                    </a:lnTo>
                    <a:lnTo>
                      <a:pt x="36219" y="7784"/>
                    </a:lnTo>
                    <a:lnTo>
                      <a:pt x="36135" y="7889"/>
                    </a:lnTo>
                    <a:lnTo>
                      <a:pt x="36093" y="7993"/>
                    </a:lnTo>
                    <a:lnTo>
                      <a:pt x="36135" y="8056"/>
                    </a:lnTo>
                    <a:lnTo>
                      <a:pt x="36072" y="8119"/>
                    </a:lnTo>
                    <a:lnTo>
                      <a:pt x="35968" y="8056"/>
                    </a:lnTo>
                    <a:lnTo>
                      <a:pt x="35863" y="8035"/>
                    </a:lnTo>
                    <a:lnTo>
                      <a:pt x="35905" y="7951"/>
                    </a:lnTo>
                    <a:lnTo>
                      <a:pt x="36010" y="7889"/>
                    </a:lnTo>
                    <a:lnTo>
                      <a:pt x="36135" y="7700"/>
                    </a:lnTo>
                    <a:lnTo>
                      <a:pt x="36177" y="7596"/>
                    </a:lnTo>
                    <a:lnTo>
                      <a:pt x="36093" y="7512"/>
                    </a:lnTo>
                    <a:lnTo>
                      <a:pt x="36072" y="7407"/>
                    </a:lnTo>
                    <a:lnTo>
                      <a:pt x="35926" y="7533"/>
                    </a:lnTo>
                    <a:lnTo>
                      <a:pt x="35884" y="7596"/>
                    </a:lnTo>
                    <a:lnTo>
                      <a:pt x="35863" y="7533"/>
                    </a:lnTo>
                    <a:lnTo>
                      <a:pt x="35884" y="7407"/>
                    </a:lnTo>
                    <a:lnTo>
                      <a:pt x="35779" y="7387"/>
                    </a:lnTo>
                    <a:lnTo>
                      <a:pt x="35717" y="7407"/>
                    </a:lnTo>
                    <a:lnTo>
                      <a:pt x="35696" y="7491"/>
                    </a:lnTo>
                    <a:lnTo>
                      <a:pt x="35717" y="7617"/>
                    </a:lnTo>
                    <a:lnTo>
                      <a:pt x="35717" y="7742"/>
                    </a:lnTo>
                    <a:lnTo>
                      <a:pt x="35675" y="7700"/>
                    </a:lnTo>
                    <a:lnTo>
                      <a:pt x="35675" y="7533"/>
                    </a:lnTo>
                    <a:lnTo>
                      <a:pt x="35654" y="7512"/>
                    </a:lnTo>
                    <a:lnTo>
                      <a:pt x="35591" y="7617"/>
                    </a:lnTo>
                    <a:lnTo>
                      <a:pt x="35487" y="7638"/>
                    </a:lnTo>
                    <a:lnTo>
                      <a:pt x="35487" y="7721"/>
                    </a:lnTo>
                    <a:lnTo>
                      <a:pt x="35403" y="7826"/>
                    </a:lnTo>
                    <a:lnTo>
                      <a:pt x="35340" y="7847"/>
                    </a:lnTo>
                    <a:lnTo>
                      <a:pt x="35277" y="7931"/>
                    </a:lnTo>
                    <a:lnTo>
                      <a:pt x="35173" y="7931"/>
                    </a:lnTo>
                    <a:lnTo>
                      <a:pt x="35256" y="7847"/>
                    </a:lnTo>
                    <a:lnTo>
                      <a:pt x="35256" y="7784"/>
                    </a:lnTo>
                    <a:lnTo>
                      <a:pt x="35194" y="7721"/>
                    </a:lnTo>
                    <a:lnTo>
                      <a:pt x="35152" y="7721"/>
                    </a:lnTo>
                    <a:lnTo>
                      <a:pt x="35152" y="7679"/>
                    </a:lnTo>
                    <a:lnTo>
                      <a:pt x="35235" y="7679"/>
                    </a:lnTo>
                    <a:lnTo>
                      <a:pt x="35277" y="7700"/>
                    </a:lnTo>
                    <a:lnTo>
                      <a:pt x="35298" y="7638"/>
                    </a:lnTo>
                    <a:lnTo>
                      <a:pt x="35298" y="7596"/>
                    </a:lnTo>
                    <a:lnTo>
                      <a:pt x="35298" y="7554"/>
                    </a:lnTo>
                    <a:lnTo>
                      <a:pt x="35403" y="7491"/>
                    </a:lnTo>
                    <a:lnTo>
                      <a:pt x="35570" y="7345"/>
                    </a:lnTo>
                    <a:lnTo>
                      <a:pt x="35591" y="7261"/>
                    </a:lnTo>
                    <a:lnTo>
                      <a:pt x="35675" y="7177"/>
                    </a:lnTo>
                    <a:lnTo>
                      <a:pt x="35570" y="7177"/>
                    </a:lnTo>
                    <a:lnTo>
                      <a:pt x="35403" y="7282"/>
                    </a:lnTo>
                    <a:lnTo>
                      <a:pt x="35277" y="7407"/>
                    </a:lnTo>
                    <a:lnTo>
                      <a:pt x="35194" y="7407"/>
                    </a:lnTo>
                    <a:lnTo>
                      <a:pt x="35277" y="7324"/>
                    </a:lnTo>
                    <a:lnTo>
                      <a:pt x="35361" y="7219"/>
                    </a:lnTo>
                    <a:lnTo>
                      <a:pt x="35445" y="7156"/>
                    </a:lnTo>
                    <a:lnTo>
                      <a:pt x="35549" y="7114"/>
                    </a:lnTo>
                    <a:lnTo>
                      <a:pt x="35612" y="7052"/>
                    </a:lnTo>
                    <a:lnTo>
                      <a:pt x="35696" y="7052"/>
                    </a:lnTo>
                    <a:lnTo>
                      <a:pt x="35779" y="6905"/>
                    </a:lnTo>
                    <a:lnTo>
                      <a:pt x="35779" y="6863"/>
                    </a:lnTo>
                    <a:lnTo>
                      <a:pt x="35696" y="6780"/>
                    </a:lnTo>
                    <a:lnTo>
                      <a:pt x="35696" y="6675"/>
                    </a:lnTo>
                    <a:lnTo>
                      <a:pt x="35717" y="6591"/>
                    </a:lnTo>
                    <a:lnTo>
                      <a:pt x="35884" y="6424"/>
                    </a:lnTo>
                    <a:lnTo>
                      <a:pt x="35905" y="6361"/>
                    </a:lnTo>
                    <a:lnTo>
                      <a:pt x="35863" y="6257"/>
                    </a:lnTo>
                    <a:lnTo>
                      <a:pt x="35842" y="6194"/>
                    </a:lnTo>
                    <a:lnTo>
                      <a:pt x="35800" y="6131"/>
                    </a:lnTo>
                    <a:lnTo>
                      <a:pt x="35884" y="6006"/>
                    </a:lnTo>
                    <a:lnTo>
                      <a:pt x="35968" y="5922"/>
                    </a:lnTo>
                    <a:lnTo>
                      <a:pt x="35989" y="5838"/>
                    </a:lnTo>
                    <a:lnTo>
                      <a:pt x="36010" y="5587"/>
                    </a:lnTo>
                    <a:lnTo>
                      <a:pt x="36051" y="5524"/>
                    </a:lnTo>
                    <a:lnTo>
                      <a:pt x="36010" y="5462"/>
                    </a:lnTo>
                    <a:lnTo>
                      <a:pt x="35842" y="5399"/>
                    </a:lnTo>
                    <a:lnTo>
                      <a:pt x="35654" y="5399"/>
                    </a:lnTo>
                    <a:lnTo>
                      <a:pt x="35487" y="5357"/>
                    </a:lnTo>
                    <a:lnTo>
                      <a:pt x="35361" y="5420"/>
                    </a:lnTo>
                    <a:lnTo>
                      <a:pt x="35235" y="5420"/>
                    </a:lnTo>
                    <a:lnTo>
                      <a:pt x="35068" y="5503"/>
                    </a:lnTo>
                    <a:lnTo>
                      <a:pt x="34796" y="5587"/>
                    </a:lnTo>
                    <a:lnTo>
                      <a:pt x="34754" y="5671"/>
                    </a:lnTo>
                    <a:lnTo>
                      <a:pt x="34859" y="5796"/>
                    </a:lnTo>
                    <a:lnTo>
                      <a:pt x="34859" y="5880"/>
                    </a:lnTo>
                    <a:lnTo>
                      <a:pt x="34817" y="5922"/>
                    </a:lnTo>
                    <a:lnTo>
                      <a:pt x="34754" y="5775"/>
                    </a:lnTo>
                    <a:lnTo>
                      <a:pt x="34712" y="5713"/>
                    </a:lnTo>
                    <a:lnTo>
                      <a:pt x="34650" y="5587"/>
                    </a:lnTo>
                    <a:lnTo>
                      <a:pt x="34524" y="5587"/>
                    </a:lnTo>
                    <a:lnTo>
                      <a:pt x="34440" y="5671"/>
                    </a:lnTo>
                    <a:lnTo>
                      <a:pt x="34440" y="5734"/>
                    </a:lnTo>
                    <a:lnTo>
                      <a:pt x="34398" y="5796"/>
                    </a:lnTo>
                    <a:lnTo>
                      <a:pt x="34378" y="5713"/>
                    </a:lnTo>
                    <a:lnTo>
                      <a:pt x="34398" y="5608"/>
                    </a:lnTo>
                    <a:lnTo>
                      <a:pt x="34336" y="5587"/>
                    </a:lnTo>
                    <a:lnTo>
                      <a:pt x="34189" y="5608"/>
                    </a:lnTo>
                    <a:lnTo>
                      <a:pt x="34126" y="5713"/>
                    </a:lnTo>
                    <a:lnTo>
                      <a:pt x="34126" y="5796"/>
                    </a:lnTo>
                    <a:lnTo>
                      <a:pt x="34273" y="5901"/>
                    </a:lnTo>
                    <a:lnTo>
                      <a:pt x="34378" y="6047"/>
                    </a:lnTo>
                    <a:lnTo>
                      <a:pt x="34503" y="6131"/>
                    </a:lnTo>
                    <a:lnTo>
                      <a:pt x="34440" y="6131"/>
                    </a:lnTo>
                    <a:lnTo>
                      <a:pt x="34294" y="6047"/>
                    </a:lnTo>
                    <a:lnTo>
                      <a:pt x="34106" y="5880"/>
                    </a:lnTo>
                    <a:lnTo>
                      <a:pt x="34064" y="5880"/>
                    </a:lnTo>
                    <a:lnTo>
                      <a:pt x="34022" y="5922"/>
                    </a:lnTo>
                    <a:lnTo>
                      <a:pt x="33854" y="5922"/>
                    </a:lnTo>
                    <a:lnTo>
                      <a:pt x="33813" y="5943"/>
                    </a:lnTo>
                    <a:lnTo>
                      <a:pt x="33875" y="6006"/>
                    </a:lnTo>
                    <a:lnTo>
                      <a:pt x="34001" y="6006"/>
                    </a:lnTo>
                    <a:lnTo>
                      <a:pt x="34022" y="6047"/>
                    </a:lnTo>
                    <a:lnTo>
                      <a:pt x="34064" y="6152"/>
                    </a:lnTo>
                    <a:lnTo>
                      <a:pt x="34210" y="6257"/>
                    </a:lnTo>
                    <a:lnTo>
                      <a:pt x="34231" y="6340"/>
                    </a:lnTo>
                    <a:lnTo>
                      <a:pt x="34315" y="6424"/>
                    </a:lnTo>
                    <a:lnTo>
                      <a:pt x="34210" y="6424"/>
                    </a:lnTo>
                    <a:lnTo>
                      <a:pt x="34126" y="6319"/>
                    </a:lnTo>
                    <a:lnTo>
                      <a:pt x="33980" y="6236"/>
                    </a:lnTo>
                    <a:lnTo>
                      <a:pt x="33980" y="6152"/>
                    </a:lnTo>
                    <a:lnTo>
                      <a:pt x="33875" y="6047"/>
                    </a:lnTo>
                    <a:lnTo>
                      <a:pt x="33750" y="6047"/>
                    </a:lnTo>
                    <a:lnTo>
                      <a:pt x="33666" y="6131"/>
                    </a:lnTo>
                    <a:lnTo>
                      <a:pt x="33666" y="6215"/>
                    </a:lnTo>
                    <a:lnTo>
                      <a:pt x="33582" y="6361"/>
                    </a:lnTo>
                    <a:lnTo>
                      <a:pt x="33541" y="6529"/>
                    </a:lnTo>
                    <a:lnTo>
                      <a:pt x="33603" y="6633"/>
                    </a:lnTo>
                    <a:lnTo>
                      <a:pt x="33478" y="6675"/>
                    </a:lnTo>
                    <a:lnTo>
                      <a:pt x="33478" y="6759"/>
                    </a:lnTo>
                    <a:lnTo>
                      <a:pt x="33541" y="6822"/>
                    </a:lnTo>
                    <a:lnTo>
                      <a:pt x="33562" y="6926"/>
                    </a:lnTo>
                    <a:lnTo>
                      <a:pt x="33645" y="6926"/>
                    </a:lnTo>
                    <a:lnTo>
                      <a:pt x="33813" y="6780"/>
                    </a:lnTo>
                    <a:lnTo>
                      <a:pt x="33896" y="6780"/>
                    </a:lnTo>
                    <a:lnTo>
                      <a:pt x="33917" y="6842"/>
                    </a:lnTo>
                    <a:lnTo>
                      <a:pt x="33813" y="6863"/>
                    </a:lnTo>
                    <a:lnTo>
                      <a:pt x="33771" y="6884"/>
                    </a:lnTo>
                    <a:lnTo>
                      <a:pt x="33771" y="6947"/>
                    </a:lnTo>
                    <a:lnTo>
                      <a:pt x="33687" y="6947"/>
                    </a:lnTo>
                    <a:lnTo>
                      <a:pt x="33603" y="7052"/>
                    </a:lnTo>
                    <a:lnTo>
                      <a:pt x="33603" y="7156"/>
                    </a:lnTo>
                    <a:lnTo>
                      <a:pt x="33541" y="7240"/>
                    </a:lnTo>
                    <a:lnTo>
                      <a:pt x="33478" y="7177"/>
                    </a:lnTo>
                    <a:lnTo>
                      <a:pt x="33499" y="7094"/>
                    </a:lnTo>
                    <a:lnTo>
                      <a:pt x="33436" y="6947"/>
                    </a:lnTo>
                    <a:lnTo>
                      <a:pt x="33352" y="6926"/>
                    </a:lnTo>
                    <a:lnTo>
                      <a:pt x="33290" y="7031"/>
                    </a:lnTo>
                    <a:lnTo>
                      <a:pt x="33331" y="7094"/>
                    </a:lnTo>
                    <a:lnTo>
                      <a:pt x="33269" y="7177"/>
                    </a:lnTo>
                    <a:lnTo>
                      <a:pt x="33164" y="7198"/>
                    </a:lnTo>
                    <a:lnTo>
                      <a:pt x="33122" y="7261"/>
                    </a:lnTo>
                    <a:lnTo>
                      <a:pt x="33080" y="7177"/>
                    </a:lnTo>
                    <a:lnTo>
                      <a:pt x="33038" y="7198"/>
                    </a:lnTo>
                    <a:lnTo>
                      <a:pt x="33059" y="7303"/>
                    </a:lnTo>
                    <a:lnTo>
                      <a:pt x="33122" y="7407"/>
                    </a:lnTo>
                    <a:lnTo>
                      <a:pt x="33122" y="7554"/>
                    </a:lnTo>
                    <a:lnTo>
                      <a:pt x="33143" y="7575"/>
                    </a:lnTo>
                    <a:lnTo>
                      <a:pt x="33143" y="7700"/>
                    </a:lnTo>
                    <a:lnTo>
                      <a:pt x="33227" y="7721"/>
                    </a:lnTo>
                    <a:lnTo>
                      <a:pt x="33290" y="7784"/>
                    </a:lnTo>
                    <a:lnTo>
                      <a:pt x="33269" y="7868"/>
                    </a:lnTo>
                    <a:lnTo>
                      <a:pt x="33290" y="7931"/>
                    </a:lnTo>
                    <a:lnTo>
                      <a:pt x="33290" y="8035"/>
                    </a:lnTo>
                    <a:lnTo>
                      <a:pt x="33185" y="8119"/>
                    </a:lnTo>
                    <a:lnTo>
                      <a:pt x="33143" y="8203"/>
                    </a:lnTo>
                    <a:lnTo>
                      <a:pt x="33122" y="8412"/>
                    </a:lnTo>
                    <a:lnTo>
                      <a:pt x="33059" y="8454"/>
                    </a:lnTo>
                    <a:lnTo>
                      <a:pt x="32934" y="8663"/>
                    </a:lnTo>
                    <a:lnTo>
                      <a:pt x="32934" y="8747"/>
                    </a:lnTo>
                    <a:lnTo>
                      <a:pt x="32808" y="8872"/>
                    </a:lnTo>
                    <a:lnTo>
                      <a:pt x="32829" y="8830"/>
                    </a:lnTo>
                    <a:lnTo>
                      <a:pt x="32829" y="8726"/>
                    </a:lnTo>
                    <a:lnTo>
                      <a:pt x="32871" y="8558"/>
                    </a:lnTo>
                    <a:lnTo>
                      <a:pt x="32955" y="8495"/>
                    </a:lnTo>
                    <a:lnTo>
                      <a:pt x="32934" y="8433"/>
                    </a:lnTo>
                    <a:lnTo>
                      <a:pt x="32913" y="8454"/>
                    </a:lnTo>
                    <a:lnTo>
                      <a:pt x="32829" y="8454"/>
                    </a:lnTo>
                    <a:lnTo>
                      <a:pt x="32746" y="8391"/>
                    </a:lnTo>
                    <a:lnTo>
                      <a:pt x="32704" y="8349"/>
                    </a:lnTo>
                    <a:lnTo>
                      <a:pt x="32746" y="8328"/>
                    </a:lnTo>
                    <a:lnTo>
                      <a:pt x="32829" y="8307"/>
                    </a:lnTo>
                    <a:lnTo>
                      <a:pt x="32913" y="8307"/>
                    </a:lnTo>
                    <a:lnTo>
                      <a:pt x="32913" y="8244"/>
                    </a:lnTo>
                    <a:lnTo>
                      <a:pt x="32955" y="8244"/>
                    </a:lnTo>
                    <a:lnTo>
                      <a:pt x="32976" y="8349"/>
                    </a:lnTo>
                    <a:lnTo>
                      <a:pt x="33038" y="8244"/>
                    </a:lnTo>
                    <a:lnTo>
                      <a:pt x="33038" y="8140"/>
                    </a:lnTo>
                    <a:lnTo>
                      <a:pt x="32934" y="8098"/>
                    </a:lnTo>
                    <a:lnTo>
                      <a:pt x="32913" y="8035"/>
                    </a:lnTo>
                    <a:lnTo>
                      <a:pt x="32808" y="7910"/>
                    </a:lnTo>
                    <a:lnTo>
                      <a:pt x="32808" y="7763"/>
                    </a:lnTo>
                    <a:lnTo>
                      <a:pt x="32746" y="7679"/>
                    </a:lnTo>
                    <a:lnTo>
                      <a:pt x="32725" y="7512"/>
                    </a:lnTo>
                    <a:lnTo>
                      <a:pt x="32704" y="7491"/>
                    </a:lnTo>
                    <a:lnTo>
                      <a:pt x="32704" y="7407"/>
                    </a:lnTo>
                    <a:lnTo>
                      <a:pt x="32746" y="7366"/>
                    </a:lnTo>
                    <a:lnTo>
                      <a:pt x="32829" y="7198"/>
                    </a:lnTo>
                    <a:lnTo>
                      <a:pt x="32829" y="7094"/>
                    </a:lnTo>
                    <a:lnTo>
                      <a:pt x="32934" y="6989"/>
                    </a:lnTo>
                    <a:lnTo>
                      <a:pt x="33018" y="6884"/>
                    </a:lnTo>
                    <a:lnTo>
                      <a:pt x="33122" y="6842"/>
                    </a:lnTo>
                    <a:lnTo>
                      <a:pt x="33122" y="6738"/>
                    </a:lnTo>
                    <a:lnTo>
                      <a:pt x="33059" y="6654"/>
                    </a:lnTo>
                    <a:lnTo>
                      <a:pt x="33018" y="6550"/>
                    </a:lnTo>
                    <a:lnTo>
                      <a:pt x="33038" y="6424"/>
                    </a:lnTo>
                    <a:lnTo>
                      <a:pt x="33143" y="6215"/>
                    </a:lnTo>
                    <a:lnTo>
                      <a:pt x="33227" y="6173"/>
                    </a:lnTo>
                    <a:lnTo>
                      <a:pt x="33394" y="6068"/>
                    </a:lnTo>
                    <a:lnTo>
                      <a:pt x="33603" y="5817"/>
                    </a:lnTo>
                    <a:lnTo>
                      <a:pt x="33813" y="5608"/>
                    </a:lnTo>
                    <a:lnTo>
                      <a:pt x="33959" y="5587"/>
                    </a:lnTo>
                    <a:lnTo>
                      <a:pt x="34064" y="5441"/>
                    </a:lnTo>
                    <a:lnTo>
                      <a:pt x="34106" y="5378"/>
                    </a:lnTo>
                    <a:lnTo>
                      <a:pt x="34210" y="5378"/>
                    </a:lnTo>
                    <a:lnTo>
                      <a:pt x="34398" y="5294"/>
                    </a:lnTo>
                    <a:lnTo>
                      <a:pt x="34545" y="5231"/>
                    </a:lnTo>
                    <a:lnTo>
                      <a:pt x="34587" y="5169"/>
                    </a:lnTo>
                    <a:lnTo>
                      <a:pt x="34545" y="5085"/>
                    </a:lnTo>
                    <a:lnTo>
                      <a:pt x="34315" y="4980"/>
                    </a:lnTo>
                    <a:lnTo>
                      <a:pt x="34189" y="4897"/>
                    </a:lnTo>
                    <a:lnTo>
                      <a:pt x="34001" y="4897"/>
                    </a:lnTo>
                    <a:lnTo>
                      <a:pt x="33959" y="4876"/>
                    </a:lnTo>
                    <a:lnTo>
                      <a:pt x="33875" y="4897"/>
                    </a:lnTo>
                    <a:lnTo>
                      <a:pt x="33708" y="4876"/>
                    </a:lnTo>
                    <a:lnTo>
                      <a:pt x="33645" y="4897"/>
                    </a:lnTo>
                    <a:lnTo>
                      <a:pt x="33436" y="4897"/>
                    </a:lnTo>
                    <a:lnTo>
                      <a:pt x="33122" y="5001"/>
                    </a:lnTo>
                    <a:lnTo>
                      <a:pt x="32934" y="5190"/>
                    </a:lnTo>
                    <a:lnTo>
                      <a:pt x="32725" y="5273"/>
                    </a:lnTo>
                    <a:lnTo>
                      <a:pt x="32704" y="5378"/>
                    </a:lnTo>
                    <a:lnTo>
                      <a:pt x="32725" y="5482"/>
                    </a:lnTo>
                    <a:lnTo>
                      <a:pt x="32641" y="5441"/>
                    </a:lnTo>
                    <a:lnTo>
                      <a:pt x="32557" y="5441"/>
                    </a:lnTo>
                    <a:lnTo>
                      <a:pt x="32494" y="5545"/>
                    </a:lnTo>
                    <a:lnTo>
                      <a:pt x="32348" y="5545"/>
                    </a:lnTo>
                    <a:lnTo>
                      <a:pt x="32243" y="5692"/>
                    </a:lnTo>
                    <a:lnTo>
                      <a:pt x="32243" y="5796"/>
                    </a:lnTo>
                    <a:lnTo>
                      <a:pt x="32181" y="5796"/>
                    </a:lnTo>
                    <a:lnTo>
                      <a:pt x="32034" y="6006"/>
                    </a:lnTo>
                    <a:lnTo>
                      <a:pt x="32097" y="6068"/>
                    </a:lnTo>
                    <a:lnTo>
                      <a:pt x="32034" y="6152"/>
                    </a:lnTo>
                    <a:lnTo>
                      <a:pt x="31992" y="6068"/>
                    </a:lnTo>
                    <a:lnTo>
                      <a:pt x="31930" y="6068"/>
                    </a:lnTo>
                    <a:lnTo>
                      <a:pt x="31888" y="6257"/>
                    </a:lnTo>
                    <a:lnTo>
                      <a:pt x="31762" y="6257"/>
                    </a:lnTo>
                    <a:lnTo>
                      <a:pt x="31678" y="6361"/>
                    </a:lnTo>
                    <a:lnTo>
                      <a:pt x="31616" y="6424"/>
                    </a:lnTo>
                    <a:lnTo>
                      <a:pt x="31553" y="6570"/>
                    </a:lnTo>
                    <a:lnTo>
                      <a:pt x="31448" y="6759"/>
                    </a:lnTo>
                    <a:lnTo>
                      <a:pt x="31448" y="6863"/>
                    </a:lnTo>
                    <a:lnTo>
                      <a:pt x="31490" y="6842"/>
                    </a:lnTo>
                    <a:lnTo>
                      <a:pt x="31511" y="6842"/>
                    </a:lnTo>
                    <a:lnTo>
                      <a:pt x="31490" y="6905"/>
                    </a:lnTo>
                    <a:lnTo>
                      <a:pt x="31406" y="6905"/>
                    </a:lnTo>
                    <a:lnTo>
                      <a:pt x="31260" y="6989"/>
                    </a:lnTo>
                    <a:lnTo>
                      <a:pt x="31239" y="7094"/>
                    </a:lnTo>
                    <a:lnTo>
                      <a:pt x="31155" y="7114"/>
                    </a:lnTo>
                    <a:lnTo>
                      <a:pt x="31134" y="7198"/>
                    </a:lnTo>
                    <a:lnTo>
                      <a:pt x="31134" y="7407"/>
                    </a:lnTo>
                    <a:lnTo>
                      <a:pt x="31072" y="7512"/>
                    </a:lnTo>
                    <a:lnTo>
                      <a:pt x="30988" y="7512"/>
                    </a:lnTo>
                    <a:lnTo>
                      <a:pt x="30967" y="7659"/>
                    </a:lnTo>
                    <a:lnTo>
                      <a:pt x="30967" y="7721"/>
                    </a:lnTo>
                    <a:lnTo>
                      <a:pt x="30862" y="7784"/>
                    </a:lnTo>
                    <a:lnTo>
                      <a:pt x="30821" y="7972"/>
                    </a:lnTo>
                    <a:lnTo>
                      <a:pt x="30862" y="8077"/>
                    </a:lnTo>
                    <a:lnTo>
                      <a:pt x="31072" y="8182"/>
                    </a:lnTo>
                    <a:lnTo>
                      <a:pt x="31176" y="8182"/>
                    </a:lnTo>
                    <a:lnTo>
                      <a:pt x="31302" y="8244"/>
                    </a:lnTo>
                    <a:lnTo>
                      <a:pt x="31385" y="8244"/>
                    </a:lnTo>
                    <a:lnTo>
                      <a:pt x="31511" y="8328"/>
                    </a:lnTo>
                    <a:lnTo>
                      <a:pt x="31678" y="8328"/>
                    </a:lnTo>
                    <a:lnTo>
                      <a:pt x="31699" y="8495"/>
                    </a:lnTo>
                    <a:lnTo>
                      <a:pt x="31867" y="8558"/>
                    </a:lnTo>
                    <a:lnTo>
                      <a:pt x="31888" y="8642"/>
                    </a:lnTo>
                    <a:lnTo>
                      <a:pt x="31971" y="8705"/>
                    </a:lnTo>
                    <a:lnTo>
                      <a:pt x="31804" y="8705"/>
                    </a:lnTo>
                    <a:lnTo>
                      <a:pt x="31762" y="8726"/>
                    </a:lnTo>
                    <a:lnTo>
                      <a:pt x="31574" y="8726"/>
                    </a:lnTo>
                    <a:lnTo>
                      <a:pt x="31365" y="8642"/>
                    </a:lnTo>
                    <a:lnTo>
                      <a:pt x="31344" y="8537"/>
                    </a:lnTo>
                    <a:lnTo>
                      <a:pt x="31239" y="8454"/>
                    </a:lnTo>
                    <a:lnTo>
                      <a:pt x="31051" y="8454"/>
                    </a:lnTo>
                    <a:lnTo>
                      <a:pt x="30988" y="8412"/>
                    </a:lnTo>
                    <a:lnTo>
                      <a:pt x="30883" y="8391"/>
                    </a:lnTo>
                    <a:lnTo>
                      <a:pt x="30862" y="8433"/>
                    </a:lnTo>
                    <a:lnTo>
                      <a:pt x="30925" y="8558"/>
                    </a:lnTo>
                    <a:lnTo>
                      <a:pt x="30925" y="8642"/>
                    </a:lnTo>
                    <a:lnTo>
                      <a:pt x="30841" y="8642"/>
                    </a:lnTo>
                    <a:lnTo>
                      <a:pt x="30821" y="8726"/>
                    </a:lnTo>
                    <a:lnTo>
                      <a:pt x="30862" y="8914"/>
                    </a:lnTo>
                    <a:lnTo>
                      <a:pt x="30883" y="9039"/>
                    </a:lnTo>
                    <a:lnTo>
                      <a:pt x="30862" y="9165"/>
                    </a:lnTo>
                    <a:lnTo>
                      <a:pt x="30883" y="9270"/>
                    </a:lnTo>
                    <a:lnTo>
                      <a:pt x="31030" y="9353"/>
                    </a:lnTo>
                    <a:lnTo>
                      <a:pt x="31134" y="9458"/>
                    </a:lnTo>
                    <a:lnTo>
                      <a:pt x="31134" y="9500"/>
                    </a:lnTo>
                    <a:lnTo>
                      <a:pt x="31072" y="9458"/>
                    </a:lnTo>
                    <a:lnTo>
                      <a:pt x="31051" y="9458"/>
                    </a:lnTo>
                    <a:lnTo>
                      <a:pt x="31072" y="9563"/>
                    </a:lnTo>
                    <a:lnTo>
                      <a:pt x="31155" y="9667"/>
                    </a:lnTo>
                    <a:lnTo>
                      <a:pt x="31197" y="9667"/>
                    </a:lnTo>
                    <a:lnTo>
                      <a:pt x="31197" y="9583"/>
                    </a:lnTo>
                    <a:lnTo>
                      <a:pt x="31281" y="9563"/>
                    </a:lnTo>
                    <a:lnTo>
                      <a:pt x="31385" y="9583"/>
                    </a:lnTo>
                    <a:lnTo>
                      <a:pt x="31469" y="9667"/>
                    </a:lnTo>
                    <a:lnTo>
                      <a:pt x="31553" y="9688"/>
                    </a:lnTo>
                    <a:lnTo>
                      <a:pt x="31574" y="9646"/>
                    </a:lnTo>
                    <a:lnTo>
                      <a:pt x="31553" y="9583"/>
                    </a:lnTo>
                    <a:lnTo>
                      <a:pt x="31574" y="9500"/>
                    </a:lnTo>
                    <a:lnTo>
                      <a:pt x="31616" y="9479"/>
                    </a:lnTo>
                    <a:lnTo>
                      <a:pt x="31678" y="9542"/>
                    </a:lnTo>
                    <a:lnTo>
                      <a:pt x="31657" y="9646"/>
                    </a:lnTo>
                    <a:lnTo>
                      <a:pt x="31678" y="9709"/>
                    </a:lnTo>
                    <a:lnTo>
                      <a:pt x="31720" y="9709"/>
                    </a:lnTo>
                    <a:lnTo>
                      <a:pt x="31783" y="9583"/>
                    </a:lnTo>
                    <a:lnTo>
                      <a:pt x="31909" y="9563"/>
                    </a:lnTo>
                    <a:lnTo>
                      <a:pt x="31992" y="9479"/>
                    </a:lnTo>
                    <a:lnTo>
                      <a:pt x="32013" y="9500"/>
                    </a:lnTo>
                    <a:lnTo>
                      <a:pt x="31971" y="9583"/>
                    </a:lnTo>
                    <a:lnTo>
                      <a:pt x="31783" y="9688"/>
                    </a:lnTo>
                    <a:lnTo>
                      <a:pt x="31762" y="9793"/>
                    </a:lnTo>
                    <a:lnTo>
                      <a:pt x="31867" y="9876"/>
                    </a:lnTo>
                    <a:lnTo>
                      <a:pt x="31888" y="10023"/>
                    </a:lnTo>
                    <a:lnTo>
                      <a:pt x="32013" y="10169"/>
                    </a:lnTo>
                    <a:lnTo>
                      <a:pt x="32181" y="10169"/>
                    </a:lnTo>
                    <a:lnTo>
                      <a:pt x="32222" y="10107"/>
                    </a:lnTo>
                    <a:lnTo>
                      <a:pt x="32118" y="10023"/>
                    </a:lnTo>
                    <a:lnTo>
                      <a:pt x="32181" y="10002"/>
                    </a:lnTo>
                    <a:lnTo>
                      <a:pt x="32285" y="10023"/>
                    </a:lnTo>
                    <a:lnTo>
                      <a:pt x="32348" y="10107"/>
                    </a:lnTo>
                    <a:lnTo>
                      <a:pt x="32411" y="10086"/>
                    </a:lnTo>
                    <a:lnTo>
                      <a:pt x="32494" y="10002"/>
                    </a:lnTo>
                    <a:lnTo>
                      <a:pt x="32599" y="9897"/>
                    </a:lnTo>
                    <a:lnTo>
                      <a:pt x="32662" y="9897"/>
                    </a:lnTo>
                    <a:lnTo>
                      <a:pt x="32662" y="9960"/>
                    </a:lnTo>
                    <a:lnTo>
                      <a:pt x="32599" y="9981"/>
                    </a:lnTo>
                    <a:lnTo>
                      <a:pt x="32432" y="10127"/>
                    </a:lnTo>
                    <a:lnTo>
                      <a:pt x="32432" y="10211"/>
                    </a:lnTo>
                    <a:lnTo>
                      <a:pt x="32453" y="10232"/>
                    </a:lnTo>
                    <a:cubicBezTo>
                      <a:pt x="32411" y="10295"/>
                      <a:pt x="32390" y="10379"/>
                      <a:pt x="32348" y="10441"/>
                    </a:cubicBezTo>
                    <a:lnTo>
                      <a:pt x="32306" y="10441"/>
                    </a:lnTo>
                    <a:lnTo>
                      <a:pt x="32222" y="10504"/>
                    </a:lnTo>
                    <a:lnTo>
                      <a:pt x="32139" y="10504"/>
                    </a:lnTo>
                    <a:lnTo>
                      <a:pt x="32097" y="10420"/>
                    </a:lnTo>
                    <a:lnTo>
                      <a:pt x="31992" y="10400"/>
                    </a:lnTo>
                    <a:lnTo>
                      <a:pt x="32013" y="10441"/>
                    </a:lnTo>
                    <a:lnTo>
                      <a:pt x="32097" y="10504"/>
                    </a:lnTo>
                    <a:lnTo>
                      <a:pt x="32076" y="10609"/>
                    </a:lnTo>
                    <a:lnTo>
                      <a:pt x="31971" y="10609"/>
                    </a:lnTo>
                    <a:lnTo>
                      <a:pt x="31971" y="10630"/>
                    </a:lnTo>
                    <a:lnTo>
                      <a:pt x="31992" y="10692"/>
                    </a:lnTo>
                    <a:lnTo>
                      <a:pt x="31909" y="10755"/>
                    </a:lnTo>
                    <a:lnTo>
                      <a:pt x="31909" y="10839"/>
                    </a:lnTo>
                    <a:lnTo>
                      <a:pt x="31971" y="10923"/>
                    </a:lnTo>
                    <a:lnTo>
                      <a:pt x="31888" y="10923"/>
                    </a:lnTo>
                    <a:lnTo>
                      <a:pt x="31888" y="11027"/>
                    </a:lnTo>
                    <a:lnTo>
                      <a:pt x="31804" y="11111"/>
                    </a:lnTo>
                    <a:lnTo>
                      <a:pt x="31804" y="11278"/>
                    </a:lnTo>
                    <a:lnTo>
                      <a:pt x="31867" y="11278"/>
                    </a:lnTo>
                    <a:lnTo>
                      <a:pt x="31909" y="11383"/>
                    </a:lnTo>
                    <a:lnTo>
                      <a:pt x="31950" y="11383"/>
                    </a:lnTo>
                    <a:lnTo>
                      <a:pt x="32013" y="11488"/>
                    </a:lnTo>
                    <a:lnTo>
                      <a:pt x="31950" y="11508"/>
                    </a:lnTo>
                    <a:lnTo>
                      <a:pt x="31888" y="11508"/>
                    </a:lnTo>
                    <a:lnTo>
                      <a:pt x="31825" y="11571"/>
                    </a:lnTo>
                    <a:lnTo>
                      <a:pt x="31783" y="11508"/>
                    </a:lnTo>
                    <a:lnTo>
                      <a:pt x="31637" y="11550"/>
                    </a:lnTo>
                    <a:lnTo>
                      <a:pt x="31595" y="11634"/>
                    </a:lnTo>
                    <a:lnTo>
                      <a:pt x="31699" y="11739"/>
                    </a:lnTo>
                    <a:lnTo>
                      <a:pt x="31741" y="11739"/>
                    </a:lnTo>
                    <a:lnTo>
                      <a:pt x="31741" y="11801"/>
                    </a:lnTo>
                    <a:lnTo>
                      <a:pt x="31637" y="11843"/>
                    </a:lnTo>
                    <a:lnTo>
                      <a:pt x="31595" y="11780"/>
                    </a:lnTo>
                    <a:lnTo>
                      <a:pt x="31511" y="11864"/>
                    </a:lnTo>
                    <a:lnTo>
                      <a:pt x="31427" y="11739"/>
                    </a:lnTo>
                    <a:lnTo>
                      <a:pt x="31323" y="11801"/>
                    </a:lnTo>
                    <a:lnTo>
                      <a:pt x="31218" y="12011"/>
                    </a:lnTo>
                    <a:lnTo>
                      <a:pt x="31113" y="12262"/>
                    </a:lnTo>
                    <a:lnTo>
                      <a:pt x="30988" y="12492"/>
                    </a:lnTo>
                    <a:lnTo>
                      <a:pt x="30779" y="12638"/>
                    </a:lnTo>
                    <a:lnTo>
                      <a:pt x="30737" y="12743"/>
                    </a:lnTo>
                    <a:lnTo>
                      <a:pt x="30674" y="12743"/>
                    </a:lnTo>
                    <a:lnTo>
                      <a:pt x="30569" y="12910"/>
                    </a:lnTo>
                    <a:lnTo>
                      <a:pt x="30465" y="12952"/>
                    </a:lnTo>
                    <a:lnTo>
                      <a:pt x="30444" y="13140"/>
                    </a:lnTo>
                    <a:lnTo>
                      <a:pt x="30360" y="13224"/>
                    </a:lnTo>
                    <a:lnTo>
                      <a:pt x="30339" y="13350"/>
                    </a:lnTo>
                    <a:lnTo>
                      <a:pt x="30277" y="13350"/>
                    </a:lnTo>
                    <a:lnTo>
                      <a:pt x="30235" y="13224"/>
                    </a:lnTo>
                    <a:lnTo>
                      <a:pt x="30151" y="13224"/>
                    </a:lnTo>
                    <a:lnTo>
                      <a:pt x="30067" y="13308"/>
                    </a:lnTo>
                    <a:lnTo>
                      <a:pt x="30109" y="13350"/>
                    </a:lnTo>
                    <a:lnTo>
                      <a:pt x="30130" y="13475"/>
                    </a:lnTo>
                    <a:lnTo>
                      <a:pt x="30046" y="13475"/>
                    </a:lnTo>
                    <a:lnTo>
                      <a:pt x="29963" y="13413"/>
                    </a:lnTo>
                    <a:lnTo>
                      <a:pt x="30005" y="13308"/>
                    </a:lnTo>
                    <a:lnTo>
                      <a:pt x="29921" y="13140"/>
                    </a:lnTo>
                    <a:lnTo>
                      <a:pt x="29837" y="12743"/>
                    </a:lnTo>
                    <a:lnTo>
                      <a:pt x="29837" y="12576"/>
                    </a:lnTo>
                    <a:lnTo>
                      <a:pt x="29816" y="12492"/>
                    </a:lnTo>
                    <a:lnTo>
                      <a:pt x="29858" y="12366"/>
                    </a:lnTo>
                    <a:lnTo>
                      <a:pt x="29942" y="12262"/>
                    </a:lnTo>
                    <a:lnTo>
                      <a:pt x="29921" y="12115"/>
                    </a:lnTo>
                    <a:lnTo>
                      <a:pt x="29963" y="12011"/>
                    </a:lnTo>
                    <a:lnTo>
                      <a:pt x="30046" y="11969"/>
                    </a:lnTo>
                    <a:lnTo>
                      <a:pt x="30130" y="12011"/>
                    </a:lnTo>
                    <a:lnTo>
                      <a:pt x="30214" y="11990"/>
                    </a:lnTo>
                    <a:lnTo>
                      <a:pt x="30277" y="11885"/>
                    </a:lnTo>
                    <a:lnTo>
                      <a:pt x="30256" y="11655"/>
                    </a:lnTo>
                    <a:lnTo>
                      <a:pt x="30318" y="11550"/>
                    </a:lnTo>
                    <a:lnTo>
                      <a:pt x="30318" y="11153"/>
                    </a:lnTo>
                    <a:lnTo>
                      <a:pt x="30214" y="11027"/>
                    </a:lnTo>
                    <a:lnTo>
                      <a:pt x="30172" y="10860"/>
                    </a:lnTo>
                    <a:lnTo>
                      <a:pt x="30109" y="10692"/>
                    </a:lnTo>
                    <a:lnTo>
                      <a:pt x="30067" y="10588"/>
                    </a:lnTo>
                    <a:lnTo>
                      <a:pt x="30025" y="10525"/>
                    </a:lnTo>
                    <a:lnTo>
                      <a:pt x="29963" y="10525"/>
                    </a:lnTo>
                    <a:lnTo>
                      <a:pt x="29921" y="10630"/>
                    </a:lnTo>
                    <a:lnTo>
                      <a:pt x="29795" y="10839"/>
                    </a:lnTo>
                    <a:lnTo>
                      <a:pt x="29628" y="10964"/>
                    </a:lnTo>
                    <a:lnTo>
                      <a:pt x="29607" y="11069"/>
                    </a:lnTo>
                    <a:lnTo>
                      <a:pt x="29607" y="11278"/>
                    </a:lnTo>
                    <a:lnTo>
                      <a:pt x="29544" y="11341"/>
                    </a:lnTo>
                    <a:lnTo>
                      <a:pt x="29481" y="11278"/>
                    </a:lnTo>
                    <a:lnTo>
                      <a:pt x="29398" y="11362"/>
                    </a:lnTo>
                    <a:lnTo>
                      <a:pt x="29419" y="11383"/>
                    </a:lnTo>
                    <a:lnTo>
                      <a:pt x="29398" y="11446"/>
                    </a:lnTo>
                    <a:lnTo>
                      <a:pt x="29230" y="11529"/>
                    </a:lnTo>
                    <a:lnTo>
                      <a:pt x="29189" y="11592"/>
                    </a:lnTo>
                    <a:lnTo>
                      <a:pt x="29084" y="11697"/>
                    </a:lnTo>
                    <a:lnTo>
                      <a:pt x="29000" y="11697"/>
                    </a:lnTo>
                    <a:lnTo>
                      <a:pt x="29000" y="11634"/>
                    </a:lnTo>
                    <a:lnTo>
                      <a:pt x="29084" y="11592"/>
                    </a:lnTo>
                    <a:lnTo>
                      <a:pt x="29084" y="11467"/>
                    </a:lnTo>
                    <a:lnTo>
                      <a:pt x="29042" y="11425"/>
                    </a:lnTo>
                    <a:lnTo>
                      <a:pt x="29147" y="11278"/>
                    </a:lnTo>
                    <a:lnTo>
                      <a:pt x="29168" y="11174"/>
                    </a:lnTo>
                    <a:lnTo>
                      <a:pt x="29168" y="11069"/>
                    </a:lnTo>
                    <a:lnTo>
                      <a:pt x="29251" y="11027"/>
                    </a:lnTo>
                    <a:lnTo>
                      <a:pt x="29251" y="10923"/>
                    </a:lnTo>
                    <a:lnTo>
                      <a:pt x="29209" y="10902"/>
                    </a:lnTo>
                    <a:lnTo>
                      <a:pt x="29251" y="10755"/>
                    </a:lnTo>
                    <a:lnTo>
                      <a:pt x="29147" y="10609"/>
                    </a:lnTo>
                    <a:lnTo>
                      <a:pt x="29147" y="10525"/>
                    </a:lnTo>
                    <a:lnTo>
                      <a:pt x="29084" y="10420"/>
                    </a:lnTo>
                    <a:lnTo>
                      <a:pt x="29084" y="10379"/>
                    </a:lnTo>
                    <a:lnTo>
                      <a:pt x="29147" y="10400"/>
                    </a:lnTo>
                    <a:lnTo>
                      <a:pt x="29189" y="10400"/>
                    </a:lnTo>
                    <a:lnTo>
                      <a:pt x="29209" y="10525"/>
                    </a:lnTo>
                    <a:lnTo>
                      <a:pt x="29272" y="10504"/>
                    </a:lnTo>
                    <a:lnTo>
                      <a:pt x="29377" y="10379"/>
                    </a:lnTo>
                    <a:lnTo>
                      <a:pt x="29481" y="10379"/>
                    </a:lnTo>
                    <a:lnTo>
                      <a:pt x="29565" y="10295"/>
                    </a:lnTo>
                    <a:lnTo>
                      <a:pt x="29481" y="10232"/>
                    </a:lnTo>
                    <a:lnTo>
                      <a:pt x="29377" y="10316"/>
                    </a:lnTo>
                    <a:lnTo>
                      <a:pt x="29293" y="10232"/>
                    </a:lnTo>
                    <a:lnTo>
                      <a:pt x="29189" y="10211"/>
                    </a:lnTo>
                    <a:lnTo>
                      <a:pt x="29189" y="10107"/>
                    </a:lnTo>
                    <a:lnTo>
                      <a:pt x="29230" y="10065"/>
                    </a:lnTo>
                    <a:lnTo>
                      <a:pt x="29209" y="10002"/>
                    </a:lnTo>
                    <a:lnTo>
                      <a:pt x="29126" y="10023"/>
                    </a:lnTo>
                    <a:lnTo>
                      <a:pt x="29105" y="10107"/>
                    </a:lnTo>
                    <a:lnTo>
                      <a:pt x="28958" y="10169"/>
                    </a:lnTo>
                    <a:lnTo>
                      <a:pt x="28854" y="10065"/>
                    </a:lnTo>
                    <a:lnTo>
                      <a:pt x="28854" y="9939"/>
                    </a:lnTo>
                    <a:lnTo>
                      <a:pt x="28770" y="9918"/>
                    </a:lnTo>
                    <a:lnTo>
                      <a:pt x="28665" y="9939"/>
                    </a:lnTo>
                    <a:lnTo>
                      <a:pt x="28603" y="9897"/>
                    </a:lnTo>
                    <a:lnTo>
                      <a:pt x="28644" y="9793"/>
                    </a:lnTo>
                    <a:lnTo>
                      <a:pt x="28707" y="9772"/>
                    </a:lnTo>
                    <a:lnTo>
                      <a:pt x="28749" y="9709"/>
                    </a:lnTo>
                    <a:lnTo>
                      <a:pt x="28812" y="9709"/>
                    </a:lnTo>
                    <a:lnTo>
                      <a:pt x="29126" y="9500"/>
                    </a:lnTo>
                    <a:lnTo>
                      <a:pt x="29168" y="9458"/>
                    </a:lnTo>
                    <a:lnTo>
                      <a:pt x="29042" y="9332"/>
                    </a:lnTo>
                    <a:lnTo>
                      <a:pt x="28875" y="9353"/>
                    </a:lnTo>
                    <a:lnTo>
                      <a:pt x="28875" y="9332"/>
                    </a:lnTo>
                    <a:lnTo>
                      <a:pt x="28979" y="9270"/>
                    </a:lnTo>
                    <a:lnTo>
                      <a:pt x="29042" y="9144"/>
                    </a:lnTo>
                    <a:lnTo>
                      <a:pt x="29168" y="9081"/>
                    </a:lnTo>
                    <a:lnTo>
                      <a:pt x="29147" y="9228"/>
                    </a:lnTo>
                    <a:lnTo>
                      <a:pt x="29189" y="9332"/>
                    </a:lnTo>
                    <a:lnTo>
                      <a:pt x="29293" y="9291"/>
                    </a:lnTo>
                    <a:lnTo>
                      <a:pt x="29377" y="9332"/>
                    </a:lnTo>
                    <a:lnTo>
                      <a:pt x="29461" y="9249"/>
                    </a:lnTo>
                    <a:lnTo>
                      <a:pt x="29461" y="9144"/>
                    </a:lnTo>
                    <a:lnTo>
                      <a:pt x="29377" y="9039"/>
                    </a:lnTo>
                    <a:lnTo>
                      <a:pt x="29293" y="9019"/>
                    </a:lnTo>
                    <a:lnTo>
                      <a:pt x="29293" y="8935"/>
                    </a:lnTo>
                    <a:lnTo>
                      <a:pt x="29314" y="8830"/>
                    </a:lnTo>
                    <a:lnTo>
                      <a:pt x="29293" y="8726"/>
                    </a:lnTo>
                    <a:lnTo>
                      <a:pt x="29314" y="8663"/>
                    </a:lnTo>
                    <a:lnTo>
                      <a:pt x="29314" y="8600"/>
                    </a:lnTo>
                    <a:lnTo>
                      <a:pt x="29209" y="8454"/>
                    </a:lnTo>
                    <a:lnTo>
                      <a:pt x="29272" y="8349"/>
                    </a:lnTo>
                    <a:lnTo>
                      <a:pt x="29209" y="8244"/>
                    </a:lnTo>
                    <a:lnTo>
                      <a:pt x="29272" y="8223"/>
                    </a:lnTo>
                    <a:lnTo>
                      <a:pt x="29272" y="8077"/>
                    </a:lnTo>
                    <a:lnTo>
                      <a:pt x="29356" y="7931"/>
                    </a:lnTo>
                    <a:lnTo>
                      <a:pt x="29356" y="7847"/>
                    </a:lnTo>
                    <a:lnTo>
                      <a:pt x="29419" y="7742"/>
                    </a:lnTo>
                    <a:lnTo>
                      <a:pt x="29419" y="7700"/>
                    </a:lnTo>
                    <a:lnTo>
                      <a:pt x="29356" y="7659"/>
                    </a:lnTo>
                    <a:lnTo>
                      <a:pt x="29377" y="7449"/>
                    </a:lnTo>
                    <a:lnTo>
                      <a:pt x="29356" y="7324"/>
                    </a:lnTo>
                    <a:lnTo>
                      <a:pt x="29251" y="7261"/>
                    </a:lnTo>
                    <a:lnTo>
                      <a:pt x="29272" y="7177"/>
                    </a:lnTo>
                    <a:lnTo>
                      <a:pt x="29251" y="7073"/>
                    </a:lnTo>
                    <a:lnTo>
                      <a:pt x="29293" y="7052"/>
                    </a:lnTo>
                    <a:lnTo>
                      <a:pt x="29335" y="6947"/>
                    </a:lnTo>
                    <a:lnTo>
                      <a:pt x="29272" y="6884"/>
                    </a:lnTo>
                    <a:lnTo>
                      <a:pt x="29230" y="6863"/>
                    </a:lnTo>
                    <a:cubicBezTo>
                      <a:pt x="29272" y="6842"/>
                      <a:pt x="29293" y="6801"/>
                      <a:pt x="29293" y="6759"/>
                    </a:cubicBezTo>
                    <a:cubicBezTo>
                      <a:pt x="29314" y="6696"/>
                      <a:pt x="29335" y="6654"/>
                      <a:pt x="29335" y="6591"/>
                    </a:cubicBezTo>
                    <a:lnTo>
                      <a:pt x="29377" y="6550"/>
                    </a:lnTo>
                    <a:lnTo>
                      <a:pt x="29377" y="6445"/>
                    </a:lnTo>
                    <a:lnTo>
                      <a:pt x="29440" y="6445"/>
                    </a:lnTo>
                    <a:lnTo>
                      <a:pt x="29523" y="6361"/>
                    </a:lnTo>
                    <a:lnTo>
                      <a:pt x="29586" y="6257"/>
                    </a:lnTo>
                    <a:lnTo>
                      <a:pt x="29649" y="6215"/>
                    </a:lnTo>
                    <a:lnTo>
                      <a:pt x="29753" y="6215"/>
                    </a:lnTo>
                    <a:lnTo>
                      <a:pt x="29816" y="6131"/>
                    </a:lnTo>
                    <a:lnTo>
                      <a:pt x="29900" y="6068"/>
                    </a:lnTo>
                    <a:lnTo>
                      <a:pt x="29942" y="5964"/>
                    </a:lnTo>
                    <a:lnTo>
                      <a:pt x="29942" y="5838"/>
                    </a:lnTo>
                    <a:lnTo>
                      <a:pt x="29900" y="5796"/>
                    </a:lnTo>
                    <a:lnTo>
                      <a:pt x="29963" y="5713"/>
                    </a:lnTo>
                    <a:lnTo>
                      <a:pt x="30005" y="5629"/>
                    </a:lnTo>
                    <a:lnTo>
                      <a:pt x="29795" y="5629"/>
                    </a:lnTo>
                    <a:lnTo>
                      <a:pt x="29733" y="5587"/>
                    </a:lnTo>
                    <a:lnTo>
                      <a:pt x="29753" y="5503"/>
                    </a:lnTo>
                    <a:lnTo>
                      <a:pt x="29837" y="5503"/>
                    </a:lnTo>
                    <a:lnTo>
                      <a:pt x="29921" y="5545"/>
                    </a:lnTo>
                    <a:lnTo>
                      <a:pt x="30025" y="5545"/>
                    </a:lnTo>
                    <a:lnTo>
                      <a:pt x="30130" y="5587"/>
                    </a:lnTo>
                    <a:lnTo>
                      <a:pt x="30214" y="5524"/>
                    </a:lnTo>
                    <a:lnTo>
                      <a:pt x="30297" y="5545"/>
                    </a:lnTo>
                    <a:lnTo>
                      <a:pt x="30318" y="5650"/>
                    </a:lnTo>
                    <a:lnTo>
                      <a:pt x="30465" y="5796"/>
                    </a:lnTo>
                    <a:lnTo>
                      <a:pt x="30549" y="5796"/>
                    </a:lnTo>
                    <a:lnTo>
                      <a:pt x="30569" y="5838"/>
                    </a:lnTo>
                    <a:lnTo>
                      <a:pt x="30653" y="5859"/>
                    </a:lnTo>
                    <a:lnTo>
                      <a:pt x="30779" y="5817"/>
                    </a:lnTo>
                    <a:lnTo>
                      <a:pt x="30988" y="5692"/>
                    </a:lnTo>
                    <a:lnTo>
                      <a:pt x="31134" y="5524"/>
                    </a:lnTo>
                    <a:lnTo>
                      <a:pt x="31302" y="5399"/>
                    </a:lnTo>
                    <a:lnTo>
                      <a:pt x="31365" y="5315"/>
                    </a:lnTo>
                    <a:lnTo>
                      <a:pt x="31302" y="5294"/>
                    </a:lnTo>
                    <a:lnTo>
                      <a:pt x="31344" y="5231"/>
                    </a:lnTo>
                    <a:lnTo>
                      <a:pt x="31469" y="5231"/>
                    </a:lnTo>
                    <a:lnTo>
                      <a:pt x="31595" y="5085"/>
                    </a:lnTo>
                    <a:lnTo>
                      <a:pt x="31825" y="4897"/>
                    </a:lnTo>
                    <a:lnTo>
                      <a:pt x="31825" y="4855"/>
                    </a:lnTo>
                    <a:lnTo>
                      <a:pt x="31930" y="4834"/>
                    </a:lnTo>
                    <a:lnTo>
                      <a:pt x="32013" y="4687"/>
                    </a:lnTo>
                    <a:lnTo>
                      <a:pt x="32181" y="4541"/>
                    </a:lnTo>
                    <a:lnTo>
                      <a:pt x="32222" y="4415"/>
                    </a:lnTo>
                    <a:lnTo>
                      <a:pt x="32285" y="4415"/>
                    </a:lnTo>
                    <a:lnTo>
                      <a:pt x="32327" y="4436"/>
                    </a:lnTo>
                    <a:lnTo>
                      <a:pt x="32327" y="4436"/>
                    </a:lnTo>
                    <a:lnTo>
                      <a:pt x="32306" y="4353"/>
                    </a:lnTo>
                    <a:lnTo>
                      <a:pt x="32222" y="4311"/>
                    </a:lnTo>
                    <a:lnTo>
                      <a:pt x="32222" y="4227"/>
                    </a:lnTo>
                    <a:lnTo>
                      <a:pt x="32076" y="4122"/>
                    </a:lnTo>
                    <a:lnTo>
                      <a:pt x="31804" y="4081"/>
                    </a:lnTo>
                    <a:lnTo>
                      <a:pt x="31657" y="4060"/>
                    </a:lnTo>
                    <a:lnTo>
                      <a:pt x="31574" y="4081"/>
                    </a:lnTo>
                    <a:lnTo>
                      <a:pt x="31511" y="4060"/>
                    </a:lnTo>
                    <a:lnTo>
                      <a:pt x="31511" y="3976"/>
                    </a:lnTo>
                    <a:lnTo>
                      <a:pt x="31469" y="3871"/>
                    </a:lnTo>
                    <a:lnTo>
                      <a:pt x="31406" y="3871"/>
                    </a:lnTo>
                    <a:lnTo>
                      <a:pt x="31385" y="3850"/>
                    </a:lnTo>
                    <a:lnTo>
                      <a:pt x="31281" y="3829"/>
                    </a:lnTo>
                    <a:lnTo>
                      <a:pt x="31197" y="3704"/>
                    </a:lnTo>
                    <a:lnTo>
                      <a:pt x="31051" y="3704"/>
                    </a:lnTo>
                    <a:lnTo>
                      <a:pt x="30967" y="3788"/>
                    </a:lnTo>
                    <a:lnTo>
                      <a:pt x="30946" y="3704"/>
                    </a:lnTo>
                    <a:lnTo>
                      <a:pt x="30841" y="3704"/>
                    </a:lnTo>
                    <a:lnTo>
                      <a:pt x="30779" y="3641"/>
                    </a:lnTo>
                    <a:lnTo>
                      <a:pt x="30674" y="3662"/>
                    </a:lnTo>
                    <a:lnTo>
                      <a:pt x="30507" y="3662"/>
                    </a:lnTo>
                    <a:lnTo>
                      <a:pt x="30235" y="3725"/>
                    </a:lnTo>
                    <a:lnTo>
                      <a:pt x="30130" y="3871"/>
                    </a:lnTo>
                    <a:lnTo>
                      <a:pt x="30214" y="3976"/>
                    </a:lnTo>
                    <a:lnTo>
                      <a:pt x="30130" y="4018"/>
                    </a:lnTo>
                    <a:lnTo>
                      <a:pt x="30109" y="4060"/>
                    </a:lnTo>
                    <a:lnTo>
                      <a:pt x="30193" y="4164"/>
                    </a:lnTo>
                    <a:lnTo>
                      <a:pt x="30214" y="4290"/>
                    </a:lnTo>
                    <a:lnTo>
                      <a:pt x="30088" y="4290"/>
                    </a:lnTo>
                    <a:lnTo>
                      <a:pt x="30046" y="4185"/>
                    </a:lnTo>
                    <a:lnTo>
                      <a:pt x="29984" y="4060"/>
                    </a:lnTo>
                    <a:lnTo>
                      <a:pt x="29900" y="4039"/>
                    </a:lnTo>
                    <a:lnTo>
                      <a:pt x="29816" y="4164"/>
                    </a:lnTo>
                    <a:lnTo>
                      <a:pt x="29837" y="4227"/>
                    </a:lnTo>
                    <a:lnTo>
                      <a:pt x="29837" y="4290"/>
                    </a:lnTo>
                    <a:lnTo>
                      <a:pt x="29733" y="4332"/>
                    </a:lnTo>
                    <a:lnTo>
                      <a:pt x="29712" y="4478"/>
                    </a:lnTo>
                    <a:lnTo>
                      <a:pt x="29565" y="4646"/>
                    </a:lnTo>
                    <a:lnTo>
                      <a:pt x="29523" y="4771"/>
                    </a:lnTo>
                    <a:lnTo>
                      <a:pt x="29502" y="4855"/>
                    </a:lnTo>
                    <a:lnTo>
                      <a:pt x="29565" y="4876"/>
                    </a:lnTo>
                    <a:lnTo>
                      <a:pt x="29461" y="4959"/>
                    </a:lnTo>
                    <a:lnTo>
                      <a:pt x="29461" y="5064"/>
                    </a:lnTo>
                    <a:lnTo>
                      <a:pt x="29377" y="5106"/>
                    </a:lnTo>
                    <a:lnTo>
                      <a:pt x="29272" y="5357"/>
                    </a:lnTo>
                    <a:lnTo>
                      <a:pt x="29272" y="5482"/>
                    </a:lnTo>
                    <a:lnTo>
                      <a:pt x="29209" y="5566"/>
                    </a:lnTo>
                    <a:lnTo>
                      <a:pt x="29293" y="5629"/>
                    </a:lnTo>
                    <a:lnTo>
                      <a:pt x="29293" y="5713"/>
                    </a:lnTo>
                    <a:lnTo>
                      <a:pt x="29251" y="5734"/>
                    </a:lnTo>
                    <a:lnTo>
                      <a:pt x="29251" y="5838"/>
                    </a:lnTo>
                    <a:lnTo>
                      <a:pt x="29189" y="6026"/>
                    </a:lnTo>
                    <a:lnTo>
                      <a:pt x="29063" y="6215"/>
                    </a:lnTo>
                    <a:lnTo>
                      <a:pt x="29084" y="6257"/>
                    </a:lnTo>
                    <a:lnTo>
                      <a:pt x="29189" y="6257"/>
                    </a:lnTo>
                    <a:lnTo>
                      <a:pt x="29209" y="6319"/>
                    </a:lnTo>
                    <a:cubicBezTo>
                      <a:pt x="29189" y="6319"/>
                      <a:pt x="29168" y="6340"/>
                      <a:pt x="29168" y="6340"/>
                    </a:cubicBezTo>
                    <a:lnTo>
                      <a:pt x="29105" y="6319"/>
                    </a:lnTo>
                    <a:lnTo>
                      <a:pt x="29042" y="6361"/>
                    </a:lnTo>
                    <a:lnTo>
                      <a:pt x="28958" y="6508"/>
                    </a:lnTo>
                    <a:lnTo>
                      <a:pt x="29042" y="6508"/>
                    </a:lnTo>
                    <a:cubicBezTo>
                      <a:pt x="29000" y="6529"/>
                      <a:pt x="28979" y="6550"/>
                      <a:pt x="28979" y="6612"/>
                    </a:cubicBezTo>
                    <a:lnTo>
                      <a:pt x="28875" y="6570"/>
                    </a:lnTo>
                    <a:lnTo>
                      <a:pt x="28791" y="6633"/>
                    </a:lnTo>
                    <a:lnTo>
                      <a:pt x="28791" y="6738"/>
                    </a:lnTo>
                    <a:lnTo>
                      <a:pt x="28644" y="6842"/>
                    </a:lnTo>
                    <a:lnTo>
                      <a:pt x="28582" y="6884"/>
                    </a:lnTo>
                    <a:cubicBezTo>
                      <a:pt x="28665" y="6612"/>
                      <a:pt x="28728" y="6257"/>
                      <a:pt x="28749" y="5943"/>
                    </a:cubicBezTo>
                    <a:lnTo>
                      <a:pt x="28937" y="5838"/>
                    </a:lnTo>
                    <a:lnTo>
                      <a:pt x="28937" y="5734"/>
                    </a:lnTo>
                    <a:lnTo>
                      <a:pt x="29000" y="5566"/>
                    </a:lnTo>
                    <a:lnTo>
                      <a:pt x="29000" y="5399"/>
                    </a:lnTo>
                    <a:lnTo>
                      <a:pt x="29063" y="5315"/>
                    </a:lnTo>
                    <a:lnTo>
                      <a:pt x="28979" y="5315"/>
                    </a:lnTo>
                    <a:lnTo>
                      <a:pt x="28937" y="5378"/>
                    </a:lnTo>
                    <a:lnTo>
                      <a:pt x="28791" y="5420"/>
                    </a:lnTo>
                    <a:lnTo>
                      <a:pt x="28728" y="5545"/>
                    </a:lnTo>
                    <a:lnTo>
                      <a:pt x="28686" y="5503"/>
                    </a:lnTo>
                    <a:lnTo>
                      <a:pt x="28686" y="5399"/>
                    </a:lnTo>
                    <a:lnTo>
                      <a:pt x="28770" y="5357"/>
                    </a:lnTo>
                    <a:lnTo>
                      <a:pt x="28770" y="5231"/>
                    </a:lnTo>
                    <a:lnTo>
                      <a:pt x="28749" y="5169"/>
                    </a:lnTo>
                    <a:lnTo>
                      <a:pt x="28665" y="5127"/>
                    </a:lnTo>
                    <a:lnTo>
                      <a:pt x="28749" y="5127"/>
                    </a:lnTo>
                    <a:lnTo>
                      <a:pt x="28791" y="5106"/>
                    </a:lnTo>
                    <a:lnTo>
                      <a:pt x="28770" y="4980"/>
                    </a:lnTo>
                    <a:lnTo>
                      <a:pt x="28582" y="4876"/>
                    </a:lnTo>
                    <a:lnTo>
                      <a:pt x="28540" y="4897"/>
                    </a:lnTo>
                    <a:lnTo>
                      <a:pt x="28352" y="4918"/>
                    </a:lnTo>
                    <a:lnTo>
                      <a:pt x="28331" y="4980"/>
                    </a:lnTo>
                    <a:lnTo>
                      <a:pt x="28247" y="4980"/>
                    </a:lnTo>
                    <a:lnTo>
                      <a:pt x="28247" y="4897"/>
                    </a:lnTo>
                    <a:lnTo>
                      <a:pt x="28331" y="4771"/>
                    </a:lnTo>
                    <a:lnTo>
                      <a:pt x="28414" y="4771"/>
                    </a:lnTo>
                    <a:lnTo>
                      <a:pt x="28540" y="4666"/>
                    </a:lnTo>
                    <a:lnTo>
                      <a:pt x="28749" y="4604"/>
                    </a:lnTo>
                    <a:lnTo>
                      <a:pt x="28791" y="4562"/>
                    </a:lnTo>
                    <a:lnTo>
                      <a:pt x="28937" y="4541"/>
                    </a:lnTo>
                    <a:lnTo>
                      <a:pt x="29000" y="4541"/>
                    </a:lnTo>
                    <a:lnTo>
                      <a:pt x="29063" y="4583"/>
                    </a:lnTo>
                    <a:lnTo>
                      <a:pt x="29105" y="4562"/>
                    </a:lnTo>
                    <a:lnTo>
                      <a:pt x="29147" y="4394"/>
                    </a:lnTo>
                    <a:lnTo>
                      <a:pt x="29189" y="4332"/>
                    </a:lnTo>
                    <a:lnTo>
                      <a:pt x="29063" y="4248"/>
                    </a:lnTo>
                    <a:lnTo>
                      <a:pt x="29042" y="4185"/>
                    </a:lnTo>
                    <a:lnTo>
                      <a:pt x="29105" y="4164"/>
                    </a:lnTo>
                    <a:lnTo>
                      <a:pt x="29168" y="4122"/>
                    </a:lnTo>
                    <a:lnTo>
                      <a:pt x="29189" y="4164"/>
                    </a:lnTo>
                    <a:lnTo>
                      <a:pt x="29272" y="4185"/>
                    </a:lnTo>
                    <a:lnTo>
                      <a:pt x="29419" y="4122"/>
                    </a:lnTo>
                    <a:lnTo>
                      <a:pt x="29481" y="4039"/>
                    </a:lnTo>
                    <a:lnTo>
                      <a:pt x="29461" y="3955"/>
                    </a:lnTo>
                    <a:lnTo>
                      <a:pt x="29481" y="3913"/>
                    </a:lnTo>
                    <a:lnTo>
                      <a:pt x="29461" y="3829"/>
                    </a:lnTo>
                    <a:lnTo>
                      <a:pt x="29377" y="3850"/>
                    </a:lnTo>
                    <a:lnTo>
                      <a:pt x="29293" y="3746"/>
                    </a:lnTo>
                    <a:lnTo>
                      <a:pt x="29042" y="3746"/>
                    </a:lnTo>
                    <a:lnTo>
                      <a:pt x="28958" y="3725"/>
                    </a:lnTo>
                    <a:lnTo>
                      <a:pt x="28896" y="3767"/>
                    </a:lnTo>
                    <a:lnTo>
                      <a:pt x="28770" y="3767"/>
                    </a:lnTo>
                    <a:lnTo>
                      <a:pt x="28665" y="3725"/>
                    </a:lnTo>
                    <a:lnTo>
                      <a:pt x="28582" y="3746"/>
                    </a:lnTo>
                    <a:lnTo>
                      <a:pt x="28519" y="3641"/>
                    </a:lnTo>
                    <a:lnTo>
                      <a:pt x="28435" y="3599"/>
                    </a:lnTo>
                    <a:lnTo>
                      <a:pt x="28435" y="3516"/>
                    </a:lnTo>
                    <a:lnTo>
                      <a:pt x="28477" y="3453"/>
                    </a:lnTo>
                    <a:lnTo>
                      <a:pt x="28456" y="3411"/>
                    </a:lnTo>
                    <a:lnTo>
                      <a:pt x="28310" y="3390"/>
                    </a:lnTo>
                    <a:lnTo>
                      <a:pt x="28226" y="3432"/>
                    </a:lnTo>
                    <a:lnTo>
                      <a:pt x="28163" y="3495"/>
                    </a:lnTo>
                    <a:lnTo>
                      <a:pt x="28226" y="3537"/>
                    </a:lnTo>
                    <a:lnTo>
                      <a:pt x="28331" y="3537"/>
                    </a:lnTo>
                    <a:lnTo>
                      <a:pt x="28268" y="3641"/>
                    </a:lnTo>
                    <a:lnTo>
                      <a:pt x="28142" y="3620"/>
                    </a:lnTo>
                    <a:lnTo>
                      <a:pt x="28059" y="3495"/>
                    </a:lnTo>
                    <a:lnTo>
                      <a:pt x="28017" y="3516"/>
                    </a:lnTo>
                    <a:lnTo>
                      <a:pt x="27954" y="3495"/>
                    </a:lnTo>
                    <a:lnTo>
                      <a:pt x="27849" y="3537"/>
                    </a:lnTo>
                    <a:lnTo>
                      <a:pt x="27828" y="3641"/>
                    </a:lnTo>
                    <a:lnTo>
                      <a:pt x="27787" y="3662"/>
                    </a:lnTo>
                    <a:lnTo>
                      <a:pt x="27808" y="3767"/>
                    </a:lnTo>
                    <a:lnTo>
                      <a:pt x="27808" y="3871"/>
                    </a:lnTo>
                    <a:lnTo>
                      <a:pt x="27891" y="3934"/>
                    </a:lnTo>
                    <a:lnTo>
                      <a:pt x="27891" y="4060"/>
                    </a:lnTo>
                    <a:lnTo>
                      <a:pt x="27828" y="4122"/>
                    </a:lnTo>
                    <a:lnTo>
                      <a:pt x="27808" y="4248"/>
                    </a:lnTo>
                    <a:lnTo>
                      <a:pt x="27787" y="4248"/>
                    </a:lnTo>
                    <a:lnTo>
                      <a:pt x="27745" y="4018"/>
                    </a:lnTo>
                    <a:lnTo>
                      <a:pt x="27703" y="3913"/>
                    </a:lnTo>
                    <a:lnTo>
                      <a:pt x="27619" y="3850"/>
                    </a:lnTo>
                    <a:lnTo>
                      <a:pt x="27598" y="3934"/>
                    </a:lnTo>
                    <a:lnTo>
                      <a:pt x="27515" y="3934"/>
                    </a:lnTo>
                    <a:lnTo>
                      <a:pt x="27431" y="4018"/>
                    </a:lnTo>
                    <a:lnTo>
                      <a:pt x="27431" y="4143"/>
                    </a:lnTo>
                    <a:lnTo>
                      <a:pt x="27515" y="4248"/>
                    </a:lnTo>
                    <a:lnTo>
                      <a:pt x="27515" y="4332"/>
                    </a:lnTo>
                    <a:lnTo>
                      <a:pt x="27619" y="4457"/>
                    </a:lnTo>
                    <a:lnTo>
                      <a:pt x="27745" y="4457"/>
                    </a:lnTo>
                    <a:lnTo>
                      <a:pt x="27808" y="4353"/>
                    </a:lnTo>
                    <a:lnTo>
                      <a:pt x="27828" y="4353"/>
                    </a:lnTo>
                    <a:lnTo>
                      <a:pt x="27849" y="4457"/>
                    </a:lnTo>
                    <a:lnTo>
                      <a:pt x="27933" y="4583"/>
                    </a:lnTo>
                    <a:lnTo>
                      <a:pt x="27933" y="4666"/>
                    </a:lnTo>
                    <a:lnTo>
                      <a:pt x="27849" y="4666"/>
                    </a:lnTo>
                    <a:lnTo>
                      <a:pt x="27808" y="4562"/>
                    </a:lnTo>
                    <a:lnTo>
                      <a:pt x="27724" y="4541"/>
                    </a:lnTo>
                    <a:lnTo>
                      <a:pt x="27619" y="4562"/>
                    </a:lnTo>
                    <a:lnTo>
                      <a:pt x="27577" y="4604"/>
                    </a:lnTo>
                    <a:lnTo>
                      <a:pt x="27619" y="4708"/>
                    </a:lnTo>
                    <a:lnTo>
                      <a:pt x="27598" y="4792"/>
                    </a:lnTo>
                    <a:lnTo>
                      <a:pt x="27515" y="4876"/>
                    </a:lnTo>
                    <a:lnTo>
                      <a:pt x="27536" y="4959"/>
                    </a:lnTo>
                    <a:lnTo>
                      <a:pt x="27473" y="5085"/>
                    </a:lnTo>
                    <a:lnTo>
                      <a:pt x="27410" y="5127"/>
                    </a:lnTo>
                    <a:lnTo>
                      <a:pt x="27431" y="5231"/>
                    </a:lnTo>
                    <a:lnTo>
                      <a:pt x="27389" y="5294"/>
                    </a:lnTo>
                    <a:lnTo>
                      <a:pt x="27284" y="5273"/>
                    </a:lnTo>
                    <a:lnTo>
                      <a:pt x="27201" y="5169"/>
                    </a:lnTo>
                    <a:lnTo>
                      <a:pt x="27201" y="5064"/>
                    </a:lnTo>
                    <a:lnTo>
                      <a:pt x="27075" y="4897"/>
                    </a:lnTo>
                    <a:lnTo>
                      <a:pt x="27075" y="4792"/>
                    </a:lnTo>
                    <a:lnTo>
                      <a:pt x="27054" y="4708"/>
                    </a:lnTo>
                    <a:lnTo>
                      <a:pt x="26950" y="4687"/>
                    </a:lnTo>
                    <a:lnTo>
                      <a:pt x="26950" y="4646"/>
                    </a:lnTo>
                    <a:lnTo>
                      <a:pt x="26992" y="4604"/>
                    </a:lnTo>
                    <a:lnTo>
                      <a:pt x="27033" y="4562"/>
                    </a:lnTo>
                    <a:lnTo>
                      <a:pt x="26992" y="4478"/>
                    </a:lnTo>
                    <a:lnTo>
                      <a:pt x="26887" y="4457"/>
                    </a:lnTo>
                    <a:lnTo>
                      <a:pt x="26740" y="4499"/>
                    </a:lnTo>
                    <a:lnTo>
                      <a:pt x="26699" y="4457"/>
                    </a:lnTo>
                    <a:lnTo>
                      <a:pt x="26657" y="4478"/>
                    </a:lnTo>
                    <a:lnTo>
                      <a:pt x="26594" y="4562"/>
                    </a:lnTo>
                    <a:lnTo>
                      <a:pt x="26489" y="4604"/>
                    </a:lnTo>
                    <a:lnTo>
                      <a:pt x="26364" y="4792"/>
                    </a:lnTo>
                    <a:lnTo>
                      <a:pt x="26427" y="4876"/>
                    </a:lnTo>
                    <a:lnTo>
                      <a:pt x="26427" y="5064"/>
                    </a:lnTo>
                    <a:lnTo>
                      <a:pt x="26385" y="5127"/>
                    </a:lnTo>
                    <a:lnTo>
                      <a:pt x="26448" y="5210"/>
                    </a:lnTo>
                    <a:lnTo>
                      <a:pt x="26427" y="5378"/>
                    </a:lnTo>
                    <a:lnTo>
                      <a:pt x="26322" y="5420"/>
                    </a:lnTo>
                    <a:lnTo>
                      <a:pt x="26322" y="5545"/>
                    </a:lnTo>
                    <a:lnTo>
                      <a:pt x="26364" y="5608"/>
                    </a:lnTo>
                    <a:lnTo>
                      <a:pt x="26448" y="5587"/>
                    </a:lnTo>
                    <a:lnTo>
                      <a:pt x="26489" y="5629"/>
                    </a:lnTo>
                    <a:lnTo>
                      <a:pt x="26573" y="5587"/>
                    </a:lnTo>
                    <a:lnTo>
                      <a:pt x="26636" y="5608"/>
                    </a:lnTo>
                    <a:lnTo>
                      <a:pt x="26636" y="5734"/>
                    </a:lnTo>
                    <a:lnTo>
                      <a:pt x="26657" y="5796"/>
                    </a:lnTo>
                    <a:lnTo>
                      <a:pt x="26699" y="5796"/>
                    </a:lnTo>
                    <a:lnTo>
                      <a:pt x="26782" y="5922"/>
                    </a:lnTo>
                    <a:lnTo>
                      <a:pt x="26782" y="6110"/>
                    </a:lnTo>
                    <a:lnTo>
                      <a:pt x="26887" y="6236"/>
                    </a:lnTo>
                    <a:lnTo>
                      <a:pt x="26887" y="6319"/>
                    </a:lnTo>
                    <a:lnTo>
                      <a:pt x="26929" y="6424"/>
                    </a:lnTo>
                    <a:lnTo>
                      <a:pt x="27012" y="6466"/>
                    </a:lnTo>
                    <a:lnTo>
                      <a:pt x="26992" y="6550"/>
                    </a:lnTo>
                    <a:lnTo>
                      <a:pt x="27012" y="6696"/>
                    </a:lnTo>
                    <a:lnTo>
                      <a:pt x="26929" y="6842"/>
                    </a:lnTo>
                    <a:lnTo>
                      <a:pt x="27012" y="6905"/>
                    </a:lnTo>
                    <a:lnTo>
                      <a:pt x="27033" y="7052"/>
                    </a:lnTo>
                    <a:lnTo>
                      <a:pt x="27012" y="7156"/>
                    </a:lnTo>
                    <a:lnTo>
                      <a:pt x="27033" y="7198"/>
                    </a:lnTo>
                    <a:lnTo>
                      <a:pt x="27117" y="7156"/>
                    </a:lnTo>
                    <a:lnTo>
                      <a:pt x="27180" y="7198"/>
                    </a:lnTo>
                    <a:lnTo>
                      <a:pt x="27180" y="7324"/>
                    </a:lnTo>
                    <a:lnTo>
                      <a:pt x="27264" y="7387"/>
                    </a:lnTo>
                    <a:lnTo>
                      <a:pt x="27410" y="7324"/>
                    </a:lnTo>
                    <a:lnTo>
                      <a:pt x="27452" y="7198"/>
                    </a:lnTo>
                    <a:lnTo>
                      <a:pt x="27598" y="7114"/>
                    </a:lnTo>
                    <a:lnTo>
                      <a:pt x="27619" y="7010"/>
                    </a:lnTo>
                    <a:lnTo>
                      <a:pt x="27556" y="6968"/>
                    </a:lnTo>
                    <a:lnTo>
                      <a:pt x="27494" y="6759"/>
                    </a:lnTo>
                    <a:lnTo>
                      <a:pt x="27515" y="6654"/>
                    </a:lnTo>
                    <a:lnTo>
                      <a:pt x="27703" y="6466"/>
                    </a:lnTo>
                    <a:lnTo>
                      <a:pt x="27703" y="6550"/>
                    </a:lnTo>
                    <a:lnTo>
                      <a:pt x="27598" y="6675"/>
                    </a:lnTo>
                    <a:lnTo>
                      <a:pt x="27640" y="6905"/>
                    </a:lnTo>
                    <a:lnTo>
                      <a:pt x="27724" y="6947"/>
                    </a:lnTo>
                    <a:lnTo>
                      <a:pt x="27828" y="6884"/>
                    </a:lnTo>
                    <a:lnTo>
                      <a:pt x="27954" y="6968"/>
                    </a:lnTo>
                    <a:lnTo>
                      <a:pt x="28121" y="6905"/>
                    </a:lnTo>
                    <a:lnTo>
                      <a:pt x="28121" y="6842"/>
                    </a:lnTo>
                    <a:lnTo>
                      <a:pt x="28247" y="6780"/>
                    </a:lnTo>
                    <a:lnTo>
                      <a:pt x="28352" y="6780"/>
                    </a:lnTo>
                    <a:lnTo>
                      <a:pt x="28435" y="6738"/>
                    </a:lnTo>
                    <a:lnTo>
                      <a:pt x="28477" y="6780"/>
                    </a:lnTo>
                    <a:lnTo>
                      <a:pt x="28498" y="6759"/>
                    </a:lnTo>
                    <a:lnTo>
                      <a:pt x="28498" y="6759"/>
                    </a:lnTo>
                    <a:cubicBezTo>
                      <a:pt x="28477" y="6863"/>
                      <a:pt x="28456" y="6989"/>
                      <a:pt x="28456" y="7094"/>
                    </a:cubicBezTo>
                    <a:lnTo>
                      <a:pt x="28435" y="7114"/>
                    </a:lnTo>
                    <a:lnTo>
                      <a:pt x="28456" y="7156"/>
                    </a:lnTo>
                    <a:lnTo>
                      <a:pt x="28456" y="7219"/>
                    </a:lnTo>
                    <a:cubicBezTo>
                      <a:pt x="28456" y="7283"/>
                      <a:pt x="28503" y="7308"/>
                      <a:pt x="28554" y="7308"/>
                    </a:cubicBezTo>
                    <a:cubicBezTo>
                      <a:pt x="28586" y="7308"/>
                      <a:pt x="28620" y="7298"/>
                      <a:pt x="28644" y="7282"/>
                    </a:cubicBezTo>
                    <a:lnTo>
                      <a:pt x="28707" y="7282"/>
                    </a:lnTo>
                    <a:lnTo>
                      <a:pt x="28707" y="7324"/>
                    </a:lnTo>
                    <a:lnTo>
                      <a:pt x="28582" y="7533"/>
                    </a:lnTo>
                    <a:lnTo>
                      <a:pt x="28561" y="7617"/>
                    </a:lnTo>
                    <a:lnTo>
                      <a:pt x="28456" y="7679"/>
                    </a:lnTo>
                    <a:lnTo>
                      <a:pt x="28477" y="7596"/>
                    </a:lnTo>
                    <a:lnTo>
                      <a:pt x="28435" y="7533"/>
                    </a:lnTo>
                    <a:lnTo>
                      <a:pt x="28477" y="7407"/>
                    </a:lnTo>
                    <a:lnTo>
                      <a:pt x="28393" y="7324"/>
                    </a:lnTo>
                    <a:lnTo>
                      <a:pt x="28268" y="7387"/>
                    </a:lnTo>
                    <a:lnTo>
                      <a:pt x="28184" y="7512"/>
                    </a:lnTo>
                    <a:lnTo>
                      <a:pt x="28121" y="7512"/>
                    </a:lnTo>
                    <a:lnTo>
                      <a:pt x="28038" y="7679"/>
                    </a:lnTo>
                    <a:lnTo>
                      <a:pt x="27954" y="7700"/>
                    </a:lnTo>
                    <a:lnTo>
                      <a:pt x="27870" y="7910"/>
                    </a:lnTo>
                    <a:lnTo>
                      <a:pt x="27724" y="8056"/>
                    </a:lnTo>
                    <a:lnTo>
                      <a:pt x="27703" y="8203"/>
                    </a:lnTo>
                    <a:lnTo>
                      <a:pt x="27745" y="8328"/>
                    </a:lnTo>
                    <a:lnTo>
                      <a:pt x="27745" y="8412"/>
                    </a:lnTo>
                    <a:lnTo>
                      <a:pt x="27808" y="8433"/>
                    </a:lnTo>
                    <a:lnTo>
                      <a:pt x="27870" y="8370"/>
                    </a:lnTo>
                    <a:lnTo>
                      <a:pt x="27933" y="8370"/>
                    </a:lnTo>
                    <a:lnTo>
                      <a:pt x="27933" y="8454"/>
                    </a:lnTo>
                    <a:lnTo>
                      <a:pt x="27828" y="8537"/>
                    </a:lnTo>
                    <a:lnTo>
                      <a:pt x="27828" y="8579"/>
                    </a:lnTo>
                    <a:lnTo>
                      <a:pt x="27724" y="8579"/>
                    </a:lnTo>
                    <a:lnTo>
                      <a:pt x="27619" y="8642"/>
                    </a:lnTo>
                    <a:lnTo>
                      <a:pt x="27431" y="8830"/>
                    </a:lnTo>
                    <a:lnTo>
                      <a:pt x="27347" y="8935"/>
                    </a:lnTo>
                    <a:lnTo>
                      <a:pt x="27326" y="9207"/>
                    </a:lnTo>
                    <a:lnTo>
                      <a:pt x="27389" y="9311"/>
                    </a:lnTo>
                    <a:lnTo>
                      <a:pt x="27389" y="9395"/>
                    </a:lnTo>
                    <a:lnTo>
                      <a:pt x="27326" y="9500"/>
                    </a:lnTo>
                    <a:lnTo>
                      <a:pt x="27347" y="9563"/>
                    </a:lnTo>
                    <a:lnTo>
                      <a:pt x="27389" y="9625"/>
                    </a:lnTo>
                    <a:lnTo>
                      <a:pt x="27452" y="9625"/>
                    </a:lnTo>
                    <a:lnTo>
                      <a:pt x="27515" y="9667"/>
                    </a:lnTo>
                    <a:lnTo>
                      <a:pt x="27536" y="9793"/>
                    </a:lnTo>
                    <a:lnTo>
                      <a:pt x="27640" y="9835"/>
                    </a:lnTo>
                    <a:lnTo>
                      <a:pt x="27703" y="9939"/>
                    </a:lnTo>
                    <a:lnTo>
                      <a:pt x="27745" y="9939"/>
                    </a:lnTo>
                    <a:lnTo>
                      <a:pt x="27828" y="9814"/>
                    </a:lnTo>
                    <a:lnTo>
                      <a:pt x="27808" y="9939"/>
                    </a:lnTo>
                    <a:lnTo>
                      <a:pt x="27849" y="10107"/>
                    </a:lnTo>
                    <a:lnTo>
                      <a:pt x="28017" y="10127"/>
                    </a:lnTo>
                    <a:lnTo>
                      <a:pt x="28080" y="10190"/>
                    </a:lnTo>
                    <a:lnTo>
                      <a:pt x="28184" y="10190"/>
                    </a:lnTo>
                    <a:lnTo>
                      <a:pt x="28331" y="10211"/>
                    </a:lnTo>
                    <a:lnTo>
                      <a:pt x="28331" y="10295"/>
                    </a:lnTo>
                    <a:lnTo>
                      <a:pt x="28226" y="10504"/>
                    </a:lnTo>
                    <a:lnTo>
                      <a:pt x="28121" y="10546"/>
                    </a:lnTo>
                    <a:lnTo>
                      <a:pt x="28080" y="10525"/>
                    </a:lnTo>
                    <a:lnTo>
                      <a:pt x="28121" y="10420"/>
                    </a:lnTo>
                    <a:lnTo>
                      <a:pt x="28226" y="10379"/>
                    </a:lnTo>
                    <a:lnTo>
                      <a:pt x="28080" y="10337"/>
                    </a:lnTo>
                    <a:lnTo>
                      <a:pt x="27954" y="10379"/>
                    </a:lnTo>
                    <a:lnTo>
                      <a:pt x="27849" y="10504"/>
                    </a:lnTo>
                    <a:lnTo>
                      <a:pt x="27912" y="10546"/>
                    </a:lnTo>
                    <a:lnTo>
                      <a:pt x="27912" y="10630"/>
                    </a:lnTo>
                    <a:lnTo>
                      <a:pt x="27745" y="10713"/>
                    </a:lnTo>
                    <a:lnTo>
                      <a:pt x="27661" y="10797"/>
                    </a:lnTo>
                    <a:lnTo>
                      <a:pt x="27598" y="10797"/>
                    </a:lnTo>
                    <a:lnTo>
                      <a:pt x="27515" y="10944"/>
                    </a:lnTo>
                    <a:lnTo>
                      <a:pt x="27536" y="11006"/>
                    </a:lnTo>
                    <a:lnTo>
                      <a:pt x="27619" y="11006"/>
                    </a:lnTo>
                    <a:lnTo>
                      <a:pt x="27661" y="11048"/>
                    </a:lnTo>
                    <a:lnTo>
                      <a:pt x="27766" y="11027"/>
                    </a:lnTo>
                    <a:lnTo>
                      <a:pt x="27828" y="10923"/>
                    </a:lnTo>
                    <a:lnTo>
                      <a:pt x="27808" y="10860"/>
                    </a:lnTo>
                    <a:lnTo>
                      <a:pt x="27870" y="10839"/>
                    </a:lnTo>
                    <a:lnTo>
                      <a:pt x="27954" y="10797"/>
                    </a:lnTo>
                    <a:lnTo>
                      <a:pt x="28017" y="10839"/>
                    </a:lnTo>
                    <a:lnTo>
                      <a:pt x="27975" y="10944"/>
                    </a:lnTo>
                    <a:lnTo>
                      <a:pt x="27912" y="11069"/>
                    </a:lnTo>
                    <a:lnTo>
                      <a:pt x="27870" y="11236"/>
                    </a:lnTo>
                    <a:lnTo>
                      <a:pt x="27870" y="11320"/>
                    </a:lnTo>
                    <a:lnTo>
                      <a:pt x="27808" y="11383"/>
                    </a:lnTo>
                    <a:lnTo>
                      <a:pt x="27640" y="11425"/>
                    </a:lnTo>
                    <a:lnTo>
                      <a:pt x="27536" y="11529"/>
                    </a:lnTo>
                    <a:lnTo>
                      <a:pt x="27452" y="11550"/>
                    </a:lnTo>
                    <a:lnTo>
                      <a:pt x="27452" y="11592"/>
                    </a:lnTo>
                    <a:lnTo>
                      <a:pt x="27410" y="11697"/>
                    </a:lnTo>
                    <a:lnTo>
                      <a:pt x="27138" y="11801"/>
                    </a:lnTo>
                    <a:lnTo>
                      <a:pt x="27075" y="11906"/>
                    </a:lnTo>
                    <a:lnTo>
                      <a:pt x="26971" y="11948"/>
                    </a:lnTo>
                    <a:lnTo>
                      <a:pt x="26929" y="11885"/>
                    </a:lnTo>
                    <a:lnTo>
                      <a:pt x="26887" y="11885"/>
                    </a:lnTo>
                    <a:lnTo>
                      <a:pt x="26866" y="11843"/>
                    </a:lnTo>
                    <a:lnTo>
                      <a:pt x="26803" y="11906"/>
                    </a:lnTo>
                    <a:lnTo>
                      <a:pt x="26720" y="11948"/>
                    </a:lnTo>
                    <a:lnTo>
                      <a:pt x="26720" y="11948"/>
                    </a:lnTo>
                    <a:lnTo>
                      <a:pt x="26761" y="11885"/>
                    </a:lnTo>
                    <a:lnTo>
                      <a:pt x="26720" y="11843"/>
                    </a:lnTo>
                    <a:lnTo>
                      <a:pt x="26615" y="11948"/>
                    </a:lnTo>
                    <a:lnTo>
                      <a:pt x="26573" y="12094"/>
                    </a:lnTo>
                    <a:lnTo>
                      <a:pt x="26468" y="12262"/>
                    </a:lnTo>
                    <a:lnTo>
                      <a:pt x="26448" y="12304"/>
                    </a:lnTo>
                    <a:lnTo>
                      <a:pt x="26489" y="12387"/>
                    </a:lnTo>
                    <a:lnTo>
                      <a:pt x="26489" y="12471"/>
                    </a:lnTo>
                    <a:lnTo>
                      <a:pt x="26406" y="12617"/>
                    </a:lnTo>
                    <a:lnTo>
                      <a:pt x="26406" y="12701"/>
                    </a:lnTo>
                    <a:lnTo>
                      <a:pt x="26468" y="12785"/>
                    </a:lnTo>
                    <a:lnTo>
                      <a:pt x="26385" y="12827"/>
                    </a:lnTo>
                    <a:lnTo>
                      <a:pt x="26343" y="12952"/>
                    </a:lnTo>
                    <a:lnTo>
                      <a:pt x="26364" y="12952"/>
                    </a:lnTo>
                    <a:lnTo>
                      <a:pt x="26448" y="12931"/>
                    </a:lnTo>
                    <a:lnTo>
                      <a:pt x="26489" y="12848"/>
                    </a:lnTo>
                    <a:lnTo>
                      <a:pt x="26594" y="12889"/>
                    </a:lnTo>
                    <a:lnTo>
                      <a:pt x="26699" y="12806"/>
                    </a:lnTo>
                    <a:lnTo>
                      <a:pt x="26615" y="12910"/>
                    </a:lnTo>
                    <a:lnTo>
                      <a:pt x="26510" y="12910"/>
                    </a:lnTo>
                    <a:lnTo>
                      <a:pt x="26406" y="13015"/>
                    </a:lnTo>
                    <a:lnTo>
                      <a:pt x="26259" y="13057"/>
                    </a:lnTo>
                    <a:lnTo>
                      <a:pt x="26259" y="13203"/>
                    </a:lnTo>
                    <a:lnTo>
                      <a:pt x="26176" y="13266"/>
                    </a:lnTo>
                    <a:lnTo>
                      <a:pt x="26071" y="13203"/>
                    </a:lnTo>
                    <a:lnTo>
                      <a:pt x="25945" y="13203"/>
                    </a:lnTo>
                    <a:lnTo>
                      <a:pt x="25862" y="13120"/>
                    </a:lnTo>
                    <a:lnTo>
                      <a:pt x="25778" y="13161"/>
                    </a:lnTo>
                    <a:lnTo>
                      <a:pt x="25820" y="13350"/>
                    </a:lnTo>
                    <a:lnTo>
                      <a:pt x="25631" y="13245"/>
                    </a:lnTo>
                    <a:lnTo>
                      <a:pt x="25694" y="12994"/>
                    </a:lnTo>
                    <a:lnTo>
                      <a:pt x="25631" y="12827"/>
                    </a:lnTo>
                    <a:lnTo>
                      <a:pt x="25548" y="12722"/>
                    </a:lnTo>
                    <a:lnTo>
                      <a:pt x="25590" y="12555"/>
                    </a:lnTo>
                    <a:lnTo>
                      <a:pt x="25631" y="12555"/>
                    </a:lnTo>
                    <a:lnTo>
                      <a:pt x="25673" y="12722"/>
                    </a:lnTo>
                    <a:lnTo>
                      <a:pt x="25820" y="12638"/>
                    </a:lnTo>
                    <a:lnTo>
                      <a:pt x="25862" y="12743"/>
                    </a:lnTo>
                    <a:lnTo>
                      <a:pt x="25987" y="12806"/>
                    </a:lnTo>
                    <a:lnTo>
                      <a:pt x="26071" y="12722"/>
                    </a:lnTo>
                    <a:lnTo>
                      <a:pt x="26071" y="12638"/>
                    </a:lnTo>
                    <a:lnTo>
                      <a:pt x="26134" y="12492"/>
                    </a:lnTo>
                    <a:lnTo>
                      <a:pt x="26029" y="12513"/>
                    </a:lnTo>
                    <a:lnTo>
                      <a:pt x="25945" y="12492"/>
                    </a:lnTo>
                    <a:lnTo>
                      <a:pt x="26029" y="12429"/>
                    </a:lnTo>
                    <a:lnTo>
                      <a:pt x="26092" y="12304"/>
                    </a:lnTo>
                    <a:lnTo>
                      <a:pt x="26029" y="12304"/>
                    </a:lnTo>
                    <a:lnTo>
                      <a:pt x="25945" y="12387"/>
                    </a:lnTo>
                    <a:lnTo>
                      <a:pt x="25778" y="12429"/>
                    </a:lnTo>
                    <a:lnTo>
                      <a:pt x="25778" y="12345"/>
                    </a:lnTo>
                    <a:lnTo>
                      <a:pt x="25924" y="12283"/>
                    </a:lnTo>
                    <a:lnTo>
                      <a:pt x="25924" y="12178"/>
                    </a:lnTo>
                    <a:lnTo>
                      <a:pt x="25841" y="12178"/>
                    </a:lnTo>
                    <a:lnTo>
                      <a:pt x="25736" y="12220"/>
                    </a:lnTo>
                    <a:lnTo>
                      <a:pt x="25736" y="12136"/>
                    </a:lnTo>
                    <a:lnTo>
                      <a:pt x="25778" y="11969"/>
                    </a:lnTo>
                    <a:lnTo>
                      <a:pt x="25862" y="11864"/>
                    </a:lnTo>
                    <a:lnTo>
                      <a:pt x="25883" y="11969"/>
                    </a:lnTo>
                    <a:lnTo>
                      <a:pt x="25945" y="11906"/>
                    </a:lnTo>
                    <a:lnTo>
                      <a:pt x="25945" y="11822"/>
                    </a:lnTo>
                    <a:lnTo>
                      <a:pt x="26092" y="11676"/>
                    </a:lnTo>
                    <a:lnTo>
                      <a:pt x="26092" y="11592"/>
                    </a:lnTo>
                    <a:lnTo>
                      <a:pt x="26280" y="11488"/>
                    </a:lnTo>
                    <a:lnTo>
                      <a:pt x="26280" y="11362"/>
                    </a:lnTo>
                    <a:lnTo>
                      <a:pt x="26364" y="11299"/>
                    </a:lnTo>
                    <a:lnTo>
                      <a:pt x="26448" y="11278"/>
                    </a:lnTo>
                    <a:lnTo>
                      <a:pt x="26448" y="11236"/>
                    </a:lnTo>
                    <a:lnTo>
                      <a:pt x="26343" y="11236"/>
                    </a:lnTo>
                    <a:lnTo>
                      <a:pt x="26196" y="11257"/>
                    </a:lnTo>
                    <a:lnTo>
                      <a:pt x="26155" y="11425"/>
                    </a:lnTo>
                    <a:lnTo>
                      <a:pt x="26029" y="11488"/>
                    </a:lnTo>
                    <a:lnTo>
                      <a:pt x="25945" y="11467"/>
                    </a:lnTo>
                    <a:lnTo>
                      <a:pt x="25966" y="11425"/>
                    </a:lnTo>
                    <a:lnTo>
                      <a:pt x="26113" y="11362"/>
                    </a:lnTo>
                    <a:lnTo>
                      <a:pt x="26134" y="11257"/>
                    </a:lnTo>
                    <a:lnTo>
                      <a:pt x="26050" y="11216"/>
                    </a:lnTo>
                    <a:lnTo>
                      <a:pt x="25966" y="11236"/>
                    </a:lnTo>
                    <a:lnTo>
                      <a:pt x="25883" y="11153"/>
                    </a:lnTo>
                    <a:lnTo>
                      <a:pt x="25924" y="11069"/>
                    </a:lnTo>
                    <a:lnTo>
                      <a:pt x="25945" y="10944"/>
                    </a:lnTo>
                    <a:lnTo>
                      <a:pt x="25862" y="10860"/>
                    </a:lnTo>
                    <a:lnTo>
                      <a:pt x="25820" y="10902"/>
                    </a:lnTo>
                    <a:lnTo>
                      <a:pt x="25778" y="10964"/>
                    </a:lnTo>
                    <a:lnTo>
                      <a:pt x="25778" y="10902"/>
                    </a:lnTo>
                    <a:lnTo>
                      <a:pt x="25820" y="10818"/>
                    </a:lnTo>
                    <a:lnTo>
                      <a:pt x="25757" y="10713"/>
                    </a:lnTo>
                    <a:lnTo>
                      <a:pt x="25652" y="10713"/>
                    </a:lnTo>
                    <a:lnTo>
                      <a:pt x="25631" y="10902"/>
                    </a:lnTo>
                    <a:lnTo>
                      <a:pt x="25527" y="10964"/>
                    </a:lnTo>
                    <a:lnTo>
                      <a:pt x="25506" y="11027"/>
                    </a:lnTo>
                    <a:lnTo>
                      <a:pt x="25443" y="10985"/>
                    </a:lnTo>
                    <a:lnTo>
                      <a:pt x="25443" y="10923"/>
                    </a:lnTo>
                    <a:lnTo>
                      <a:pt x="25401" y="10839"/>
                    </a:lnTo>
                    <a:lnTo>
                      <a:pt x="25318" y="10839"/>
                    </a:lnTo>
                    <a:lnTo>
                      <a:pt x="25297" y="10923"/>
                    </a:lnTo>
                    <a:lnTo>
                      <a:pt x="25318" y="10964"/>
                    </a:lnTo>
                    <a:lnTo>
                      <a:pt x="25297" y="11027"/>
                    </a:lnTo>
                    <a:lnTo>
                      <a:pt x="25339" y="11132"/>
                    </a:lnTo>
                    <a:lnTo>
                      <a:pt x="25339" y="11195"/>
                    </a:lnTo>
                    <a:lnTo>
                      <a:pt x="25297" y="11257"/>
                    </a:lnTo>
                    <a:lnTo>
                      <a:pt x="25234" y="11195"/>
                    </a:lnTo>
                    <a:lnTo>
                      <a:pt x="25234" y="11132"/>
                    </a:lnTo>
                    <a:lnTo>
                      <a:pt x="25192" y="11132"/>
                    </a:lnTo>
                    <a:lnTo>
                      <a:pt x="25171" y="11195"/>
                    </a:lnTo>
                    <a:lnTo>
                      <a:pt x="25213" y="11446"/>
                    </a:lnTo>
                    <a:lnTo>
                      <a:pt x="25234" y="11592"/>
                    </a:lnTo>
                    <a:lnTo>
                      <a:pt x="25401" y="11676"/>
                    </a:lnTo>
                    <a:lnTo>
                      <a:pt x="25443" y="11760"/>
                    </a:lnTo>
                    <a:lnTo>
                      <a:pt x="25443" y="11990"/>
                    </a:lnTo>
                    <a:lnTo>
                      <a:pt x="25422" y="11864"/>
                    </a:lnTo>
                    <a:lnTo>
                      <a:pt x="25339" y="11801"/>
                    </a:lnTo>
                    <a:lnTo>
                      <a:pt x="25192" y="11613"/>
                    </a:lnTo>
                    <a:lnTo>
                      <a:pt x="25171" y="11467"/>
                    </a:lnTo>
                    <a:lnTo>
                      <a:pt x="25108" y="11278"/>
                    </a:lnTo>
                    <a:lnTo>
                      <a:pt x="25025" y="11278"/>
                    </a:lnTo>
                    <a:lnTo>
                      <a:pt x="24983" y="11341"/>
                    </a:lnTo>
                    <a:lnTo>
                      <a:pt x="25004" y="11488"/>
                    </a:lnTo>
                    <a:lnTo>
                      <a:pt x="25087" y="11592"/>
                    </a:lnTo>
                    <a:lnTo>
                      <a:pt x="25108" y="11718"/>
                    </a:lnTo>
                    <a:lnTo>
                      <a:pt x="25067" y="11760"/>
                    </a:lnTo>
                    <a:lnTo>
                      <a:pt x="24983" y="11655"/>
                    </a:lnTo>
                    <a:lnTo>
                      <a:pt x="24774" y="11697"/>
                    </a:lnTo>
                    <a:lnTo>
                      <a:pt x="24711" y="11760"/>
                    </a:lnTo>
                    <a:lnTo>
                      <a:pt x="24648" y="11676"/>
                    </a:lnTo>
                    <a:lnTo>
                      <a:pt x="24564" y="11655"/>
                    </a:lnTo>
                    <a:lnTo>
                      <a:pt x="24376" y="11488"/>
                    </a:lnTo>
                    <a:lnTo>
                      <a:pt x="24146" y="11488"/>
                    </a:lnTo>
                    <a:lnTo>
                      <a:pt x="24125" y="11404"/>
                    </a:lnTo>
                    <a:lnTo>
                      <a:pt x="24083" y="11404"/>
                    </a:lnTo>
                    <a:lnTo>
                      <a:pt x="23937" y="11488"/>
                    </a:lnTo>
                    <a:lnTo>
                      <a:pt x="23874" y="11571"/>
                    </a:lnTo>
                    <a:lnTo>
                      <a:pt x="23707" y="11571"/>
                    </a:lnTo>
                    <a:lnTo>
                      <a:pt x="23560" y="11655"/>
                    </a:lnTo>
                    <a:lnTo>
                      <a:pt x="23435" y="11550"/>
                    </a:lnTo>
                    <a:lnTo>
                      <a:pt x="23414" y="11550"/>
                    </a:lnTo>
                    <a:lnTo>
                      <a:pt x="23393" y="11446"/>
                    </a:lnTo>
                    <a:lnTo>
                      <a:pt x="23330" y="11404"/>
                    </a:lnTo>
                    <a:lnTo>
                      <a:pt x="23204" y="11488"/>
                    </a:lnTo>
                    <a:lnTo>
                      <a:pt x="23204" y="11404"/>
                    </a:lnTo>
                    <a:lnTo>
                      <a:pt x="23037" y="11257"/>
                    </a:lnTo>
                    <a:lnTo>
                      <a:pt x="23016" y="11174"/>
                    </a:lnTo>
                    <a:lnTo>
                      <a:pt x="22974" y="11153"/>
                    </a:lnTo>
                    <a:lnTo>
                      <a:pt x="22974" y="11069"/>
                    </a:lnTo>
                    <a:lnTo>
                      <a:pt x="22995" y="11027"/>
                    </a:lnTo>
                    <a:lnTo>
                      <a:pt x="22932" y="10944"/>
                    </a:lnTo>
                    <a:lnTo>
                      <a:pt x="22890" y="10964"/>
                    </a:lnTo>
                    <a:lnTo>
                      <a:pt x="22870" y="10944"/>
                    </a:lnTo>
                    <a:lnTo>
                      <a:pt x="22870" y="10860"/>
                    </a:lnTo>
                    <a:lnTo>
                      <a:pt x="22807" y="10839"/>
                    </a:lnTo>
                    <a:lnTo>
                      <a:pt x="22702" y="10881"/>
                    </a:lnTo>
                    <a:lnTo>
                      <a:pt x="22577" y="10881"/>
                    </a:lnTo>
                    <a:lnTo>
                      <a:pt x="22493" y="10818"/>
                    </a:lnTo>
                    <a:lnTo>
                      <a:pt x="22451" y="10818"/>
                    </a:lnTo>
                    <a:lnTo>
                      <a:pt x="22409" y="10755"/>
                    </a:lnTo>
                    <a:lnTo>
                      <a:pt x="22305" y="10713"/>
                    </a:lnTo>
                    <a:lnTo>
                      <a:pt x="22200" y="10713"/>
                    </a:lnTo>
                    <a:lnTo>
                      <a:pt x="22263" y="10630"/>
                    </a:lnTo>
                    <a:lnTo>
                      <a:pt x="22263" y="10546"/>
                    </a:lnTo>
                    <a:lnTo>
                      <a:pt x="22346" y="10462"/>
                    </a:lnTo>
                    <a:lnTo>
                      <a:pt x="22346" y="10420"/>
                    </a:lnTo>
                    <a:lnTo>
                      <a:pt x="22263" y="10400"/>
                    </a:lnTo>
                    <a:lnTo>
                      <a:pt x="22179" y="10400"/>
                    </a:lnTo>
                    <a:lnTo>
                      <a:pt x="22158" y="10148"/>
                    </a:lnTo>
                    <a:lnTo>
                      <a:pt x="22095" y="10127"/>
                    </a:lnTo>
                    <a:lnTo>
                      <a:pt x="22095" y="10086"/>
                    </a:lnTo>
                    <a:lnTo>
                      <a:pt x="22179" y="10023"/>
                    </a:lnTo>
                    <a:lnTo>
                      <a:pt x="22200" y="9981"/>
                    </a:lnTo>
                    <a:lnTo>
                      <a:pt x="22158" y="9939"/>
                    </a:lnTo>
                    <a:lnTo>
                      <a:pt x="22179" y="9876"/>
                    </a:lnTo>
                    <a:lnTo>
                      <a:pt x="22179" y="9772"/>
                    </a:lnTo>
                    <a:cubicBezTo>
                      <a:pt x="22284" y="9709"/>
                      <a:pt x="22388" y="9688"/>
                      <a:pt x="22493" y="9604"/>
                    </a:cubicBezTo>
                    <a:lnTo>
                      <a:pt x="22514" y="9625"/>
                    </a:lnTo>
                    <a:lnTo>
                      <a:pt x="22598" y="9604"/>
                    </a:lnTo>
                    <a:lnTo>
                      <a:pt x="22681" y="9500"/>
                    </a:lnTo>
                    <a:lnTo>
                      <a:pt x="22702" y="9500"/>
                    </a:lnTo>
                    <a:lnTo>
                      <a:pt x="22702" y="9604"/>
                    </a:lnTo>
                    <a:lnTo>
                      <a:pt x="22765" y="9709"/>
                    </a:lnTo>
                    <a:lnTo>
                      <a:pt x="22828" y="9730"/>
                    </a:lnTo>
                    <a:lnTo>
                      <a:pt x="22911" y="9688"/>
                    </a:lnTo>
                    <a:lnTo>
                      <a:pt x="22995" y="9709"/>
                    </a:lnTo>
                    <a:lnTo>
                      <a:pt x="23037" y="9793"/>
                    </a:lnTo>
                    <a:lnTo>
                      <a:pt x="23121" y="9793"/>
                    </a:lnTo>
                    <a:lnTo>
                      <a:pt x="23183" y="9835"/>
                    </a:lnTo>
                    <a:lnTo>
                      <a:pt x="23225" y="9835"/>
                    </a:lnTo>
                    <a:lnTo>
                      <a:pt x="23225" y="9730"/>
                    </a:lnTo>
                    <a:lnTo>
                      <a:pt x="23288" y="9730"/>
                    </a:lnTo>
                    <a:lnTo>
                      <a:pt x="23351" y="9709"/>
                    </a:lnTo>
                    <a:lnTo>
                      <a:pt x="23414" y="9730"/>
                    </a:lnTo>
                    <a:lnTo>
                      <a:pt x="23414" y="9814"/>
                    </a:lnTo>
                    <a:lnTo>
                      <a:pt x="23455" y="9835"/>
                    </a:lnTo>
                    <a:lnTo>
                      <a:pt x="23539" y="9814"/>
                    </a:lnTo>
                    <a:lnTo>
                      <a:pt x="23602" y="9730"/>
                    </a:lnTo>
                    <a:lnTo>
                      <a:pt x="23644" y="9772"/>
                    </a:lnTo>
                    <a:lnTo>
                      <a:pt x="23665" y="9835"/>
                    </a:lnTo>
                    <a:lnTo>
                      <a:pt x="23727" y="9835"/>
                    </a:lnTo>
                    <a:lnTo>
                      <a:pt x="23748" y="9793"/>
                    </a:lnTo>
                    <a:lnTo>
                      <a:pt x="23769" y="9793"/>
                    </a:lnTo>
                    <a:lnTo>
                      <a:pt x="23832" y="9709"/>
                    </a:lnTo>
                    <a:lnTo>
                      <a:pt x="23916" y="9709"/>
                    </a:lnTo>
                    <a:lnTo>
                      <a:pt x="23937" y="9772"/>
                    </a:lnTo>
                    <a:lnTo>
                      <a:pt x="23979" y="9793"/>
                    </a:lnTo>
                    <a:lnTo>
                      <a:pt x="24041" y="9772"/>
                    </a:lnTo>
                    <a:lnTo>
                      <a:pt x="24041" y="9709"/>
                    </a:lnTo>
                    <a:lnTo>
                      <a:pt x="24020" y="9667"/>
                    </a:lnTo>
                    <a:lnTo>
                      <a:pt x="24083" y="9583"/>
                    </a:lnTo>
                    <a:lnTo>
                      <a:pt x="24083" y="9521"/>
                    </a:lnTo>
                    <a:lnTo>
                      <a:pt x="24146" y="9458"/>
                    </a:lnTo>
                    <a:lnTo>
                      <a:pt x="24146" y="9374"/>
                    </a:lnTo>
                    <a:lnTo>
                      <a:pt x="24062" y="9374"/>
                    </a:lnTo>
                    <a:lnTo>
                      <a:pt x="24041" y="9291"/>
                    </a:lnTo>
                    <a:lnTo>
                      <a:pt x="24062" y="9186"/>
                    </a:lnTo>
                    <a:lnTo>
                      <a:pt x="24146" y="9165"/>
                    </a:lnTo>
                    <a:lnTo>
                      <a:pt x="24146" y="9060"/>
                    </a:lnTo>
                    <a:lnTo>
                      <a:pt x="24041" y="8998"/>
                    </a:lnTo>
                    <a:lnTo>
                      <a:pt x="23958" y="9039"/>
                    </a:lnTo>
                    <a:lnTo>
                      <a:pt x="23958" y="9102"/>
                    </a:lnTo>
                    <a:lnTo>
                      <a:pt x="23916" y="9165"/>
                    </a:lnTo>
                    <a:lnTo>
                      <a:pt x="23832" y="9102"/>
                    </a:lnTo>
                    <a:lnTo>
                      <a:pt x="23707" y="9102"/>
                    </a:lnTo>
                    <a:lnTo>
                      <a:pt x="23560" y="9249"/>
                    </a:lnTo>
                    <a:lnTo>
                      <a:pt x="23455" y="9311"/>
                    </a:lnTo>
                    <a:lnTo>
                      <a:pt x="23455" y="9270"/>
                    </a:lnTo>
                    <a:lnTo>
                      <a:pt x="23602" y="9186"/>
                    </a:lnTo>
                    <a:lnTo>
                      <a:pt x="23644" y="9102"/>
                    </a:lnTo>
                    <a:lnTo>
                      <a:pt x="23644" y="8977"/>
                    </a:lnTo>
                    <a:lnTo>
                      <a:pt x="23602" y="9060"/>
                    </a:lnTo>
                    <a:lnTo>
                      <a:pt x="23539" y="9039"/>
                    </a:lnTo>
                    <a:lnTo>
                      <a:pt x="23539" y="8935"/>
                    </a:lnTo>
                    <a:lnTo>
                      <a:pt x="23644" y="8851"/>
                    </a:lnTo>
                    <a:lnTo>
                      <a:pt x="23560" y="8726"/>
                    </a:lnTo>
                    <a:lnTo>
                      <a:pt x="23644" y="8642"/>
                    </a:lnTo>
                    <a:lnTo>
                      <a:pt x="23727" y="8642"/>
                    </a:lnTo>
                    <a:lnTo>
                      <a:pt x="23707" y="8684"/>
                    </a:lnTo>
                    <a:lnTo>
                      <a:pt x="23748" y="8851"/>
                    </a:lnTo>
                    <a:lnTo>
                      <a:pt x="23832" y="8935"/>
                    </a:lnTo>
                    <a:lnTo>
                      <a:pt x="23874" y="8893"/>
                    </a:lnTo>
                    <a:lnTo>
                      <a:pt x="23979" y="8893"/>
                    </a:lnTo>
                    <a:lnTo>
                      <a:pt x="24041" y="8767"/>
                    </a:lnTo>
                    <a:lnTo>
                      <a:pt x="23979" y="8726"/>
                    </a:lnTo>
                    <a:lnTo>
                      <a:pt x="23979" y="8663"/>
                    </a:lnTo>
                    <a:lnTo>
                      <a:pt x="24062" y="8663"/>
                    </a:lnTo>
                    <a:lnTo>
                      <a:pt x="24083" y="8726"/>
                    </a:lnTo>
                    <a:lnTo>
                      <a:pt x="24146" y="8684"/>
                    </a:lnTo>
                    <a:lnTo>
                      <a:pt x="24251" y="8621"/>
                    </a:lnTo>
                    <a:lnTo>
                      <a:pt x="24271" y="8475"/>
                    </a:lnTo>
                    <a:lnTo>
                      <a:pt x="24292" y="8579"/>
                    </a:lnTo>
                    <a:lnTo>
                      <a:pt x="24355" y="8579"/>
                    </a:lnTo>
                    <a:lnTo>
                      <a:pt x="24460" y="8516"/>
                    </a:lnTo>
                    <a:lnTo>
                      <a:pt x="24376" y="8684"/>
                    </a:lnTo>
                    <a:lnTo>
                      <a:pt x="24376" y="8851"/>
                    </a:lnTo>
                    <a:lnTo>
                      <a:pt x="24439" y="8830"/>
                    </a:lnTo>
                    <a:lnTo>
                      <a:pt x="24481" y="8851"/>
                    </a:lnTo>
                    <a:lnTo>
                      <a:pt x="24439" y="8935"/>
                    </a:lnTo>
                    <a:lnTo>
                      <a:pt x="24502" y="8935"/>
                    </a:lnTo>
                    <a:lnTo>
                      <a:pt x="24564" y="8788"/>
                    </a:lnTo>
                    <a:lnTo>
                      <a:pt x="24606" y="8747"/>
                    </a:lnTo>
                    <a:lnTo>
                      <a:pt x="24690" y="8579"/>
                    </a:lnTo>
                    <a:lnTo>
                      <a:pt x="24774" y="8558"/>
                    </a:lnTo>
                    <a:lnTo>
                      <a:pt x="24753" y="8684"/>
                    </a:lnTo>
                    <a:lnTo>
                      <a:pt x="24648" y="8788"/>
                    </a:lnTo>
                    <a:lnTo>
                      <a:pt x="24669" y="8977"/>
                    </a:lnTo>
                    <a:lnTo>
                      <a:pt x="24753" y="8977"/>
                    </a:lnTo>
                    <a:lnTo>
                      <a:pt x="24815" y="9039"/>
                    </a:lnTo>
                    <a:lnTo>
                      <a:pt x="24878" y="8956"/>
                    </a:lnTo>
                    <a:lnTo>
                      <a:pt x="25004" y="8851"/>
                    </a:lnTo>
                    <a:lnTo>
                      <a:pt x="25067" y="8684"/>
                    </a:lnTo>
                    <a:lnTo>
                      <a:pt x="25108" y="8558"/>
                    </a:lnTo>
                    <a:lnTo>
                      <a:pt x="25087" y="8433"/>
                    </a:lnTo>
                    <a:lnTo>
                      <a:pt x="25129" y="8370"/>
                    </a:lnTo>
                    <a:lnTo>
                      <a:pt x="25108" y="8328"/>
                    </a:lnTo>
                    <a:lnTo>
                      <a:pt x="25025" y="8328"/>
                    </a:lnTo>
                    <a:lnTo>
                      <a:pt x="24983" y="8307"/>
                    </a:lnTo>
                    <a:lnTo>
                      <a:pt x="24899" y="8349"/>
                    </a:lnTo>
                    <a:lnTo>
                      <a:pt x="24899" y="8223"/>
                    </a:lnTo>
                    <a:lnTo>
                      <a:pt x="24941" y="8203"/>
                    </a:lnTo>
                    <a:lnTo>
                      <a:pt x="24920" y="8140"/>
                    </a:lnTo>
                    <a:lnTo>
                      <a:pt x="24815" y="8140"/>
                    </a:lnTo>
                    <a:lnTo>
                      <a:pt x="24795" y="8098"/>
                    </a:lnTo>
                    <a:lnTo>
                      <a:pt x="24690" y="8014"/>
                    </a:lnTo>
                    <a:lnTo>
                      <a:pt x="24690" y="7931"/>
                    </a:lnTo>
                    <a:lnTo>
                      <a:pt x="24606" y="7742"/>
                    </a:lnTo>
                    <a:lnTo>
                      <a:pt x="24585" y="7617"/>
                    </a:lnTo>
                    <a:lnTo>
                      <a:pt x="24627" y="7491"/>
                    </a:lnTo>
                    <a:lnTo>
                      <a:pt x="24585" y="7324"/>
                    </a:lnTo>
                    <a:lnTo>
                      <a:pt x="24502" y="7470"/>
                    </a:lnTo>
                    <a:lnTo>
                      <a:pt x="24502" y="7575"/>
                    </a:lnTo>
                    <a:lnTo>
                      <a:pt x="24418" y="7428"/>
                    </a:lnTo>
                    <a:lnTo>
                      <a:pt x="24292" y="7366"/>
                    </a:lnTo>
                    <a:lnTo>
                      <a:pt x="24271" y="7114"/>
                    </a:lnTo>
                    <a:lnTo>
                      <a:pt x="24188" y="7073"/>
                    </a:lnTo>
                    <a:lnTo>
                      <a:pt x="24167" y="6884"/>
                    </a:lnTo>
                    <a:lnTo>
                      <a:pt x="24083" y="6780"/>
                    </a:lnTo>
                    <a:lnTo>
                      <a:pt x="24083" y="6675"/>
                    </a:lnTo>
                    <a:lnTo>
                      <a:pt x="24041" y="6591"/>
                    </a:lnTo>
                    <a:lnTo>
                      <a:pt x="24041" y="6529"/>
                    </a:lnTo>
                    <a:lnTo>
                      <a:pt x="24146" y="6529"/>
                    </a:lnTo>
                    <a:lnTo>
                      <a:pt x="24167" y="6382"/>
                    </a:lnTo>
                    <a:lnTo>
                      <a:pt x="24251" y="6382"/>
                    </a:lnTo>
                    <a:lnTo>
                      <a:pt x="24271" y="6424"/>
                    </a:lnTo>
                    <a:lnTo>
                      <a:pt x="24355" y="6361"/>
                    </a:lnTo>
                    <a:lnTo>
                      <a:pt x="24355" y="6257"/>
                    </a:lnTo>
                    <a:lnTo>
                      <a:pt x="24460" y="6026"/>
                    </a:lnTo>
                    <a:lnTo>
                      <a:pt x="24460" y="5922"/>
                    </a:lnTo>
                    <a:lnTo>
                      <a:pt x="24481" y="5880"/>
                    </a:lnTo>
                    <a:lnTo>
                      <a:pt x="24397" y="5692"/>
                    </a:lnTo>
                    <a:lnTo>
                      <a:pt x="24460" y="5566"/>
                    </a:lnTo>
                    <a:lnTo>
                      <a:pt x="24523" y="5566"/>
                    </a:lnTo>
                    <a:lnTo>
                      <a:pt x="24523" y="5399"/>
                    </a:lnTo>
                    <a:lnTo>
                      <a:pt x="24627" y="5252"/>
                    </a:lnTo>
                    <a:lnTo>
                      <a:pt x="24627" y="5148"/>
                    </a:lnTo>
                    <a:lnTo>
                      <a:pt x="24690" y="5064"/>
                    </a:lnTo>
                    <a:lnTo>
                      <a:pt x="24690" y="4855"/>
                    </a:lnTo>
                    <a:lnTo>
                      <a:pt x="24774" y="4834"/>
                    </a:lnTo>
                    <a:lnTo>
                      <a:pt x="24774" y="4729"/>
                    </a:lnTo>
                    <a:lnTo>
                      <a:pt x="24899" y="4583"/>
                    </a:lnTo>
                    <a:lnTo>
                      <a:pt x="24899" y="4478"/>
                    </a:lnTo>
                    <a:cubicBezTo>
                      <a:pt x="24918" y="4516"/>
                      <a:pt x="24966" y="4536"/>
                      <a:pt x="25020" y="4536"/>
                    </a:cubicBezTo>
                    <a:cubicBezTo>
                      <a:pt x="25085" y="4536"/>
                      <a:pt x="25158" y="4505"/>
                      <a:pt x="25192" y="4436"/>
                    </a:cubicBezTo>
                    <a:lnTo>
                      <a:pt x="25255" y="4122"/>
                    </a:lnTo>
                    <a:lnTo>
                      <a:pt x="25359" y="4122"/>
                    </a:lnTo>
                    <a:lnTo>
                      <a:pt x="25506" y="3955"/>
                    </a:lnTo>
                    <a:lnTo>
                      <a:pt x="25652" y="3892"/>
                    </a:lnTo>
                    <a:lnTo>
                      <a:pt x="25820" y="3725"/>
                    </a:lnTo>
                    <a:lnTo>
                      <a:pt x="25862" y="3725"/>
                    </a:lnTo>
                    <a:lnTo>
                      <a:pt x="25987" y="3599"/>
                    </a:lnTo>
                    <a:lnTo>
                      <a:pt x="25987" y="3516"/>
                    </a:lnTo>
                    <a:lnTo>
                      <a:pt x="26050" y="3474"/>
                    </a:lnTo>
                    <a:lnTo>
                      <a:pt x="26050" y="3390"/>
                    </a:lnTo>
                    <a:lnTo>
                      <a:pt x="25966" y="3285"/>
                    </a:lnTo>
                    <a:lnTo>
                      <a:pt x="25987" y="3223"/>
                    </a:lnTo>
                    <a:lnTo>
                      <a:pt x="25987" y="3160"/>
                    </a:lnTo>
                    <a:lnTo>
                      <a:pt x="25883" y="2993"/>
                    </a:lnTo>
                    <a:lnTo>
                      <a:pt x="25820" y="2993"/>
                    </a:lnTo>
                    <a:lnTo>
                      <a:pt x="25736" y="3013"/>
                    </a:lnTo>
                    <a:lnTo>
                      <a:pt x="25631" y="2972"/>
                    </a:lnTo>
                    <a:lnTo>
                      <a:pt x="25548" y="2993"/>
                    </a:lnTo>
                    <a:lnTo>
                      <a:pt x="25443" y="2909"/>
                    </a:lnTo>
                    <a:lnTo>
                      <a:pt x="25359" y="2909"/>
                    </a:lnTo>
                    <a:lnTo>
                      <a:pt x="25297" y="2846"/>
                    </a:lnTo>
                    <a:lnTo>
                      <a:pt x="25129" y="2867"/>
                    </a:lnTo>
                    <a:lnTo>
                      <a:pt x="25025" y="2972"/>
                    </a:lnTo>
                    <a:lnTo>
                      <a:pt x="24941" y="2993"/>
                    </a:lnTo>
                    <a:lnTo>
                      <a:pt x="24774" y="3118"/>
                    </a:lnTo>
                    <a:lnTo>
                      <a:pt x="24774" y="3181"/>
                    </a:lnTo>
                    <a:lnTo>
                      <a:pt x="24878" y="3265"/>
                    </a:lnTo>
                    <a:lnTo>
                      <a:pt x="24941" y="3390"/>
                    </a:lnTo>
                    <a:lnTo>
                      <a:pt x="24941" y="3516"/>
                    </a:lnTo>
                    <a:lnTo>
                      <a:pt x="24983" y="3641"/>
                    </a:lnTo>
                    <a:lnTo>
                      <a:pt x="24941" y="3704"/>
                    </a:lnTo>
                    <a:lnTo>
                      <a:pt x="24941" y="3809"/>
                    </a:lnTo>
                    <a:lnTo>
                      <a:pt x="25025" y="3913"/>
                    </a:lnTo>
                    <a:lnTo>
                      <a:pt x="25025" y="3934"/>
                    </a:lnTo>
                    <a:lnTo>
                      <a:pt x="25004" y="3955"/>
                    </a:lnTo>
                    <a:cubicBezTo>
                      <a:pt x="24983" y="4018"/>
                      <a:pt x="24941" y="4081"/>
                      <a:pt x="24920" y="4143"/>
                    </a:cubicBezTo>
                    <a:lnTo>
                      <a:pt x="24899" y="4081"/>
                    </a:lnTo>
                    <a:lnTo>
                      <a:pt x="24920" y="4018"/>
                    </a:lnTo>
                    <a:lnTo>
                      <a:pt x="24920" y="3934"/>
                    </a:lnTo>
                    <a:lnTo>
                      <a:pt x="24815" y="3871"/>
                    </a:lnTo>
                    <a:lnTo>
                      <a:pt x="24774" y="3725"/>
                    </a:lnTo>
                    <a:lnTo>
                      <a:pt x="24795" y="3662"/>
                    </a:lnTo>
                    <a:lnTo>
                      <a:pt x="24711" y="3495"/>
                    </a:lnTo>
                    <a:lnTo>
                      <a:pt x="24606" y="3474"/>
                    </a:lnTo>
                    <a:lnTo>
                      <a:pt x="24564" y="3411"/>
                    </a:lnTo>
                    <a:lnTo>
                      <a:pt x="24502" y="3411"/>
                    </a:lnTo>
                    <a:lnTo>
                      <a:pt x="24481" y="3578"/>
                    </a:lnTo>
                    <a:lnTo>
                      <a:pt x="24418" y="3578"/>
                    </a:lnTo>
                    <a:lnTo>
                      <a:pt x="24292" y="3369"/>
                    </a:lnTo>
                    <a:lnTo>
                      <a:pt x="24209" y="3369"/>
                    </a:lnTo>
                    <a:lnTo>
                      <a:pt x="24146" y="3285"/>
                    </a:lnTo>
                    <a:lnTo>
                      <a:pt x="24062" y="3327"/>
                    </a:lnTo>
                    <a:lnTo>
                      <a:pt x="24083" y="3495"/>
                    </a:lnTo>
                    <a:lnTo>
                      <a:pt x="24041" y="3516"/>
                    </a:lnTo>
                    <a:lnTo>
                      <a:pt x="23958" y="3495"/>
                    </a:lnTo>
                    <a:lnTo>
                      <a:pt x="23895" y="3620"/>
                    </a:lnTo>
                    <a:lnTo>
                      <a:pt x="23895" y="3704"/>
                    </a:lnTo>
                    <a:lnTo>
                      <a:pt x="23832" y="3746"/>
                    </a:lnTo>
                    <a:lnTo>
                      <a:pt x="23748" y="4039"/>
                    </a:lnTo>
                    <a:lnTo>
                      <a:pt x="23748" y="4143"/>
                    </a:lnTo>
                    <a:lnTo>
                      <a:pt x="23686" y="4227"/>
                    </a:lnTo>
                    <a:lnTo>
                      <a:pt x="23686" y="4353"/>
                    </a:lnTo>
                    <a:lnTo>
                      <a:pt x="23665" y="4374"/>
                    </a:lnTo>
                    <a:lnTo>
                      <a:pt x="23665" y="4478"/>
                    </a:lnTo>
                    <a:lnTo>
                      <a:pt x="23581" y="4541"/>
                    </a:lnTo>
                    <a:lnTo>
                      <a:pt x="23581" y="4771"/>
                    </a:lnTo>
                    <a:lnTo>
                      <a:pt x="23518" y="4813"/>
                    </a:lnTo>
                    <a:lnTo>
                      <a:pt x="23455" y="4792"/>
                    </a:lnTo>
                    <a:lnTo>
                      <a:pt x="23372" y="4980"/>
                    </a:lnTo>
                    <a:lnTo>
                      <a:pt x="23414" y="5064"/>
                    </a:lnTo>
                    <a:lnTo>
                      <a:pt x="23372" y="5169"/>
                    </a:lnTo>
                    <a:lnTo>
                      <a:pt x="23372" y="5273"/>
                    </a:lnTo>
                    <a:lnTo>
                      <a:pt x="23309" y="5378"/>
                    </a:lnTo>
                    <a:lnTo>
                      <a:pt x="23351" y="5462"/>
                    </a:lnTo>
                    <a:lnTo>
                      <a:pt x="23330" y="5524"/>
                    </a:lnTo>
                    <a:lnTo>
                      <a:pt x="23204" y="5524"/>
                    </a:lnTo>
                    <a:lnTo>
                      <a:pt x="23246" y="5587"/>
                    </a:lnTo>
                    <a:lnTo>
                      <a:pt x="23351" y="5629"/>
                    </a:lnTo>
                    <a:lnTo>
                      <a:pt x="23351" y="5734"/>
                    </a:lnTo>
                    <a:lnTo>
                      <a:pt x="23267" y="5713"/>
                    </a:lnTo>
                    <a:lnTo>
                      <a:pt x="23204" y="5734"/>
                    </a:lnTo>
                    <a:lnTo>
                      <a:pt x="23121" y="5796"/>
                    </a:lnTo>
                    <a:lnTo>
                      <a:pt x="23037" y="5754"/>
                    </a:lnTo>
                    <a:lnTo>
                      <a:pt x="22995" y="5817"/>
                    </a:lnTo>
                    <a:lnTo>
                      <a:pt x="22995" y="5922"/>
                    </a:lnTo>
                    <a:lnTo>
                      <a:pt x="22932" y="5964"/>
                    </a:lnTo>
                    <a:lnTo>
                      <a:pt x="22849" y="5922"/>
                    </a:lnTo>
                    <a:lnTo>
                      <a:pt x="22849" y="5817"/>
                    </a:lnTo>
                    <a:lnTo>
                      <a:pt x="22890" y="5734"/>
                    </a:lnTo>
                    <a:lnTo>
                      <a:pt x="22828" y="5650"/>
                    </a:lnTo>
                    <a:lnTo>
                      <a:pt x="22828" y="5482"/>
                    </a:lnTo>
                    <a:lnTo>
                      <a:pt x="22911" y="5294"/>
                    </a:lnTo>
                    <a:lnTo>
                      <a:pt x="22932" y="5169"/>
                    </a:lnTo>
                    <a:lnTo>
                      <a:pt x="23016" y="5085"/>
                    </a:lnTo>
                    <a:lnTo>
                      <a:pt x="23016" y="4980"/>
                    </a:lnTo>
                    <a:lnTo>
                      <a:pt x="23037" y="4876"/>
                    </a:lnTo>
                    <a:lnTo>
                      <a:pt x="23100" y="4646"/>
                    </a:lnTo>
                    <a:lnTo>
                      <a:pt x="23225" y="4562"/>
                    </a:lnTo>
                    <a:lnTo>
                      <a:pt x="23225" y="4436"/>
                    </a:lnTo>
                    <a:lnTo>
                      <a:pt x="23100" y="4436"/>
                    </a:lnTo>
                    <a:lnTo>
                      <a:pt x="23100" y="4353"/>
                    </a:lnTo>
                    <a:lnTo>
                      <a:pt x="23163" y="4269"/>
                    </a:lnTo>
                    <a:lnTo>
                      <a:pt x="23163" y="4039"/>
                    </a:lnTo>
                    <a:lnTo>
                      <a:pt x="23121" y="3976"/>
                    </a:lnTo>
                    <a:lnTo>
                      <a:pt x="23058" y="3850"/>
                    </a:lnTo>
                    <a:lnTo>
                      <a:pt x="23100" y="3809"/>
                    </a:lnTo>
                    <a:lnTo>
                      <a:pt x="23100" y="3662"/>
                    </a:lnTo>
                    <a:lnTo>
                      <a:pt x="23016" y="3662"/>
                    </a:lnTo>
                    <a:lnTo>
                      <a:pt x="22911" y="3537"/>
                    </a:lnTo>
                    <a:lnTo>
                      <a:pt x="22744" y="3599"/>
                    </a:lnTo>
                    <a:lnTo>
                      <a:pt x="22723" y="3725"/>
                    </a:lnTo>
                    <a:lnTo>
                      <a:pt x="22828" y="3809"/>
                    </a:lnTo>
                    <a:lnTo>
                      <a:pt x="22828" y="3913"/>
                    </a:lnTo>
                    <a:lnTo>
                      <a:pt x="22890" y="3976"/>
                    </a:lnTo>
                    <a:lnTo>
                      <a:pt x="22890" y="4060"/>
                    </a:lnTo>
                    <a:lnTo>
                      <a:pt x="22807" y="4060"/>
                    </a:lnTo>
                    <a:lnTo>
                      <a:pt x="22786" y="3955"/>
                    </a:lnTo>
                    <a:lnTo>
                      <a:pt x="22702" y="3955"/>
                    </a:lnTo>
                    <a:lnTo>
                      <a:pt x="22639" y="4081"/>
                    </a:lnTo>
                    <a:lnTo>
                      <a:pt x="22702" y="4122"/>
                    </a:lnTo>
                    <a:lnTo>
                      <a:pt x="22723" y="4227"/>
                    </a:lnTo>
                    <a:lnTo>
                      <a:pt x="22786" y="4353"/>
                    </a:lnTo>
                    <a:lnTo>
                      <a:pt x="22723" y="4394"/>
                    </a:lnTo>
                    <a:lnTo>
                      <a:pt x="22702" y="4353"/>
                    </a:lnTo>
                    <a:lnTo>
                      <a:pt x="22639" y="4290"/>
                    </a:lnTo>
                    <a:lnTo>
                      <a:pt x="22618" y="4436"/>
                    </a:lnTo>
                    <a:lnTo>
                      <a:pt x="22514" y="4353"/>
                    </a:lnTo>
                    <a:lnTo>
                      <a:pt x="22514" y="4248"/>
                    </a:lnTo>
                    <a:lnTo>
                      <a:pt x="22430" y="4248"/>
                    </a:lnTo>
                    <a:lnTo>
                      <a:pt x="22388" y="4353"/>
                    </a:lnTo>
                    <a:lnTo>
                      <a:pt x="22326" y="4332"/>
                    </a:lnTo>
                    <a:lnTo>
                      <a:pt x="22326" y="4185"/>
                    </a:lnTo>
                    <a:lnTo>
                      <a:pt x="22409" y="4122"/>
                    </a:lnTo>
                    <a:lnTo>
                      <a:pt x="22388" y="4081"/>
                    </a:lnTo>
                    <a:lnTo>
                      <a:pt x="22221" y="4143"/>
                    </a:lnTo>
                    <a:lnTo>
                      <a:pt x="22095" y="4269"/>
                    </a:lnTo>
                    <a:lnTo>
                      <a:pt x="22012" y="4143"/>
                    </a:lnTo>
                    <a:lnTo>
                      <a:pt x="21949" y="4143"/>
                    </a:lnTo>
                    <a:lnTo>
                      <a:pt x="21865" y="4227"/>
                    </a:lnTo>
                    <a:lnTo>
                      <a:pt x="21740" y="4227"/>
                    </a:lnTo>
                    <a:lnTo>
                      <a:pt x="21698" y="4164"/>
                    </a:lnTo>
                    <a:lnTo>
                      <a:pt x="21572" y="4185"/>
                    </a:lnTo>
                    <a:lnTo>
                      <a:pt x="21530" y="4143"/>
                    </a:lnTo>
                    <a:lnTo>
                      <a:pt x="21635" y="4060"/>
                    </a:lnTo>
                    <a:lnTo>
                      <a:pt x="21782" y="4039"/>
                    </a:lnTo>
                    <a:lnTo>
                      <a:pt x="21865" y="4060"/>
                    </a:lnTo>
                    <a:lnTo>
                      <a:pt x="21991" y="4039"/>
                    </a:lnTo>
                    <a:lnTo>
                      <a:pt x="21991" y="3955"/>
                    </a:lnTo>
                    <a:lnTo>
                      <a:pt x="22074" y="3934"/>
                    </a:lnTo>
                    <a:lnTo>
                      <a:pt x="22158" y="3955"/>
                    </a:lnTo>
                    <a:lnTo>
                      <a:pt x="22263" y="3850"/>
                    </a:lnTo>
                    <a:lnTo>
                      <a:pt x="22263" y="3746"/>
                    </a:lnTo>
                    <a:lnTo>
                      <a:pt x="22284" y="3662"/>
                    </a:lnTo>
                    <a:lnTo>
                      <a:pt x="22200" y="3599"/>
                    </a:lnTo>
                    <a:lnTo>
                      <a:pt x="22095" y="3411"/>
                    </a:lnTo>
                    <a:lnTo>
                      <a:pt x="21970" y="3348"/>
                    </a:lnTo>
                    <a:lnTo>
                      <a:pt x="21949" y="3285"/>
                    </a:lnTo>
                    <a:lnTo>
                      <a:pt x="21761" y="3118"/>
                    </a:lnTo>
                    <a:lnTo>
                      <a:pt x="21740" y="3076"/>
                    </a:lnTo>
                    <a:lnTo>
                      <a:pt x="21635" y="3076"/>
                    </a:lnTo>
                    <a:lnTo>
                      <a:pt x="21489" y="3139"/>
                    </a:lnTo>
                    <a:lnTo>
                      <a:pt x="21426" y="3139"/>
                    </a:lnTo>
                    <a:lnTo>
                      <a:pt x="21238" y="3327"/>
                    </a:lnTo>
                    <a:lnTo>
                      <a:pt x="21279" y="3390"/>
                    </a:lnTo>
                    <a:lnTo>
                      <a:pt x="21279" y="3453"/>
                    </a:lnTo>
                    <a:lnTo>
                      <a:pt x="21217" y="3495"/>
                    </a:lnTo>
                    <a:lnTo>
                      <a:pt x="21133" y="3516"/>
                    </a:lnTo>
                    <a:lnTo>
                      <a:pt x="21133" y="3453"/>
                    </a:lnTo>
                    <a:lnTo>
                      <a:pt x="21049" y="3495"/>
                    </a:lnTo>
                    <a:lnTo>
                      <a:pt x="20966" y="3432"/>
                    </a:lnTo>
                    <a:lnTo>
                      <a:pt x="20861" y="3432"/>
                    </a:lnTo>
                    <a:lnTo>
                      <a:pt x="20819" y="3495"/>
                    </a:lnTo>
                    <a:lnTo>
                      <a:pt x="20714" y="3495"/>
                    </a:lnTo>
                    <a:lnTo>
                      <a:pt x="20652" y="3432"/>
                    </a:lnTo>
                    <a:lnTo>
                      <a:pt x="20714" y="3390"/>
                    </a:lnTo>
                    <a:lnTo>
                      <a:pt x="20861" y="3348"/>
                    </a:lnTo>
                    <a:lnTo>
                      <a:pt x="20924" y="3244"/>
                    </a:lnTo>
                    <a:lnTo>
                      <a:pt x="21028" y="3223"/>
                    </a:lnTo>
                    <a:lnTo>
                      <a:pt x="21112" y="3244"/>
                    </a:lnTo>
                    <a:lnTo>
                      <a:pt x="21175" y="3139"/>
                    </a:lnTo>
                    <a:lnTo>
                      <a:pt x="21175" y="3013"/>
                    </a:lnTo>
                    <a:lnTo>
                      <a:pt x="21238" y="2972"/>
                    </a:lnTo>
                    <a:lnTo>
                      <a:pt x="21321" y="2972"/>
                    </a:lnTo>
                    <a:lnTo>
                      <a:pt x="21384" y="2804"/>
                    </a:lnTo>
                    <a:lnTo>
                      <a:pt x="21384" y="2616"/>
                    </a:lnTo>
                    <a:lnTo>
                      <a:pt x="21426" y="2553"/>
                    </a:lnTo>
                    <a:lnTo>
                      <a:pt x="21384" y="2449"/>
                    </a:lnTo>
                    <a:lnTo>
                      <a:pt x="21279" y="2449"/>
                    </a:lnTo>
                    <a:lnTo>
                      <a:pt x="21112" y="2490"/>
                    </a:lnTo>
                    <a:lnTo>
                      <a:pt x="20903" y="2553"/>
                    </a:lnTo>
                    <a:lnTo>
                      <a:pt x="20694" y="2616"/>
                    </a:lnTo>
                    <a:lnTo>
                      <a:pt x="20547" y="2658"/>
                    </a:lnTo>
                    <a:cubicBezTo>
                      <a:pt x="20652" y="2616"/>
                      <a:pt x="20798" y="2574"/>
                      <a:pt x="20903" y="2511"/>
                    </a:cubicBezTo>
                    <a:cubicBezTo>
                      <a:pt x="20945" y="2511"/>
                      <a:pt x="21028" y="2490"/>
                      <a:pt x="21070" y="2490"/>
                    </a:cubicBezTo>
                    <a:cubicBezTo>
                      <a:pt x="21217" y="2469"/>
                      <a:pt x="21238" y="2344"/>
                      <a:pt x="21175" y="2239"/>
                    </a:cubicBezTo>
                    <a:lnTo>
                      <a:pt x="21238" y="2177"/>
                    </a:lnTo>
                    <a:lnTo>
                      <a:pt x="21217" y="2072"/>
                    </a:lnTo>
                    <a:lnTo>
                      <a:pt x="21217" y="1967"/>
                    </a:lnTo>
                    <a:lnTo>
                      <a:pt x="21154" y="1884"/>
                    </a:lnTo>
                    <a:lnTo>
                      <a:pt x="21217" y="1842"/>
                    </a:lnTo>
                    <a:lnTo>
                      <a:pt x="21217" y="1674"/>
                    </a:lnTo>
                    <a:lnTo>
                      <a:pt x="21133" y="1507"/>
                    </a:lnTo>
                    <a:lnTo>
                      <a:pt x="21175" y="1402"/>
                    </a:lnTo>
                    <a:lnTo>
                      <a:pt x="21154" y="1109"/>
                    </a:lnTo>
                    <a:lnTo>
                      <a:pt x="20945" y="879"/>
                    </a:lnTo>
                    <a:lnTo>
                      <a:pt x="20924" y="775"/>
                    </a:lnTo>
                    <a:lnTo>
                      <a:pt x="20840" y="733"/>
                    </a:lnTo>
                    <a:lnTo>
                      <a:pt x="20694" y="796"/>
                    </a:lnTo>
                    <a:lnTo>
                      <a:pt x="20526" y="775"/>
                    </a:lnTo>
                    <a:lnTo>
                      <a:pt x="20442" y="837"/>
                    </a:lnTo>
                    <a:lnTo>
                      <a:pt x="20442" y="984"/>
                    </a:lnTo>
                    <a:lnTo>
                      <a:pt x="20212" y="1109"/>
                    </a:lnTo>
                    <a:lnTo>
                      <a:pt x="20212" y="1047"/>
                    </a:lnTo>
                    <a:lnTo>
                      <a:pt x="20380" y="900"/>
                    </a:lnTo>
                    <a:lnTo>
                      <a:pt x="20422" y="754"/>
                    </a:lnTo>
                    <a:lnTo>
                      <a:pt x="20317" y="670"/>
                    </a:lnTo>
                    <a:lnTo>
                      <a:pt x="20212" y="712"/>
                    </a:lnTo>
                    <a:lnTo>
                      <a:pt x="20129" y="733"/>
                    </a:lnTo>
                    <a:lnTo>
                      <a:pt x="20212" y="670"/>
                    </a:lnTo>
                    <a:lnTo>
                      <a:pt x="20191" y="586"/>
                    </a:lnTo>
                    <a:lnTo>
                      <a:pt x="19898" y="419"/>
                    </a:lnTo>
                    <a:lnTo>
                      <a:pt x="19815" y="293"/>
                    </a:lnTo>
                    <a:lnTo>
                      <a:pt x="19752" y="252"/>
                    </a:lnTo>
                    <a:lnTo>
                      <a:pt x="19773" y="105"/>
                    </a:lnTo>
                    <a:lnTo>
                      <a:pt x="1945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grpSp>
        <p:sp>
          <p:nvSpPr>
            <p:cNvPr id="1787" name="Google Shape;1787;p60"/>
            <p:cNvSpPr/>
            <p:nvPr/>
          </p:nvSpPr>
          <p:spPr>
            <a:xfrm>
              <a:off x="3216902" y="3020658"/>
              <a:ext cx="15456" cy="5959"/>
            </a:xfrm>
            <a:custGeom>
              <a:rect b="b" l="l" r="r" t="t"/>
              <a:pathLst>
                <a:path extrusionOk="0" h="524" w="1298">
                  <a:moveTo>
                    <a:pt x="503" y="0"/>
                  </a:moveTo>
                  <a:lnTo>
                    <a:pt x="293" y="42"/>
                  </a:lnTo>
                  <a:lnTo>
                    <a:pt x="168" y="21"/>
                  </a:lnTo>
                  <a:lnTo>
                    <a:pt x="63" y="42"/>
                  </a:lnTo>
                  <a:lnTo>
                    <a:pt x="1" y="147"/>
                  </a:lnTo>
                  <a:lnTo>
                    <a:pt x="105" y="230"/>
                  </a:lnTo>
                  <a:lnTo>
                    <a:pt x="189" y="209"/>
                  </a:lnTo>
                  <a:lnTo>
                    <a:pt x="252" y="230"/>
                  </a:lnTo>
                  <a:lnTo>
                    <a:pt x="314" y="377"/>
                  </a:lnTo>
                  <a:lnTo>
                    <a:pt x="398" y="439"/>
                  </a:lnTo>
                  <a:lnTo>
                    <a:pt x="524" y="439"/>
                  </a:lnTo>
                  <a:lnTo>
                    <a:pt x="607" y="523"/>
                  </a:lnTo>
                  <a:lnTo>
                    <a:pt x="775" y="523"/>
                  </a:lnTo>
                  <a:lnTo>
                    <a:pt x="775" y="377"/>
                  </a:lnTo>
                  <a:lnTo>
                    <a:pt x="879" y="377"/>
                  </a:lnTo>
                  <a:lnTo>
                    <a:pt x="900" y="439"/>
                  </a:lnTo>
                  <a:lnTo>
                    <a:pt x="984" y="439"/>
                  </a:lnTo>
                  <a:lnTo>
                    <a:pt x="1005" y="335"/>
                  </a:lnTo>
                  <a:lnTo>
                    <a:pt x="1089" y="377"/>
                  </a:lnTo>
                  <a:lnTo>
                    <a:pt x="1298" y="377"/>
                  </a:lnTo>
                  <a:lnTo>
                    <a:pt x="1298" y="335"/>
                  </a:lnTo>
                  <a:lnTo>
                    <a:pt x="1193" y="230"/>
                  </a:lnTo>
                  <a:lnTo>
                    <a:pt x="1047" y="209"/>
                  </a:lnTo>
                  <a:lnTo>
                    <a:pt x="942" y="21"/>
                  </a:lnTo>
                  <a:lnTo>
                    <a:pt x="50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60"/>
            <p:cNvSpPr/>
            <p:nvPr/>
          </p:nvSpPr>
          <p:spPr>
            <a:xfrm>
              <a:off x="3243063" y="3010423"/>
              <a:ext cx="19695" cy="13340"/>
            </a:xfrm>
            <a:custGeom>
              <a:rect b="b" l="l" r="r" t="t"/>
              <a:pathLst>
                <a:path extrusionOk="0" h="1173" w="1654">
                  <a:moveTo>
                    <a:pt x="1089" y="0"/>
                  </a:moveTo>
                  <a:lnTo>
                    <a:pt x="1005" y="63"/>
                  </a:lnTo>
                  <a:lnTo>
                    <a:pt x="900" y="21"/>
                  </a:lnTo>
                  <a:lnTo>
                    <a:pt x="691" y="21"/>
                  </a:lnTo>
                  <a:lnTo>
                    <a:pt x="649" y="84"/>
                  </a:lnTo>
                  <a:lnTo>
                    <a:pt x="754" y="168"/>
                  </a:lnTo>
                  <a:lnTo>
                    <a:pt x="1068" y="272"/>
                  </a:lnTo>
                  <a:lnTo>
                    <a:pt x="1047" y="314"/>
                  </a:lnTo>
                  <a:lnTo>
                    <a:pt x="1109" y="398"/>
                  </a:lnTo>
                  <a:lnTo>
                    <a:pt x="1047" y="544"/>
                  </a:lnTo>
                  <a:lnTo>
                    <a:pt x="1109" y="649"/>
                  </a:lnTo>
                  <a:lnTo>
                    <a:pt x="1214" y="691"/>
                  </a:lnTo>
                  <a:lnTo>
                    <a:pt x="1340" y="795"/>
                  </a:lnTo>
                  <a:lnTo>
                    <a:pt x="1319" y="858"/>
                  </a:lnTo>
                  <a:lnTo>
                    <a:pt x="1068" y="858"/>
                  </a:lnTo>
                  <a:lnTo>
                    <a:pt x="1026" y="900"/>
                  </a:lnTo>
                  <a:lnTo>
                    <a:pt x="921" y="858"/>
                  </a:lnTo>
                  <a:lnTo>
                    <a:pt x="796" y="858"/>
                  </a:lnTo>
                  <a:lnTo>
                    <a:pt x="649" y="816"/>
                  </a:lnTo>
                  <a:lnTo>
                    <a:pt x="524" y="858"/>
                  </a:lnTo>
                  <a:lnTo>
                    <a:pt x="524" y="816"/>
                  </a:lnTo>
                  <a:lnTo>
                    <a:pt x="482" y="795"/>
                  </a:lnTo>
                  <a:lnTo>
                    <a:pt x="293" y="837"/>
                  </a:lnTo>
                  <a:lnTo>
                    <a:pt x="189" y="733"/>
                  </a:lnTo>
                  <a:lnTo>
                    <a:pt x="63" y="795"/>
                  </a:lnTo>
                  <a:lnTo>
                    <a:pt x="0" y="858"/>
                  </a:lnTo>
                  <a:lnTo>
                    <a:pt x="63" y="963"/>
                  </a:lnTo>
                  <a:lnTo>
                    <a:pt x="189" y="1005"/>
                  </a:lnTo>
                  <a:lnTo>
                    <a:pt x="314" y="1151"/>
                  </a:lnTo>
                  <a:lnTo>
                    <a:pt x="377" y="1172"/>
                  </a:lnTo>
                  <a:lnTo>
                    <a:pt x="377" y="1067"/>
                  </a:lnTo>
                  <a:lnTo>
                    <a:pt x="419" y="1026"/>
                  </a:lnTo>
                  <a:lnTo>
                    <a:pt x="691" y="1026"/>
                  </a:lnTo>
                  <a:lnTo>
                    <a:pt x="796" y="1067"/>
                  </a:lnTo>
                  <a:lnTo>
                    <a:pt x="1109" y="1067"/>
                  </a:lnTo>
                  <a:lnTo>
                    <a:pt x="1151" y="1047"/>
                  </a:lnTo>
                  <a:lnTo>
                    <a:pt x="1256" y="1109"/>
                  </a:lnTo>
                  <a:lnTo>
                    <a:pt x="1340" y="1109"/>
                  </a:lnTo>
                  <a:lnTo>
                    <a:pt x="1340" y="1047"/>
                  </a:lnTo>
                  <a:lnTo>
                    <a:pt x="1570" y="921"/>
                  </a:lnTo>
                  <a:lnTo>
                    <a:pt x="1570" y="837"/>
                  </a:lnTo>
                  <a:lnTo>
                    <a:pt x="1570" y="733"/>
                  </a:lnTo>
                  <a:lnTo>
                    <a:pt x="1528" y="607"/>
                  </a:lnTo>
                  <a:lnTo>
                    <a:pt x="1549" y="544"/>
                  </a:lnTo>
                  <a:lnTo>
                    <a:pt x="1633" y="502"/>
                  </a:lnTo>
                  <a:lnTo>
                    <a:pt x="1653" y="377"/>
                  </a:lnTo>
                  <a:lnTo>
                    <a:pt x="1612" y="293"/>
                  </a:lnTo>
                  <a:lnTo>
                    <a:pt x="1653" y="189"/>
                  </a:lnTo>
                  <a:lnTo>
                    <a:pt x="1633" y="126"/>
                  </a:lnTo>
                  <a:lnTo>
                    <a:pt x="1528" y="105"/>
                  </a:lnTo>
                  <a:lnTo>
                    <a:pt x="1423" y="126"/>
                  </a:lnTo>
                  <a:lnTo>
                    <a:pt x="1319" y="21"/>
                  </a:lnTo>
                  <a:lnTo>
                    <a:pt x="10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60"/>
            <p:cNvSpPr/>
            <p:nvPr/>
          </p:nvSpPr>
          <p:spPr>
            <a:xfrm>
              <a:off x="3173297" y="2986859"/>
              <a:ext cx="73267" cy="24997"/>
            </a:xfrm>
            <a:custGeom>
              <a:rect b="b" l="l" r="r" t="t"/>
              <a:pathLst>
                <a:path extrusionOk="0" h="2198" w="6153">
                  <a:moveTo>
                    <a:pt x="1570" y="1"/>
                  </a:moveTo>
                  <a:lnTo>
                    <a:pt x="1445" y="106"/>
                  </a:lnTo>
                  <a:lnTo>
                    <a:pt x="1131" y="106"/>
                  </a:lnTo>
                  <a:lnTo>
                    <a:pt x="901" y="168"/>
                  </a:lnTo>
                  <a:lnTo>
                    <a:pt x="817" y="252"/>
                  </a:lnTo>
                  <a:lnTo>
                    <a:pt x="566" y="315"/>
                  </a:lnTo>
                  <a:lnTo>
                    <a:pt x="482" y="419"/>
                  </a:lnTo>
                  <a:lnTo>
                    <a:pt x="377" y="482"/>
                  </a:lnTo>
                  <a:lnTo>
                    <a:pt x="357" y="608"/>
                  </a:lnTo>
                  <a:lnTo>
                    <a:pt x="419" y="712"/>
                  </a:lnTo>
                  <a:lnTo>
                    <a:pt x="398" y="775"/>
                  </a:lnTo>
                  <a:lnTo>
                    <a:pt x="294" y="712"/>
                  </a:lnTo>
                  <a:lnTo>
                    <a:pt x="85" y="817"/>
                  </a:lnTo>
                  <a:lnTo>
                    <a:pt x="1" y="796"/>
                  </a:lnTo>
                  <a:lnTo>
                    <a:pt x="1" y="880"/>
                  </a:lnTo>
                  <a:lnTo>
                    <a:pt x="105" y="922"/>
                  </a:lnTo>
                  <a:lnTo>
                    <a:pt x="252" y="796"/>
                  </a:lnTo>
                  <a:lnTo>
                    <a:pt x="273" y="817"/>
                  </a:lnTo>
                  <a:lnTo>
                    <a:pt x="273" y="922"/>
                  </a:lnTo>
                  <a:lnTo>
                    <a:pt x="419" y="817"/>
                  </a:lnTo>
                  <a:lnTo>
                    <a:pt x="524" y="817"/>
                  </a:lnTo>
                  <a:lnTo>
                    <a:pt x="629" y="629"/>
                  </a:lnTo>
                  <a:lnTo>
                    <a:pt x="796" y="670"/>
                  </a:lnTo>
                  <a:lnTo>
                    <a:pt x="838" y="608"/>
                  </a:lnTo>
                  <a:lnTo>
                    <a:pt x="922" y="691"/>
                  </a:lnTo>
                  <a:lnTo>
                    <a:pt x="1026" y="670"/>
                  </a:lnTo>
                  <a:lnTo>
                    <a:pt x="1214" y="461"/>
                  </a:lnTo>
                  <a:lnTo>
                    <a:pt x="1319" y="419"/>
                  </a:lnTo>
                  <a:lnTo>
                    <a:pt x="1361" y="357"/>
                  </a:lnTo>
                  <a:lnTo>
                    <a:pt x="1528" y="378"/>
                  </a:lnTo>
                  <a:lnTo>
                    <a:pt x="1654" y="378"/>
                  </a:lnTo>
                  <a:lnTo>
                    <a:pt x="1884" y="398"/>
                  </a:lnTo>
                  <a:lnTo>
                    <a:pt x="1968" y="461"/>
                  </a:lnTo>
                  <a:lnTo>
                    <a:pt x="1884" y="503"/>
                  </a:lnTo>
                  <a:lnTo>
                    <a:pt x="1758" y="503"/>
                  </a:lnTo>
                  <a:lnTo>
                    <a:pt x="1675" y="566"/>
                  </a:lnTo>
                  <a:lnTo>
                    <a:pt x="1758" y="629"/>
                  </a:lnTo>
                  <a:lnTo>
                    <a:pt x="2093" y="691"/>
                  </a:lnTo>
                  <a:lnTo>
                    <a:pt x="2177" y="670"/>
                  </a:lnTo>
                  <a:lnTo>
                    <a:pt x="2282" y="670"/>
                  </a:lnTo>
                  <a:lnTo>
                    <a:pt x="2386" y="733"/>
                  </a:lnTo>
                  <a:lnTo>
                    <a:pt x="2554" y="775"/>
                  </a:lnTo>
                  <a:lnTo>
                    <a:pt x="2616" y="775"/>
                  </a:lnTo>
                  <a:lnTo>
                    <a:pt x="2658" y="691"/>
                  </a:lnTo>
                  <a:lnTo>
                    <a:pt x="2721" y="775"/>
                  </a:lnTo>
                  <a:lnTo>
                    <a:pt x="2763" y="817"/>
                  </a:lnTo>
                  <a:lnTo>
                    <a:pt x="2930" y="942"/>
                  </a:lnTo>
                  <a:lnTo>
                    <a:pt x="3077" y="984"/>
                  </a:lnTo>
                  <a:lnTo>
                    <a:pt x="3139" y="942"/>
                  </a:lnTo>
                  <a:lnTo>
                    <a:pt x="3244" y="1026"/>
                  </a:lnTo>
                  <a:lnTo>
                    <a:pt x="3349" y="1005"/>
                  </a:lnTo>
                  <a:lnTo>
                    <a:pt x="3432" y="1047"/>
                  </a:lnTo>
                  <a:lnTo>
                    <a:pt x="3600" y="1005"/>
                  </a:lnTo>
                  <a:lnTo>
                    <a:pt x="3663" y="1026"/>
                  </a:lnTo>
                  <a:lnTo>
                    <a:pt x="3746" y="1361"/>
                  </a:lnTo>
                  <a:lnTo>
                    <a:pt x="3955" y="1570"/>
                  </a:lnTo>
                  <a:lnTo>
                    <a:pt x="4039" y="1612"/>
                  </a:lnTo>
                  <a:lnTo>
                    <a:pt x="4081" y="1549"/>
                  </a:lnTo>
                  <a:lnTo>
                    <a:pt x="4227" y="1633"/>
                  </a:lnTo>
                  <a:lnTo>
                    <a:pt x="4437" y="1633"/>
                  </a:lnTo>
                  <a:lnTo>
                    <a:pt x="4458" y="1675"/>
                  </a:lnTo>
                  <a:lnTo>
                    <a:pt x="4541" y="1738"/>
                  </a:lnTo>
                  <a:lnTo>
                    <a:pt x="4541" y="1842"/>
                  </a:lnTo>
                  <a:lnTo>
                    <a:pt x="4374" y="1863"/>
                  </a:lnTo>
                  <a:lnTo>
                    <a:pt x="4186" y="2051"/>
                  </a:lnTo>
                  <a:lnTo>
                    <a:pt x="4186" y="2156"/>
                  </a:lnTo>
                  <a:lnTo>
                    <a:pt x="4374" y="2177"/>
                  </a:lnTo>
                  <a:lnTo>
                    <a:pt x="4541" y="2135"/>
                  </a:lnTo>
                  <a:lnTo>
                    <a:pt x="4604" y="2156"/>
                  </a:lnTo>
                  <a:lnTo>
                    <a:pt x="4897" y="2093"/>
                  </a:lnTo>
                  <a:lnTo>
                    <a:pt x="5064" y="2093"/>
                  </a:lnTo>
                  <a:lnTo>
                    <a:pt x="5274" y="2198"/>
                  </a:lnTo>
                  <a:lnTo>
                    <a:pt x="5546" y="2135"/>
                  </a:lnTo>
                  <a:lnTo>
                    <a:pt x="5587" y="2072"/>
                  </a:lnTo>
                  <a:lnTo>
                    <a:pt x="5650" y="2072"/>
                  </a:lnTo>
                  <a:lnTo>
                    <a:pt x="5734" y="2030"/>
                  </a:lnTo>
                  <a:lnTo>
                    <a:pt x="5943" y="2051"/>
                  </a:lnTo>
                  <a:lnTo>
                    <a:pt x="6069" y="1989"/>
                  </a:lnTo>
                  <a:lnTo>
                    <a:pt x="6152" y="1884"/>
                  </a:lnTo>
                  <a:lnTo>
                    <a:pt x="6111" y="1842"/>
                  </a:lnTo>
                  <a:lnTo>
                    <a:pt x="6006" y="1821"/>
                  </a:lnTo>
                  <a:lnTo>
                    <a:pt x="5922" y="1654"/>
                  </a:lnTo>
                  <a:lnTo>
                    <a:pt x="5692" y="1549"/>
                  </a:lnTo>
                  <a:lnTo>
                    <a:pt x="5378" y="1549"/>
                  </a:lnTo>
                  <a:lnTo>
                    <a:pt x="5295" y="1528"/>
                  </a:lnTo>
                  <a:lnTo>
                    <a:pt x="5336" y="1466"/>
                  </a:lnTo>
                  <a:lnTo>
                    <a:pt x="5399" y="1319"/>
                  </a:lnTo>
                  <a:lnTo>
                    <a:pt x="5315" y="1298"/>
                  </a:lnTo>
                  <a:lnTo>
                    <a:pt x="5232" y="1340"/>
                  </a:lnTo>
                  <a:lnTo>
                    <a:pt x="5127" y="1340"/>
                  </a:lnTo>
                  <a:lnTo>
                    <a:pt x="4918" y="1194"/>
                  </a:lnTo>
                  <a:lnTo>
                    <a:pt x="4855" y="1235"/>
                  </a:lnTo>
                  <a:lnTo>
                    <a:pt x="4771" y="1152"/>
                  </a:lnTo>
                  <a:lnTo>
                    <a:pt x="4604" y="1026"/>
                  </a:lnTo>
                  <a:lnTo>
                    <a:pt x="4541" y="1131"/>
                  </a:lnTo>
                  <a:lnTo>
                    <a:pt x="4479" y="1089"/>
                  </a:lnTo>
                  <a:lnTo>
                    <a:pt x="4499" y="1005"/>
                  </a:lnTo>
                  <a:lnTo>
                    <a:pt x="4437" y="984"/>
                  </a:lnTo>
                  <a:lnTo>
                    <a:pt x="4395" y="1047"/>
                  </a:lnTo>
                  <a:lnTo>
                    <a:pt x="4332" y="984"/>
                  </a:lnTo>
                  <a:lnTo>
                    <a:pt x="4123" y="922"/>
                  </a:lnTo>
                  <a:lnTo>
                    <a:pt x="3955" y="796"/>
                  </a:lnTo>
                  <a:lnTo>
                    <a:pt x="3830" y="712"/>
                  </a:lnTo>
                  <a:lnTo>
                    <a:pt x="3704" y="587"/>
                  </a:lnTo>
                  <a:lnTo>
                    <a:pt x="3349" y="587"/>
                  </a:lnTo>
                  <a:lnTo>
                    <a:pt x="3244" y="524"/>
                  </a:lnTo>
                  <a:lnTo>
                    <a:pt x="3202" y="398"/>
                  </a:lnTo>
                  <a:lnTo>
                    <a:pt x="3077" y="252"/>
                  </a:lnTo>
                  <a:lnTo>
                    <a:pt x="2972" y="273"/>
                  </a:lnTo>
                  <a:lnTo>
                    <a:pt x="2909" y="210"/>
                  </a:lnTo>
                  <a:lnTo>
                    <a:pt x="2491" y="147"/>
                  </a:lnTo>
                  <a:lnTo>
                    <a:pt x="2365" y="210"/>
                  </a:lnTo>
                  <a:lnTo>
                    <a:pt x="2177" y="168"/>
                  </a:lnTo>
                  <a:lnTo>
                    <a:pt x="2072" y="43"/>
                  </a:lnTo>
                  <a:lnTo>
                    <a:pt x="182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60"/>
            <p:cNvSpPr/>
            <p:nvPr/>
          </p:nvSpPr>
          <p:spPr>
            <a:xfrm>
              <a:off x="3371128" y="3527019"/>
              <a:ext cx="18695" cy="10247"/>
            </a:xfrm>
            <a:custGeom>
              <a:rect b="b" l="l" r="r" t="t"/>
              <a:pathLst>
                <a:path extrusionOk="0" h="901" w="1570">
                  <a:moveTo>
                    <a:pt x="1025" y="0"/>
                  </a:moveTo>
                  <a:lnTo>
                    <a:pt x="984" y="84"/>
                  </a:lnTo>
                  <a:lnTo>
                    <a:pt x="921" y="105"/>
                  </a:lnTo>
                  <a:lnTo>
                    <a:pt x="942" y="189"/>
                  </a:lnTo>
                  <a:lnTo>
                    <a:pt x="921" y="252"/>
                  </a:lnTo>
                  <a:lnTo>
                    <a:pt x="691" y="314"/>
                  </a:lnTo>
                  <a:lnTo>
                    <a:pt x="733" y="273"/>
                  </a:lnTo>
                  <a:lnTo>
                    <a:pt x="774" y="126"/>
                  </a:lnTo>
                  <a:lnTo>
                    <a:pt x="733" y="63"/>
                  </a:lnTo>
                  <a:lnTo>
                    <a:pt x="649" y="84"/>
                  </a:lnTo>
                  <a:lnTo>
                    <a:pt x="607" y="168"/>
                  </a:lnTo>
                  <a:lnTo>
                    <a:pt x="544" y="168"/>
                  </a:lnTo>
                  <a:lnTo>
                    <a:pt x="461" y="84"/>
                  </a:lnTo>
                  <a:lnTo>
                    <a:pt x="377" y="84"/>
                  </a:lnTo>
                  <a:lnTo>
                    <a:pt x="377" y="252"/>
                  </a:lnTo>
                  <a:lnTo>
                    <a:pt x="272" y="210"/>
                  </a:lnTo>
                  <a:lnTo>
                    <a:pt x="168" y="105"/>
                  </a:lnTo>
                  <a:lnTo>
                    <a:pt x="105" y="168"/>
                  </a:lnTo>
                  <a:lnTo>
                    <a:pt x="230" y="356"/>
                  </a:lnTo>
                  <a:lnTo>
                    <a:pt x="377" y="377"/>
                  </a:lnTo>
                  <a:lnTo>
                    <a:pt x="377" y="419"/>
                  </a:lnTo>
                  <a:lnTo>
                    <a:pt x="230" y="419"/>
                  </a:lnTo>
                  <a:lnTo>
                    <a:pt x="168" y="482"/>
                  </a:lnTo>
                  <a:lnTo>
                    <a:pt x="189" y="565"/>
                  </a:lnTo>
                  <a:lnTo>
                    <a:pt x="84" y="670"/>
                  </a:lnTo>
                  <a:lnTo>
                    <a:pt x="0" y="670"/>
                  </a:lnTo>
                  <a:lnTo>
                    <a:pt x="0" y="712"/>
                  </a:lnTo>
                  <a:lnTo>
                    <a:pt x="126" y="796"/>
                  </a:lnTo>
                  <a:lnTo>
                    <a:pt x="189" y="712"/>
                  </a:lnTo>
                  <a:lnTo>
                    <a:pt x="293" y="796"/>
                  </a:lnTo>
                  <a:lnTo>
                    <a:pt x="377" y="691"/>
                  </a:lnTo>
                  <a:lnTo>
                    <a:pt x="230" y="628"/>
                  </a:lnTo>
                  <a:lnTo>
                    <a:pt x="335" y="586"/>
                  </a:lnTo>
                  <a:lnTo>
                    <a:pt x="523" y="607"/>
                  </a:lnTo>
                  <a:lnTo>
                    <a:pt x="649" y="565"/>
                  </a:lnTo>
                  <a:lnTo>
                    <a:pt x="649" y="461"/>
                  </a:lnTo>
                  <a:cubicBezTo>
                    <a:pt x="649" y="461"/>
                    <a:pt x="667" y="470"/>
                    <a:pt x="680" y="470"/>
                  </a:cubicBezTo>
                  <a:cubicBezTo>
                    <a:pt x="686" y="470"/>
                    <a:pt x="691" y="468"/>
                    <a:pt x="691" y="461"/>
                  </a:cubicBezTo>
                  <a:cubicBezTo>
                    <a:pt x="795" y="398"/>
                    <a:pt x="900" y="377"/>
                    <a:pt x="1005" y="314"/>
                  </a:cubicBezTo>
                  <a:lnTo>
                    <a:pt x="1046" y="398"/>
                  </a:lnTo>
                  <a:lnTo>
                    <a:pt x="1025" y="461"/>
                  </a:lnTo>
                  <a:lnTo>
                    <a:pt x="942" y="419"/>
                  </a:lnTo>
                  <a:lnTo>
                    <a:pt x="858" y="461"/>
                  </a:lnTo>
                  <a:lnTo>
                    <a:pt x="691" y="712"/>
                  </a:lnTo>
                  <a:lnTo>
                    <a:pt x="753" y="733"/>
                  </a:lnTo>
                  <a:lnTo>
                    <a:pt x="837" y="879"/>
                  </a:lnTo>
                  <a:lnTo>
                    <a:pt x="921" y="900"/>
                  </a:lnTo>
                  <a:lnTo>
                    <a:pt x="921" y="837"/>
                  </a:lnTo>
                  <a:lnTo>
                    <a:pt x="837" y="733"/>
                  </a:lnTo>
                  <a:lnTo>
                    <a:pt x="858" y="712"/>
                  </a:lnTo>
                  <a:lnTo>
                    <a:pt x="963" y="775"/>
                  </a:lnTo>
                  <a:lnTo>
                    <a:pt x="1025" y="733"/>
                  </a:lnTo>
                  <a:lnTo>
                    <a:pt x="963" y="691"/>
                  </a:lnTo>
                  <a:lnTo>
                    <a:pt x="963" y="607"/>
                  </a:lnTo>
                  <a:lnTo>
                    <a:pt x="1067" y="628"/>
                  </a:lnTo>
                  <a:lnTo>
                    <a:pt x="1172" y="607"/>
                  </a:lnTo>
                  <a:lnTo>
                    <a:pt x="1172" y="586"/>
                  </a:lnTo>
                  <a:lnTo>
                    <a:pt x="1088" y="586"/>
                  </a:lnTo>
                  <a:lnTo>
                    <a:pt x="1046" y="524"/>
                  </a:lnTo>
                  <a:lnTo>
                    <a:pt x="1088" y="503"/>
                  </a:lnTo>
                  <a:lnTo>
                    <a:pt x="1193" y="524"/>
                  </a:lnTo>
                  <a:lnTo>
                    <a:pt x="1339" y="503"/>
                  </a:lnTo>
                  <a:lnTo>
                    <a:pt x="1444" y="419"/>
                  </a:lnTo>
                  <a:lnTo>
                    <a:pt x="1549" y="398"/>
                  </a:lnTo>
                  <a:lnTo>
                    <a:pt x="1507" y="314"/>
                  </a:lnTo>
                  <a:lnTo>
                    <a:pt x="1465" y="293"/>
                  </a:lnTo>
                  <a:lnTo>
                    <a:pt x="1444" y="273"/>
                  </a:lnTo>
                  <a:lnTo>
                    <a:pt x="1486" y="210"/>
                  </a:lnTo>
                  <a:lnTo>
                    <a:pt x="1569" y="189"/>
                  </a:lnTo>
                  <a:lnTo>
                    <a:pt x="1528" y="126"/>
                  </a:lnTo>
                  <a:lnTo>
                    <a:pt x="1381" y="105"/>
                  </a:lnTo>
                  <a:lnTo>
                    <a:pt x="1318" y="126"/>
                  </a:lnTo>
                  <a:lnTo>
                    <a:pt x="1339" y="189"/>
                  </a:lnTo>
                  <a:lnTo>
                    <a:pt x="1256" y="210"/>
                  </a:lnTo>
                  <a:lnTo>
                    <a:pt x="1172" y="105"/>
                  </a:lnTo>
                  <a:lnTo>
                    <a:pt x="1172" y="42"/>
                  </a:lnTo>
                  <a:lnTo>
                    <a:pt x="102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60"/>
            <p:cNvSpPr/>
            <p:nvPr/>
          </p:nvSpPr>
          <p:spPr>
            <a:xfrm>
              <a:off x="3183264" y="3080853"/>
              <a:ext cx="38140" cy="16672"/>
            </a:xfrm>
            <a:custGeom>
              <a:rect b="b" l="l" r="r" t="t"/>
              <a:pathLst>
                <a:path extrusionOk="0" h="1466" w="3203">
                  <a:moveTo>
                    <a:pt x="2072" y="1"/>
                  </a:moveTo>
                  <a:lnTo>
                    <a:pt x="2030" y="43"/>
                  </a:lnTo>
                  <a:lnTo>
                    <a:pt x="1863" y="147"/>
                  </a:lnTo>
                  <a:lnTo>
                    <a:pt x="1675" y="189"/>
                  </a:lnTo>
                  <a:lnTo>
                    <a:pt x="1319" y="377"/>
                  </a:lnTo>
                  <a:lnTo>
                    <a:pt x="1214" y="461"/>
                  </a:lnTo>
                  <a:lnTo>
                    <a:pt x="1131" y="482"/>
                  </a:lnTo>
                  <a:lnTo>
                    <a:pt x="921" y="482"/>
                  </a:lnTo>
                  <a:lnTo>
                    <a:pt x="733" y="315"/>
                  </a:lnTo>
                  <a:lnTo>
                    <a:pt x="608" y="273"/>
                  </a:lnTo>
                  <a:lnTo>
                    <a:pt x="566" y="294"/>
                  </a:lnTo>
                  <a:lnTo>
                    <a:pt x="629" y="356"/>
                  </a:lnTo>
                  <a:lnTo>
                    <a:pt x="629" y="398"/>
                  </a:lnTo>
                  <a:lnTo>
                    <a:pt x="566" y="419"/>
                  </a:lnTo>
                  <a:lnTo>
                    <a:pt x="461" y="377"/>
                  </a:lnTo>
                  <a:lnTo>
                    <a:pt x="419" y="315"/>
                  </a:lnTo>
                  <a:lnTo>
                    <a:pt x="461" y="294"/>
                  </a:lnTo>
                  <a:lnTo>
                    <a:pt x="482" y="294"/>
                  </a:lnTo>
                  <a:lnTo>
                    <a:pt x="461" y="252"/>
                  </a:lnTo>
                  <a:lnTo>
                    <a:pt x="398" y="252"/>
                  </a:lnTo>
                  <a:lnTo>
                    <a:pt x="315" y="210"/>
                  </a:lnTo>
                  <a:lnTo>
                    <a:pt x="273" y="168"/>
                  </a:lnTo>
                  <a:lnTo>
                    <a:pt x="252" y="84"/>
                  </a:lnTo>
                  <a:lnTo>
                    <a:pt x="147" y="84"/>
                  </a:lnTo>
                  <a:lnTo>
                    <a:pt x="85" y="147"/>
                  </a:lnTo>
                  <a:lnTo>
                    <a:pt x="85" y="252"/>
                  </a:lnTo>
                  <a:lnTo>
                    <a:pt x="43" y="315"/>
                  </a:lnTo>
                  <a:lnTo>
                    <a:pt x="1" y="398"/>
                  </a:lnTo>
                  <a:lnTo>
                    <a:pt x="85" y="419"/>
                  </a:lnTo>
                  <a:lnTo>
                    <a:pt x="147" y="524"/>
                  </a:lnTo>
                  <a:lnTo>
                    <a:pt x="64" y="587"/>
                  </a:lnTo>
                  <a:lnTo>
                    <a:pt x="43" y="691"/>
                  </a:lnTo>
                  <a:lnTo>
                    <a:pt x="43" y="733"/>
                  </a:lnTo>
                  <a:lnTo>
                    <a:pt x="64" y="796"/>
                  </a:lnTo>
                  <a:lnTo>
                    <a:pt x="168" y="796"/>
                  </a:lnTo>
                  <a:lnTo>
                    <a:pt x="252" y="817"/>
                  </a:lnTo>
                  <a:lnTo>
                    <a:pt x="357" y="796"/>
                  </a:lnTo>
                  <a:lnTo>
                    <a:pt x="398" y="733"/>
                  </a:lnTo>
                  <a:lnTo>
                    <a:pt x="461" y="796"/>
                  </a:lnTo>
                  <a:lnTo>
                    <a:pt x="461" y="838"/>
                  </a:lnTo>
                  <a:lnTo>
                    <a:pt x="524" y="880"/>
                  </a:lnTo>
                  <a:lnTo>
                    <a:pt x="733" y="900"/>
                  </a:lnTo>
                  <a:lnTo>
                    <a:pt x="775" y="1026"/>
                  </a:lnTo>
                  <a:lnTo>
                    <a:pt x="817" y="1193"/>
                  </a:lnTo>
                  <a:lnTo>
                    <a:pt x="921" y="1235"/>
                  </a:lnTo>
                  <a:lnTo>
                    <a:pt x="1026" y="1235"/>
                  </a:lnTo>
                  <a:lnTo>
                    <a:pt x="1047" y="1152"/>
                  </a:lnTo>
                  <a:lnTo>
                    <a:pt x="1005" y="1131"/>
                  </a:lnTo>
                  <a:lnTo>
                    <a:pt x="1047" y="1047"/>
                  </a:lnTo>
                  <a:lnTo>
                    <a:pt x="1131" y="1089"/>
                  </a:lnTo>
                  <a:lnTo>
                    <a:pt x="1152" y="1131"/>
                  </a:lnTo>
                  <a:lnTo>
                    <a:pt x="1131" y="1193"/>
                  </a:lnTo>
                  <a:lnTo>
                    <a:pt x="1152" y="1319"/>
                  </a:lnTo>
                  <a:lnTo>
                    <a:pt x="1152" y="1403"/>
                  </a:lnTo>
                  <a:lnTo>
                    <a:pt x="1193" y="1444"/>
                  </a:lnTo>
                  <a:lnTo>
                    <a:pt x="1340" y="1465"/>
                  </a:lnTo>
                  <a:lnTo>
                    <a:pt x="1424" y="1361"/>
                  </a:lnTo>
                  <a:lnTo>
                    <a:pt x="1507" y="1298"/>
                  </a:lnTo>
                  <a:lnTo>
                    <a:pt x="1612" y="1319"/>
                  </a:lnTo>
                  <a:lnTo>
                    <a:pt x="1654" y="1298"/>
                  </a:lnTo>
                  <a:lnTo>
                    <a:pt x="1654" y="1152"/>
                  </a:lnTo>
                  <a:lnTo>
                    <a:pt x="1570" y="1089"/>
                  </a:lnTo>
                  <a:lnTo>
                    <a:pt x="1465" y="1026"/>
                  </a:lnTo>
                  <a:lnTo>
                    <a:pt x="1445" y="921"/>
                  </a:lnTo>
                  <a:lnTo>
                    <a:pt x="1445" y="880"/>
                  </a:lnTo>
                  <a:lnTo>
                    <a:pt x="1549" y="817"/>
                  </a:lnTo>
                  <a:lnTo>
                    <a:pt x="1737" y="775"/>
                  </a:lnTo>
                  <a:lnTo>
                    <a:pt x="1884" y="628"/>
                  </a:lnTo>
                  <a:lnTo>
                    <a:pt x="1884" y="587"/>
                  </a:lnTo>
                  <a:lnTo>
                    <a:pt x="1863" y="566"/>
                  </a:lnTo>
                  <a:lnTo>
                    <a:pt x="1863" y="419"/>
                  </a:lnTo>
                  <a:lnTo>
                    <a:pt x="2051" y="356"/>
                  </a:lnTo>
                  <a:lnTo>
                    <a:pt x="2177" y="315"/>
                  </a:lnTo>
                  <a:lnTo>
                    <a:pt x="2261" y="377"/>
                  </a:lnTo>
                  <a:lnTo>
                    <a:pt x="2365" y="482"/>
                  </a:lnTo>
                  <a:lnTo>
                    <a:pt x="2449" y="482"/>
                  </a:lnTo>
                  <a:lnTo>
                    <a:pt x="2553" y="608"/>
                  </a:lnTo>
                  <a:lnTo>
                    <a:pt x="2574" y="712"/>
                  </a:lnTo>
                  <a:lnTo>
                    <a:pt x="2616" y="775"/>
                  </a:lnTo>
                  <a:lnTo>
                    <a:pt x="2679" y="733"/>
                  </a:lnTo>
                  <a:lnTo>
                    <a:pt x="2763" y="670"/>
                  </a:lnTo>
                  <a:lnTo>
                    <a:pt x="2805" y="670"/>
                  </a:lnTo>
                  <a:lnTo>
                    <a:pt x="2826" y="733"/>
                  </a:lnTo>
                  <a:lnTo>
                    <a:pt x="2784" y="796"/>
                  </a:lnTo>
                  <a:lnTo>
                    <a:pt x="2721" y="796"/>
                  </a:lnTo>
                  <a:lnTo>
                    <a:pt x="2616" y="942"/>
                  </a:lnTo>
                  <a:lnTo>
                    <a:pt x="2595" y="984"/>
                  </a:lnTo>
                  <a:lnTo>
                    <a:pt x="2616" y="1131"/>
                  </a:lnTo>
                  <a:lnTo>
                    <a:pt x="2763" y="1319"/>
                  </a:lnTo>
                  <a:lnTo>
                    <a:pt x="2888" y="1424"/>
                  </a:lnTo>
                  <a:lnTo>
                    <a:pt x="2972" y="1235"/>
                  </a:lnTo>
                  <a:lnTo>
                    <a:pt x="3014" y="1235"/>
                  </a:lnTo>
                  <a:lnTo>
                    <a:pt x="3098" y="1193"/>
                  </a:lnTo>
                  <a:lnTo>
                    <a:pt x="3118" y="1047"/>
                  </a:lnTo>
                  <a:lnTo>
                    <a:pt x="3202" y="900"/>
                  </a:lnTo>
                  <a:lnTo>
                    <a:pt x="3139" y="733"/>
                  </a:lnTo>
                  <a:lnTo>
                    <a:pt x="3139" y="691"/>
                  </a:lnTo>
                  <a:lnTo>
                    <a:pt x="3181" y="587"/>
                  </a:lnTo>
                  <a:lnTo>
                    <a:pt x="3118" y="524"/>
                  </a:lnTo>
                  <a:lnTo>
                    <a:pt x="3035" y="482"/>
                  </a:lnTo>
                  <a:lnTo>
                    <a:pt x="3014" y="419"/>
                  </a:lnTo>
                  <a:lnTo>
                    <a:pt x="2909" y="294"/>
                  </a:lnTo>
                  <a:lnTo>
                    <a:pt x="2679" y="168"/>
                  </a:lnTo>
                  <a:lnTo>
                    <a:pt x="2512" y="147"/>
                  </a:lnTo>
                  <a:lnTo>
                    <a:pt x="2281" y="147"/>
                  </a:lnTo>
                  <a:lnTo>
                    <a:pt x="2198" y="105"/>
                  </a:lnTo>
                  <a:lnTo>
                    <a:pt x="2156" y="63"/>
                  </a:lnTo>
                  <a:lnTo>
                    <a:pt x="207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60"/>
            <p:cNvSpPr/>
            <p:nvPr/>
          </p:nvSpPr>
          <p:spPr>
            <a:xfrm>
              <a:off x="3163092" y="3070629"/>
              <a:ext cx="23172" cy="20709"/>
            </a:xfrm>
            <a:custGeom>
              <a:rect b="b" l="l" r="r" t="t"/>
              <a:pathLst>
                <a:path extrusionOk="0" h="1821" w="1946">
                  <a:moveTo>
                    <a:pt x="293" y="0"/>
                  </a:moveTo>
                  <a:lnTo>
                    <a:pt x="105" y="21"/>
                  </a:lnTo>
                  <a:lnTo>
                    <a:pt x="105" y="42"/>
                  </a:lnTo>
                  <a:lnTo>
                    <a:pt x="63" y="63"/>
                  </a:lnTo>
                  <a:lnTo>
                    <a:pt x="84" y="63"/>
                  </a:lnTo>
                  <a:lnTo>
                    <a:pt x="63" y="209"/>
                  </a:lnTo>
                  <a:lnTo>
                    <a:pt x="0" y="230"/>
                  </a:lnTo>
                  <a:lnTo>
                    <a:pt x="63" y="251"/>
                  </a:lnTo>
                  <a:lnTo>
                    <a:pt x="126" y="272"/>
                  </a:lnTo>
                  <a:lnTo>
                    <a:pt x="167" y="377"/>
                  </a:lnTo>
                  <a:lnTo>
                    <a:pt x="63" y="460"/>
                  </a:lnTo>
                  <a:lnTo>
                    <a:pt x="0" y="586"/>
                  </a:lnTo>
                  <a:lnTo>
                    <a:pt x="21" y="690"/>
                  </a:lnTo>
                  <a:lnTo>
                    <a:pt x="188" y="837"/>
                  </a:lnTo>
                  <a:lnTo>
                    <a:pt x="335" y="837"/>
                  </a:lnTo>
                  <a:lnTo>
                    <a:pt x="418" y="879"/>
                  </a:lnTo>
                  <a:lnTo>
                    <a:pt x="481" y="983"/>
                  </a:lnTo>
                  <a:lnTo>
                    <a:pt x="523" y="983"/>
                  </a:lnTo>
                  <a:lnTo>
                    <a:pt x="607" y="879"/>
                  </a:lnTo>
                  <a:lnTo>
                    <a:pt x="586" y="774"/>
                  </a:lnTo>
                  <a:lnTo>
                    <a:pt x="418" y="670"/>
                  </a:lnTo>
                  <a:lnTo>
                    <a:pt x="377" y="586"/>
                  </a:lnTo>
                  <a:lnTo>
                    <a:pt x="418" y="565"/>
                  </a:lnTo>
                  <a:lnTo>
                    <a:pt x="523" y="649"/>
                  </a:lnTo>
                  <a:lnTo>
                    <a:pt x="628" y="690"/>
                  </a:lnTo>
                  <a:lnTo>
                    <a:pt x="649" y="774"/>
                  </a:lnTo>
                  <a:lnTo>
                    <a:pt x="753" y="858"/>
                  </a:lnTo>
                  <a:lnTo>
                    <a:pt x="795" y="983"/>
                  </a:lnTo>
                  <a:lnTo>
                    <a:pt x="921" y="1067"/>
                  </a:lnTo>
                  <a:lnTo>
                    <a:pt x="1025" y="1151"/>
                  </a:lnTo>
                  <a:lnTo>
                    <a:pt x="1109" y="1193"/>
                  </a:lnTo>
                  <a:lnTo>
                    <a:pt x="1234" y="1318"/>
                  </a:lnTo>
                  <a:lnTo>
                    <a:pt x="1255" y="1402"/>
                  </a:lnTo>
                  <a:lnTo>
                    <a:pt x="1172" y="1486"/>
                  </a:lnTo>
                  <a:lnTo>
                    <a:pt x="1172" y="1569"/>
                  </a:lnTo>
                  <a:lnTo>
                    <a:pt x="1234" y="1632"/>
                  </a:lnTo>
                  <a:lnTo>
                    <a:pt x="1360" y="1695"/>
                  </a:lnTo>
                  <a:lnTo>
                    <a:pt x="1444" y="1737"/>
                  </a:lnTo>
                  <a:lnTo>
                    <a:pt x="1486" y="1716"/>
                  </a:lnTo>
                  <a:lnTo>
                    <a:pt x="1527" y="1632"/>
                  </a:lnTo>
                  <a:lnTo>
                    <a:pt x="1465" y="1569"/>
                  </a:lnTo>
                  <a:lnTo>
                    <a:pt x="1360" y="1507"/>
                  </a:lnTo>
                  <a:lnTo>
                    <a:pt x="1360" y="1486"/>
                  </a:lnTo>
                  <a:lnTo>
                    <a:pt x="1381" y="1465"/>
                  </a:lnTo>
                  <a:lnTo>
                    <a:pt x="1465" y="1507"/>
                  </a:lnTo>
                  <a:lnTo>
                    <a:pt x="1548" y="1632"/>
                  </a:lnTo>
                  <a:lnTo>
                    <a:pt x="1548" y="1737"/>
                  </a:lnTo>
                  <a:lnTo>
                    <a:pt x="1590" y="1737"/>
                  </a:lnTo>
                  <a:lnTo>
                    <a:pt x="1632" y="1779"/>
                  </a:lnTo>
                  <a:lnTo>
                    <a:pt x="1674" y="1820"/>
                  </a:lnTo>
                  <a:lnTo>
                    <a:pt x="1737" y="1820"/>
                  </a:lnTo>
                  <a:lnTo>
                    <a:pt x="1758" y="1779"/>
                  </a:lnTo>
                  <a:lnTo>
                    <a:pt x="1758" y="1695"/>
                  </a:lnTo>
                  <a:lnTo>
                    <a:pt x="1737" y="1632"/>
                  </a:lnTo>
                  <a:lnTo>
                    <a:pt x="1737" y="1590"/>
                  </a:lnTo>
                  <a:lnTo>
                    <a:pt x="1758" y="1486"/>
                  </a:lnTo>
                  <a:lnTo>
                    <a:pt x="1841" y="1423"/>
                  </a:lnTo>
                  <a:lnTo>
                    <a:pt x="1779" y="1318"/>
                  </a:lnTo>
                  <a:lnTo>
                    <a:pt x="1695" y="1297"/>
                  </a:lnTo>
                  <a:lnTo>
                    <a:pt x="1737" y="1214"/>
                  </a:lnTo>
                  <a:lnTo>
                    <a:pt x="1779" y="1151"/>
                  </a:lnTo>
                  <a:lnTo>
                    <a:pt x="1779" y="1046"/>
                  </a:lnTo>
                  <a:lnTo>
                    <a:pt x="1841" y="983"/>
                  </a:lnTo>
                  <a:lnTo>
                    <a:pt x="1946" y="983"/>
                  </a:lnTo>
                  <a:lnTo>
                    <a:pt x="1946" y="962"/>
                  </a:lnTo>
                  <a:lnTo>
                    <a:pt x="1862" y="900"/>
                  </a:lnTo>
                  <a:lnTo>
                    <a:pt x="1758" y="879"/>
                  </a:lnTo>
                  <a:lnTo>
                    <a:pt x="1695" y="795"/>
                  </a:lnTo>
                  <a:lnTo>
                    <a:pt x="1653" y="732"/>
                  </a:lnTo>
                  <a:lnTo>
                    <a:pt x="1548" y="586"/>
                  </a:lnTo>
                  <a:lnTo>
                    <a:pt x="1465" y="481"/>
                  </a:lnTo>
                  <a:lnTo>
                    <a:pt x="1465" y="356"/>
                  </a:lnTo>
                  <a:lnTo>
                    <a:pt x="1423" y="251"/>
                  </a:lnTo>
                  <a:lnTo>
                    <a:pt x="1360" y="272"/>
                  </a:lnTo>
                  <a:lnTo>
                    <a:pt x="1339" y="335"/>
                  </a:lnTo>
                  <a:lnTo>
                    <a:pt x="1234" y="335"/>
                  </a:lnTo>
                  <a:lnTo>
                    <a:pt x="1255" y="272"/>
                  </a:lnTo>
                  <a:lnTo>
                    <a:pt x="1172" y="272"/>
                  </a:lnTo>
                  <a:lnTo>
                    <a:pt x="1130" y="314"/>
                  </a:lnTo>
                  <a:lnTo>
                    <a:pt x="1025" y="209"/>
                  </a:lnTo>
                  <a:lnTo>
                    <a:pt x="1025" y="146"/>
                  </a:lnTo>
                  <a:lnTo>
                    <a:pt x="942" y="126"/>
                  </a:lnTo>
                  <a:lnTo>
                    <a:pt x="858" y="42"/>
                  </a:lnTo>
                  <a:lnTo>
                    <a:pt x="711" y="42"/>
                  </a:lnTo>
                  <a:lnTo>
                    <a:pt x="607" y="63"/>
                  </a:lnTo>
                  <a:lnTo>
                    <a:pt x="29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60"/>
            <p:cNvSpPr/>
            <p:nvPr/>
          </p:nvSpPr>
          <p:spPr>
            <a:xfrm>
              <a:off x="3150875" y="3043494"/>
              <a:ext cx="32150" cy="30467"/>
            </a:xfrm>
            <a:custGeom>
              <a:rect b="b" l="l" r="r" t="t"/>
              <a:pathLst>
                <a:path extrusionOk="0" h="2679" w="2700">
                  <a:moveTo>
                    <a:pt x="2470" y="1"/>
                  </a:moveTo>
                  <a:lnTo>
                    <a:pt x="2407" y="22"/>
                  </a:lnTo>
                  <a:lnTo>
                    <a:pt x="2386" y="105"/>
                  </a:lnTo>
                  <a:lnTo>
                    <a:pt x="2302" y="126"/>
                  </a:lnTo>
                  <a:lnTo>
                    <a:pt x="2198" y="210"/>
                  </a:lnTo>
                  <a:lnTo>
                    <a:pt x="2093" y="210"/>
                  </a:lnTo>
                  <a:lnTo>
                    <a:pt x="2072" y="294"/>
                  </a:lnTo>
                  <a:lnTo>
                    <a:pt x="1988" y="252"/>
                  </a:lnTo>
                  <a:lnTo>
                    <a:pt x="1884" y="294"/>
                  </a:lnTo>
                  <a:lnTo>
                    <a:pt x="1863" y="231"/>
                  </a:lnTo>
                  <a:lnTo>
                    <a:pt x="1779" y="189"/>
                  </a:lnTo>
                  <a:lnTo>
                    <a:pt x="1737" y="189"/>
                  </a:lnTo>
                  <a:lnTo>
                    <a:pt x="1696" y="294"/>
                  </a:lnTo>
                  <a:lnTo>
                    <a:pt x="1591" y="294"/>
                  </a:lnTo>
                  <a:lnTo>
                    <a:pt x="1528" y="419"/>
                  </a:lnTo>
                  <a:lnTo>
                    <a:pt x="1528" y="461"/>
                  </a:lnTo>
                  <a:lnTo>
                    <a:pt x="1465" y="503"/>
                  </a:lnTo>
                  <a:lnTo>
                    <a:pt x="1361" y="587"/>
                  </a:lnTo>
                  <a:lnTo>
                    <a:pt x="1235" y="649"/>
                  </a:lnTo>
                  <a:lnTo>
                    <a:pt x="1214" y="691"/>
                  </a:lnTo>
                  <a:lnTo>
                    <a:pt x="1131" y="670"/>
                  </a:lnTo>
                  <a:lnTo>
                    <a:pt x="1068" y="691"/>
                  </a:lnTo>
                  <a:lnTo>
                    <a:pt x="1005" y="649"/>
                  </a:lnTo>
                  <a:lnTo>
                    <a:pt x="859" y="628"/>
                  </a:lnTo>
                  <a:lnTo>
                    <a:pt x="691" y="733"/>
                  </a:lnTo>
                  <a:lnTo>
                    <a:pt x="503" y="754"/>
                  </a:lnTo>
                  <a:lnTo>
                    <a:pt x="503" y="859"/>
                  </a:lnTo>
                  <a:lnTo>
                    <a:pt x="503" y="942"/>
                  </a:lnTo>
                  <a:lnTo>
                    <a:pt x="482" y="1089"/>
                  </a:lnTo>
                  <a:lnTo>
                    <a:pt x="419" y="1172"/>
                  </a:lnTo>
                  <a:lnTo>
                    <a:pt x="294" y="1172"/>
                  </a:lnTo>
                  <a:lnTo>
                    <a:pt x="189" y="1193"/>
                  </a:lnTo>
                  <a:lnTo>
                    <a:pt x="189" y="1256"/>
                  </a:lnTo>
                  <a:lnTo>
                    <a:pt x="126" y="1256"/>
                  </a:lnTo>
                  <a:lnTo>
                    <a:pt x="22" y="1214"/>
                  </a:lnTo>
                  <a:lnTo>
                    <a:pt x="1" y="1256"/>
                  </a:lnTo>
                  <a:lnTo>
                    <a:pt x="210" y="1507"/>
                  </a:lnTo>
                  <a:lnTo>
                    <a:pt x="315" y="1591"/>
                  </a:lnTo>
                  <a:lnTo>
                    <a:pt x="315" y="1675"/>
                  </a:lnTo>
                  <a:lnTo>
                    <a:pt x="482" y="1821"/>
                  </a:lnTo>
                  <a:lnTo>
                    <a:pt x="628" y="2030"/>
                  </a:lnTo>
                  <a:lnTo>
                    <a:pt x="900" y="2323"/>
                  </a:lnTo>
                  <a:lnTo>
                    <a:pt x="963" y="2323"/>
                  </a:lnTo>
                  <a:lnTo>
                    <a:pt x="1026" y="2344"/>
                  </a:lnTo>
                  <a:lnTo>
                    <a:pt x="1068" y="2323"/>
                  </a:lnTo>
                  <a:lnTo>
                    <a:pt x="1068" y="2407"/>
                  </a:lnTo>
                  <a:lnTo>
                    <a:pt x="1131" y="2407"/>
                  </a:lnTo>
                  <a:lnTo>
                    <a:pt x="1319" y="2386"/>
                  </a:lnTo>
                  <a:lnTo>
                    <a:pt x="1633" y="2449"/>
                  </a:lnTo>
                  <a:lnTo>
                    <a:pt x="1737" y="2428"/>
                  </a:lnTo>
                  <a:lnTo>
                    <a:pt x="1884" y="2428"/>
                  </a:lnTo>
                  <a:lnTo>
                    <a:pt x="1947" y="2512"/>
                  </a:lnTo>
                  <a:lnTo>
                    <a:pt x="2009" y="2532"/>
                  </a:lnTo>
                  <a:lnTo>
                    <a:pt x="2009" y="2595"/>
                  </a:lnTo>
                  <a:lnTo>
                    <a:pt x="2156" y="2679"/>
                  </a:lnTo>
                  <a:lnTo>
                    <a:pt x="2198" y="2658"/>
                  </a:lnTo>
                  <a:lnTo>
                    <a:pt x="2260" y="2658"/>
                  </a:lnTo>
                  <a:lnTo>
                    <a:pt x="2302" y="2637"/>
                  </a:lnTo>
                  <a:lnTo>
                    <a:pt x="2281" y="2553"/>
                  </a:lnTo>
                  <a:lnTo>
                    <a:pt x="2219" y="2470"/>
                  </a:lnTo>
                  <a:lnTo>
                    <a:pt x="2198" y="2344"/>
                  </a:lnTo>
                  <a:lnTo>
                    <a:pt x="2281" y="2219"/>
                  </a:lnTo>
                  <a:lnTo>
                    <a:pt x="2302" y="2135"/>
                  </a:lnTo>
                  <a:lnTo>
                    <a:pt x="2302" y="2009"/>
                  </a:lnTo>
                  <a:lnTo>
                    <a:pt x="2281" y="2093"/>
                  </a:lnTo>
                  <a:lnTo>
                    <a:pt x="2260" y="2135"/>
                  </a:lnTo>
                  <a:lnTo>
                    <a:pt x="2198" y="2156"/>
                  </a:lnTo>
                  <a:lnTo>
                    <a:pt x="2198" y="2093"/>
                  </a:lnTo>
                  <a:lnTo>
                    <a:pt x="2219" y="2009"/>
                  </a:lnTo>
                  <a:lnTo>
                    <a:pt x="2281" y="1884"/>
                  </a:lnTo>
                  <a:lnTo>
                    <a:pt x="2260" y="1800"/>
                  </a:lnTo>
                  <a:lnTo>
                    <a:pt x="2260" y="1716"/>
                  </a:lnTo>
                  <a:lnTo>
                    <a:pt x="2344" y="1528"/>
                  </a:lnTo>
                  <a:lnTo>
                    <a:pt x="2386" y="1528"/>
                  </a:lnTo>
                  <a:lnTo>
                    <a:pt x="2365" y="1591"/>
                  </a:lnTo>
                  <a:lnTo>
                    <a:pt x="2365" y="1675"/>
                  </a:lnTo>
                  <a:lnTo>
                    <a:pt x="2365" y="1800"/>
                  </a:lnTo>
                  <a:lnTo>
                    <a:pt x="2386" y="1800"/>
                  </a:lnTo>
                  <a:lnTo>
                    <a:pt x="2428" y="1716"/>
                  </a:lnTo>
                  <a:lnTo>
                    <a:pt x="2470" y="1486"/>
                  </a:lnTo>
                  <a:lnTo>
                    <a:pt x="2470" y="1214"/>
                  </a:lnTo>
                  <a:lnTo>
                    <a:pt x="2491" y="1172"/>
                  </a:lnTo>
                  <a:lnTo>
                    <a:pt x="2428" y="1089"/>
                  </a:lnTo>
                  <a:lnTo>
                    <a:pt x="2407" y="1068"/>
                  </a:lnTo>
                  <a:lnTo>
                    <a:pt x="2407" y="1005"/>
                  </a:lnTo>
                  <a:lnTo>
                    <a:pt x="2470" y="963"/>
                  </a:lnTo>
                  <a:lnTo>
                    <a:pt x="2491" y="963"/>
                  </a:lnTo>
                  <a:lnTo>
                    <a:pt x="2512" y="984"/>
                  </a:lnTo>
                  <a:lnTo>
                    <a:pt x="2533" y="838"/>
                  </a:lnTo>
                  <a:lnTo>
                    <a:pt x="2637" y="691"/>
                  </a:lnTo>
                  <a:lnTo>
                    <a:pt x="2700" y="628"/>
                  </a:lnTo>
                  <a:lnTo>
                    <a:pt x="2700" y="566"/>
                  </a:lnTo>
                  <a:lnTo>
                    <a:pt x="2637" y="524"/>
                  </a:lnTo>
                  <a:lnTo>
                    <a:pt x="2637" y="461"/>
                  </a:lnTo>
                  <a:lnTo>
                    <a:pt x="2679" y="377"/>
                  </a:lnTo>
                  <a:lnTo>
                    <a:pt x="2637" y="273"/>
                  </a:lnTo>
                  <a:lnTo>
                    <a:pt x="2637" y="126"/>
                  </a:lnTo>
                  <a:lnTo>
                    <a:pt x="2679" y="63"/>
                  </a:lnTo>
                  <a:lnTo>
                    <a:pt x="2700" y="43"/>
                  </a:lnTo>
                  <a:lnTo>
                    <a:pt x="2533" y="43"/>
                  </a:lnTo>
                  <a:lnTo>
                    <a:pt x="251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60"/>
            <p:cNvSpPr/>
            <p:nvPr/>
          </p:nvSpPr>
          <p:spPr>
            <a:xfrm>
              <a:off x="3140409" y="3037308"/>
              <a:ext cx="43617" cy="20948"/>
            </a:xfrm>
            <a:custGeom>
              <a:rect b="b" l="l" r="r" t="t"/>
              <a:pathLst>
                <a:path extrusionOk="0" h="1842" w="3663">
                  <a:moveTo>
                    <a:pt x="1926" y="1"/>
                  </a:moveTo>
                  <a:lnTo>
                    <a:pt x="1905" y="43"/>
                  </a:lnTo>
                  <a:lnTo>
                    <a:pt x="1968" y="105"/>
                  </a:lnTo>
                  <a:lnTo>
                    <a:pt x="1863" y="126"/>
                  </a:lnTo>
                  <a:lnTo>
                    <a:pt x="1800" y="168"/>
                  </a:lnTo>
                  <a:lnTo>
                    <a:pt x="1696" y="147"/>
                  </a:lnTo>
                  <a:lnTo>
                    <a:pt x="1507" y="168"/>
                  </a:lnTo>
                  <a:lnTo>
                    <a:pt x="943" y="168"/>
                  </a:lnTo>
                  <a:lnTo>
                    <a:pt x="775" y="252"/>
                  </a:lnTo>
                  <a:lnTo>
                    <a:pt x="712" y="210"/>
                  </a:lnTo>
                  <a:lnTo>
                    <a:pt x="712" y="252"/>
                  </a:lnTo>
                  <a:lnTo>
                    <a:pt x="629" y="315"/>
                  </a:lnTo>
                  <a:lnTo>
                    <a:pt x="566" y="419"/>
                  </a:lnTo>
                  <a:lnTo>
                    <a:pt x="419" y="482"/>
                  </a:lnTo>
                  <a:lnTo>
                    <a:pt x="336" y="482"/>
                  </a:lnTo>
                  <a:lnTo>
                    <a:pt x="189" y="649"/>
                  </a:lnTo>
                  <a:lnTo>
                    <a:pt x="106" y="754"/>
                  </a:lnTo>
                  <a:lnTo>
                    <a:pt x="126" y="838"/>
                  </a:lnTo>
                  <a:lnTo>
                    <a:pt x="43" y="984"/>
                  </a:lnTo>
                  <a:lnTo>
                    <a:pt x="1" y="1047"/>
                  </a:lnTo>
                  <a:lnTo>
                    <a:pt x="43" y="1005"/>
                  </a:lnTo>
                  <a:lnTo>
                    <a:pt x="126" y="1047"/>
                  </a:lnTo>
                  <a:lnTo>
                    <a:pt x="147" y="1068"/>
                  </a:lnTo>
                  <a:lnTo>
                    <a:pt x="210" y="1089"/>
                  </a:lnTo>
                  <a:lnTo>
                    <a:pt x="252" y="1151"/>
                  </a:lnTo>
                  <a:lnTo>
                    <a:pt x="399" y="1110"/>
                  </a:lnTo>
                  <a:lnTo>
                    <a:pt x="503" y="1151"/>
                  </a:lnTo>
                  <a:lnTo>
                    <a:pt x="566" y="1256"/>
                  </a:lnTo>
                  <a:lnTo>
                    <a:pt x="608" y="1298"/>
                  </a:lnTo>
                  <a:lnTo>
                    <a:pt x="650" y="1361"/>
                  </a:lnTo>
                  <a:lnTo>
                    <a:pt x="671" y="1298"/>
                  </a:lnTo>
                  <a:lnTo>
                    <a:pt x="712" y="1256"/>
                  </a:lnTo>
                  <a:lnTo>
                    <a:pt x="817" y="1214"/>
                  </a:lnTo>
                  <a:lnTo>
                    <a:pt x="859" y="1256"/>
                  </a:lnTo>
                  <a:lnTo>
                    <a:pt x="943" y="1277"/>
                  </a:lnTo>
                  <a:lnTo>
                    <a:pt x="943" y="1382"/>
                  </a:lnTo>
                  <a:lnTo>
                    <a:pt x="922" y="1486"/>
                  </a:lnTo>
                  <a:lnTo>
                    <a:pt x="922" y="1507"/>
                  </a:lnTo>
                  <a:lnTo>
                    <a:pt x="880" y="1612"/>
                  </a:lnTo>
                  <a:lnTo>
                    <a:pt x="922" y="1675"/>
                  </a:lnTo>
                  <a:lnTo>
                    <a:pt x="963" y="1696"/>
                  </a:lnTo>
                  <a:lnTo>
                    <a:pt x="984" y="1716"/>
                  </a:lnTo>
                  <a:lnTo>
                    <a:pt x="1047" y="1716"/>
                  </a:lnTo>
                  <a:lnTo>
                    <a:pt x="1068" y="1696"/>
                  </a:lnTo>
                  <a:lnTo>
                    <a:pt x="1131" y="1716"/>
                  </a:lnTo>
                  <a:lnTo>
                    <a:pt x="1131" y="1800"/>
                  </a:lnTo>
                  <a:lnTo>
                    <a:pt x="1152" y="1842"/>
                  </a:lnTo>
                  <a:lnTo>
                    <a:pt x="1256" y="1821"/>
                  </a:lnTo>
                  <a:lnTo>
                    <a:pt x="1382" y="1821"/>
                  </a:lnTo>
                  <a:lnTo>
                    <a:pt x="1445" y="1737"/>
                  </a:lnTo>
                  <a:lnTo>
                    <a:pt x="1445" y="1591"/>
                  </a:lnTo>
                  <a:lnTo>
                    <a:pt x="1445" y="1507"/>
                  </a:lnTo>
                  <a:lnTo>
                    <a:pt x="1445" y="1403"/>
                  </a:lnTo>
                  <a:lnTo>
                    <a:pt x="1612" y="1382"/>
                  </a:lnTo>
                  <a:lnTo>
                    <a:pt x="1800" y="1277"/>
                  </a:lnTo>
                  <a:lnTo>
                    <a:pt x="1926" y="1298"/>
                  </a:lnTo>
                  <a:lnTo>
                    <a:pt x="2010" y="1361"/>
                  </a:lnTo>
                  <a:lnTo>
                    <a:pt x="2072" y="1361"/>
                  </a:lnTo>
                  <a:lnTo>
                    <a:pt x="2135" y="1382"/>
                  </a:lnTo>
                  <a:lnTo>
                    <a:pt x="2177" y="1298"/>
                  </a:lnTo>
                  <a:lnTo>
                    <a:pt x="2303" y="1277"/>
                  </a:lnTo>
                  <a:lnTo>
                    <a:pt x="2407" y="1151"/>
                  </a:lnTo>
                  <a:lnTo>
                    <a:pt x="2449" y="1110"/>
                  </a:lnTo>
                  <a:lnTo>
                    <a:pt x="2491" y="1068"/>
                  </a:lnTo>
                  <a:lnTo>
                    <a:pt x="2554" y="900"/>
                  </a:lnTo>
                  <a:lnTo>
                    <a:pt x="2658" y="900"/>
                  </a:lnTo>
                  <a:lnTo>
                    <a:pt x="2700" y="796"/>
                  </a:lnTo>
                  <a:lnTo>
                    <a:pt x="2742" y="796"/>
                  </a:lnTo>
                  <a:lnTo>
                    <a:pt x="2826" y="879"/>
                  </a:lnTo>
                  <a:lnTo>
                    <a:pt x="2847" y="900"/>
                  </a:lnTo>
                  <a:lnTo>
                    <a:pt x="2951" y="900"/>
                  </a:lnTo>
                  <a:lnTo>
                    <a:pt x="3035" y="942"/>
                  </a:lnTo>
                  <a:lnTo>
                    <a:pt x="3056" y="859"/>
                  </a:lnTo>
                  <a:lnTo>
                    <a:pt x="3139" y="859"/>
                  </a:lnTo>
                  <a:lnTo>
                    <a:pt x="3244" y="775"/>
                  </a:lnTo>
                  <a:lnTo>
                    <a:pt x="3328" y="754"/>
                  </a:lnTo>
                  <a:lnTo>
                    <a:pt x="3349" y="670"/>
                  </a:lnTo>
                  <a:lnTo>
                    <a:pt x="3391" y="649"/>
                  </a:lnTo>
                  <a:lnTo>
                    <a:pt x="3453" y="649"/>
                  </a:lnTo>
                  <a:lnTo>
                    <a:pt x="3474" y="670"/>
                  </a:lnTo>
                  <a:lnTo>
                    <a:pt x="3642" y="670"/>
                  </a:lnTo>
                  <a:lnTo>
                    <a:pt x="3663" y="628"/>
                  </a:lnTo>
                  <a:lnTo>
                    <a:pt x="3642" y="566"/>
                  </a:lnTo>
                  <a:lnTo>
                    <a:pt x="3495" y="461"/>
                  </a:lnTo>
                  <a:lnTo>
                    <a:pt x="3370" y="419"/>
                  </a:lnTo>
                  <a:lnTo>
                    <a:pt x="3370" y="419"/>
                  </a:lnTo>
                  <a:lnTo>
                    <a:pt x="3432" y="524"/>
                  </a:lnTo>
                  <a:lnTo>
                    <a:pt x="3286" y="524"/>
                  </a:lnTo>
                  <a:lnTo>
                    <a:pt x="3139" y="482"/>
                  </a:lnTo>
                  <a:lnTo>
                    <a:pt x="3077" y="461"/>
                  </a:lnTo>
                  <a:lnTo>
                    <a:pt x="2972" y="440"/>
                  </a:lnTo>
                  <a:lnTo>
                    <a:pt x="2867" y="440"/>
                  </a:lnTo>
                  <a:lnTo>
                    <a:pt x="2909" y="377"/>
                  </a:lnTo>
                  <a:lnTo>
                    <a:pt x="2972" y="377"/>
                  </a:lnTo>
                  <a:lnTo>
                    <a:pt x="2972" y="315"/>
                  </a:lnTo>
                  <a:lnTo>
                    <a:pt x="3035" y="315"/>
                  </a:lnTo>
                  <a:lnTo>
                    <a:pt x="3119" y="335"/>
                  </a:lnTo>
                  <a:lnTo>
                    <a:pt x="3265" y="377"/>
                  </a:lnTo>
                  <a:lnTo>
                    <a:pt x="3286" y="356"/>
                  </a:lnTo>
                  <a:lnTo>
                    <a:pt x="3181" y="273"/>
                  </a:lnTo>
                  <a:lnTo>
                    <a:pt x="3035" y="210"/>
                  </a:lnTo>
                  <a:lnTo>
                    <a:pt x="2951" y="168"/>
                  </a:lnTo>
                  <a:lnTo>
                    <a:pt x="2847" y="210"/>
                  </a:lnTo>
                  <a:lnTo>
                    <a:pt x="2805" y="168"/>
                  </a:lnTo>
                  <a:lnTo>
                    <a:pt x="2763" y="252"/>
                  </a:lnTo>
                  <a:lnTo>
                    <a:pt x="2700" y="210"/>
                  </a:lnTo>
                  <a:lnTo>
                    <a:pt x="2428" y="168"/>
                  </a:lnTo>
                  <a:lnTo>
                    <a:pt x="2198" y="147"/>
                  </a:lnTo>
                  <a:lnTo>
                    <a:pt x="2072" y="43"/>
                  </a:lnTo>
                  <a:lnTo>
                    <a:pt x="192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60"/>
            <p:cNvSpPr/>
            <p:nvPr/>
          </p:nvSpPr>
          <p:spPr>
            <a:xfrm>
              <a:off x="3134431" y="3048737"/>
              <a:ext cx="17206" cy="9519"/>
            </a:xfrm>
            <a:custGeom>
              <a:rect b="b" l="l" r="r" t="t"/>
              <a:pathLst>
                <a:path extrusionOk="0" h="837" w="1445">
                  <a:moveTo>
                    <a:pt x="545" y="0"/>
                  </a:moveTo>
                  <a:lnTo>
                    <a:pt x="503" y="42"/>
                  </a:lnTo>
                  <a:lnTo>
                    <a:pt x="398" y="105"/>
                  </a:lnTo>
                  <a:lnTo>
                    <a:pt x="398" y="167"/>
                  </a:lnTo>
                  <a:lnTo>
                    <a:pt x="294" y="188"/>
                  </a:lnTo>
                  <a:lnTo>
                    <a:pt x="168" y="251"/>
                  </a:lnTo>
                  <a:lnTo>
                    <a:pt x="64" y="356"/>
                  </a:lnTo>
                  <a:lnTo>
                    <a:pt x="64" y="398"/>
                  </a:lnTo>
                  <a:lnTo>
                    <a:pt x="1" y="481"/>
                  </a:lnTo>
                  <a:lnTo>
                    <a:pt x="168" y="481"/>
                  </a:lnTo>
                  <a:lnTo>
                    <a:pt x="273" y="586"/>
                  </a:lnTo>
                  <a:lnTo>
                    <a:pt x="398" y="607"/>
                  </a:lnTo>
                  <a:lnTo>
                    <a:pt x="440" y="607"/>
                  </a:lnTo>
                  <a:lnTo>
                    <a:pt x="649" y="691"/>
                  </a:lnTo>
                  <a:lnTo>
                    <a:pt x="838" y="795"/>
                  </a:lnTo>
                  <a:lnTo>
                    <a:pt x="859" y="732"/>
                  </a:lnTo>
                  <a:lnTo>
                    <a:pt x="796" y="691"/>
                  </a:lnTo>
                  <a:lnTo>
                    <a:pt x="817" y="670"/>
                  </a:lnTo>
                  <a:lnTo>
                    <a:pt x="921" y="670"/>
                  </a:lnTo>
                  <a:lnTo>
                    <a:pt x="1005" y="795"/>
                  </a:lnTo>
                  <a:lnTo>
                    <a:pt x="1068" y="837"/>
                  </a:lnTo>
                  <a:lnTo>
                    <a:pt x="1340" y="837"/>
                  </a:lnTo>
                  <a:lnTo>
                    <a:pt x="1424" y="732"/>
                  </a:lnTo>
                  <a:lnTo>
                    <a:pt x="1382" y="691"/>
                  </a:lnTo>
                  <a:lnTo>
                    <a:pt x="1424" y="670"/>
                  </a:lnTo>
                  <a:lnTo>
                    <a:pt x="1382" y="607"/>
                  </a:lnTo>
                  <a:lnTo>
                    <a:pt x="1424" y="502"/>
                  </a:lnTo>
                  <a:lnTo>
                    <a:pt x="1424" y="481"/>
                  </a:lnTo>
                  <a:lnTo>
                    <a:pt x="1445" y="377"/>
                  </a:lnTo>
                  <a:lnTo>
                    <a:pt x="1445" y="272"/>
                  </a:lnTo>
                  <a:lnTo>
                    <a:pt x="1361" y="251"/>
                  </a:lnTo>
                  <a:lnTo>
                    <a:pt x="1319" y="209"/>
                  </a:lnTo>
                  <a:lnTo>
                    <a:pt x="1214" y="251"/>
                  </a:lnTo>
                  <a:lnTo>
                    <a:pt x="1173" y="293"/>
                  </a:lnTo>
                  <a:lnTo>
                    <a:pt x="1152" y="356"/>
                  </a:lnTo>
                  <a:lnTo>
                    <a:pt x="1110" y="293"/>
                  </a:lnTo>
                  <a:lnTo>
                    <a:pt x="1068" y="251"/>
                  </a:lnTo>
                  <a:lnTo>
                    <a:pt x="1005" y="146"/>
                  </a:lnTo>
                  <a:lnTo>
                    <a:pt x="901" y="105"/>
                  </a:lnTo>
                  <a:lnTo>
                    <a:pt x="754" y="146"/>
                  </a:lnTo>
                  <a:lnTo>
                    <a:pt x="712" y="84"/>
                  </a:lnTo>
                  <a:lnTo>
                    <a:pt x="649" y="63"/>
                  </a:lnTo>
                  <a:lnTo>
                    <a:pt x="628" y="42"/>
                  </a:lnTo>
                  <a:lnTo>
                    <a:pt x="54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60"/>
            <p:cNvSpPr/>
            <p:nvPr/>
          </p:nvSpPr>
          <p:spPr>
            <a:xfrm>
              <a:off x="3142159" y="3021841"/>
              <a:ext cx="7978" cy="16672"/>
            </a:xfrm>
            <a:custGeom>
              <a:rect b="b" l="l" r="r" t="t"/>
              <a:pathLst>
                <a:path extrusionOk="0" h="1466" w="670">
                  <a:moveTo>
                    <a:pt x="398" y="1"/>
                  </a:moveTo>
                  <a:lnTo>
                    <a:pt x="377" y="43"/>
                  </a:lnTo>
                  <a:lnTo>
                    <a:pt x="356" y="147"/>
                  </a:lnTo>
                  <a:lnTo>
                    <a:pt x="272" y="231"/>
                  </a:lnTo>
                  <a:lnTo>
                    <a:pt x="272" y="252"/>
                  </a:lnTo>
                  <a:lnTo>
                    <a:pt x="210" y="273"/>
                  </a:lnTo>
                  <a:lnTo>
                    <a:pt x="189" y="315"/>
                  </a:lnTo>
                  <a:lnTo>
                    <a:pt x="168" y="273"/>
                  </a:lnTo>
                  <a:lnTo>
                    <a:pt x="168" y="231"/>
                  </a:lnTo>
                  <a:lnTo>
                    <a:pt x="84" y="231"/>
                  </a:lnTo>
                  <a:lnTo>
                    <a:pt x="42" y="273"/>
                  </a:lnTo>
                  <a:lnTo>
                    <a:pt x="0" y="356"/>
                  </a:lnTo>
                  <a:lnTo>
                    <a:pt x="0" y="1423"/>
                  </a:lnTo>
                  <a:lnTo>
                    <a:pt x="84" y="1423"/>
                  </a:lnTo>
                  <a:lnTo>
                    <a:pt x="105" y="1465"/>
                  </a:lnTo>
                  <a:lnTo>
                    <a:pt x="168" y="1465"/>
                  </a:lnTo>
                  <a:lnTo>
                    <a:pt x="210" y="1361"/>
                  </a:lnTo>
                  <a:lnTo>
                    <a:pt x="314" y="1256"/>
                  </a:lnTo>
                  <a:lnTo>
                    <a:pt x="398" y="1298"/>
                  </a:lnTo>
                  <a:lnTo>
                    <a:pt x="565" y="1068"/>
                  </a:lnTo>
                  <a:lnTo>
                    <a:pt x="607" y="900"/>
                  </a:lnTo>
                  <a:lnTo>
                    <a:pt x="607" y="733"/>
                  </a:lnTo>
                  <a:lnTo>
                    <a:pt x="565" y="670"/>
                  </a:lnTo>
                  <a:lnTo>
                    <a:pt x="586" y="482"/>
                  </a:lnTo>
                  <a:lnTo>
                    <a:pt x="628" y="377"/>
                  </a:lnTo>
                  <a:lnTo>
                    <a:pt x="670" y="105"/>
                  </a:lnTo>
                  <a:lnTo>
                    <a:pt x="670" y="43"/>
                  </a:lnTo>
                  <a:lnTo>
                    <a:pt x="670" y="1"/>
                  </a:lnTo>
                  <a:lnTo>
                    <a:pt x="586" y="1"/>
                  </a:lnTo>
                  <a:lnTo>
                    <a:pt x="524" y="43"/>
                  </a:lnTo>
                  <a:lnTo>
                    <a:pt x="50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60"/>
            <p:cNvSpPr/>
            <p:nvPr/>
          </p:nvSpPr>
          <p:spPr>
            <a:xfrm>
              <a:off x="3120487" y="3025651"/>
              <a:ext cx="28411" cy="28568"/>
            </a:xfrm>
            <a:custGeom>
              <a:rect b="b" l="l" r="r" t="t"/>
              <a:pathLst>
                <a:path extrusionOk="0" h="2512" w="2386">
                  <a:moveTo>
                    <a:pt x="837" y="0"/>
                  </a:moveTo>
                  <a:lnTo>
                    <a:pt x="816" y="314"/>
                  </a:lnTo>
                  <a:lnTo>
                    <a:pt x="565" y="335"/>
                  </a:lnTo>
                  <a:lnTo>
                    <a:pt x="649" y="419"/>
                  </a:lnTo>
                  <a:lnTo>
                    <a:pt x="670" y="461"/>
                  </a:lnTo>
                  <a:lnTo>
                    <a:pt x="774" y="565"/>
                  </a:lnTo>
                  <a:lnTo>
                    <a:pt x="858" y="649"/>
                  </a:lnTo>
                  <a:lnTo>
                    <a:pt x="942" y="649"/>
                  </a:lnTo>
                  <a:lnTo>
                    <a:pt x="963" y="712"/>
                  </a:lnTo>
                  <a:lnTo>
                    <a:pt x="983" y="816"/>
                  </a:lnTo>
                  <a:lnTo>
                    <a:pt x="1025" y="837"/>
                  </a:lnTo>
                  <a:lnTo>
                    <a:pt x="1130" y="858"/>
                  </a:lnTo>
                  <a:lnTo>
                    <a:pt x="1193" y="879"/>
                  </a:lnTo>
                  <a:lnTo>
                    <a:pt x="1193" y="963"/>
                  </a:lnTo>
                  <a:lnTo>
                    <a:pt x="1130" y="1026"/>
                  </a:lnTo>
                  <a:lnTo>
                    <a:pt x="398" y="1026"/>
                  </a:lnTo>
                  <a:lnTo>
                    <a:pt x="42" y="1570"/>
                  </a:lnTo>
                  <a:lnTo>
                    <a:pt x="42" y="1674"/>
                  </a:lnTo>
                  <a:lnTo>
                    <a:pt x="84" y="1695"/>
                  </a:lnTo>
                  <a:lnTo>
                    <a:pt x="42" y="1758"/>
                  </a:lnTo>
                  <a:lnTo>
                    <a:pt x="84" y="1800"/>
                  </a:lnTo>
                  <a:lnTo>
                    <a:pt x="105" y="1821"/>
                  </a:lnTo>
                  <a:lnTo>
                    <a:pt x="105" y="1863"/>
                  </a:lnTo>
                  <a:lnTo>
                    <a:pt x="42" y="1904"/>
                  </a:lnTo>
                  <a:lnTo>
                    <a:pt x="21" y="1967"/>
                  </a:lnTo>
                  <a:lnTo>
                    <a:pt x="0" y="1988"/>
                  </a:lnTo>
                  <a:lnTo>
                    <a:pt x="105" y="2093"/>
                  </a:lnTo>
                  <a:lnTo>
                    <a:pt x="147" y="2218"/>
                  </a:lnTo>
                  <a:lnTo>
                    <a:pt x="251" y="2218"/>
                  </a:lnTo>
                  <a:lnTo>
                    <a:pt x="335" y="2323"/>
                  </a:lnTo>
                  <a:lnTo>
                    <a:pt x="628" y="2428"/>
                  </a:lnTo>
                  <a:lnTo>
                    <a:pt x="942" y="2428"/>
                  </a:lnTo>
                  <a:lnTo>
                    <a:pt x="1172" y="2511"/>
                  </a:lnTo>
                  <a:lnTo>
                    <a:pt x="1235" y="2428"/>
                  </a:lnTo>
                  <a:lnTo>
                    <a:pt x="1235" y="2386"/>
                  </a:lnTo>
                  <a:lnTo>
                    <a:pt x="1339" y="2281"/>
                  </a:lnTo>
                  <a:lnTo>
                    <a:pt x="1465" y="2218"/>
                  </a:lnTo>
                  <a:lnTo>
                    <a:pt x="1569" y="2197"/>
                  </a:lnTo>
                  <a:lnTo>
                    <a:pt x="1569" y="2135"/>
                  </a:lnTo>
                  <a:lnTo>
                    <a:pt x="1716" y="2009"/>
                  </a:lnTo>
                  <a:lnTo>
                    <a:pt x="1799" y="1863"/>
                  </a:lnTo>
                  <a:lnTo>
                    <a:pt x="1779" y="1779"/>
                  </a:lnTo>
                  <a:lnTo>
                    <a:pt x="1862" y="1674"/>
                  </a:lnTo>
                  <a:lnTo>
                    <a:pt x="2009" y="1507"/>
                  </a:lnTo>
                  <a:lnTo>
                    <a:pt x="2092" y="1507"/>
                  </a:lnTo>
                  <a:lnTo>
                    <a:pt x="2239" y="1444"/>
                  </a:lnTo>
                  <a:lnTo>
                    <a:pt x="2302" y="1340"/>
                  </a:lnTo>
                  <a:lnTo>
                    <a:pt x="2385" y="1277"/>
                  </a:lnTo>
                  <a:lnTo>
                    <a:pt x="2385" y="1235"/>
                  </a:lnTo>
                  <a:lnTo>
                    <a:pt x="2344" y="1172"/>
                  </a:lnTo>
                  <a:lnTo>
                    <a:pt x="2239" y="1172"/>
                  </a:lnTo>
                  <a:lnTo>
                    <a:pt x="2218" y="1256"/>
                  </a:lnTo>
                  <a:lnTo>
                    <a:pt x="2113" y="1172"/>
                  </a:lnTo>
                  <a:lnTo>
                    <a:pt x="2030" y="1172"/>
                  </a:lnTo>
                  <a:lnTo>
                    <a:pt x="1988" y="1130"/>
                  </a:lnTo>
                  <a:lnTo>
                    <a:pt x="1925" y="1130"/>
                  </a:lnTo>
                  <a:lnTo>
                    <a:pt x="1904" y="1088"/>
                  </a:lnTo>
                  <a:lnTo>
                    <a:pt x="1820" y="1088"/>
                  </a:lnTo>
                  <a:lnTo>
                    <a:pt x="1820" y="21"/>
                  </a:lnTo>
                  <a:lnTo>
                    <a:pt x="83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60"/>
            <p:cNvSpPr/>
            <p:nvPr/>
          </p:nvSpPr>
          <p:spPr>
            <a:xfrm>
              <a:off x="2965761" y="2909287"/>
              <a:ext cx="196343" cy="138983"/>
            </a:xfrm>
            <a:custGeom>
              <a:rect b="b" l="l" r="r" t="t"/>
              <a:pathLst>
                <a:path extrusionOk="0" h="12221" w="16489">
                  <a:moveTo>
                    <a:pt x="1381" y="1"/>
                  </a:moveTo>
                  <a:lnTo>
                    <a:pt x="1" y="22"/>
                  </a:lnTo>
                  <a:lnTo>
                    <a:pt x="21" y="168"/>
                  </a:lnTo>
                  <a:lnTo>
                    <a:pt x="105" y="482"/>
                  </a:lnTo>
                  <a:lnTo>
                    <a:pt x="168" y="587"/>
                  </a:lnTo>
                  <a:lnTo>
                    <a:pt x="231" y="691"/>
                  </a:lnTo>
                  <a:lnTo>
                    <a:pt x="168" y="712"/>
                  </a:lnTo>
                  <a:lnTo>
                    <a:pt x="168" y="796"/>
                  </a:lnTo>
                  <a:lnTo>
                    <a:pt x="189" y="901"/>
                  </a:lnTo>
                  <a:lnTo>
                    <a:pt x="356" y="1110"/>
                  </a:lnTo>
                  <a:lnTo>
                    <a:pt x="356" y="1152"/>
                  </a:lnTo>
                  <a:lnTo>
                    <a:pt x="314" y="1173"/>
                  </a:lnTo>
                  <a:lnTo>
                    <a:pt x="335" y="1256"/>
                  </a:lnTo>
                  <a:lnTo>
                    <a:pt x="461" y="1361"/>
                  </a:lnTo>
                  <a:lnTo>
                    <a:pt x="482" y="1486"/>
                  </a:lnTo>
                  <a:lnTo>
                    <a:pt x="440" y="1549"/>
                  </a:lnTo>
                  <a:lnTo>
                    <a:pt x="440" y="1654"/>
                  </a:lnTo>
                  <a:lnTo>
                    <a:pt x="524" y="1696"/>
                  </a:lnTo>
                  <a:lnTo>
                    <a:pt x="545" y="1779"/>
                  </a:lnTo>
                  <a:lnTo>
                    <a:pt x="545" y="1968"/>
                  </a:lnTo>
                  <a:lnTo>
                    <a:pt x="586" y="2114"/>
                  </a:lnTo>
                  <a:lnTo>
                    <a:pt x="691" y="2219"/>
                  </a:lnTo>
                  <a:lnTo>
                    <a:pt x="754" y="2219"/>
                  </a:lnTo>
                  <a:lnTo>
                    <a:pt x="942" y="2386"/>
                  </a:lnTo>
                  <a:lnTo>
                    <a:pt x="1005" y="2512"/>
                  </a:lnTo>
                  <a:lnTo>
                    <a:pt x="1047" y="2595"/>
                  </a:lnTo>
                  <a:lnTo>
                    <a:pt x="1172" y="2721"/>
                  </a:lnTo>
                  <a:lnTo>
                    <a:pt x="1214" y="2909"/>
                  </a:lnTo>
                  <a:lnTo>
                    <a:pt x="1277" y="2930"/>
                  </a:lnTo>
                  <a:lnTo>
                    <a:pt x="1361" y="3056"/>
                  </a:lnTo>
                  <a:lnTo>
                    <a:pt x="1298" y="3139"/>
                  </a:lnTo>
                  <a:lnTo>
                    <a:pt x="1277" y="3202"/>
                  </a:lnTo>
                  <a:lnTo>
                    <a:pt x="1319" y="3265"/>
                  </a:lnTo>
                  <a:lnTo>
                    <a:pt x="1298" y="3349"/>
                  </a:lnTo>
                  <a:lnTo>
                    <a:pt x="1214" y="3328"/>
                  </a:lnTo>
                  <a:lnTo>
                    <a:pt x="1172" y="3411"/>
                  </a:lnTo>
                  <a:lnTo>
                    <a:pt x="1193" y="3432"/>
                  </a:lnTo>
                  <a:lnTo>
                    <a:pt x="1277" y="3432"/>
                  </a:lnTo>
                  <a:lnTo>
                    <a:pt x="1277" y="3516"/>
                  </a:lnTo>
                  <a:lnTo>
                    <a:pt x="1214" y="3558"/>
                  </a:lnTo>
                  <a:lnTo>
                    <a:pt x="1151" y="3516"/>
                  </a:lnTo>
                  <a:lnTo>
                    <a:pt x="1005" y="3516"/>
                  </a:lnTo>
                  <a:lnTo>
                    <a:pt x="900" y="3453"/>
                  </a:lnTo>
                  <a:lnTo>
                    <a:pt x="775" y="3474"/>
                  </a:lnTo>
                  <a:lnTo>
                    <a:pt x="712" y="3516"/>
                  </a:lnTo>
                  <a:lnTo>
                    <a:pt x="858" y="3662"/>
                  </a:lnTo>
                  <a:lnTo>
                    <a:pt x="963" y="3725"/>
                  </a:lnTo>
                  <a:lnTo>
                    <a:pt x="963" y="3830"/>
                  </a:lnTo>
                  <a:lnTo>
                    <a:pt x="1005" y="3934"/>
                  </a:lnTo>
                  <a:lnTo>
                    <a:pt x="1109" y="3955"/>
                  </a:lnTo>
                  <a:lnTo>
                    <a:pt x="1235" y="4039"/>
                  </a:lnTo>
                  <a:lnTo>
                    <a:pt x="1235" y="4081"/>
                  </a:lnTo>
                  <a:lnTo>
                    <a:pt x="1319" y="4081"/>
                  </a:lnTo>
                  <a:lnTo>
                    <a:pt x="1402" y="4102"/>
                  </a:lnTo>
                  <a:lnTo>
                    <a:pt x="1381" y="4144"/>
                  </a:lnTo>
                  <a:lnTo>
                    <a:pt x="1423" y="4206"/>
                  </a:lnTo>
                  <a:lnTo>
                    <a:pt x="1507" y="4186"/>
                  </a:lnTo>
                  <a:lnTo>
                    <a:pt x="1591" y="4186"/>
                  </a:lnTo>
                  <a:lnTo>
                    <a:pt x="1674" y="4081"/>
                  </a:lnTo>
                  <a:lnTo>
                    <a:pt x="1716" y="4081"/>
                  </a:lnTo>
                  <a:lnTo>
                    <a:pt x="1695" y="4186"/>
                  </a:lnTo>
                  <a:lnTo>
                    <a:pt x="1716" y="4374"/>
                  </a:lnTo>
                  <a:lnTo>
                    <a:pt x="1905" y="4562"/>
                  </a:lnTo>
                  <a:lnTo>
                    <a:pt x="2009" y="4583"/>
                  </a:lnTo>
                  <a:lnTo>
                    <a:pt x="2051" y="4583"/>
                  </a:lnTo>
                  <a:lnTo>
                    <a:pt x="2114" y="4667"/>
                  </a:lnTo>
                  <a:lnTo>
                    <a:pt x="2197" y="4897"/>
                  </a:lnTo>
                  <a:lnTo>
                    <a:pt x="2197" y="5127"/>
                  </a:lnTo>
                  <a:lnTo>
                    <a:pt x="2156" y="5315"/>
                  </a:lnTo>
                  <a:lnTo>
                    <a:pt x="2051" y="5462"/>
                  </a:lnTo>
                  <a:lnTo>
                    <a:pt x="2093" y="5546"/>
                  </a:lnTo>
                  <a:lnTo>
                    <a:pt x="2197" y="5650"/>
                  </a:lnTo>
                  <a:lnTo>
                    <a:pt x="2239" y="5629"/>
                  </a:lnTo>
                  <a:lnTo>
                    <a:pt x="2260" y="5713"/>
                  </a:lnTo>
                  <a:lnTo>
                    <a:pt x="2407" y="5734"/>
                  </a:lnTo>
                  <a:lnTo>
                    <a:pt x="2449" y="5859"/>
                  </a:lnTo>
                  <a:lnTo>
                    <a:pt x="2679" y="6131"/>
                  </a:lnTo>
                  <a:lnTo>
                    <a:pt x="2762" y="6152"/>
                  </a:lnTo>
                  <a:lnTo>
                    <a:pt x="2804" y="6236"/>
                  </a:lnTo>
                  <a:lnTo>
                    <a:pt x="2888" y="6341"/>
                  </a:lnTo>
                  <a:lnTo>
                    <a:pt x="3034" y="6362"/>
                  </a:lnTo>
                  <a:lnTo>
                    <a:pt x="3076" y="6445"/>
                  </a:lnTo>
                  <a:lnTo>
                    <a:pt x="3076" y="6571"/>
                  </a:lnTo>
                  <a:lnTo>
                    <a:pt x="3160" y="6655"/>
                  </a:lnTo>
                  <a:lnTo>
                    <a:pt x="3160" y="6717"/>
                  </a:lnTo>
                  <a:lnTo>
                    <a:pt x="3202" y="6822"/>
                  </a:lnTo>
                  <a:lnTo>
                    <a:pt x="3286" y="6864"/>
                  </a:lnTo>
                  <a:lnTo>
                    <a:pt x="3474" y="6780"/>
                  </a:lnTo>
                  <a:lnTo>
                    <a:pt x="3578" y="6613"/>
                  </a:lnTo>
                  <a:lnTo>
                    <a:pt x="3578" y="6487"/>
                  </a:lnTo>
                  <a:lnTo>
                    <a:pt x="3495" y="6445"/>
                  </a:lnTo>
                  <a:lnTo>
                    <a:pt x="3474" y="6341"/>
                  </a:lnTo>
                  <a:lnTo>
                    <a:pt x="3411" y="6278"/>
                  </a:lnTo>
                  <a:lnTo>
                    <a:pt x="3390" y="6173"/>
                  </a:lnTo>
                  <a:lnTo>
                    <a:pt x="3286" y="6131"/>
                  </a:lnTo>
                  <a:lnTo>
                    <a:pt x="3265" y="6048"/>
                  </a:lnTo>
                  <a:lnTo>
                    <a:pt x="3202" y="5964"/>
                  </a:lnTo>
                  <a:lnTo>
                    <a:pt x="3139" y="5943"/>
                  </a:lnTo>
                  <a:lnTo>
                    <a:pt x="3097" y="5964"/>
                  </a:lnTo>
                  <a:lnTo>
                    <a:pt x="3097" y="6048"/>
                  </a:lnTo>
                  <a:lnTo>
                    <a:pt x="3055" y="6069"/>
                  </a:lnTo>
                  <a:lnTo>
                    <a:pt x="3055" y="5985"/>
                  </a:lnTo>
                  <a:lnTo>
                    <a:pt x="2972" y="5943"/>
                  </a:lnTo>
                  <a:lnTo>
                    <a:pt x="2867" y="5818"/>
                  </a:lnTo>
                  <a:lnTo>
                    <a:pt x="2846" y="5734"/>
                  </a:lnTo>
                  <a:lnTo>
                    <a:pt x="2888" y="5629"/>
                  </a:lnTo>
                  <a:lnTo>
                    <a:pt x="2888" y="5504"/>
                  </a:lnTo>
                  <a:lnTo>
                    <a:pt x="2804" y="5399"/>
                  </a:lnTo>
                  <a:lnTo>
                    <a:pt x="2846" y="5294"/>
                  </a:lnTo>
                  <a:lnTo>
                    <a:pt x="2846" y="5232"/>
                  </a:lnTo>
                  <a:lnTo>
                    <a:pt x="2783" y="5148"/>
                  </a:lnTo>
                  <a:lnTo>
                    <a:pt x="2783" y="5085"/>
                  </a:lnTo>
                  <a:lnTo>
                    <a:pt x="2721" y="5002"/>
                  </a:lnTo>
                  <a:lnTo>
                    <a:pt x="2721" y="4897"/>
                  </a:lnTo>
                  <a:lnTo>
                    <a:pt x="2679" y="4834"/>
                  </a:lnTo>
                  <a:lnTo>
                    <a:pt x="2679" y="4688"/>
                  </a:lnTo>
                  <a:lnTo>
                    <a:pt x="2721" y="4604"/>
                  </a:lnTo>
                  <a:lnTo>
                    <a:pt x="2658" y="4395"/>
                  </a:lnTo>
                  <a:lnTo>
                    <a:pt x="2616" y="4290"/>
                  </a:lnTo>
                  <a:lnTo>
                    <a:pt x="2553" y="4206"/>
                  </a:lnTo>
                  <a:lnTo>
                    <a:pt x="2532" y="4186"/>
                  </a:lnTo>
                  <a:lnTo>
                    <a:pt x="2532" y="4248"/>
                  </a:lnTo>
                  <a:lnTo>
                    <a:pt x="2532" y="4290"/>
                  </a:lnTo>
                  <a:lnTo>
                    <a:pt x="2469" y="4353"/>
                  </a:lnTo>
                  <a:lnTo>
                    <a:pt x="2365" y="4186"/>
                  </a:lnTo>
                  <a:lnTo>
                    <a:pt x="2365" y="4102"/>
                  </a:lnTo>
                  <a:lnTo>
                    <a:pt x="2407" y="4039"/>
                  </a:lnTo>
                  <a:lnTo>
                    <a:pt x="2365" y="3976"/>
                  </a:lnTo>
                  <a:lnTo>
                    <a:pt x="2323" y="3955"/>
                  </a:lnTo>
                  <a:lnTo>
                    <a:pt x="2281" y="3746"/>
                  </a:lnTo>
                  <a:lnTo>
                    <a:pt x="2197" y="3579"/>
                  </a:lnTo>
                  <a:lnTo>
                    <a:pt x="2135" y="3558"/>
                  </a:lnTo>
                  <a:lnTo>
                    <a:pt x="2030" y="3453"/>
                  </a:lnTo>
                  <a:lnTo>
                    <a:pt x="2030" y="3328"/>
                  </a:lnTo>
                  <a:lnTo>
                    <a:pt x="2051" y="3202"/>
                  </a:lnTo>
                  <a:lnTo>
                    <a:pt x="1946" y="3056"/>
                  </a:lnTo>
                  <a:lnTo>
                    <a:pt x="1884" y="3035"/>
                  </a:lnTo>
                  <a:lnTo>
                    <a:pt x="1821" y="2993"/>
                  </a:lnTo>
                  <a:lnTo>
                    <a:pt x="1821" y="2846"/>
                  </a:lnTo>
                  <a:lnTo>
                    <a:pt x="1737" y="2784"/>
                  </a:lnTo>
                  <a:lnTo>
                    <a:pt x="1633" y="2742"/>
                  </a:lnTo>
                  <a:lnTo>
                    <a:pt x="1612" y="2637"/>
                  </a:lnTo>
                  <a:lnTo>
                    <a:pt x="1633" y="2574"/>
                  </a:lnTo>
                  <a:lnTo>
                    <a:pt x="1612" y="2407"/>
                  </a:lnTo>
                  <a:lnTo>
                    <a:pt x="1465" y="2302"/>
                  </a:lnTo>
                  <a:lnTo>
                    <a:pt x="1402" y="2219"/>
                  </a:lnTo>
                  <a:lnTo>
                    <a:pt x="1319" y="2198"/>
                  </a:lnTo>
                  <a:lnTo>
                    <a:pt x="1319" y="2093"/>
                  </a:lnTo>
                  <a:lnTo>
                    <a:pt x="1235" y="1947"/>
                  </a:lnTo>
                  <a:lnTo>
                    <a:pt x="1193" y="1863"/>
                  </a:lnTo>
                  <a:lnTo>
                    <a:pt x="1235" y="1779"/>
                  </a:lnTo>
                  <a:lnTo>
                    <a:pt x="1214" y="1361"/>
                  </a:lnTo>
                  <a:lnTo>
                    <a:pt x="1193" y="1131"/>
                  </a:lnTo>
                  <a:lnTo>
                    <a:pt x="1235" y="1005"/>
                  </a:lnTo>
                  <a:lnTo>
                    <a:pt x="1298" y="796"/>
                  </a:lnTo>
                  <a:lnTo>
                    <a:pt x="1277" y="691"/>
                  </a:lnTo>
                  <a:lnTo>
                    <a:pt x="1235" y="545"/>
                  </a:lnTo>
                  <a:lnTo>
                    <a:pt x="1319" y="691"/>
                  </a:lnTo>
                  <a:lnTo>
                    <a:pt x="1486" y="754"/>
                  </a:lnTo>
                  <a:lnTo>
                    <a:pt x="1570" y="921"/>
                  </a:lnTo>
                  <a:lnTo>
                    <a:pt x="1633" y="963"/>
                  </a:lnTo>
                  <a:lnTo>
                    <a:pt x="1737" y="963"/>
                  </a:lnTo>
                  <a:lnTo>
                    <a:pt x="1800" y="921"/>
                  </a:lnTo>
                  <a:lnTo>
                    <a:pt x="1884" y="1026"/>
                  </a:lnTo>
                  <a:lnTo>
                    <a:pt x="1925" y="1068"/>
                  </a:lnTo>
                  <a:lnTo>
                    <a:pt x="2030" y="1068"/>
                  </a:lnTo>
                  <a:lnTo>
                    <a:pt x="2156" y="1152"/>
                  </a:lnTo>
                  <a:lnTo>
                    <a:pt x="2156" y="1214"/>
                  </a:lnTo>
                  <a:lnTo>
                    <a:pt x="2093" y="1319"/>
                  </a:lnTo>
                  <a:lnTo>
                    <a:pt x="2093" y="1382"/>
                  </a:lnTo>
                  <a:lnTo>
                    <a:pt x="2135" y="1549"/>
                  </a:lnTo>
                  <a:lnTo>
                    <a:pt x="2156" y="1737"/>
                  </a:lnTo>
                  <a:lnTo>
                    <a:pt x="2218" y="1842"/>
                  </a:lnTo>
                  <a:lnTo>
                    <a:pt x="2239" y="1968"/>
                  </a:lnTo>
                  <a:lnTo>
                    <a:pt x="2218" y="2051"/>
                  </a:lnTo>
                  <a:lnTo>
                    <a:pt x="2239" y="2156"/>
                  </a:lnTo>
                  <a:lnTo>
                    <a:pt x="2407" y="2323"/>
                  </a:lnTo>
                  <a:lnTo>
                    <a:pt x="2365" y="2386"/>
                  </a:lnTo>
                  <a:lnTo>
                    <a:pt x="2344" y="2470"/>
                  </a:lnTo>
                  <a:lnTo>
                    <a:pt x="2407" y="2533"/>
                  </a:lnTo>
                  <a:lnTo>
                    <a:pt x="2428" y="2533"/>
                  </a:lnTo>
                  <a:lnTo>
                    <a:pt x="2469" y="2595"/>
                  </a:lnTo>
                  <a:lnTo>
                    <a:pt x="2532" y="2784"/>
                  </a:lnTo>
                  <a:lnTo>
                    <a:pt x="2616" y="2805"/>
                  </a:lnTo>
                  <a:lnTo>
                    <a:pt x="2658" y="2909"/>
                  </a:lnTo>
                  <a:lnTo>
                    <a:pt x="2658" y="3035"/>
                  </a:lnTo>
                  <a:lnTo>
                    <a:pt x="2721" y="3097"/>
                  </a:lnTo>
                  <a:lnTo>
                    <a:pt x="2783" y="3118"/>
                  </a:lnTo>
                  <a:lnTo>
                    <a:pt x="2846" y="3244"/>
                  </a:lnTo>
                  <a:lnTo>
                    <a:pt x="2867" y="3349"/>
                  </a:lnTo>
                  <a:lnTo>
                    <a:pt x="2951" y="3411"/>
                  </a:lnTo>
                  <a:lnTo>
                    <a:pt x="2972" y="3453"/>
                  </a:lnTo>
                  <a:lnTo>
                    <a:pt x="3055" y="3453"/>
                  </a:lnTo>
                  <a:lnTo>
                    <a:pt x="3097" y="3516"/>
                  </a:lnTo>
                  <a:lnTo>
                    <a:pt x="3181" y="3453"/>
                  </a:lnTo>
                  <a:lnTo>
                    <a:pt x="3244" y="3516"/>
                  </a:lnTo>
                  <a:lnTo>
                    <a:pt x="3244" y="3642"/>
                  </a:lnTo>
                  <a:lnTo>
                    <a:pt x="3181" y="3725"/>
                  </a:lnTo>
                  <a:lnTo>
                    <a:pt x="3202" y="3872"/>
                  </a:lnTo>
                  <a:lnTo>
                    <a:pt x="3390" y="4060"/>
                  </a:lnTo>
                  <a:lnTo>
                    <a:pt x="3474" y="4039"/>
                  </a:lnTo>
                  <a:lnTo>
                    <a:pt x="3558" y="4060"/>
                  </a:lnTo>
                  <a:lnTo>
                    <a:pt x="3516" y="4165"/>
                  </a:lnTo>
                  <a:lnTo>
                    <a:pt x="3578" y="4269"/>
                  </a:lnTo>
                  <a:lnTo>
                    <a:pt x="3683" y="4290"/>
                  </a:lnTo>
                  <a:lnTo>
                    <a:pt x="3767" y="4290"/>
                  </a:lnTo>
                  <a:lnTo>
                    <a:pt x="3850" y="4395"/>
                  </a:lnTo>
                  <a:lnTo>
                    <a:pt x="3892" y="4499"/>
                  </a:lnTo>
                  <a:lnTo>
                    <a:pt x="3976" y="4520"/>
                  </a:lnTo>
                  <a:lnTo>
                    <a:pt x="3997" y="4499"/>
                  </a:lnTo>
                  <a:lnTo>
                    <a:pt x="4018" y="4520"/>
                  </a:lnTo>
                  <a:lnTo>
                    <a:pt x="4039" y="4604"/>
                  </a:lnTo>
                  <a:lnTo>
                    <a:pt x="3997" y="4667"/>
                  </a:lnTo>
                  <a:lnTo>
                    <a:pt x="3934" y="4604"/>
                  </a:lnTo>
                  <a:lnTo>
                    <a:pt x="3850" y="4625"/>
                  </a:lnTo>
                  <a:lnTo>
                    <a:pt x="3767" y="4730"/>
                  </a:lnTo>
                  <a:lnTo>
                    <a:pt x="3704" y="4897"/>
                  </a:lnTo>
                  <a:lnTo>
                    <a:pt x="3725" y="5002"/>
                  </a:lnTo>
                  <a:lnTo>
                    <a:pt x="3809" y="5085"/>
                  </a:lnTo>
                  <a:lnTo>
                    <a:pt x="3913" y="5085"/>
                  </a:lnTo>
                  <a:lnTo>
                    <a:pt x="3997" y="5148"/>
                  </a:lnTo>
                  <a:lnTo>
                    <a:pt x="4206" y="5315"/>
                  </a:lnTo>
                  <a:lnTo>
                    <a:pt x="4353" y="5357"/>
                  </a:lnTo>
                  <a:lnTo>
                    <a:pt x="4415" y="5357"/>
                  </a:lnTo>
                  <a:lnTo>
                    <a:pt x="4436" y="5420"/>
                  </a:lnTo>
                  <a:lnTo>
                    <a:pt x="4499" y="5525"/>
                  </a:lnTo>
                  <a:lnTo>
                    <a:pt x="4541" y="5608"/>
                  </a:lnTo>
                  <a:lnTo>
                    <a:pt x="4499" y="5713"/>
                  </a:lnTo>
                  <a:lnTo>
                    <a:pt x="4415" y="5734"/>
                  </a:lnTo>
                  <a:lnTo>
                    <a:pt x="4436" y="5776"/>
                  </a:lnTo>
                  <a:lnTo>
                    <a:pt x="4520" y="5838"/>
                  </a:lnTo>
                  <a:lnTo>
                    <a:pt x="4708" y="5880"/>
                  </a:lnTo>
                  <a:lnTo>
                    <a:pt x="4708" y="5964"/>
                  </a:lnTo>
                  <a:lnTo>
                    <a:pt x="4750" y="5985"/>
                  </a:lnTo>
                  <a:lnTo>
                    <a:pt x="4897" y="6131"/>
                  </a:lnTo>
                  <a:lnTo>
                    <a:pt x="5085" y="6362"/>
                  </a:lnTo>
                  <a:lnTo>
                    <a:pt x="5231" y="6592"/>
                  </a:lnTo>
                  <a:lnTo>
                    <a:pt x="5399" y="6801"/>
                  </a:lnTo>
                  <a:lnTo>
                    <a:pt x="5399" y="6906"/>
                  </a:lnTo>
                  <a:lnTo>
                    <a:pt x="5608" y="7178"/>
                  </a:lnTo>
                  <a:lnTo>
                    <a:pt x="5650" y="7282"/>
                  </a:lnTo>
                  <a:lnTo>
                    <a:pt x="5587" y="7408"/>
                  </a:lnTo>
                  <a:lnTo>
                    <a:pt x="5650" y="7491"/>
                  </a:lnTo>
                  <a:lnTo>
                    <a:pt x="5692" y="7638"/>
                  </a:lnTo>
                  <a:lnTo>
                    <a:pt x="5817" y="7952"/>
                  </a:lnTo>
                  <a:lnTo>
                    <a:pt x="5817" y="8077"/>
                  </a:lnTo>
                  <a:lnTo>
                    <a:pt x="5775" y="8182"/>
                  </a:lnTo>
                  <a:lnTo>
                    <a:pt x="5650" y="8287"/>
                  </a:lnTo>
                  <a:lnTo>
                    <a:pt x="5608" y="8370"/>
                  </a:lnTo>
                  <a:lnTo>
                    <a:pt x="5671" y="8370"/>
                  </a:lnTo>
                  <a:lnTo>
                    <a:pt x="5754" y="8454"/>
                  </a:lnTo>
                  <a:lnTo>
                    <a:pt x="5692" y="8496"/>
                  </a:lnTo>
                  <a:lnTo>
                    <a:pt x="5566" y="8496"/>
                  </a:lnTo>
                  <a:lnTo>
                    <a:pt x="5482" y="8538"/>
                  </a:lnTo>
                  <a:lnTo>
                    <a:pt x="5482" y="8579"/>
                  </a:lnTo>
                  <a:lnTo>
                    <a:pt x="5566" y="8789"/>
                  </a:lnTo>
                  <a:lnTo>
                    <a:pt x="5650" y="8872"/>
                  </a:lnTo>
                  <a:lnTo>
                    <a:pt x="5650" y="8956"/>
                  </a:lnTo>
                  <a:lnTo>
                    <a:pt x="5754" y="9103"/>
                  </a:lnTo>
                  <a:lnTo>
                    <a:pt x="5796" y="9228"/>
                  </a:lnTo>
                  <a:lnTo>
                    <a:pt x="5859" y="9291"/>
                  </a:lnTo>
                  <a:lnTo>
                    <a:pt x="5922" y="9291"/>
                  </a:lnTo>
                  <a:lnTo>
                    <a:pt x="5943" y="9333"/>
                  </a:lnTo>
                  <a:lnTo>
                    <a:pt x="6131" y="9395"/>
                  </a:lnTo>
                  <a:lnTo>
                    <a:pt x="6278" y="9375"/>
                  </a:lnTo>
                  <a:lnTo>
                    <a:pt x="6340" y="9375"/>
                  </a:lnTo>
                  <a:lnTo>
                    <a:pt x="6299" y="9437"/>
                  </a:lnTo>
                  <a:lnTo>
                    <a:pt x="6299" y="9500"/>
                  </a:lnTo>
                  <a:lnTo>
                    <a:pt x="6424" y="9542"/>
                  </a:lnTo>
                  <a:lnTo>
                    <a:pt x="6591" y="9688"/>
                  </a:lnTo>
                  <a:lnTo>
                    <a:pt x="6696" y="9835"/>
                  </a:lnTo>
                  <a:lnTo>
                    <a:pt x="6759" y="9960"/>
                  </a:lnTo>
                  <a:lnTo>
                    <a:pt x="6863" y="10023"/>
                  </a:lnTo>
                  <a:lnTo>
                    <a:pt x="6926" y="10002"/>
                  </a:lnTo>
                  <a:lnTo>
                    <a:pt x="7031" y="10044"/>
                  </a:lnTo>
                  <a:lnTo>
                    <a:pt x="7115" y="10044"/>
                  </a:lnTo>
                  <a:lnTo>
                    <a:pt x="7345" y="10149"/>
                  </a:lnTo>
                  <a:lnTo>
                    <a:pt x="7428" y="10149"/>
                  </a:lnTo>
                  <a:lnTo>
                    <a:pt x="7449" y="10107"/>
                  </a:lnTo>
                  <a:lnTo>
                    <a:pt x="7512" y="10107"/>
                  </a:lnTo>
                  <a:lnTo>
                    <a:pt x="7575" y="10170"/>
                  </a:lnTo>
                  <a:lnTo>
                    <a:pt x="7847" y="10442"/>
                  </a:lnTo>
                  <a:lnTo>
                    <a:pt x="7910" y="10442"/>
                  </a:lnTo>
                  <a:lnTo>
                    <a:pt x="8098" y="10630"/>
                  </a:lnTo>
                  <a:lnTo>
                    <a:pt x="8328" y="10735"/>
                  </a:lnTo>
                  <a:lnTo>
                    <a:pt x="8621" y="10756"/>
                  </a:lnTo>
                  <a:lnTo>
                    <a:pt x="8747" y="10839"/>
                  </a:lnTo>
                  <a:lnTo>
                    <a:pt x="8830" y="10965"/>
                  </a:lnTo>
                  <a:lnTo>
                    <a:pt x="8998" y="10965"/>
                  </a:lnTo>
                  <a:lnTo>
                    <a:pt x="9144" y="11048"/>
                  </a:lnTo>
                  <a:lnTo>
                    <a:pt x="9228" y="10986"/>
                  </a:lnTo>
                  <a:lnTo>
                    <a:pt x="9249" y="11007"/>
                  </a:lnTo>
                  <a:lnTo>
                    <a:pt x="9332" y="11153"/>
                  </a:lnTo>
                  <a:lnTo>
                    <a:pt x="9479" y="11216"/>
                  </a:lnTo>
                  <a:lnTo>
                    <a:pt x="9625" y="11216"/>
                  </a:lnTo>
                  <a:lnTo>
                    <a:pt x="9730" y="11279"/>
                  </a:lnTo>
                  <a:lnTo>
                    <a:pt x="9960" y="11362"/>
                  </a:lnTo>
                  <a:lnTo>
                    <a:pt x="10148" y="11362"/>
                  </a:lnTo>
                  <a:lnTo>
                    <a:pt x="10295" y="11467"/>
                  </a:lnTo>
                  <a:lnTo>
                    <a:pt x="10588" y="11572"/>
                  </a:lnTo>
                  <a:lnTo>
                    <a:pt x="10692" y="11530"/>
                  </a:lnTo>
                  <a:lnTo>
                    <a:pt x="11006" y="11404"/>
                  </a:lnTo>
                  <a:lnTo>
                    <a:pt x="11111" y="11404"/>
                  </a:lnTo>
                  <a:lnTo>
                    <a:pt x="11299" y="11300"/>
                  </a:lnTo>
                  <a:lnTo>
                    <a:pt x="11404" y="11279"/>
                  </a:lnTo>
                  <a:lnTo>
                    <a:pt x="11613" y="11279"/>
                  </a:lnTo>
                  <a:lnTo>
                    <a:pt x="11613" y="11258"/>
                  </a:lnTo>
                  <a:lnTo>
                    <a:pt x="11467" y="11216"/>
                  </a:lnTo>
                  <a:lnTo>
                    <a:pt x="11404" y="11216"/>
                  </a:lnTo>
                  <a:lnTo>
                    <a:pt x="11404" y="11174"/>
                  </a:lnTo>
                  <a:lnTo>
                    <a:pt x="11529" y="11090"/>
                  </a:lnTo>
                  <a:lnTo>
                    <a:pt x="11550" y="11111"/>
                  </a:lnTo>
                  <a:lnTo>
                    <a:pt x="11550" y="11195"/>
                  </a:lnTo>
                  <a:lnTo>
                    <a:pt x="11634" y="11153"/>
                  </a:lnTo>
                  <a:lnTo>
                    <a:pt x="11718" y="11153"/>
                  </a:lnTo>
                  <a:lnTo>
                    <a:pt x="11718" y="11195"/>
                  </a:lnTo>
                  <a:lnTo>
                    <a:pt x="11655" y="11195"/>
                  </a:lnTo>
                  <a:lnTo>
                    <a:pt x="11634" y="11216"/>
                  </a:lnTo>
                  <a:lnTo>
                    <a:pt x="11655" y="11258"/>
                  </a:lnTo>
                  <a:lnTo>
                    <a:pt x="11760" y="11258"/>
                  </a:lnTo>
                  <a:lnTo>
                    <a:pt x="11864" y="11279"/>
                  </a:lnTo>
                  <a:lnTo>
                    <a:pt x="12032" y="11404"/>
                  </a:lnTo>
                  <a:lnTo>
                    <a:pt x="12094" y="11467"/>
                  </a:lnTo>
                  <a:lnTo>
                    <a:pt x="12094" y="11425"/>
                  </a:lnTo>
                  <a:lnTo>
                    <a:pt x="11969" y="11300"/>
                  </a:lnTo>
                  <a:lnTo>
                    <a:pt x="11780" y="11216"/>
                  </a:lnTo>
                  <a:lnTo>
                    <a:pt x="11780" y="11174"/>
                  </a:lnTo>
                  <a:lnTo>
                    <a:pt x="11822" y="11174"/>
                  </a:lnTo>
                  <a:lnTo>
                    <a:pt x="11843" y="11195"/>
                  </a:lnTo>
                  <a:lnTo>
                    <a:pt x="11948" y="11216"/>
                  </a:lnTo>
                  <a:lnTo>
                    <a:pt x="12053" y="11300"/>
                  </a:lnTo>
                  <a:lnTo>
                    <a:pt x="12157" y="11425"/>
                  </a:lnTo>
                  <a:lnTo>
                    <a:pt x="12157" y="11488"/>
                  </a:lnTo>
                  <a:lnTo>
                    <a:pt x="12199" y="11530"/>
                  </a:lnTo>
                  <a:lnTo>
                    <a:pt x="12597" y="11885"/>
                  </a:lnTo>
                  <a:lnTo>
                    <a:pt x="12722" y="11906"/>
                  </a:lnTo>
                  <a:lnTo>
                    <a:pt x="12764" y="11990"/>
                  </a:lnTo>
                  <a:lnTo>
                    <a:pt x="12910" y="12116"/>
                  </a:lnTo>
                  <a:lnTo>
                    <a:pt x="12994" y="12220"/>
                  </a:lnTo>
                  <a:lnTo>
                    <a:pt x="13015" y="12199"/>
                  </a:lnTo>
                  <a:lnTo>
                    <a:pt x="13036" y="12136"/>
                  </a:lnTo>
                  <a:lnTo>
                    <a:pt x="13099" y="12095"/>
                  </a:lnTo>
                  <a:lnTo>
                    <a:pt x="13099" y="12053"/>
                  </a:lnTo>
                  <a:lnTo>
                    <a:pt x="13078" y="12032"/>
                  </a:lnTo>
                  <a:lnTo>
                    <a:pt x="13036" y="11990"/>
                  </a:lnTo>
                  <a:lnTo>
                    <a:pt x="13078" y="11927"/>
                  </a:lnTo>
                  <a:lnTo>
                    <a:pt x="13036" y="11906"/>
                  </a:lnTo>
                  <a:lnTo>
                    <a:pt x="13036" y="11802"/>
                  </a:lnTo>
                  <a:lnTo>
                    <a:pt x="13392" y="11258"/>
                  </a:lnTo>
                  <a:lnTo>
                    <a:pt x="14124" y="11258"/>
                  </a:lnTo>
                  <a:lnTo>
                    <a:pt x="14187" y="11195"/>
                  </a:lnTo>
                  <a:lnTo>
                    <a:pt x="14187" y="11111"/>
                  </a:lnTo>
                  <a:lnTo>
                    <a:pt x="14124" y="11090"/>
                  </a:lnTo>
                  <a:lnTo>
                    <a:pt x="14019" y="11069"/>
                  </a:lnTo>
                  <a:lnTo>
                    <a:pt x="13977" y="11048"/>
                  </a:lnTo>
                  <a:lnTo>
                    <a:pt x="13957" y="10944"/>
                  </a:lnTo>
                  <a:lnTo>
                    <a:pt x="13936" y="10881"/>
                  </a:lnTo>
                  <a:lnTo>
                    <a:pt x="13852" y="10881"/>
                  </a:lnTo>
                  <a:lnTo>
                    <a:pt x="13768" y="10797"/>
                  </a:lnTo>
                  <a:lnTo>
                    <a:pt x="13664" y="10693"/>
                  </a:lnTo>
                  <a:lnTo>
                    <a:pt x="13643" y="10651"/>
                  </a:lnTo>
                  <a:lnTo>
                    <a:pt x="13559" y="10567"/>
                  </a:lnTo>
                  <a:lnTo>
                    <a:pt x="13810" y="10546"/>
                  </a:lnTo>
                  <a:lnTo>
                    <a:pt x="13831" y="10232"/>
                  </a:lnTo>
                  <a:lnTo>
                    <a:pt x="14814" y="10253"/>
                  </a:lnTo>
                  <a:lnTo>
                    <a:pt x="14856" y="10170"/>
                  </a:lnTo>
                  <a:lnTo>
                    <a:pt x="14898" y="10128"/>
                  </a:lnTo>
                  <a:lnTo>
                    <a:pt x="14982" y="10128"/>
                  </a:lnTo>
                  <a:lnTo>
                    <a:pt x="14982" y="10170"/>
                  </a:lnTo>
                  <a:lnTo>
                    <a:pt x="15003" y="10212"/>
                  </a:lnTo>
                  <a:lnTo>
                    <a:pt x="15024" y="10170"/>
                  </a:lnTo>
                  <a:lnTo>
                    <a:pt x="15086" y="10149"/>
                  </a:lnTo>
                  <a:lnTo>
                    <a:pt x="15086" y="10128"/>
                  </a:lnTo>
                  <a:lnTo>
                    <a:pt x="15170" y="10044"/>
                  </a:lnTo>
                  <a:lnTo>
                    <a:pt x="15191" y="9940"/>
                  </a:lnTo>
                  <a:lnTo>
                    <a:pt x="15212" y="9898"/>
                  </a:lnTo>
                  <a:lnTo>
                    <a:pt x="15317" y="9898"/>
                  </a:lnTo>
                  <a:lnTo>
                    <a:pt x="15421" y="9793"/>
                  </a:lnTo>
                  <a:lnTo>
                    <a:pt x="15526" y="9647"/>
                  </a:lnTo>
                  <a:lnTo>
                    <a:pt x="15610" y="9626"/>
                  </a:lnTo>
                  <a:lnTo>
                    <a:pt x="15610" y="9626"/>
                  </a:lnTo>
                  <a:lnTo>
                    <a:pt x="15589" y="9730"/>
                  </a:lnTo>
                  <a:lnTo>
                    <a:pt x="15526" y="9793"/>
                  </a:lnTo>
                  <a:lnTo>
                    <a:pt x="15547" y="9835"/>
                  </a:lnTo>
                  <a:lnTo>
                    <a:pt x="15651" y="9919"/>
                  </a:lnTo>
                  <a:lnTo>
                    <a:pt x="15714" y="10023"/>
                  </a:lnTo>
                  <a:lnTo>
                    <a:pt x="15735" y="10002"/>
                  </a:lnTo>
                  <a:lnTo>
                    <a:pt x="15840" y="9814"/>
                  </a:lnTo>
                  <a:lnTo>
                    <a:pt x="15944" y="9437"/>
                  </a:lnTo>
                  <a:lnTo>
                    <a:pt x="16007" y="9333"/>
                  </a:lnTo>
                  <a:lnTo>
                    <a:pt x="15944" y="9375"/>
                  </a:lnTo>
                  <a:lnTo>
                    <a:pt x="15902" y="9416"/>
                  </a:lnTo>
                  <a:lnTo>
                    <a:pt x="15840" y="9395"/>
                  </a:lnTo>
                  <a:lnTo>
                    <a:pt x="15840" y="9333"/>
                  </a:lnTo>
                  <a:lnTo>
                    <a:pt x="15965" y="9207"/>
                  </a:lnTo>
                  <a:lnTo>
                    <a:pt x="16007" y="9123"/>
                  </a:lnTo>
                  <a:lnTo>
                    <a:pt x="15902" y="9123"/>
                  </a:lnTo>
                  <a:lnTo>
                    <a:pt x="15819" y="9061"/>
                  </a:lnTo>
                  <a:lnTo>
                    <a:pt x="15840" y="9019"/>
                  </a:lnTo>
                  <a:lnTo>
                    <a:pt x="15965" y="8956"/>
                  </a:lnTo>
                  <a:lnTo>
                    <a:pt x="15965" y="8789"/>
                  </a:lnTo>
                  <a:lnTo>
                    <a:pt x="16028" y="8705"/>
                  </a:lnTo>
                  <a:lnTo>
                    <a:pt x="16279" y="8475"/>
                  </a:lnTo>
                  <a:lnTo>
                    <a:pt x="16426" y="8266"/>
                  </a:lnTo>
                  <a:lnTo>
                    <a:pt x="16488" y="8119"/>
                  </a:lnTo>
                  <a:lnTo>
                    <a:pt x="16488" y="8015"/>
                  </a:lnTo>
                  <a:lnTo>
                    <a:pt x="16321" y="7763"/>
                  </a:lnTo>
                  <a:lnTo>
                    <a:pt x="16216" y="7805"/>
                  </a:lnTo>
                  <a:lnTo>
                    <a:pt x="16237" y="7847"/>
                  </a:lnTo>
                  <a:lnTo>
                    <a:pt x="16174" y="7868"/>
                  </a:lnTo>
                  <a:lnTo>
                    <a:pt x="15923" y="7826"/>
                  </a:lnTo>
                  <a:lnTo>
                    <a:pt x="15693" y="7826"/>
                  </a:lnTo>
                  <a:lnTo>
                    <a:pt x="15693" y="7868"/>
                  </a:lnTo>
                  <a:lnTo>
                    <a:pt x="15547" y="7952"/>
                  </a:lnTo>
                  <a:lnTo>
                    <a:pt x="15505" y="7910"/>
                  </a:lnTo>
                  <a:lnTo>
                    <a:pt x="15379" y="7931"/>
                  </a:lnTo>
                  <a:lnTo>
                    <a:pt x="15275" y="8035"/>
                  </a:lnTo>
                  <a:lnTo>
                    <a:pt x="14793" y="8035"/>
                  </a:lnTo>
                  <a:lnTo>
                    <a:pt x="14396" y="8119"/>
                  </a:lnTo>
                  <a:lnTo>
                    <a:pt x="14396" y="8182"/>
                  </a:lnTo>
                  <a:lnTo>
                    <a:pt x="14501" y="8224"/>
                  </a:lnTo>
                  <a:lnTo>
                    <a:pt x="14291" y="8454"/>
                  </a:lnTo>
                  <a:lnTo>
                    <a:pt x="14270" y="8810"/>
                  </a:lnTo>
                  <a:lnTo>
                    <a:pt x="14291" y="8851"/>
                  </a:lnTo>
                  <a:lnTo>
                    <a:pt x="14082" y="9082"/>
                  </a:lnTo>
                  <a:lnTo>
                    <a:pt x="14082" y="9270"/>
                  </a:lnTo>
                  <a:lnTo>
                    <a:pt x="13957" y="9395"/>
                  </a:lnTo>
                  <a:lnTo>
                    <a:pt x="13873" y="9416"/>
                  </a:lnTo>
                  <a:lnTo>
                    <a:pt x="13622" y="9542"/>
                  </a:lnTo>
                  <a:lnTo>
                    <a:pt x="13643" y="9584"/>
                  </a:lnTo>
                  <a:lnTo>
                    <a:pt x="13747" y="9500"/>
                  </a:lnTo>
                  <a:lnTo>
                    <a:pt x="13726" y="9605"/>
                  </a:lnTo>
                  <a:lnTo>
                    <a:pt x="13726" y="9793"/>
                  </a:lnTo>
                  <a:lnTo>
                    <a:pt x="13622" y="9919"/>
                  </a:lnTo>
                  <a:lnTo>
                    <a:pt x="13538" y="9919"/>
                  </a:lnTo>
                  <a:lnTo>
                    <a:pt x="13517" y="9960"/>
                  </a:lnTo>
                  <a:lnTo>
                    <a:pt x="13454" y="9919"/>
                  </a:lnTo>
                  <a:lnTo>
                    <a:pt x="13329" y="9835"/>
                  </a:lnTo>
                  <a:lnTo>
                    <a:pt x="13350" y="9793"/>
                  </a:lnTo>
                  <a:lnTo>
                    <a:pt x="13454" y="9730"/>
                  </a:lnTo>
                  <a:lnTo>
                    <a:pt x="13308" y="9688"/>
                  </a:lnTo>
                  <a:lnTo>
                    <a:pt x="13245" y="9730"/>
                  </a:lnTo>
                  <a:lnTo>
                    <a:pt x="13120" y="9709"/>
                  </a:lnTo>
                  <a:lnTo>
                    <a:pt x="12973" y="9709"/>
                  </a:lnTo>
                  <a:lnTo>
                    <a:pt x="12869" y="9793"/>
                  </a:lnTo>
                  <a:lnTo>
                    <a:pt x="12722" y="9814"/>
                  </a:lnTo>
                  <a:lnTo>
                    <a:pt x="12513" y="9814"/>
                  </a:lnTo>
                  <a:lnTo>
                    <a:pt x="12492" y="9856"/>
                  </a:lnTo>
                  <a:lnTo>
                    <a:pt x="12262" y="10002"/>
                  </a:lnTo>
                  <a:lnTo>
                    <a:pt x="12178" y="10002"/>
                  </a:lnTo>
                  <a:lnTo>
                    <a:pt x="12157" y="9940"/>
                  </a:lnTo>
                  <a:lnTo>
                    <a:pt x="11948" y="10002"/>
                  </a:lnTo>
                  <a:lnTo>
                    <a:pt x="11822" y="10044"/>
                  </a:lnTo>
                  <a:lnTo>
                    <a:pt x="11760" y="9919"/>
                  </a:lnTo>
                  <a:lnTo>
                    <a:pt x="11634" y="9730"/>
                  </a:lnTo>
                  <a:lnTo>
                    <a:pt x="11467" y="9647"/>
                  </a:lnTo>
                  <a:lnTo>
                    <a:pt x="11425" y="9605"/>
                  </a:lnTo>
                  <a:lnTo>
                    <a:pt x="11257" y="9605"/>
                  </a:lnTo>
                  <a:lnTo>
                    <a:pt x="11216" y="9626"/>
                  </a:lnTo>
                  <a:lnTo>
                    <a:pt x="11132" y="9521"/>
                  </a:lnTo>
                  <a:lnTo>
                    <a:pt x="10902" y="9270"/>
                  </a:lnTo>
                  <a:lnTo>
                    <a:pt x="10881" y="9165"/>
                  </a:lnTo>
                  <a:lnTo>
                    <a:pt x="10881" y="9082"/>
                  </a:lnTo>
                  <a:lnTo>
                    <a:pt x="10776" y="8914"/>
                  </a:lnTo>
                  <a:lnTo>
                    <a:pt x="10713" y="8789"/>
                  </a:lnTo>
                  <a:lnTo>
                    <a:pt x="10400" y="8454"/>
                  </a:lnTo>
                  <a:lnTo>
                    <a:pt x="10379" y="8328"/>
                  </a:lnTo>
                  <a:lnTo>
                    <a:pt x="10316" y="8245"/>
                  </a:lnTo>
                  <a:lnTo>
                    <a:pt x="10358" y="8161"/>
                  </a:lnTo>
                  <a:lnTo>
                    <a:pt x="10316" y="8077"/>
                  </a:lnTo>
                  <a:lnTo>
                    <a:pt x="10253" y="7847"/>
                  </a:lnTo>
                  <a:lnTo>
                    <a:pt x="10169" y="7763"/>
                  </a:lnTo>
                  <a:lnTo>
                    <a:pt x="10190" y="7638"/>
                  </a:lnTo>
                  <a:lnTo>
                    <a:pt x="10316" y="7805"/>
                  </a:lnTo>
                  <a:lnTo>
                    <a:pt x="10316" y="8015"/>
                  </a:lnTo>
                  <a:lnTo>
                    <a:pt x="10379" y="7973"/>
                  </a:lnTo>
                  <a:lnTo>
                    <a:pt x="10379" y="7805"/>
                  </a:lnTo>
                  <a:lnTo>
                    <a:pt x="10211" y="7554"/>
                  </a:lnTo>
                  <a:lnTo>
                    <a:pt x="10253" y="7429"/>
                  </a:lnTo>
                  <a:lnTo>
                    <a:pt x="10190" y="7219"/>
                  </a:lnTo>
                  <a:lnTo>
                    <a:pt x="10169" y="7115"/>
                  </a:lnTo>
                  <a:lnTo>
                    <a:pt x="10253" y="7010"/>
                  </a:lnTo>
                  <a:lnTo>
                    <a:pt x="10295" y="6717"/>
                  </a:lnTo>
                  <a:lnTo>
                    <a:pt x="10253" y="6571"/>
                  </a:lnTo>
                  <a:lnTo>
                    <a:pt x="10316" y="6278"/>
                  </a:lnTo>
                  <a:lnTo>
                    <a:pt x="10316" y="6173"/>
                  </a:lnTo>
                  <a:lnTo>
                    <a:pt x="10358" y="6090"/>
                  </a:lnTo>
                  <a:lnTo>
                    <a:pt x="10316" y="6048"/>
                  </a:lnTo>
                  <a:lnTo>
                    <a:pt x="10316" y="5922"/>
                  </a:lnTo>
                  <a:lnTo>
                    <a:pt x="10379" y="5859"/>
                  </a:lnTo>
                  <a:lnTo>
                    <a:pt x="10400" y="5713"/>
                  </a:lnTo>
                  <a:lnTo>
                    <a:pt x="10420" y="5650"/>
                  </a:lnTo>
                  <a:lnTo>
                    <a:pt x="10358" y="5608"/>
                  </a:lnTo>
                  <a:lnTo>
                    <a:pt x="10420" y="5504"/>
                  </a:lnTo>
                  <a:lnTo>
                    <a:pt x="10420" y="5336"/>
                  </a:lnTo>
                  <a:lnTo>
                    <a:pt x="10525" y="5336"/>
                  </a:lnTo>
                  <a:lnTo>
                    <a:pt x="10504" y="5441"/>
                  </a:lnTo>
                  <a:lnTo>
                    <a:pt x="10504" y="5525"/>
                  </a:lnTo>
                  <a:lnTo>
                    <a:pt x="10567" y="5504"/>
                  </a:lnTo>
                  <a:lnTo>
                    <a:pt x="10588" y="5399"/>
                  </a:lnTo>
                  <a:lnTo>
                    <a:pt x="10672" y="5294"/>
                  </a:lnTo>
                  <a:lnTo>
                    <a:pt x="10692" y="5148"/>
                  </a:lnTo>
                  <a:lnTo>
                    <a:pt x="10734" y="5106"/>
                  </a:lnTo>
                  <a:lnTo>
                    <a:pt x="10776" y="4939"/>
                  </a:lnTo>
                  <a:lnTo>
                    <a:pt x="10776" y="4897"/>
                  </a:lnTo>
                  <a:lnTo>
                    <a:pt x="10692" y="4939"/>
                  </a:lnTo>
                  <a:lnTo>
                    <a:pt x="10672" y="5127"/>
                  </a:lnTo>
                  <a:lnTo>
                    <a:pt x="10567" y="5190"/>
                  </a:lnTo>
                  <a:lnTo>
                    <a:pt x="10588" y="5106"/>
                  </a:lnTo>
                  <a:lnTo>
                    <a:pt x="10525" y="5085"/>
                  </a:lnTo>
                  <a:lnTo>
                    <a:pt x="10504" y="5002"/>
                  </a:lnTo>
                  <a:lnTo>
                    <a:pt x="10400" y="5002"/>
                  </a:lnTo>
                  <a:lnTo>
                    <a:pt x="10295" y="4918"/>
                  </a:lnTo>
                  <a:lnTo>
                    <a:pt x="10107" y="4876"/>
                  </a:lnTo>
                  <a:lnTo>
                    <a:pt x="10002" y="4771"/>
                  </a:lnTo>
                  <a:lnTo>
                    <a:pt x="9939" y="4730"/>
                  </a:lnTo>
                  <a:lnTo>
                    <a:pt x="9856" y="4730"/>
                  </a:lnTo>
                  <a:lnTo>
                    <a:pt x="9793" y="4709"/>
                  </a:lnTo>
                  <a:lnTo>
                    <a:pt x="9772" y="4709"/>
                  </a:lnTo>
                  <a:lnTo>
                    <a:pt x="9730" y="4667"/>
                  </a:lnTo>
                  <a:lnTo>
                    <a:pt x="9751" y="4499"/>
                  </a:lnTo>
                  <a:lnTo>
                    <a:pt x="9625" y="4165"/>
                  </a:lnTo>
                  <a:lnTo>
                    <a:pt x="9625" y="4144"/>
                  </a:lnTo>
                  <a:lnTo>
                    <a:pt x="9625" y="4081"/>
                  </a:lnTo>
                  <a:lnTo>
                    <a:pt x="9625" y="3976"/>
                  </a:lnTo>
                  <a:lnTo>
                    <a:pt x="9646" y="3872"/>
                  </a:lnTo>
                  <a:lnTo>
                    <a:pt x="9542" y="3788"/>
                  </a:lnTo>
                  <a:lnTo>
                    <a:pt x="9479" y="3683"/>
                  </a:lnTo>
                  <a:lnTo>
                    <a:pt x="9458" y="3579"/>
                  </a:lnTo>
                  <a:lnTo>
                    <a:pt x="9374" y="3537"/>
                  </a:lnTo>
                  <a:lnTo>
                    <a:pt x="9353" y="3453"/>
                  </a:lnTo>
                  <a:lnTo>
                    <a:pt x="9312" y="3432"/>
                  </a:lnTo>
                  <a:lnTo>
                    <a:pt x="9228" y="3223"/>
                  </a:lnTo>
                  <a:lnTo>
                    <a:pt x="9207" y="3139"/>
                  </a:lnTo>
                  <a:lnTo>
                    <a:pt x="9123" y="3118"/>
                  </a:lnTo>
                  <a:lnTo>
                    <a:pt x="9123" y="2951"/>
                  </a:lnTo>
                  <a:lnTo>
                    <a:pt x="9123" y="2888"/>
                  </a:lnTo>
                  <a:lnTo>
                    <a:pt x="9060" y="2825"/>
                  </a:lnTo>
                  <a:lnTo>
                    <a:pt x="9040" y="2721"/>
                  </a:lnTo>
                  <a:lnTo>
                    <a:pt x="8935" y="2574"/>
                  </a:lnTo>
                  <a:lnTo>
                    <a:pt x="8830" y="2491"/>
                  </a:lnTo>
                  <a:lnTo>
                    <a:pt x="8788" y="2386"/>
                  </a:lnTo>
                  <a:lnTo>
                    <a:pt x="8705" y="2365"/>
                  </a:lnTo>
                  <a:lnTo>
                    <a:pt x="8621" y="2365"/>
                  </a:lnTo>
                  <a:lnTo>
                    <a:pt x="8600" y="2323"/>
                  </a:lnTo>
                  <a:lnTo>
                    <a:pt x="8579" y="2302"/>
                  </a:lnTo>
                  <a:lnTo>
                    <a:pt x="8475" y="2323"/>
                  </a:lnTo>
                  <a:lnTo>
                    <a:pt x="8370" y="2302"/>
                  </a:lnTo>
                  <a:lnTo>
                    <a:pt x="8265" y="2302"/>
                  </a:lnTo>
                  <a:lnTo>
                    <a:pt x="8223" y="2386"/>
                  </a:lnTo>
                  <a:lnTo>
                    <a:pt x="8182" y="2386"/>
                  </a:lnTo>
                  <a:lnTo>
                    <a:pt x="8161" y="2365"/>
                  </a:lnTo>
                  <a:lnTo>
                    <a:pt x="8119" y="2365"/>
                  </a:lnTo>
                  <a:lnTo>
                    <a:pt x="8035" y="2386"/>
                  </a:lnTo>
                  <a:lnTo>
                    <a:pt x="7993" y="2428"/>
                  </a:lnTo>
                  <a:lnTo>
                    <a:pt x="7910" y="2595"/>
                  </a:lnTo>
                  <a:lnTo>
                    <a:pt x="7868" y="2679"/>
                  </a:lnTo>
                  <a:lnTo>
                    <a:pt x="7868" y="2700"/>
                  </a:lnTo>
                  <a:lnTo>
                    <a:pt x="7868" y="2742"/>
                  </a:lnTo>
                  <a:lnTo>
                    <a:pt x="7805" y="2742"/>
                  </a:lnTo>
                  <a:lnTo>
                    <a:pt x="7700" y="2825"/>
                  </a:lnTo>
                  <a:lnTo>
                    <a:pt x="7700" y="2846"/>
                  </a:lnTo>
                  <a:lnTo>
                    <a:pt x="7659" y="2888"/>
                  </a:lnTo>
                  <a:lnTo>
                    <a:pt x="7596" y="2888"/>
                  </a:lnTo>
                  <a:lnTo>
                    <a:pt x="7575" y="2825"/>
                  </a:lnTo>
                  <a:lnTo>
                    <a:pt x="7449" y="2784"/>
                  </a:lnTo>
                  <a:lnTo>
                    <a:pt x="7366" y="2742"/>
                  </a:lnTo>
                  <a:lnTo>
                    <a:pt x="7345" y="2700"/>
                  </a:lnTo>
                  <a:lnTo>
                    <a:pt x="7219" y="2637"/>
                  </a:lnTo>
                  <a:lnTo>
                    <a:pt x="7156" y="2637"/>
                  </a:lnTo>
                  <a:lnTo>
                    <a:pt x="7115" y="2595"/>
                  </a:lnTo>
                  <a:lnTo>
                    <a:pt x="7115" y="2574"/>
                  </a:lnTo>
                  <a:lnTo>
                    <a:pt x="7073" y="2512"/>
                  </a:lnTo>
                  <a:lnTo>
                    <a:pt x="7031" y="2491"/>
                  </a:lnTo>
                  <a:lnTo>
                    <a:pt x="6989" y="2491"/>
                  </a:lnTo>
                  <a:lnTo>
                    <a:pt x="6947" y="2470"/>
                  </a:lnTo>
                  <a:lnTo>
                    <a:pt x="6926" y="2470"/>
                  </a:lnTo>
                  <a:lnTo>
                    <a:pt x="6926" y="2428"/>
                  </a:lnTo>
                  <a:lnTo>
                    <a:pt x="6905" y="2323"/>
                  </a:lnTo>
                  <a:lnTo>
                    <a:pt x="6822" y="2261"/>
                  </a:lnTo>
                  <a:lnTo>
                    <a:pt x="6717" y="2114"/>
                  </a:lnTo>
                  <a:lnTo>
                    <a:pt x="6717" y="2093"/>
                  </a:lnTo>
                  <a:lnTo>
                    <a:pt x="6801" y="2072"/>
                  </a:lnTo>
                  <a:lnTo>
                    <a:pt x="6822" y="2051"/>
                  </a:lnTo>
                  <a:lnTo>
                    <a:pt x="6822" y="1968"/>
                  </a:lnTo>
                  <a:lnTo>
                    <a:pt x="6738" y="1884"/>
                  </a:lnTo>
                  <a:lnTo>
                    <a:pt x="6717" y="1863"/>
                  </a:lnTo>
                  <a:lnTo>
                    <a:pt x="6696" y="1842"/>
                  </a:lnTo>
                  <a:lnTo>
                    <a:pt x="6654" y="1800"/>
                  </a:lnTo>
                  <a:lnTo>
                    <a:pt x="6633" y="1675"/>
                  </a:lnTo>
                  <a:lnTo>
                    <a:pt x="6591" y="1591"/>
                  </a:lnTo>
                  <a:lnTo>
                    <a:pt x="6508" y="1549"/>
                  </a:lnTo>
                  <a:lnTo>
                    <a:pt x="6424" y="1528"/>
                  </a:lnTo>
                  <a:lnTo>
                    <a:pt x="6466" y="1465"/>
                  </a:lnTo>
                  <a:lnTo>
                    <a:pt x="6466" y="1424"/>
                  </a:lnTo>
                  <a:lnTo>
                    <a:pt x="6403" y="1340"/>
                  </a:lnTo>
                  <a:lnTo>
                    <a:pt x="6299" y="1319"/>
                  </a:lnTo>
                  <a:lnTo>
                    <a:pt x="6319" y="1256"/>
                  </a:lnTo>
                  <a:lnTo>
                    <a:pt x="6278" y="1173"/>
                  </a:lnTo>
                  <a:lnTo>
                    <a:pt x="6215" y="1173"/>
                  </a:lnTo>
                  <a:lnTo>
                    <a:pt x="6194" y="1131"/>
                  </a:lnTo>
                  <a:lnTo>
                    <a:pt x="6131" y="1068"/>
                  </a:lnTo>
                  <a:lnTo>
                    <a:pt x="6068" y="942"/>
                  </a:lnTo>
                  <a:lnTo>
                    <a:pt x="5943" y="859"/>
                  </a:lnTo>
                  <a:lnTo>
                    <a:pt x="5022" y="838"/>
                  </a:lnTo>
                  <a:lnTo>
                    <a:pt x="4980" y="1047"/>
                  </a:lnTo>
                  <a:lnTo>
                    <a:pt x="3327" y="1005"/>
                  </a:lnTo>
                  <a:lnTo>
                    <a:pt x="1402" y="105"/>
                  </a:lnTo>
                  <a:lnTo>
                    <a:pt x="1402" y="64"/>
                  </a:lnTo>
                  <a:lnTo>
                    <a:pt x="138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60"/>
            <p:cNvSpPr/>
            <p:nvPr/>
          </p:nvSpPr>
          <p:spPr>
            <a:xfrm>
              <a:off x="3378594" y="3107749"/>
              <a:ext cx="19445" cy="26657"/>
            </a:xfrm>
            <a:custGeom>
              <a:rect b="b" l="l" r="r" t="t"/>
              <a:pathLst>
                <a:path extrusionOk="0" h="2344" w="1633">
                  <a:moveTo>
                    <a:pt x="336" y="0"/>
                  </a:moveTo>
                  <a:lnTo>
                    <a:pt x="231" y="84"/>
                  </a:lnTo>
                  <a:lnTo>
                    <a:pt x="126" y="147"/>
                  </a:lnTo>
                  <a:lnTo>
                    <a:pt x="85" y="209"/>
                  </a:lnTo>
                  <a:lnTo>
                    <a:pt x="1" y="314"/>
                  </a:lnTo>
                  <a:lnTo>
                    <a:pt x="1" y="460"/>
                  </a:lnTo>
                  <a:lnTo>
                    <a:pt x="64" y="607"/>
                  </a:lnTo>
                  <a:lnTo>
                    <a:pt x="22" y="732"/>
                  </a:lnTo>
                  <a:lnTo>
                    <a:pt x="22" y="816"/>
                  </a:lnTo>
                  <a:lnTo>
                    <a:pt x="126" y="879"/>
                  </a:lnTo>
                  <a:lnTo>
                    <a:pt x="189" y="963"/>
                  </a:lnTo>
                  <a:lnTo>
                    <a:pt x="231" y="1067"/>
                  </a:lnTo>
                  <a:lnTo>
                    <a:pt x="273" y="1193"/>
                  </a:lnTo>
                  <a:lnTo>
                    <a:pt x="294" y="1256"/>
                  </a:lnTo>
                  <a:lnTo>
                    <a:pt x="273" y="1360"/>
                  </a:lnTo>
                  <a:lnTo>
                    <a:pt x="189" y="1444"/>
                  </a:lnTo>
                  <a:lnTo>
                    <a:pt x="189" y="1590"/>
                  </a:lnTo>
                  <a:lnTo>
                    <a:pt x="231" y="1653"/>
                  </a:lnTo>
                  <a:lnTo>
                    <a:pt x="189" y="1779"/>
                  </a:lnTo>
                  <a:lnTo>
                    <a:pt x="64" y="1883"/>
                  </a:lnTo>
                  <a:lnTo>
                    <a:pt x="1" y="1883"/>
                  </a:lnTo>
                  <a:lnTo>
                    <a:pt x="22" y="1925"/>
                  </a:lnTo>
                  <a:lnTo>
                    <a:pt x="85" y="2009"/>
                  </a:lnTo>
                  <a:lnTo>
                    <a:pt x="106" y="2030"/>
                  </a:lnTo>
                  <a:lnTo>
                    <a:pt x="106" y="2113"/>
                  </a:lnTo>
                  <a:lnTo>
                    <a:pt x="189" y="2197"/>
                  </a:lnTo>
                  <a:lnTo>
                    <a:pt x="294" y="2218"/>
                  </a:lnTo>
                  <a:lnTo>
                    <a:pt x="336" y="2134"/>
                  </a:lnTo>
                  <a:lnTo>
                    <a:pt x="419" y="2113"/>
                  </a:lnTo>
                  <a:lnTo>
                    <a:pt x="503" y="2113"/>
                  </a:lnTo>
                  <a:lnTo>
                    <a:pt x="503" y="2176"/>
                  </a:lnTo>
                  <a:lnTo>
                    <a:pt x="545" y="2197"/>
                  </a:lnTo>
                  <a:lnTo>
                    <a:pt x="545" y="2323"/>
                  </a:lnTo>
                  <a:lnTo>
                    <a:pt x="608" y="2344"/>
                  </a:lnTo>
                  <a:lnTo>
                    <a:pt x="712" y="2281"/>
                  </a:lnTo>
                  <a:lnTo>
                    <a:pt x="733" y="2197"/>
                  </a:lnTo>
                  <a:lnTo>
                    <a:pt x="817" y="2134"/>
                  </a:lnTo>
                  <a:lnTo>
                    <a:pt x="880" y="2113"/>
                  </a:lnTo>
                  <a:lnTo>
                    <a:pt x="963" y="1988"/>
                  </a:lnTo>
                  <a:lnTo>
                    <a:pt x="1068" y="1820"/>
                  </a:lnTo>
                  <a:lnTo>
                    <a:pt x="1173" y="1590"/>
                  </a:lnTo>
                  <a:lnTo>
                    <a:pt x="1173" y="1486"/>
                  </a:lnTo>
                  <a:lnTo>
                    <a:pt x="1340" y="1297"/>
                  </a:lnTo>
                  <a:lnTo>
                    <a:pt x="1466" y="1130"/>
                  </a:lnTo>
                  <a:lnTo>
                    <a:pt x="1528" y="1046"/>
                  </a:lnTo>
                  <a:lnTo>
                    <a:pt x="1633" y="921"/>
                  </a:lnTo>
                  <a:lnTo>
                    <a:pt x="1591" y="774"/>
                  </a:lnTo>
                  <a:lnTo>
                    <a:pt x="1487" y="649"/>
                  </a:lnTo>
                  <a:lnTo>
                    <a:pt x="1466" y="711"/>
                  </a:lnTo>
                  <a:lnTo>
                    <a:pt x="1382" y="649"/>
                  </a:lnTo>
                  <a:lnTo>
                    <a:pt x="1361" y="544"/>
                  </a:lnTo>
                  <a:lnTo>
                    <a:pt x="1173" y="335"/>
                  </a:lnTo>
                  <a:lnTo>
                    <a:pt x="1131" y="335"/>
                  </a:lnTo>
                  <a:lnTo>
                    <a:pt x="963" y="209"/>
                  </a:lnTo>
                  <a:lnTo>
                    <a:pt x="650" y="105"/>
                  </a:lnTo>
                  <a:lnTo>
                    <a:pt x="524" y="21"/>
                  </a:lnTo>
                  <a:lnTo>
                    <a:pt x="33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60"/>
            <p:cNvSpPr/>
            <p:nvPr/>
          </p:nvSpPr>
          <p:spPr>
            <a:xfrm>
              <a:off x="3354434" y="3105122"/>
              <a:ext cx="27661" cy="28807"/>
            </a:xfrm>
            <a:custGeom>
              <a:rect b="b" l="l" r="r" t="t"/>
              <a:pathLst>
                <a:path extrusionOk="0" h="2533" w="2323">
                  <a:moveTo>
                    <a:pt x="1632" y="1"/>
                  </a:moveTo>
                  <a:lnTo>
                    <a:pt x="1528" y="43"/>
                  </a:lnTo>
                  <a:lnTo>
                    <a:pt x="1339" y="22"/>
                  </a:lnTo>
                  <a:lnTo>
                    <a:pt x="1151" y="64"/>
                  </a:lnTo>
                  <a:lnTo>
                    <a:pt x="963" y="22"/>
                  </a:lnTo>
                  <a:lnTo>
                    <a:pt x="691" y="22"/>
                  </a:lnTo>
                  <a:lnTo>
                    <a:pt x="544" y="64"/>
                  </a:lnTo>
                  <a:lnTo>
                    <a:pt x="544" y="210"/>
                  </a:lnTo>
                  <a:lnTo>
                    <a:pt x="482" y="336"/>
                  </a:lnTo>
                  <a:lnTo>
                    <a:pt x="523" y="419"/>
                  </a:lnTo>
                  <a:lnTo>
                    <a:pt x="440" y="524"/>
                  </a:lnTo>
                  <a:lnTo>
                    <a:pt x="335" y="566"/>
                  </a:lnTo>
                  <a:lnTo>
                    <a:pt x="168" y="566"/>
                  </a:lnTo>
                  <a:lnTo>
                    <a:pt x="105" y="691"/>
                  </a:lnTo>
                  <a:lnTo>
                    <a:pt x="105" y="838"/>
                  </a:lnTo>
                  <a:lnTo>
                    <a:pt x="0" y="1068"/>
                  </a:lnTo>
                  <a:lnTo>
                    <a:pt x="21" y="1152"/>
                  </a:lnTo>
                  <a:lnTo>
                    <a:pt x="126" y="1194"/>
                  </a:lnTo>
                  <a:lnTo>
                    <a:pt x="168" y="1277"/>
                  </a:lnTo>
                  <a:lnTo>
                    <a:pt x="210" y="1319"/>
                  </a:lnTo>
                  <a:lnTo>
                    <a:pt x="272" y="1424"/>
                  </a:lnTo>
                  <a:lnTo>
                    <a:pt x="272" y="1507"/>
                  </a:lnTo>
                  <a:lnTo>
                    <a:pt x="335" y="1570"/>
                  </a:lnTo>
                  <a:lnTo>
                    <a:pt x="419" y="1570"/>
                  </a:lnTo>
                  <a:lnTo>
                    <a:pt x="461" y="1591"/>
                  </a:lnTo>
                  <a:lnTo>
                    <a:pt x="482" y="1696"/>
                  </a:lnTo>
                  <a:lnTo>
                    <a:pt x="523" y="1842"/>
                  </a:lnTo>
                  <a:lnTo>
                    <a:pt x="523" y="1989"/>
                  </a:lnTo>
                  <a:lnTo>
                    <a:pt x="586" y="2010"/>
                  </a:lnTo>
                  <a:lnTo>
                    <a:pt x="670" y="2135"/>
                  </a:lnTo>
                  <a:lnTo>
                    <a:pt x="691" y="2219"/>
                  </a:lnTo>
                  <a:lnTo>
                    <a:pt x="795" y="2261"/>
                  </a:lnTo>
                  <a:lnTo>
                    <a:pt x="795" y="2323"/>
                  </a:lnTo>
                  <a:lnTo>
                    <a:pt x="858" y="2407"/>
                  </a:lnTo>
                  <a:lnTo>
                    <a:pt x="942" y="2449"/>
                  </a:lnTo>
                  <a:lnTo>
                    <a:pt x="984" y="2449"/>
                  </a:lnTo>
                  <a:lnTo>
                    <a:pt x="1005" y="2470"/>
                  </a:lnTo>
                  <a:lnTo>
                    <a:pt x="1172" y="2533"/>
                  </a:lnTo>
                  <a:lnTo>
                    <a:pt x="1256" y="2533"/>
                  </a:lnTo>
                  <a:lnTo>
                    <a:pt x="1277" y="2470"/>
                  </a:lnTo>
                  <a:lnTo>
                    <a:pt x="1214" y="2344"/>
                  </a:lnTo>
                  <a:lnTo>
                    <a:pt x="1193" y="2303"/>
                  </a:lnTo>
                  <a:lnTo>
                    <a:pt x="1088" y="2198"/>
                  </a:lnTo>
                  <a:lnTo>
                    <a:pt x="1109" y="2093"/>
                  </a:lnTo>
                  <a:lnTo>
                    <a:pt x="1214" y="2010"/>
                  </a:lnTo>
                  <a:lnTo>
                    <a:pt x="1339" y="2031"/>
                  </a:lnTo>
                  <a:lnTo>
                    <a:pt x="1591" y="2031"/>
                  </a:lnTo>
                  <a:lnTo>
                    <a:pt x="1695" y="1989"/>
                  </a:lnTo>
                  <a:lnTo>
                    <a:pt x="1842" y="1989"/>
                  </a:lnTo>
                  <a:lnTo>
                    <a:pt x="1946" y="2093"/>
                  </a:lnTo>
                  <a:lnTo>
                    <a:pt x="2030" y="2114"/>
                  </a:lnTo>
                  <a:lnTo>
                    <a:pt x="2093" y="2114"/>
                  </a:lnTo>
                  <a:lnTo>
                    <a:pt x="2218" y="2010"/>
                  </a:lnTo>
                  <a:lnTo>
                    <a:pt x="2260" y="1884"/>
                  </a:lnTo>
                  <a:lnTo>
                    <a:pt x="2218" y="1821"/>
                  </a:lnTo>
                  <a:lnTo>
                    <a:pt x="2218" y="1675"/>
                  </a:lnTo>
                  <a:lnTo>
                    <a:pt x="2302" y="1591"/>
                  </a:lnTo>
                  <a:lnTo>
                    <a:pt x="2323" y="1487"/>
                  </a:lnTo>
                  <a:lnTo>
                    <a:pt x="2302" y="1424"/>
                  </a:lnTo>
                  <a:lnTo>
                    <a:pt x="2260" y="1298"/>
                  </a:lnTo>
                  <a:lnTo>
                    <a:pt x="2218" y="1194"/>
                  </a:lnTo>
                  <a:lnTo>
                    <a:pt x="2155" y="1110"/>
                  </a:lnTo>
                  <a:lnTo>
                    <a:pt x="2051" y="1047"/>
                  </a:lnTo>
                  <a:lnTo>
                    <a:pt x="2051" y="963"/>
                  </a:lnTo>
                  <a:lnTo>
                    <a:pt x="2093" y="838"/>
                  </a:lnTo>
                  <a:lnTo>
                    <a:pt x="2030" y="691"/>
                  </a:lnTo>
                  <a:lnTo>
                    <a:pt x="2030" y="545"/>
                  </a:lnTo>
                  <a:lnTo>
                    <a:pt x="2114" y="440"/>
                  </a:lnTo>
                  <a:lnTo>
                    <a:pt x="2155" y="378"/>
                  </a:lnTo>
                  <a:lnTo>
                    <a:pt x="2260" y="231"/>
                  </a:lnTo>
                  <a:lnTo>
                    <a:pt x="2260" y="147"/>
                  </a:lnTo>
                  <a:lnTo>
                    <a:pt x="2135" y="106"/>
                  </a:lnTo>
                  <a:lnTo>
                    <a:pt x="1946" y="64"/>
                  </a:lnTo>
                  <a:lnTo>
                    <a:pt x="171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60"/>
            <p:cNvSpPr/>
            <p:nvPr/>
          </p:nvSpPr>
          <p:spPr>
            <a:xfrm>
              <a:off x="3331012" y="3088711"/>
              <a:ext cx="34639" cy="49743"/>
            </a:xfrm>
            <a:custGeom>
              <a:rect b="b" l="l" r="r" t="t"/>
              <a:pathLst>
                <a:path extrusionOk="0" h="4374" w="2909">
                  <a:moveTo>
                    <a:pt x="879" y="0"/>
                  </a:moveTo>
                  <a:lnTo>
                    <a:pt x="858" y="84"/>
                  </a:lnTo>
                  <a:lnTo>
                    <a:pt x="712" y="251"/>
                  </a:lnTo>
                  <a:lnTo>
                    <a:pt x="565" y="356"/>
                  </a:lnTo>
                  <a:lnTo>
                    <a:pt x="503" y="335"/>
                  </a:lnTo>
                  <a:lnTo>
                    <a:pt x="335" y="544"/>
                  </a:lnTo>
                  <a:lnTo>
                    <a:pt x="356" y="628"/>
                  </a:lnTo>
                  <a:lnTo>
                    <a:pt x="419" y="733"/>
                  </a:lnTo>
                  <a:lnTo>
                    <a:pt x="565" y="753"/>
                  </a:lnTo>
                  <a:lnTo>
                    <a:pt x="649" y="837"/>
                  </a:lnTo>
                  <a:lnTo>
                    <a:pt x="649" y="963"/>
                  </a:lnTo>
                  <a:lnTo>
                    <a:pt x="461" y="1046"/>
                  </a:lnTo>
                  <a:lnTo>
                    <a:pt x="398" y="1025"/>
                  </a:lnTo>
                  <a:lnTo>
                    <a:pt x="293" y="1046"/>
                  </a:lnTo>
                  <a:lnTo>
                    <a:pt x="210" y="1025"/>
                  </a:lnTo>
                  <a:lnTo>
                    <a:pt x="126" y="1088"/>
                  </a:lnTo>
                  <a:lnTo>
                    <a:pt x="105" y="1277"/>
                  </a:lnTo>
                  <a:lnTo>
                    <a:pt x="1" y="1381"/>
                  </a:lnTo>
                  <a:lnTo>
                    <a:pt x="42" y="1507"/>
                  </a:lnTo>
                  <a:lnTo>
                    <a:pt x="189" y="1716"/>
                  </a:lnTo>
                  <a:lnTo>
                    <a:pt x="419" y="1904"/>
                  </a:lnTo>
                  <a:lnTo>
                    <a:pt x="419" y="1925"/>
                  </a:lnTo>
                  <a:lnTo>
                    <a:pt x="461" y="1925"/>
                  </a:lnTo>
                  <a:lnTo>
                    <a:pt x="524" y="1988"/>
                  </a:lnTo>
                  <a:lnTo>
                    <a:pt x="565" y="1925"/>
                  </a:lnTo>
                  <a:lnTo>
                    <a:pt x="712" y="1967"/>
                  </a:lnTo>
                  <a:lnTo>
                    <a:pt x="817" y="2072"/>
                  </a:lnTo>
                  <a:lnTo>
                    <a:pt x="817" y="2218"/>
                  </a:lnTo>
                  <a:lnTo>
                    <a:pt x="733" y="2344"/>
                  </a:lnTo>
                  <a:lnTo>
                    <a:pt x="670" y="2406"/>
                  </a:lnTo>
                  <a:lnTo>
                    <a:pt x="775" y="2448"/>
                  </a:lnTo>
                  <a:lnTo>
                    <a:pt x="879" y="2448"/>
                  </a:lnTo>
                  <a:lnTo>
                    <a:pt x="942" y="2532"/>
                  </a:lnTo>
                  <a:lnTo>
                    <a:pt x="984" y="2616"/>
                  </a:lnTo>
                  <a:lnTo>
                    <a:pt x="1089" y="2616"/>
                  </a:lnTo>
                  <a:lnTo>
                    <a:pt x="1089" y="2657"/>
                  </a:lnTo>
                  <a:lnTo>
                    <a:pt x="984" y="2804"/>
                  </a:lnTo>
                  <a:lnTo>
                    <a:pt x="963" y="2950"/>
                  </a:lnTo>
                  <a:lnTo>
                    <a:pt x="837" y="3160"/>
                  </a:lnTo>
                  <a:lnTo>
                    <a:pt x="858" y="3264"/>
                  </a:lnTo>
                  <a:lnTo>
                    <a:pt x="817" y="3369"/>
                  </a:lnTo>
                  <a:lnTo>
                    <a:pt x="817" y="3474"/>
                  </a:lnTo>
                  <a:lnTo>
                    <a:pt x="837" y="3536"/>
                  </a:lnTo>
                  <a:lnTo>
                    <a:pt x="817" y="3599"/>
                  </a:lnTo>
                  <a:lnTo>
                    <a:pt x="817" y="3704"/>
                  </a:lnTo>
                  <a:lnTo>
                    <a:pt x="921" y="3808"/>
                  </a:lnTo>
                  <a:lnTo>
                    <a:pt x="1047" y="3955"/>
                  </a:lnTo>
                  <a:lnTo>
                    <a:pt x="1047" y="4018"/>
                  </a:lnTo>
                  <a:lnTo>
                    <a:pt x="1130" y="4122"/>
                  </a:lnTo>
                  <a:lnTo>
                    <a:pt x="1361" y="4331"/>
                  </a:lnTo>
                  <a:lnTo>
                    <a:pt x="1444" y="4373"/>
                  </a:lnTo>
                  <a:lnTo>
                    <a:pt x="1507" y="4290"/>
                  </a:lnTo>
                  <a:lnTo>
                    <a:pt x="1591" y="4269"/>
                  </a:lnTo>
                  <a:lnTo>
                    <a:pt x="1612" y="4290"/>
                  </a:lnTo>
                  <a:lnTo>
                    <a:pt x="1758" y="4290"/>
                  </a:lnTo>
                  <a:lnTo>
                    <a:pt x="1821" y="4185"/>
                  </a:lnTo>
                  <a:lnTo>
                    <a:pt x="1863" y="4122"/>
                  </a:lnTo>
                  <a:lnTo>
                    <a:pt x="1967" y="4101"/>
                  </a:lnTo>
                  <a:lnTo>
                    <a:pt x="2198" y="4101"/>
                  </a:lnTo>
                  <a:lnTo>
                    <a:pt x="2260" y="3913"/>
                  </a:lnTo>
                  <a:lnTo>
                    <a:pt x="2386" y="3871"/>
                  </a:lnTo>
                  <a:lnTo>
                    <a:pt x="2553" y="3871"/>
                  </a:lnTo>
                  <a:lnTo>
                    <a:pt x="2616" y="3913"/>
                  </a:lnTo>
                  <a:lnTo>
                    <a:pt x="2721" y="3892"/>
                  </a:lnTo>
                  <a:lnTo>
                    <a:pt x="2909" y="3892"/>
                  </a:lnTo>
                  <a:lnTo>
                    <a:pt x="2825" y="3850"/>
                  </a:lnTo>
                  <a:lnTo>
                    <a:pt x="2762" y="3766"/>
                  </a:lnTo>
                  <a:lnTo>
                    <a:pt x="2762" y="3704"/>
                  </a:lnTo>
                  <a:lnTo>
                    <a:pt x="2658" y="3662"/>
                  </a:lnTo>
                  <a:lnTo>
                    <a:pt x="2637" y="3578"/>
                  </a:lnTo>
                  <a:lnTo>
                    <a:pt x="2553" y="3453"/>
                  </a:lnTo>
                  <a:lnTo>
                    <a:pt x="2490" y="3432"/>
                  </a:lnTo>
                  <a:lnTo>
                    <a:pt x="2490" y="3285"/>
                  </a:lnTo>
                  <a:lnTo>
                    <a:pt x="2449" y="3139"/>
                  </a:lnTo>
                  <a:lnTo>
                    <a:pt x="2428" y="3034"/>
                  </a:lnTo>
                  <a:lnTo>
                    <a:pt x="2386" y="3013"/>
                  </a:lnTo>
                  <a:lnTo>
                    <a:pt x="2302" y="3013"/>
                  </a:lnTo>
                  <a:lnTo>
                    <a:pt x="2239" y="2950"/>
                  </a:lnTo>
                  <a:lnTo>
                    <a:pt x="2239" y="2867"/>
                  </a:lnTo>
                  <a:lnTo>
                    <a:pt x="2177" y="2762"/>
                  </a:lnTo>
                  <a:lnTo>
                    <a:pt x="2135" y="2720"/>
                  </a:lnTo>
                  <a:lnTo>
                    <a:pt x="2093" y="2637"/>
                  </a:lnTo>
                  <a:lnTo>
                    <a:pt x="1988" y="2595"/>
                  </a:lnTo>
                  <a:lnTo>
                    <a:pt x="1967" y="2511"/>
                  </a:lnTo>
                  <a:lnTo>
                    <a:pt x="2072" y="2281"/>
                  </a:lnTo>
                  <a:lnTo>
                    <a:pt x="2072" y="2134"/>
                  </a:lnTo>
                  <a:lnTo>
                    <a:pt x="2135" y="2009"/>
                  </a:lnTo>
                  <a:lnTo>
                    <a:pt x="2302" y="2009"/>
                  </a:lnTo>
                  <a:lnTo>
                    <a:pt x="2407" y="1967"/>
                  </a:lnTo>
                  <a:lnTo>
                    <a:pt x="2490" y="1862"/>
                  </a:lnTo>
                  <a:lnTo>
                    <a:pt x="2449" y="1779"/>
                  </a:lnTo>
                  <a:lnTo>
                    <a:pt x="2511" y="1653"/>
                  </a:lnTo>
                  <a:lnTo>
                    <a:pt x="2449" y="1549"/>
                  </a:lnTo>
                  <a:lnTo>
                    <a:pt x="2449" y="1381"/>
                  </a:lnTo>
                  <a:lnTo>
                    <a:pt x="2428" y="1297"/>
                  </a:lnTo>
                  <a:lnTo>
                    <a:pt x="2218" y="1256"/>
                  </a:lnTo>
                  <a:lnTo>
                    <a:pt x="2009" y="1046"/>
                  </a:lnTo>
                  <a:lnTo>
                    <a:pt x="1905" y="963"/>
                  </a:lnTo>
                  <a:lnTo>
                    <a:pt x="1863" y="984"/>
                  </a:lnTo>
                  <a:lnTo>
                    <a:pt x="1716" y="1046"/>
                  </a:lnTo>
                  <a:lnTo>
                    <a:pt x="1653" y="1130"/>
                  </a:lnTo>
                  <a:lnTo>
                    <a:pt x="1612" y="1235"/>
                  </a:lnTo>
                  <a:lnTo>
                    <a:pt x="1591" y="1088"/>
                  </a:lnTo>
                  <a:lnTo>
                    <a:pt x="1612" y="921"/>
                  </a:lnTo>
                  <a:lnTo>
                    <a:pt x="1674" y="816"/>
                  </a:lnTo>
                  <a:lnTo>
                    <a:pt x="1612" y="628"/>
                  </a:lnTo>
                  <a:lnTo>
                    <a:pt x="1507" y="565"/>
                  </a:lnTo>
                  <a:lnTo>
                    <a:pt x="1298" y="419"/>
                  </a:lnTo>
                  <a:lnTo>
                    <a:pt x="1151" y="251"/>
                  </a:lnTo>
                  <a:lnTo>
                    <a:pt x="1130" y="147"/>
                  </a:lnTo>
                  <a:lnTo>
                    <a:pt x="1026" y="42"/>
                  </a:lnTo>
                  <a:lnTo>
                    <a:pt x="921" y="21"/>
                  </a:lnTo>
                  <a:lnTo>
                    <a:pt x="87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60"/>
            <p:cNvSpPr/>
            <p:nvPr/>
          </p:nvSpPr>
          <p:spPr>
            <a:xfrm>
              <a:off x="3250041" y="3063487"/>
              <a:ext cx="91450" cy="78538"/>
            </a:xfrm>
            <a:custGeom>
              <a:rect b="b" l="l" r="r" t="t"/>
              <a:pathLst>
                <a:path extrusionOk="0" h="6906" w="7680">
                  <a:moveTo>
                    <a:pt x="1988" y="0"/>
                  </a:moveTo>
                  <a:lnTo>
                    <a:pt x="1821" y="63"/>
                  </a:lnTo>
                  <a:lnTo>
                    <a:pt x="1674" y="251"/>
                  </a:lnTo>
                  <a:lnTo>
                    <a:pt x="1695" y="377"/>
                  </a:lnTo>
                  <a:lnTo>
                    <a:pt x="1758" y="440"/>
                  </a:lnTo>
                  <a:lnTo>
                    <a:pt x="1863" y="356"/>
                  </a:lnTo>
                  <a:lnTo>
                    <a:pt x="1967" y="377"/>
                  </a:lnTo>
                  <a:lnTo>
                    <a:pt x="2072" y="461"/>
                  </a:lnTo>
                  <a:lnTo>
                    <a:pt x="2030" y="544"/>
                  </a:lnTo>
                  <a:lnTo>
                    <a:pt x="1925" y="565"/>
                  </a:lnTo>
                  <a:lnTo>
                    <a:pt x="1821" y="523"/>
                  </a:lnTo>
                  <a:lnTo>
                    <a:pt x="1779" y="482"/>
                  </a:lnTo>
                  <a:lnTo>
                    <a:pt x="1758" y="523"/>
                  </a:lnTo>
                  <a:lnTo>
                    <a:pt x="1758" y="565"/>
                  </a:lnTo>
                  <a:lnTo>
                    <a:pt x="1611" y="649"/>
                  </a:lnTo>
                  <a:lnTo>
                    <a:pt x="1360" y="670"/>
                  </a:lnTo>
                  <a:lnTo>
                    <a:pt x="1088" y="774"/>
                  </a:lnTo>
                  <a:lnTo>
                    <a:pt x="1026" y="879"/>
                  </a:lnTo>
                  <a:lnTo>
                    <a:pt x="1026" y="984"/>
                  </a:lnTo>
                  <a:lnTo>
                    <a:pt x="1088" y="1088"/>
                  </a:lnTo>
                  <a:lnTo>
                    <a:pt x="1088" y="1318"/>
                  </a:lnTo>
                  <a:lnTo>
                    <a:pt x="1130" y="1486"/>
                  </a:lnTo>
                  <a:lnTo>
                    <a:pt x="1151" y="1611"/>
                  </a:lnTo>
                  <a:lnTo>
                    <a:pt x="1067" y="1800"/>
                  </a:lnTo>
                  <a:lnTo>
                    <a:pt x="879" y="1925"/>
                  </a:lnTo>
                  <a:lnTo>
                    <a:pt x="775" y="1904"/>
                  </a:lnTo>
                  <a:lnTo>
                    <a:pt x="775" y="1737"/>
                  </a:lnTo>
                  <a:lnTo>
                    <a:pt x="649" y="1611"/>
                  </a:lnTo>
                  <a:lnTo>
                    <a:pt x="628" y="1486"/>
                  </a:lnTo>
                  <a:lnTo>
                    <a:pt x="733" y="1402"/>
                  </a:lnTo>
                  <a:lnTo>
                    <a:pt x="754" y="1318"/>
                  </a:lnTo>
                  <a:lnTo>
                    <a:pt x="963" y="1109"/>
                  </a:lnTo>
                  <a:lnTo>
                    <a:pt x="963" y="942"/>
                  </a:lnTo>
                  <a:lnTo>
                    <a:pt x="879" y="795"/>
                  </a:lnTo>
                  <a:lnTo>
                    <a:pt x="921" y="754"/>
                  </a:lnTo>
                  <a:lnTo>
                    <a:pt x="879" y="670"/>
                  </a:lnTo>
                  <a:lnTo>
                    <a:pt x="816" y="628"/>
                  </a:lnTo>
                  <a:lnTo>
                    <a:pt x="754" y="523"/>
                  </a:lnTo>
                  <a:lnTo>
                    <a:pt x="775" y="440"/>
                  </a:lnTo>
                  <a:lnTo>
                    <a:pt x="921" y="377"/>
                  </a:lnTo>
                  <a:lnTo>
                    <a:pt x="1067" y="356"/>
                  </a:lnTo>
                  <a:lnTo>
                    <a:pt x="1172" y="210"/>
                  </a:lnTo>
                  <a:lnTo>
                    <a:pt x="1130" y="210"/>
                  </a:lnTo>
                  <a:lnTo>
                    <a:pt x="1088" y="230"/>
                  </a:lnTo>
                  <a:lnTo>
                    <a:pt x="775" y="356"/>
                  </a:lnTo>
                  <a:lnTo>
                    <a:pt x="628" y="628"/>
                  </a:lnTo>
                  <a:lnTo>
                    <a:pt x="565" y="670"/>
                  </a:lnTo>
                  <a:lnTo>
                    <a:pt x="461" y="691"/>
                  </a:lnTo>
                  <a:lnTo>
                    <a:pt x="356" y="837"/>
                  </a:lnTo>
                  <a:lnTo>
                    <a:pt x="293" y="900"/>
                  </a:lnTo>
                  <a:lnTo>
                    <a:pt x="105" y="1172"/>
                  </a:lnTo>
                  <a:lnTo>
                    <a:pt x="84" y="1298"/>
                  </a:lnTo>
                  <a:lnTo>
                    <a:pt x="105" y="1402"/>
                  </a:lnTo>
                  <a:lnTo>
                    <a:pt x="84" y="1590"/>
                  </a:lnTo>
                  <a:lnTo>
                    <a:pt x="0" y="1779"/>
                  </a:lnTo>
                  <a:lnTo>
                    <a:pt x="0" y="1821"/>
                  </a:lnTo>
                  <a:lnTo>
                    <a:pt x="147" y="1821"/>
                  </a:lnTo>
                  <a:lnTo>
                    <a:pt x="398" y="2239"/>
                  </a:lnTo>
                  <a:lnTo>
                    <a:pt x="503" y="2407"/>
                  </a:lnTo>
                  <a:lnTo>
                    <a:pt x="523" y="2511"/>
                  </a:lnTo>
                  <a:lnTo>
                    <a:pt x="461" y="2637"/>
                  </a:lnTo>
                  <a:lnTo>
                    <a:pt x="461" y="2720"/>
                  </a:lnTo>
                  <a:lnTo>
                    <a:pt x="440" y="2762"/>
                  </a:lnTo>
                  <a:lnTo>
                    <a:pt x="440" y="2867"/>
                  </a:lnTo>
                  <a:lnTo>
                    <a:pt x="565" y="2971"/>
                  </a:lnTo>
                  <a:lnTo>
                    <a:pt x="733" y="3034"/>
                  </a:lnTo>
                  <a:lnTo>
                    <a:pt x="837" y="3055"/>
                  </a:lnTo>
                  <a:lnTo>
                    <a:pt x="963" y="3097"/>
                  </a:lnTo>
                  <a:lnTo>
                    <a:pt x="1047" y="3055"/>
                  </a:lnTo>
                  <a:lnTo>
                    <a:pt x="1193" y="3055"/>
                  </a:lnTo>
                  <a:lnTo>
                    <a:pt x="1339" y="3097"/>
                  </a:lnTo>
                  <a:lnTo>
                    <a:pt x="1381" y="3076"/>
                  </a:lnTo>
                  <a:lnTo>
                    <a:pt x="1549" y="3055"/>
                  </a:lnTo>
                  <a:lnTo>
                    <a:pt x="1716" y="3076"/>
                  </a:lnTo>
                  <a:lnTo>
                    <a:pt x="1821" y="3139"/>
                  </a:lnTo>
                  <a:lnTo>
                    <a:pt x="2281" y="3557"/>
                  </a:lnTo>
                  <a:lnTo>
                    <a:pt x="2427" y="3515"/>
                  </a:lnTo>
                  <a:lnTo>
                    <a:pt x="2448" y="3557"/>
                  </a:lnTo>
                  <a:lnTo>
                    <a:pt x="2511" y="3515"/>
                  </a:lnTo>
                  <a:lnTo>
                    <a:pt x="2637" y="3578"/>
                  </a:lnTo>
                  <a:lnTo>
                    <a:pt x="2699" y="3599"/>
                  </a:lnTo>
                  <a:lnTo>
                    <a:pt x="2825" y="3557"/>
                  </a:lnTo>
                  <a:lnTo>
                    <a:pt x="2930" y="3557"/>
                  </a:lnTo>
                  <a:lnTo>
                    <a:pt x="3076" y="3578"/>
                  </a:lnTo>
                  <a:lnTo>
                    <a:pt x="3118" y="3515"/>
                  </a:lnTo>
                  <a:lnTo>
                    <a:pt x="3223" y="3515"/>
                  </a:lnTo>
                  <a:lnTo>
                    <a:pt x="3285" y="3578"/>
                  </a:lnTo>
                  <a:lnTo>
                    <a:pt x="3348" y="3808"/>
                  </a:lnTo>
                  <a:lnTo>
                    <a:pt x="3285" y="3892"/>
                  </a:lnTo>
                  <a:lnTo>
                    <a:pt x="3285" y="3997"/>
                  </a:lnTo>
                  <a:lnTo>
                    <a:pt x="3264" y="4080"/>
                  </a:lnTo>
                  <a:lnTo>
                    <a:pt x="3118" y="4101"/>
                  </a:lnTo>
                  <a:lnTo>
                    <a:pt x="3055" y="4185"/>
                  </a:lnTo>
                  <a:lnTo>
                    <a:pt x="3076" y="4394"/>
                  </a:lnTo>
                  <a:lnTo>
                    <a:pt x="3118" y="4457"/>
                  </a:lnTo>
                  <a:lnTo>
                    <a:pt x="3055" y="4624"/>
                  </a:lnTo>
                  <a:lnTo>
                    <a:pt x="3055" y="4813"/>
                  </a:lnTo>
                  <a:lnTo>
                    <a:pt x="3139" y="4875"/>
                  </a:lnTo>
                  <a:lnTo>
                    <a:pt x="3139" y="4959"/>
                  </a:lnTo>
                  <a:lnTo>
                    <a:pt x="3244" y="5252"/>
                  </a:lnTo>
                  <a:lnTo>
                    <a:pt x="3055" y="5587"/>
                  </a:lnTo>
                  <a:lnTo>
                    <a:pt x="3076" y="5692"/>
                  </a:lnTo>
                  <a:lnTo>
                    <a:pt x="3139" y="5692"/>
                  </a:lnTo>
                  <a:lnTo>
                    <a:pt x="3223" y="5671"/>
                  </a:lnTo>
                  <a:lnTo>
                    <a:pt x="3223" y="5692"/>
                  </a:lnTo>
                  <a:lnTo>
                    <a:pt x="3244" y="5775"/>
                  </a:lnTo>
                  <a:lnTo>
                    <a:pt x="3327" y="5817"/>
                  </a:lnTo>
                  <a:lnTo>
                    <a:pt x="3369" y="5922"/>
                  </a:lnTo>
                  <a:lnTo>
                    <a:pt x="3348" y="5984"/>
                  </a:lnTo>
                  <a:lnTo>
                    <a:pt x="3390" y="6131"/>
                  </a:lnTo>
                  <a:lnTo>
                    <a:pt x="3536" y="6424"/>
                  </a:lnTo>
                  <a:lnTo>
                    <a:pt x="3536" y="6528"/>
                  </a:lnTo>
                  <a:lnTo>
                    <a:pt x="3746" y="6696"/>
                  </a:lnTo>
                  <a:lnTo>
                    <a:pt x="3976" y="6863"/>
                  </a:lnTo>
                  <a:lnTo>
                    <a:pt x="4101" y="6905"/>
                  </a:lnTo>
                  <a:lnTo>
                    <a:pt x="4332" y="6863"/>
                  </a:lnTo>
                  <a:lnTo>
                    <a:pt x="4478" y="6717"/>
                  </a:lnTo>
                  <a:lnTo>
                    <a:pt x="4687" y="6591"/>
                  </a:lnTo>
                  <a:lnTo>
                    <a:pt x="4750" y="6487"/>
                  </a:lnTo>
                  <a:lnTo>
                    <a:pt x="5064" y="6319"/>
                  </a:lnTo>
                  <a:lnTo>
                    <a:pt x="5127" y="6173"/>
                  </a:lnTo>
                  <a:lnTo>
                    <a:pt x="5168" y="6110"/>
                  </a:lnTo>
                  <a:lnTo>
                    <a:pt x="5210" y="6068"/>
                  </a:lnTo>
                  <a:lnTo>
                    <a:pt x="5482" y="6005"/>
                  </a:lnTo>
                  <a:lnTo>
                    <a:pt x="5629" y="5964"/>
                  </a:lnTo>
                  <a:lnTo>
                    <a:pt x="5587" y="5817"/>
                  </a:lnTo>
                  <a:lnTo>
                    <a:pt x="5440" y="5796"/>
                  </a:lnTo>
                  <a:lnTo>
                    <a:pt x="5252" y="5817"/>
                  </a:lnTo>
                  <a:lnTo>
                    <a:pt x="4959" y="5712"/>
                  </a:lnTo>
                  <a:lnTo>
                    <a:pt x="5022" y="5545"/>
                  </a:lnTo>
                  <a:lnTo>
                    <a:pt x="5001" y="5482"/>
                  </a:lnTo>
                  <a:lnTo>
                    <a:pt x="4938" y="5440"/>
                  </a:lnTo>
                  <a:lnTo>
                    <a:pt x="5127" y="5168"/>
                  </a:lnTo>
                  <a:lnTo>
                    <a:pt x="5064" y="5064"/>
                  </a:lnTo>
                  <a:lnTo>
                    <a:pt x="4938" y="4938"/>
                  </a:lnTo>
                  <a:lnTo>
                    <a:pt x="4834" y="4917"/>
                  </a:lnTo>
                  <a:lnTo>
                    <a:pt x="4750" y="4750"/>
                  </a:lnTo>
                  <a:lnTo>
                    <a:pt x="4917" y="4813"/>
                  </a:lnTo>
                  <a:lnTo>
                    <a:pt x="5106" y="4834"/>
                  </a:lnTo>
                  <a:lnTo>
                    <a:pt x="5273" y="4938"/>
                  </a:lnTo>
                  <a:lnTo>
                    <a:pt x="5461" y="4938"/>
                  </a:lnTo>
                  <a:lnTo>
                    <a:pt x="5733" y="4875"/>
                  </a:lnTo>
                  <a:lnTo>
                    <a:pt x="5796" y="4938"/>
                  </a:lnTo>
                  <a:lnTo>
                    <a:pt x="5985" y="4875"/>
                  </a:lnTo>
                  <a:lnTo>
                    <a:pt x="6173" y="4708"/>
                  </a:lnTo>
                  <a:lnTo>
                    <a:pt x="6319" y="4708"/>
                  </a:lnTo>
                  <a:lnTo>
                    <a:pt x="6424" y="4729"/>
                  </a:lnTo>
                  <a:lnTo>
                    <a:pt x="6675" y="4624"/>
                  </a:lnTo>
                  <a:lnTo>
                    <a:pt x="6884" y="4624"/>
                  </a:lnTo>
                  <a:lnTo>
                    <a:pt x="7156" y="4394"/>
                  </a:lnTo>
                  <a:lnTo>
                    <a:pt x="7219" y="4248"/>
                  </a:lnTo>
                  <a:lnTo>
                    <a:pt x="7219" y="4143"/>
                  </a:lnTo>
                  <a:lnTo>
                    <a:pt x="7219" y="4122"/>
                  </a:lnTo>
                  <a:lnTo>
                    <a:pt x="6989" y="3934"/>
                  </a:lnTo>
                  <a:lnTo>
                    <a:pt x="6842" y="3725"/>
                  </a:lnTo>
                  <a:lnTo>
                    <a:pt x="6801" y="3599"/>
                  </a:lnTo>
                  <a:lnTo>
                    <a:pt x="6905" y="3495"/>
                  </a:lnTo>
                  <a:lnTo>
                    <a:pt x="6926" y="3306"/>
                  </a:lnTo>
                  <a:lnTo>
                    <a:pt x="7010" y="3243"/>
                  </a:lnTo>
                  <a:lnTo>
                    <a:pt x="7093" y="3264"/>
                  </a:lnTo>
                  <a:lnTo>
                    <a:pt x="7198" y="3243"/>
                  </a:lnTo>
                  <a:lnTo>
                    <a:pt x="7261" y="3264"/>
                  </a:lnTo>
                  <a:lnTo>
                    <a:pt x="7449" y="3181"/>
                  </a:lnTo>
                  <a:lnTo>
                    <a:pt x="7449" y="3055"/>
                  </a:lnTo>
                  <a:lnTo>
                    <a:pt x="7365" y="2971"/>
                  </a:lnTo>
                  <a:lnTo>
                    <a:pt x="7219" y="2951"/>
                  </a:lnTo>
                  <a:lnTo>
                    <a:pt x="7156" y="2846"/>
                  </a:lnTo>
                  <a:lnTo>
                    <a:pt x="7135" y="2762"/>
                  </a:lnTo>
                  <a:lnTo>
                    <a:pt x="7303" y="2553"/>
                  </a:lnTo>
                  <a:lnTo>
                    <a:pt x="7365" y="2574"/>
                  </a:lnTo>
                  <a:lnTo>
                    <a:pt x="7512" y="2469"/>
                  </a:lnTo>
                  <a:lnTo>
                    <a:pt x="7658" y="2302"/>
                  </a:lnTo>
                  <a:lnTo>
                    <a:pt x="7679" y="2218"/>
                  </a:lnTo>
                  <a:lnTo>
                    <a:pt x="7658" y="2218"/>
                  </a:lnTo>
                  <a:lnTo>
                    <a:pt x="7428" y="2114"/>
                  </a:lnTo>
                  <a:lnTo>
                    <a:pt x="7345" y="2114"/>
                  </a:lnTo>
                  <a:lnTo>
                    <a:pt x="7261" y="2135"/>
                  </a:lnTo>
                  <a:lnTo>
                    <a:pt x="7156" y="2114"/>
                  </a:lnTo>
                  <a:lnTo>
                    <a:pt x="7093" y="2114"/>
                  </a:lnTo>
                  <a:lnTo>
                    <a:pt x="7010" y="2155"/>
                  </a:lnTo>
                  <a:lnTo>
                    <a:pt x="6821" y="2197"/>
                  </a:lnTo>
                  <a:lnTo>
                    <a:pt x="6675" y="2155"/>
                  </a:lnTo>
                  <a:lnTo>
                    <a:pt x="6612" y="2155"/>
                  </a:lnTo>
                  <a:lnTo>
                    <a:pt x="6717" y="2135"/>
                  </a:lnTo>
                  <a:lnTo>
                    <a:pt x="6801" y="2135"/>
                  </a:lnTo>
                  <a:lnTo>
                    <a:pt x="6884" y="2093"/>
                  </a:lnTo>
                  <a:lnTo>
                    <a:pt x="6926" y="2009"/>
                  </a:lnTo>
                  <a:lnTo>
                    <a:pt x="7052" y="1904"/>
                  </a:lnTo>
                  <a:lnTo>
                    <a:pt x="7093" y="1842"/>
                  </a:lnTo>
                  <a:lnTo>
                    <a:pt x="7010" y="1800"/>
                  </a:lnTo>
                  <a:lnTo>
                    <a:pt x="7010" y="1779"/>
                  </a:lnTo>
                  <a:lnTo>
                    <a:pt x="6989" y="1674"/>
                  </a:lnTo>
                  <a:lnTo>
                    <a:pt x="6821" y="1590"/>
                  </a:lnTo>
                  <a:lnTo>
                    <a:pt x="6612" y="1528"/>
                  </a:lnTo>
                  <a:lnTo>
                    <a:pt x="6570" y="1486"/>
                  </a:lnTo>
                  <a:lnTo>
                    <a:pt x="6487" y="1423"/>
                  </a:lnTo>
                  <a:lnTo>
                    <a:pt x="6382" y="1423"/>
                  </a:lnTo>
                  <a:lnTo>
                    <a:pt x="6361" y="1381"/>
                  </a:lnTo>
                  <a:lnTo>
                    <a:pt x="6215" y="1318"/>
                  </a:lnTo>
                  <a:lnTo>
                    <a:pt x="6173" y="1318"/>
                  </a:lnTo>
                  <a:lnTo>
                    <a:pt x="6173" y="1423"/>
                  </a:lnTo>
                  <a:lnTo>
                    <a:pt x="6089" y="1318"/>
                  </a:lnTo>
                  <a:lnTo>
                    <a:pt x="6047" y="1214"/>
                  </a:lnTo>
                  <a:lnTo>
                    <a:pt x="5943" y="1172"/>
                  </a:lnTo>
                  <a:lnTo>
                    <a:pt x="5901" y="1088"/>
                  </a:lnTo>
                  <a:lnTo>
                    <a:pt x="5964" y="1046"/>
                  </a:lnTo>
                  <a:lnTo>
                    <a:pt x="6215" y="1067"/>
                  </a:lnTo>
                  <a:lnTo>
                    <a:pt x="6319" y="984"/>
                  </a:lnTo>
                  <a:lnTo>
                    <a:pt x="6487" y="984"/>
                  </a:lnTo>
                  <a:lnTo>
                    <a:pt x="6487" y="879"/>
                  </a:lnTo>
                  <a:lnTo>
                    <a:pt x="6361" y="900"/>
                  </a:lnTo>
                  <a:lnTo>
                    <a:pt x="6089" y="858"/>
                  </a:lnTo>
                  <a:lnTo>
                    <a:pt x="5901" y="879"/>
                  </a:lnTo>
                  <a:lnTo>
                    <a:pt x="5775" y="879"/>
                  </a:lnTo>
                  <a:lnTo>
                    <a:pt x="5524" y="963"/>
                  </a:lnTo>
                  <a:lnTo>
                    <a:pt x="5440" y="942"/>
                  </a:lnTo>
                  <a:lnTo>
                    <a:pt x="5336" y="942"/>
                  </a:lnTo>
                  <a:lnTo>
                    <a:pt x="5127" y="1088"/>
                  </a:lnTo>
                  <a:lnTo>
                    <a:pt x="5022" y="1109"/>
                  </a:lnTo>
                  <a:lnTo>
                    <a:pt x="4896" y="1172"/>
                  </a:lnTo>
                  <a:lnTo>
                    <a:pt x="4834" y="1256"/>
                  </a:lnTo>
                  <a:lnTo>
                    <a:pt x="4645" y="1277"/>
                  </a:lnTo>
                  <a:lnTo>
                    <a:pt x="4604" y="1298"/>
                  </a:lnTo>
                  <a:lnTo>
                    <a:pt x="4520" y="1277"/>
                  </a:lnTo>
                  <a:lnTo>
                    <a:pt x="4269" y="1088"/>
                  </a:lnTo>
                  <a:lnTo>
                    <a:pt x="4206" y="984"/>
                  </a:lnTo>
                  <a:lnTo>
                    <a:pt x="3871" y="984"/>
                  </a:lnTo>
                  <a:lnTo>
                    <a:pt x="3327" y="1088"/>
                  </a:lnTo>
                  <a:lnTo>
                    <a:pt x="3055" y="1088"/>
                  </a:lnTo>
                  <a:lnTo>
                    <a:pt x="2951" y="1046"/>
                  </a:lnTo>
                  <a:lnTo>
                    <a:pt x="2909" y="963"/>
                  </a:lnTo>
                  <a:lnTo>
                    <a:pt x="2909" y="858"/>
                  </a:lnTo>
                  <a:lnTo>
                    <a:pt x="2972" y="858"/>
                  </a:lnTo>
                  <a:lnTo>
                    <a:pt x="2951" y="733"/>
                  </a:lnTo>
                  <a:lnTo>
                    <a:pt x="2846" y="565"/>
                  </a:lnTo>
                  <a:lnTo>
                    <a:pt x="2741" y="544"/>
                  </a:lnTo>
                  <a:lnTo>
                    <a:pt x="2448" y="565"/>
                  </a:lnTo>
                  <a:lnTo>
                    <a:pt x="2323" y="482"/>
                  </a:lnTo>
                  <a:lnTo>
                    <a:pt x="2239" y="482"/>
                  </a:lnTo>
                  <a:lnTo>
                    <a:pt x="2176" y="523"/>
                  </a:lnTo>
                  <a:lnTo>
                    <a:pt x="2072" y="356"/>
                  </a:lnTo>
                  <a:lnTo>
                    <a:pt x="2072" y="210"/>
                  </a:lnTo>
                  <a:lnTo>
                    <a:pt x="2030" y="21"/>
                  </a:lnTo>
                  <a:lnTo>
                    <a:pt x="198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60"/>
            <p:cNvSpPr/>
            <p:nvPr/>
          </p:nvSpPr>
          <p:spPr>
            <a:xfrm>
              <a:off x="3209425" y="3061815"/>
              <a:ext cx="82733" cy="112565"/>
            </a:xfrm>
            <a:custGeom>
              <a:rect b="b" l="l" r="r" t="t"/>
              <a:pathLst>
                <a:path extrusionOk="0" h="9898" w="6948">
                  <a:moveTo>
                    <a:pt x="4353" y="1"/>
                  </a:moveTo>
                  <a:lnTo>
                    <a:pt x="4332" y="64"/>
                  </a:lnTo>
                  <a:lnTo>
                    <a:pt x="4290" y="105"/>
                  </a:lnTo>
                  <a:lnTo>
                    <a:pt x="4227" y="147"/>
                  </a:lnTo>
                  <a:lnTo>
                    <a:pt x="4165" y="168"/>
                  </a:lnTo>
                  <a:lnTo>
                    <a:pt x="4060" y="168"/>
                  </a:lnTo>
                  <a:lnTo>
                    <a:pt x="3976" y="189"/>
                  </a:lnTo>
                  <a:lnTo>
                    <a:pt x="3955" y="252"/>
                  </a:lnTo>
                  <a:lnTo>
                    <a:pt x="3976" y="294"/>
                  </a:lnTo>
                  <a:lnTo>
                    <a:pt x="3955" y="357"/>
                  </a:lnTo>
                  <a:lnTo>
                    <a:pt x="3809" y="419"/>
                  </a:lnTo>
                  <a:lnTo>
                    <a:pt x="3621" y="566"/>
                  </a:lnTo>
                  <a:lnTo>
                    <a:pt x="3495" y="670"/>
                  </a:lnTo>
                  <a:lnTo>
                    <a:pt x="3328" y="691"/>
                  </a:lnTo>
                  <a:lnTo>
                    <a:pt x="2972" y="691"/>
                  </a:lnTo>
                  <a:lnTo>
                    <a:pt x="2867" y="733"/>
                  </a:lnTo>
                  <a:lnTo>
                    <a:pt x="2867" y="817"/>
                  </a:lnTo>
                  <a:lnTo>
                    <a:pt x="2888" y="901"/>
                  </a:lnTo>
                  <a:lnTo>
                    <a:pt x="2888" y="1005"/>
                  </a:lnTo>
                  <a:lnTo>
                    <a:pt x="2805" y="1089"/>
                  </a:lnTo>
                  <a:lnTo>
                    <a:pt x="2721" y="1047"/>
                  </a:lnTo>
                  <a:lnTo>
                    <a:pt x="2763" y="942"/>
                  </a:lnTo>
                  <a:lnTo>
                    <a:pt x="2763" y="921"/>
                  </a:lnTo>
                  <a:lnTo>
                    <a:pt x="2825" y="901"/>
                  </a:lnTo>
                  <a:lnTo>
                    <a:pt x="2700" y="880"/>
                  </a:lnTo>
                  <a:lnTo>
                    <a:pt x="2574" y="817"/>
                  </a:lnTo>
                  <a:lnTo>
                    <a:pt x="2491" y="817"/>
                  </a:lnTo>
                  <a:lnTo>
                    <a:pt x="2302" y="942"/>
                  </a:lnTo>
                  <a:lnTo>
                    <a:pt x="2261" y="1026"/>
                  </a:lnTo>
                  <a:lnTo>
                    <a:pt x="2135" y="1152"/>
                  </a:lnTo>
                  <a:lnTo>
                    <a:pt x="1968" y="1465"/>
                  </a:lnTo>
                  <a:lnTo>
                    <a:pt x="1947" y="1549"/>
                  </a:lnTo>
                  <a:lnTo>
                    <a:pt x="1947" y="1549"/>
                  </a:lnTo>
                  <a:lnTo>
                    <a:pt x="1989" y="1528"/>
                  </a:lnTo>
                  <a:lnTo>
                    <a:pt x="2051" y="1570"/>
                  </a:lnTo>
                  <a:lnTo>
                    <a:pt x="2051" y="1654"/>
                  </a:lnTo>
                  <a:lnTo>
                    <a:pt x="2030" y="1758"/>
                  </a:lnTo>
                  <a:lnTo>
                    <a:pt x="1947" y="1821"/>
                  </a:lnTo>
                  <a:lnTo>
                    <a:pt x="1842" y="1821"/>
                  </a:lnTo>
                  <a:lnTo>
                    <a:pt x="1737" y="1863"/>
                  </a:lnTo>
                  <a:lnTo>
                    <a:pt x="1612" y="1989"/>
                  </a:lnTo>
                  <a:lnTo>
                    <a:pt x="1528" y="2051"/>
                  </a:lnTo>
                  <a:lnTo>
                    <a:pt x="1424" y="2198"/>
                  </a:lnTo>
                  <a:lnTo>
                    <a:pt x="1340" y="2198"/>
                  </a:lnTo>
                  <a:lnTo>
                    <a:pt x="1256" y="2240"/>
                  </a:lnTo>
                  <a:lnTo>
                    <a:pt x="1298" y="2344"/>
                  </a:lnTo>
                  <a:lnTo>
                    <a:pt x="1403" y="2449"/>
                  </a:lnTo>
                  <a:lnTo>
                    <a:pt x="1403" y="2574"/>
                  </a:lnTo>
                  <a:lnTo>
                    <a:pt x="1340" y="2700"/>
                  </a:lnTo>
                  <a:lnTo>
                    <a:pt x="1256" y="2700"/>
                  </a:lnTo>
                  <a:lnTo>
                    <a:pt x="1152" y="2616"/>
                  </a:lnTo>
                  <a:lnTo>
                    <a:pt x="1193" y="2574"/>
                  </a:lnTo>
                  <a:lnTo>
                    <a:pt x="1214" y="2512"/>
                  </a:lnTo>
                  <a:lnTo>
                    <a:pt x="1131" y="2470"/>
                  </a:lnTo>
                  <a:lnTo>
                    <a:pt x="1089" y="2365"/>
                  </a:lnTo>
                  <a:lnTo>
                    <a:pt x="984" y="2261"/>
                  </a:lnTo>
                  <a:lnTo>
                    <a:pt x="942" y="2365"/>
                  </a:lnTo>
                  <a:lnTo>
                    <a:pt x="942" y="2407"/>
                  </a:lnTo>
                  <a:lnTo>
                    <a:pt x="1005" y="2574"/>
                  </a:lnTo>
                  <a:lnTo>
                    <a:pt x="921" y="2721"/>
                  </a:lnTo>
                  <a:lnTo>
                    <a:pt x="901" y="2867"/>
                  </a:lnTo>
                  <a:lnTo>
                    <a:pt x="817" y="2909"/>
                  </a:lnTo>
                  <a:lnTo>
                    <a:pt x="775" y="2909"/>
                  </a:lnTo>
                  <a:lnTo>
                    <a:pt x="691" y="3098"/>
                  </a:lnTo>
                  <a:lnTo>
                    <a:pt x="712" y="3118"/>
                  </a:lnTo>
                  <a:lnTo>
                    <a:pt x="733" y="3244"/>
                  </a:lnTo>
                  <a:lnTo>
                    <a:pt x="733" y="3390"/>
                  </a:lnTo>
                  <a:lnTo>
                    <a:pt x="880" y="3516"/>
                  </a:lnTo>
                  <a:lnTo>
                    <a:pt x="901" y="3516"/>
                  </a:lnTo>
                  <a:lnTo>
                    <a:pt x="942" y="3495"/>
                  </a:lnTo>
                  <a:lnTo>
                    <a:pt x="1005" y="3537"/>
                  </a:lnTo>
                  <a:lnTo>
                    <a:pt x="1005" y="3662"/>
                  </a:lnTo>
                  <a:lnTo>
                    <a:pt x="921" y="3746"/>
                  </a:lnTo>
                  <a:lnTo>
                    <a:pt x="921" y="3809"/>
                  </a:lnTo>
                  <a:lnTo>
                    <a:pt x="1005" y="3872"/>
                  </a:lnTo>
                  <a:lnTo>
                    <a:pt x="1005" y="4039"/>
                  </a:lnTo>
                  <a:lnTo>
                    <a:pt x="921" y="4081"/>
                  </a:lnTo>
                  <a:lnTo>
                    <a:pt x="880" y="4165"/>
                  </a:lnTo>
                  <a:lnTo>
                    <a:pt x="921" y="4186"/>
                  </a:lnTo>
                  <a:lnTo>
                    <a:pt x="984" y="4290"/>
                  </a:lnTo>
                  <a:lnTo>
                    <a:pt x="942" y="4478"/>
                  </a:lnTo>
                  <a:lnTo>
                    <a:pt x="984" y="4771"/>
                  </a:lnTo>
                  <a:lnTo>
                    <a:pt x="901" y="4855"/>
                  </a:lnTo>
                  <a:lnTo>
                    <a:pt x="880" y="4918"/>
                  </a:lnTo>
                  <a:lnTo>
                    <a:pt x="942" y="5022"/>
                  </a:lnTo>
                  <a:lnTo>
                    <a:pt x="1047" y="4981"/>
                  </a:lnTo>
                  <a:lnTo>
                    <a:pt x="1047" y="4981"/>
                  </a:lnTo>
                  <a:lnTo>
                    <a:pt x="1026" y="5064"/>
                  </a:lnTo>
                  <a:lnTo>
                    <a:pt x="1089" y="5127"/>
                  </a:lnTo>
                  <a:lnTo>
                    <a:pt x="1152" y="5127"/>
                  </a:lnTo>
                  <a:lnTo>
                    <a:pt x="1152" y="5190"/>
                  </a:lnTo>
                  <a:lnTo>
                    <a:pt x="1110" y="5274"/>
                  </a:lnTo>
                  <a:lnTo>
                    <a:pt x="1047" y="5378"/>
                  </a:lnTo>
                  <a:lnTo>
                    <a:pt x="817" y="5608"/>
                  </a:lnTo>
                  <a:lnTo>
                    <a:pt x="775" y="5713"/>
                  </a:lnTo>
                  <a:lnTo>
                    <a:pt x="608" y="5859"/>
                  </a:lnTo>
                  <a:lnTo>
                    <a:pt x="398" y="5922"/>
                  </a:lnTo>
                  <a:lnTo>
                    <a:pt x="210" y="6048"/>
                  </a:lnTo>
                  <a:lnTo>
                    <a:pt x="64" y="6278"/>
                  </a:lnTo>
                  <a:lnTo>
                    <a:pt x="43" y="6466"/>
                  </a:lnTo>
                  <a:lnTo>
                    <a:pt x="1" y="6571"/>
                  </a:lnTo>
                  <a:lnTo>
                    <a:pt x="189" y="6655"/>
                  </a:lnTo>
                  <a:lnTo>
                    <a:pt x="377" y="6780"/>
                  </a:lnTo>
                  <a:lnTo>
                    <a:pt x="629" y="6947"/>
                  </a:lnTo>
                  <a:lnTo>
                    <a:pt x="733" y="6947"/>
                  </a:lnTo>
                  <a:lnTo>
                    <a:pt x="880" y="7094"/>
                  </a:lnTo>
                  <a:lnTo>
                    <a:pt x="838" y="7178"/>
                  </a:lnTo>
                  <a:lnTo>
                    <a:pt x="880" y="7261"/>
                  </a:lnTo>
                  <a:lnTo>
                    <a:pt x="1047" y="7282"/>
                  </a:lnTo>
                  <a:lnTo>
                    <a:pt x="1256" y="7366"/>
                  </a:lnTo>
                  <a:lnTo>
                    <a:pt x="1319" y="7408"/>
                  </a:lnTo>
                  <a:lnTo>
                    <a:pt x="1507" y="7471"/>
                  </a:lnTo>
                  <a:lnTo>
                    <a:pt x="1570" y="7387"/>
                  </a:lnTo>
                  <a:lnTo>
                    <a:pt x="1570" y="7282"/>
                  </a:lnTo>
                  <a:lnTo>
                    <a:pt x="1654" y="7199"/>
                  </a:lnTo>
                  <a:lnTo>
                    <a:pt x="1717" y="7199"/>
                  </a:lnTo>
                  <a:lnTo>
                    <a:pt x="1863" y="7282"/>
                  </a:lnTo>
                  <a:lnTo>
                    <a:pt x="1968" y="7303"/>
                  </a:lnTo>
                  <a:lnTo>
                    <a:pt x="1989" y="7387"/>
                  </a:lnTo>
                  <a:lnTo>
                    <a:pt x="2072" y="7429"/>
                  </a:lnTo>
                  <a:lnTo>
                    <a:pt x="2135" y="7429"/>
                  </a:lnTo>
                  <a:lnTo>
                    <a:pt x="2177" y="7512"/>
                  </a:lnTo>
                  <a:lnTo>
                    <a:pt x="2386" y="7575"/>
                  </a:lnTo>
                  <a:lnTo>
                    <a:pt x="2512" y="7596"/>
                  </a:lnTo>
                  <a:lnTo>
                    <a:pt x="2553" y="7638"/>
                  </a:lnTo>
                  <a:lnTo>
                    <a:pt x="2700" y="7805"/>
                  </a:lnTo>
                  <a:lnTo>
                    <a:pt x="2700" y="7910"/>
                  </a:lnTo>
                  <a:lnTo>
                    <a:pt x="2805" y="8098"/>
                  </a:lnTo>
                  <a:lnTo>
                    <a:pt x="2888" y="8098"/>
                  </a:lnTo>
                  <a:lnTo>
                    <a:pt x="3139" y="8203"/>
                  </a:lnTo>
                  <a:lnTo>
                    <a:pt x="3244" y="8349"/>
                  </a:lnTo>
                  <a:lnTo>
                    <a:pt x="3244" y="8517"/>
                  </a:lnTo>
                  <a:lnTo>
                    <a:pt x="3307" y="8517"/>
                  </a:lnTo>
                  <a:lnTo>
                    <a:pt x="3411" y="8559"/>
                  </a:lnTo>
                  <a:lnTo>
                    <a:pt x="3432" y="8684"/>
                  </a:lnTo>
                  <a:lnTo>
                    <a:pt x="3411" y="8768"/>
                  </a:lnTo>
                  <a:lnTo>
                    <a:pt x="3432" y="8852"/>
                  </a:lnTo>
                  <a:lnTo>
                    <a:pt x="3537" y="8872"/>
                  </a:lnTo>
                  <a:lnTo>
                    <a:pt x="3662" y="8852"/>
                  </a:lnTo>
                  <a:lnTo>
                    <a:pt x="3767" y="8872"/>
                  </a:lnTo>
                  <a:lnTo>
                    <a:pt x="3914" y="8872"/>
                  </a:lnTo>
                  <a:lnTo>
                    <a:pt x="3955" y="8831"/>
                  </a:lnTo>
                  <a:lnTo>
                    <a:pt x="4144" y="8747"/>
                  </a:lnTo>
                  <a:lnTo>
                    <a:pt x="4290" y="8768"/>
                  </a:lnTo>
                  <a:lnTo>
                    <a:pt x="4458" y="8852"/>
                  </a:lnTo>
                  <a:lnTo>
                    <a:pt x="4646" y="8747"/>
                  </a:lnTo>
                  <a:lnTo>
                    <a:pt x="4750" y="8747"/>
                  </a:lnTo>
                  <a:lnTo>
                    <a:pt x="4792" y="8831"/>
                  </a:lnTo>
                  <a:lnTo>
                    <a:pt x="4876" y="8831"/>
                  </a:lnTo>
                  <a:lnTo>
                    <a:pt x="4981" y="8872"/>
                  </a:lnTo>
                  <a:lnTo>
                    <a:pt x="5064" y="8956"/>
                  </a:lnTo>
                  <a:lnTo>
                    <a:pt x="5169" y="8935"/>
                  </a:lnTo>
                  <a:lnTo>
                    <a:pt x="5169" y="8998"/>
                  </a:lnTo>
                  <a:lnTo>
                    <a:pt x="4792" y="9626"/>
                  </a:lnTo>
                  <a:lnTo>
                    <a:pt x="4813" y="9709"/>
                  </a:lnTo>
                  <a:lnTo>
                    <a:pt x="4960" y="9688"/>
                  </a:lnTo>
                  <a:lnTo>
                    <a:pt x="5085" y="9688"/>
                  </a:lnTo>
                  <a:lnTo>
                    <a:pt x="5190" y="9772"/>
                  </a:lnTo>
                  <a:lnTo>
                    <a:pt x="5211" y="9898"/>
                  </a:lnTo>
                  <a:lnTo>
                    <a:pt x="5294" y="9584"/>
                  </a:lnTo>
                  <a:lnTo>
                    <a:pt x="5629" y="8370"/>
                  </a:lnTo>
                  <a:lnTo>
                    <a:pt x="5629" y="8308"/>
                  </a:lnTo>
                  <a:lnTo>
                    <a:pt x="5629" y="8098"/>
                  </a:lnTo>
                  <a:lnTo>
                    <a:pt x="5504" y="7847"/>
                  </a:lnTo>
                  <a:lnTo>
                    <a:pt x="5294" y="7680"/>
                  </a:lnTo>
                  <a:lnTo>
                    <a:pt x="5190" y="7533"/>
                  </a:lnTo>
                  <a:lnTo>
                    <a:pt x="5169" y="7219"/>
                  </a:lnTo>
                  <a:lnTo>
                    <a:pt x="5546" y="7094"/>
                  </a:lnTo>
                  <a:lnTo>
                    <a:pt x="5692" y="7199"/>
                  </a:lnTo>
                  <a:lnTo>
                    <a:pt x="5713" y="7094"/>
                  </a:lnTo>
                  <a:lnTo>
                    <a:pt x="5650" y="7010"/>
                  </a:lnTo>
                  <a:lnTo>
                    <a:pt x="5713" y="6968"/>
                  </a:lnTo>
                  <a:lnTo>
                    <a:pt x="5629" y="6801"/>
                  </a:lnTo>
                  <a:lnTo>
                    <a:pt x="5420" y="6738"/>
                  </a:lnTo>
                  <a:lnTo>
                    <a:pt x="5336" y="6592"/>
                  </a:lnTo>
                  <a:lnTo>
                    <a:pt x="5399" y="6424"/>
                  </a:lnTo>
                  <a:lnTo>
                    <a:pt x="6048" y="6424"/>
                  </a:lnTo>
                  <a:lnTo>
                    <a:pt x="6131" y="6341"/>
                  </a:lnTo>
                  <a:lnTo>
                    <a:pt x="6236" y="6341"/>
                  </a:lnTo>
                  <a:lnTo>
                    <a:pt x="6278" y="6383"/>
                  </a:lnTo>
                  <a:lnTo>
                    <a:pt x="6362" y="6383"/>
                  </a:lnTo>
                  <a:lnTo>
                    <a:pt x="6466" y="6257"/>
                  </a:lnTo>
                  <a:lnTo>
                    <a:pt x="6634" y="6215"/>
                  </a:lnTo>
                  <a:lnTo>
                    <a:pt x="6675" y="6320"/>
                  </a:lnTo>
                  <a:lnTo>
                    <a:pt x="6759" y="6424"/>
                  </a:lnTo>
                  <a:lnTo>
                    <a:pt x="6780" y="6550"/>
                  </a:lnTo>
                  <a:lnTo>
                    <a:pt x="6780" y="6696"/>
                  </a:lnTo>
                  <a:lnTo>
                    <a:pt x="6947" y="6675"/>
                  </a:lnTo>
                  <a:lnTo>
                    <a:pt x="6947" y="6571"/>
                  </a:lnTo>
                  <a:lnTo>
                    <a:pt x="6801" y="6278"/>
                  </a:lnTo>
                  <a:lnTo>
                    <a:pt x="6759" y="6131"/>
                  </a:lnTo>
                  <a:lnTo>
                    <a:pt x="6780" y="6069"/>
                  </a:lnTo>
                  <a:lnTo>
                    <a:pt x="6738" y="5964"/>
                  </a:lnTo>
                  <a:lnTo>
                    <a:pt x="6655" y="5922"/>
                  </a:lnTo>
                  <a:lnTo>
                    <a:pt x="6634" y="5839"/>
                  </a:lnTo>
                  <a:lnTo>
                    <a:pt x="6634" y="5818"/>
                  </a:lnTo>
                  <a:lnTo>
                    <a:pt x="6550" y="5839"/>
                  </a:lnTo>
                  <a:lnTo>
                    <a:pt x="6487" y="5839"/>
                  </a:lnTo>
                  <a:lnTo>
                    <a:pt x="6466" y="5734"/>
                  </a:lnTo>
                  <a:lnTo>
                    <a:pt x="6655" y="5399"/>
                  </a:lnTo>
                  <a:lnTo>
                    <a:pt x="6550" y="5106"/>
                  </a:lnTo>
                  <a:lnTo>
                    <a:pt x="6550" y="5022"/>
                  </a:lnTo>
                  <a:lnTo>
                    <a:pt x="6466" y="4960"/>
                  </a:lnTo>
                  <a:lnTo>
                    <a:pt x="6466" y="4771"/>
                  </a:lnTo>
                  <a:lnTo>
                    <a:pt x="6529" y="4604"/>
                  </a:lnTo>
                  <a:lnTo>
                    <a:pt x="6487" y="4541"/>
                  </a:lnTo>
                  <a:lnTo>
                    <a:pt x="6466" y="4332"/>
                  </a:lnTo>
                  <a:lnTo>
                    <a:pt x="6529" y="4248"/>
                  </a:lnTo>
                  <a:lnTo>
                    <a:pt x="6675" y="4227"/>
                  </a:lnTo>
                  <a:lnTo>
                    <a:pt x="6696" y="4144"/>
                  </a:lnTo>
                  <a:lnTo>
                    <a:pt x="6696" y="4039"/>
                  </a:lnTo>
                  <a:lnTo>
                    <a:pt x="6759" y="3955"/>
                  </a:lnTo>
                  <a:lnTo>
                    <a:pt x="6696" y="3725"/>
                  </a:lnTo>
                  <a:lnTo>
                    <a:pt x="6634" y="3662"/>
                  </a:lnTo>
                  <a:lnTo>
                    <a:pt x="6529" y="3662"/>
                  </a:lnTo>
                  <a:lnTo>
                    <a:pt x="6487" y="3725"/>
                  </a:lnTo>
                  <a:lnTo>
                    <a:pt x="6341" y="3704"/>
                  </a:lnTo>
                  <a:lnTo>
                    <a:pt x="6236" y="3704"/>
                  </a:lnTo>
                  <a:lnTo>
                    <a:pt x="6110" y="3746"/>
                  </a:lnTo>
                  <a:lnTo>
                    <a:pt x="6048" y="3725"/>
                  </a:lnTo>
                  <a:lnTo>
                    <a:pt x="5922" y="3662"/>
                  </a:lnTo>
                  <a:lnTo>
                    <a:pt x="5859" y="3704"/>
                  </a:lnTo>
                  <a:lnTo>
                    <a:pt x="5838" y="3662"/>
                  </a:lnTo>
                  <a:lnTo>
                    <a:pt x="5692" y="3704"/>
                  </a:lnTo>
                  <a:lnTo>
                    <a:pt x="5232" y="3286"/>
                  </a:lnTo>
                  <a:lnTo>
                    <a:pt x="5127" y="3223"/>
                  </a:lnTo>
                  <a:lnTo>
                    <a:pt x="4960" y="3202"/>
                  </a:lnTo>
                  <a:lnTo>
                    <a:pt x="4792" y="3223"/>
                  </a:lnTo>
                  <a:lnTo>
                    <a:pt x="4750" y="3244"/>
                  </a:lnTo>
                  <a:lnTo>
                    <a:pt x="4604" y="3202"/>
                  </a:lnTo>
                  <a:lnTo>
                    <a:pt x="4458" y="3202"/>
                  </a:lnTo>
                  <a:lnTo>
                    <a:pt x="4374" y="3244"/>
                  </a:lnTo>
                  <a:lnTo>
                    <a:pt x="4248" y="3202"/>
                  </a:lnTo>
                  <a:lnTo>
                    <a:pt x="4144" y="3181"/>
                  </a:lnTo>
                  <a:lnTo>
                    <a:pt x="3976" y="3118"/>
                  </a:lnTo>
                  <a:lnTo>
                    <a:pt x="3851" y="3014"/>
                  </a:lnTo>
                  <a:lnTo>
                    <a:pt x="3851" y="2909"/>
                  </a:lnTo>
                  <a:lnTo>
                    <a:pt x="3872" y="2867"/>
                  </a:lnTo>
                  <a:lnTo>
                    <a:pt x="3872" y="2784"/>
                  </a:lnTo>
                  <a:lnTo>
                    <a:pt x="3934" y="2658"/>
                  </a:lnTo>
                  <a:lnTo>
                    <a:pt x="3914" y="2554"/>
                  </a:lnTo>
                  <a:lnTo>
                    <a:pt x="3809" y="2386"/>
                  </a:lnTo>
                  <a:lnTo>
                    <a:pt x="3558" y="1968"/>
                  </a:lnTo>
                  <a:lnTo>
                    <a:pt x="3411" y="1968"/>
                  </a:lnTo>
                  <a:lnTo>
                    <a:pt x="3411" y="1926"/>
                  </a:lnTo>
                  <a:lnTo>
                    <a:pt x="3495" y="1737"/>
                  </a:lnTo>
                  <a:lnTo>
                    <a:pt x="3516" y="1549"/>
                  </a:lnTo>
                  <a:lnTo>
                    <a:pt x="3495" y="1445"/>
                  </a:lnTo>
                  <a:lnTo>
                    <a:pt x="3516" y="1319"/>
                  </a:lnTo>
                  <a:lnTo>
                    <a:pt x="3704" y="1047"/>
                  </a:lnTo>
                  <a:lnTo>
                    <a:pt x="3767" y="984"/>
                  </a:lnTo>
                  <a:lnTo>
                    <a:pt x="3872" y="838"/>
                  </a:lnTo>
                  <a:lnTo>
                    <a:pt x="3976" y="817"/>
                  </a:lnTo>
                  <a:lnTo>
                    <a:pt x="4039" y="775"/>
                  </a:lnTo>
                  <a:lnTo>
                    <a:pt x="4186" y="503"/>
                  </a:lnTo>
                  <a:lnTo>
                    <a:pt x="4499" y="377"/>
                  </a:lnTo>
                  <a:lnTo>
                    <a:pt x="4541" y="357"/>
                  </a:lnTo>
                  <a:lnTo>
                    <a:pt x="4604" y="357"/>
                  </a:lnTo>
                  <a:lnTo>
                    <a:pt x="4667" y="294"/>
                  </a:lnTo>
                  <a:lnTo>
                    <a:pt x="4688" y="210"/>
                  </a:lnTo>
                  <a:lnTo>
                    <a:pt x="4646" y="147"/>
                  </a:lnTo>
                  <a:lnTo>
                    <a:pt x="4437" y="43"/>
                  </a:lnTo>
                  <a:lnTo>
                    <a:pt x="435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60"/>
            <p:cNvSpPr/>
            <p:nvPr/>
          </p:nvSpPr>
          <p:spPr>
            <a:xfrm>
              <a:off x="3195231" y="3136533"/>
              <a:ext cx="40867" cy="42852"/>
            </a:xfrm>
            <a:custGeom>
              <a:rect b="b" l="l" r="r" t="t"/>
              <a:pathLst>
                <a:path extrusionOk="0" h="3768" w="3432">
                  <a:moveTo>
                    <a:pt x="1193" y="1"/>
                  </a:moveTo>
                  <a:lnTo>
                    <a:pt x="1172" y="168"/>
                  </a:lnTo>
                  <a:lnTo>
                    <a:pt x="1025" y="168"/>
                  </a:lnTo>
                  <a:lnTo>
                    <a:pt x="732" y="336"/>
                  </a:lnTo>
                  <a:lnTo>
                    <a:pt x="607" y="377"/>
                  </a:lnTo>
                  <a:lnTo>
                    <a:pt x="440" y="440"/>
                  </a:lnTo>
                  <a:lnTo>
                    <a:pt x="523" y="587"/>
                  </a:lnTo>
                  <a:lnTo>
                    <a:pt x="523" y="649"/>
                  </a:lnTo>
                  <a:lnTo>
                    <a:pt x="565" y="733"/>
                  </a:lnTo>
                  <a:lnTo>
                    <a:pt x="544" y="901"/>
                  </a:lnTo>
                  <a:lnTo>
                    <a:pt x="335" y="1131"/>
                  </a:lnTo>
                  <a:lnTo>
                    <a:pt x="314" y="1235"/>
                  </a:lnTo>
                  <a:lnTo>
                    <a:pt x="356" y="1277"/>
                  </a:lnTo>
                  <a:lnTo>
                    <a:pt x="251" y="1445"/>
                  </a:lnTo>
                  <a:lnTo>
                    <a:pt x="126" y="1465"/>
                  </a:lnTo>
                  <a:lnTo>
                    <a:pt x="21" y="1591"/>
                  </a:lnTo>
                  <a:lnTo>
                    <a:pt x="84" y="1696"/>
                  </a:lnTo>
                  <a:lnTo>
                    <a:pt x="126" y="1800"/>
                  </a:lnTo>
                  <a:lnTo>
                    <a:pt x="105" y="1905"/>
                  </a:lnTo>
                  <a:lnTo>
                    <a:pt x="126" y="2072"/>
                  </a:lnTo>
                  <a:lnTo>
                    <a:pt x="84" y="2198"/>
                  </a:lnTo>
                  <a:lnTo>
                    <a:pt x="0" y="2261"/>
                  </a:lnTo>
                  <a:lnTo>
                    <a:pt x="84" y="2323"/>
                  </a:lnTo>
                  <a:lnTo>
                    <a:pt x="209" y="2386"/>
                  </a:lnTo>
                  <a:lnTo>
                    <a:pt x="314" y="2491"/>
                  </a:lnTo>
                  <a:lnTo>
                    <a:pt x="419" y="2574"/>
                  </a:lnTo>
                  <a:lnTo>
                    <a:pt x="440" y="2533"/>
                  </a:lnTo>
                  <a:lnTo>
                    <a:pt x="502" y="2386"/>
                  </a:lnTo>
                  <a:lnTo>
                    <a:pt x="544" y="2323"/>
                  </a:lnTo>
                  <a:lnTo>
                    <a:pt x="628" y="2219"/>
                  </a:lnTo>
                  <a:lnTo>
                    <a:pt x="628" y="2323"/>
                  </a:lnTo>
                  <a:lnTo>
                    <a:pt x="649" y="2428"/>
                  </a:lnTo>
                  <a:lnTo>
                    <a:pt x="649" y="2365"/>
                  </a:lnTo>
                  <a:lnTo>
                    <a:pt x="649" y="2282"/>
                  </a:lnTo>
                  <a:lnTo>
                    <a:pt x="712" y="2282"/>
                  </a:lnTo>
                  <a:lnTo>
                    <a:pt x="732" y="2428"/>
                  </a:lnTo>
                  <a:lnTo>
                    <a:pt x="712" y="2595"/>
                  </a:lnTo>
                  <a:lnTo>
                    <a:pt x="712" y="2700"/>
                  </a:lnTo>
                  <a:lnTo>
                    <a:pt x="649" y="2826"/>
                  </a:lnTo>
                  <a:lnTo>
                    <a:pt x="502" y="2951"/>
                  </a:lnTo>
                  <a:lnTo>
                    <a:pt x="544" y="2993"/>
                  </a:lnTo>
                  <a:lnTo>
                    <a:pt x="607" y="3139"/>
                  </a:lnTo>
                  <a:lnTo>
                    <a:pt x="502" y="3202"/>
                  </a:lnTo>
                  <a:lnTo>
                    <a:pt x="398" y="3328"/>
                  </a:lnTo>
                  <a:lnTo>
                    <a:pt x="419" y="3432"/>
                  </a:lnTo>
                  <a:lnTo>
                    <a:pt x="523" y="3432"/>
                  </a:lnTo>
                  <a:lnTo>
                    <a:pt x="649" y="3370"/>
                  </a:lnTo>
                  <a:lnTo>
                    <a:pt x="712" y="3453"/>
                  </a:lnTo>
                  <a:lnTo>
                    <a:pt x="879" y="3516"/>
                  </a:lnTo>
                  <a:lnTo>
                    <a:pt x="984" y="3537"/>
                  </a:lnTo>
                  <a:lnTo>
                    <a:pt x="1151" y="3767"/>
                  </a:lnTo>
                  <a:lnTo>
                    <a:pt x="1235" y="3767"/>
                  </a:lnTo>
                  <a:lnTo>
                    <a:pt x="1339" y="3662"/>
                  </a:lnTo>
                  <a:lnTo>
                    <a:pt x="1779" y="2721"/>
                  </a:lnTo>
                  <a:lnTo>
                    <a:pt x="1883" y="2637"/>
                  </a:lnTo>
                  <a:lnTo>
                    <a:pt x="2448" y="2470"/>
                  </a:lnTo>
                  <a:lnTo>
                    <a:pt x="2720" y="2282"/>
                  </a:lnTo>
                  <a:lnTo>
                    <a:pt x="3118" y="1905"/>
                  </a:lnTo>
                  <a:lnTo>
                    <a:pt x="3264" y="1549"/>
                  </a:lnTo>
                  <a:lnTo>
                    <a:pt x="3369" y="1549"/>
                  </a:lnTo>
                  <a:lnTo>
                    <a:pt x="3390" y="1486"/>
                  </a:lnTo>
                  <a:lnTo>
                    <a:pt x="3432" y="1361"/>
                  </a:lnTo>
                  <a:lnTo>
                    <a:pt x="3390" y="1235"/>
                  </a:lnTo>
                  <a:lnTo>
                    <a:pt x="3285" y="1026"/>
                  </a:lnTo>
                  <a:lnTo>
                    <a:pt x="3285" y="963"/>
                  </a:lnTo>
                  <a:lnTo>
                    <a:pt x="3264" y="859"/>
                  </a:lnTo>
                  <a:lnTo>
                    <a:pt x="3181" y="817"/>
                  </a:lnTo>
                  <a:lnTo>
                    <a:pt x="3160" y="733"/>
                  </a:lnTo>
                  <a:lnTo>
                    <a:pt x="3055" y="712"/>
                  </a:lnTo>
                  <a:lnTo>
                    <a:pt x="2909" y="629"/>
                  </a:lnTo>
                  <a:lnTo>
                    <a:pt x="2846" y="629"/>
                  </a:lnTo>
                  <a:lnTo>
                    <a:pt x="2762" y="712"/>
                  </a:lnTo>
                  <a:lnTo>
                    <a:pt x="2762" y="817"/>
                  </a:lnTo>
                  <a:lnTo>
                    <a:pt x="2699" y="901"/>
                  </a:lnTo>
                  <a:lnTo>
                    <a:pt x="2511" y="838"/>
                  </a:lnTo>
                  <a:lnTo>
                    <a:pt x="2448" y="796"/>
                  </a:lnTo>
                  <a:lnTo>
                    <a:pt x="2239" y="712"/>
                  </a:lnTo>
                  <a:lnTo>
                    <a:pt x="2072" y="691"/>
                  </a:lnTo>
                  <a:lnTo>
                    <a:pt x="2030" y="608"/>
                  </a:lnTo>
                  <a:lnTo>
                    <a:pt x="2072" y="524"/>
                  </a:lnTo>
                  <a:lnTo>
                    <a:pt x="1925" y="377"/>
                  </a:lnTo>
                  <a:lnTo>
                    <a:pt x="1821" y="377"/>
                  </a:lnTo>
                  <a:lnTo>
                    <a:pt x="1569" y="210"/>
                  </a:lnTo>
                  <a:lnTo>
                    <a:pt x="1381" y="85"/>
                  </a:lnTo>
                  <a:lnTo>
                    <a:pt x="11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60"/>
            <p:cNvSpPr/>
            <p:nvPr/>
          </p:nvSpPr>
          <p:spPr>
            <a:xfrm>
              <a:off x="3192980" y="3146290"/>
              <a:ext cx="88711" cy="124938"/>
            </a:xfrm>
            <a:custGeom>
              <a:rect b="b" l="l" r="r" t="t"/>
              <a:pathLst>
                <a:path extrusionOk="0" h="10986" w="7450">
                  <a:moveTo>
                    <a:pt x="3453" y="1"/>
                  </a:moveTo>
                  <a:lnTo>
                    <a:pt x="3474" y="105"/>
                  </a:lnTo>
                  <a:lnTo>
                    <a:pt x="3474" y="168"/>
                  </a:lnTo>
                  <a:lnTo>
                    <a:pt x="3579" y="377"/>
                  </a:lnTo>
                  <a:lnTo>
                    <a:pt x="3621" y="503"/>
                  </a:lnTo>
                  <a:lnTo>
                    <a:pt x="3579" y="628"/>
                  </a:lnTo>
                  <a:lnTo>
                    <a:pt x="3558" y="691"/>
                  </a:lnTo>
                  <a:lnTo>
                    <a:pt x="3453" y="691"/>
                  </a:lnTo>
                  <a:lnTo>
                    <a:pt x="3307" y="1047"/>
                  </a:lnTo>
                  <a:lnTo>
                    <a:pt x="2909" y="1424"/>
                  </a:lnTo>
                  <a:lnTo>
                    <a:pt x="2637" y="1612"/>
                  </a:lnTo>
                  <a:lnTo>
                    <a:pt x="2072" y="1779"/>
                  </a:lnTo>
                  <a:lnTo>
                    <a:pt x="1968" y="1863"/>
                  </a:lnTo>
                  <a:lnTo>
                    <a:pt x="1528" y="2804"/>
                  </a:lnTo>
                  <a:lnTo>
                    <a:pt x="1424" y="2909"/>
                  </a:lnTo>
                  <a:lnTo>
                    <a:pt x="1340" y="2909"/>
                  </a:lnTo>
                  <a:lnTo>
                    <a:pt x="1173" y="2679"/>
                  </a:lnTo>
                  <a:lnTo>
                    <a:pt x="1068" y="2658"/>
                  </a:lnTo>
                  <a:lnTo>
                    <a:pt x="901" y="2595"/>
                  </a:lnTo>
                  <a:lnTo>
                    <a:pt x="838" y="2512"/>
                  </a:lnTo>
                  <a:lnTo>
                    <a:pt x="712" y="2574"/>
                  </a:lnTo>
                  <a:lnTo>
                    <a:pt x="608" y="2574"/>
                  </a:lnTo>
                  <a:lnTo>
                    <a:pt x="587" y="2470"/>
                  </a:lnTo>
                  <a:lnTo>
                    <a:pt x="691" y="2344"/>
                  </a:lnTo>
                  <a:lnTo>
                    <a:pt x="796" y="2281"/>
                  </a:lnTo>
                  <a:lnTo>
                    <a:pt x="733" y="2135"/>
                  </a:lnTo>
                  <a:lnTo>
                    <a:pt x="691" y="2093"/>
                  </a:lnTo>
                  <a:lnTo>
                    <a:pt x="398" y="2240"/>
                  </a:lnTo>
                  <a:lnTo>
                    <a:pt x="294" y="2344"/>
                  </a:lnTo>
                  <a:lnTo>
                    <a:pt x="105" y="2512"/>
                  </a:lnTo>
                  <a:lnTo>
                    <a:pt x="64" y="2679"/>
                  </a:lnTo>
                  <a:lnTo>
                    <a:pt x="1" y="2784"/>
                  </a:lnTo>
                  <a:lnTo>
                    <a:pt x="22" y="2825"/>
                  </a:lnTo>
                  <a:lnTo>
                    <a:pt x="105" y="2909"/>
                  </a:lnTo>
                  <a:lnTo>
                    <a:pt x="126" y="2993"/>
                  </a:lnTo>
                  <a:lnTo>
                    <a:pt x="64" y="3035"/>
                  </a:lnTo>
                  <a:lnTo>
                    <a:pt x="64" y="3097"/>
                  </a:lnTo>
                  <a:lnTo>
                    <a:pt x="189" y="3202"/>
                  </a:lnTo>
                  <a:lnTo>
                    <a:pt x="273" y="3348"/>
                  </a:lnTo>
                  <a:lnTo>
                    <a:pt x="231" y="3495"/>
                  </a:lnTo>
                  <a:lnTo>
                    <a:pt x="168" y="3495"/>
                  </a:lnTo>
                  <a:lnTo>
                    <a:pt x="85" y="3516"/>
                  </a:lnTo>
                  <a:lnTo>
                    <a:pt x="22" y="3621"/>
                  </a:lnTo>
                  <a:lnTo>
                    <a:pt x="126" y="3704"/>
                  </a:lnTo>
                  <a:lnTo>
                    <a:pt x="231" y="3746"/>
                  </a:lnTo>
                  <a:lnTo>
                    <a:pt x="419" y="3872"/>
                  </a:lnTo>
                  <a:lnTo>
                    <a:pt x="587" y="3913"/>
                  </a:lnTo>
                  <a:lnTo>
                    <a:pt x="817" y="4060"/>
                  </a:lnTo>
                  <a:lnTo>
                    <a:pt x="921" y="4081"/>
                  </a:lnTo>
                  <a:lnTo>
                    <a:pt x="963" y="4185"/>
                  </a:lnTo>
                  <a:lnTo>
                    <a:pt x="1068" y="4374"/>
                  </a:lnTo>
                  <a:lnTo>
                    <a:pt x="1110" y="4541"/>
                  </a:lnTo>
                  <a:lnTo>
                    <a:pt x="1173" y="4667"/>
                  </a:lnTo>
                  <a:lnTo>
                    <a:pt x="1424" y="4771"/>
                  </a:lnTo>
                  <a:lnTo>
                    <a:pt x="1486" y="4960"/>
                  </a:lnTo>
                  <a:lnTo>
                    <a:pt x="1549" y="5106"/>
                  </a:lnTo>
                  <a:lnTo>
                    <a:pt x="1591" y="5211"/>
                  </a:lnTo>
                  <a:lnTo>
                    <a:pt x="1633" y="5399"/>
                  </a:lnTo>
                  <a:lnTo>
                    <a:pt x="1696" y="5525"/>
                  </a:lnTo>
                  <a:lnTo>
                    <a:pt x="1800" y="5587"/>
                  </a:lnTo>
                  <a:lnTo>
                    <a:pt x="1905" y="5797"/>
                  </a:lnTo>
                  <a:lnTo>
                    <a:pt x="1905" y="5922"/>
                  </a:lnTo>
                  <a:lnTo>
                    <a:pt x="1884" y="5964"/>
                  </a:lnTo>
                  <a:lnTo>
                    <a:pt x="1989" y="6152"/>
                  </a:lnTo>
                  <a:lnTo>
                    <a:pt x="2177" y="6382"/>
                  </a:lnTo>
                  <a:lnTo>
                    <a:pt x="2219" y="6487"/>
                  </a:lnTo>
                  <a:lnTo>
                    <a:pt x="2198" y="6592"/>
                  </a:lnTo>
                  <a:lnTo>
                    <a:pt x="2219" y="6675"/>
                  </a:lnTo>
                  <a:lnTo>
                    <a:pt x="2302" y="6696"/>
                  </a:lnTo>
                  <a:lnTo>
                    <a:pt x="2491" y="6885"/>
                  </a:lnTo>
                  <a:lnTo>
                    <a:pt x="2533" y="6989"/>
                  </a:lnTo>
                  <a:lnTo>
                    <a:pt x="2574" y="7157"/>
                  </a:lnTo>
                  <a:lnTo>
                    <a:pt x="2616" y="7219"/>
                  </a:lnTo>
                  <a:lnTo>
                    <a:pt x="2784" y="7282"/>
                  </a:lnTo>
                  <a:lnTo>
                    <a:pt x="2805" y="7408"/>
                  </a:lnTo>
                  <a:lnTo>
                    <a:pt x="2951" y="7680"/>
                  </a:lnTo>
                  <a:lnTo>
                    <a:pt x="3014" y="7805"/>
                  </a:lnTo>
                  <a:lnTo>
                    <a:pt x="3202" y="8056"/>
                  </a:lnTo>
                  <a:lnTo>
                    <a:pt x="3202" y="8203"/>
                  </a:lnTo>
                  <a:lnTo>
                    <a:pt x="3139" y="8203"/>
                  </a:lnTo>
                  <a:lnTo>
                    <a:pt x="3098" y="8161"/>
                  </a:lnTo>
                  <a:lnTo>
                    <a:pt x="3098" y="8224"/>
                  </a:lnTo>
                  <a:lnTo>
                    <a:pt x="3118" y="8328"/>
                  </a:lnTo>
                  <a:lnTo>
                    <a:pt x="3118" y="8412"/>
                  </a:lnTo>
                  <a:lnTo>
                    <a:pt x="3160" y="8412"/>
                  </a:lnTo>
                  <a:lnTo>
                    <a:pt x="3244" y="8454"/>
                  </a:lnTo>
                  <a:lnTo>
                    <a:pt x="3265" y="8538"/>
                  </a:lnTo>
                  <a:lnTo>
                    <a:pt x="3244" y="8579"/>
                  </a:lnTo>
                  <a:lnTo>
                    <a:pt x="3432" y="8726"/>
                  </a:lnTo>
                  <a:lnTo>
                    <a:pt x="3621" y="8789"/>
                  </a:lnTo>
                  <a:lnTo>
                    <a:pt x="3642" y="8872"/>
                  </a:lnTo>
                  <a:lnTo>
                    <a:pt x="3725" y="8977"/>
                  </a:lnTo>
                  <a:lnTo>
                    <a:pt x="3830" y="8998"/>
                  </a:lnTo>
                  <a:lnTo>
                    <a:pt x="3872" y="9061"/>
                  </a:lnTo>
                  <a:lnTo>
                    <a:pt x="3893" y="9165"/>
                  </a:lnTo>
                  <a:lnTo>
                    <a:pt x="3976" y="9207"/>
                  </a:lnTo>
                  <a:lnTo>
                    <a:pt x="4165" y="9186"/>
                  </a:lnTo>
                  <a:lnTo>
                    <a:pt x="4206" y="9144"/>
                  </a:lnTo>
                  <a:lnTo>
                    <a:pt x="4186" y="9207"/>
                  </a:lnTo>
                  <a:lnTo>
                    <a:pt x="4269" y="9354"/>
                  </a:lnTo>
                  <a:lnTo>
                    <a:pt x="4458" y="9416"/>
                  </a:lnTo>
                  <a:lnTo>
                    <a:pt x="4562" y="9500"/>
                  </a:lnTo>
                  <a:lnTo>
                    <a:pt x="4562" y="9605"/>
                  </a:lnTo>
                  <a:lnTo>
                    <a:pt x="4667" y="9667"/>
                  </a:lnTo>
                  <a:lnTo>
                    <a:pt x="4792" y="9709"/>
                  </a:lnTo>
                  <a:lnTo>
                    <a:pt x="4834" y="9688"/>
                  </a:lnTo>
                  <a:lnTo>
                    <a:pt x="4939" y="9709"/>
                  </a:lnTo>
                  <a:lnTo>
                    <a:pt x="5148" y="9835"/>
                  </a:lnTo>
                  <a:lnTo>
                    <a:pt x="5315" y="9919"/>
                  </a:lnTo>
                  <a:lnTo>
                    <a:pt x="5420" y="9919"/>
                  </a:lnTo>
                  <a:lnTo>
                    <a:pt x="5462" y="9939"/>
                  </a:lnTo>
                  <a:lnTo>
                    <a:pt x="5504" y="10023"/>
                  </a:lnTo>
                  <a:lnTo>
                    <a:pt x="5650" y="10128"/>
                  </a:lnTo>
                  <a:lnTo>
                    <a:pt x="5755" y="10191"/>
                  </a:lnTo>
                  <a:lnTo>
                    <a:pt x="5859" y="10316"/>
                  </a:lnTo>
                  <a:lnTo>
                    <a:pt x="5943" y="10337"/>
                  </a:lnTo>
                  <a:lnTo>
                    <a:pt x="5985" y="10421"/>
                  </a:lnTo>
                  <a:lnTo>
                    <a:pt x="5964" y="10463"/>
                  </a:lnTo>
                  <a:lnTo>
                    <a:pt x="5964" y="10546"/>
                  </a:lnTo>
                  <a:lnTo>
                    <a:pt x="6090" y="10567"/>
                  </a:lnTo>
                  <a:lnTo>
                    <a:pt x="6236" y="10630"/>
                  </a:lnTo>
                  <a:lnTo>
                    <a:pt x="6403" y="10776"/>
                  </a:lnTo>
                  <a:lnTo>
                    <a:pt x="6550" y="10944"/>
                  </a:lnTo>
                  <a:lnTo>
                    <a:pt x="6655" y="10965"/>
                  </a:lnTo>
                  <a:lnTo>
                    <a:pt x="6675" y="10986"/>
                  </a:lnTo>
                  <a:lnTo>
                    <a:pt x="6801" y="10923"/>
                  </a:lnTo>
                  <a:lnTo>
                    <a:pt x="6927" y="10839"/>
                  </a:lnTo>
                  <a:lnTo>
                    <a:pt x="7010" y="10839"/>
                  </a:lnTo>
                  <a:lnTo>
                    <a:pt x="7115" y="10776"/>
                  </a:lnTo>
                  <a:lnTo>
                    <a:pt x="7178" y="10672"/>
                  </a:lnTo>
                  <a:lnTo>
                    <a:pt x="7073" y="10567"/>
                  </a:lnTo>
                  <a:lnTo>
                    <a:pt x="7094" y="10463"/>
                  </a:lnTo>
                  <a:lnTo>
                    <a:pt x="7136" y="10400"/>
                  </a:lnTo>
                  <a:lnTo>
                    <a:pt x="7240" y="10421"/>
                  </a:lnTo>
                  <a:lnTo>
                    <a:pt x="7219" y="10337"/>
                  </a:lnTo>
                  <a:lnTo>
                    <a:pt x="7136" y="10316"/>
                  </a:lnTo>
                  <a:lnTo>
                    <a:pt x="7094" y="10253"/>
                  </a:lnTo>
                  <a:lnTo>
                    <a:pt x="7199" y="10086"/>
                  </a:lnTo>
                  <a:lnTo>
                    <a:pt x="7324" y="10002"/>
                  </a:lnTo>
                  <a:lnTo>
                    <a:pt x="7429" y="9835"/>
                  </a:lnTo>
                  <a:lnTo>
                    <a:pt x="7450" y="9709"/>
                  </a:lnTo>
                  <a:lnTo>
                    <a:pt x="7282" y="9312"/>
                  </a:lnTo>
                  <a:lnTo>
                    <a:pt x="7324" y="9207"/>
                  </a:lnTo>
                  <a:lnTo>
                    <a:pt x="7324" y="9082"/>
                  </a:lnTo>
                  <a:lnTo>
                    <a:pt x="7303" y="8998"/>
                  </a:lnTo>
                  <a:lnTo>
                    <a:pt x="7282" y="8872"/>
                  </a:lnTo>
                  <a:lnTo>
                    <a:pt x="7324" y="8789"/>
                  </a:lnTo>
                  <a:lnTo>
                    <a:pt x="7387" y="8621"/>
                  </a:lnTo>
                  <a:lnTo>
                    <a:pt x="7345" y="8245"/>
                  </a:lnTo>
                  <a:lnTo>
                    <a:pt x="7303" y="8098"/>
                  </a:lnTo>
                  <a:lnTo>
                    <a:pt x="7387" y="7910"/>
                  </a:lnTo>
                  <a:lnTo>
                    <a:pt x="7387" y="7491"/>
                  </a:lnTo>
                  <a:lnTo>
                    <a:pt x="7450" y="7324"/>
                  </a:lnTo>
                  <a:lnTo>
                    <a:pt x="7450" y="7261"/>
                  </a:lnTo>
                  <a:lnTo>
                    <a:pt x="6927" y="6487"/>
                  </a:lnTo>
                  <a:lnTo>
                    <a:pt x="6906" y="6487"/>
                  </a:lnTo>
                  <a:lnTo>
                    <a:pt x="6864" y="6466"/>
                  </a:lnTo>
                  <a:lnTo>
                    <a:pt x="6675" y="6466"/>
                  </a:lnTo>
                  <a:lnTo>
                    <a:pt x="6571" y="6529"/>
                  </a:lnTo>
                  <a:lnTo>
                    <a:pt x="6445" y="6529"/>
                  </a:lnTo>
                  <a:lnTo>
                    <a:pt x="6383" y="6466"/>
                  </a:lnTo>
                  <a:lnTo>
                    <a:pt x="6362" y="6341"/>
                  </a:lnTo>
                  <a:lnTo>
                    <a:pt x="6341" y="6006"/>
                  </a:lnTo>
                  <a:lnTo>
                    <a:pt x="6341" y="5797"/>
                  </a:lnTo>
                  <a:lnTo>
                    <a:pt x="6383" y="5734"/>
                  </a:lnTo>
                  <a:lnTo>
                    <a:pt x="6403" y="5608"/>
                  </a:lnTo>
                  <a:lnTo>
                    <a:pt x="6362" y="5545"/>
                  </a:lnTo>
                  <a:lnTo>
                    <a:pt x="6152" y="5650"/>
                  </a:lnTo>
                  <a:lnTo>
                    <a:pt x="5922" y="5901"/>
                  </a:lnTo>
                  <a:lnTo>
                    <a:pt x="5608" y="5859"/>
                  </a:lnTo>
                  <a:lnTo>
                    <a:pt x="5357" y="5859"/>
                  </a:lnTo>
                  <a:lnTo>
                    <a:pt x="5315" y="5713"/>
                  </a:lnTo>
                  <a:lnTo>
                    <a:pt x="5211" y="5525"/>
                  </a:lnTo>
                  <a:lnTo>
                    <a:pt x="5023" y="5483"/>
                  </a:lnTo>
                  <a:lnTo>
                    <a:pt x="4688" y="5525"/>
                  </a:lnTo>
                  <a:lnTo>
                    <a:pt x="4813" y="5336"/>
                  </a:lnTo>
                  <a:lnTo>
                    <a:pt x="4520" y="4876"/>
                  </a:lnTo>
                  <a:lnTo>
                    <a:pt x="4374" y="4709"/>
                  </a:lnTo>
                  <a:lnTo>
                    <a:pt x="4395" y="4646"/>
                  </a:lnTo>
                  <a:lnTo>
                    <a:pt x="4374" y="4541"/>
                  </a:lnTo>
                  <a:lnTo>
                    <a:pt x="4416" y="4437"/>
                  </a:lnTo>
                  <a:lnTo>
                    <a:pt x="4416" y="4290"/>
                  </a:lnTo>
                  <a:lnTo>
                    <a:pt x="4395" y="4227"/>
                  </a:lnTo>
                  <a:lnTo>
                    <a:pt x="4458" y="4165"/>
                  </a:lnTo>
                  <a:lnTo>
                    <a:pt x="4458" y="4039"/>
                  </a:lnTo>
                  <a:lnTo>
                    <a:pt x="4625" y="3934"/>
                  </a:lnTo>
                  <a:lnTo>
                    <a:pt x="4709" y="3955"/>
                  </a:lnTo>
                  <a:lnTo>
                    <a:pt x="4792" y="3851"/>
                  </a:lnTo>
                  <a:lnTo>
                    <a:pt x="4730" y="3746"/>
                  </a:lnTo>
                  <a:lnTo>
                    <a:pt x="4688" y="3558"/>
                  </a:lnTo>
                  <a:lnTo>
                    <a:pt x="4834" y="3411"/>
                  </a:lnTo>
                  <a:lnTo>
                    <a:pt x="4813" y="3307"/>
                  </a:lnTo>
                  <a:lnTo>
                    <a:pt x="4897" y="3223"/>
                  </a:lnTo>
                  <a:lnTo>
                    <a:pt x="4876" y="3076"/>
                  </a:lnTo>
                  <a:lnTo>
                    <a:pt x="4981" y="3014"/>
                  </a:lnTo>
                  <a:lnTo>
                    <a:pt x="5106" y="2930"/>
                  </a:lnTo>
                  <a:lnTo>
                    <a:pt x="5232" y="2825"/>
                  </a:lnTo>
                  <a:lnTo>
                    <a:pt x="5295" y="2804"/>
                  </a:lnTo>
                  <a:lnTo>
                    <a:pt x="5357" y="2721"/>
                  </a:lnTo>
                  <a:lnTo>
                    <a:pt x="5650" y="2679"/>
                  </a:lnTo>
                  <a:lnTo>
                    <a:pt x="6069" y="2553"/>
                  </a:lnTo>
                  <a:lnTo>
                    <a:pt x="6090" y="2449"/>
                  </a:lnTo>
                  <a:lnTo>
                    <a:pt x="6152" y="2470"/>
                  </a:lnTo>
                  <a:lnTo>
                    <a:pt x="6299" y="2470"/>
                  </a:lnTo>
                  <a:lnTo>
                    <a:pt x="6445" y="2553"/>
                  </a:lnTo>
                  <a:lnTo>
                    <a:pt x="6445" y="2574"/>
                  </a:lnTo>
                  <a:lnTo>
                    <a:pt x="6550" y="2595"/>
                  </a:lnTo>
                  <a:lnTo>
                    <a:pt x="6592" y="2512"/>
                  </a:lnTo>
                  <a:lnTo>
                    <a:pt x="6592" y="2470"/>
                  </a:lnTo>
                  <a:lnTo>
                    <a:pt x="6571" y="2344"/>
                  </a:lnTo>
                  <a:lnTo>
                    <a:pt x="6466" y="2260"/>
                  </a:lnTo>
                  <a:lnTo>
                    <a:pt x="6341" y="2260"/>
                  </a:lnTo>
                  <a:lnTo>
                    <a:pt x="6194" y="2281"/>
                  </a:lnTo>
                  <a:lnTo>
                    <a:pt x="6173" y="2198"/>
                  </a:lnTo>
                  <a:lnTo>
                    <a:pt x="6550" y="1570"/>
                  </a:lnTo>
                  <a:lnTo>
                    <a:pt x="6550" y="1507"/>
                  </a:lnTo>
                  <a:lnTo>
                    <a:pt x="6445" y="1528"/>
                  </a:lnTo>
                  <a:lnTo>
                    <a:pt x="6362" y="1444"/>
                  </a:lnTo>
                  <a:lnTo>
                    <a:pt x="6257" y="1403"/>
                  </a:lnTo>
                  <a:lnTo>
                    <a:pt x="6173" y="1403"/>
                  </a:lnTo>
                  <a:lnTo>
                    <a:pt x="6131" y="1319"/>
                  </a:lnTo>
                  <a:lnTo>
                    <a:pt x="6027" y="1319"/>
                  </a:lnTo>
                  <a:lnTo>
                    <a:pt x="5839" y="1424"/>
                  </a:lnTo>
                  <a:lnTo>
                    <a:pt x="5671" y="1340"/>
                  </a:lnTo>
                  <a:lnTo>
                    <a:pt x="5525" y="1319"/>
                  </a:lnTo>
                  <a:lnTo>
                    <a:pt x="5336" y="1403"/>
                  </a:lnTo>
                  <a:lnTo>
                    <a:pt x="5295" y="1444"/>
                  </a:lnTo>
                  <a:lnTo>
                    <a:pt x="5148" y="1444"/>
                  </a:lnTo>
                  <a:lnTo>
                    <a:pt x="5043" y="1424"/>
                  </a:lnTo>
                  <a:lnTo>
                    <a:pt x="4918" y="1444"/>
                  </a:lnTo>
                  <a:lnTo>
                    <a:pt x="4813" y="1424"/>
                  </a:lnTo>
                  <a:lnTo>
                    <a:pt x="4792" y="1340"/>
                  </a:lnTo>
                  <a:lnTo>
                    <a:pt x="4813" y="1256"/>
                  </a:lnTo>
                  <a:lnTo>
                    <a:pt x="4792" y="1131"/>
                  </a:lnTo>
                  <a:lnTo>
                    <a:pt x="4688" y="1089"/>
                  </a:lnTo>
                  <a:lnTo>
                    <a:pt x="4625" y="1089"/>
                  </a:lnTo>
                  <a:lnTo>
                    <a:pt x="4625" y="921"/>
                  </a:lnTo>
                  <a:lnTo>
                    <a:pt x="4520" y="775"/>
                  </a:lnTo>
                  <a:lnTo>
                    <a:pt x="4269" y="670"/>
                  </a:lnTo>
                  <a:lnTo>
                    <a:pt x="4186" y="670"/>
                  </a:lnTo>
                  <a:lnTo>
                    <a:pt x="4081" y="482"/>
                  </a:lnTo>
                  <a:lnTo>
                    <a:pt x="4081" y="377"/>
                  </a:lnTo>
                  <a:lnTo>
                    <a:pt x="3934" y="210"/>
                  </a:lnTo>
                  <a:lnTo>
                    <a:pt x="3893" y="168"/>
                  </a:lnTo>
                  <a:lnTo>
                    <a:pt x="3767" y="147"/>
                  </a:lnTo>
                  <a:lnTo>
                    <a:pt x="3558" y="84"/>
                  </a:lnTo>
                  <a:lnTo>
                    <a:pt x="351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60"/>
            <p:cNvSpPr/>
            <p:nvPr/>
          </p:nvSpPr>
          <p:spPr>
            <a:xfrm>
              <a:off x="3275452" y="3211250"/>
              <a:ext cx="85722" cy="91389"/>
            </a:xfrm>
            <a:custGeom>
              <a:rect b="b" l="l" r="r" t="t"/>
              <a:pathLst>
                <a:path extrusionOk="0" h="8036" w="7199">
                  <a:moveTo>
                    <a:pt x="1967" y="1"/>
                  </a:moveTo>
                  <a:lnTo>
                    <a:pt x="1779" y="85"/>
                  </a:lnTo>
                  <a:lnTo>
                    <a:pt x="1612" y="126"/>
                  </a:lnTo>
                  <a:lnTo>
                    <a:pt x="1319" y="294"/>
                  </a:lnTo>
                  <a:lnTo>
                    <a:pt x="1235" y="545"/>
                  </a:lnTo>
                  <a:lnTo>
                    <a:pt x="1047" y="608"/>
                  </a:lnTo>
                  <a:lnTo>
                    <a:pt x="921" y="608"/>
                  </a:lnTo>
                  <a:lnTo>
                    <a:pt x="796" y="712"/>
                  </a:lnTo>
                  <a:lnTo>
                    <a:pt x="712" y="712"/>
                  </a:lnTo>
                  <a:lnTo>
                    <a:pt x="524" y="775"/>
                  </a:lnTo>
                  <a:lnTo>
                    <a:pt x="1" y="775"/>
                  </a:lnTo>
                  <a:lnTo>
                    <a:pt x="524" y="1549"/>
                  </a:lnTo>
                  <a:lnTo>
                    <a:pt x="524" y="1612"/>
                  </a:lnTo>
                  <a:lnTo>
                    <a:pt x="461" y="1779"/>
                  </a:lnTo>
                  <a:lnTo>
                    <a:pt x="461" y="2198"/>
                  </a:lnTo>
                  <a:lnTo>
                    <a:pt x="377" y="2386"/>
                  </a:lnTo>
                  <a:lnTo>
                    <a:pt x="419" y="2533"/>
                  </a:lnTo>
                  <a:lnTo>
                    <a:pt x="461" y="2909"/>
                  </a:lnTo>
                  <a:lnTo>
                    <a:pt x="398" y="3077"/>
                  </a:lnTo>
                  <a:lnTo>
                    <a:pt x="356" y="3160"/>
                  </a:lnTo>
                  <a:lnTo>
                    <a:pt x="377" y="3286"/>
                  </a:lnTo>
                  <a:lnTo>
                    <a:pt x="398" y="3370"/>
                  </a:lnTo>
                  <a:lnTo>
                    <a:pt x="398" y="3495"/>
                  </a:lnTo>
                  <a:lnTo>
                    <a:pt x="356" y="3600"/>
                  </a:lnTo>
                  <a:lnTo>
                    <a:pt x="524" y="3997"/>
                  </a:lnTo>
                  <a:lnTo>
                    <a:pt x="503" y="4123"/>
                  </a:lnTo>
                  <a:lnTo>
                    <a:pt x="398" y="4290"/>
                  </a:lnTo>
                  <a:lnTo>
                    <a:pt x="273" y="4374"/>
                  </a:lnTo>
                  <a:lnTo>
                    <a:pt x="168" y="4541"/>
                  </a:lnTo>
                  <a:lnTo>
                    <a:pt x="210" y="4604"/>
                  </a:lnTo>
                  <a:lnTo>
                    <a:pt x="293" y="4625"/>
                  </a:lnTo>
                  <a:lnTo>
                    <a:pt x="314" y="4709"/>
                  </a:lnTo>
                  <a:lnTo>
                    <a:pt x="356" y="4709"/>
                  </a:lnTo>
                  <a:lnTo>
                    <a:pt x="356" y="4834"/>
                  </a:lnTo>
                  <a:lnTo>
                    <a:pt x="482" y="4939"/>
                  </a:lnTo>
                  <a:lnTo>
                    <a:pt x="524" y="5002"/>
                  </a:lnTo>
                  <a:lnTo>
                    <a:pt x="565" y="5127"/>
                  </a:lnTo>
                  <a:lnTo>
                    <a:pt x="524" y="5232"/>
                  </a:lnTo>
                  <a:lnTo>
                    <a:pt x="524" y="5274"/>
                  </a:lnTo>
                  <a:lnTo>
                    <a:pt x="586" y="5483"/>
                  </a:lnTo>
                  <a:lnTo>
                    <a:pt x="670" y="5629"/>
                  </a:lnTo>
                  <a:lnTo>
                    <a:pt x="921" y="5839"/>
                  </a:lnTo>
                  <a:lnTo>
                    <a:pt x="942" y="5901"/>
                  </a:lnTo>
                  <a:lnTo>
                    <a:pt x="879" y="6090"/>
                  </a:lnTo>
                  <a:lnTo>
                    <a:pt x="921" y="6194"/>
                  </a:lnTo>
                  <a:lnTo>
                    <a:pt x="775" y="6508"/>
                  </a:lnTo>
                  <a:lnTo>
                    <a:pt x="879" y="6613"/>
                  </a:lnTo>
                  <a:lnTo>
                    <a:pt x="1130" y="6885"/>
                  </a:lnTo>
                  <a:lnTo>
                    <a:pt x="1570" y="8036"/>
                  </a:lnTo>
                  <a:lnTo>
                    <a:pt x="1737" y="8036"/>
                  </a:lnTo>
                  <a:lnTo>
                    <a:pt x="1758" y="7952"/>
                  </a:lnTo>
                  <a:lnTo>
                    <a:pt x="1863" y="7931"/>
                  </a:lnTo>
                  <a:lnTo>
                    <a:pt x="1863" y="7952"/>
                  </a:lnTo>
                  <a:lnTo>
                    <a:pt x="1946" y="7847"/>
                  </a:lnTo>
                  <a:lnTo>
                    <a:pt x="2051" y="7638"/>
                  </a:lnTo>
                  <a:lnTo>
                    <a:pt x="2260" y="7408"/>
                  </a:lnTo>
                  <a:lnTo>
                    <a:pt x="2407" y="7345"/>
                  </a:lnTo>
                  <a:lnTo>
                    <a:pt x="2553" y="7471"/>
                  </a:lnTo>
                  <a:lnTo>
                    <a:pt x="2721" y="7450"/>
                  </a:lnTo>
                  <a:lnTo>
                    <a:pt x="2804" y="7429"/>
                  </a:lnTo>
                  <a:lnTo>
                    <a:pt x="2930" y="7471"/>
                  </a:lnTo>
                  <a:lnTo>
                    <a:pt x="3139" y="7429"/>
                  </a:lnTo>
                  <a:lnTo>
                    <a:pt x="3244" y="7450"/>
                  </a:lnTo>
                  <a:lnTo>
                    <a:pt x="3286" y="7575"/>
                  </a:lnTo>
                  <a:lnTo>
                    <a:pt x="3348" y="7847"/>
                  </a:lnTo>
                  <a:lnTo>
                    <a:pt x="3411" y="7889"/>
                  </a:lnTo>
                  <a:lnTo>
                    <a:pt x="3453" y="7847"/>
                  </a:lnTo>
                  <a:lnTo>
                    <a:pt x="3453" y="7743"/>
                  </a:lnTo>
                  <a:lnTo>
                    <a:pt x="3516" y="7617"/>
                  </a:lnTo>
                  <a:lnTo>
                    <a:pt x="3516" y="7512"/>
                  </a:lnTo>
                  <a:lnTo>
                    <a:pt x="3620" y="7366"/>
                  </a:lnTo>
                  <a:lnTo>
                    <a:pt x="4227" y="7366"/>
                  </a:lnTo>
                  <a:lnTo>
                    <a:pt x="4353" y="7471"/>
                  </a:lnTo>
                  <a:lnTo>
                    <a:pt x="4374" y="7303"/>
                  </a:lnTo>
                  <a:lnTo>
                    <a:pt x="4541" y="6989"/>
                  </a:lnTo>
                  <a:lnTo>
                    <a:pt x="4562" y="6822"/>
                  </a:lnTo>
                  <a:lnTo>
                    <a:pt x="4541" y="6675"/>
                  </a:lnTo>
                  <a:lnTo>
                    <a:pt x="4478" y="6592"/>
                  </a:lnTo>
                  <a:lnTo>
                    <a:pt x="4667" y="6299"/>
                  </a:lnTo>
                  <a:lnTo>
                    <a:pt x="4750" y="6090"/>
                  </a:lnTo>
                  <a:lnTo>
                    <a:pt x="4750" y="5985"/>
                  </a:lnTo>
                  <a:lnTo>
                    <a:pt x="4876" y="5901"/>
                  </a:lnTo>
                  <a:lnTo>
                    <a:pt x="5650" y="5692"/>
                  </a:lnTo>
                  <a:lnTo>
                    <a:pt x="6319" y="5692"/>
                  </a:lnTo>
                  <a:lnTo>
                    <a:pt x="6696" y="5985"/>
                  </a:lnTo>
                  <a:lnTo>
                    <a:pt x="6780" y="5985"/>
                  </a:lnTo>
                  <a:lnTo>
                    <a:pt x="6864" y="6069"/>
                  </a:lnTo>
                  <a:lnTo>
                    <a:pt x="6926" y="5964"/>
                  </a:lnTo>
                  <a:lnTo>
                    <a:pt x="6905" y="5880"/>
                  </a:lnTo>
                  <a:lnTo>
                    <a:pt x="7198" y="5315"/>
                  </a:lnTo>
                  <a:lnTo>
                    <a:pt x="7177" y="5043"/>
                  </a:lnTo>
                  <a:lnTo>
                    <a:pt x="6884" y="4499"/>
                  </a:lnTo>
                  <a:lnTo>
                    <a:pt x="6571" y="4437"/>
                  </a:lnTo>
                  <a:lnTo>
                    <a:pt x="6591" y="4207"/>
                  </a:lnTo>
                  <a:lnTo>
                    <a:pt x="6550" y="3851"/>
                  </a:lnTo>
                  <a:lnTo>
                    <a:pt x="5524" y="3809"/>
                  </a:lnTo>
                  <a:lnTo>
                    <a:pt x="5545" y="3558"/>
                  </a:lnTo>
                  <a:lnTo>
                    <a:pt x="5315" y="3181"/>
                  </a:lnTo>
                  <a:lnTo>
                    <a:pt x="5399" y="3056"/>
                  </a:lnTo>
                  <a:lnTo>
                    <a:pt x="5336" y="2846"/>
                  </a:lnTo>
                  <a:lnTo>
                    <a:pt x="5378" y="2554"/>
                  </a:lnTo>
                  <a:lnTo>
                    <a:pt x="5315" y="2491"/>
                  </a:lnTo>
                  <a:lnTo>
                    <a:pt x="5106" y="2323"/>
                  </a:lnTo>
                  <a:lnTo>
                    <a:pt x="4771" y="2386"/>
                  </a:lnTo>
                  <a:lnTo>
                    <a:pt x="4604" y="2302"/>
                  </a:lnTo>
                  <a:lnTo>
                    <a:pt x="4499" y="2240"/>
                  </a:lnTo>
                  <a:lnTo>
                    <a:pt x="4457" y="2093"/>
                  </a:lnTo>
                  <a:lnTo>
                    <a:pt x="4290" y="2030"/>
                  </a:lnTo>
                  <a:lnTo>
                    <a:pt x="4060" y="1968"/>
                  </a:lnTo>
                  <a:lnTo>
                    <a:pt x="3955" y="1968"/>
                  </a:lnTo>
                  <a:lnTo>
                    <a:pt x="3746" y="1717"/>
                  </a:lnTo>
                  <a:lnTo>
                    <a:pt x="3620" y="1779"/>
                  </a:lnTo>
                  <a:lnTo>
                    <a:pt x="3411" y="1570"/>
                  </a:lnTo>
                  <a:lnTo>
                    <a:pt x="3181" y="1612"/>
                  </a:lnTo>
                  <a:lnTo>
                    <a:pt x="3118" y="1696"/>
                  </a:lnTo>
                  <a:lnTo>
                    <a:pt x="2993" y="1570"/>
                  </a:lnTo>
                  <a:lnTo>
                    <a:pt x="2804" y="1466"/>
                  </a:lnTo>
                  <a:lnTo>
                    <a:pt x="2679" y="1382"/>
                  </a:lnTo>
                  <a:lnTo>
                    <a:pt x="2616" y="1235"/>
                  </a:lnTo>
                  <a:lnTo>
                    <a:pt x="2490" y="1152"/>
                  </a:lnTo>
                  <a:lnTo>
                    <a:pt x="2407" y="942"/>
                  </a:lnTo>
                  <a:lnTo>
                    <a:pt x="2449" y="838"/>
                  </a:lnTo>
                  <a:lnTo>
                    <a:pt x="2386" y="545"/>
                  </a:lnTo>
                  <a:lnTo>
                    <a:pt x="2470" y="398"/>
                  </a:lnTo>
                  <a:lnTo>
                    <a:pt x="2407" y="189"/>
                  </a:lnTo>
                  <a:lnTo>
                    <a:pt x="2407" y="43"/>
                  </a:lnTo>
                  <a:lnTo>
                    <a:pt x="2365" y="1"/>
                  </a:lnTo>
                  <a:lnTo>
                    <a:pt x="2239" y="85"/>
                  </a:lnTo>
                  <a:lnTo>
                    <a:pt x="20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1807" name="Google Shape;1807;p60"/>
            <p:cNvSpPr/>
            <p:nvPr/>
          </p:nvSpPr>
          <p:spPr>
            <a:xfrm>
              <a:off x="3327273" y="3275982"/>
              <a:ext cx="58811" cy="59262"/>
            </a:xfrm>
            <a:custGeom>
              <a:rect b="b" l="l" r="r" t="t"/>
              <a:pathLst>
                <a:path extrusionOk="0" h="5211" w="4939">
                  <a:moveTo>
                    <a:pt x="1298" y="0"/>
                  </a:moveTo>
                  <a:lnTo>
                    <a:pt x="524" y="209"/>
                  </a:lnTo>
                  <a:lnTo>
                    <a:pt x="398" y="293"/>
                  </a:lnTo>
                  <a:lnTo>
                    <a:pt x="398" y="398"/>
                  </a:lnTo>
                  <a:lnTo>
                    <a:pt x="315" y="607"/>
                  </a:lnTo>
                  <a:lnTo>
                    <a:pt x="126" y="900"/>
                  </a:lnTo>
                  <a:lnTo>
                    <a:pt x="189" y="983"/>
                  </a:lnTo>
                  <a:lnTo>
                    <a:pt x="210" y="1130"/>
                  </a:lnTo>
                  <a:lnTo>
                    <a:pt x="189" y="1297"/>
                  </a:lnTo>
                  <a:lnTo>
                    <a:pt x="22" y="1611"/>
                  </a:lnTo>
                  <a:lnTo>
                    <a:pt x="1" y="1779"/>
                  </a:lnTo>
                  <a:lnTo>
                    <a:pt x="1" y="1820"/>
                  </a:lnTo>
                  <a:lnTo>
                    <a:pt x="126" y="1946"/>
                  </a:lnTo>
                  <a:lnTo>
                    <a:pt x="231" y="1967"/>
                  </a:lnTo>
                  <a:lnTo>
                    <a:pt x="398" y="2239"/>
                  </a:lnTo>
                  <a:lnTo>
                    <a:pt x="754" y="2595"/>
                  </a:lnTo>
                  <a:lnTo>
                    <a:pt x="879" y="2595"/>
                  </a:lnTo>
                  <a:lnTo>
                    <a:pt x="1026" y="2720"/>
                  </a:lnTo>
                  <a:lnTo>
                    <a:pt x="1131" y="2888"/>
                  </a:lnTo>
                  <a:lnTo>
                    <a:pt x="1465" y="2971"/>
                  </a:lnTo>
                  <a:lnTo>
                    <a:pt x="1695" y="3097"/>
                  </a:lnTo>
                  <a:lnTo>
                    <a:pt x="1800" y="3097"/>
                  </a:lnTo>
                  <a:lnTo>
                    <a:pt x="2030" y="3327"/>
                  </a:lnTo>
                  <a:lnTo>
                    <a:pt x="2302" y="3452"/>
                  </a:lnTo>
                  <a:lnTo>
                    <a:pt x="2637" y="3515"/>
                  </a:lnTo>
                  <a:lnTo>
                    <a:pt x="2804" y="3641"/>
                  </a:lnTo>
                  <a:lnTo>
                    <a:pt x="2951" y="3808"/>
                  </a:lnTo>
                  <a:lnTo>
                    <a:pt x="3035" y="3934"/>
                  </a:lnTo>
                  <a:lnTo>
                    <a:pt x="2972" y="4059"/>
                  </a:lnTo>
                  <a:lnTo>
                    <a:pt x="2909" y="4185"/>
                  </a:lnTo>
                  <a:lnTo>
                    <a:pt x="2804" y="4269"/>
                  </a:lnTo>
                  <a:lnTo>
                    <a:pt x="2742" y="4373"/>
                  </a:lnTo>
                  <a:lnTo>
                    <a:pt x="2763" y="4478"/>
                  </a:lnTo>
                  <a:lnTo>
                    <a:pt x="2700" y="4708"/>
                  </a:lnTo>
                  <a:lnTo>
                    <a:pt x="2512" y="4896"/>
                  </a:lnTo>
                  <a:lnTo>
                    <a:pt x="2491" y="5022"/>
                  </a:lnTo>
                  <a:lnTo>
                    <a:pt x="2574" y="5022"/>
                  </a:lnTo>
                  <a:lnTo>
                    <a:pt x="2972" y="4959"/>
                  </a:lnTo>
                  <a:lnTo>
                    <a:pt x="3328" y="5064"/>
                  </a:lnTo>
                  <a:lnTo>
                    <a:pt x="3579" y="5210"/>
                  </a:lnTo>
                  <a:lnTo>
                    <a:pt x="3704" y="5168"/>
                  </a:lnTo>
                  <a:lnTo>
                    <a:pt x="3788" y="5168"/>
                  </a:lnTo>
                  <a:lnTo>
                    <a:pt x="3851" y="5210"/>
                  </a:lnTo>
                  <a:lnTo>
                    <a:pt x="3955" y="5064"/>
                  </a:lnTo>
                  <a:lnTo>
                    <a:pt x="3997" y="5022"/>
                  </a:lnTo>
                  <a:lnTo>
                    <a:pt x="4123" y="5085"/>
                  </a:lnTo>
                  <a:lnTo>
                    <a:pt x="4227" y="4959"/>
                  </a:lnTo>
                  <a:lnTo>
                    <a:pt x="4290" y="4792"/>
                  </a:lnTo>
                  <a:lnTo>
                    <a:pt x="4541" y="4603"/>
                  </a:lnTo>
                  <a:lnTo>
                    <a:pt x="4583" y="4478"/>
                  </a:lnTo>
                  <a:lnTo>
                    <a:pt x="4646" y="4352"/>
                  </a:lnTo>
                  <a:lnTo>
                    <a:pt x="4750" y="4248"/>
                  </a:lnTo>
                  <a:lnTo>
                    <a:pt x="4792" y="4038"/>
                  </a:lnTo>
                  <a:lnTo>
                    <a:pt x="4750" y="3976"/>
                  </a:lnTo>
                  <a:lnTo>
                    <a:pt x="4750" y="3829"/>
                  </a:lnTo>
                  <a:lnTo>
                    <a:pt x="4813" y="3808"/>
                  </a:lnTo>
                  <a:lnTo>
                    <a:pt x="4813" y="3724"/>
                  </a:lnTo>
                  <a:lnTo>
                    <a:pt x="4813" y="3662"/>
                  </a:lnTo>
                  <a:lnTo>
                    <a:pt x="4813" y="3599"/>
                  </a:lnTo>
                  <a:lnTo>
                    <a:pt x="4834" y="3599"/>
                  </a:lnTo>
                  <a:lnTo>
                    <a:pt x="4855" y="3515"/>
                  </a:lnTo>
                  <a:lnTo>
                    <a:pt x="4855" y="2971"/>
                  </a:lnTo>
                  <a:lnTo>
                    <a:pt x="4939" y="2888"/>
                  </a:lnTo>
                  <a:lnTo>
                    <a:pt x="4834" y="2867"/>
                  </a:lnTo>
                  <a:lnTo>
                    <a:pt x="4750" y="2783"/>
                  </a:lnTo>
                  <a:lnTo>
                    <a:pt x="4625" y="2720"/>
                  </a:lnTo>
                  <a:lnTo>
                    <a:pt x="4395" y="2867"/>
                  </a:lnTo>
                  <a:lnTo>
                    <a:pt x="4290" y="2825"/>
                  </a:lnTo>
                  <a:lnTo>
                    <a:pt x="4206" y="2616"/>
                  </a:lnTo>
                  <a:lnTo>
                    <a:pt x="4060" y="1988"/>
                  </a:lnTo>
                  <a:lnTo>
                    <a:pt x="4018" y="1862"/>
                  </a:lnTo>
                  <a:lnTo>
                    <a:pt x="3892" y="1820"/>
                  </a:lnTo>
                  <a:lnTo>
                    <a:pt x="3767" y="1716"/>
                  </a:lnTo>
                  <a:lnTo>
                    <a:pt x="3495" y="1841"/>
                  </a:lnTo>
                  <a:lnTo>
                    <a:pt x="3328" y="1758"/>
                  </a:lnTo>
                  <a:lnTo>
                    <a:pt x="3056" y="1779"/>
                  </a:lnTo>
                  <a:lnTo>
                    <a:pt x="2972" y="1737"/>
                  </a:lnTo>
                  <a:lnTo>
                    <a:pt x="2763" y="1758"/>
                  </a:lnTo>
                  <a:lnTo>
                    <a:pt x="2721" y="1632"/>
                  </a:lnTo>
                  <a:lnTo>
                    <a:pt x="2763" y="1528"/>
                  </a:lnTo>
                  <a:lnTo>
                    <a:pt x="2721" y="1360"/>
                  </a:lnTo>
                  <a:lnTo>
                    <a:pt x="2763" y="1025"/>
                  </a:lnTo>
                  <a:lnTo>
                    <a:pt x="2658" y="837"/>
                  </a:lnTo>
                  <a:lnTo>
                    <a:pt x="2658" y="670"/>
                  </a:lnTo>
                  <a:lnTo>
                    <a:pt x="2512" y="565"/>
                  </a:lnTo>
                  <a:lnTo>
                    <a:pt x="2553" y="419"/>
                  </a:lnTo>
                  <a:lnTo>
                    <a:pt x="2428" y="293"/>
                  </a:lnTo>
                  <a:lnTo>
                    <a:pt x="2344" y="293"/>
                  </a:lnTo>
                  <a:lnTo>
                    <a:pt x="196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1808" name="Google Shape;1808;p60"/>
            <p:cNvSpPr/>
            <p:nvPr/>
          </p:nvSpPr>
          <p:spPr>
            <a:xfrm>
              <a:off x="3363150" y="3352838"/>
              <a:ext cx="34889" cy="37848"/>
            </a:xfrm>
            <a:custGeom>
              <a:rect b="b" l="l" r="r" t="t"/>
              <a:pathLst>
                <a:path extrusionOk="0" h="3328" w="2930">
                  <a:moveTo>
                    <a:pt x="754" y="0"/>
                  </a:moveTo>
                  <a:lnTo>
                    <a:pt x="440" y="63"/>
                  </a:lnTo>
                  <a:lnTo>
                    <a:pt x="377" y="42"/>
                  </a:lnTo>
                  <a:lnTo>
                    <a:pt x="315" y="42"/>
                  </a:lnTo>
                  <a:lnTo>
                    <a:pt x="273" y="63"/>
                  </a:lnTo>
                  <a:lnTo>
                    <a:pt x="231" y="210"/>
                  </a:lnTo>
                  <a:lnTo>
                    <a:pt x="126" y="335"/>
                  </a:lnTo>
                  <a:lnTo>
                    <a:pt x="168" y="524"/>
                  </a:lnTo>
                  <a:lnTo>
                    <a:pt x="126" y="586"/>
                  </a:lnTo>
                  <a:lnTo>
                    <a:pt x="147" y="712"/>
                  </a:lnTo>
                  <a:lnTo>
                    <a:pt x="147" y="963"/>
                  </a:lnTo>
                  <a:lnTo>
                    <a:pt x="84" y="1047"/>
                  </a:lnTo>
                  <a:lnTo>
                    <a:pt x="84" y="1151"/>
                  </a:lnTo>
                  <a:lnTo>
                    <a:pt x="43" y="1277"/>
                  </a:lnTo>
                  <a:lnTo>
                    <a:pt x="84" y="1465"/>
                  </a:lnTo>
                  <a:lnTo>
                    <a:pt x="43" y="1507"/>
                  </a:lnTo>
                  <a:lnTo>
                    <a:pt x="63" y="1779"/>
                  </a:lnTo>
                  <a:lnTo>
                    <a:pt x="126" y="1967"/>
                  </a:lnTo>
                  <a:lnTo>
                    <a:pt x="84" y="2030"/>
                  </a:lnTo>
                  <a:lnTo>
                    <a:pt x="22" y="2114"/>
                  </a:lnTo>
                  <a:lnTo>
                    <a:pt x="1" y="2156"/>
                  </a:lnTo>
                  <a:lnTo>
                    <a:pt x="1" y="2428"/>
                  </a:lnTo>
                  <a:lnTo>
                    <a:pt x="63" y="2637"/>
                  </a:lnTo>
                  <a:lnTo>
                    <a:pt x="231" y="2867"/>
                  </a:lnTo>
                  <a:lnTo>
                    <a:pt x="315" y="2867"/>
                  </a:lnTo>
                  <a:lnTo>
                    <a:pt x="461" y="3034"/>
                  </a:lnTo>
                  <a:lnTo>
                    <a:pt x="545" y="3055"/>
                  </a:lnTo>
                  <a:lnTo>
                    <a:pt x="796" y="3034"/>
                  </a:lnTo>
                  <a:lnTo>
                    <a:pt x="963" y="3055"/>
                  </a:lnTo>
                  <a:lnTo>
                    <a:pt x="1089" y="3139"/>
                  </a:lnTo>
                  <a:lnTo>
                    <a:pt x="1172" y="3160"/>
                  </a:lnTo>
                  <a:lnTo>
                    <a:pt x="1277" y="3160"/>
                  </a:lnTo>
                  <a:lnTo>
                    <a:pt x="1298" y="3181"/>
                  </a:lnTo>
                  <a:lnTo>
                    <a:pt x="1277" y="3244"/>
                  </a:lnTo>
                  <a:lnTo>
                    <a:pt x="1277" y="3285"/>
                  </a:lnTo>
                  <a:lnTo>
                    <a:pt x="1382" y="3285"/>
                  </a:lnTo>
                  <a:lnTo>
                    <a:pt x="1507" y="3202"/>
                  </a:lnTo>
                  <a:lnTo>
                    <a:pt x="1654" y="3181"/>
                  </a:lnTo>
                  <a:lnTo>
                    <a:pt x="1800" y="3244"/>
                  </a:lnTo>
                  <a:lnTo>
                    <a:pt x="1842" y="3264"/>
                  </a:lnTo>
                  <a:lnTo>
                    <a:pt x="1926" y="3264"/>
                  </a:lnTo>
                  <a:lnTo>
                    <a:pt x="2009" y="3285"/>
                  </a:lnTo>
                  <a:lnTo>
                    <a:pt x="2093" y="3327"/>
                  </a:lnTo>
                  <a:lnTo>
                    <a:pt x="2135" y="3264"/>
                  </a:lnTo>
                  <a:lnTo>
                    <a:pt x="2156" y="3181"/>
                  </a:lnTo>
                  <a:lnTo>
                    <a:pt x="2177" y="3181"/>
                  </a:lnTo>
                  <a:lnTo>
                    <a:pt x="2239" y="3202"/>
                  </a:lnTo>
                  <a:lnTo>
                    <a:pt x="2449" y="3139"/>
                  </a:lnTo>
                  <a:lnTo>
                    <a:pt x="2574" y="2972"/>
                  </a:lnTo>
                  <a:lnTo>
                    <a:pt x="2637" y="2930"/>
                  </a:lnTo>
                  <a:lnTo>
                    <a:pt x="2616" y="2909"/>
                  </a:lnTo>
                  <a:lnTo>
                    <a:pt x="2658" y="2804"/>
                  </a:lnTo>
                  <a:lnTo>
                    <a:pt x="2784" y="2720"/>
                  </a:lnTo>
                  <a:lnTo>
                    <a:pt x="2784" y="2532"/>
                  </a:lnTo>
                  <a:lnTo>
                    <a:pt x="2867" y="2428"/>
                  </a:lnTo>
                  <a:lnTo>
                    <a:pt x="2930" y="2407"/>
                  </a:lnTo>
                  <a:lnTo>
                    <a:pt x="2888" y="2386"/>
                  </a:lnTo>
                  <a:lnTo>
                    <a:pt x="2825" y="2281"/>
                  </a:lnTo>
                  <a:lnTo>
                    <a:pt x="2784" y="2239"/>
                  </a:lnTo>
                  <a:lnTo>
                    <a:pt x="2784" y="2218"/>
                  </a:lnTo>
                  <a:lnTo>
                    <a:pt x="2742" y="2030"/>
                  </a:lnTo>
                  <a:lnTo>
                    <a:pt x="2846" y="1884"/>
                  </a:lnTo>
                  <a:lnTo>
                    <a:pt x="2867" y="1716"/>
                  </a:lnTo>
                  <a:lnTo>
                    <a:pt x="2742" y="1612"/>
                  </a:lnTo>
                  <a:lnTo>
                    <a:pt x="2574" y="1402"/>
                  </a:lnTo>
                  <a:lnTo>
                    <a:pt x="2449" y="1256"/>
                  </a:lnTo>
                  <a:lnTo>
                    <a:pt x="2239" y="1151"/>
                  </a:lnTo>
                  <a:lnTo>
                    <a:pt x="2114" y="1172"/>
                  </a:lnTo>
                  <a:lnTo>
                    <a:pt x="2114" y="1026"/>
                  </a:lnTo>
                  <a:lnTo>
                    <a:pt x="1988" y="879"/>
                  </a:lnTo>
                  <a:lnTo>
                    <a:pt x="1842" y="858"/>
                  </a:lnTo>
                  <a:lnTo>
                    <a:pt x="1695" y="775"/>
                  </a:lnTo>
                  <a:lnTo>
                    <a:pt x="1570" y="565"/>
                  </a:lnTo>
                  <a:lnTo>
                    <a:pt x="1486" y="565"/>
                  </a:lnTo>
                  <a:lnTo>
                    <a:pt x="1382" y="670"/>
                  </a:lnTo>
                  <a:lnTo>
                    <a:pt x="1319" y="670"/>
                  </a:lnTo>
                  <a:lnTo>
                    <a:pt x="1172" y="461"/>
                  </a:lnTo>
                  <a:lnTo>
                    <a:pt x="1110" y="314"/>
                  </a:lnTo>
                  <a:lnTo>
                    <a:pt x="984" y="251"/>
                  </a:lnTo>
                  <a:lnTo>
                    <a:pt x="859" y="63"/>
                  </a:lnTo>
                  <a:lnTo>
                    <a:pt x="75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09" name="Google Shape;1809;p60"/>
            <p:cNvGrpSpPr/>
            <p:nvPr/>
          </p:nvGrpSpPr>
          <p:grpSpPr>
            <a:xfrm>
              <a:off x="3280929" y="3294542"/>
              <a:ext cx="109894" cy="272224"/>
              <a:chOff x="2711750" y="3572300"/>
              <a:chExt cx="230725" cy="598425"/>
            </a:xfrm>
          </p:grpSpPr>
          <p:sp>
            <p:nvSpPr>
              <p:cNvPr id="1810" name="Google Shape;1810;p60"/>
              <p:cNvSpPr/>
              <p:nvPr/>
            </p:nvSpPr>
            <p:spPr>
              <a:xfrm>
                <a:off x="2711750" y="3572300"/>
                <a:ext cx="230725" cy="538800"/>
              </a:xfrm>
              <a:custGeom>
                <a:rect b="b" l="l" r="r" t="t"/>
                <a:pathLst>
                  <a:path extrusionOk="0" h="21552" w="9229">
                    <a:moveTo>
                      <a:pt x="1947" y="0"/>
                    </a:moveTo>
                    <a:lnTo>
                      <a:pt x="1800" y="42"/>
                    </a:lnTo>
                    <a:lnTo>
                      <a:pt x="1570" y="293"/>
                    </a:lnTo>
                    <a:lnTo>
                      <a:pt x="1466" y="502"/>
                    </a:lnTo>
                    <a:lnTo>
                      <a:pt x="1382" y="607"/>
                    </a:lnTo>
                    <a:lnTo>
                      <a:pt x="1466" y="753"/>
                    </a:lnTo>
                    <a:lnTo>
                      <a:pt x="1298" y="1402"/>
                    </a:lnTo>
                    <a:lnTo>
                      <a:pt x="629" y="1779"/>
                    </a:lnTo>
                    <a:lnTo>
                      <a:pt x="566" y="1925"/>
                    </a:lnTo>
                    <a:lnTo>
                      <a:pt x="691" y="2030"/>
                    </a:lnTo>
                    <a:lnTo>
                      <a:pt x="733" y="2134"/>
                    </a:lnTo>
                    <a:lnTo>
                      <a:pt x="650" y="2281"/>
                    </a:lnTo>
                    <a:lnTo>
                      <a:pt x="670" y="2448"/>
                    </a:lnTo>
                    <a:lnTo>
                      <a:pt x="796" y="2616"/>
                    </a:lnTo>
                    <a:lnTo>
                      <a:pt x="796" y="2762"/>
                    </a:lnTo>
                    <a:lnTo>
                      <a:pt x="691" y="2846"/>
                    </a:lnTo>
                    <a:lnTo>
                      <a:pt x="670" y="2950"/>
                    </a:lnTo>
                    <a:lnTo>
                      <a:pt x="754" y="3013"/>
                    </a:lnTo>
                    <a:lnTo>
                      <a:pt x="796" y="3076"/>
                    </a:lnTo>
                    <a:lnTo>
                      <a:pt x="796" y="3243"/>
                    </a:lnTo>
                    <a:lnTo>
                      <a:pt x="859" y="3285"/>
                    </a:lnTo>
                    <a:lnTo>
                      <a:pt x="775" y="3390"/>
                    </a:lnTo>
                    <a:lnTo>
                      <a:pt x="670" y="3453"/>
                    </a:lnTo>
                    <a:lnTo>
                      <a:pt x="524" y="3599"/>
                    </a:lnTo>
                    <a:lnTo>
                      <a:pt x="357" y="3997"/>
                    </a:lnTo>
                    <a:lnTo>
                      <a:pt x="252" y="4164"/>
                    </a:lnTo>
                    <a:lnTo>
                      <a:pt x="210" y="4582"/>
                    </a:lnTo>
                    <a:lnTo>
                      <a:pt x="126" y="4645"/>
                    </a:lnTo>
                    <a:lnTo>
                      <a:pt x="147" y="5022"/>
                    </a:lnTo>
                    <a:lnTo>
                      <a:pt x="252" y="5210"/>
                    </a:lnTo>
                    <a:lnTo>
                      <a:pt x="252" y="5461"/>
                    </a:lnTo>
                    <a:lnTo>
                      <a:pt x="168" y="5566"/>
                    </a:lnTo>
                    <a:lnTo>
                      <a:pt x="168" y="5859"/>
                    </a:lnTo>
                    <a:lnTo>
                      <a:pt x="22" y="5942"/>
                    </a:lnTo>
                    <a:lnTo>
                      <a:pt x="1" y="6152"/>
                    </a:lnTo>
                    <a:lnTo>
                      <a:pt x="43" y="6424"/>
                    </a:lnTo>
                    <a:lnTo>
                      <a:pt x="147" y="6570"/>
                    </a:lnTo>
                    <a:lnTo>
                      <a:pt x="168" y="6675"/>
                    </a:lnTo>
                    <a:lnTo>
                      <a:pt x="315" y="6884"/>
                    </a:lnTo>
                    <a:lnTo>
                      <a:pt x="378" y="7051"/>
                    </a:lnTo>
                    <a:lnTo>
                      <a:pt x="461" y="7407"/>
                    </a:lnTo>
                    <a:lnTo>
                      <a:pt x="545" y="7470"/>
                    </a:lnTo>
                    <a:lnTo>
                      <a:pt x="587" y="7930"/>
                    </a:lnTo>
                    <a:lnTo>
                      <a:pt x="566" y="8181"/>
                    </a:lnTo>
                    <a:lnTo>
                      <a:pt x="461" y="8202"/>
                    </a:lnTo>
                    <a:lnTo>
                      <a:pt x="357" y="8453"/>
                    </a:lnTo>
                    <a:lnTo>
                      <a:pt x="378" y="8683"/>
                    </a:lnTo>
                    <a:lnTo>
                      <a:pt x="252" y="8872"/>
                    </a:lnTo>
                    <a:lnTo>
                      <a:pt x="336" y="8935"/>
                    </a:lnTo>
                    <a:lnTo>
                      <a:pt x="440" y="9123"/>
                    </a:lnTo>
                    <a:lnTo>
                      <a:pt x="461" y="9332"/>
                    </a:lnTo>
                    <a:lnTo>
                      <a:pt x="336" y="9458"/>
                    </a:lnTo>
                    <a:lnTo>
                      <a:pt x="210" y="9709"/>
                    </a:lnTo>
                    <a:lnTo>
                      <a:pt x="210" y="10085"/>
                    </a:lnTo>
                    <a:lnTo>
                      <a:pt x="210" y="10253"/>
                    </a:lnTo>
                    <a:lnTo>
                      <a:pt x="147" y="10483"/>
                    </a:lnTo>
                    <a:lnTo>
                      <a:pt x="482" y="11173"/>
                    </a:lnTo>
                    <a:lnTo>
                      <a:pt x="419" y="11278"/>
                    </a:lnTo>
                    <a:lnTo>
                      <a:pt x="252" y="11341"/>
                    </a:lnTo>
                    <a:lnTo>
                      <a:pt x="231" y="11655"/>
                    </a:lnTo>
                    <a:lnTo>
                      <a:pt x="22" y="11948"/>
                    </a:lnTo>
                    <a:lnTo>
                      <a:pt x="43" y="12157"/>
                    </a:lnTo>
                    <a:lnTo>
                      <a:pt x="147" y="12345"/>
                    </a:lnTo>
                    <a:lnTo>
                      <a:pt x="126" y="12764"/>
                    </a:lnTo>
                    <a:lnTo>
                      <a:pt x="147" y="13119"/>
                    </a:lnTo>
                    <a:lnTo>
                      <a:pt x="210" y="13391"/>
                    </a:lnTo>
                    <a:lnTo>
                      <a:pt x="315" y="13433"/>
                    </a:lnTo>
                    <a:lnTo>
                      <a:pt x="357" y="13538"/>
                    </a:lnTo>
                    <a:lnTo>
                      <a:pt x="336" y="13705"/>
                    </a:lnTo>
                    <a:lnTo>
                      <a:pt x="210" y="13789"/>
                    </a:lnTo>
                    <a:lnTo>
                      <a:pt x="231" y="14103"/>
                    </a:lnTo>
                    <a:cubicBezTo>
                      <a:pt x="252" y="14165"/>
                      <a:pt x="252" y="14270"/>
                      <a:pt x="273" y="14354"/>
                    </a:cubicBezTo>
                    <a:lnTo>
                      <a:pt x="273" y="14375"/>
                    </a:lnTo>
                    <a:lnTo>
                      <a:pt x="461" y="14437"/>
                    </a:lnTo>
                    <a:lnTo>
                      <a:pt x="461" y="14626"/>
                    </a:lnTo>
                    <a:lnTo>
                      <a:pt x="461" y="14772"/>
                    </a:lnTo>
                    <a:lnTo>
                      <a:pt x="566" y="15002"/>
                    </a:lnTo>
                    <a:lnTo>
                      <a:pt x="608" y="15274"/>
                    </a:lnTo>
                    <a:lnTo>
                      <a:pt x="712" y="15295"/>
                    </a:lnTo>
                    <a:lnTo>
                      <a:pt x="796" y="15253"/>
                    </a:lnTo>
                    <a:lnTo>
                      <a:pt x="880" y="15274"/>
                    </a:lnTo>
                    <a:lnTo>
                      <a:pt x="880" y="15400"/>
                    </a:lnTo>
                    <a:lnTo>
                      <a:pt x="754" y="15567"/>
                    </a:lnTo>
                    <a:lnTo>
                      <a:pt x="482" y="15567"/>
                    </a:lnTo>
                    <a:lnTo>
                      <a:pt x="440" y="15672"/>
                    </a:lnTo>
                    <a:lnTo>
                      <a:pt x="524" y="15735"/>
                    </a:lnTo>
                    <a:lnTo>
                      <a:pt x="545" y="15714"/>
                    </a:lnTo>
                    <a:lnTo>
                      <a:pt x="670" y="15714"/>
                    </a:lnTo>
                    <a:lnTo>
                      <a:pt x="859" y="15839"/>
                    </a:lnTo>
                    <a:lnTo>
                      <a:pt x="984" y="16049"/>
                    </a:lnTo>
                    <a:lnTo>
                      <a:pt x="984" y="16195"/>
                    </a:lnTo>
                    <a:lnTo>
                      <a:pt x="838" y="16321"/>
                    </a:lnTo>
                    <a:lnTo>
                      <a:pt x="838" y="16425"/>
                    </a:lnTo>
                    <a:lnTo>
                      <a:pt x="901" y="16572"/>
                    </a:lnTo>
                    <a:lnTo>
                      <a:pt x="963" y="16885"/>
                    </a:lnTo>
                    <a:lnTo>
                      <a:pt x="1047" y="17137"/>
                    </a:lnTo>
                    <a:lnTo>
                      <a:pt x="942" y="17241"/>
                    </a:lnTo>
                    <a:lnTo>
                      <a:pt x="901" y="17367"/>
                    </a:lnTo>
                    <a:lnTo>
                      <a:pt x="1005" y="17618"/>
                    </a:lnTo>
                    <a:lnTo>
                      <a:pt x="901" y="17764"/>
                    </a:lnTo>
                    <a:lnTo>
                      <a:pt x="859" y="18015"/>
                    </a:lnTo>
                    <a:lnTo>
                      <a:pt x="942" y="18246"/>
                    </a:lnTo>
                    <a:lnTo>
                      <a:pt x="984" y="18559"/>
                    </a:lnTo>
                    <a:lnTo>
                      <a:pt x="942" y="18852"/>
                    </a:lnTo>
                    <a:lnTo>
                      <a:pt x="733" y="19062"/>
                    </a:lnTo>
                    <a:lnTo>
                      <a:pt x="587" y="19250"/>
                    </a:lnTo>
                    <a:lnTo>
                      <a:pt x="524" y="19752"/>
                    </a:lnTo>
                    <a:cubicBezTo>
                      <a:pt x="545" y="19815"/>
                      <a:pt x="545" y="19898"/>
                      <a:pt x="566" y="19982"/>
                    </a:cubicBezTo>
                    <a:lnTo>
                      <a:pt x="796" y="20422"/>
                    </a:lnTo>
                    <a:lnTo>
                      <a:pt x="942" y="20422"/>
                    </a:lnTo>
                    <a:lnTo>
                      <a:pt x="1047" y="20317"/>
                    </a:lnTo>
                    <a:lnTo>
                      <a:pt x="1214" y="20233"/>
                    </a:lnTo>
                    <a:lnTo>
                      <a:pt x="1361" y="20233"/>
                    </a:lnTo>
                    <a:lnTo>
                      <a:pt x="1361" y="20401"/>
                    </a:lnTo>
                    <a:lnTo>
                      <a:pt x="1382" y="20735"/>
                    </a:lnTo>
                    <a:lnTo>
                      <a:pt x="1507" y="20840"/>
                    </a:lnTo>
                    <a:lnTo>
                      <a:pt x="1570" y="21049"/>
                    </a:lnTo>
                    <a:lnTo>
                      <a:pt x="1633" y="21279"/>
                    </a:lnTo>
                    <a:lnTo>
                      <a:pt x="1926" y="21321"/>
                    </a:lnTo>
                    <a:lnTo>
                      <a:pt x="2030" y="21363"/>
                    </a:lnTo>
                    <a:lnTo>
                      <a:pt x="2449" y="21279"/>
                    </a:lnTo>
                    <a:lnTo>
                      <a:pt x="3181" y="21279"/>
                    </a:lnTo>
                    <a:lnTo>
                      <a:pt x="3244" y="21342"/>
                    </a:lnTo>
                    <a:lnTo>
                      <a:pt x="3370" y="21363"/>
                    </a:lnTo>
                    <a:lnTo>
                      <a:pt x="3516" y="21489"/>
                    </a:lnTo>
                    <a:lnTo>
                      <a:pt x="3663" y="21551"/>
                    </a:lnTo>
                    <a:lnTo>
                      <a:pt x="3704" y="21551"/>
                    </a:lnTo>
                    <a:lnTo>
                      <a:pt x="3704" y="21447"/>
                    </a:lnTo>
                    <a:lnTo>
                      <a:pt x="3600" y="21363"/>
                    </a:lnTo>
                    <a:lnTo>
                      <a:pt x="3411" y="21238"/>
                    </a:lnTo>
                    <a:lnTo>
                      <a:pt x="3391" y="21133"/>
                    </a:lnTo>
                    <a:lnTo>
                      <a:pt x="3286" y="21028"/>
                    </a:lnTo>
                    <a:lnTo>
                      <a:pt x="3202" y="21049"/>
                    </a:lnTo>
                    <a:lnTo>
                      <a:pt x="3160" y="21007"/>
                    </a:lnTo>
                    <a:lnTo>
                      <a:pt x="3244" y="20945"/>
                    </a:lnTo>
                    <a:lnTo>
                      <a:pt x="3265" y="20861"/>
                    </a:lnTo>
                    <a:lnTo>
                      <a:pt x="3244" y="20840"/>
                    </a:lnTo>
                    <a:lnTo>
                      <a:pt x="3244" y="20756"/>
                    </a:lnTo>
                    <a:lnTo>
                      <a:pt x="3139" y="20505"/>
                    </a:lnTo>
                    <a:lnTo>
                      <a:pt x="3035" y="20317"/>
                    </a:lnTo>
                    <a:lnTo>
                      <a:pt x="2993" y="20129"/>
                    </a:lnTo>
                    <a:lnTo>
                      <a:pt x="3077" y="19961"/>
                    </a:lnTo>
                    <a:lnTo>
                      <a:pt x="3202" y="19857"/>
                    </a:lnTo>
                    <a:lnTo>
                      <a:pt x="3265" y="19752"/>
                    </a:lnTo>
                    <a:lnTo>
                      <a:pt x="3202" y="19689"/>
                    </a:lnTo>
                    <a:lnTo>
                      <a:pt x="3202" y="19585"/>
                    </a:lnTo>
                    <a:lnTo>
                      <a:pt x="3160" y="19501"/>
                    </a:lnTo>
                    <a:lnTo>
                      <a:pt x="3244" y="19564"/>
                    </a:lnTo>
                    <a:lnTo>
                      <a:pt x="3307" y="19647"/>
                    </a:lnTo>
                    <a:lnTo>
                      <a:pt x="3391" y="19668"/>
                    </a:lnTo>
                    <a:lnTo>
                      <a:pt x="3516" y="19564"/>
                    </a:lnTo>
                    <a:lnTo>
                      <a:pt x="3558" y="19480"/>
                    </a:lnTo>
                    <a:lnTo>
                      <a:pt x="3663" y="19354"/>
                    </a:lnTo>
                    <a:lnTo>
                      <a:pt x="3683" y="19250"/>
                    </a:lnTo>
                    <a:lnTo>
                      <a:pt x="3663" y="19062"/>
                    </a:lnTo>
                    <a:lnTo>
                      <a:pt x="3579" y="19041"/>
                    </a:lnTo>
                    <a:lnTo>
                      <a:pt x="3516" y="19082"/>
                    </a:lnTo>
                    <a:lnTo>
                      <a:pt x="3516" y="19082"/>
                    </a:lnTo>
                    <a:lnTo>
                      <a:pt x="3558" y="19020"/>
                    </a:lnTo>
                    <a:lnTo>
                      <a:pt x="3663" y="18915"/>
                    </a:lnTo>
                    <a:lnTo>
                      <a:pt x="3704" y="18769"/>
                    </a:lnTo>
                    <a:lnTo>
                      <a:pt x="3725" y="18643"/>
                    </a:lnTo>
                    <a:lnTo>
                      <a:pt x="3872" y="18518"/>
                    </a:lnTo>
                    <a:lnTo>
                      <a:pt x="3976" y="18518"/>
                    </a:lnTo>
                    <a:lnTo>
                      <a:pt x="4018" y="18392"/>
                    </a:lnTo>
                    <a:lnTo>
                      <a:pt x="4102" y="18287"/>
                    </a:lnTo>
                    <a:lnTo>
                      <a:pt x="4144" y="18246"/>
                    </a:lnTo>
                    <a:lnTo>
                      <a:pt x="4186" y="18141"/>
                    </a:lnTo>
                    <a:lnTo>
                      <a:pt x="4248" y="18099"/>
                    </a:lnTo>
                    <a:lnTo>
                      <a:pt x="4332" y="17994"/>
                    </a:lnTo>
                    <a:lnTo>
                      <a:pt x="4311" y="17932"/>
                    </a:lnTo>
                    <a:lnTo>
                      <a:pt x="4311" y="17869"/>
                    </a:lnTo>
                    <a:lnTo>
                      <a:pt x="4395" y="17806"/>
                    </a:lnTo>
                    <a:lnTo>
                      <a:pt x="4290" y="17702"/>
                    </a:lnTo>
                    <a:lnTo>
                      <a:pt x="4207" y="17702"/>
                    </a:lnTo>
                    <a:lnTo>
                      <a:pt x="4311" y="17597"/>
                    </a:lnTo>
                    <a:lnTo>
                      <a:pt x="4311" y="17492"/>
                    </a:lnTo>
                    <a:lnTo>
                      <a:pt x="4227" y="17367"/>
                    </a:lnTo>
                    <a:lnTo>
                      <a:pt x="4227" y="17423"/>
                    </a:lnTo>
                    <a:lnTo>
                      <a:pt x="4186" y="17409"/>
                    </a:lnTo>
                    <a:lnTo>
                      <a:pt x="4123" y="17429"/>
                    </a:lnTo>
                    <a:lnTo>
                      <a:pt x="4018" y="17429"/>
                    </a:lnTo>
                    <a:lnTo>
                      <a:pt x="3830" y="17471"/>
                    </a:lnTo>
                    <a:lnTo>
                      <a:pt x="3600" y="17262"/>
                    </a:lnTo>
                    <a:lnTo>
                      <a:pt x="3453" y="17137"/>
                    </a:lnTo>
                    <a:lnTo>
                      <a:pt x="3370" y="17095"/>
                    </a:lnTo>
                    <a:lnTo>
                      <a:pt x="3265" y="16990"/>
                    </a:lnTo>
                    <a:lnTo>
                      <a:pt x="3139" y="16781"/>
                    </a:lnTo>
                    <a:lnTo>
                      <a:pt x="3139" y="16655"/>
                    </a:lnTo>
                    <a:lnTo>
                      <a:pt x="3056" y="16551"/>
                    </a:lnTo>
                    <a:lnTo>
                      <a:pt x="3056" y="16467"/>
                    </a:lnTo>
                    <a:lnTo>
                      <a:pt x="3181" y="16362"/>
                    </a:lnTo>
                    <a:lnTo>
                      <a:pt x="3244" y="16258"/>
                    </a:lnTo>
                    <a:lnTo>
                      <a:pt x="3286" y="16132"/>
                    </a:lnTo>
                    <a:lnTo>
                      <a:pt x="3370" y="16111"/>
                    </a:lnTo>
                    <a:lnTo>
                      <a:pt x="3474" y="16007"/>
                    </a:lnTo>
                    <a:lnTo>
                      <a:pt x="3600" y="15986"/>
                    </a:lnTo>
                    <a:lnTo>
                      <a:pt x="3704" y="15881"/>
                    </a:lnTo>
                    <a:lnTo>
                      <a:pt x="3872" y="15839"/>
                    </a:lnTo>
                    <a:lnTo>
                      <a:pt x="3976" y="15881"/>
                    </a:lnTo>
                    <a:lnTo>
                      <a:pt x="4144" y="15839"/>
                    </a:lnTo>
                    <a:lnTo>
                      <a:pt x="4144" y="15797"/>
                    </a:lnTo>
                    <a:lnTo>
                      <a:pt x="4102" y="15735"/>
                    </a:lnTo>
                    <a:lnTo>
                      <a:pt x="3997" y="15693"/>
                    </a:lnTo>
                    <a:lnTo>
                      <a:pt x="4018" y="15630"/>
                    </a:lnTo>
                    <a:lnTo>
                      <a:pt x="4039" y="15567"/>
                    </a:lnTo>
                    <a:lnTo>
                      <a:pt x="4207" y="15463"/>
                    </a:lnTo>
                    <a:lnTo>
                      <a:pt x="4186" y="15421"/>
                    </a:lnTo>
                    <a:lnTo>
                      <a:pt x="4227" y="15358"/>
                    </a:lnTo>
                    <a:lnTo>
                      <a:pt x="4227" y="15295"/>
                    </a:lnTo>
                    <a:lnTo>
                      <a:pt x="4102" y="15128"/>
                    </a:lnTo>
                    <a:lnTo>
                      <a:pt x="4123" y="15065"/>
                    </a:lnTo>
                    <a:lnTo>
                      <a:pt x="4123" y="14981"/>
                    </a:lnTo>
                    <a:lnTo>
                      <a:pt x="4018" y="14940"/>
                    </a:lnTo>
                    <a:lnTo>
                      <a:pt x="3997" y="14772"/>
                    </a:lnTo>
                    <a:lnTo>
                      <a:pt x="4081" y="14668"/>
                    </a:lnTo>
                    <a:lnTo>
                      <a:pt x="4123" y="14563"/>
                    </a:lnTo>
                    <a:lnTo>
                      <a:pt x="4081" y="14521"/>
                    </a:lnTo>
                    <a:lnTo>
                      <a:pt x="4144" y="14437"/>
                    </a:lnTo>
                    <a:lnTo>
                      <a:pt x="4332" y="14354"/>
                    </a:lnTo>
                    <a:lnTo>
                      <a:pt x="4458" y="14249"/>
                    </a:lnTo>
                    <a:lnTo>
                      <a:pt x="4458" y="14207"/>
                    </a:lnTo>
                    <a:lnTo>
                      <a:pt x="4311" y="14144"/>
                    </a:lnTo>
                    <a:lnTo>
                      <a:pt x="4207" y="14144"/>
                    </a:lnTo>
                    <a:lnTo>
                      <a:pt x="4144" y="14061"/>
                    </a:lnTo>
                    <a:lnTo>
                      <a:pt x="4186" y="14019"/>
                    </a:lnTo>
                    <a:lnTo>
                      <a:pt x="4290" y="13935"/>
                    </a:lnTo>
                    <a:lnTo>
                      <a:pt x="4437" y="13893"/>
                    </a:lnTo>
                    <a:lnTo>
                      <a:pt x="4562" y="13956"/>
                    </a:lnTo>
                    <a:lnTo>
                      <a:pt x="4562" y="14040"/>
                    </a:lnTo>
                    <a:lnTo>
                      <a:pt x="4541" y="14082"/>
                    </a:lnTo>
                    <a:lnTo>
                      <a:pt x="4604" y="14186"/>
                    </a:lnTo>
                    <a:lnTo>
                      <a:pt x="4667" y="14228"/>
                    </a:lnTo>
                    <a:lnTo>
                      <a:pt x="4918" y="14082"/>
                    </a:lnTo>
                    <a:lnTo>
                      <a:pt x="4939" y="13998"/>
                    </a:lnTo>
                    <a:lnTo>
                      <a:pt x="4876" y="13852"/>
                    </a:lnTo>
                    <a:lnTo>
                      <a:pt x="4813" y="13747"/>
                    </a:lnTo>
                    <a:lnTo>
                      <a:pt x="4855" y="13726"/>
                    </a:lnTo>
                    <a:lnTo>
                      <a:pt x="4876" y="13621"/>
                    </a:lnTo>
                    <a:lnTo>
                      <a:pt x="4813" y="13496"/>
                    </a:lnTo>
                    <a:lnTo>
                      <a:pt x="4730" y="13496"/>
                    </a:lnTo>
                    <a:lnTo>
                      <a:pt x="4625" y="13559"/>
                    </a:lnTo>
                    <a:lnTo>
                      <a:pt x="4541" y="13559"/>
                    </a:lnTo>
                    <a:lnTo>
                      <a:pt x="4499" y="13621"/>
                    </a:lnTo>
                    <a:lnTo>
                      <a:pt x="4520" y="13642"/>
                    </a:lnTo>
                    <a:lnTo>
                      <a:pt x="4625" y="13684"/>
                    </a:lnTo>
                    <a:lnTo>
                      <a:pt x="4625" y="13726"/>
                    </a:lnTo>
                    <a:lnTo>
                      <a:pt x="4437" y="13789"/>
                    </a:lnTo>
                    <a:lnTo>
                      <a:pt x="4353" y="13747"/>
                    </a:lnTo>
                    <a:lnTo>
                      <a:pt x="4416" y="13705"/>
                    </a:lnTo>
                    <a:lnTo>
                      <a:pt x="4499" y="13684"/>
                    </a:lnTo>
                    <a:lnTo>
                      <a:pt x="4437" y="13642"/>
                    </a:lnTo>
                    <a:lnTo>
                      <a:pt x="4248" y="13642"/>
                    </a:lnTo>
                    <a:lnTo>
                      <a:pt x="4123" y="13580"/>
                    </a:lnTo>
                    <a:lnTo>
                      <a:pt x="4102" y="13475"/>
                    </a:lnTo>
                    <a:lnTo>
                      <a:pt x="4102" y="13203"/>
                    </a:lnTo>
                    <a:lnTo>
                      <a:pt x="4039" y="12994"/>
                    </a:lnTo>
                    <a:lnTo>
                      <a:pt x="3914" y="12889"/>
                    </a:lnTo>
                    <a:lnTo>
                      <a:pt x="3914" y="12680"/>
                    </a:lnTo>
                    <a:lnTo>
                      <a:pt x="4018" y="12575"/>
                    </a:lnTo>
                    <a:lnTo>
                      <a:pt x="4102" y="12575"/>
                    </a:lnTo>
                    <a:lnTo>
                      <a:pt x="4081" y="12659"/>
                    </a:lnTo>
                    <a:lnTo>
                      <a:pt x="4102" y="12680"/>
                    </a:lnTo>
                    <a:lnTo>
                      <a:pt x="4227" y="12680"/>
                    </a:lnTo>
                    <a:lnTo>
                      <a:pt x="4437" y="12764"/>
                    </a:lnTo>
                    <a:lnTo>
                      <a:pt x="4646" y="12910"/>
                    </a:lnTo>
                    <a:lnTo>
                      <a:pt x="4834" y="12973"/>
                    </a:lnTo>
                    <a:lnTo>
                      <a:pt x="5148" y="12973"/>
                    </a:lnTo>
                    <a:lnTo>
                      <a:pt x="5336" y="12847"/>
                    </a:lnTo>
                    <a:lnTo>
                      <a:pt x="5295" y="12805"/>
                    </a:lnTo>
                    <a:lnTo>
                      <a:pt x="5441" y="12701"/>
                    </a:lnTo>
                    <a:lnTo>
                      <a:pt x="5462" y="12596"/>
                    </a:lnTo>
                    <a:lnTo>
                      <a:pt x="5441" y="12533"/>
                    </a:lnTo>
                    <a:lnTo>
                      <a:pt x="5462" y="12471"/>
                    </a:lnTo>
                    <a:lnTo>
                      <a:pt x="5483" y="12366"/>
                    </a:lnTo>
                    <a:lnTo>
                      <a:pt x="5378" y="12345"/>
                    </a:lnTo>
                    <a:lnTo>
                      <a:pt x="5295" y="12220"/>
                    </a:lnTo>
                    <a:lnTo>
                      <a:pt x="5295" y="12115"/>
                    </a:lnTo>
                    <a:lnTo>
                      <a:pt x="5357" y="12031"/>
                    </a:lnTo>
                    <a:lnTo>
                      <a:pt x="5336" y="11968"/>
                    </a:lnTo>
                    <a:lnTo>
                      <a:pt x="5441" y="11864"/>
                    </a:lnTo>
                    <a:lnTo>
                      <a:pt x="5441" y="11843"/>
                    </a:lnTo>
                    <a:lnTo>
                      <a:pt x="5483" y="11843"/>
                    </a:lnTo>
                    <a:lnTo>
                      <a:pt x="5504" y="11759"/>
                    </a:lnTo>
                    <a:lnTo>
                      <a:pt x="5483" y="11655"/>
                    </a:lnTo>
                    <a:lnTo>
                      <a:pt x="5378" y="11655"/>
                    </a:lnTo>
                    <a:lnTo>
                      <a:pt x="5378" y="11613"/>
                    </a:lnTo>
                    <a:lnTo>
                      <a:pt x="5336" y="11529"/>
                    </a:lnTo>
                    <a:lnTo>
                      <a:pt x="5336" y="11320"/>
                    </a:lnTo>
                    <a:lnTo>
                      <a:pt x="5295" y="11236"/>
                    </a:lnTo>
                    <a:lnTo>
                      <a:pt x="5295" y="11131"/>
                    </a:lnTo>
                    <a:lnTo>
                      <a:pt x="5336" y="11111"/>
                    </a:lnTo>
                    <a:lnTo>
                      <a:pt x="5378" y="11194"/>
                    </a:lnTo>
                    <a:lnTo>
                      <a:pt x="5462" y="11194"/>
                    </a:lnTo>
                    <a:lnTo>
                      <a:pt x="5608" y="11236"/>
                    </a:lnTo>
                    <a:lnTo>
                      <a:pt x="5755" y="11320"/>
                    </a:lnTo>
                    <a:lnTo>
                      <a:pt x="5859" y="11320"/>
                    </a:lnTo>
                    <a:lnTo>
                      <a:pt x="6027" y="11299"/>
                    </a:lnTo>
                    <a:lnTo>
                      <a:pt x="6215" y="11320"/>
                    </a:lnTo>
                    <a:lnTo>
                      <a:pt x="6445" y="11320"/>
                    </a:lnTo>
                    <a:lnTo>
                      <a:pt x="6843" y="11215"/>
                    </a:lnTo>
                    <a:lnTo>
                      <a:pt x="7178" y="11069"/>
                    </a:lnTo>
                    <a:lnTo>
                      <a:pt x="7220" y="10985"/>
                    </a:lnTo>
                    <a:lnTo>
                      <a:pt x="7261" y="11027"/>
                    </a:lnTo>
                    <a:lnTo>
                      <a:pt x="7492" y="10964"/>
                    </a:lnTo>
                    <a:lnTo>
                      <a:pt x="7805" y="10776"/>
                    </a:lnTo>
                    <a:lnTo>
                      <a:pt x="7868" y="10671"/>
                    </a:lnTo>
                    <a:lnTo>
                      <a:pt x="7826" y="10546"/>
                    </a:lnTo>
                    <a:lnTo>
                      <a:pt x="7889" y="10357"/>
                    </a:lnTo>
                    <a:lnTo>
                      <a:pt x="7931" y="10336"/>
                    </a:lnTo>
                    <a:lnTo>
                      <a:pt x="7973" y="10378"/>
                    </a:lnTo>
                    <a:lnTo>
                      <a:pt x="8015" y="10336"/>
                    </a:lnTo>
                    <a:lnTo>
                      <a:pt x="8077" y="10148"/>
                    </a:lnTo>
                    <a:lnTo>
                      <a:pt x="8182" y="9960"/>
                    </a:lnTo>
                    <a:lnTo>
                      <a:pt x="8203" y="9855"/>
                    </a:lnTo>
                    <a:lnTo>
                      <a:pt x="8203" y="9625"/>
                    </a:lnTo>
                    <a:lnTo>
                      <a:pt x="8182" y="9520"/>
                    </a:lnTo>
                    <a:lnTo>
                      <a:pt x="8140" y="9520"/>
                    </a:lnTo>
                    <a:lnTo>
                      <a:pt x="8077" y="9604"/>
                    </a:lnTo>
                    <a:lnTo>
                      <a:pt x="7931" y="9604"/>
                    </a:lnTo>
                    <a:lnTo>
                      <a:pt x="7784" y="9499"/>
                    </a:lnTo>
                    <a:lnTo>
                      <a:pt x="7701" y="9332"/>
                    </a:lnTo>
                    <a:lnTo>
                      <a:pt x="7701" y="9248"/>
                    </a:lnTo>
                    <a:lnTo>
                      <a:pt x="7826" y="8976"/>
                    </a:lnTo>
                    <a:lnTo>
                      <a:pt x="7826" y="8872"/>
                    </a:lnTo>
                    <a:lnTo>
                      <a:pt x="7764" y="8788"/>
                    </a:lnTo>
                    <a:lnTo>
                      <a:pt x="7471" y="8558"/>
                    </a:lnTo>
                    <a:lnTo>
                      <a:pt x="7240" y="8453"/>
                    </a:lnTo>
                    <a:lnTo>
                      <a:pt x="6989" y="8265"/>
                    </a:lnTo>
                    <a:lnTo>
                      <a:pt x="6948" y="8160"/>
                    </a:lnTo>
                    <a:lnTo>
                      <a:pt x="6968" y="8139"/>
                    </a:lnTo>
                    <a:lnTo>
                      <a:pt x="6968" y="8035"/>
                    </a:lnTo>
                    <a:lnTo>
                      <a:pt x="6885" y="7951"/>
                    </a:lnTo>
                    <a:lnTo>
                      <a:pt x="6927" y="7888"/>
                    </a:lnTo>
                    <a:lnTo>
                      <a:pt x="6864" y="7679"/>
                    </a:lnTo>
                    <a:lnTo>
                      <a:pt x="6885" y="7449"/>
                    </a:lnTo>
                    <a:lnTo>
                      <a:pt x="6927" y="7240"/>
                    </a:lnTo>
                    <a:lnTo>
                      <a:pt x="7010" y="7156"/>
                    </a:lnTo>
                    <a:lnTo>
                      <a:pt x="7031" y="7093"/>
                    </a:lnTo>
                    <a:lnTo>
                      <a:pt x="6968" y="6905"/>
                    </a:lnTo>
                    <a:lnTo>
                      <a:pt x="6948" y="6633"/>
                    </a:lnTo>
                    <a:lnTo>
                      <a:pt x="7010" y="6591"/>
                    </a:lnTo>
                    <a:lnTo>
                      <a:pt x="6948" y="6403"/>
                    </a:lnTo>
                    <a:lnTo>
                      <a:pt x="7031" y="6277"/>
                    </a:lnTo>
                    <a:lnTo>
                      <a:pt x="7031" y="6173"/>
                    </a:lnTo>
                    <a:lnTo>
                      <a:pt x="7073" y="6089"/>
                    </a:lnTo>
                    <a:lnTo>
                      <a:pt x="7115" y="5838"/>
                    </a:lnTo>
                    <a:lnTo>
                      <a:pt x="7073" y="5733"/>
                    </a:lnTo>
                    <a:lnTo>
                      <a:pt x="7136" y="5650"/>
                    </a:lnTo>
                    <a:lnTo>
                      <a:pt x="7115" y="5461"/>
                    </a:lnTo>
                    <a:lnTo>
                      <a:pt x="7220" y="5336"/>
                    </a:lnTo>
                    <a:lnTo>
                      <a:pt x="7261" y="5210"/>
                    </a:lnTo>
                    <a:lnTo>
                      <a:pt x="7261" y="5168"/>
                    </a:lnTo>
                    <a:lnTo>
                      <a:pt x="7282" y="5126"/>
                    </a:lnTo>
                    <a:lnTo>
                      <a:pt x="7387" y="5043"/>
                    </a:lnTo>
                    <a:lnTo>
                      <a:pt x="7387" y="5001"/>
                    </a:lnTo>
                    <a:lnTo>
                      <a:pt x="7492" y="4833"/>
                    </a:lnTo>
                    <a:lnTo>
                      <a:pt x="7575" y="4750"/>
                    </a:lnTo>
                    <a:lnTo>
                      <a:pt x="7680" y="4541"/>
                    </a:lnTo>
                    <a:lnTo>
                      <a:pt x="7722" y="4478"/>
                    </a:lnTo>
                    <a:lnTo>
                      <a:pt x="7805" y="4436"/>
                    </a:lnTo>
                    <a:lnTo>
                      <a:pt x="7805" y="4310"/>
                    </a:lnTo>
                    <a:lnTo>
                      <a:pt x="7826" y="4227"/>
                    </a:lnTo>
                    <a:lnTo>
                      <a:pt x="8015" y="3997"/>
                    </a:lnTo>
                    <a:lnTo>
                      <a:pt x="8098" y="3997"/>
                    </a:lnTo>
                    <a:lnTo>
                      <a:pt x="8182" y="3976"/>
                    </a:lnTo>
                    <a:lnTo>
                      <a:pt x="8182" y="3850"/>
                    </a:lnTo>
                    <a:lnTo>
                      <a:pt x="8266" y="3808"/>
                    </a:lnTo>
                    <a:lnTo>
                      <a:pt x="8475" y="3641"/>
                    </a:lnTo>
                    <a:lnTo>
                      <a:pt x="8538" y="3599"/>
                    </a:lnTo>
                    <a:lnTo>
                      <a:pt x="8600" y="3536"/>
                    </a:lnTo>
                    <a:lnTo>
                      <a:pt x="8831" y="3369"/>
                    </a:lnTo>
                    <a:lnTo>
                      <a:pt x="8852" y="3390"/>
                    </a:lnTo>
                    <a:lnTo>
                      <a:pt x="8935" y="3327"/>
                    </a:lnTo>
                    <a:lnTo>
                      <a:pt x="8956" y="3264"/>
                    </a:lnTo>
                    <a:lnTo>
                      <a:pt x="9103" y="3181"/>
                    </a:lnTo>
                    <a:lnTo>
                      <a:pt x="9207" y="3181"/>
                    </a:lnTo>
                    <a:lnTo>
                      <a:pt x="9228" y="3118"/>
                    </a:lnTo>
                    <a:lnTo>
                      <a:pt x="9207" y="2909"/>
                    </a:lnTo>
                    <a:lnTo>
                      <a:pt x="9165" y="2657"/>
                    </a:lnTo>
                    <a:lnTo>
                      <a:pt x="9165" y="2490"/>
                    </a:lnTo>
                    <a:lnTo>
                      <a:pt x="9061" y="2239"/>
                    </a:lnTo>
                    <a:lnTo>
                      <a:pt x="9061" y="2134"/>
                    </a:lnTo>
                    <a:lnTo>
                      <a:pt x="8810" y="2113"/>
                    </a:lnTo>
                    <a:lnTo>
                      <a:pt x="8705" y="2197"/>
                    </a:lnTo>
                    <a:lnTo>
                      <a:pt x="8684" y="2218"/>
                    </a:lnTo>
                    <a:lnTo>
                      <a:pt x="8684" y="2385"/>
                    </a:lnTo>
                    <a:lnTo>
                      <a:pt x="8705" y="2427"/>
                    </a:lnTo>
                    <a:lnTo>
                      <a:pt x="8705" y="2637"/>
                    </a:lnTo>
                    <a:lnTo>
                      <a:pt x="8600" y="2720"/>
                    </a:lnTo>
                    <a:lnTo>
                      <a:pt x="8517" y="2846"/>
                    </a:lnTo>
                    <a:lnTo>
                      <a:pt x="8496" y="2971"/>
                    </a:lnTo>
                    <a:lnTo>
                      <a:pt x="8224" y="3160"/>
                    </a:lnTo>
                    <a:lnTo>
                      <a:pt x="8182" y="3327"/>
                    </a:lnTo>
                    <a:lnTo>
                      <a:pt x="8077" y="3453"/>
                    </a:lnTo>
                    <a:lnTo>
                      <a:pt x="7952" y="3432"/>
                    </a:lnTo>
                    <a:lnTo>
                      <a:pt x="7889" y="3453"/>
                    </a:lnTo>
                    <a:lnTo>
                      <a:pt x="7784" y="3599"/>
                    </a:lnTo>
                    <a:lnTo>
                      <a:pt x="7743" y="3557"/>
                    </a:lnTo>
                    <a:lnTo>
                      <a:pt x="7659" y="3557"/>
                    </a:lnTo>
                    <a:lnTo>
                      <a:pt x="7533" y="3599"/>
                    </a:lnTo>
                    <a:lnTo>
                      <a:pt x="7282" y="3453"/>
                    </a:lnTo>
                    <a:lnTo>
                      <a:pt x="6948" y="3348"/>
                    </a:lnTo>
                    <a:lnTo>
                      <a:pt x="6529" y="3390"/>
                    </a:lnTo>
                    <a:lnTo>
                      <a:pt x="6424" y="3390"/>
                    </a:lnTo>
                    <a:lnTo>
                      <a:pt x="6445" y="3264"/>
                    </a:lnTo>
                    <a:lnTo>
                      <a:pt x="6634" y="3076"/>
                    </a:lnTo>
                    <a:lnTo>
                      <a:pt x="6717" y="2846"/>
                    </a:lnTo>
                    <a:lnTo>
                      <a:pt x="6696" y="2720"/>
                    </a:lnTo>
                    <a:lnTo>
                      <a:pt x="6738" y="2616"/>
                    </a:lnTo>
                    <a:lnTo>
                      <a:pt x="6843" y="2532"/>
                    </a:lnTo>
                    <a:lnTo>
                      <a:pt x="6927" y="2406"/>
                    </a:lnTo>
                    <a:lnTo>
                      <a:pt x="6948" y="2281"/>
                    </a:lnTo>
                    <a:lnTo>
                      <a:pt x="6864" y="2134"/>
                    </a:lnTo>
                    <a:lnTo>
                      <a:pt x="6696" y="2009"/>
                    </a:lnTo>
                    <a:lnTo>
                      <a:pt x="6550" y="1862"/>
                    </a:lnTo>
                    <a:lnTo>
                      <a:pt x="6215" y="1800"/>
                    </a:lnTo>
                    <a:lnTo>
                      <a:pt x="5964" y="1674"/>
                    </a:lnTo>
                    <a:lnTo>
                      <a:pt x="5692" y="1465"/>
                    </a:lnTo>
                    <a:lnTo>
                      <a:pt x="5587" y="1444"/>
                    </a:lnTo>
                    <a:lnTo>
                      <a:pt x="5357" y="1339"/>
                    </a:lnTo>
                    <a:lnTo>
                      <a:pt x="5023" y="1256"/>
                    </a:lnTo>
                    <a:lnTo>
                      <a:pt x="4939" y="1088"/>
                    </a:lnTo>
                    <a:lnTo>
                      <a:pt x="4813" y="963"/>
                    </a:lnTo>
                    <a:lnTo>
                      <a:pt x="4667" y="942"/>
                    </a:lnTo>
                    <a:lnTo>
                      <a:pt x="4311" y="565"/>
                    </a:lnTo>
                    <a:lnTo>
                      <a:pt x="4186" y="314"/>
                    </a:lnTo>
                    <a:lnTo>
                      <a:pt x="4081" y="293"/>
                    </a:lnTo>
                    <a:lnTo>
                      <a:pt x="3935" y="147"/>
                    </a:lnTo>
                    <a:lnTo>
                      <a:pt x="3914" y="126"/>
                    </a:lnTo>
                    <a:lnTo>
                      <a:pt x="3809" y="21"/>
                    </a:lnTo>
                    <a:lnTo>
                      <a:pt x="3181" y="21"/>
                    </a:lnTo>
                    <a:lnTo>
                      <a:pt x="3077" y="147"/>
                    </a:lnTo>
                    <a:lnTo>
                      <a:pt x="3077" y="251"/>
                    </a:lnTo>
                    <a:lnTo>
                      <a:pt x="2993" y="356"/>
                    </a:lnTo>
                    <a:lnTo>
                      <a:pt x="2993" y="460"/>
                    </a:lnTo>
                    <a:lnTo>
                      <a:pt x="2951" y="544"/>
                    </a:lnTo>
                    <a:lnTo>
                      <a:pt x="2888" y="460"/>
                    </a:lnTo>
                    <a:lnTo>
                      <a:pt x="2826" y="230"/>
                    </a:lnTo>
                    <a:lnTo>
                      <a:pt x="2784" y="84"/>
                    </a:lnTo>
                    <a:lnTo>
                      <a:pt x="2679" y="42"/>
                    </a:lnTo>
                    <a:lnTo>
                      <a:pt x="2470" y="105"/>
                    </a:lnTo>
                    <a:lnTo>
                      <a:pt x="2344" y="84"/>
                    </a:lnTo>
                    <a:lnTo>
                      <a:pt x="2240" y="105"/>
                    </a:lnTo>
                    <a:lnTo>
                      <a:pt x="2093" y="126"/>
                    </a:lnTo>
                    <a:lnTo>
                      <a:pt x="19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60"/>
              <p:cNvSpPr/>
              <p:nvPr/>
            </p:nvSpPr>
            <p:spPr>
              <a:xfrm>
                <a:off x="2804875" y="4134625"/>
                <a:ext cx="51800" cy="36100"/>
              </a:xfrm>
              <a:custGeom>
                <a:rect b="b" l="l" r="r" t="t"/>
                <a:pathLst>
                  <a:path extrusionOk="0" h="1444" w="2072">
                    <a:moveTo>
                      <a:pt x="0" y="0"/>
                    </a:moveTo>
                    <a:lnTo>
                      <a:pt x="272" y="1067"/>
                    </a:lnTo>
                    <a:lnTo>
                      <a:pt x="314" y="1067"/>
                    </a:lnTo>
                    <a:lnTo>
                      <a:pt x="502" y="1046"/>
                    </a:lnTo>
                    <a:lnTo>
                      <a:pt x="670" y="1046"/>
                    </a:lnTo>
                    <a:lnTo>
                      <a:pt x="816" y="1004"/>
                    </a:lnTo>
                    <a:lnTo>
                      <a:pt x="816" y="1046"/>
                    </a:lnTo>
                    <a:lnTo>
                      <a:pt x="712" y="1067"/>
                    </a:lnTo>
                    <a:lnTo>
                      <a:pt x="565" y="1130"/>
                    </a:lnTo>
                    <a:lnTo>
                      <a:pt x="293" y="1130"/>
                    </a:lnTo>
                    <a:lnTo>
                      <a:pt x="356" y="1360"/>
                    </a:lnTo>
                    <a:lnTo>
                      <a:pt x="398" y="1360"/>
                    </a:lnTo>
                    <a:lnTo>
                      <a:pt x="607" y="1276"/>
                    </a:lnTo>
                    <a:lnTo>
                      <a:pt x="837" y="1297"/>
                    </a:lnTo>
                    <a:lnTo>
                      <a:pt x="1005" y="1276"/>
                    </a:lnTo>
                    <a:lnTo>
                      <a:pt x="1235" y="1297"/>
                    </a:lnTo>
                    <a:lnTo>
                      <a:pt x="1360" y="1381"/>
                    </a:lnTo>
                    <a:lnTo>
                      <a:pt x="1507" y="1444"/>
                    </a:lnTo>
                    <a:lnTo>
                      <a:pt x="1632" y="1402"/>
                    </a:lnTo>
                    <a:lnTo>
                      <a:pt x="1737" y="1297"/>
                    </a:lnTo>
                    <a:lnTo>
                      <a:pt x="1758" y="1193"/>
                    </a:lnTo>
                    <a:lnTo>
                      <a:pt x="1883" y="1151"/>
                    </a:lnTo>
                    <a:lnTo>
                      <a:pt x="1946" y="1193"/>
                    </a:lnTo>
                    <a:lnTo>
                      <a:pt x="2072" y="1130"/>
                    </a:lnTo>
                    <a:lnTo>
                      <a:pt x="2072" y="1004"/>
                    </a:lnTo>
                    <a:lnTo>
                      <a:pt x="1967" y="983"/>
                    </a:lnTo>
                    <a:lnTo>
                      <a:pt x="1758" y="1046"/>
                    </a:lnTo>
                    <a:lnTo>
                      <a:pt x="1632" y="1004"/>
                    </a:lnTo>
                    <a:lnTo>
                      <a:pt x="1507" y="879"/>
                    </a:lnTo>
                    <a:lnTo>
                      <a:pt x="1318" y="837"/>
                    </a:lnTo>
                    <a:lnTo>
                      <a:pt x="1256" y="774"/>
                    </a:lnTo>
                    <a:lnTo>
                      <a:pt x="816" y="628"/>
                    </a:lnTo>
                    <a:lnTo>
                      <a:pt x="691" y="607"/>
                    </a:lnTo>
                    <a:lnTo>
                      <a:pt x="691" y="460"/>
                    </a:lnTo>
                    <a:lnTo>
                      <a:pt x="565" y="335"/>
                    </a:lnTo>
                    <a:lnTo>
                      <a:pt x="398" y="314"/>
                    </a:lnTo>
                    <a:lnTo>
                      <a:pt x="314" y="126"/>
                    </a:lnTo>
                    <a:lnTo>
                      <a:pt x="272" y="21"/>
                    </a:lnTo>
                    <a:lnTo>
                      <a:pt x="105" y="42"/>
                    </a:lnTo>
                    <a:lnTo>
                      <a:pt x="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12" name="Google Shape;1812;p60"/>
            <p:cNvSpPr/>
            <p:nvPr/>
          </p:nvSpPr>
          <p:spPr>
            <a:xfrm>
              <a:off x="4563295" y="2964728"/>
              <a:ext cx="12467" cy="27863"/>
            </a:xfrm>
            <a:custGeom>
              <a:rect b="b" l="l" r="r" t="t"/>
              <a:pathLst>
                <a:path extrusionOk="0" h="2450" w="1047">
                  <a:moveTo>
                    <a:pt x="691" y="1"/>
                  </a:moveTo>
                  <a:lnTo>
                    <a:pt x="628" y="43"/>
                  </a:lnTo>
                  <a:lnTo>
                    <a:pt x="628" y="127"/>
                  </a:lnTo>
                  <a:lnTo>
                    <a:pt x="524" y="147"/>
                  </a:lnTo>
                  <a:lnTo>
                    <a:pt x="398" y="315"/>
                  </a:lnTo>
                  <a:lnTo>
                    <a:pt x="294" y="482"/>
                  </a:lnTo>
                  <a:lnTo>
                    <a:pt x="315" y="545"/>
                  </a:lnTo>
                  <a:lnTo>
                    <a:pt x="294" y="629"/>
                  </a:lnTo>
                  <a:lnTo>
                    <a:pt x="231" y="671"/>
                  </a:lnTo>
                  <a:lnTo>
                    <a:pt x="105" y="880"/>
                  </a:lnTo>
                  <a:lnTo>
                    <a:pt x="63" y="1110"/>
                  </a:lnTo>
                  <a:lnTo>
                    <a:pt x="1" y="1152"/>
                  </a:lnTo>
                  <a:lnTo>
                    <a:pt x="63" y="1194"/>
                  </a:lnTo>
                  <a:lnTo>
                    <a:pt x="63" y="1424"/>
                  </a:lnTo>
                  <a:lnTo>
                    <a:pt x="84" y="1675"/>
                  </a:lnTo>
                  <a:lnTo>
                    <a:pt x="126" y="1696"/>
                  </a:lnTo>
                  <a:lnTo>
                    <a:pt x="168" y="1780"/>
                  </a:lnTo>
                  <a:lnTo>
                    <a:pt x="126" y="1780"/>
                  </a:lnTo>
                  <a:lnTo>
                    <a:pt x="105" y="1842"/>
                  </a:lnTo>
                  <a:lnTo>
                    <a:pt x="189" y="1947"/>
                  </a:lnTo>
                  <a:lnTo>
                    <a:pt x="231" y="1947"/>
                  </a:lnTo>
                  <a:lnTo>
                    <a:pt x="273" y="2031"/>
                  </a:lnTo>
                  <a:lnTo>
                    <a:pt x="419" y="2093"/>
                  </a:lnTo>
                  <a:lnTo>
                    <a:pt x="503" y="2219"/>
                  </a:lnTo>
                  <a:lnTo>
                    <a:pt x="503" y="2344"/>
                  </a:lnTo>
                  <a:lnTo>
                    <a:pt x="503" y="2449"/>
                  </a:lnTo>
                  <a:lnTo>
                    <a:pt x="587" y="2407"/>
                  </a:lnTo>
                  <a:lnTo>
                    <a:pt x="691" y="2449"/>
                  </a:lnTo>
                  <a:lnTo>
                    <a:pt x="691" y="2449"/>
                  </a:lnTo>
                  <a:lnTo>
                    <a:pt x="649" y="2324"/>
                  </a:lnTo>
                  <a:lnTo>
                    <a:pt x="691" y="2198"/>
                  </a:lnTo>
                  <a:lnTo>
                    <a:pt x="628" y="2010"/>
                  </a:lnTo>
                  <a:lnTo>
                    <a:pt x="712" y="1884"/>
                  </a:lnTo>
                  <a:lnTo>
                    <a:pt x="859" y="1675"/>
                  </a:lnTo>
                  <a:lnTo>
                    <a:pt x="859" y="1528"/>
                  </a:lnTo>
                  <a:lnTo>
                    <a:pt x="880" y="1487"/>
                  </a:lnTo>
                  <a:lnTo>
                    <a:pt x="838" y="1466"/>
                  </a:lnTo>
                  <a:lnTo>
                    <a:pt x="880" y="1256"/>
                  </a:lnTo>
                  <a:lnTo>
                    <a:pt x="880" y="1089"/>
                  </a:lnTo>
                  <a:lnTo>
                    <a:pt x="859" y="943"/>
                  </a:lnTo>
                  <a:lnTo>
                    <a:pt x="942" y="796"/>
                  </a:lnTo>
                  <a:lnTo>
                    <a:pt x="963" y="524"/>
                  </a:lnTo>
                  <a:lnTo>
                    <a:pt x="1005" y="357"/>
                  </a:lnTo>
                  <a:lnTo>
                    <a:pt x="1047" y="336"/>
                  </a:lnTo>
                  <a:lnTo>
                    <a:pt x="1026" y="252"/>
                  </a:lnTo>
                  <a:lnTo>
                    <a:pt x="921" y="168"/>
                  </a:lnTo>
                  <a:lnTo>
                    <a:pt x="880" y="168"/>
                  </a:lnTo>
                  <a:lnTo>
                    <a:pt x="817" y="43"/>
                  </a:lnTo>
                  <a:lnTo>
                    <a:pt x="69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13" name="Google Shape;1813;p60"/>
            <p:cNvGrpSpPr/>
            <p:nvPr/>
          </p:nvGrpSpPr>
          <p:grpSpPr>
            <a:xfrm>
              <a:off x="3790439" y="2408636"/>
              <a:ext cx="73017" cy="75684"/>
              <a:chOff x="3781475" y="1624825"/>
              <a:chExt cx="153300" cy="166375"/>
            </a:xfrm>
          </p:grpSpPr>
          <p:sp>
            <p:nvSpPr>
              <p:cNvPr id="1814" name="Google Shape;1814;p60"/>
              <p:cNvSpPr/>
              <p:nvPr/>
            </p:nvSpPr>
            <p:spPr>
              <a:xfrm>
                <a:off x="3845300" y="1624825"/>
                <a:ext cx="89475" cy="60700"/>
              </a:xfrm>
              <a:custGeom>
                <a:rect b="b" l="l" r="r" t="t"/>
                <a:pathLst>
                  <a:path extrusionOk="0" h="2428" w="3579">
                    <a:moveTo>
                      <a:pt x="1695" y="1"/>
                    </a:moveTo>
                    <a:lnTo>
                      <a:pt x="1674" y="84"/>
                    </a:lnTo>
                    <a:lnTo>
                      <a:pt x="1716" y="168"/>
                    </a:lnTo>
                    <a:lnTo>
                      <a:pt x="1758" y="252"/>
                    </a:lnTo>
                    <a:lnTo>
                      <a:pt x="1674" y="210"/>
                    </a:lnTo>
                    <a:lnTo>
                      <a:pt x="1611" y="168"/>
                    </a:lnTo>
                    <a:lnTo>
                      <a:pt x="1570" y="189"/>
                    </a:lnTo>
                    <a:lnTo>
                      <a:pt x="1570" y="293"/>
                    </a:lnTo>
                    <a:lnTo>
                      <a:pt x="1653" y="377"/>
                    </a:lnTo>
                    <a:lnTo>
                      <a:pt x="1653" y="482"/>
                    </a:lnTo>
                    <a:lnTo>
                      <a:pt x="1611" y="586"/>
                    </a:lnTo>
                    <a:lnTo>
                      <a:pt x="1611" y="712"/>
                    </a:lnTo>
                    <a:lnTo>
                      <a:pt x="1674" y="879"/>
                    </a:lnTo>
                    <a:lnTo>
                      <a:pt x="1653" y="984"/>
                    </a:lnTo>
                    <a:lnTo>
                      <a:pt x="1591" y="984"/>
                    </a:lnTo>
                    <a:lnTo>
                      <a:pt x="1570" y="879"/>
                    </a:lnTo>
                    <a:lnTo>
                      <a:pt x="1465" y="796"/>
                    </a:lnTo>
                    <a:lnTo>
                      <a:pt x="1360" y="733"/>
                    </a:lnTo>
                    <a:lnTo>
                      <a:pt x="1339" y="670"/>
                    </a:lnTo>
                    <a:lnTo>
                      <a:pt x="1381" y="586"/>
                    </a:lnTo>
                    <a:lnTo>
                      <a:pt x="1381" y="524"/>
                    </a:lnTo>
                    <a:lnTo>
                      <a:pt x="1298" y="503"/>
                    </a:lnTo>
                    <a:lnTo>
                      <a:pt x="1193" y="565"/>
                    </a:lnTo>
                    <a:lnTo>
                      <a:pt x="1151" y="565"/>
                    </a:lnTo>
                    <a:lnTo>
                      <a:pt x="1130" y="607"/>
                    </a:lnTo>
                    <a:lnTo>
                      <a:pt x="1026" y="670"/>
                    </a:lnTo>
                    <a:lnTo>
                      <a:pt x="942" y="628"/>
                    </a:lnTo>
                    <a:lnTo>
                      <a:pt x="942" y="586"/>
                    </a:lnTo>
                    <a:lnTo>
                      <a:pt x="942" y="524"/>
                    </a:lnTo>
                    <a:lnTo>
                      <a:pt x="879" y="524"/>
                    </a:lnTo>
                    <a:lnTo>
                      <a:pt x="816" y="461"/>
                    </a:lnTo>
                    <a:lnTo>
                      <a:pt x="775" y="356"/>
                    </a:lnTo>
                    <a:lnTo>
                      <a:pt x="712" y="314"/>
                    </a:lnTo>
                    <a:lnTo>
                      <a:pt x="649" y="356"/>
                    </a:lnTo>
                    <a:lnTo>
                      <a:pt x="565" y="273"/>
                    </a:lnTo>
                    <a:lnTo>
                      <a:pt x="607" y="189"/>
                    </a:lnTo>
                    <a:lnTo>
                      <a:pt x="565" y="84"/>
                    </a:lnTo>
                    <a:lnTo>
                      <a:pt x="523" y="63"/>
                    </a:lnTo>
                    <a:lnTo>
                      <a:pt x="461" y="147"/>
                    </a:lnTo>
                    <a:lnTo>
                      <a:pt x="440" y="293"/>
                    </a:lnTo>
                    <a:lnTo>
                      <a:pt x="461" y="419"/>
                    </a:lnTo>
                    <a:lnTo>
                      <a:pt x="544" y="565"/>
                    </a:lnTo>
                    <a:lnTo>
                      <a:pt x="565" y="712"/>
                    </a:lnTo>
                    <a:lnTo>
                      <a:pt x="523" y="733"/>
                    </a:lnTo>
                    <a:lnTo>
                      <a:pt x="440" y="649"/>
                    </a:lnTo>
                    <a:lnTo>
                      <a:pt x="419" y="545"/>
                    </a:lnTo>
                    <a:lnTo>
                      <a:pt x="398" y="524"/>
                    </a:lnTo>
                    <a:lnTo>
                      <a:pt x="398" y="628"/>
                    </a:lnTo>
                    <a:lnTo>
                      <a:pt x="419" y="754"/>
                    </a:lnTo>
                    <a:lnTo>
                      <a:pt x="461" y="837"/>
                    </a:lnTo>
                    <a:lnTo>
                      <a:pt x="461" y="921"/>
                    </a:lnTo>
                    <a:lnTo>
                      <a:pt x="440" y="1005"/>
                    </a:lnTo>
                    <a:lnTo>
                      <a:pt x="419" y="984"/>
                    </a:lnTo>
                    <a:lnTo>
                      <a:pt x="356" y="837"/>
                    </a:lnTo>
                    <a:lnTo>
                      <a:pt x="314" y="796"/>
                    </a:lnTo>
                    <a:lnTo>
                      <a:pt x="105" y="817"/>
                    </a:lnTo>
                    <a:lnTo>
                      <a:pt x="21" y="775"/>
                    </a:lnTo>
                    <a:lnTo>
                      <a:pt x="0" y="775"/>
                    </a:lnTo>
                    <a:lnTo>
                      <a:pt x="63" y="879"/>
                    </a:lnTo>
                    <a:lnTo>
                      <a:pt x="126" y="879"/>
                    </a:lnTo>
                    <a:lnTo>
                      <a:pt x="189" y="921"/>
                    </a:lnTo>
                    <a:lnTo>
                      <a:pt x="168" y="984"/>
                    </a:lnTo>
                    <a:lnTo>
                      <a:pt x="189" y="1026"/>
                    </a:lnTo>
                    <a:lnTo>
                      <a:pt x="293" y="1026"/>
                    </a:lnTo>
                    <a:lnTo>
                      <a:pt x="314" y="1068"/>
                    </a:lnTo>
                    <a:lnTo>
                      <a:pt x="168" y="1172"/>
                    </a:lnTo>
                    <a:lnTo>
                      <a:pt x="168" y="1235"/>
                    </a:lnTo>
                    <a:lnTo>
                      <a:pt x="293" y="1423"/>
                    </a:lnTo>
                    <a:lnTo>
                      <a:pt x="377" y="1444"/>
                    </a:lnTo>
                    <a:lnTo>
                      <a:pt x="461" y="1486"/>
                    </a:lnTo>
                    <a:lnTo>
                      <a:pt x="607" y="1486"/>
                    </a:lnTo>
                    <a:lnTo>
                      <a:pt x="691" y="1465"/>
                    </a:lnTo>
                    <a:lnTo>
                      <a:pt x="754" y="1528"/>
                    </a:lnTo>
                    <a:lnTo>
                      <a:pt x="816" y="1528"/>
                    </a:lnTo>
                    <a:lnTo>
                      <a:pt x="942" y="1444"/>
                    </a:lnTo>
                    <a:lnTo>
                      <a:pt x="1026" y="1423"/>
                    </a:lnTo>
                    <a:lnTo>
                      <a:pt x="1235" y="1381"/>
                    </a:lnTo>
                    <a:lnTo>
                      <a:pt x="1381" y="1381"/>
                    </a:lnTo>
                    <a:lnTo>
                      <a:pt x="1465" y="1340"/>
                    </a:lnTo>
                    <a:lnTo>
                      <a:pt x="1528" y="1340"/>
                    </a:lnTo>
                    <a:lnTo>
                      <a:pt x="1570" y="1361"/>
                    </a:lnTo>
                    <a:lnTo>
                      <a:pt x="1570" y="1423"/>
                    </a:lnTo>
                    <a:lnTo>
                      <a:pt x="1549" y="1465"/>
                    </a:lnTo>
                    <a:lnTo>
                      <a:pt x="1507" y="1549"/>
                    </a:lnTo>
                    <a:lnTo>
                      <a:pt x="1465" y="1570"/>
                    </a:lnTo>
                    <a:lnTo>
                      <a:pt x="1339" y="1549"/>
                    </a:lnTo>
                    <a:lnTo>
                      <a:pt x="1214" y="1549"/>
                    </a:lnTo>
                    <a:lnTo>
                      <a:pt x="1109" y="1528"/>
                    </a:lnTo>
                    <a:lnTo>
                      <a:pt x="1067" y="1570"/>
                    </a:lnTo>
                    <a:lnTo>
                      <a:pt x="1130" y="1591"/>
                    </a:lnTo>
                    <a:lnTo>
                      <a:pt x="1298" y="1653"/>
                    </a:lnTo>
                    <a:lnTo>
                      <a:pt x="1360" y="1695"/>
                    </a:lnTo>
                    <a:lnTo>
                      <a:pt x="1360" y="1758"/>
                    </a:lnTo>
                    <a:lnTo>
                      <a:pt x="1298" y="1758"/>
                    </a:lnTo>
                    <a:lnTo>
                      <a:pt x="1172" y="1695"/>
                    </a:lnTo>
                    <a:lnTo>
                      <a:pt x="1151" y="1758"/>
                    </a:lnTo>
                    <a:lnTo>
                      <a:pt x="1088" y="1758"/>
                    </a:lnTo>
                    <a:lnTo>
                      <a:pt x="984" y="1674"/>
                    </a:lnTo>
                    <a:lnTo>
                      <a:pt x="900" y="1653"/>
                    </a:lnTo>
                    <a:lnTo>
                      <a:pt x="754" y="1695"/>
                    </a:lnTo>
                    <a:lnTo>
                      <a:pt x="754" y="1758"/>
                    </a:lnTo>
                    <a:lnTo>
                      <a:pt x="837" y="1779"/>
                    </a:lnTo>
                    <a:lnTo>
                      <a:pt x="1047" y="1967"/>
                    </a:lnTo>
                    <a:lnTo>
                      <a:pt x="1130" y="1988"/>
                    </a:lnTo>
                    <a:lnTo>
                      <a:pt x="1235" y="1946"/>
                    </a:lnTo>
                    <a:lnTo>
                      <a:pt x="1277" y="1967"/>
                    </a:lnTo>
                    <a:lnTo>
                      <a:pt x="1339" y="2072"/>
                    </a:lnTo>
                    <a:lnTo>
                      <a:pt x="1339" y="2156"/>
                    </a:lnTo>
                    <a:lnTo>
                      <a:pt x="1423" y="2177"/>
                    </a:lnTo>
                    <a:lnTo>
                      <a:pt x="1507" y="2156"/>
                    </a:lnTo>
                    <a:lnTo>
                      <a:pt x="1674" y="2156"/>
                    </a:lnTo>
                    <a:lnTo>
                      <a:pt x="1842" y="2093"/>
                    </a:lnTo>
                    <a:lnTo>
                      <a:pt x="1946" y="2093"/>
                    </a:lnTo>
                    <a:lnTo>
                      <a:pt x="2093" y="2072"/>
                    </a:lnTo>
                    <a:lnTo>
                      <a:pt x="2093" y="2114"/>
                    </a:lnTo>
                    <a:lnTo>
                      <a:pt x="2072" y="2218"/>
                    </a:lnTo>
                    <a:lnTo>
                      <a:pt x="2093" y="2323"/>
                    </a:lnTo>
                    <a:lnTo>
                      <a:pt x="2218" y="2407"/>
                    </a:lnTo>
                    <a:lnTo>
                      <a:pt x="2365" y="2428"/>
                    </a:lnTo>
                    <a:lnTo>
                      <a:pt x="2532" y="2386"/>
                    </a:lnTo>
                    <a:lnTo>
                      <a:pt x="2574" y="2323"/>
                    </a:lnTo>
                    <a:lnTo>
                      <a:pt x="2532" y="2281"/>
                    </a:lnTo>
                    <a:lnTo>
                      <a:pt x="2532" y="2218"/>
                    </a:lnTo>
                    <a:lnTo>
                      <a:pt x="2595" y="2156"/>
                    </a:lnTo>
                    <a:lnTo>
                      <a:pt x="2699" y="2051"/>
                    </a:lnTo>
                    <a:lnTo>
                      <a:pt x="2783" y="2009"/>
                    </a:lnTo>
                    <a:lnTo>
                      <a:pt x="2846" y="2072"/>
                    </a:lnTo>
                    <a:lnTo>
                      <a:pt x="2930" y="2114"/>
                    </a:lnTo>
                    <a:lnTo>
                      <a:pt x="3034" y="2114"/>
                    </a:lnTo>
                    <a:lnTo>
                      <a:pt x="3160" y="2051"/>
                    </a:lnTo>
                    <a:lnTo>
                      <a:pt x="3202" y="1988"/>
                    </a:lnTo>
                    <a:lnTo>
                      <a:pt x="3160" y="1842"/>
                    </a:lnTo>
                    <a:lnTo>
                      <a:pt x="3139" y="1758"/>
                    </a:lnTo>
                    <a:lnTo>
                      <a:pt x="3181" y="1674"/>
                    </a:lnTo>
                    <a:lnTo>
                      <a:pt x="3264" y="1591"/>
                    </a:lnTo>
                    <a:lnTo>
                      <a:pt x="3348" y="1423"/>
                    </a:lnTo>
                    <a:lnTo>
                      <a:pt x="3432" y="1319"/>
                    </a:lnTo>
                    <a:lnTo>
                      <a:pt x="3557" y="1172"/>
                    </a:lnTo>
                    <a:lnTo>
                      <a:pt x="3578" y="1068"/>
                    </a:lnTo>
                    <a:lnTo>
                      <a:pt x="3578" y="1005"/>
                    </a:lnTo>
                    <a:lnTo>
                      <a:pt x="3557" y="900"/>
                    </a:lnTo>
                    <a:lnTo>
                      <a:pt x="3536" y="817"/>
                    </a:lnTo>
                    <a:lnTo>
                      <a:pt x="3557" y="754"/>
                    </a:lnTo>
                    <a:lnTo>
                      <a:pt x="3557" y="712"/>
                    </a:lnTo>
                    <a:lnTo>
                      <a:pt x="3516" y="691"/>
                    </a:lnTo>
                    <a:lnTo>
                      <a:pt x="3348" y="691"/>
                    </a:lnTo>
                    <a:lnTo>
                      <a:pt x="3264" y="607"/>
                    </a:lnTo>
                    <a:lnTo>
                      <a:pt x="3223" y="607"/>
                    </a:lnTo>
                    <a:lnTo>
                      <a:pt x="3034" y="628"/>
                    </a:lnTo>
                    <a:lnTo>
                      <a:pt x="2930" y="607"/>
                    </a:lnTo>
                    <a:lnTo>
                      <a:pt x="2846" y="545"/>
                    </a:lnTo>
                    <a:lnTo>
                      <a:pt x="2741" y="545"/>
                    </a:lnTo>
                    <a:lnTo>
                      <a:pt x="2679" y="503"/>
                    </a:lnTo>
                    <a:lnTo>
                      <a:pt x="2679" y="440"/>
                    </a:lnTo>
                    <a:lnTo>
                      <a:pt x="2637" y="419"/>
                    </a:lnTo>
                    <a:lnTo>
                      <a:pt x="2532" y="482"/>
                    </a:lnTo>
                    <a:lnTo>
                      <a:pt x="2532" y="419"/>
                    </a:lnTo>
                    <a:lnTo>
                      <a:pt x="2532" y="335"/>
                    </a:lnTo>
                    <a:lnTo>
                      <a:pt x="2532" y="293"/>
                    </a:lnTo>
                    <a:lnTo>
                      <a:pt x="2490" y="335"/>
                    </a:lnTo>
                    <a:lnTo>
                      <a:pt x="2469" y="440"/>
                    </a:lnTo>
                    <a:lnTo>
                      <a:pt x="2407" y="482"/>
                    </a:lnTo>
                    <a:lnTo>
                      <a:pt x="2386" y="335"/>
                    </a:lnTo>
                    <a:lnTo>
                      <a:pt x="2344" y="335"/>
                    </a:lnTo>
                    <a:lnTo>
                      <a:pt x="2302" y="398"/>
                    </a:lnTo>
                    <a:lnTo>
                      <a:pt x="2323" y="440"/>
                    </a:lnTo>
                    <a:lnTo>
                      <a:pt x="2302" y="503"/>
                    </a:lnTo>
                    <a:lnTo>
                      <a:pt x="2093" y="503"/>
                    </a:lnTo>
                    <a:lnTo>
                      <a:pt x="2093" y="607"/>
                    </a:lnTo>
                    <a:lnTo>
                      <a:pt x="2072" y="691"/>
                    </a:lnTo>
                    <a:lnTo>
                      <a:pt x="1988" y="670"/>
                    </a:lnTo>
                    <a:lnTo>
                      <a:pt x="1967" y="586"/>
                    </a:lnTo>
                    <a:lnTo>
                      <a:pt x="1925" y="586"/>
                    </a:lnTo>
                    <a:lnTo>
                      <a:pt x="1925" y="670"/>
                    </a:lnTo>
                    <a:lnTo>
                      <a:pt x="1904" y="733"/>
                    </a:lnTo>
                    <a:lnTo>
                      <a:pt x="1883" y="691"/>
                    </a:lnTo>
                    <a:lnTo>
                      <a:pt x="1883" y="607"/>
                    </a:lnTo>
                    <a:lnTo>
                      <a:pt x="1904" y="482"/>
                    </a:lnTo>
                    <a:lnTo>
                      <a:pt x="1904" y="252"/>
                    </a:lnTo>
                    <a:lnTo>
                      <a:pt x="1883" y="168"/>
                    </a:lnTo>
                    <a:lnTo>
                      <a:pt x="1779" y="84"/>
                    </a:lnTo>
                    <a:lnTo>
                      <a:pt x="171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60"/>
              <p:cNvSpPr/>
              <p:nvPr/>
            </p:nvSpPr>
            <p:spPr>
              <a:xfrm>
                <a:off x="3875625" y="1704850"/>
                <a:ext cx="21475" cy="18350"/>
              </a:xfrm>
              <a:custGeom>
                <a:rect b="b" l="l" r="r" t="t"/>
                <a:pathLst>
                  <a:path extrusionOk="0" h="734" w="859">
                    <a:moveTo>
                      <a:pt x="650" y="1"/>
                    </a:moveTo>
                    <a:lnTo>
                      <a:pt x="587" y="43"/>
                    </a:lnTo>
                    <a:lnTo>
                      <a:pt x="419" y="126"/>
                    </a:lnTo>
                    <a:lnTo>
                      <a:pt x="419" y="43"/>
                    </a:lnTo>
                    <a:lnTo>
                      <a:pt x="357" y="43"/>
                    </a:lnTo>
                    <a:lnTo>
                      <a:pt x="273" y="105"/>
                    </a:lnTo>
                    <a:lnTo>
                      <a:pt x="252" y="147"/>
                    </a:lnTo>
                    <a:lnTo>
                      <a:pt x="231" y="210"/>
                    </a:lnTo>
                    <a:lnTo>
                      <a:pt x="126" y="189"/>
                    </a:lnTo>
                    <a:lnTo>
                      <a:pt x="64" y="252"/>
                    </a:lnTo>
                    <a:lnTo>
                      <a:pt x="1" y="315"/>
                    </a:lnTo>
                    <a:lnTo>
                      <a:pt x="64" y="357"/>
                    </a:lnTo>
                    <a:lnTo>
                      <a:pt x="210" y="357"/>
                    </a:lnTo>
                    <a:lnTo>
                      <a:pt x="252" y="461"/>
                    </a:lnTo>
                    <a:lnTo>
                      <a:pt x="273" y="524"/>
                    </a:lnTo>
                    <a:lnTo>
                      <a:pt x="273" y="608"/>
                    </a:lnTo>
                    <a:lnTo>
                      <a:pt x="336" y="629"/>
                    </a:lnTo>
                    <a:lnTo>
                      <a:pt x="273" y="712"/>
                    </a:lnTo>
                    <a:lnTo>
                      <a:pt x="357" y="712"/>
                    </a:lnTo>
                    <a:lnTo>
                      <a:pt x="419" y="733"/>
                    </a:lnTo>
                    <a:lnTo>
                      <a:pt x="440" y="670"/>
                    </a:lnTo>
                    <a:lnTo>
                      <a:pt x="587" y="608"/>
                    </a:lnTo>
                    <a:lnTo>
                      <a:pt x="670" y="608"/>
                    </a:lnTo>
                    <a:lnTo>
                      <a:pt x="754" y="524"/>
                    </a:lnTo>
                    <a:lnTo>
                      <a:pt x="733" y="461"/>
                    </a:lnTo>
                    <a:lnTo>
                      <a:pt x="754" y="315"/>
                    </a:lnTo>
                    <a:lnTo>
                      <a:pt x="796" y="294"/>
                    </a:lnTo>
                    <a:lnTo>
                      <a:pt x="859" y="189"/>
                    </a:lnTo>
                    <a:lnTo>
                      <a:pt x="796" y="105"/>
                    </a:lnTo>
                    <a:lnTo>
                      <a:pt x="733" y="85"/>
                    </a:lnTo>
                    <a:lnTo>
                      <a:pt x="670" y="22"/>
                    </a:lnTo>
                    <a:lnTo>
                      <a:pt x="65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60"/>
              <p:cNvSpPr/>
              <p:nvPr/>
            </p:nvSpPr>
            <p:spPr>
              <a:xfrm>
                <a:off x="3883475" y="1716375"/>
                <a:ext cx="39275" cy="43425"/>
              </a:xfrm>
              <a:custGeom>
                <a:rect b="b" l="l" r="r" t="t"/>
                <a:pathLst>
                  <a:path extrusionOk="0" h="1737" w="1571">
                    <a:moveTo>
                      <a:pt x="796" y="0"/>
                    </a:moveTo>
                    <a:lnTo>
                      <a:pt x="649" y="105"/>
                    </a:lnTo>
                    <a:lnTo>
                      <a:pt x="482" y="251"/>
                    </a:lnTo>
                    <a:lnTo>
                      <a:pt x="377" y="251"/>
                    </a:lnTo>
                    <a:lnTo>
                      <a:pt x="147" y="293"/>
                    </a:lnTo>
                    <a:lnTo>
                      <a:pt x="43" y="398"/>
                    </a:lnTo>
                    <a:lnTo>
                      <a:pt x="1" y="502"/>
                    </a:lnTo>
                    <a:lnTo>
                      <a:pt x="105" y="565"/>
                    </a:lnTo>
                    <a:lnTo>
                      <a:pt x="168" y="670"/>
                    </a:lnTo>
                    <a:lnTo>
                      <a:pt x="273" y="670"/>
                    </a:lnTo>
                    <a:lnTo>
                      <a:pt x="315" y="712"/>
                    </a:lnTo>
                    <a:lnTo>
                      <a:pt x="273" y="795"/>
                    </a:lnTo>
                    <a:lnTo>
                      <a:pt x="273" y="900"/>
                    </a:lnTo>
                    <a:lnTo>
                      <a:pt x="168" y="1046"/>
                    </a:lnTo>
                    <a:lnTo>
                      <a:pt x="147" y="1235"/>
                    </a:lnTo>
                    <a:lnTo>
                      <a:pt x="64" y="1297"/>
                    </a:lnTo>
                    <a:lnTo>
                      <a:pt x="105" y="1402"/>
                    </a:lnTo>
                    <a:lnTo>
                      <a:pt x="43" y="1444"/>
                    </a:lnTo>
                    <a:lnTo>
                      <a:pt x="64" y="1548"/>
                    </a:lnTo>
                    <a:lnTo>
                      <a:pt x="126" y="1548"/>
                    </a:lnTo>
                    <a:lnTo>
                      <a:pt x="210" y="1507"/>
                    </a:lnTo>
                    <a:lnTo>
                      <a:pt x="315" y="1465"/>
                    </a:lnTo>
                    <a:lnTo>
                      <a:pt x="440" y="1402"/>
                    </a:lnTo>
                    <a:lnTo>
                      <a:pt x="524" y="1402"/>
                    </a:lnTo>
                    <a:lnTo>
                      <a:pt x="587" y="1318"/>
                    </a:lnTo>
                    <a:lnTo>
                      <a:pt x="649" y="1193"/>
                    </a:lnTo>
                    <a:lnTo>
                      <a:pt x="691" y="1151"/>
                    </a:lnTo>
                    <a:lnTo>
                      <a:pt x="796" y="1151"/>
                    </a:lnTo>
                    <a:lnTo>
                      <a:pt x="838" y="1130"/>
                    </a:lnTo>
                    <a:lnTo>
                      <a:pt x="838" y="1235"/>
                    </a:lnTo>
                    <a:lnTo>
                      <a:pt x="796" y="1423"/>
                    </a:lnTo>
                    <a:lnTo>
                      <a:pt x="796" y="1548"/>
                    </a:lnTo>
                    <a:lnTo>
                      <a:pt x="754" y="1632"/>
                    </a:lnTo>
                    <a:lnTo>
                      <a:pt x="775" y="1737"/>
                    </a:lnTo>
                    <a:lnTo>
                      <a:pt x="859" y="1737"/>
                    </a:lnTo>
                    <a:lnTo>
                      <a:pt x="942" y="1653"/>
                    </a:lnTo>
                    <a:lnTo>
                      <a:pt x="942" y="1569"/>
                    </a:lnTo>
                    <a:lnTo>
                      <a:pt x="984" y="1465"/>
                    </a:lnTo>
                    <a:lnTo>
                      <a:pt x="1089" y="1423"/>
                    </a:lnTo>
                    <a:lnTo>
                      <a:pt x="1193" y="1402"/>
                    </a:lnTo>
                    <a:lnTo>
                      <a:pt x="1277" y="1151"/>
                    </a:lnTo>
                    <a:lnTo>
                      <a:pt x="1277" y="1046"/>
                    </a:lnTo>
                    <a:lnTo>
                      <a:pt x="1382" y="900"/>
                    </a:lnTo>
                    <a:lnTo>
                      <a:pt x="1507" y="837"/>
                    </a:lnTo>
                    <a:lnTo>
                      <a:pt x="1570" y="795"/>
                    </a:lnTo>
                    <a:lnTo>
                      <a:pt x="1465" y="732"/>
                    </a:lnTo>
                    <a:lnTo>
                      <a:pt x="1403" y="691"/>
                    </a:lnTo>
                    <a:lnTo>
                      <a:pt x="1298" y="628"/>
                    </a:lnTo>
                    <a:lnTo>
                      <a:pt x="1172" y="712"/>
                    </a:lnTo>
                    <a:lnTo>
                      <a:pt x="1089" y="774"/>
                    </a:lnTo>
                    <a:lnTo>
                      <a:pt x="963" y="691"/>
                    </a:lnTo>
                    <a:lnTo>
                      <a:pt x="838" y="565"/>
                    </a:lnTo>
                    <a:lnTo>
                      <a:pt x="796" y="398"/>
                    </a:lnTo>
                    <a:lnTo>
                      <a:pt x="838" y="356"/>
                    </a:lnTo>
                    <a:lnTo>
                      <a:pt x="942" y="314"/>
                    </a:lnTo>
                    <a:lnTo>
                      <a:pt x="942" y="272"/>
                    </a:lnTo>
                    <a:lnTo>
                      <a:pt x="859" y="147"/>
                    </a:lnTo>
                    <a:lnTo>
                      <a:pt x="79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60"/>
              <p:cNvSpPr/>
              <p:nvPr/>
            </p:nvSpPr>
            <p:spPr>
              <a:xfrm>
                <a:off x="3781475" y="1649925"/>
                <a:ext cx="102550" cy="141275"/>
              </a:xfrm>
              <a:custGeom>
                <a:rect b="b" l="l" r="r" t="t"/>
                <a:pathLst>
                  <a:path extrusionOk="0" h="5651" w="4102">
                    <a:moveTo>
                      <a:pt x="1988" y="1"/>
                    </a:moveTo>
                    <a:lnTo>
                      <a:pt x="1926" y="22"/>
                    </a:lnTo>
                    <a:lnTo>
                      <a:pt x="1842" y="126"/>
                    </a:lnTo>
                    <a:lnTo>
                      <a:pt x="1884" y="315"/>
                    </a:lnTo>
                    <a:lnTo>
                      <a:pt x="1821" y="419"/>
                    </a:lnTo>
                    <a:lnTo>
                      <a:pt x="1821" y="524"/>
                    </a:lnTo>
                    <a:lnTo>
                      <a:pt x="1800" y="629"/>
                    </a:lnTo>
                    <a:lnTo>
                      <a:pt x="1842" y="649"/>
                    </a:lnTo>
                    <a:lnTo>
                      <a:pt x="1884" y="733"/>
                    </a:lnTo>
                    <a:lnTo>
                      <a:pt x="1884" y="1068"/>
                    </a:lnTo>
                    <a:lnTo>
                      <a:pt x="1884" y="1235"/>
                    </a:lnTo>
                    <a:lnTo>
                      <a:pt x="1926" y="1361"/>
                    </a:lnTo>
                    <a:lnTo>
                      <a:pt x="2030" y="1507"/>
                    </a:lnTo>
                    <a:lnTo>
                      <a:pt x="2030" y="1654"/>
                    </a:lnTo>
                    <a:lnTo>
                      <a:pt x="2135" y="1779"/>
                    </a:lnTo>
                    <a:lnTo>
                      <a:pt x="2135" y="1863"/>
                    </a:lnTo>
                    <a:lnTo>
                      <a:pt x="2051" y="1863"/>
                    </a:lnTo>
                    <a:lnTo>
                      <a:pt x="2009" y="1800"/>
                    </a:lnTo>
                    <a:lnTo>
                      <a:pt x="1926" y="1612"/>
                    </a:lnTo>
                    <a:lnTo>
                      <a:pt x="1842" y="1507"/>
                    </a:lnTo>
                    <a:lnTo>
                      <a:pt x="1800" y="1507"/>
                    </a:lnTo>
                    <a:lnTo>
                      <a:pt x="1716" y="1570"/>
                    </a:lnTo>
                    <a:lnTo>
                      <a:pt x="1675" y="1549"/>
                    </a:lnTo>
                    <a:lnTo>
                      <a:pt x="1675" y="1486"/>
                    </a:lnTo>
                    <a:lnTo>
                      <a:pt x="1737" y="1403"/>
                    </a:lnTo>
                    <a:lnTo>
                      <a:pt x="1779" y="1361"/>
                    </a:lnTo>
                    <a:lnTo>
                      <a:pt x="1779" y="1256"/>
                    </a:lnTo>
                    <a:lnTo>
                      <a:pt x="1695" y="1026"/>
                    </a:lnTo>
                    <a:lnTo>
                      <a:pt x="1695" y="817"/>
                    </a:lnTo>
                    <a:lnTo>
                      <a:pt x="1675" y="733"/>
                    </a:lnTo>
                    <a:lnTo>
                      <a:pt x="1528" y="649"/>
                    </a:lnTo>
                    <a:lnTo>
                      <a:pt x="1465" y="524"/>
                    </a:lnTo>
                    <a:lnTo>
                      <a:pt x="1382" y="503"/>
                    </a:lnTo>
                    <a:lnTo>
                      <a:pt x="1319" y="545"/>
                    </a:lnTo>
                    <a:lnTo>
                      <a:pt x="1319" y="670"/>
                    </a:lnTo>
                    <a:lnTo>
                      <a:pt x="1193" y="838"/>
                    </a:lnTo>
                    <a:lnTo>
                      <a:pt x="1172" y="963"/>
                    </a:lnTo>
                    <a:lnTo>
                      <a:pt x="1193" y="1089"/>
                    </a:lnTo>
                    <a:lnTo>
                      <a:pt x="1256" y="1235"/>
                    </a:lnTo>
                    <a:lnTo>
                      <a:pt x="1277" y="1403"/>
                    </a:lnTo>
                    <a:lnTo>
                      <a:pt x="1214" y="1382"/>
                    </a:lnTo>
                    <a:lnTo>
                      <a:pt x="1172" y="1298"/>
                    </a:lnTo>
                    <a:lnTo>
                      <a:pt x="1151" y="1173"/>
                    </a:lnTo>
                    <a:lnTo>
                      <a:pt x="1172" y="1089"/>
                    </a:lnTo>
                    <a:lnTo>
                      <a:pt x="1110" y="1068"/>
                    </a:lnTo>
                    <a:lnTo>
                      <a:pt x="1068" y="984"/>
                    </a:lnTo>
                    <a:lnTo>
                      <a:pt x="1047" y="984"/>
                    </a:lnTo>
                    <a:lnTo>
                      <a:pt x="984" y="1047"/>
                    </a:lnTo>
                    <a:lnTo>
                      <a:pt x="942" y="1026"/>
                    </a:lnTo>
                    <a:lnTo>
                      <a:pt x="942" y="942"/>
                    </a:lnTo>
                    <a:lnTo>
                      <a:pt x="1047" y="859"/>
                    </a:lnTo>
                    <a:lnTo>
                      <a:pt x="1047" y="838"/>
                    </a:lnTo>
                    <a:lnTo>
                      <a:pt x="984" y="817"/>
                    </a:lnTo>
                    <a:lnTo>
                      <a:pt x="859" y="859"/>
                    </a:lnTo>
                    <a:lnTo>
                      <a:pt x="775" y="921"/>
                    </a:lnTo>
                    <a:lnTo>
                      <a:pt x="691" y="859"/>
                    </a:lnTo>
                    <a:lnTo>
                      <a:pt x="733" y="817"/>
                    </a:lnTo>
                    <a:lnTo>
                      <a:pt x="775" y="775"/>
                    </a:lnTo>
                    <a:lnTo>
                      <a:pt x="796" y="733"/>
                    </a:lnTo>
                    <a:lnTo>
                      <a:pt x="900" y="629"/>
                    </a:lnTo>
                    <a:lnTo>
                      <a:pt x="984" y="629"/>
                    </a:lnTo>
                    <a:lnTo>
                      <a:pt x="1005" y="649"/>
                    </a:lnTo>
                    <a:lnTo>
                      <a:pt x="1089" y="670"/>
                    </a:lnTo>
                    <a:lnTo>
                      <a:pt x="1151" y="608"/>
                    </a:lnTo>
                    <a:lnTo>
                      <a:pt x="1172" y="524"/>
                    </a:lnTo>
                    <a:lnTo>
                      <a:pt x="1089" y="398"/>
                    </a:lnTo>
                    <a:lnTo>
                      <a:pt x="1047" y="336"/>
                    </a:lnTo>
                    <a:lnTo>
                      <a:pt x="900" y="357"/>
                    </a:lnTo>
                    <a:lnTo>
                      <a:pt x="670" y="545"/>
                    </a:lnTo>
                    <a:lnTo>
                      <a:pt x="587" y="566"/>
                    </a:lnTo>
                    <a:lnTo>
                      <a:pt x="545" y="545"/>
                    </a:lnTo>
                    <a:lnTo>
                      <a:pt x="545" y="461"/>
                    </a:lnTo>
                    <a:lnTo>
                      <a:pt x="461" y="419"/>
                    </a:lnTo>
                    <a:lnTo>
                      <a:pt x="419" y="440"/>
                    </a:lnTo>
                    <a:lnTo>
                      <a:pt x="419" y="566"/>
                    </a:lnTo>
                    <a:lnTo>
                      <a:pt x="545" y="712"/>
                    </a:lnTo>
                    <a:lnTo>
                      <a:pt x="524" y="754"/>
                    </a:lnTo>
                    <a:lnTo>
                      <a:pt x="419" y="754"/>
                    </a:lnTo>
                    <a:lnTo>
                      <a:pt x="377" y="649"/>
                    </a:lnTo>
                    <a:lnTo>
                      <a:pt x="315" y="503"/>
                    </a:lnTo>
                    <a:lnTo>
                      <a:pt x="231" y="503"/>
                    </a:lnTo>
                    <a:lnTo>
                      <a:pt x="126" y="608"/>
                    </a:lnTo>
                    <a:lnTo>
                      <a:pt x="147" y="733"/>
                    </a:lnTo>
                    <a:lnTo>
                      <a:pt x="168" y="775"/>
                    </a:lnTo>
                    <a:lnTo>
                      <a:pt x="168" y="880"/>
                    </a:lnTo>
                    <a:lnTo>
                      <a:pt x="147" y="880"/>
                    </a:lnTo>
                    <a:lnTo>
                      <a:pt x="43" y="963"/>
                    </a:lnTo>
                    <a:lnTo>
                      <a:pt x="1" y="984"/>
                    </a:lnTo>
                    <a:lnTo>
                      <a:pt x="1" y="1089"/>
                    </a:lnTo>
                    <a:lnTo>
                      <a:pt x="22" y="1235"/>
                    </a:lnTo>
                    <a:lnTo>
                      <a:pt x="43" y="1361"/>
                    </a:lnTo>
                    <a:lnTo>
                      <a:pt x="147" y="1549"/>
                    </a:lnTo>
                    <a:lnTo>
                      <a:pt x="147" y="1612"/>
                    </a:lnTo>
                    <a:lnTo>
                      <a:pt x="231" y="1591"/>
                    </a:lnTo>
                    <a:lnTo>
                      <a:pt x="273" y="1507"/>
                    </a:lnTo>
                    <a:lnTo>
                      <a:pt x="273" y="1403"/>
                    </a:lnTo>
                    <a:lnTo>
                      <a:pt x="273" y="1298"/>
                    </a:lnTo>
                    <a:lnTo>
                      <a:pt x="335" y="1277"/>
                    </a:lnTo>
                    <a:lnTo>
                      <a:pt x="419" y="1361"/>
                    </a:lnTo>
                    <a:lnTo>
                      <a:pt x="461" y="1298"/>
                    </a:lnTo>
                    <a:lnTo>
                      <a:pt x="482" y="1340"/>
                    </a:lnTo>
                    <a:lnTo>
                      <a:pt x="440" y="1445"/>
                    </a:lnTo>
                    <a:lnTo>
                      <a:pt x="419" y="1591"/>
                    </a:lnTo>
                    <a:lnTo>
                      <a:pt x="377" y="1612"/>
                    </a:lnTo>
                    <a:lnTo>
                      <a:pt x="377" y="1675"/>
                    </a:lnTo>
                    <a:lnTo>
                      <a:pt x="482" y="1779"/>
                    </a:lnTo>
                    <a:lnTo>
                      <a:pt x="482" y="1800"/>
                    </a:lnTo>
                    <a:lnTo>
                      <a:pt x="545" y="1821"/>
                    </a:lnTo>
                    <a:lnTo>
                      <a:pt x="628" y="1821"/>
                    </a:lnTo>
                    <a:lnTo>
                      <a:pt x="649" y="1863"/>
                    </a:lnTo>
                    <a:lnTo>
                      <a:pt x="649" y="1926"/>
                    </a:lnTo>
                    <a:lnTo>
                      <a:pt x="545" y="2010"/>
                    </a:lnTo>
                    <a:lnTo>
                      <a:pt x="482" y="2010"/>
                    </a:lnTo>
                    <a:lnTo>
                      <a:pt x="482" y="1968"/>
                    </a:lnTo>
                    <a:lnTo>
                      <a:pt x="461" y="1905"/>
                    </a:lnTo>
                    <a:lnTo>
                      <a:pt x="315" y="1800"/>
                    </a:lnTo>
                    <a:lnTo>
                      <a:pt x="273" y="1821"/>
                    </a:lnTo>
                    <a:lnTo>
                      <a:pt x="273" y="1884"/>
                    </a:lnTo>
                    <a:lnTo>
                      <a:pt x="335" y="1989"/>
                    </a:lnTo>
                    <a:lnTo>
                      <a:pt x="419" y="2030"/>
                    </a:lnTo>
                    <a:lnTo>
                      <a:pt x="482" y="2093"/>
                    </a:lnTo>
                    <a:lnTo>
                      <a:pt x="482" y="2114"/>
                    </a:lnTo>
                    <a:lnTo>
                      <a:pt x="440" y="2177"/>
                    </a:lnTo>
                    <a:lnTo>
                      <a:pt x="482" y="2240"/>
                    </a:lnTo>
                    <a:lnTo>
                      <a:pt x="587" y="2302"/>
                    </a:lnTo>
                    <a:lnTo>
                      <a:pt x="670" y="2344"/>
                    </a:lnTo>
                    <a:lnTo>
                      <a:pt x="691" y="2428"/>
                    </a:lnTo>
                    <a:lnTo>
                      <a:pt x="775" y="2449"/>
                    </a:lnTo>
                    <a:lnTo>
                      <a:pt x="900" y="2449"/>
                    </a:lnTo>
                    <a:lnTo>
                      <a:pt x="942" y="2491"/>
                    </a:lnTo>
                    <a:lnTo>
                      <a:pt x="879" y="2533"/>
                    </a:lnTo>
                    <a:lnTo>
                      <a:pt x="754" y="2533"/>
                    </a:lnTo>
                    <a:lnTo>
                      <a:pt x="754" y="2637"/>
                    </a:lnTo>
                    <a:lnTo>
                      <a:pt x="796" y="2742"/>
                    </a:lnTo>
                    <a:lnTo>
                      <a:pt x="859" y="2742"/>
                    </a:lnTo>
                    <a:lnTo>
                      <a:pt x="942" y="2763"/>
                    </a:lnTo>
                    <a:lnTo>
                      <a:pt x="1068" y="2909"/>
                    </a:lnTo>
                    <a:lnTo>
                      <a:pt x="1110" y="2972"/>
                    </a:lnTo>
                    <a:lnTo>
                      <a:pt x="1068" y="3035"/>
                    </a:lnTo>
                    <a:lnTo>
                      <a:pt x="1068" y="3077"/>
                    </a:lnTo>
                    <a:lnTo>
                      <a:pt x="1382" y="3077"/>
                    </a:lnTo>
                    <a:lnTo>
                      <a:pt x="1465" y="3014"/>
                    </a:lnTo>
                    <a:lnTo>
                      <a:pt x="1465" y="2930"/>
                    </a:lnTo>
                    <a:lnTo>
                      <a:pt x="1507" y="2805"/>
                    </a:lnTo>
                    <a:lnTo>
                      <a:pt x="1591" y="2763"/>
                    </a:lnTo>
                    <a:lnTo>
                      <a:pt x="1675" y="2805"/>
                    </a:lnTo>
                    <a:lnTo>
                      <a:pt x="1675" y="2721"/>
                    </a:lnTo>
                    <a:lnTo>
                      <a:pt x="1612" y="2616"/>
                    </a:lnTo>
                    <a:lnTo>
                      <a:pt x="1570" y="2512"/>
                    </a:lnTo>
                    <a:lnTo>
                      <a:pt x="1570" y="2386"/>
                    </a:lnTo>
                    <a:lnTo>
                      <a:pt x="1528" y="2302"/>
                    </a:lnTo>
                    <a:lnTo>
                      <a:pt x="1528" y="2219"/>
                    </a:lnTo>
                    <a:lnTo>
                      <a:pt x="1591" y="2198"/>
                    </a:lnTo>
                    <a:lnTo>
                      <a:pt x="1633" y="2219"/>
                    </a:lnTo>
                    <a:lnTo>
                      <a:pt x="1695" y="2323"/>
                    </a:lnTo>
                    <a:lnTo>
                      <a:pt x="1675" y="2344"/>
                    </a:lnTo>
                    <a:lnTo>
                      <a:pt x="1695" y="2428"/>
                    </a:lnTo>
                    <a:lnTo>
                      <a:pt x="1779" y="2344"/>
                    </a:lnTo>
                    <a:lnTo>
                      <a:pt x="1779" y="2282"/>
                    </a:lnTo>
                    <a:lnTo>
                      <a:pt x="1737" y="2093"/>
                    </a:lnTo>
                    <a:lnTo>
                      <a:pt x="1800" y="2010"/>
                    </a:lnTo>
                    <a:lnTo>
                      <a:pt x="1821" y="2010"/>
                    </a:lnTo>
                    <a:lnTo>
                      <a:pt x="1884" y="2093"/>
                    </a:lnTo>
                    <a:lnTo>
                      <a:pt x="1884" y="2219"/>
                    </a:lnTo>
                    <a:lnTo>
                      <a:pt x="1926" y="2282"/>
                    </a:lnTo>
                    <a:lnTo>
                      <a:pt x="1926" y="2344"/>
                    </a:lnTo>
                    <a:lnTo>
                      <a:pt x="1842" y="2428"/>
                    </a:lnTo>
                    <a:lnTo>
                      <a:pt x="1842" y="2491"/>
                    </a:lnTo>
                    <a:lnTo>
                      <a:pt x="1884" y="2637"/>
                    </a:lnTo>
                    <a:lnTo>
                      <a:pt x="1926" y="2658"/>
                    </a:lnTo>
                    <a:lnTo>
                      <a:pt x="2009" y="2637"/>
                    </a:lnTo>
                    <a:lnTo>
                      <a:pt x="2156" y="2491"/>
                    </a:lnTo>
                    <a:lnTo>
                      <a:pt x="2219" y="2344"/>
                    </a:lnTo>
                    <a:lnTo>
                      <a:pt x="2219" y="2240"/>
                    </a:lnTo>
                    <a:lnTo>
                      <a:pt x="2239" y="2177"/>
                    </a:lnTo>
                    <a:lnTo>
                      <a:pt x="2302" y="2198"/>
                    </a:lnTo>
                    <a:lnTo>
                      <a:pt x="2344" y="2282"/>
                    </a:lnTo>
                    <a:lnTo>
                      <a:pt x="2323" y="2407"/>
                    </a:lnTo>
                    <a:lnTo>
                      <a:pt x="2260" y="2512"/>
                    </a:lnTo>
                    <a:lnTo>
                      <a:pt x="2260" y="2595"/>
                    </a:lnTo>
                    <a:lnTo>
                      <a:pt x="2344" y="2637"/>
                    </a:lnTo>
                    <a:lnTo>
                      <a:pt x="2449" y="2616"/>
                    </a:lnTo>
                    <a:lnTo>
                      <a:pt x="2532" y="2533"/>
                    </a:lnTo>
                    <a:lnTo>
                      <a:pt x="2574" y="2533"/>
                    </a:lnTo>
                    <a:lnTo>
                      <a:pt x="2574" y="2595"/>
                    </a:lnTo>
                    <a:lnTo>
                      <a:pt x="2532" y="2637"/>
                    </a:lnTo>
                    <a:lnTo>
                      <a:pt x="2428" y="2658"/>
                    </a:lnTo>
                    <a:lnTo>
                      <a:pt x="2344" y="2763"/>
                    </a:lnTo>
                    <a:lnTo>
                      <a:pt x="2156" y="2763"/>
                    </a:lnTo>
                    <a:lnTo>
                      <a:pt x="2009" y="2826"/>
                    </a:lnTo>
                    <a:lnTo>
                      <a:pt x="1988" y="2867"/>
                    </a:lnTo>
                    <a:lnTo>
                      <a:pt x="2009" y="2951"/>
                    </a:lnTo>
                    <a:lnTo>
                      <a:pt x="1884" y="3014"/>
                    </a:lnTo>
                    <a:lnTo>
                      <a:pt x="1800" y="3118"/>
                    </a:lnTo>
                    <a:lnTo>
                      <a:pt x="1716" y="3181"/>
                    </a:lnTo>
                    <a:lnTo>
                      <a:pt x="1675" y="3181"/>
                    </a:lnTo>
                    <a:lnTo>
                      <a:pt x="1570" y="3244"/>
                    </a:lnTo>
                    <a:lnTo>
                      <a:pt x="1570" y="3328"/>
                    </a:lnTo>
                    <a:lnTo>
                      <a:pt x="1507" y="3349"/>
                    </a:lnTo>
                    <a:lnTo>
                      <a:pt x="1486" y="3265"/>
                    </a:lnTo>
                    <a:lnTo>
                      <a:pt x="1465" y="3223"/>
                    </a:lnTo>
                    <a:lnTo>
                      <a:pt x="1382" y="3265"/>
                    </a:lnTo>
                    <a:lnTo>
                      <a:pt x="1298" y="3286"/>
                    </a:lnTo>
                    <a:lnTo>
                      <a:pt x="1298" y="3349"/>
                    </a:lnTo>
                    <a:lnTo>
                      <a:pt x="1277" y="3390"/>
                    </a:lnTo>
                    <a:lnTo>
                      <a:pt x="1319" y="3579"/>
                    </a:lnTo>
                    <a:lnTo>
                      <a:pt x="1319" y="3704"/>
                    </a:lnTo>
                    <a:lnTo>
                      <a:pt x="1361" y="3746"/>
                    </a:lnTo>
                    <a:lnTo>
                      <a:pt x="1465" y="3746"/>
                    </a:lnTo>
                    <a:lnTo>
                      <a:pt x="1528" y="3704"/>
                    </a:lnTo>
                    <a:lnTo>
                      <a:pt x="1633" y="3683"/>
                    </a:lnTo>
                    <a:lnTo>
                      <a:pt x="1695" y="3662"/>
                    </a:lnTo>
                    <a:lnTo>
                      <a:pt x="1779" y="3662"/>
                    </a:lnTo>
                    <a:lnTo>
                      <a:pt x="1842" y="3642"/>
                    </a:lnTo>
                    <a:lnTo>
                      <a:pt x="1926" y="3537"/>
                    </a:lnTo>
                    <a:lnTo>
                      <a:pt x="1988" y="3537"/>
                    </a:lnTo>
                    <a:lnTo>
                      <a:pt x="2009" y="3495"/>
                    </a:lnTo>
                    <a:lnTo>
                      <a:pt x="2114" y="3495"/>
                    </a:lnTo>
                    <a:lnTo>
                      <a:pt x="2135" y="3537"/>
                    </a:lnTo>
                    <a:lnTo>
                      <a:pt x="2428" y="3537"/>
                    </a:lnTo>
                    <a:lnTo>
                      <a:pt x="2470" y="3474"/>
                    </a:lnTo>
                    <a:lnTo>
                      <a:pt x="2553" y="3432"/>
                    </a:lnTo>
                    <a:lnTo>
                      <a:pt x="2616" y="3432"/>
                    </a:lnTo>
                    <a:lnTo>
                      <a:pt x="2616" y="3495"/>
                    </a:lnTo>
                    <a:lnTo>
                      <a:pt x="2553" y="3537"/>
                    </a:lnTo>
                    <a:lnTo>
                      <a:pt x="2532" y="3600"/>
                    </a:lnTo>
                    <a:lnTo>
                      <a:pt x="2449" y="3600"/>
                    </a:lnTo>
                    <a:lnTo>
                      <a:pt x="2407" y="3642"/>
                    </a:lnTo>
                    <a:lnTo>
                      <a:pt x="2239" y="3642"/>
                    </a:lnTo>
                    <a:lnTo>
                      <a:pt x="2135" y="3683"/>
                    </a:lnTo>
                    <a:lnTo>
                      <a:pt x="1947" y="3767"/>
                    </a:lnTo>
                    <a:lnTo>
                      <a:pt x="1884" y="3767"/>
                    </a:lnTo>
                    <a:lnTo>
                      <a:pt x="1800" y="3788"/>
                    </a:lnTo>
                    <a:lnTo>
                      <a:pt x="1800" y="3809"/>
                    </a:lnTo>
                    <a:lnTo>
                      <a:pt x="1905" y="3872"/>
                    </a:lnTo>
                    <a:lnTo>
                      <a:pt x="2051" y="3893"/>
                    </a:lnTo>
                    <a:lnTo>
                      <a:pt x="2135" y="3893"/>
                    </a:lnTo>
                    <a:lnTo>
                      <a:pt x="2239" y="3976"/>
                    </a:lnTo>
                    <a:lnTo>
                      <a:pt x="2239" y="4018"/>
                    </a:lnTo>
                    <a:lnTo>
                      <a:pt x="2030" y="4018"/>
                    </a:lnTo>
                    <a:lnTo>
                      <a:pt x="1947" y="4060"/>
                    </a:lnTo>
                    <a:lnTo>
                      <a:pt x="1905" y="4018"/>
                    </a:lnTo>
                    <a:lnTo>
                      <a:pt x="1800" y="3997"/>
                    </a:lnTo>
                    <a:lnTo>
                      <a:pt x="1779" y="4060"/>
                    </a:lnTo>
                    <a:lnTo>
                      <a:pt x="1737" y="4060"/>
                    </a:lnTo>
                    <a:lnTo>
                      <a:pt x="1695" y="3997"/>
                    </a:lnTo>
                    <a:lnTo>
                      <a:pt x="1633" y="3914"/>
                    </a:lnTo>
                    <a:lnTo>
                      <a:pt x="1570" y="3893"/>
                    </a:lnTo>
                    <a:lnTo>
                      <a:pt x="1423" y="3997"/>
                    </a:lnTo>
                    <a:lnTo>
                      <a:pt x="1423" y="4018"/>
                    </a:lnTo>
                    <a:lnTo>
                      <a:pt x="1486" y="4102"/>
                    </a:lnTo>
                    <a:lnTo>
                      <a:pt x="1507" y="4165"/>
                    </a:lnTo>
                    <a:lnTo>
                      <a:pt x="1486" y="4227"/>
                    </a:lnTo>
                    <a:lnTo>
                      <a:pt x="1507" y="4227"/>
                    </a:lnTo>
                    <a:lnTo>
                      <a:pt x="1486" y="4290"/>
                    </a:lnTo>
                    <a:lnTo>
                      <a:pt x="1507" y="4332"/>
                    </a:lnTo>
                    <a:lnTo>
                      <a:pt x="1591" y="4395"/>
                    </a:lnTo>
                    <a:lnTo>
                      <a:pt x="1591" y="4437"/>
                    </a:lnTo>
                    <a:lnTo>
                      <a:pt x="1612" y="4499"/>
                    </a:lnTo>
                    <a:lnTo>
                      <a:pt x="1633" y="4478"/>
                    </a:lnTo>
                    <a:lnTo>
                      <a:pt x="1716" y="4541"/>
                    </a:lnTo>
                    <a:lnTo>
                      <a:pt x="1716" y="4604"/>
                    </a:lnTo>
                    <a:lnTo>
                      <a:pt x="1779" y="4688"/>
                    </a:lnTo>
                    <a:lnTo>
                      <a:pt x="1800" y="4646"/>
                    </a:lnTo>
                    <a:lnTo>
                      <a:pt x="1884" y="4688"/>
                    </a:lnTo>
                    <a:lnTo>
                      <a:pt x="1926" y="4751"/>
                    </a:lnTo>
                    <a:lnTo>
                      <a:pt x="1988" y="4792"/>
                    </a:lnTo>
                    <a:lnTo>
                      <a:pt x="1988" y="4855"/>
                    </a:lnTo>
                    <a:lnTo>
                      <a:pt x="2114" y="4960"/>
                    </a:lnTo>
                    <a:lnTo>
                      <a:pt x="2239" y="4918"/>
                    </a:lnTo>
                    <a:lnTo>
                      <a:pt x="2260" y="4834"/>
                    </a:lnTo>
                    <a:lnTo>
                      <a:pt x="2323" y="4834"/>
                    </a:lnTo>
                    <a:lnTo>
                      <a:pt x="2344" y="4897"/>
                    </a:lnTo>
                    <a:lnTo>
                      <a:pt x="2428" y="4855"/>
                    </a:lnTo>
                    <a:lnTo>
                      <a:pt x="2449" y="4897"/>
                    </a:lnTo>
                    <a:lnTo>
                      <a:pt x="2449" y="4960"/>
                    </a:lnTo>
                    <a:lnTo>
                      <a:pt x="2407" y="5023"/>
                    </a:lnTo>
                    <a:lnTo>
                      <a:pt x="2344" y="5023"/>
                    </a:lnTo>
                    <a:lnTo>
                      <a:pt x="2239" y="5106"/>
                    </a:lnTo>
                    <a:lnTo>
                      <a:pt x="2239" y="5148"/>
                    </a:lnTo>
                    <a:lnTo>
                      <a:pt x="2428" y="5336"/>
                    </a:lnTo>
                    <a:lnTo>
                      <a:pt x="2470" y="5357"/>
                    </a:lnTo>
                    <a:lnTo>
                      <a:pt x="2532" y="5420"/>
                    </a:lnTo>
                    <a:lnTo>
                      <a:pt x="2512" y="5567"/>
                    </a:lnTo>
                    <a:lnTo>
                      <a:pt x="2532" y="5650"/>
                    </a:lnTo>
                    <a:lnTo>
                      <a:pt x="2574" y="5650"/>
                    </a:lnTo>
                    <a:lnTo>
                      <a:pt x="2616" y="5587"/>
                    </a:lnTo>
                    <a:lnTo>
                      <a:pt x="2658" y="5567"/>
                    </a:lnTo>
                    <a:lnTo>
                      <a:pt x="2721" y="5650"/>
                    </a:lnTo>
                    <a:lnTo>
                      <a:pt x="2784" y="5629"/>
                    </a:lnTo>
                    <a:lnTo>
                      <a:pt x="2867" y="5525"/>
                    </a:lnTo>
                    <a:lnTo>
                      <a:pt x="2888" y="5420"/>
                    </a:lnTo>
                    <a:lnTo>
                      <a:pt x="2930" y="5357"/>
                    </a:lnTo>
                    <a:lnTo>
                      <a:pt x="2930" y="5315"/>
                    </a:lnTo>
                    <a:lnTo>
                      <a:pt x="2867" y="5148"/>
                    </a:lnTo>
                    <a:lnTo>
                      <a:pt x="2846" y="5023"/>
                    </a:lnTo>
                    <a:lnTo>
                      <a:pt x="2888" y="4939"/>
                    </a:lnTo>
                    <a:lnTo>
                      <a:pt x="2951" y="4855"/>
                    </a:lnTo>
                    <a:lnTo>
                      <a:pt x="2951" y="4499"/>
                    </a:lnTo>
                    <a:lnTo>
                      <a:pt x="2972" y="4395"/>
                    </a:lnTo>
                    <a:lnTo>
                      <a:pt x="2972" y="4311"/>
                    </a:lnTo>
                    <a:lnTo>
                      <a:pt x="3056" y="4227"/>
                    </a:lnTo>
                    <a:lnTo>
                      <a:pt x="3056" y="4206"/>
                    </a:lnTo>
                    <a:lnTo>
                      <a:pt x="2972" y="4165"/>
                    </a:lnTo>
                    <a:lnTo>
                      <a:pt x="3056" y="4060"/>
                    </a:lnTo>
                    <a:lnTo>
                      <a:pt x="3181" y="4081"/>
                    </a:lnTo>
                    <a:lnTo>
                      <a:pt x="3202" y="4081"/>
                    </a:lnTo>
                    <a:lnTo>
                      <a:pt x="3244" y="3976"/>
                    </a:lnTo>
                    <a:lnTo>
                      <a:pt x="3244" y="3809"/>
                    </a:lnTo>
                    <a:lnTo>
                      <a:pt x="3265" y="3683"/>
                    </a:lnTo>
                    <a:lnTo>
                      <a:pt x="3265" y="3558"/>
                    </a:lnTo>
                    <a:lnTo>
                      <a:pt x="3181" y="3432"/>
                    </a:lnTo>
                    <a:lnTo>
                      <a:pt x="3181" y="3286"/>
                    </a:lnTo>
                    <a:lnTo>
                      <a:pt x="3244" y="3265"/>
                    </a:lnTo>
                    <a:lnTo>
                      <a:pt x="3348" y="3328"/>
                    </a:lnTo>
                    <a:lnTo>
                      <a:pt x="3390" y="3223"/>
                    </a:lnTo>
                    <a:lnTo>
                      <a:pt x="3369" y="3181"/>
                    </a:lnTo>
                    <a:lnTo>
                      <a:pt x="3369" y="3056"/>
                    </a:lnTo>
                    <a:lnTo>
                      <a:pt x="3390" y="2951"/>
                    </a:lnTo>
                    <a:lnTo>
                      <a:pt x="3369" y="2742"/>
                    </a:lnTo>
                    <a:lnTo>
                      <a:pt x="3348" y="2616"/>
                    </a:lnTo>
                    <a:lnTo>
                      <a:pt x="3369" y="2554"/>
                    </a:lnTo>
                    <a:lnTo>
                      <a:pt x="3495" y="2449"/>
                    </a:lnTo>
                    <a:lnTo>
                      <a:pt x="3495" y="2386"/>
                    </a:lnTo>
                    <a:lnTo>
                      <a:pt x="3474" y="2323"/>
                    </a:lnTo>
                    <a:lnTo>
                      <a:pt x="3474" y="2282"/>
                    </a:lnTo>
                    <a:lnTo>
                      <a:pt x="3579" y="2282"/>
                    </a:lnTo>
                    <a:lnTo>
                      <a:pt x="3725" y="2135"/>
                    </a:lnTo>
                    <a:lnTo>
                      <a:pt x="3830" y="2135"/>
                    </a:lnTo>
                    <a:lnTo>
                      <a:pt x="3934" y="2114"/>
                    </a:lnTo>
                    <a:lnTo>
                      <a:pt x="3997" y="2219"/>
                    </a:lnTo>
                    <a:lnTo>
                      <a:pt x="4039" y="2198"/>
                    </a:lnTo>
                    <a:lnTo>
                      <a:pt x="4081" y="2114"/>
                    </a:lnTo>
                    <a:lnTo>
                      <a:pt x="4102" y="2072"/>
                    </a:lnTo>
                    <a:lnTo>
                      <a:pt x="4102" y="1926"/>
                    </a:lnTo>
                    <a:lnTo>
                      <a:pt x="4018" y="1905"/>
                    </a:lnTo>
                    <a:lnTo>
                      <a:pt x="3767" y="1821"/>
                    </a:lnTo>
                    <a:lnTo>
                      <a:pt x="3662" y="1779"/>
                    </a:lnTo>
                    <a:lnTo>
                      <a:pt x="3495" y="1612"/>
                    </a:lnTo>
                    <a:lnTo>
                      <a:pt x="3411" y="1570"/>
                    </a:lnTo>
                    <a:lnTo>
                      <a:pt x="3286" y="1382"/>
                    </a:lnTo>
                    <a:lnTo>
                      <a:pt x="3244" y="1361"/>
                    </a:lnTo>
                    <a:lnTo>
                      <a:pt x="3097" y="1361"/>
                    </a:lnTo>
                    <a:lnTo>
                      <a:pt x="3056" y="1277"/>
                    </a:lnTo>
                    <a:lnTo>
                      <a:pt x="3056" y="1193"/>
                    </a:lnTo>
                    <a:lnTo>
                      <a:pt x="2972" y="942"/>
                    </a:lnTo>
                    <a:lnTo>
                      <a:pt x="2888" y="733"/>
                    </a:lnTo>
                    <a:lnTo>
                      <a:pt x="2742" y="608"/>
                    </a:lnTo>
                    <a:lnTo>
                      <a:pt x="2658" y="670"/>
                    </a:lnTo>
                    <a:lnTo>
                      <a:pt x="2637" y="775"/>
                    </a:lnTo>
                    <a:lnTo>
                      <a:pt x="2658" y="984"/>
                    </a:lnTo>
                    <a:lnTo>
                      <a:pt x="2658" y="1131"/>
                    </a:lnTo>
                    <a:lnTo>
                      <a:pt x="2574" y="1193"/>
                    </a:lnTo>
                    <a:lnTo>
                      <a:pt x="2553" y="1173"/>
                    </a:lnTo>
                    <a:lnTo>
                      <a:pt x="2553" y="1131"/>
                    </a:lnTo>
                    <a:lnTo>
                      <a:pt x="2553" y="963"/>
                    </a:lnTo>
                    <a:lnTo>
                      <a:pt x="2553" y="733"/>
                    </a:lnTo>
                    <a:lnTo>
                      <a:pt x="2616" y="670"/>
                    </a:lnTo>
                    <a:lnTo>
                      <a:pt x="2616" y="545"/>
                    </a:lnTo>
                    <a:lnTo>
                      <a:pt x="2553" y="419"/>
                    </a:lnTo>
                    <a:lnTo>
                      <a:pt x="2449" y="231"/>
                    </a:lnTo>
                    <a:lnTo>
                      <a:pt x="2344" y="189"/>
                    </a:lnTo>
                    <a:lnTo>
                      <a:pt x="2260" y="231"/>
                    </a:lnTo>
                    <a:lnTo>
                      <a:pt x="2219" y="315"/>
                    </a:lnTo>
                    <a:lnTo>
                      <a:pt x="2156" y="294"/>
                    </a:lnTo>
                    <a:lnTo>
                      <a:pt x="2135" y="147"/>
                    </a:lnTo>
                    <a:lnTo>
                      <a:pt x="203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18" name="Google Shape;1818;p60"/>
            <p:cNvSpPr/>
            <p:nvPr/>
          </p:nvSpPr>
          <p:spPr>
            <a:xfrm>
              <a:off x="4614379" y="2777935"/>
              <a:ext cx="83472" cy="139700"/>
            </a:xfrm>
            <a:custGeom>
              <a:rect b="b" l="l" r="r" t="t"/>
              <a:pathLst>
                <a:path extrusionOk="0" h="12284" w="7010">
                  <a:moveTo>
                    <a:pt x="4122" y="1"/>
                  </a:moveTo>
                  <a:lnTo>
                    <a:pt x="4122" y="43"/>
                  </a:lnTo>
                  <a:lnTo>
                    <a:pt x="4080" y="126"/>
                  </a:lnTo>
                  <a:lnTo>
                    <a:pt x="4017" y="126"/>
                  </a:lnTo>
                  <a:lnTo>
                    <a:pt x="3996" y="147"/>
                  </a:lnTo>
                  <a:lnTo>
                    <a:pt x="4059" y="231"/>
                  </a:lnTo>
                  <a:lnTo>
                    <a:pt x="4080" y="357"/>
                  </a:lnTo>
                  <a:lnTo>
                    <a:pt x="4289" y="671"/>
                  </a:lnTo>
                  <a:lnTo>
                    <a:pt x="4331" y="796"/>
                  </a:lnTo>
                  <a:lnTo>
                    <a:pt x="4331" y="1005"/>
                  </a:lnTo>
                  <a:lnTo>
                    <a:pt x="4310" y="1089"/>
                  </a:lnTo>
                  <a:lnTo>
                    <a:pt x="4373" y="1277"/>
                  </a:lnTo>
                  <a:lnTo>
                    <a:pt x="4415" y="1382"/>
                  </a:lnTo>
                  <a:lnTo>
                    <a:pt x="4415" y="1424"/>
                  </a:lnTo>
                  <a:lnTo>
                    <a:pt x="4373" y="1424"/>
                  </a:lnTo>
                  <a:lnTo>
                    <a:pt x="4289" y="1528"/>
                  </a:lnTo>
                  <a:lnTo>
                    <a:pt x="4310" y="1633"/>
                  </a:lnTo>
                  <a:lnTo>
                    <a:pt x="4373" y="1738"/>
                  </a:lnTo>
                  <a:lnTo>
                    <a:pt x="4394" y="1800"/>
                  </a:lnTo>
                  <a:lnTo>
                    <a:pt x="4457" y="1821"/>
                  </a:lnTo>
                  <a:lnTo>
                    <a:pt x="4478" y="1905"/>
                  </a:lnTo>
                  <a:lnTo>
                    <a:pt x="4457" y="1926"/>
                  </a:lnTo>
                  <a:lnTo>
                    <a:pt x="4457" y="2010"/>
                  </a:lnTo>
                  <a:lnTo>
                    <a:pt x="4394" y="2051"/>
                  </a:lnTo>
                  <a:lnTo>
                    <a:pt x="4206" y="2031"/>
                  </a:lnTo>
                  <a:lnTo>
                    <a:pt x="4017" y="1926"/>
                  </a:lnTo>
                  <a:lnTo>
                    <a:pt x="3955" y="1947"/>
                  </a:lnTo>
                  <a:lnTo>
                    <a:pt x="3892" y="2031"/>
                  </a:lnTo>
                  <a:lnTo>
                    <a:pt x="3913" y="2093"/>
                  </a:lnTo>
                  <a:lnTo>
                    <a:pt x="3976" y="2093"/>
                  </a:lnTo>
                  <a:lnTo>
                    <a:pt x="4080" y="2156"/>
                  </a:lnTo>
                  <a:lnTo>
                    <a:pt x="4080" y="2219"/>
                  </a:lnTo>
                  <a:lnTo>
                    <a:pt x="4017" y="2261"/>
                  </a:lnTo>
                  <a:lnTo>
                    <a:pt x="3976" y="2365"/>
                  </a:lnTo>
                  <a:lnTo>
                    <a:pt x="3892" y="2407"/>
                  </a:lnTo>
                  <a:lnTo>
                    <a:pt x="3871" y="2449"/>
                  </a:lnTo>
                  <a:lnTo>
                    <a:pt x="3787" y="2470"/>
                  </a:lnTo>
                  <a:lnTo>
                    <a:pt x="3745" y="2575"/>
                  </a:lnTo>
                  <a:lnTo>
                    <a:pt x="3766" y="2679"/>
                  </a:lnTo>
                  <a:lnTo>
                    <a:pt x="3766" y="2847"/>
                  </a:lnTo>
                  <a:lnTo>
                    <a:pt x="3787" y="2930"/>
                  </a:lnTo>
                  <a:lnTo>
                    <a:pt x="3871" y="2930"/>
                  </a:lnTo>
                  <a:lnTo>
                    <a:pt x="3976" y="2993"/>
                  </a:lnTo>
                  <a:lnTo>
                    <a:pt x="4059" y="3077"/>
                  </a:lnTo>
                  <a:lnTo>
                    <a:pt x="4122" y="3286"/>
                  </a:lnTo>
                  <a:lnTo>
                    <a:pt x="4164" y="3495"/>
                  </a:lnTo>
                  <a:lnTo>
                    <a:pt x="4122" y="3516"/>
                  </a:lnTo>
                  <a:lnTo>
                    <a:pt x="4185" y="3621"/>
                  </a:lnTo>
                  <a:lnTo>
                    <a:pt x="4289" y="3684"/>
                  </a:lnTo>
                  <a:lnTo>
                    <a:pt x="4415" y="3516"/>
                  </a:lnTo>
                  <a:lnTo>
                    <a:pt x="4478" y="3412"/>
                  </a:lnTo>
                  <a:lnTo>
                    <a:pt x="4478" y="3349"/>
                  </a:lnTo>
                  <a:lnTo>
                    <a:pt x="4520" y="3286"/>
                  </a:lnTo>
                  <a:lnTo>
                    <a:pt x="4540" y="3286"/>
                  </a:lnTo>
                  <a:cubicBezTo>
                    <a:pt x="4624" y="3370"/>
                    <a:pt x="4708" y="3453"/>
                    <a:pt x="4729" y="3558"/>
                  </a:cubicBezTo>
                  <a:lnTo>
                    <a:pt x="4729" y="3579"/>
                  </a:lnTo>
                  <a:lnTo>
                    <a:pt x="4687" y="3704"/>
                  </a:lnTo>
                  <a:lnTo>
                    <a:pt x="4687" y="3809"/>
                  </a:lnTo>
                  <a:lnTo>
                    <a:pt x="4729" y="3872"/>
                  </a:lnTo>
                  <a:lnTo>
                    <a:pt x="4792" y="3830"/>
                  </a:lnTo>
                  <a:lnTo>
                    <a:pt x="4917" y="3725"/>
                  </a:lnTo>
                  <a:lnTo>
                    <a:pt x="4980" y="3872"/>
                  </a:lnTo>
                  <a:lnTo>
                    <a:pt x="4917" y="3976"/>
                  </a:lnTo>
                  <a:lnTo>
                    <a:pt x="4833" y="4018"/>
                  </a:lnTo>
                  <a:lnTo>
                    <a:pt x="4771" y="3976"/>
                  </a:lnTo>
                  <a:lnTo>
                    <a:pt x="4792" y="4102"/>
                  </a:lnTo>
                  <a:lnTo>
                    <a:pt x="4729" y="4144"/>
                  </a:lnTo>
                  <a:lnTo>
                    <a:pt x="4666" y="4123"/>
                  </a:lnTo>
                  <a:lnTo>
                    <a:pt x="4624" y="4018"/>
                  </a:lnTo>
                  <a:lnTo>
                    <a:pt x="4603" y="3914"/>
                  </a:lnTo>
                  <a:lnTo>
                    <a:pt x="4582" y="3872"/>
                  </a:lnTo>
                  <a:lnTo>
                    <a:pt x="4499" y="3893"/>
                  </a:lnTo>
                  <a:lnTo>
                    <a:pt x="4457" y="3872"/>
                  </a:lnTo>
                  <a:lnTo>
                    <a:pt x="4415" y="3976"/>
                  </a:lnTo>
                  <a:lnTo>
                    <a:pt x="4478" y="4123"/>
                  </a:lnTo>
                  <a:lnTo>
                    <a:pt x="4478" y="4228"/>
                  </a:lnTo>
                  <a:lnTo>
                    <a:pt x="4394" y="4248"/>
                  </a:lnTo>
                  <a:lnTo>
                    <a:pt x="4310" y="4353"/>
                  </a:lnTo>
                  <a:lnTo>
                    <a:pt x="4310" y="4416"/>
                  </a:lnTo>
                  <a:lnTo>
                    <a:pt x="4457" y="4562"/>
                  </a:lnTo>
                  <a:lnTo>
                    <a:pt x="4499" y="4646"/>
                  </a:lnTo>
                  <a:lnTo>
                    <a:pt x="4457" y="4813"/>
                  </a:lnTo>
                  <a:lnTo>
                    <a:pt x="4373" y="4855"/>
                  </a:lnTo>
                  <a:lnTo>
                    <a:pt x="4289" y="4834"/>
                  </a:lnTo>
                  <a:lnTo>
                    <a:pt x="4268" y="4876"/>
                  </a:lnTo>
                  <a:lnTo>
                    <a:pt x="4352" y="4981"/>
                  </a:lnTo>
                  <a:lnTo>
                    <a:pt x="4415" y="4960"/>
                  </a:lnTo>
                  <a:lnTo>
                    <a:pt x="4499" y="4876"/>
                  </a:lnTo>
                  <a:lnTo>
                    <a:pt x="4603" y="5148"/>
                  </a:lnTo>
                  <a:lnTo>
                    <a:pt x="4666" y="5441"/>
                  </a:lnTo>
                  <a:lnTo>
                    <a:pt x="4624" y="5588"/>
                  </a:lnTo>
                  <a:lnTo>
                    <a:pt x="4624" y="5860"/>
                  </a:lnTo>
                  <a:lnTo>
                    <a:pt x="4520" y="6236"/>
                  </a:lnTo>
                  <a:lnTo>
                    <a:pt x="4561" y="6404"/>
                  </a:lnTo>
                  <a:lnTo>
                    <a:pt x="4499" y="6592"/>
                  </a:lnTo>
                  <a:lnTo>
                    <a:pt x="4373" y="6655"/>
                  </a:lnTo>
                  <a:lnTo>
                    <a:pt x="4310" y="6843"/>
                  </a:lnTo>
                  <a:lnTo>
                    <a:pt x="4310" y="7031"/>
                  </a:lnTo>
                  <a:lnTo>
                    <a:pt x="4248" y="7136"/>
                  </a:lnTo>
                  <a:lnTo>
                    <a:pt x="4206" y="7241"/>
                  </a:lnTo>
                  <a:lnTo>
                    <a:pt x="4080" y="7366"/>
                  </a:lnTo>
                  <a:lnTo>
                    <a:pt x="3829" y="7533"/>
                  </a:lnTo>
                  <a:lnTo>
                    <a:pt x="3724" y="7554"/>
                  </a:lnTo>
                  <a:lnTo>
                    <a:pt x="3662" y="7659"/>
                  </a:lnTo>
                  <a:lnTo>
                    <a:pt x="3536" y="7575"/>
                  </a:lnTo>
                  <a:lnTo>
                    <a:pt x="3411" y="7429"/>
                  </a:lnTo>
                  <a:lnTo>
                    <a:pt x="3411" y="7345"/>
                  </a:lnTo>
                  <a:lnTo>
                    <a:pt x="3452" y="7324"/>
                  </a:lnTo>
                  <a:lnTo>
                    <a:pt x="3515" y="7220"/>
                  </a:lnTo>
                  <a:lnTo>
                    <a:pt x="3515" y="7157"/>
                  </a:lnTo>
                  <a:lnTo>
                    <a:pt x="3578" y="7073"/>
                  </a:lnTo>
                  <a:lnTo>
                    <a:pt x="3578" y="7052"/>
                  </a:lnTo>
                  <a:lnTo>
                    <a:pt x="3452" y="7073"/>
                  </a:lnTo>
                  <a:lnTo>
                    <a:pt x="3348" y="7178"/>
                  </a:lnTo>
                  <a:lnTo>
                    <a:pt x="3222" y="7241"/>
                  </a:lnTo>
                  <a:lnTo>
                    <a:pt x="3201" y="7345"/>
                  </a:lnTo>
                  <a:lnTo>
                    <a:pt x="3264" y="7471"/>
                  </a:lnTo>
                  <a:lnTo>
                    <a:pt x="3306" y="7722"/>
                  </a:lnTo>
                  <a:lnTo>
                    <a:pt x="3264" y="7868"/>
                  </a:lnTo>
                  <a:lnTo>
                    <a:pt x="3139" y="7994"/>
                  </a:lnTo>
                  <a:lnTo>
                    <a:pt x="3139" y="8077"/>
                  </a:lnTo>
                  <a:lnTo>
                    <a:pt x="3076" y="8119"/>
                  </a:lnTo>
                  <a:lnTo>
                    <a:pt x="3055" y="8329"/>
                  </a:lnTo>
                  <a:lnTo>
                    <a:pt x="3118" y="8391"/>
                  </a:lnTo>
                  <a:lnTo>
                    <a:pt x="3118" y="8475"/>
                  </a:lnTo>
                  <a:lnTo>
                    <a:pt x="3076" y="8496"/>
                  </a:lnTo>
                  <a:lnTo>
                    <a:pt x="3118" y="8517"/>
                  </a:lnTo>
                  <a:lnTo>
                    <a:pt x="3076" y="8601"/>
                  </a:lnTo>
                  <a:lnTo>
                    <a:pt x="3034" y="8601"/>
                  </a:lnTo>
                  <a:lnTo>
                    <a:pt x="3055" y="8642"/>
                  </a:lnTo>
                  <a:lnTo>
                    <a:pt x="2992" y="8684"/>
                  </a:lnTo>
                  <a:lnTo>
                    <a:pt x="2929" y="8621"/>
                  </a:lnTo>
                  <a:lnTo>
                    <a:pt x="2846" y="8684"/>
                  </a:lnTo>
                  <a:lnTo>
                    <a:pt x="2804" y="8642"/>
                  </a:lnTo>
                  <a:lnTo>
                    <a:pt x="2762" y="8517"/>
                  </a:lnTo>
                  <a:lnTo>
                    <a:pt x="2741" y="8496"/>
                  </a:lnTo>
                  <a:lnTo>
                    <a:pt x="2657" y="8538"/>
                  </a:lnTo>
                  <a:lnTo>
                    <a:pt x="2595" y="8538"/>
                  </a:lnTo>
                  <a:lnTo>
                    <a:pt x="2553" y="8517"/>
                  </a:lnTo>
                  <a:lnTo>
                    <a:pt x="2302" y="8601"/>
                  </a:lnTo>
                  <a:lnTo>
                    <a:pt x="2176" y="8642"/>
                  </a:lnTo>
                  <a:lnTo>
                    <a:pt x="2030" y="8705"/>
                  </a:lnTo>
                  <a:lnTo>
                    <a:pt x="1883" y="8705"/>
                  </a:lnTo>
                  <a:lnTo>
                    <a:pt x="1758" y="8747"/>
                  </a:lnTo>
                  <a:lnTo>
                    <a:pt x="1695" y="8726"/>
                  </a:lnTo>
                  <a:lnTo>
                    <a:pt x="1569" y="8747"/>
                  </a:lnTo>
                  <a:lnTo>
                    <a:pt x="1360" y="8914"/>
                  </a:lnTo>
                  <a:lnTo>
                    <a:pt x="1297" y="9040"/>
                  </a:lnTo>
                  <a:lnTo>
                    <a:pt x="1235" y="9082"/>
                  </a:lnTo>
                  <a:lnTo>
                    <a:pt x="1193" y="9165"/>
                  </a:lnTo>
                  <a:lnTo>
                    <a:pt x="1046" y="9354"/>
                  </a:lnTo>
                  <a:lnTo>
                    <a:pt x="942" y="9375"/>
                  </a:lnTo>
                  <a:lnTo>
                    <a:pt x="858" y="9479"/>
                  </a:lnTo>
                  <a:lnTo>
                    <a:pt x="837" y="9563"/>
                  </a:lnTo>
                  <a:lnTo>
                    <a:pt x="753" y="9647"/>
                  </a:lnTo>
                  <a:lnTo>
                    <a:pt x="607" y="9668"/>
                  </a:lnTo>
                  <a:lnTo>
                    <a:pt x="544" y="9751"/>
                  </a:lnTo>
                  <a:lnTo>
                    <a:pt x="565" y="9940"/>
                  </a:lnTo>
                  <a:lnTo>
                    <a:pt x="628" y="9961"/>
                  </a:lnTo>
                  <a:lnTo>
                    <a:pt x="649" y="10002"/>
                  </a:lnTo>
                  <a:lnTo>
                    <a:pt x="628" y="10065"/>
                  </a:lnTo>
                  <a:lnTo>
                    <a:pt x="607" y="10044"/>
                  </a:lnTo>
                  <a:lnTo>
                    <a:pt x="481" y="10149"/>
                  </a:lnTo>
                  <a:lnTo>
                    <a:pt x="439" y="10212"/>
                  </a:lnTo>
                  <a:lnTo>
                    <a:pt x="377" y="10274"/>
                  </a:lnTo>
                  <a:lnTo>
                    <a:pt x="272" y="10379"/>
                  </a:lnTo>
                  <a:lnTo>
                    <a:pt x="209" y="10463"/>
                  </a:lnTo>
                  <a:lnTo>
                    <a:pt x="105" y="10463"/>
                  </a:lnTo>
                  <a:lnTo>
                    <a:pt x="0" y="10505"/>
                  </a:lnTo>
                  <a:lnTo>
                    <a:pt x="105" y="10505"/>
                  </a:lnTo>
                  <a:lnTo>
                    <a:pt x="167" y="10609"/>
                  </a:lnTo>
                  <a:lnTo>
                    <a:pt x="209" y="10735"/>
                  </a:lnTo>
                  <a:lnTo>
                    <a:pt x="167" y="10777"/>
                  </a:lnTo>
                  <a:lnTo>
                    <a:pt x="126" y="10693"/>
                  </a:lnTo>
                  <a:lnTo>
                    <a:pt x="84" y="10609"/>
                  </a:lnTo>
                  <a:lnTo>
                    <a:pt x="63" y="10714"/>
                  </a:lnTo>
                  <a:lnTo>
                    <a:pt x="84" y="10818"/>
                  </a:lnTo>
                  <a:lnTo>
                    <a:pt x="167" y="10839"/>
                  </a:lnTo>
                  <a:lnTo>
                    <a:pt x="167" y="10923"/>
                  </a:lnTo>
                  <a:lnTo>
                    <a:pt x="126" y="11007"/>
                  </a:lnTo>
                  <a:lnTo>
                    <a:pt x="126" y="11007"/>
                  </a:lnTo>
                  <a:lnTo>
                    <a:pt x="188" y="10965"/>
                  </a:lnTo>
                  <a:lnTo>
                    <a:pt x="230" y="10902"/>
                  </a:lnTo>
                  <a:lnTo>
                    <a:pt x="314" y="10860"/>
                  </a:lnTo>
                  <a:lnTo>
                    <a:pt x="377" y="10902"/>
                  </a:lnTo>
                  <a:lnTo>
                    <a:pt x="314" y="10944"/>
                  </a:lnTo>
                  <a:lnTo>
                    <a:pt x="377" y="10965"/>
                  </a:lnTo>
                  <a:lnTo>
                    <a:pt x="439" y="10944"/>
                  </a:lnTo>
                  <a:lnTo>
                    <a:pt x="439" y="10839"/>
                  </a:lnTo>
                  <a:lnTo>
                    <a:pt x="398" y="10798"/>
                  </a:lnTo>
                  <a:lnTo>
                    <a:pt x="293" y="10818"/>
                  </a:lnTo>
                  <a:lnTo>
                    <a:pt x="293" y="10777"/>
                  </a:lnTo>
                  <a:lnTo>
                    <a:pt x="314" y="10714"/>
                  </a:lnTo>
                  <a:lnTo>
                    <a:pt x="293" y="10630"/>
                  </a:lnTo>
                  <a:lnTo>
                    <a:pt x="335" y="10588"/>
                  </a:lnTo>
                  <a:lnTo>
                    <a:pt x="439" y="10609"/>
                  </a:lnTo>
                  <a:lnTo>
                    <a:pt x="544" y="10798"/>
                  </a:lnTo>
                  <a:lnTo>
                    <a:pt x="586" y="10923"/>
                  </a:lnTo>
                  <a:lnTo>
                    <a:pt x="628" y="10986"/>
                  </a:lnTo>
                  <a:lnTo>
                    <a:pt x="628" y="11153"/>
                  </a:lnTo>
                  <a:lnTo>
                    <a:pt x="544" y="11342"/>
                  </a:lnTo>
                  <a:lnTo>
                    <a:pt x="439" y="11342"/>
                  </a:lnTo>
                  <a:lnTo>
                    <a:pt x="481" y="11383"/>
                  </a:lnTo>
                  <a:lnTo>
                    <a:pt x="544" y="11551"/>
                  </a:lnTo>
                  <a:lnTo>
                    <a:pt x="586" y="11760"/>
                  </a:lnTo>
                  <a:lnTo>
                    <a:pt x="691" y="11865"/>
                  </a:lnTo>
                  <a:lnTo>
                    <a:pt x="691" y="11969"/>
                  </a:lnTo>
                  <a:lnTo>
                    <a:pt x="628" y="12011"/>
                  </a:lnTo>
                  <a:lnTo>
                    <a:pt x="711" y="12095"/>
                  </a:lnTo>
                  <a:lnTo>
                    <a:pt x="795" y="12095"/>
                  </a:lnTo>
                  <a:lnTo>
                    <a:pt x="858" y="12158"/>
                  </a:lnTo>
                  <a:lnTo>
                    <a:pt x="900" y="12095"/>
                  </a:lnTo>
                  <a:lnTo>
                    <a:pt x="900" y="12053"/>
                  </a:lnTo>
                  <a:lnTo>
                    <a:pt x="816" y="11906"/>
                  </a:lnTo>
                  <a:lnTo>
                    <a:pt x="816" y="11739"/>
                  </a:lnTo>
                  <a:lnTo>
                    <a:pt x="858" y="11676"/>
                  </a:lnTo>
                  <a:lnTo>
                    <a:pt x="921" y="11739"/>
                  </a:lnTo>
                  <a:lnTo>
                    <a:pt x="900" y="11781"/>
                  </a:lnTo>
                  <a:lnTo>
                    <a:pt x="900" y="11844"/>
                  </a:lnTo>
                  <a:lnTo>
                    <a:pt x="963" y="11948"/>
                  </a:lnTo>
                  <a:lnTo>
                    <a:pt x="1004" y="12095"/>
                  </a:lnTo>
                  <a:lnTo>
                    <a:pt x="963" y="12199"/>
                  </a:lnTo>
                  <a:lnTo>
                    <a:pt x="1004" y="12283"/>
                  </a:lnTo>
                  <a:lnTo>
                    <a:pt x="1109" y="12220"/>
                  </a:lnTo>
                  <a:lnTo>
                    <a:pt x="1214" y="12074"/>
                  </a:lnTo>
                  <a:lnTo>
                    <a:pt x="1109" y="11969"/>
                  </a:lnTo>
                  <a:lnTo>
                    <a:pt x="1109" y="11906"/>
                  </a:lnTo>
                  <a:lnTo>
                    <a:pt x="1151" y="11886"/>
                  </a:lnTo>
                  <a:lnTo>
                    <a:pt x="1235" y="11906"/>
                  </a:lnTo>
                  <a:lnTo>
                    <a:pt x="1276" y="11948"/>
                  </a:lnTo>
                  <a:lnTo>
                    <a:pt x="1318" y="11844"/>
                  </a:lnTo>
                  <a:lnTo>
                    <a:pt x="1318" y="11655"/>
                  </a:lnTo>
                  <a:lnTo>
                    <a:pt x="1276" y="11572"/>
                  </a:lnTo>
                  <a:lnTo>
                    <a:pt x="1276" y="11237"/>
                  </a:lnTo>
                  <a:lnTo>
                    <a:pt x="1276" y="11049"/>
                  </a:lnTo>
                  <a:lnTo>
                    <a:pt x="1339" y="10944"/>
                  </a:lnTo>
                  <a:lnTo>
                    <a:pt x="1444" y="10839"/>
                  </a:lnTo>
                  <a:lnTo>
                    <a:pt x="1423" y="10777"/>
                  </a:lnTo>
                  <a:lnTo>
                    <a:pt x="1360" y="10735"/>
                  </a:lnTo>
                  <a:lnTo>
                    <a:pt x="1360" y="10630"/>
                  </a:lnTo>
                  <a:lnTo>
                    <a:pt x="1318" y="10630"/>
                  </a:lnTo>
                  <a:lnTo>
                    <a:pt x="1339" y="10567"/>
                  </a:lnTo>
                  <a:lnTo>
                    <a:pt x="1151" y="10567"/>
                  </a:lnTo>
                  <a:lnTo>
                    <a:pt x="1130" y="10505"/>
                  </a:lnTo>
                  <a:lnTo>
                    <a:pt x="1235" y="10463"/>
                  </a:lnTo>
                  <a:lnTo>
                    <a:pt x="1255" y="10379"/>
                  </a:lnTo>
                  <a:lnTo>
                    <a:pt x="1235" y="10212"/>
                  </a:lnTo>
                  <a:lnTo>
                    <a:pt x="1151" y="10170"/>
                  </a:lnTo>
                  <a:lnTo>
                    <a:pt x="1067" y="10191"/>
                  </a:lnTo>
                  <a:lnTo>
                    <a:pt x="1067" y="10212"/>
                  </a:lnTo>
                  <a:lnTo>
                    <a:pt x="1004" y="10274"/>
                  </a:lnTo>
                  <a:lnTo>
                    <a:pt x="921" y="10274"/>
                  </a:lnTo>
                  <a:lnTo>
                    <a:pt x="795" y="10149"/>
                  </a:lnTo>
                  <a:lnTo>
                    <a:pt x="816" y="10065"/>
                  </a:lnTo>
                  <a:lnTo>
                    <a:pt x="1004" y="9982"/>
                  </a:lnTo>
                  <a:lnTo>
                    <a:pt x="1151" y="9961"/>
                  </a:lnTo>
                  <a:lnTo>
                    <a:pt x="1339" y="10002"/>
                  </a:lnTo>
                  <a:lnTo>
                    <a:pt x="1423" y="10065"/>
                  </a:lnTo>
                  <a:lnTo>
                    <a:pt x="1444" y="10002"/>
                  </a:lnTo>
                  <a:lnTo>
                    <a:pt x="1444" y="9940"/>
                  </a:lnTo>
                  <a:lnTo>
                    <a:pt x="1444" y="9835"/>
                  </a:lnTo>
                  <a:lnTo>
                    <a:pt x="1423" y="9751"/>
                  </a:lnTo>
                  <a:lnTo>
                    <a:pt x="1444" y="9689"/>
                  </a:lnTo>
                  <a:lnTo>
                    <a:pt x="1527" y="9689"/>
                  </a:lnTo>
                  <a:lnTo>
                    <a:pt x="1569" y="9772"/>
                  </a:lnTo>
                  <a:lnTo>
                    <a:pt x="1653" y="9772"/>
                  </a:lnTo>
                  <a:lnTo>
                    <a:pt x="1758" y="9730"/>
                  </a:lnTo>
                  <a:lnTo>
                    <a:pt x="1946" y="9689"/>
                  </a:lnTo>
                  <a:lnTo>
                    <a:pt x="2113" y="9647"/>
                  </a:lnTo>
                  <a:lnTo>
                    <a:pt x="2218" y="9647"/>
                  </a:lnTo>
                  <a:lnTo>
                    <a:pt x="2281" y="9668"/>
                  </a:lnTo>
                  <a:lnTo>
                    <a:pt x="2323" y="9647"/>
                  </a:lnTo>
                  <a:cubicBezTo>
                    <a:pt x="2323" y="9668"/>
                    <a:pt x="2364" y="9730"/>
                    <a:pt x="2364" y="9751"/>
                  </a:cubicBezTo>
                  <a:lnTo>
                    <a:pt x="2218" y="9856"/>
                  </a:lnTo>
                  <a:lnTo>
                    <a:pt x="2218" y="9940"/>
                  </a:lnTo>
                  <a:lnTo>
                    <a:pt x="2155" y="9877"/>
                  </a:lnTo>
                  <a:lnTo>
                    <a:pt x="2051" y="9898"/>
                  </a:lnTo>
                  <a:lnTo>
                    <a:pt x="1967" y="9961"/>
                  </a:lnTo>
                  <a:lnTo>
                    <a:pt x="1904" y="9940"/>
                  </a:lnTo>
                  <a:lnTo>
                    <a:pt x="1841" y="9772"/>
                  </a:lnTo>
                  <a:lnTo>
                    <a:pt x="1779" y="9772"/>
                  </a:lnTo>
                  <a:lnTo>
                    <a:pt x="1632" y="9961"/>
                  </a:lnTo>
                  <a:lnTo>
                    <a:pt x="1632" y="10065"/>
                  </a:lnTo>
                  <a:lnTo>
                    <a:pt x="1527" y="10128"/>
                  </a:lnTo>
                  <a:lnTo>
                    <a:pt x="1486" y="10233"/>
                  </a:lnTo>
                  <a:lnTo>
                    <a:pt x="1653" y="10295"/>
                  </a:lnTo>
                  <a:lnTo>
                    <a:pt x="1674" y="10400"/>
                  </a:lnTo>
                  <a:lnTo>
                    <a:pt x="1653" y="10421"/>
                  </a:lnTo>
                  <a:lnTo>
                    <a:pt x="1653" y="10484"/>
                  </a:lnTo>
                  <a:lnTo>
                    <a:pt x="1737" y="10609"/>
                  </a:lnTo>
                  <a:lnTo>
                    <a:pt x="1862" y="10630"/>
                  </a:lnTo>
                  <a:lnTo>
                    <a:pt x="1862" y="10714"/>
                  </a:lnTo>
                  <a:lnTo>
                    <a:pt x="1904" y="10735"/>
                  </a:lnTo>
                  <a:lnTo>
                    <a:pt x="1946" y="10693"/>
                  </a:lnTo>
                  <a:lnTo>
                    <a:pt x="2009" y="10714"/>
                  </a:lnTo>
                  <a:lnTo>
                    <a:pt x="2072" y="10693"/>
                  </a:lnTo>
                  <a:lnTo>
                    <a:pt x="2072" y="10609"/>
                  </a:lnTo>
                  <a:lnTo>
                    <a:pt x="1967" y="10505"/>
                  </a:lnTo>
                  <a:lnTo>
                    <a:pt x="2009" y="10400"/>
                  </a:lnTo>
                  <a:lnTo>
                    <a:pt x="2072" y="10254"/>
                  </a:lnTo>
                  <a:lnTo>
                    <a:pt x="2197" y="10170"/>
                  </a:lnTo>
                  <a:lnTo>
                    <a:pt x="2218" y="10107"/>
                  </a:lnTo>
                  <a:lnTo>
                    <a:pt x="2364" y="10149"/>
                  </a:lnTo>
                  <a:lnTo>
                    <a:pt x="2511" y="10254"/>
                  </a:lnTo>
                  <a:lnTo>
                    <a:pt x="2574" y="10316"/>
                  </a:lnTo>
                  <a:lnTo>
                    <a:pt x="2636" y="10295"/>
                  </a:lnTo>
                  <a:lnTo>
                    <a:pt x="2699" y="10086"/>
                  </a:lnTo>
                  <a:lnTo>
                    <a:pt x="2825" y="9961"/>
                  </a:lnTo>
                  <a:lnTo>
                    <a:pt x="2825" y="9877"/>
                  </a:lnTo>
                  <a:lnTo>
                    <a:pt x="2783" y="9814"/>
                  </a:lnTo>
                  <a:lnTo>
                    <a:pt x="2741" y="9751"/>
                  </a:lnTo>
                  <a:lnTo>
                    <a:pt x="2616" y="9647"/>
                  </a:lnTo>
                  <a:lnTo>
                    <a:pt x="2532" y="9647"/>
                  </a:lnTo>
                  <a:lnTo>
                    <a:pt x="2469" y="9584"/>
                  </a:lnTo>
                  <a:lnTo>
                    <a:pt x="2302" y="9584"/>
                  </a:lnTo>
                  <a:cubicBezTo>
                    <a:pt x="2302" y="9563"/>
                    <a:pt x="2302" y="9521"/>
                    <a:pt x="2281" y="9479"/>
                  </a:cubicBezTo>
                  <a:lnTo>
                    <a:pt x="2281" y="9458"/>
                  </a:lnTo>
                  <a:lnTo>
                    <a:pt x="2406" y="9375"/>
                  </a:lnTo>
                  <a:lnTo>
                    <a:pt x="2427" y="9333"/>
                  </a:lnTo>
                  <a:lnTo>
                    <a:pt x="2574" y="9228"/>
                  </a:lnTo>
                  <a:lnTo>
                    <a:pt x="2699" y="9165"/>
                  </a:lnTo>
                  <a:lnTo>
                    <a:pt x="2888" y="9207"/>
                  </a:lnTo>
                  <a:lnTo>
                    <a:pt x="2992" y="9165"/>
                  </a:lnTo>
                  <a:lnTo>
                    <a:pt x="3034" y="9228"/>
                  </a:lnTo>
                  <a:lnTo>
                    <a:pt x="3034" y="9333"/>
                  </a:lnTo>
                  <a:lnTo>
                    <a:pt x="2950" y="9458"/>
                  </a:lnTo>
                  <a:lnTo>
                    <a:pt x="2929" y="9563"/>
                  </a:lnTo>
                  <a:lnTo>
                    <a:pt x="2992" y="9584"/>
                  </a:lnTo>
                  <a:lnTo>
                    <a:pt x="2992" y="9689"/>
                  </a:lnTo>
                  <a:lnTo>
                    <a:pt x="2992" y="9793"/>
                  </a:lnTo>
                  <a:lnTo>
                    <a:pt x="2950" y="9856"/>
                  </a:lnTo>
                  <a:lnTo>
                    <a:pt x="2992" y="9961"/>
                  </a:lnTo>
                  <a:lnTo>
                    <a:pt x="3097" y="10002"/>
                  </a:lnTo>
                  <a:lnTo>
                    <a:pt x="3243" y="10170"/>
                  </a:lnTo>
                  <a:lnTo>
                    <a:pt x="3348" y="10191"/>
                  </a:lnTo>
                  <a:lnTo>
                    <a:pt x="3432" y="10170"/>
                  </a:lnTo>
                  <a:lnTo>
                    <a:pt x="3536" y="10002"/>
                  </a:lnTo>
                  <a:lnTo>
                    <a:pt x="3536" y="9898"/>
                  </a:lnTo>
                  <a:lnTo>
                    <a:pt x="3578" y="9856"/>
                  </a:lnTo>
                  <a:lnTo>
                    <a:pt x="3620" y="9793"/>
                  </a:lnTo>
                  <a:lnTo>
                    <a:pt x="3578" y="9710"/>
                  </a:lnTo>
                  <a:lnTo>
                    <a:pt x="3662" y="9584"/>
                  </a:lnTo>
                  <a:lnTo>
                    <a:pt x="3766" y="9563"/>
                  </a:lnTo>
                  <a:lnTo>
                    <a:pt x="3850" y="9563"/>
                  </a:lnTo>
                  <a:lnTo>
                    <a:pt x="3871" y="9500"/>
                  </a:lnTo>
                  <a:lnTo>
                    <a:pt x="3850" y="9458"/>
                  </a:lnTo>
                  <a:lnTo>
                    <a:pt x="3829" y="9333"/>
                  </a:lnTo>
                  <a:lnTo>
                    <a:pt x="3620" y="9249"/>
                  </a:lnTo>
                  <a:lnTo>
                    <a:pt x="3578" y="9186"/>
                  </a:lnTo>
                  <a:lnTo>
                    <a:pt x="3641" y="9040"/>
                  </a:lnTo>
                  <a:lnTo>
                    <a:pt x="3724" y="8977"/>
                  </a:lnTo>
                  <a:lnTo>
                    <a:pt x="3766" y="8956"/>
                  </a:lnTo>
                  <a:lnTo>
                    <a:pt x="3745" y="9019"/>
                  </a:lnTo>
                  <a:lnTo>
                    <a:pt x="3745" y="9145"/>
                  </a:lnTo>
                  <a:lnTo>
                    <a:pt x="3787" y="9165"/>
                  </a:lnTo>
                  <a:lnTo>
                    <a:pt x="3850" y="9145"/>
                  </a:lnTo>
                  <a:lnTo>
                    <a:pt x="3871" y="9124"/>
                  </a:lnTo>
                  <a:lnTo>
                    <a:pt x="3955" y="9145"/>
                  </a:lnTo>
                  <a:lnTo>
                    <a:pt x="3996" y="9186"/>
                  </a:lnTo>
                  <a:lnTo>
                    <a:pt x="4059" y="9165"/>
                  </a:lnTo>
                  <a:lnTo>
                    <a:pt x="4101" y="9165"/>
                  </a:lnTo>
                  <a:lnTo>
                    <a:pt x="4080" y="9228"/>
                  </a:lnTo>
                  <a:lnTo>
                    <a:pt x="3976" y="9249"/>
                  </a:lnTo>
                  <a:lnTo>
                    <a:pt x="3976" y="9270"/>
                  </a:lnTo>
                  <a:lnTo>
                    <a:pt x="3996" y="9291"/>
                  </a:lnTo>
                  <a:lnTo>
                    <a:pt x="4080" y="9270"/>
                  </a:lnTo>
                  <a:lnTo>
                    <a:pt x="4206" y="9186"/>
                  </a:lnTo>
                  <a:lnTo>
                    <a:pt x="4499" y="9228"/>
                  </a:lnTo>
                  <a:lnTo>
                    <a:pt x="4666" y="9186"/>
                  </a:lnTo>
                  <a:lnTo>
                    <a:pt x="4603" y="9165"/>
                  </a:lnTo>
                  <a:lnTo>
                    <a:pt x="4582" y="9061"/>
                  </a:lnTo>
                  <a:lnTo>
                    <a:pt x="4603" y="8935"/>
                  </a:lnTo>
                  <a:lnTo>
                    <a:pt x="4729" y="8873"/>
                  </a:lnTo>
                  <a:lnTo>
                    <a:pt x="4833" y="8914"/>
                  </a:lnTo>
                  <a:lnTo>
                    <a:pt x="4875" y="9019"/>
                  </a:lnTo>
                  <a:lnTo>
                    <a:pt x="4833" y="9124"/>
                  </a:lnTo>
                  <a:lnTo>
                    <a:pt x="4896" y="9186"/>
                  </a:lnTo>
                  <a:lnTo>
                    <a:pt x="4980" y="9186"/>
                  </a:lnTo>
                  <a:lnTo>
                    <a:pt x="5043" y="9061"/>
                  </a:lnTo>
                  <a:lnTo>
                    <a:pt x="4980" y="8852"/>
                  </a:lnTo>
                  <a:lnTo>
                    <a:pt x="5001" y="8726"/>
                  </a:lnTo>
                  <a:lnTo>
                    <a:pt x="5126" y="8621"/>
                  </a:lnTo>
                  <a:lnTo>
                    <a:pt x="5210" y="8621"/>
                  </a:lnTo>
                  <a:lnTo>
                    <a:pt x="5231" y="8559"/>
                  </a:lnTo>
                  <a:lnTo>
                    <a:pt x="5189" y="8496"/>
                  </a:lnTo>
                  <a:lnTo>
                    <a:pt x="5210" y="8349"/>
                  </a:lnTo>
                  <a:lnTo>
                    <a:pt x="5294" y="8308"/>
                  </a:lnTo>
                  <a:lnTo>
                    <a:pt x="5398" y="8329"/>
                  </a:lnTo>
                  <a:lnTo>
                    <a:pt x="5419" y="8391"/>
                  </a:lnTo>
                  <a:lnTo>
                    <a:pt x="5357" y="8454"/>
                  </a:lnTo>
                  <a:lnTo>
                    <a:pt x="5336" y="8621"/>
                  </a:lnTo>
                  <a:lnTo>
                    <a:pt x="5357" y="8956"/>
                  </a:lnTo>
                  <a:lnTo>
                    <a:pt x="5419" y="8998"/>
                  </a:lnTo>
                  <a:lnTo>
                    <a:pt x="5503" y="8935"/>
                  </a:lnTo>
                  <a:lnTo>
                    <a:pt x="5545" y="8831"/>
                  </a:lnTo>
                  <a:lnTo>
                    <a:pt x="5649" y="8831"/>
                  </a:lnTo>
                  <a:lnTo>
                    <a:pt x="5754" y="8726"/>
                  </a:lnTo>
                  <a:lnTo>
                    <a:pt x="5817" y="8580"/>
                  </a:lnTo>
                  <a:lnTo>
                    <a:pt x="5775" y="8475"/>
                  </a:lnTo>
                  <a:lnTo>
                    <a:pt x="5921" y="8370"/>
                  </a:lnTo>
                  <a:lnTo>
                    <a:pt x="5880" y="8287"/>
                  </a:lnTo>
                  <a:lnTo>
                    <a:pt x="5838" y="8224"/>
                  </a:lnTo>
                  <a:lnTo>
                    <a:pt x="5712" y="8057"/>
                  </a:lnTo>
                  <a:lnTo>
                    <a:pt x="5649" y="7910"/>
                  </a:lnTo>
                  <a:lnTo>
                    <a:pt x="5629" y="7638"/>
                  </a:lnTo>
                  <a:lnTo>
                    <a:pt x="5670" y="7324"/>
                  </a:lnTo>
                  <a:lnTo>
                    <a:pt x="5670" y="7115"/>
                  </a:lnTo>
                  <a:lnTo>
                    <a:pt x="5566" y="6717"/>
                  </a:lnTo>
                  <a:lnTo>
                    <a:pt x="5440" y="6529"/>
                  </a:lnTo>
                  <a:lnTo>
                    <a:pt x="5440" y="6383"/>
                  </a:lnTo>
                  <a:lnTo>
                    <a:pt x="5461" y="6194"/>
                  </a:lnTo>
                  <a:lnTo>
                    <a:pt x="5649" y="6111"/>
                  </a:lnTo>
                  <a:lnTo>
                    <a:pt x="5733" y="6111"/>
                  </a:lnTo>
                  <a:lnTo>
                    <a:pt x="5775" y="6194"/>
                  </a:lnTo>
                  <a:lnTo>
                    <a:pt x="5817" y="6132"/>
                  </a:lnTo>
                  <a:lnTo>
                    <a:pt x="5775" y="6006"/>
                  </a:lnTo>
                  <a:lnTo>
                    <a:pt x="5754" y="5922"/>
                  </a:lnTo>
                  <a:lnTo>
                    <a:pt x="5733" y="5880"/>
                  </a:lnTo>
                  <a:lnTo>
                    <a:pt x="5712" y="5776"/>
                  </a:lnTo>
                  <a:lnTo>
                    <a:pt x="5712" y="5713"/>
                  </a:lnTo>
                  <a:lnTo>
                    <a:pt x="5712" y="5650"/>
                  </a:lnTo>
                  <a:lnTo>
                    <a:pt x="5754" y="5567"/>
                  </a:lnTo>
                  <a:lnTo>
                    <a:pt x="5754" y="5546"/>
                  </a:lnTo>
                  <a:lnTo>
                    <a:pt x="5754" y="5462"/>
                  </a:lnTo>
                  <a:lnTo>
                    <a:pt x="5733" y="5399"/>
                  </a:lnTo>
                  <a:lnTo>
                    <a:pt x="5733" y="5274"/>
                  </a:lnTo>
                  <a:lnTo>
                    <a:pt x="5754" y="5190"/>
                  </a:lnTo>
                  <a:lnTo>
                    <a:pt x="5712" y="5127"/>
                  </a:lnTo>
                  <a:lnTo>
                    <a:pt x="5670" y="4876"/>
                  </a:lnTo>
                  <a:lnTo>
                    <a:pt x="5566" y="4709"/>
                  </a:lnTo>
                  <a:lnTo>
                    <a:pt x="5545" y="4709"/>
                  </a:lnTo>
                  <a:lnTo>
                    <a:pt x="5503" y="4667"/>
                  </a:lnTo>
                  <a:lnTo>
                    <a:pt x="5503" y="4437"/>
                  </a:lnTo>
                  <a:lnTo>
                    <a:pt x="5398" y="4332"/>
                  </a:lnTo>
                  <a:lnTo>
                    <a:pt x="5147" y="4081"/>
                  </a:lnTo>
                  <a:lnTo>
                    <a:pt x="5105" y="3976"/>
                  </a:lnTo>
                  <a:lnTo>
                    <a:pt x="5043" y="3788"/>
                  </a:lnTo>
                  <a:lnTo>
                    <a:pt x="5043" y="3600"/>
                  </a:lnTo>
                  <a:lnTo>
                    <a:pt x="5043" y="3558"/>
                  </a:lnTo>
                  <a:lnTo>
                    <a:pt x="4980" y="3600"/>
                  </a:lnTo>
                  <a:lnTo>
                    <a:pt x="4917" y="3600"/>
                  </a:lnTo>
                  <a:lnTo>
                    <a:pt x="4896" y="3579"/>
                  </a:lnTo>
                  <a:lnTo>
                    <a:pt x="4896" y="3558"/>
                  </a:lnTo>
                  <a:cubicBezTo>
                    <a:pt x="4854" y="3474"/>
                    <a:pt x="4812" y="3412"/>
                    <a:pt x="4750" y="3349"/>
                  </a:cubicBezTo>
                  <a:lnTo>
                    <a:pt x="4792" y="3265"/>
                  </a:lnTo>
                  <a:lnTo>
                    <a:pt x="4854" y="3160"/>
                  </a:lnTo>
                  <a:lnTo>
                    <a:pt x="4812" y="3077"/>
                  </a:lnTo>
                  <a:lnTo>
                    <a:pt x="4687" y="3077"/>
                  </a:lnTo>
                  <a:lnTo>
                    <a:pt x="4540" y="3056"/>
                  </a:lnTo>
                  <a:lnTo>
                    <a:pt x="4394" y="2888"/>
                  </a:lnTo>
                  <a:lnTo>
                    <a:pt x="4268" y="2930"/>
                  </a:lnTo>
                  <a:lnTo>
                    <a:pt x="4122" y="2847"/>
                  </a:lnTo>
                  <a:lnTo>
                    <a:pt x="4101" y="2763"/>
                  </a:lnTo>
                  <a:lnTo>
                    <a:pt x="4101" y="2658"/>
                  </a:lnTo>
                  <a:lnTo>
                    <a:pt x="4185" y="2575"/>
                  </a:lnTo>
                  <a:lnTo>
                    <a:pt x="4268" y="2575"/>
                  </a:lnTo>
                  <a:lnTo>
                    <a:pt x="4415" y="2679"/>
                  </a:lnTo>
                  <a:lnTo>
                    <a:pt x="4478" y="2721"/>
                  </a:lnTo>
                  <a:lnTo>
                    <a:pt x="4603" y="2533"/>
                  </a:lnTo>
                  <a:lnTo>
                    <a:pt x="4729" y="2428"/>
                  </a:lnTo>
                  <a:lnTo>
                    <a:pt x="4833" y="2428"/>
                  </a:lnTo>
                  <a:lnTo>
                    <a:pt x="4896" y="2470"/>
                  </a:lnTo>
                  <a:lnTo>
                    <a:pt x="4959" y="2512"/>
                  </a:lnTo>
                  <a:lnTo>
                    <a:pt x="5064" y="2470"/>
                  </a:lnTo>
                  <a:lnTo>
                    <a:pt x="5168" y="2575"/>
                  </a:lnTo>
                  <a:lnTo>
                    <a:pt x="5336" y="2721"/>
                  </a:lnTo>
                  <a:lnTo>
                    <a:pt x="5524" y="2784"/>
                  </a:lnTo>
                  <a:lnTo>
                    <a:pt x="5691" y="2847"/>
                  </a:lnTo>
                  <a:lnTo>
                    <a:pt x="5754" y="2930"/>
                  </a:lnTo>
                  <a:lnTo>
                    <a:pt x="5859" y="2972"/>
                  </a:lnTo>
                  <a:lnTo>
                    <a:pt x="5859" y="2888"/>
                  </a:lnTo>
                  <a:lnTo>
                    <a:pt x="5880" y="2784"/>
                  </a:lnTo>
                  <a:lnTo>
                    <a:pt x="5859" y="2658"/>
                  </a:lnTo>
                  <a:lnTo>
                    <a:pt x="5880" y="2470"/>
                  </a:lnTo>
                  <a:lnTo>
                    <a:pt x="5942" y="2240"/>
                  </a:lnTo>
                  <a:lnTo>
                    <a:pt x="6089" y="2031"/>
                  </a:lnTo>
                  <a:lnTo>
                    <a:pt x="6193" y="2010"/>
                  </a:lnTo>
                  <a:lnTo>
                    <a:pt x="6298" y="2031"/>
                  </a:lnTo>
                  <a:lnTo>
                    <a:pt x="6465" y="2031"/>
                  </a:lnTo>
                  <a:lnTo>
                    <a:pt x="6465" y="1989"/>
                  </a:lnTo>
                  <a:lnTo>
                    <a:pt x="6528" y="1926"/>
                  </a:lnTo>
                  <a:lnTo>
                    <a:pt x="6591" y="1947"/>
                  </a:lnTo>
                  <a:lnTo>
                    <a:pt x="6675" y="1947"/>
                  </a:lnTo>
                  <a:lnTo>
                    <a:pt x="6717" y="1905"/>
                  </a:lnTo>
                  <a:lnTo>
                    <a:pt x="6737" y="1821"/>
                  </a:lnTo>
                  <a:lnTo>
                    <a:pt x="6842" y="1779"/>
                  </a:lnTo>
                  <a:lnTo>
                    <a:pt x="6926" y="1717"/>
                  </a:lnTo>
                  <a:lnTo>
                    <a:pt x="6926" y="1612"/>
                  </a:lnTo>
                  <a:lnTo>
                    <a:pt x="6989" y="1591"/>
                  </a:lnTo>
                  <a:lnTo>
                    <a:pt x="7009" y="1507"/>
                  </a:lnTo>
                  <a:lnTo>
                    <a:pt x="6926" y="1507"/>
                  </a:lnTo>
                  <a:lnTo>
                    <a:pt x="6863" y="1591"/>
                  </a:lnTo>
                  <a:lnTo>
                    <a:pt x="6800" y="1675"/>
                  </a:lnTo>
                  <a:lnTo>
                    <a:pt x="6717" y="1675"/>
                  </a:lnTo>
                  <a:lnTo>
                    <a:pt x="6717" y="1612"/>
                  </a:lnTo>
                  <a:lnTo>
                    <a:pt x="6717" y="1528"/>
                  </a:lnTo>
                  <a:lnTo>
                    <a:pt x="6612" y="1403"/>
                  </a:lnTo>
                  <a:lnTo>
                    <a:pt x="6486" y="1319"/>
                  </a:lnTo>
                  <a:lnTo>
                    <a:pt x="6445" y="1277"/>
                  </a:lnTo>
                  <a:lnTo>
                    <a:pt x="6445" y="1110"/>
                  </a:lnTo>
                  <a:lnTo>
                    <a:pt x="6486" y="943"/>
                  </a:lnTo>
                  <a:lnTo>
                    <a:pt x="6486" y="838"/>
                  </a:lnTo>
                  <a:lnTo>
                    <a:pt x="6465" y="775"/>
                  </a:lnTo>
                  <a:lnTo>
                    <a:pt x="6445" y="796"/>
                  </a:lnTo>
                  <a:lnTo>
                    <a:pt x="6403" y="901"/>
                  </a:lnTo>
                  <a:lnTo>
                    <a:pt x="6298" y="1047"/>
                  </a:lnTo>
                  <a:lnTo>
                    <a:pt x="6131" y="1173"/>
                  </a:lnTo>
                  <a:lnTo>
                    <a:pt x="5963" y="1194"/>
                  </a:lnTo>
                  <a:lnTo>
                    <a:pt x="5901" y="1173"/>
                  </a:lnTo>
                  <a:lnTo>
                    <a:pt x="5838" y="1194"/>
                  </a:lnTo>
                  <a:lnTo>
                    <a:pt x="5733" y="1089"/>
                  </a:lnTo>
                  <a:lnTo>
                    <a:pt x="5608" y="1068"/>
                  </a:lnTo>
                  <a:lnTo>
                    <a:pt x="5419" y="984"/>
                  </a:lnTo>
                  <a:lnTo>
                    <a:pt x="5315" y="880"/>
                  </a:lnTo>
                  <a:lnTo>
                    <a:pt x="5210" y="859"/>
                  </a:lnTo>
                  <a:lnTo>
                    <a:pt x="5147" y="775"/>
                  </a:lnTo>
                  <a:lnTo>
                    <a:pt x="5001" y="671"/>
                  </a:lnTo>
                  <a:lnTo>
                    <a:pt x="4729" y="419"/>
                  </a:lnTo>
                  <a:lnTo>
                    <a:pt x="4645" y="252"/>
                  </a:lnTo>
                  <a:lnTo>
                    <a:pt x="4499" y="231"/>
                  </a:lnTo>
                  <a:lnTo>
                    <a:pt x="4310" y="64"/>
                  </a:lnTo>
                  <a:lnTo>
                    <a:pt x="42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60"/>
            <p:cNvSpPr/>
            <p:nvPr/>
          </p:nvSpPr>
          <p:spPr>
            <a:xfrm>
              <a:off x="4580490" y="2850992"/>
              <a:ext cx="28661" cy="38087"/>
            </a:xfrm>
            <a:custGeom>
              <a:rect b="b" l="l" r="r" t="t"/>
              <a:pathLst>
                <a:path extrusionOk="0" h="3349" w="2407">
                  <a:moveTo>
                    <a:pt x="1256" y="1"/>
                  </a:moveTo>
                  <a:lnTo>
                    <a:pt x="1005" y="126"/>
                  </a:lnTo>
                  <a:lnTo>
                    <a:pt x="628" y="189"/>
                  </a:lnTo>
                  <a:lnTo>
                    <a:pt x="419" y="377"/>
                  </a:lnTo>
                  <a:lnTo>
                    <a:pt x="210" y="419"/>
                  </a:lnTo>
                  <a:lnTo>
                    <a:pt x="21" y="586"/>
                  </a:lnTo>
                  <a:lnTo>
                    <a:pt x="0" y="712"/>
                  </a:lnTo>
                  <a:lnTo>
                    <a:pt x="0" y="733"/>
                  </a:lnTo>
                  <a:lnTo>
                    <a:pt x="105" y="649"/>
                  </a:lnTo>
                  <a:lnTo>
                    <a:pt x="293" y="691"/>
                  </a:lnTo>
                  <a:lnTo>
                    <a:pt x="210" y="712"/>
                  </a:lnTo>
                  <a:lnTo>
                    <a:pt x="419" y="921"/>
                  </a:lnTo>
                  <a:lnTo>
                    <a:pt x="565" y="1130"/>
                  </a:lnTo>
                  <a:lnTo>
                    <a:pt x="649" y="1130"/>
                  </a:lnTo>
                  <a:lnTo>
                    <a:pt x="607" y="1214"/>
                  </a:lnTo>
                  <a:lnTo>
                    <a:pt x="712" y="1319"/>
                  </a:lnTo>
                  <a:lnTo>
                    <a:pt x="733" y="1423"/>
                  </a:lnTo>
                  <a:lnTo>
                    <a:pt x="544" y="1361"/>
                  </a:lnTo>
                  <a:lnTo>
                    <a:pt x="524" y="1277"/>
                  </a:lnTo>
                  <a:lnTo>
                    <a:pt x="461" y="1381"/>
                  </a:lnTo>
                  <a:lnTo>
                    <a:pt x="398" y="1361"/>
                  </a:lnTo>
                  <a:lnTo>
                    <a:pt x="252" y="1549"/>
                  </a:lnTo>
                  <a:lnTo>
                    <a:pt x="524" y="1653"/>
                  </a:lnTo>
                  <a:lnTo>
                    <a:pt x="607" y="1633"/>
                  </a:lnTo>
                  <a:lnTo>
                    <a:pt x="649" y="1758"/>
                  </a:lnTo>
                  <a:lnTo>
                    <a:pt x="649" y="1988"/>
                  </a:lnTo>
                  <a:lnTo>
                    <a:pt x="712" y="2051"/>
                  </a:lnTo>
                  <a:lnTo>
                    <a:pt x="754" y="2009"/>
                  </a:lnTo>
                  <a:lnTo>
                    <a:pt x="858" y="2197"/>
                  </a:lnTo>
                  <a:lnTo>
                    <a:pt x="670" y="2323"/>
                  </a:lnTo>
                  <a:lnTo>
                    <a:pt x="670" y="2386"/>
                  </a:lnTo>
                  <a:lnTo>
                    <a:pt x="754" y="2469"/>
                  </a:lnTo>
                  <a:lnTo>
                    <a:pt x="754" y="2574"/>
                  </a:lnTo>
                  <a:lnTo>
                    <a:pt x="670" y="2595"/>
                  </a:lnTo>
                  <a:lnTo>
                    <a:pt x="670" y="2700"/>
                  </a:lnTo>
                  <a:lnTo>
                    <a:pt x="733" y="2804"/>
                  </a:lnTo>
                  <a:lnTo>
                    <a:pt x="670" y="2804"/>
                  </a:lnTo>
                  <a:lnTo>
                    <a:pt x="816" y="3097"/>
                  </a:lnTo>
                  <a:lnTo>
                    <a:pt x="879" y="3097"/>
                  </a:lnTo>
                  <a:lnTo>
                    <a:pt x="921" y="3223"/>
                  </a:lnTo>
                  <a:lnTo>
                    <a:pt x="963" y="3244"/>
                  </a:lnTo>
                  <a:lnTo>
                    <a:pt x="963" y="3348"/>
                  </a:lnTo>
                  <a:lnTo>
                    <a:pt x="1047" y="3306"/>
                  </a:lnTo>
                  <a:lnTo>
                    <a:pt x="1047" y="3139"/>
                  </a:lnTo>
                  <a:lnTo>
                    <a:pt x="1088" y="3223"/>
                  </a:lnTo>
                  <a:lnTo>
                    <a:pt x="1172" y="3118"/>
                  </a:lnTo>
                  <a:lnTo>
                    <a:pt x="1444" y="2888"/>
                  </a:lnTo>
                  <a:lnTo>
                    <a:pt x="1549" y="2846"/>
                  </a:lnTo>
                  <a:lnTo>
                    <a:pt x="1570" y="2909"/>
                  </a:lnTo>
                  <a:lnTo>
                    <a:pt x="1653" y="2825"/>
                  </a:lnTo>
                  <a:lnTo>
                    <a:pt x="1695" y="2825"/>
                  </a:lnTo>
                  <a:lnTo>
                    <a:pt x="1758" y="2930"/>
                  </a:lnTo>
                  <a:lnTo>
                    <a:pt x="1863" y="2909"/>
                  </a:lnTo>
                  <a:lnTo>
                    <a:pt x="1905" y="2951"/>
                  </a:lnTo>
                  <a:lnTo>
                    <a:pt x="1967" y="2909"/>
                  </a:lnTo>
                  <a:lnTo>
                    <a:pt x="1925" y="2825"/>
                  </a:lnTo>
                  <a:lnTo>
                    <a:pt x="2072" y="2741"/>
                  </a:lnTo>
                  <a:lnTo>
                    <a:pt x="2197" y="2741"/>
                  </a:lnTo>
                  <a:lnTo>
                    <a:pt x="2344" y="2532"/>
                  </a:lnTo>
                  <a:lnTo>
                    <a:pt x="2323" y="2490"/>
                  </a:lnTo>
                  <a:lnTo>
                    <a:pt x="2407" y="2428"/>
                  </a:lnTo>
                  <a:lnTo>
                    <a:pt x="2344" y="1988"/>
                  </a:lnTo>
                  <a:lnTo>
                    <a:pt x="2323" y="1988"/>
                  </a:lnTo>
                  <a:lnTo>
                    <a:pt x="2281" y="2009"/>
                  </a:lnTo>
                  <a:lnTo>
                    <a:pt x="2281" y="1884"/>
                  </a:lnTo>
                  <a:lnTo>
                    <a:pt x="2197" y="1486"/>
                  </a:lnTo>
                  <a:lnTo>
                    <a:pt x="2114" y="1381"/>
                  </a:lnTo>
                  <a:lnTo>
                    <a:pt x="2114" y="1130"/>
                  </a:lnTo>
                  <a:lnTo>
                    <a:pt x="1779" y="712"/>
                  </a:lnTo>
                  <a:lnTo>
                    <a:pt x="1465" y="398"/>
                  </a:lnTo>
                  <a:lnTo>
                    <a:pt x="125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60"/>
            <p:cNvSpPr/>
            <p:nvPr/>
          </p:nvSpPr>
          <p:spPr>
            <a:xfrm>
              <a:off x="4566534" y="2807208"/>
              <a:ext cx="32650" cy="53553"/>
            </a:xfrm>
            <a:custGeom>
              <a:rect b="b" l="l" r="r" t="t"/>
              <a:pathLst>
                <a:path extrusionOk="0" h="4709" w="2742">
                  <a:moveTo>
                    <a:pt x="2260" y="1"/>
                  </a:moveTo>
                  <a:lnTo>
                    <a:pt x="2177" y="42"/>
                  </a:lnTo>
                  <a:lnTo>
                    <a:pt x="2177" y="168"/>
                  </a:lnTo>
                  <a:lnTo>
                    <a:pt x="2177" y="273"/>
                  </a:lnTo>
                  <a:lnTo>
                    <a:pt x="2240" y="377"/>
                  </a:lnTo>
                  <a:lnTo>
                    <a:pt x="2177" y="482"/>
                  </a:lnTo>
                  <a:lnTo>
                    <a:pt x="2093" y="482"/>
                  </a:lnTo>
                  <a:lnTo>
                    <a:pt x="1988" y="607"/>
                  </a:lnTo>
                  <a:lnTo>
                    <a:pt x="1988" y="733"/>
                  </a:lnTo>
                  <a:lnTo>
                    <a:pt x="1737" y="921"/>
                  </a:lnTo>
                  <a:lnTo>
                    <a:pt x="1612" y="921"/>
                  </a:lnTo>
                  <a:lnTo>
                    <a:pt x="1528" y="1005"/>
                  </a:lnTo>
                  <a:lnTo>
                    <a:pt x="1633" y="1089"/>
                  </a:lnTo>
                  <a:lnTo>
                    <a:pt x="1779" y="1214"/>
                  </a:lnTo>
                  <a:lnTo>
                    <a:pt x="1779" y="1298"/>
                  </a:lnTo>
                  <a:lnTo>
                    <a:pt x="1716" y="1444"/>
                  </a:lnTo>
                  <a:lnTo>
                    <a:pt x="1570" y="1423"/>
                  </a:lnTo>
                  <a:lnTo>
                    <a:pt x="1319" y="1444"/>
                  </a:lnTo>
                  <a:lnTo>
                    <a:pt x="1193" y="1402"/>
                  </a:lnTo>
                  <a:lnTo>
                    <a:pt x="1089" y="1444"/>
                  </a:lnTo>
                  <a:lnTo>
                    <a:pt x="1005" y="1361"/>
                  </a:lnTo>
                  <a:lnTo>
                    <a:pt x="942" y="1319"/>
                  </a:lnTo>
                  <a:lnTo>
                    <a:pt x="838" y="1151"/>
                  </a:lnTo>
                  <a:lnTo>
                    <a:pt x="691" y="1298"/>
                  </a:lnTo>
                  <a:lnTo>
                    <a:pt x="691" y="1465"/>
                  </a:lnTo>
                  <a:lnTo>
                    <a:pt x="691" y="1528"/>
                  </a:lnTo>
                  <a:lnTo>
                    <a:pt x="649" y="1633"/>
                  </a:lnTo>
                  <a:lnTo>
                    <a:pt x="566" y="1926"/>
                  </a:lnTo>
                  <a:lnTo>
                    <a:pt x="461" y="1967"/>
                  </a:lnTo>
                  <a:lnTo>
                    <a:pt x="356" y="2156"/>
                  </a:lnTo>
                  <a:lnTo>
                    <a:pt x="210" y="2260"/>
                  </a:lnTo>
                  <a:lnTo>
                    <a:pt x="210" y="2365"/>
                  </a:lnTo>
                  <a:lnTo>
                    <a:pt x="147" y="2511"/>
                  </a:lnTo>
                  <a:lnTo>
                    <a:pt x="1" y="2616"/>
                  </a:lnTo>
                  <a:lnTo>
                    <a:pt x="1" y="2972"/>
                  </a:lnTo>
                  <a:lnTo>
                    <a:pt x="22" y="3014"/>
                  </a:lnTo>
                  <a:lnTo>
                    <a:pt x="43" y="2993"/>
                  </a:lnTo>
                  <a:lnTo>
                    <a:pt x="84" y="3202"/>
                  </a:lnTo>
                  <a:lnTo>
                    <a:pt x="168" y="3139"/>
                  </a:lnTo>
                  <a:lnTo>
                    <a:pt x="168" y="3034"/>
                  </a:lnTo>
                  <a:lnTo>
                    <a:pt x="315" y="3118"/>
                  </a:lnTo>
                  <a:lnTo>
                    <a:pt x="356" y="3202"/>
                  </a:lnTo>
                  <a:lnTo>
                    <a:pt x="545" y="3181"/>
                  </a:lnTo>
                  <a:lnTo>
                    <a:pt x="587" y="3097"/>
                  </a:lnTo>
                  <a:lnTo>
                    <a:pt x="670" y="3097"/>
                  </a:lnTo>
                  <a:lnTo>
                    <a:pt x="649" y="3181"/>
                  </a:lnTo>
                  <a:lnTo>
                    <a:pt x="566" y="3223"/>
                  </a:lnTo>
                  <a:lnTo>
                    <a:pt x="649" y="3348"/>
                  </a:lnTo>
                  <a:lnTo>
                    <a:pt x="524" y="3558"/>
                  </a:lnTo>
                  <a:lnTo>
                    <a:pt x="524" y="3851"/>
                  </a:lnTo>
                  <a:lnTo>
                    <a:pt x="545" y="3913"/>
                  </a:lnTo>
                  <a:lnTo>
                    <a:pt x="775" y="3913"/>
                  </a:lnTo>
                  <a:lnTo>
                    <a:pt x="880" y="3851"/>
                  </a:lnTo>
                  <a:lnTo>
                    <a:pt x="754" y="3955"/>
                  </a:lnTo>
                  <a:lnTo>
                    <a:pt x="608" y="3955"/>
                  </a:lnTo>
                  <a:lnTo>
                    <a:pt x="545" y="4143"/>
                  </a:lnTo>
                  <a:lnTo>
                    <a:pt x="524" y="4374"/>
                  </a:lnTo>
                  <a:lnTo>
                    <a:pt x="482" y="4478"/>
                  </a:lnTo>
                  <a:lnTo>
                    <a:pt x="545" y="4478"/>
                  </a:lnTo>
                  <a:lnTo>
                    <a:pt x="649" y="4436"/>
                  </a:lnTo>
                  <a:lnTo>
                    <a:pt x="775" y="4478"/>
                  </a:lnTo>
                  <a:lnTo>
                    <a:pt x="670" y="4646"/>
                  </a:lnTo>
                  <a:lnTo>
                    <a:pt x="691" y="4708"/>
                  </a:lnTo>
                  <a:lnTo>
                    <a:pt x="838" y="4604"/>
                  </a:lnTo>
                  <a:lnTo>
                    <a:pt x="900" y="4667"/>
                  </a:lnTo>
                  <a:lnTo>
                    <a:pt x="1005" y="4541"/>
                  </a:lnTo>
                  <a:lnTo>
                    <a:pt x="963" y="4478"/>
                  </a:lnTo>
                  <a:lnTo>
                    <a:pt x="1047" y="4436"/>
                  </a:lnTo>
                  <a:lnTo>
                    <a:pt x="1172" y="4562"/>
                  </a:lnTo>
                  <a:lnTo>
                    <a:pt x="1193" y="4436"/>
                  </a:lnTo>
                  <a:lnTo>
                    <a:pt x="1382" y="4269"/>
                  </a:lnTo>
                  <a:lnTo>
                    <a:pt x="1591" y="4227"/>
                  </a:lnTo>
                  <a:lnTo>
                    <a:pt x="1800" y="4039"/>
                  </a:lnTo>
                  <a:lnTo>
                    <a:pt x="2177" y="3976"/>
                  </a:lnTo>
                  <a:lnTo>
                    <a:pt x="2428" y="3851"/>
                  </a:lnTo>
                  <a:lnTo>
                    <a:pt x="2344" y="3725"/>
                  </a:lnTo>
                  <a:lnTo>
                    <a:pt x="1926" y="3495"/>
                  </a:lnTo>
                  <a:lnTo>
                    <a:pt x="1884" y="3390"/>
                  </a:lnTo>
                  <a:lnTo>
                    <a:pt x="1654" y="3348"/>
                  </a:lnTo>
                  <a:lnTo>
                    <a:pt x="1612" y="3202"/>
                  </a:lnTo>
                  <a:lnTo>
                    <a:pt x="1654" y="3118"/>
                  </a:lnTo>
                  <a:lnTo>
                    <a:pt x="1633" y="2993"/>
                  </a:lnTo>
                  <a:lnTo>
                    <a:pt x="1633" y="2867"/>
                  </a:lnTo>
                  <a:lnTo>
                    <a:pt x="1800" y="2762"/>
                  </a:lnTo>
                  <a:lnTo>
                    <a:pt x="1821" y="2616"/>
                  </a:lnTo>
                  <a:lnTo>
                    <a:pt x="1947" y="2574"/>
                  </a:lnTo>
                  <a:lnTo>
                    <a:pt x="2051" y="2574"/>
                  </a:lnTo>
                  <a:lnTo>
                    <a:pt x="2093" y="2490"/>
                  </a:lnTo>
                  <a:lnTo>
                    <a:pt x="2156" y="2449"/>
                  </a:lnTo>
                  <a:lnTo>
                    <a:pt x="2135" y="2344"/>
                  </a:lnTo>
                  <a:lnTo>
                    <a:pt x="2428" y="2051"/>
                  </a:lnTo>
                  <a:lnTo>
                    <a:pt x="2407" y="1988"/>
                  </a:lnTo>
                  <a:lnTo>
                    <a:pt x="2553" y="1863"/>
                  </a:lnTo>
                  <a:lnTo>
                    <a:pt x="2574" y="1737"/>
                  </a:lnTo>
                  <a:lnTo>
                    <a:pt x="2512" y="1654"/>
                  </a:lnTo>
                  <a:lnTo>
                    <a:pt x="2512" y="1361"/>
                  </a:lnTo>
                  <a:lnTo>
                    <a:pt x="2365" y="1256"/>
                  </a:lnTo>
                  <a:lnTo>
                    <a:pt x="2365" y="1110"/>
                  </a:lnTo>
                  <a:lnTo>
                    <a:pt x="2449" y="817"/>
                  </a:lnTo>
                  <a:lnTo>
                    <a:pt x="2449" y="691"/>
                  </a:lnTo>
                  <a:lnTo>
                    <a:pt x="2532" y="691"/>
                  </a:lnTo>
                  <a:lnTo>
                    <a:pt x="2721" y="482"/>
                  </a:lnTo>
                  <a:lnTo>
                    <a:pt x="2742" y="482"/>
                  </a:lnTo>
                  <a:lnTo>
                    <a:pt x="2637" y="356"/>
                  </a:lnTo>
                  <a:lnTo>
                    <a:pt x="2616" y="293"/>
                  </a:lnTo>
                  <a:lnTo>
                    <a:pt x="2428" y="273"/>
                  </a:lnTo>
                  <a:lnTo>
                    <a:pt x="2365" y="189"/>
                  </a:lnTo>
                  <a:lnTo>
                    <a:pt x="2365" y="84"/>
                  </a:lnTo>
                  <a:lnTo>
                    <a:pt x="226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60"/>
            <p:cNvSpPr/>
            <p:nvPr/>
          </p:nvSpPr>
          <p:spPr>
            <a:xfrm>
              <a:off x="4301938" y="2737722"/>
              <a:ext cx="211787" cy="95438"/>
            </a:xfrm>
            <a:custGeom>
              <a:rect b="b" l="l" r="r" t="t"/>
              <a:pathLst>
                <a:path extrusionOk="0" h="8392" w="17786">
                  <a:moveTo>
                    <a:pt x="5232" y="1"/>
                  </a:moveTo>
                  <a:lnTo>
                    <a:pt x="5169" y="85"/>
                  </a:lnTo>
                  <a:lnTo>
                    <a:pt x="5169" y="147"/>
                  </a:lnTo>
                  <a:lnTo>
                    <a:pt x="5190" y="252"/>
                  </a:lnTo>
                  <a:lnTo>
                    <a:pt x="5169" y="336"/>
                  </a:lnTo>
                  <a:lnTo>
                    <a:pt x="5085" y="336"/>
                  </a:lnTo>
                  <a:lnTo>
                    <a:pt x="5002" y="357"/>
                  </a:lnTo>
                  <a:lnTo>
                    <a:pt x="4918" y="461"/>
                  </a:lnTo>
                  <a:lnTo>
                    <a:pt x="4918" y="545"/>
                  </a:lnTo>
                  <a:lnTo>
                    <a:pt x="4813" y="670"/>
                  </a:lnTo>
                  <a:lnTo>
                    <a:pt x="4813" y="963"/>
                  </a:lnTo>
                  <a:lnTo>
                    <a:pt x="4855" y="1089"/>
                  </a:lnTo>
                  <a:lnTo>
                    <a:pt x="5023" y="1152"/>
                  </a:lnTo>
                  <a:lnTo>
                    <a:pt x="5085" y="1214"/>
                  </a:lnTo>
                  <a:lnTo>
                    <a:pt x="5190" y="1256"/>
                  </a:lnTo>
                  <a:lnTo>
                    <a:pt x="5211" y="1340"/>
                  </a:lnTo>
                  <a:lnTo>
                    <a:pt x="5190" y="1507"/>
                  </a:lnTo>
                  <a:lnTo>
                    <a:pt x="5190" y="1696"/>
                  </a:lnTo>
                  <a:lnTo>
                    <a:pt x="5295" y="1779"/>
                  </a:lnTo>
                  <a:lnTo>
                    <a:pt x="5378" y="1863"/>
                  </a:lnTo>
                  <a:lnTo>
                    <a:pt x="5232" y="2010"/>
                  </a:lnTo>
                  <a:lnTo>
                    <a:pt x="5043" y="2030"/>
                  </a:lnTo>
                  <a:lnTo>
                    <a:pt x="4960" y="2010"/>
                  </a:lnTo>
                  <a:lnTo>
                    <a:pt x="4918" y="2072"/>
                  </a:lnTo>
                  <a:lnTo>
                    <a:pt x="4813" y="2072"/>
                  </a:lnTo>
                  <a:lnTo>
                    <a:pt x="4709" y="2010"/>
                  </a:lnTo>
                  <a:lnTo>
                    <a:pt x="4479" y="2010"/>
                  </a:lnTo>
                  <a:lnTo>
                    <a:pt x="4374" y="2030"/>
                  </a:lnTo>
                  <a:lnTo>
                    <a:pt x="4290" y="1989"/>
                  </a:lnTo>
                  <a:lnTo>
                    <a:pt x="4186" y="1968"/>
                  </a:lnTo>
                  <a:lnTo>
                    <a:pt x="4081" y="1968"/>
                  </a:lnTo>
                  <a:lnTo>
                    <a:pt x="3955" y="2072"/>
                  </a:lnTo>
                  <a:lnTo>
                    <a:pt x="3851" y="2093"/>
                  </a:lnTo>
                  <a:lnTo>
                    <a:pt x="3767" y="2135"/>
                  </a:lnTo>
                  <a:lnTo>
                    <a:pt x="3558" y="2030"/>
                  </a:lnTo>
                  <a:lnTo>
                    <a:pt x="3453" y="1968"/>
                  </a:lnTo>
                  <a:lnTo>
                    <a:pt x="3181" y="1800"/>
                  </a:lnTo>
                  <a:lnTo>
                    <a:pt x="3139" y="1717"/>
                  </a:lnTo>
                  <a:lnTo>
                    <a:pt x="3118" y="1612"/>
                  </a:lnTo>
                  <a:lnTo>
                    <a:pt x="3077" y="1549"/>
                  </a:lnTo>
                  <a:lnTo>
                    <a:pt x="2888" y="1549"/>
                  </a:lnTo>
                  <a:lnTo>
                    <a:pt x="2805" y="1591"/>
                  </a:lnTo>
                  <a:lnTo>
                    <a:pt x="2700" y="1591"/>
                  </a:lnTo>
                  <a:lnTo>
                    <a:pt x="2658" y="1612"/>
                  </a:lnTo>
                  <a:lnTo>
                    <a:pt x="2512" y="1612"/>
                  </a:lnTo>
                  <a:lnTo>
                    <a:pt x="2470" y="1549"/>
                  </a:lnTo>
                  <a:lnTo>
                    <a:pt x="2428" y="1486"/>
                  </a:lnTo>
                  <a:lnTo>
                    <a:pt x="2365" y="1382"/>
                  </a:lnTo>
                  <a:lnTo>
                    <a:pt x="2344" y="1382"/>
                  </a:lnTo>
                  <a:lnTo>
                    <a:pt x="2261" y="1445"/>
                  </a:lnTo>
                  <a:lnTo>
                    <a:pt x="2030" y="1445"/>
                  </a:lnTo>
                  <a:lnTo>
                    <a:pt x="1905" y="1466"/>
                  </a:lnTo>
                  <a:lnTo>
                    <a:pt x="1717" y="1486"/>
                  </a:lnTo>
                  <a:lnTo>
                    <a:pt x="1633" y="1549"/>
                  </a:lnTo>
                  <a:lnTo>
                    <a:pt x="1549" y="1675"/>
                  </a:lnTo>
                  <a:lnTo>
                    <a:pt x="1466" y="1717"/>
                  </a:lnTo>
                  <a:lnTo>
                    <a:pt x="1298" y="1675"/>
                  </a:lnTo>
                  <a:lnTo>
                    <a:pt x="1256" y="1717"/>
                  </a:lnTo>
                  <a:lnTo>
                    <a:pt x="1256" y="1800"/>
                  </a:lnTo>
                  <a:lnTo>
                    <a:pt x="1319" y="1863"/>
                  </a:lnTo>
                  <a:lnTo>
                    <a:pt x="1256" y="1884"/>
                  </a:lnTo>
                  <a:lnTo>
                    <a:pt x="1193" y="2010"/>
                  </a:lnTo>
                  <a:lnTo>
                    <a:pt x="1110" y="2030"/>
                  </a:lnTo>
                  <a:lnTo>
                    <a:pt x="1005" y="2114"/>
                  </a:lnTo>
                  <a:lnTo>
                    <a:pt x="1005" y="2198"/>
                  </a:lnTo>
                  <a:lnTo>
                    <a:pt x="838" y="2282"/>
                  </a:lnTo>
                  <a:lnTo>
                    <a:pt x="817" y="2386"/>
                  </a:lnTo>
                  <a:lnTo>
                    <a:pt x="796" y="2512"/>
                  </a:lnTo>
                  <a:lnTo>
                    <a:pt x="608" y="2554"/>
                  </a:lnTo>
                  <a:lnTo>
                    <a:pt x="503" y="2658"/>
                  </a:lnTo>
                  <a:lnTo>
                    <a:pt x="482" y="2742"/>
                  </a:lnTo>
                  <a:lnTo>
                    <a:pt x="210" y="2721"/>
                  </a:lnTo>
                  <a:lnTo>
                    <a:pt x="105" y="2763"/>
                  </a:lnTo>
                  <a:lnTo>
                    <a:pt x="1" y="2972"/>
                  </a:lnTo>
                  <a:lnTo>
                    <a:pt x="1" y="3014"/>
                  </a:lnTo>
                  <a:lnTo>
                    <a:pt x="43" y="3056"/>
                  </a:lnTo>
                  <a:lnTo>
                    <a:pt x="43" y="3181"/>
                  </a:lnTo>
                  <a:lnTo>
                    <a:pt x="64" y="3223"/>
                  </a:lnTo>
                  <a:lnTo>
                    <a:pt x="105" y="3286"/>
                  </a:lnTo>
                  <a:lnTo>
                    <a:pt x="147" y="3286"/>
                  </a:lnTo>
                  <a:lnTo>
                    <a:pt x="147" y="3244"/>
                  </a:lnTo>
                  <a:lnTo>
                    <a:pt x="168" y="3244"/>
                  </a:lnTo>
                  <a:lnTo>
                    <a:pt x="189" y="3286"/>
                  </a:lnTo>
                  <a:lnTo>
                    <a:pt x="189" y="3370"/>
                  </a:lnTo>
                  <a:lnTo>
                    <a:pt x="210" y="3453"/>
                  </a:lnTo>
                  <a:lnTo>
                    <a:pt x="294" y="3495"/>
                  </a:lnTo>
                  <a:lnTo>
                    <a:pt x="336" y="3537"/>
                  </a:lnTo>
                  <a:lnTo>
                    <a:pt x="461" y="3642"/>
                  </a:lnTo>
                  <a:lnTo>
                    <a:pt x="566" y="3704"/>
                  </a:lnTo>
                  <a:lnTo>
                    <a:pt x="629" y="3788"/>
                  </a:lnTo>
                  <a:lnTo>
                    <a:pt x="629" y="3851"/>
                  </a:lnTo>
                  <a:lnTo>
                    <a:pt x="670" y="3914"/>
                  </a:lnTo>
                  <a:lnTo>
                    <a:pt x="796" y="3997"/>
                  </a:lnTo>
                  <a:lnTo>
                    <a:pt x="838" y="3997"/>
                  </a:lnTo>
                  <a:lnTo>
                    <a:pt x="859" y="3914"/>
                  </a:lnTo>
                  <a:lnTo>
                    <a:pt x="901" y="3872"/>
                  </a:lnTo>
                  <a:lnTo>
                    <a:pt x="1026" y="3809"/>
                  </a:lnTo>
                  <a:lnTo>
                    <a:pt x="1131" y="3809"/>
                  </a:lnTo>
                  <a:lnTo>
                    <a:pt x="1152" y="3872"/>
                  </a:lnTo>
                  <a:lnTo>
                    <a:pt x="1235" y="3976"/>
                  </a:lnTo>
                  <a:lnTo>
                    <a:pt x="1319" y="3997"/>
                  </a:lnTo>
                  <a:lnTo>
                    <a:pt x="1361" y="3976"/>
                  </a:lnTo>
                  <a:lnTo>
                    <a:pt x="1424" y="3914"/>
                  </a:lnTo>
                  <a:lnTo>
                    <a:pt x="1528" y="3914"/>
                  </a:lnTo>
                  <a:lnTo>
                    <a:pt x="1612" y="3955"/>
                  </a:lnTo>
                  <a:lnTo>
                    <a:pt x="1654" y="4018"/>
                  </a:lnTo>
                  <a:lnTo>
                    <a:pt x="1738" y="4060"/>
                  </a:lnTo>
                  <a:lnTo>
                    <a:pt x="1842" y="4123"/>
                  </a:lnTo>
                  <a:lnTo>
                    <a:pt x="1884" y="4207"/>
                  </a:lnTo>
                  <a:lnTo>
                    <a:pt x="1905" y="4311"/>
                  </a:lnTo>
                  <a:lnTo>
                    <a:pt x="1947" y="4416"/>
                  </a:lnTo>
                  <a:lnTo>
                    <a:pt x="1989" y="4499"/>
                  </a:lnTo>
                  <a:lnTo>
                    <a:pt x="2051" y="4604"/>
                  </a:lnTo>
                  <a:lnTo>
                    <a:pt x="2135" y="4646"/>
                  </a:lnTo>
                  <a:lnTo>
                    <a:pt x="2198" y="4709"/>
                  </a:lnTo>
                  <a:lnTo>
                    <a:pt x="2282" y="4834"/>
                  </a:lnTo>
                  <a:lnTo>
                    <a:pt x="2344" y="4897"/>
                  </a:lnTo>
                  <a:lnTo>
                    <a:pt x="2344" y="5023"/>
                  </a:lnTo>
                  <a:lnTo>
                    <a:pt x="2302" y="5106"/>
                  </a:lnTo>
                  <a:lnTo>
                    <a:pt x="2344" y="5232"/>
                  </a:lnTo>
                  <a:lnTo>
                    <a:pt x="2407" y="5315"/>
                  </a:lnTo>
                  <a:lnTo>
                    <a:pt x="2365" y="5420"/>
                  </a:lnTo>
                  <a:lnTo>
                    <a:pt x="2282" y="5483"/>
                  </a:lnTo>
                  <a:lnTo>
                    <a:pt x="2261" y="5546"/>
                  </a:lnTo>
                  <a:lnTo>
                    <a:pt x="2261" y="5629"/>
                  </a:lnTo>
                  <a:lnTo>
                    <a:pt x="2282" y="5734"/>
                  </a:lnTo>
                  <a:lnTo>
                    <a:pt x="2407" y="5901"/>
                  </a:lnTo>
                  <a:lnTo>
                    <a:pt x="2512" y="5985"/>
                  </a:lnTo>
                  <a:lnTo>
                    <a:pt x="3098" y="6111"/>
                  </a:lnTo>
                  <a:lnTo>
                    <a:pt x="3349" y="6090"/>
                  </a:lnTo>
                  <a:lnTo>
                    <a:pt x="3516" y="6090"/>
                  </a:lnTo>
                  <a:lnTo>
                    <a:pt x="3558" y="6048"/>
                  </a:lnTo>
                  <a:lnTo>
                    <a:pt x="3600" y="6048"/>
                  </a:lnTo>
                  <a:lnTo>
                    <a:pt x="3976" y="6111"/>
                  </a:lnTo>
                  <a:lnTo>
                    <a:pt x="4165" y="6257"/>
                  </a:lnTo>
                  <a:lnTo>
                    <a:pt x="4227" y="6299"/>
                  </a:lnTo>
                  <a:lnTo>
                    <a:pt x="4332" y="6320"/>
                  </a:lnTo>
                  <a:lnTo>
                    <a:pt x="4437" y="6320"/>
                  </a:lnTo>
                  <a:lnTo>
                    <a:pt x="4646" y="6487"/>
                  </a:lnTo>
                  <a:lnTo>
                    <a:pt x="4792" y="6571"/>
                  </a:lnTo>
                  <a:lnTo>
                    <a:pt x="5023" y="6571"/>
                  </a:lnTo>
                  <a:lnTo>
                    <a:pt x="5043" y="6675"/>
                  </a:lnTo>
                  <a:lnTo>
                    <a:pt x="5085" y="6738"/>
                  </a:lnTo>
                  <a:lnTo>
                    <a:pt x="5127" y="6738"/>
                  </a:lnTo>
                  <a:lnTo>
                    <a:pt x="5211" y="6780"/>
                  </a:lnTo>
                  <a:lnTo>
                    <a:pt x="5315" y="6885"/>
                  </a:lnTo>
                  <a:lnTo>
                    <a:pt x="5315" y="6948"/>
                  </a:lnTo>
                  <a:lnTo>
                    <a:pt x="5378" y="7115"/>
                  </a:lnTo>
                  <a:lnTo>
                    <a:pt x="5483" y="7240"/>
                  </a:lnTo>
                  <a:lnTo>
                    <a:pt x="5608" y="7408"/>
                  </a:lnTo>
                  <a:lnTo>
                    <a:pt x="5650" y="7533"/>
                  </a:lnTo>
                  <a:lnTo>
                    <a:pt x="5797" y="7784"/>
                  </a:lnTo>
                  <a:lnTo>
                    <a:pt x="5901" y="7826"/>
                  </a:lnTo>
                  <a:lnTo>
                    <a:pt x="6006" y="7784"/>
                  </a:lnTo>
                  <a:lnTo>
                    <a:pt x="6236" y="7764"/>
                  </a:lnTo>
                  <a:lnTo>
                    <a:pt x="6487" y="7784"/>
                  </a:lnTo>
                  <a:lnTo>
                    <a:pt x="6843" y="7764"/>
                  </a:lnTo>
                  <a:lnTo>
                    <a:pt x="7324" y="7826"/>
                  </a:lnTo>
                  <a:lnTo>
                    <a:pt x="7596" y="7784"/>
                  </a:lnTo>
                  <a:lnTo>
                    <a:pt x="7784" y="7722"/>
                  </a:lnTo>
                  <a:lnTo>
                    <a:pt x="7826" y="7659"/>
                  </a:lnTo>
                  <a:lnTo>
                    <a:pt x="7889" y="7617"/>
                  </a:lnTo>
                  <a:lnTo>
                    <a:pt x="7952" y="7638"/>
                  </a:lnTo>
                  <a:lnTo>
                    <a:pt x="8328" y="7638"/>
                  </a:lnTo>
                  <a:lnTo>
                    <a:pt x="8747" y="7659"/>
                  </a:lnTo>
                  <a:lnTo>
                    <a:pt x="8872" y="7680"/>
                  </a:lnTo>
                  <a:lnTo>
                    <a:pt x="9082" y="7868"/>
                  </a:lnTo>
                  <a:lnTo>
                    <a:pt x="9458" y="8036"/>
                  </a:lnTo>
                  <a:lnTo>
                    <a:pt x="9814" y="8161"/>
                  </a:lnTo>
                  <a:lnTo>
                    <a:pt x="9981" y="8182"/>
                  </a:lnTo>
                  <a:lnTo>
                    <a:pt x="10191" y="8287"/>
                  </a:lnTo>
                  <a:lnTo>
                    <a:pt x="10358" y="8266"/>
                  </a:lnTo>
                  <a:lnTo>
                    <a:pt x="10630" y="8182"/>
                  </a:lnTo>
                  <a:lnTo>
                    <a:pt x="10651" y="8287"/>
                  </a:lnTo>
                  <a:lnTo>
                    <a:pt x="10651" y="8349"/>
                  </a:lnTo>
                  <a:lnTo>
                    <a:pt x="10797" y="8391"/>
                  </a:lnTo>
                  <a:lnTo>
                    <a:pt x="10944" y="8391"/>
                  </a:lnTo>
                  <a:lnTo>
                    <a:pt x="11049" y="8287"/>
                  </a:lnTo>
                  <a:lnTo>
                    <a:pt x="11300" y="8098"/>
                  </a:lnTo>
                  <a:lnTo>
                    <a:pt x="11467" y="7931"/>
                  </a:lnTo>
                  <a:lnTo>
                    <a:pt x="11781" y="7826"/>
                  </a:lnTo>
                  <a:lnTo>
                    <a:pt x="12199" y="7659"/>
                  </a:lnTo>
                  <a:lnTo>
                    <a:pt x="12367" y="7617"/>
                  </a:lnTo>
                  <a:lnTo>
                    <a:pt x="12555" y="7554"/>
                  </a:lnTo>
                  <a:lnTo>
                    <a:pt x="12806" y="7533"/>
                  </a:lnTo>
                  <a:lnTo>
                    <a:pt x="12953" y="7533"/>
                  </a:lnTo>
                  <a:lnTo>
                    <a:pt x="13120" y="7408"/>
                  </a:lnTo>
                  <a:lnTo>
                    <a:pt x="13266" y="7303"/>
                  </a:lnTo>
                  <a:lnTo>
                    <a:pt x="13392" y="7303"/>
                  </a:lnTo>
                  <a:lnTo>
                    <a:pt x="13580" y="7240"/>
                  </a:lnTo>
                  <a:lnTo>
                    <a:pt x="13685" y="7240"/>
                  </a:lnTo>
                  <a:lnTo>
                    <a:pt x="13769" y="7031"/>
                  </a:lnTo>
                  <a:lnTo>
                    <a:pt x="13894" y="6801"/>
                  </a:lnTo>
                  <a:lnTo>
                    <a:pt x="14166" y="6508"/>
                  </a:lnTo>
                  <a:lnTo>
                    <a:pt x="14229" y="6403"/>
                  </a:lnTo>
                  <a:lnTo>
                    <a:pt x="14292" y="6299"/>
                  </a:lnTo>
                  <a:lnTo>
                    <a:pt x="14292" y="6215"/>
                  </a:lnTo>
                  <a:lnTo>
                    <a:pt x="14062" y="6090"/>
                  </a:lnTo>
                  <a:lnTo>
                    <a:pt x="13790" y="5901"/>
                  </a:lnTo>
                  <a:lnTo>
                    <a:pt x="13810" y="5839"/>
                  </a:lnTo>
                  <a:lnTo>
                    <a:pt x="13790" y="5692"/>
                  </a:lnTo>
                  <a:lnTo>
                    <a:pt x="13790" y="5462"/>
                  </a:lnTo>
                  <a:lnTo>
                    <a:pt x="13894" y="5336"/>
                  </a:lnTo>
                  <a:lnTo>
                    <a:pt x="14020" y="5232"/>
                  </a:lnTo>
                  <a:lnTo>
                    <a:pt x="14229" y="5169"/>
                  </a:lnTo>
                  <a:lnTo>
                    <a:pt x="14396" y="5211"/>
                  </a:lnTo>
                  <a:lnTo>
                    <a:pt x="14522" y="5274"/>
                  </a:lnTo>
                  <a:lnTo>
                    <a:pt x="14710" y="5357"/>
                  </a:lnTo>
                  <a:lnTo>
                    <a:pt x="14836" y="5378"/>
                  </a:lnTo>
                  <a:lnTo>
                    <a:pt x="14961" y="5441"/>
                  </a:lnTo>
                  <a:lnTo>
                    <a:pt x="15024" y="5441"/>
                  </a:lnTo>
                  <a:lnTo>
                    <a:pt x="15045" y="5336"/>
                  </a:lnTo>
                  <a:lnTo>
                    <a:pt x="15129" y="5253"/>
                  </a:lnTo>
                  <a:lnTo>
                    <a:pt x="15254" y="5148"/>
                  </a:lnTo>
                  <a:lnTo>
                    <a:pt x="15359" y="5064"/>
                  </a:lnTo>
                  <a:lnTo>
                    <a:pt x="15463" y="4855"/>
                  </a:lnTo>
                  <a:lnTo>
                    <a:pt x="15547" y="4813"/>
                  </a:lnTo>
                  <a:lnTo>
                    <a:pt x="15673" y="4834"/>
                  </a:lnTo>
                  <a:lnTo>
                    <a:pt x="15840" y="4834"/>
                  </a:lnTo>
                  <a:lnTo>
                    <a:pt x="16070" y="4646"/>
                  </a:lnTo>
                  <a:lnTo>
                    <a:pt x="16196" y="4625"/>
                  </a:lnTo>
                  <a:lnTo>
                    <a:pt x="16259" y="4541"/>
                  </a:lnTo>
                  <a:lnTo>
                    <a:pt x="16259" y="4437"/>
                  </a:lnTo>
                  <a:lnTo>
                    <a:pt x="16279" y="4269"/>
                  </a:lnTo>
                  <a:lnTo>
                    <a:pt x="16384" y="4102"/>
                  </a:lnTo>
                  <a:lnTo>
                    <a:pt x="16426" y="4018"/>
                  </a:lnTo>
                  <a:lnTo>
                    <a:pt x="16489" y="4060"/>
                  </a:lnTo>
                  <a:lnTo>
                    <a:pt x="16551" y="4018"/>
                  </a:lnTo>
                  <a:lnTo>
                    <a:pt x="16614" y="3976"/>
                  </a:lnTo>
                  <a:lnTo>
                    <a:pt x="16614" y="3872"/>
                  </a:lnTo>
                  <a:lnTo>
                    <a:pt x="16677" y="3851"/>
                  </a:lnTo>
                  <a:lnTo>
                    <a:pt x="16782" y="3914"/>
                  </a:lnTo>
                  <a:lnTo>
                    <a:pt x="16844" y="3872"/>
                  </a:lnTo>
                  <a:lnTo>
                    <a:pt x="17012" y="3746"/>
                  </a:lnTo>
                  <a:lnTo>
                    <a:pt x="17116" y="3600"/>
                  </a:lnTo>
                  <a:lnTo>
                    <a:pt x="17221" y="3579"/>
                  </a:lnTo>
                  <a:lnTo>
                    <a:pt x="17367" y="3662"/>
                  </a:lnTo>
                  <a:lnTo>
                    <a:pt x="17451" y="3600"/>
                  </a:lnTo>
                  <a:lnTo>
                    <a:pt x="17556" y="3579"/>
                  </a:lnTo>
                  <a:lnTo>
                    <a:pt x="17598" y="3642"/>
                  </a:lnTo>
                  <a:lnTo>
                    <a:pt x="17723" y="3662"/>
                  </a:lnTo>
                  <a:lnTo>
                    <a:pt x="17744" y="3579"/>
                  </a:lnTo>
                  <a:lnTo>
                    <a:pt x="17744" y="3495"/>
                  </a:lnTo>
                  <a:lnTo>
                    <a:pt x="17786" y="3453"/>
                  </a:lnTo>
                  <a:lnTo>
                    <a:pt x="17786" y="3349"/>
                  </a:lnTo>
                  <a:lnTo>
                    <a:pt x="17765" y="3265"/>
                  </a:lnTo>
                  <a:lnTo>
                    <a:pt x="17744" y="3160"/>
                  </a:lnTo>
                  <a:lnTo>
                    <a:pt x="17535" y="3014"/>
                  </a:lnTo>
                  <a:lnTo>
                    <a:pt x="17367" y="2805"/>
                  </a:lnTo>
                  <a:lnTo>
                    <a:pt x="17158" y="2616"/>
                  </a:lnTo>
                  <a:lnTo>
                    <a:pt x="17012" y="2428"/>
                  </a:lnTo>
                  <a:lnTo>
                    <a:pt x="16740" y="2344"/>
                  </a:lnTo>
                  <a:lnTo>
                    <a:pt x="16698" y="2407"/>
                  </a:lnTo>
                  <a:lnTo>
                    <a:pt x="16531" y="2449"/>
                  </a:lnTo>
                  <a:lnTo>
                    <a:pt x="16531" y="2554"/>
                  </a:lnTo>
                  <a:lnTo>
                    <a:pt x="16531" y="2700"/>
                  </a:lnTo>
                  <a:lnTo>
                    <a:pt x="16405" y="2909"/>
                  </a:lnTo>
                  <a:lnTo>
                    <a:pt x="16300" y="2805"/>
                  </a:lnTo>
                  <a:lnTo>
                    <a:pt x="16028" y="2742"/>
                  </a:lnTo>
                  <a:lnTo>
                    <a:pt x="15798" y="2742"/>
                  </a:lnTo>
                  <a:lnTo>
                    <a:pt x="15631" y="2909"/>
                  </a:lnTo>
                  <a:lnTo>
                    <a:pt x="15359" y="2763"/>
                  </a:lnTo>
                  <a:lnTo>
                    <a:pt x="15254" y="2595"/>
                  </a:lnTo>
                  <a:lnTo>
                    <a:pt x="15338" y="2323"/>
                  </a:lnTo>
                  <a:lnTo>
                    <a:pt x="15317" y="2219"/>
                  </a:lnTo>
                  <a:lnTo>
                    <a:pt x="15359" y="2030"/>
                  </a:lnTo>
                  <a:lnTo>
                    <a:pt x="15338" y="1863"/>
                  </a:lnTo>
                  <a:lnTo>
                    <a:pt x="15463" y="963"/>
                  </a:lnTo>
                  <a:lnTo>
                    <a:pt x="15463" y="942"/>
                  </a:lnTo>
                  <a:lnTo>
                    <a:pt x="15422" y="880"/>
                  </a:lnTo>
                  <a:lnTo>
                    <a:pt x="15212" y="838"/>
                  </a:lnTo>
                  <a:lnTo>
                    <a:pt x="14982" y="859"/>
                  </a:lnTo>
                  <a:lnTo>
                    <a:pt x="14982" y="922"/>
                  </a:lnTo>
                  <a:lnTo>
                    <a:pt x="14857" y="984"/>
                  </a:lnTo>
                  <a:lnTo>
                    <a:pt x="14752" y="984"/>
                  </a:lnTo>
                  <a:lnTo>
                    <a:pt x="14710" y="942"/>
                  </a:lnTo>
                  <a:lnTo>
                    <a:pt x="14606" y="1026"/>
                  </a:lnTo>
                  <a:lnTo>
                    <a:pt x="14501" y="963"/>
                  </a:lnTo>
                  <a:lnTo>
                    <a:pt x="14438" y="880"/>
                  </a:lnTo>
                  <a:lnTo>
                    <a:pt x="14313" y="775"/>
                  </a:lnTo>
                  <a:lnTo>
                    <a:pt x="14208" y="775"/>
                  </a:lnTo>
                  <a:lnTo>
                    <a:pt x="14020" y="838"/>
                  </a:lnTo>
                  <a:lnTo>
                    <a:pt x="13999" y="775"/>
                  </a:lnTo>
                  <a:lnTo>
                    <a:pt x="13894" y="775"/>
                  </a:lnTo>
                  <a:lnTo>
                    <a:pt x="13790" y="859"/>
                  </a:lnTo>
                  <a:lnTo>
                    <a:pt x="13769" y="984"/>
                  </a:lnTo>
                  <a:lnTo>
                    <a:pt x="13685" y="1068"/>
                  </a:lnTo>
                  <a:lnTo>
                    <a:pt x="13559" y="1131"/>
                  </a:lnTo>
                  <a:lnTo>
                    <a:pt x="13476" y="1256"/>
                  </a:lnTo>
                  <a:lnTo>
                    <a:pt x="13476" y="1298"/>
                  </a:lnTo>
                  <a:lnTo>
                    <a:pt x="13455" y="1403"/>
                  </a:lnTo>
                  <a:lnTo>
                    <a:pt x="13350" y="1507"/>
                  </a:lnTo>
                  <a:lnTo>
                    <a:pt x="12973" y="1507"/>
                  </a:lnTo>
                  <a:lnTo>
                    <a:pt x="12869" y="1612"/>
                  </a:lnTo>
                  <a:lnTo>
                    <a:pt x="12743" y="1612"/>
                  </a:lnTo>
                  <a:lnTo>
                    <a:pt x="12534" y="1758"/>
                  </a:lnTo>
                  <a:lnTo>
                    <a:pt x="12429" y="1905"/>
                  </a:lnTo>
                  <a:lnTo>
                    <a:pt x="12367" y="1905"/>
                  </a:lnTo>
                  <a:lnTo>
                    <a:pt x="12283" y="1863"/>
                  </a:lnTo>
                  <a:lnTo>
                    <a:pt x="12137" y="1863"/>
                  </a:lnTo>
                  <a:lnTo>
                    <a:pt x="12095" y="1884"/>
                  </a:lnTo>
                  <a:lnTo>
                    <a:pt x="11927" y="1905"/>
                  </a:lnTo>
                  <a:lnTo>
                    <a:pt x="11593" y="1905"/>
                  </a:lnTo>
                  <a:lnTo>
                    <a:pt x="11362" y="1863"/>
                  </a:lnTo>
                  <a:lnTo>
                    <a:pt x="11090" y="1884"/>
                  </a:lnTo>
                  <a:lnTo>
                    <a:pt x="11028" y="1884"/>
                  </a:lnTo>
                  <a:lnTo>
                    <a:pt x="10923" y="1758"/>
                  </a:lnTo>
                  <a:lnTo>
                    <a:pt x="10839" y="1758"/>
                  </a:lnTo>
                  <a:lnTo>
                    <a:pt x="10756" y="1696"/>
                  </a:lnTo>
                  <a:lnTo>
                    <a:pt x="10651" y="1612"/>
                  </a:lnTo>
                  <a:lnTo>
                    <a:pt x="10609" y="1445"/>
                  </a:lnTo>
                  <a:lnTo>
                    <a:pt x="10525" y="1382"/>
                  </a:lnTo>
                  <a:lnTo>
                    <a:pt x="10421" y="1403"/>
                  </a:lnTo>
                  <a:lnTo>
                    <a:pt x="10232" y="1403"/>
                  </a:lnTo>
                  <a:lnTo>
                    <a:pt x="10044" y="1340"/>
                  </a:lnTo>
                  <a:lnTo>
                    <a:pt x="9919" y="1173"/>
                  </a:lnTo>
                  <a:lnTo>
                    <a:pt x="9521" y="1173"/>
                  </a:lnTo>
                  <a:lnTo>
                    <a:pt x="9396" y="1089"/>
                  </a:lnTo>
                  <a:lnTo>
                    <a:pt x="9270" y="1131"/>
                  </a:lnTo>
                  <a:lnTo>
                    <a:pt x="9103" y="1152"/>
                  </a:lnTo>
                  <a:lnTo>
                    <a:pt x="8977" y="1194"/>
                  </a:lnTo>
                  <a:lnTo>
                    <a:pt x="8768" y="1214"/>
                  </a:lnTo>
                  <a:lnTo>
                    <a:pt x="8580" y="1277"/>
                  </a:lnTo>
                  <a:lnTo>
                    <a:pt x="8517" y="1382"/>
                  </a:lnTo>
                  <a:lnTo>
                    <a:pt x="8433" y="1403"/>
                  </a:lnTo>
                  <a:lnTo>
                    <a:pt x="8349" y="1382"/>
                  </a:lnTo>
                  <a:lnTo>
                    <a:pt x="8266" y="1382"/>
                  </a:lnTo>
                  <a:lnTo>
                    <a:pt x="8182" y="1445"/>
                  </a:lnTo>
                  <a:lnTo>
                    <a:pt x="8015" y="1445"/>
                  </a:lnTo>
                  <a:lnTo>
                    <a:pt x="7952" y="1466"/>
                  </a:lnTo>
                  <a:lnTo>
                    <a:pt x="7889" y="1466"/>
                  </a:lnTo>
                  <a:lnTo>
                    <a:pt x="7722" y="1361"/>
                  </a:lnTo>
                  <a:lnTo>
                    <a:pt x="7533" y="1340"/>
                  </a:lnTo>
                  <a:lnTo>
                    <a:pt x="7512" y="1256"/>
                  </a:lnTo>
                  <a:lnTo>
                    <a:pt x="7387" y="1152"/>
                  </a:lnTo>
                  <a:lnTo>
                    <a:pt x="7324" y="1152"/>
                  </a:lnTo>
                  <a:lnTo>
                    <a:pt x="7261" y="1089"/>
                  </a:lnTo>
                  <a:lnTo>
                    <a:pt x="7261" y="984"/>
                  </a:lnTo>
                  <a:lnTo>
                    <a:pt x="7199" y="859"/>
                  </a:lnTo>
                  <a:lnTo>
                    <a:pt x="7136" y="817"/>
                  </a:lnTo>
                  <a:lnTo>
                    <a:pt x="7136" y="691"/>
                  </a:lnTo>
                  <a:lnTo>
                    <a:pt x="7094" y="629"/>
                  </a:lnTo>
                  <a:lnTo>
                    <a:pt x="7094" y="566"/>
                  </a:lnTo>
                  <a:lnTo>
                    <a:pt x="7052" y="461"/>
                  </a:lnTo>
                  <a:lnTo>
                    <a:pt x="6947" y="440"/>
                  </a:lnTo>
                  <a:lnTo>
                    <a:pt x="6696" y="440"/>
                  </a:lnTo>
                  <a:lnTo>
                    <a:pt x="6592" y="419"/>
                  </a:lnTo>
                  <a:lnTo>
                    <a:pt x="6529" y="398"/>
                  </a:lnTo>
                  <a:lnTo>
                    <a:pt x="6383" y="357"/>
                  </a:lnTo>
                  <a:lnTo>
                    <a:pt x="6341" y="315"/>
                  </a:lnTo>
                  <a:lnTo>
                    <a:pt x="6257" y="252"/>
                  </a:lnTo>
                  <a:lnTo>
                    <a:pt x="5901" y="252"/>
                  </a:lnTo>
                  <a:lnTo>
                    <a:pt x="5755" y="210"/>
                  </a:lnTo>
                  <a:lnTo>
                    <a:pt x="5734" y="168"/>
                  </a:lnTo>
                  <a:lnTo>
                    <a:pt x="5567" y="105"/>
                  </a:lnTo>
                  <a:lnTo>
                    <a:pt x="5441" y="43"/>
                  </a:lnTo>
                  <a:lnTo>
                    <a:pt x="537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60"/>
            <p:cNvSpPr/>
            <p:nvPr/>
          </p:nvSpPr>
          <p:spPr>
            <a:xfrm>
              <a:off x="4718522" y="3165089"/>
              <a:ext cx="67277" cy="54986"/>
            </a:xfrm>
            <a:custGeom>
              <a:rect b="b" l="l" r="r" t="t"/>
              <a:pathLst>
                <a:path extrusionOk="0" h="4835" w="5650">
                  <a:moveTo>
                    <a:pt x="126" y="1"/>
                  </a:moveTo>
                  <a:lnTo>
                    <a:pt x="42" y="2156"/>
                  </a:lnTo>
                  <a:lnTo>
                    <a:pt x="21" y="2323"/>
                  </a:lnTo>
                  <a:lnTo>
                    <a:pt x="21" y="2407"/>
                  </a:lnTo>
                  <a:lnTo>
                    <a:pt x="21" y="2470"/>
                  </a:lnTo>
                  <a:lnTo>
                    <a:pt x="0" y="3872"/>
                  </a:lnTo>
                  <a:lnTo>
                    <a:pt x="168" y="3872"/>
                  </a:lnTo>
                  <a:lnTo>
                    <a:pt x="251" y="3892"/>
                  </a:lnTo>
                  <a:lnTo>
                    <a:pt x="356" y="3872"/>
                  </a:lnTo>
                  <a:lnTo>
                    <a:pt x="732" y="3872"/>
                  </a:lnTo>
                  <a:lnTo>
                    <a:pt x="753" y="3934"/>
                  </a:lnTo>
                  <a:lnTo>
                    <a:pt x="837" y="3997"/>
                  </a:lnTo>
                  <a:lnTo>
                    <a:pt x="942" y="4039"/>
                  </a:lnTo>
                  <a:lnTo>
                    <a:pt x="1046" y="3955"/>
                  </a:lnTo>
                  <a:lnTo>
                    <a:pt x="1256" y="3892"/>
                  </a:lnTo>
                  <a:lnTo>
                    <a:pt x="1276" y="3851"/>
                  </a:lnTo>
                  <a:lnTo>
                    <a:pt x="1318" y="3892"/>
                  </a:lnTo>
                  <a:lnTo>
                    <a:pt x="1381" y="3830"/>
                  </a:lnTo>
                  <a:lnTo>
                    <a:pt x="1360" y="3662"/>
                  </a:lnTo>
                  <a:lnTo>
                    <a:pt x="1214" y="3558"/>
                  </a:lnTo>
                  <a:lnTo>
                    <a:pt x="1046" y="3474"/>
                  </a:lnTo>
                  <a:lnTo>
                    <a:pt x="900" y="3453"/>
                  </a:lnTo>
                  <a:lnTo>
                    <a:pt x="858" y="3411"/>
                  </a:lnTo>
                  <a:lnTo>
                    <a:pt x="753" y="3369"/>
                  </a:lnTo>
                  <a:lnTo>
                    <a:pt x="732" y="3369"/>
                  </a:lnTo>
                  <a:lnTo>
                    <a:pt x="670" y="3328"/>
                  </a:lnTo>
                  <a:lnTo>
                    <a:pt x="649" y="3202"/>
                  </a:lnTo>
                  <a:lnTo>
                    <a:pt x="544" y="3056"/>
                  </a:lnTo>
                  <a:lnTo>
                    <a:pt x="440" y="3014"/>
                  </a:lnTo>
                  <a:lnTo>
                    <a:pt x="419" y="2930"/>
                  </a:lnTo>
                  <a:lnTo>
                    <a:pt x="335" y="2846"/>
                  </a:lnTo>
                  <a:lnTo>
                    <a:pt x="419" y="2909"/>
                  </a:lnTo>
                  <a:lnTo>
                    <a:pt x="440" y="3014"/>
                  </a:lnTo>
                  <a:lnTo>
                    <a:pt x="523" y="3014"/>
                  </a:lnTo>
                  <a:lnTo>
                    <a:pt x="649" y="3097"/>
                  </a:lnTo>
                  <a:lnTo>
                    <a:pt x="670" y="3202"/>
                  </a:lnTo>
                  <a:lnTo>
                    <a:pt x="670" y="3328"/>
                  </a:lnTo>
                  <a:lnTo>
                    <a:pt x="732" y="3328"/>
                  </a:lnTo>
                  <a:lnTo>
                    <a:pt x="879" y="3348"/>
                  </a:lnTo>
                  <a:lnTo>
                    <a:pt x="963" y="3432"/>
                  </a:lnTo>
                  <a:lnTo>
                    <a:pt x="1151" y="3432"/>
                  </a:lnTo>
                  <a:lnTo>
                    <a:pt x="1297" y="3369"/>
                  </a:lnTo>
                  <a:lnTo>
                    <a:pt x="1423" y="3411"/>
                  </a:lnTo>
                  <a:lnTo>
                    <a:pt x="1507" y="3348"/>
                  </a:lnTo>
                  <a:lnTo>
                    <a:pt x="1486" y="3328"/>
                  </a:lnTo>
                  <a:lnTo>
                    <a:pt x="1402" y="3244"/>
                  </a:lnTo>
                  <a:lnTo>
                    <a:pt x="1360" y="3160"/>
                  </a:lnTo>
                  <a:lnTo>
                    <a:pt x="1276" y="3202"/>
                  </a:lnTo>
                  <a:lnTo>
                    <a:pt x="1256" y="3118"/>
                  </a:lnTo>
                  <a:lnTo>
                    <a:pt x="1297" y="3160"/>
                  </a:lnTo>
                  <a:lnTo>
                    <a:pt x="1423" y="3139"/>
                  </a:lnTo>
                  <a:lnTo>
                    <a:pt x="1507" y="3244"/>
                  </a:lnTo>
                  <a:lnTo>
                    <a:pt x="1611" y="3244"/>
                  </a:lnTo>
                  <a:lnTo>
                    <a:pt x="1569" y="3202"/>
                  </a:lnTo>
                  <a:lnTo>
                    <a:pt x="1569" y="3118"/>
                  </a:lnTo>
                  <a:lnTo>
                    <a:pt x="1611" y="3056"/>
                  </a:lnTo>
                  <a:lnTo>
                    <a:pt x="1611" y="3014"/>
                  </a:lnTo>
                  <a:lnTo>
                    <a:pt x="1611" y="2930"/>
                  </a:lnTo>
                  <a:lnTo>
                    <a:pt x="1528" y="2825"/>
                  </a:lnTo>
                  <a:lnTo>
                    <a:pt x="1528" y="2804"/>
                  </a:lnTo>
                  <a:lnTo>
                    <a:pt x="1632" y="2846"/>
                  </a:lnTo>
                  <a:lnTo>
                    <a:pt x="1674" y="2909"/>
                  </a:lnTo>
                  <a:lnTo>
                    <a:pt x="1779" y="3014"/>
                  </a:lnTo>
                  <a:lnTo>
                    <a:pt x="1883" y="3035"/>
                  </a:lnTo>
                  <a:lnTo>
                    <a:pt x="1883" y="2993"/>
                  </a:lnTo>
                  <a:lnTo>
                    <a:pt x="1841" y="2909"/>
                  </a:lnTo>
                  <a:lnTo>
                    <a:pt x="1883" y="2930"/>
                  </a:lnTo>
                  <a:lnTo>
                    <a:pt x="1904" y="3035"/>
                  </a:lnTo>
                  <a:lnTo>
                    <a:pt x="1946" y="3035"/>
                  </a:lnTo>
                  <a:lnTo>
                    <a:pt x="1946" y="2951"/>
                  </a:lnTo>
                  <a:lnTo>
                    <a:pt x="1925" y="2888"/>
                  </a:lnTo>
                  <a:lnTo>
                    <a:pt x="1946" y="2784"/>
                  </a:lnTo>
                  <a:lnTo>
                    <a:pt x="2009" y="2825"/>
                  </a:lnTo>
                  <a:lnTo>
                    <a:pt x="2155" y="2888"/>
                  </a:lnTo>
                  <a:lnTo>
                    <a:pt x="2197" y="2951"/>
                  </a:lnTo>
                  <a:lnTo>
                    <a:pt x="2260" y="2993"/>
                  </a:lnTo>
                  <a:lnTo>
                    <a:pt x="2323" y="2951"/>
                  </a:lnTo>
                  <a:lnTo>
                    <a:pt x="2365" y="2993"/>
                  </a:lnTo>
                  <a:lnTo>
                    <a:pt x="2427" y="2930"/>
                  </a:lnTo>
                  <a:lnTo>
                    <a:pt x="2427" y="3014"/>
                  </a:lnTo>
                  <a:lnTo>
                    <a:pt x="2427" y="3097"/>
                  </a:lnTo>
                  <a:lnTo>
                    <a:pt x="2469" y="3097"/>
                  </a:lnTo>
                  <a:lnTo>
                    <a:pt x="2553" y="3160"/>
                  </a:lnTo>
                  <a:lnTo>
                    <a:pt x="2867" y="3244"/>
                  </a:lnTo>
                  <a:lnTo>
                    <a:pt x="2950" y="3307"/>
                  </a:lnTo>
                  <a:lnTo>
                    <a:pt x="3055" y="3411"/>
                  </a:lnTo>
                  <a:lnTo>
                    <a:pt x="3076" y="3558"/>
                  </a:lnTo>
                  <a:lnTo>
                    <a:pt x="3243" y="3746"/>
                  </a:lnTo>
                  <a:lnTo>
                    <a:pt x="3264" y="3830"/>
                  </a:lnTo>
                  <a:lnTo>
                    <a:pt x="3369" y="3872"/>
                  </a:lnTo>
                  <a:lnTo>
                    <a:pt x="3453" y="3955"/>
                  </a:lnTo>
                  <a:lnTo>
                    <a:pt x="3473" y="4039"/>
                  </a:lnTo>
                  <a:lnTo>
                    <a:pt x="3725" y="4290"/>
                  </a:lnTo>
                  <a:lnTo>
                    <a:pt x="3725" y="4374"/>
                  </a:lnTo>
                  <a:lnTo>
                    <a:pt x="3829" y="4457"/>
                  </a:lnTo>
                  <a:lnTo>
                    <a:pt x="3997" y="4499"/>
                  </a:lnTo>
                  <a:lnTo>
                    <a:pt x="4080" y="4478"/>
                  </a:lnTo>
                  <a:lnTo>
                    <a:pt x="4122" y="4478"/>
                  </a:lnTo>
                  <a:lnTo>
                    <a:pt x="4206" y="4520"/>
                  </a:lnTo>
                  <a:lnTo>
                    <a:pt x="4394" y="4499"/>
                  </a:lnTo>
                  <a:lnTo>
                    <a:pt x="4520" y="4562"/>
                  </a:lnTo>
                  <a:lnTo>
                    <a:pt x="4624" y="4520"/>
                  </a:lnTo>
                  <a:lnTo>
                    <a:pt x="4771" y="4562"/>
                  </a:lnTo>
                  <a:lnTo>
                    <a:pt x="4875" y="4604"/>
                  </a:lnTo>
                  <a:lnTo>
                    <a:pt x="5022" y="4583"/>
                  </a:lnTo>
                  <a:lnTo>
                    <a:pt x="5064" y="4667"/>
                  </a:lnTo>
                  <a:lnTo>
                    <a:pt x="5168" y="4667"/>
                  </a:lnTo>
                  <a:lnTo>
                    <a:pt x="5189" y="4688"/>
                  </a:lnTo>
                  <a:lnTo>
                    <a:pt x="5126" y="4729"/>
                  </a:lnTo>
                  <a:lnTo>
                    <a:pt x="5252" y="4771"/>
                  </a:lnTo>
                  <a:lnTo>
                    <a:pt x="5378" y="4834"/>
                  </a:lnTo>
                  <a:lnTo>
                    <a:pt x="5503" y="4813"/>
                  </a:lnTo>
                  <a:lnTo>
                    <a:pt x="5545" y="4729"/>
                  </a:lnTo>
                  <a:lnTo>
                    <a:pt x="5398" y="4667"/>
                  </a:lnTo>
                  <a:lnTo>
                    <a:pt x="5357" y="4667"/>
                  </a:lnTo>
                  <a:lnTo>
                    <a:pt x="5357" y="4604"/>
                  </a:lnTo>
                  <a:lnTo>
                    <a:pt x="5461" y="4583"/>
                  </a:lnTo>
                  <a:lnTo>
                    <a:pt x="5545" y="4604"/>
                  </a:lnTo>
                  <a:lnTo>
                    <a:pt x="5650" y="4562"/>
                  </a:lnTo>
                  <a:lnTo>
                    <a:pt x="5440" y="4499"/>
                  </a:lnTo>
                  <a:lnTo>
                    <a:pt x="5168" y="4478"/>
                  </a:lnTo>
                  <a:lnTo>
                    <a:pt x="5043" y="4395"/>
                  </a:lnTo>
                  <a:lnTo>
                    <a:pt x="4980" y="4311"/>
                  </a:lnTo>
                  <a:lnTo>
                    <a:pt x="5126" y="4269"/>
                  </a:lnTo>
                  <a:lnTo>
                    <a:pt x="5189" y="4269"/>
                  </a:lnTo>
                  <a:lnTo>
                    <a:pt x="5252" y="4248"/>
                  </a:lnTo>
                  <a:lnTo>
                    <a:pt x="5168" y="4185"/>
                  </a:lnTo>
                  <a:lnTo>
                    <a:pt x="4959" y="4185"/>
                  </a:lnTo>
                  <a:lnTo>
                    <a:pt x="4771" y="4164"/>
                  </a:lnTo>
                  <a:lnTo>
                    <a:pt x="4708" y="4081"/>
                  </a:lnTo>
                  <a:lnTo>
                    <a:pt x="4708" y="3997"/>
                  </a:lnTo>
                  <a:lnTo>
                    <a:pt x="4771" y="3934"/>
                  </a:lnTo>
                  <a:lnTo>
                    <a:pt x="4813" y="3851"/>
                  </a:lnTo>
                  <a:lnTo>
                    <a:pt x="4750" y="3788"/>
                  </a:lnTo>
                  <a:lnTo>
                    <a:pt x="4666" y="3788"/>
                  </a:lnTo>
                  <a:lnTo>
                    <a:pt x="4624" y="3830"/>
                  </a:lnTo>
                  <a:lnTo>
                    <a:pt x="4541" y="3788"/>
                  </a:lnTo>
                  <a:lnTo>
                    <a:pt x="4457" y="3830"/>
                  </a:lnTo>
                  <a:lnTo>
                    <a:pt x="4352" y="3683"/>
                  </a:lnTo>
                  <a:lnTo>
                    <a:pt x="4352" y="3537"/>
                  </a:lnTo>
                  <a:lnTo>
                    <a:pt x="4248" y="3516"/>
                  </a:lnTo>
                  <a:lnTo>
                    <a:pt x="4143" y="3244"/>
                  </a:lnTo>
                  <a:lnTo>
                    <a:pt x="4101" y="3223"/>
                  </a:lnTo>
                  <a:lnTo>
                    <a:pt x="4080" y="3139"/>
                  </a:lnTo>
                  <a:lnTo>
                    <a:pt x="3934" y="3139"/>
                  </a:lnTo>
                  <a:lnTo>
                    <a:pt x="3871" y="3097"/>
                  </a:lnTo>
                  <a:lnTo>
                    <a:pt x="3808" y="2951"/>
                  </a:lnTo>
                  <a:lnTo>
                    <a:pt x="3683" y="2825"/>
                  </a:lnTo>
                  <a:lnTo>
                    <a:pt x="3662" y="2700"/>
                  </a:lnTo>
                  <a:lnTo>
                    <a:pt x="3578" y="2616"/>
                  </a:lnTo>
                  <a:lnTo>
                    <a:pt x="3494" y="2512"/>
                  </a:lnTo>
                  <a:lnTo>
                    <a:pt x="3515" y="2470"/>
                  </a:lnTo>
                  <a:lnTo>
                    <a:pt x="3766" y="2491"/>
                  </a:lnTo>
                  <a:lnTo>
                    <a:pt x="3976" y="2386"/>
                  </a:lnTo>
                  <a:lnTo>
                    <a:pt x="4017" y="2281"/>
                  </a:lnTo>
                  <a:lnTo>
                    <a:pt x="3997" y="2156"/>
                  </a:lnTo>
                  <a:lnTo>
                    <a:pt x="3829" y="1988"/>
                  </a:lnTo>
                  <a:lnTo>
                    <a:pt x="3704" y="1968"/>
                  </a:lnTo>
                  <a:lnTo>
                    <a:pt x="3662" y="1988"/>
                  </a:lnTo>
                  <a:lnTo>
                    <a:pt x="3557" y="1947"/>
                  </a:lnTo>
                  <a:lnTo>
                    <a:pt x="3348" y="1842"/>
                  </a:lnTo>
                  <a:lnTo>
                    <a:pt x="3243" y="1737"/>
                  </a:lnTo>
                  <a:lnTo>
                    <a:pt x="3097" y="1758"/>
                  </a:lnTo>
                  <a:lnTo>
                    <a:pt x="2846" y="1654"/>
                  </a:lnTo>
                  <a:lnTo>
                    <a:pt x="2825" y="1570"/>
                  </a:lnTo>
                  <a:lnTo>
                    <a:pt x="2867" y="1444"/>
                  </a:lnTo>
                  <a:lnTo>
                    <a:pt x="2888" y="1340"/>
                  </a:lnTo>
                  <a:lnTo>
                    <a:pt x="2825" y="1235"/>
                  </a:lnTo>
                  <a:lnTo>
                    <a:pt x="2616" y="1026"/>
                  </a:lnTo>
                  <a:lnTo>
                    <a:pt x="2553" y="1026"/>
                  </a:lnTo>
                  <a:lnTo>
                    <a:pt x="2511" y="1047"/>
                  </a:lnTo>
                  <a:lnTo>
                    <a:pt x="2448" y="963"/>
                  </a:lnTo>
                  <a:lnTo>
                    <a:pt x="2344" y="900"/>
                  </a:lnTo>
                  <a:lnTo>
                    <a:pt x="2323" y="817"/>
                  </a:lnTo>
                  <a:lnTo>
                    <a:pt x="2197" y="796"/>
                  </a:lnTo>
                  <a:lnTo>
                    <a:pt x="2134" y="712"/>
                  </a:lnTo>
                  <a:lnTo>
                    <a:pt x="2092" y="712"/>
                  </a:lnTo>
                  <a:lnTo>
                    <a:pt x="1988" y="649"/>
                  </a:lnTo>
                  <a:lnTo>
                    <a:pt x="1841" y="649"/>
                  </a:lnTo>
                  <a:lnTo>
                    <a:pt x="1716" y="545"/>
                  </a:lnTo>
                  <a:lnTo>
                    <a:pt x="1590" y="524"/>
                  </a:lnTo>
                  <a:lnTo>
                    <a:pt x="1381" y="398"/>
                  </a:lnTo>
                  <a:lnTo>
                    <a:pt x="1067" y="377"/>
                  </a:lnTo>
                  <a:lnTo>
                    <a:pt x="963" y="315"/>
                  </a:lnTo>
                  <a:lnTo>
                    <a:pt x="879" y="231"/>
                  </a:lnTo>
                  <a:lnTo>
                    <a:pt x="837" y="231"/>
                  </a:lnTo>
                  <a:lnTo>
                    <a:pt x="795" y="273"/>
                  </a:lnTo>
                  <a:lnTo>
                    <a:pt x="565" y="189"/>
                  </a:lnTo>
                  <a:lnTo>
                    <a:pt x="523" y="126"/>
                  </a:lnTo>
                  <a:lnTo>
                    <a:pt x="419" y="84"/>
                  </a:lnTo>
                  <a:lnTo>
                    <a:pt x="23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60"/>
            <p:cNvSpPr/>
            <p:nvPr/>
          </p:nvSpPr>
          <p:spPr>
            <a:xfrm>
              <a:off x="4567785" y="3016610"/>
              <a:ext cx="54822" cy="91389"/>
            </a:xfrm>
            <a:custGeom>
              <a:rect b="b" l="l" r="r" t="t"/>
              <a:pathLst>
                <a:path extrusionOk="0" h="8036" w="4604">
                  <a:moveTo>
                    <a:pt x="586" y="0"/>
                  </a:moveTo>
                  <a:lnTo>
                    <a:pt x="440" y="63"/>
                  </a:lnTo>
                  <a:lnTo>
                    <a:pt x="419" y="189"/>
                  </a:lnTo>
                  <a:lnTo>
                    <a:pt x="314" y="419"/>
                  </a:lnTo>
                  <a:lnTo>
                    <a:pt x="335" y="565"/>
                  </a:lnTo>
                  <a:lnTo>
                    <a:pt x="335" y="795"/>
                  </a:lnTo>
                  <a:lnTo>
                    <a:pt x="251" y="1088"/>
                  </a:lnTo>
                  <a:lnTo>
                    <a:pt x="210" y="1214"/>
                  </a:lnTo>
                  <a:lnTo>
                    <a:pt x="272" y="1402"/>
                  </a:lnTo>
                  <a:lnTo>
                    <a:pt x="272" y="1465"/>
                  </a:lnTo>
                  <a:lnTo>
                    <a:pt x="210" y="1528"/>
                  </a:lnTo>
                  <a:lnTo>
                    <a:pt x="105" y="1507"/>
                  </a:lnTo>
                  <a:lnTo>
                    <a:pt x="21" y="1402"/>
                  </a:lnTo>
                  <a:lnTo>
                    <a:pt x="0" y="1528"/>
                  </a:lnTo>
                  <a:lnTo>
                    <a:pt x="21" y="1653"/>
                  </a:lnTo>
                  <a:lnTo>
                    <a:pt x="105" y="1653"/>
                  </a:lnTo>
                  <a:lnTo>
                    <a:pt x="126" y="1716"/>
                  </a:lnTo>
                  <a:lnTo>
                    <a:pt x="63" y="1779"/>
                  </a:lnTo>
                  <a:lnTo>
                    <a:pt x="126" y="1946"/>
                  </a:lnTo>
                  <a:lnTo>
                    <a:pt x="210" y="2093"/>
                  </a:lnTo>
                  <a:lnTo>
                    <a:pt x="210" y="2302"/>
                  </a:lnTo>
                  <a:lnTo>
                    <a:pt x="251" y="2344"/>
                  </a:lnTo>
                  <a:lnTo>
                    <a:pt x="314" y="2302"/>
                  </a:lnTo>
                  <a:lnTo>
                    <a:pt x="356" y="2344"/>
                  </a:lnTo>
                  <a:lnTo>
                    <a:pt x="356" y="2448"/>
                  </a:lnTo>
                  <a:lnTo>
                    <a:pt x="461" y="2595"/>
                  </a:lnTo>
                  <a:lnTo>
                    <a:pt x="544" y="2595"/>
                  </a:lnTo>
                  <a:lnTo>
                    <a:pt x="628" y="2511"/>
                  </a:lnTo>
                  <a:lnTo>
                    <a:pt x="565" y="2448"/>
                  </a:lnTo>
                  <a:lnTo>
                    <a:pt x="565" y="2365"/>
                  </a:lnTo>
                  <a:lnTo>
                    <a:pt x="691" y="2365"/>
                  </a:lnTo>
                  <a:lnTo>
                    <a:pt x="795" y="2448"/>
                  </a:lnTo>
                  <a:lnTo>
                    <a:pt x="670" y="2595"/>
                  </a:lnTo>
                  <a:lnTo>
                    <a:pt x="628" y="2679"/>
                  </a:lnTo>
                  <a:lnTo>
                    <a:pt x="628" y="2762"/>
                  </a:lnTo>
                  <a:lnTo>
                    <a:pt x="628" y="2888"/>
                  </a:lnTo>
                  <a:lnTo>
                    <a:pt x="691" y="3013"/>
                  </a:lnTo>
                  <a:lnTo>
                    <a:pt x="733" y="2909"/>
                  </a:lnTo>
                  <a:lnTo>
                    <a:pt x="795" y="2888"/>
                  </a:lnTo>
                  <a:lnTo>
                    <a:pt x="858" y="2992"/>
                  </a:lnTo>
                  <a:lnTo>
                    <a:pt x="795" y="3097"/>
                  </a:lnTo>
                  <a:lnTo>
                    <a:pt x="795" y="3097"/>
                  </a:lnTo>
                  <a:lnTo>
                    <a:pt x="879" y="3076"/>
                  </a:lnTo>
                  <a:lnTo>
                    <a:pt x="963" y="3013"/>
                  </a:lnTo>
                  <a:cubicBezTo>
                    <a:pt x="963" y="3097"/>
                    <a:pt x="963" y="3181"/>
                    <a:pt x="984" y="3244"/>
                  </a:cubicBezTo>
                  <a:lnTo>
                    <a:pt x="900" y="3181"/>
                  </a:lnTo>
                  <a:lnTo>
                    <a:pt x="775" y="3202"/>
                  </a:lnTo>
                  <a:lnTo>
                    <a:pt x="649" y="3139"/>
                  </a:lnTo>
                  <a:lnTo>
                    <a:pt x="544" y="3202"/>
                  </a:lnTo>
                  <a:lnTo>
                    <a:pt x="565" y="3244"/>
                  </a:lnTo>
                  <a:lnTo>
                    <a:pt x="649" y="3244"/>
                  </a:lnTo>
                  <a:lnTo>
                    <a:pt x="670" y="3390"/>
                  </a:lnTo>
                  <a:lnTo>
                    <a:pt x="754" y="3411"/>
                  </a:lnTo>
                  <a:lnTo>
                    <a:pt x="816" y="3516"/>
                  </a:lnTo>
                  <a:lnTo>
                    <a:pt x="816" y="3704"/>
                  </a:lnTo>
                  <a:lnTo>
                    <a:pt x="900" y="3746"/>
                  </a:lnTo>
                  <a:lnTo>
                    <a:pt x="900" y="3850"/>
                  </a:lnTo>
                  <a:lnTo>
                    <a:pt x="1005" y="3976"/>
                  </a:lnTo>
                  <a:lnTo>
                    <a:pt x="1109" y="4018"/>
                  </a:lnTo>
                  <a:lnTo>
                    <a:pt x="1214" y="3934"/>
                  </a:lnTo>
                  <a:lnTo>
                    <a:pt x="1214" y="3850"/>
                  </a:lnTo>
                  <a:lnTo>
                    <a:pt x="1277" y="3829"/>
                  </a:lnTo>
                  <a:lnTo>
                    <a:pt x="1277" y="3725"/>
                  </a:lnTo>
                  <a:lnTo>
                    <a:pt x="1214" y="3641"/>
                  </a:lnTo>
                  <a:lnTo>
                    <a:pt x="1277" y="3557"/>
                  </a:lnTo>
                  <a:lnTo>
                    <a:pt x="1277" y="3453"/>
                  </a:lnTo>
                  <a:lnTo>
                    <a:pt x="1172" y="3411"/>
                  </a:lnTo>
                  <a:lnTo>
                    <a:pt x="1109" y="3348"/>
                  </a:lnTo>
                  <a:cubicBezTo>
                    <a:pt x="1130" y="3306"/>
                    <a:pt x="1130" y="3223"/>
                    <a:pt x="1130" y="3181"/>
                  </a:cubicBezTo>
                  <a:lnTo>
                    <a:pt x="1235" y="3097"/>
                  </a:lnTo>
                  <a:lnTo>
                    <a:pt x="1214" y="3013"/>
                  </a:lnTo>
                  <a:lnTo>
                    <a:pt x="1277" y="2930"/>
                  </a:lnTo>
                  <a:lnTo>
                    <a:pt x="1402" y="2930"/>
                  </a:lnTo>
                  <a:lnTo>
                    <a:pt x="1632" y="3034"/>
                  </a:lnTo>
                  <a:lnTo>
                    <a:pt x="1695" y="3118"/>
                  </a:lnTo>
                  <a:lnTo>
                    <a:pt x="1821" y="3202"/>
                  </a:lnTo>
                  <a:lnTo>
                    <a:pt x="1904" y="3327"/>
                  </a:lnTo>
                  <a:lnTo>
                    <a:pt x="1863" y="3306"/>
                  </a:lnTo>
                  <a:cubicBezTo>
                    <a:pt x="1800" y="3264"/>
                    <a:pt x="1716" y="3264"/>
                    <a:pt x="1632" y="3264"/>
                  </a:cubicBezTo>
                  <a:lnTo>
                    <a:pt x="1653" y="3244"/>
                  </a:lnTo>
                  <a:lnTo>
                    <a:pt x="1611" y="3139"/>
                  </a:lnTo>
                  <a:lnTo>
                    <a:pt x="1507" y="3097"/>
                  </a:lnTo>
                  <a:lnTo>
                    <a:pt x="1444" y="3181"/>
                  </a:lnTo>
                  <a:lnTo>
                    <a:pt x="1486" y="3244"/>
                  </a:lnTo>
                  <a:lnTo>
                    <a:pt x="1528" y="3285"/>
                  </a:lnTo>
                  <a:cubicBezTo>
                    <a:pt x="1507" y="3285"/>
                    <a:pt x="1486" y="3306"/>
                    <a:pt x="1444" y="3306"/>
                  </a:cubicBezTo>
                  <a:lnTo>
                    <a:pt x="1444" y="3327"/>
                  </a:lnTo>
                  <a:lnTo>
                    <a:pt x="1591" y="3327"/>
                  </a:lnTo>
                  <a:lnTo>
                    <a:pt x="1611" y="3348"/>
                  </a:lnTo>
                  <a:lnTo>
                    <a:pt x="1611" y="3327"/>
                  </a:lnTo>
                  <a:cubicBezTo>
                    <a:pt x="1695" y="3327"/>
                    <a:pt x="1758" y="3348"/>
                    <a:pt x="1842" y="3390"/>
                  </a:cubicBezTo>
                  <a:cubicBezTo>
                    <a:pt x="1850" y="3393"/>
                    <a:pt x="1858" y="3394"/>
                    <a:pt x="1866" y="3394"/>
                  </a:cubicBezTo>
                  <a:cubicBezTo>
                    <a:pt x="1915" y="3394"/>
                    <a:pt x="1946" y="3342"/>
                    <a:pt x="1946" y="3306"/>
                  </a:cubicBezTo>
                  <a:lnTo>
                    <a:pt x="1967" y="3327"/>
                  </a:lnTo>
                  <a:lnTo>
                    <a:pt x="2030" y="3327"/>
                  </a:lnTo>
                  <a:lnTo>
                    <a:pt x="2009" y="3139"/>
                  </a:lnTo>
                  <a:lnTo>
                    <a:pt x="1863" y="2930"/>
                  </a:lnTo>
                  <a:lnTo>
                    <a:pt x="1904" y="2888"/>
                  </a:lnTo>
                  <a:lnTo>
                    <a:pt x="1946" y="2888"/>
                  </a:lnTo>
                  <a:lnTo>
                    <a:pt x="2030" y="2971"/>
                  </a:lnTo>
                  <a:lnTo>
                    <a:pt x="2114" y="2992"/>
                  </a:lnTo>
                  <a:lnTo>
                    <a:pt x="2176" y="3118"/>
                  </a:lnTo>
                  <a:lnTo>
                    <a:pt x="2344" y="3181"/>
                  </a:lnTo>
                  <a:lnTo>
                    <a:pt x="2386" y="3285"/>
                  </a:lnTo>
                  <a:lnTo>
                    <a:pt x="2386" y="3411"/>
                  </a:lnTo>
                  <a:lnTo>
                    <a:pt x="2469" y="3432"/>
                  </a:lnTo>
                  <a:lnTo>
                    <a:pt x="2595" y="3599"/>
                  </a:lnTo>
                  <a:lnTo>
                    <a:pt x="2699" y="3557"/>
                  </a:lnTo>
                  <a:lnTo>
                    <a:pt x="2699" y="3516"/>
                  </a:lnTo>
                  <a:lnTo>
                    <a:pt x="2804" y="3536"/>
                  </a:lnTo>
                  <a:lnTo>
                    <a:pt x="2804" y="3599"/>
                  </a:lnTo>
                  <a:lnTo>
                    <a:pt x="2741" y="3641"/>
                  </a:lnTo>
                  <a:cubicBezTo>
                    <a:pt x="2741" y="3641"/>
                    <a:pt x="2699" y="3641"/>
                    <a:pt x="2699" y="3662"/>
                  </a:cubicBezTo>
                  <a:cubicBezTo>
                    <a:pt x="2783" y="3913"/>
                    <a:pt x="2992" y="4060"/>
                    <a:pt x="3223" y="4122"/>
                  </a:cubicBezTo>
                  <a:lnTo>
                    <a:pt x="3285" y="4122"/>
                  </a:lnTo>
                  <a:lnTo>
                    <a:pt x="3411" y="4269"/>
                  </a:lnTo>
                  <a:lnTo>
                    <a:pt x="3432" y="4290"/>
                  </a:lnTo>
                  <a:lnTo>
                    <a:pt x="3432" y="4332"/>
                  </a:lnTo>
                  <a:cubicBezTo>
                    <a:pt x="3432" y="4352"/>
                    <a:pt x="3411" y="4394"/>
                    <a:pt x="3411" y="4436"/>
                  </a:cubicBezTo>
                  <a:lnTo>
                    <a:pt x="3411" y="4436"/>
                  </a:lnTo>
                  <a:cubicBezTo>
                    <a:pt x="3411" y="4436"/>
                    <a:pt x="3411" y="4394"/>
                    <a:pt x="3453" y="4394"/>
                  </a:cubicBezTo>
                  <a:lnTo>
                    <a:pt x="3495" y="4436"/>
                  </a:lnTo>
                  <a:lnTo>
                    <a:pt x="3599" y="4478"/>
                  </a:lnTo>
                  <a:lnTo>
                    <a:pt x="3620" y="4562"/>
                  </a:lnTo>
                  <a:lnTo>
                    <a:pt x="3808" y="4562"/>
                  </a:lnTo>
                  <a:lnTo>
                    <a:pt x="3829" y="4583"/>
                  </a:lnTo>
                  <a:lnTo>
                    <a:pt x="3871" y="4562"/>
                  </a:lnTo>
                  <a:lnTo>
                    <a:pt x="3913" y="4583"/>
                  </a:lnTo>
                  <a:lnTo>
                    <a:pt x="3871" y="4499"/>
                  </a:lnTo>
                  <a:lnTo>
                    <a:pt x="3829" y="4394"/>
                  </a:lnTo>
                  <a:lnTo>
                    <a:pt x="3788" y="4352"/>
                  </a:lnTo>
                  <a:lnTo>
                    <a:pt x="3788" y="4185"/>
                  </a:lnTo>
                  <a:lnTo>
                    <a:pt x="3767" y="3976"/>
                  </a:lnTo>
                  <a:lnTo>
                    <a:pt x="3767" y="3934"/>
                  </a:lnTo>
                  <a:lnTo>
                    <a:pt x="3704" y="3913"/>
                  </a:lnTo>
                  <a:lnTo>
                    <a:pt x="3599" y="3767"/>
                  </a:lnTo>
                  <a:lnTo>
                    <a:pt x="3557" y="3662"/>
                  </a:lnTo>
                  <a:lnTo>
                    <a:pt x="3474" y="3662"/>
                  </a:lnTo>
                  <a:lnTo>
                    <a:pt x="3453" y="3704"/>
                  </a:lnTo>
                  <a:lnTo>
                    <a:pt x="3390" y="3662"/>
                  </a:lnTo>
                  <a:lnTo>
                    <a:pt x="3348" y="3662"/>
                  </a:lnTo>
                  <a:lnTo>
                    <a:pt x="3285" y="3725"/>
                  </a:lnTo>
                  <a:lnTo>
                    <a:pt x="3097" y="3725"/>
                  </a:lnTo>
                  <a:lnTo>
                    <a:pt x="3055" y="3704"/>
                  </a:lnTo>
                  <a:lnTo>
                    <a:pt x="3055" y="3767"/>
                  </a:lnTo>
                  <a:lnTo>
                    <a:pt x="3055" y="3808"/>
                  </a:lnTo>
                  <a:cubicBezTo>
                    <a:pt x="2992" y="3767"/>
                    <a:pt x="2972" y="3746"/>
                    <a:pt x="2930" y="3725"/>
                  </a:cubicBezTo>
                  <a:lnTo>
                    <a:pt x="2951" y="3620"/>
                  </a:lnTo>
                  <a:lnTo>
                    <a:pt x="2951" y="3536"/>
                  </a:lnTo>
                  <a:lnTo>
                    <a:pt x="2992" y="3495"/>
                  </a:lnTo>
                  <a:lnTo>
                    <a:pt x="2951" y="3432"/>
                  </a:lnTo>
                  <a:lnTo>
                    <a:pt x="2846" y="3432"/>
                  </a:lnTo>
                  <a:lnTo>
                    <a:pt x="2762" y="3390"/>
                  </a:lnTo>
                  <a:lnTo>
                    <a:pt x="2658" y="3390"/>
                  </a:lnTo>
                  <a:lnTo>
                    <a:pt x="2658" y="3306"/>
                  </a:lnTo>
                  <a:lnTo>
                    <a:pt x="2574" y="3097"/>
                  </a:lnTo>
                  <a:lnTo>
                    <a:pt x="2553" y="2992"/>
                  </a:lnTo>
                  <a:lnTo>
                    <a:pt x="2616" y="2971"/>
                  </a:lnTo>
                  <a:lnTo>
                    <a:pt x="2658" y="2992"/>
                  </a:lnTo>
                  <a:lnTo>
                    <a:pt x="2741" y="2992"/>
                  </a:lnTo>
                  <a:lnTo>
                    <a:pt x="2720" y="2971"/>
                  </a:lnTo>
                  <a:lnTo>
                    <a:pt x="2616" y="2888"/>
                  </a:lnTo>
                  <a:lnTo>
                    <a:pt x="2469" y="2888"/>
                  </a:lnTo>
                  <a:lnTo>
                    <a:pt x="2427" y="2783"/>
                  </a:lnTo>
                  <a:lnTo>
                    <a:pt x="2365" y="2825"/>
                  </a:lnTo>
                  <a:lnTo>
                    <a:pt x="2365" y="2930"/>
                  </a:lnTo>
                  <a:lnTo>
                    <a:pt x="2302" y="2992"/>
                  </a:lnTo>
                  <a:lnTo>
                    <a:pt x="2239" y="2930"/>
                  </a:lnTo>
                  <a:lnTo>
                    <a:pt x="2260" y="2804"/>
                  </a:lnTo>
                  <a:lnTo>
                    <a:pt x="2197" y="2679"/>
                  </a:lnTo>
                  <a:lnTo>
                    <a:pt x="2009" y="2574"/>
                  </a:lnTo>
                  <a:lnTo>
                    <a:pt x="1904" y="2574"/>
                  </a:lnTo>
                  <a:lnTo>
                    <a:pt x="1737" y="2699"/>
                  </a:lnTo>
                  <a:lnTo>
                    <a:pt x="1716" y="2783"/>
                  </a:lnTo>
                  <a:lnTo>
                    <a:pt x="1632" y="2804"/>
                  </a:lnTo>
                  <a:lnTo>
                    <a:pt x="1507" y="2762"/>
                  </a:lnTo>
                  <a:lnTo>
                    <a:pt x="1465" y="2658"/>
                  </a:lnTo>
                  <a:lnTo>
                    <a:pt x="1381" y="2574"/>
                  </a:lnTo>
                  <a:lnTo>
                    <a:pt x="1381" y="2448"/>
                  </a:lnTo>
                  <a:lnTo>
                    <a:pt x="1423" y="2365"/>
                  </a:lnTo>
                  <a:lnTo>
                    <a:pt x="1360" y="2281"/>
                  </a:lnTo>
                  <a:lnTo>
                    <a:pt x="1088" y="2239"/>
                  </a:lnTo>
                  <a:lnTo>
                    <a:pt x="1026" y="2176"/>
                  </a:lnTo>
                  <a:lnTo>
                    <a:pt x="1067" y="2051"/>
                  </a:lnTo>
                  <a:lnTo>
                    <a:pt x="1109" y="1967"/>
                  </a:lnTo>
                  <a:lnTo>
                    <a:pt x="1109" y="1842"/>
                  </a:lnTo>
                  <a:lnTo>
                    <a:pt x="1172" y="1737"/>
                  </a:lnTo>
                  <a:lnTo>
                    <a:pt x="1360" y="1549"/>
                  </a:lnTo>
                  <a:lnTo>
                    <a:pt x="1423" y="1507"/>
                  </a:lnTo>
                  <a:lnTo>
                    <a:pt x="1402" y="1570"/>
                  </a:lnTo>
                  <a:lnTo>
                    <a:pt x="1402" y="1632"/>
                  </a:lnTo>
                  <a:lnTo>
                    <a:pt x="1507" y="1465"/>
                  </a:lnTo>
                  <a:lnTo>
                    <a:pt x="1486" y="1339"/>
                  </a:lnTo>
                  <a:lnTo>
                    <a:pt x="1549" y="1193"/>
                  </a:lnTo>
                  <a:lnTo>
                    <a:pt x="1611" y="921"/>
                  </a:lnTo>
                  <a:lnTo>
                    <a:pt x="1549" y="837"/>
                  </a:lnTo>
                  <a:lnTo>
                    <a:pt x="1528" y="691"/>
                  </a:lnTo>
                  <a:lnTo>
                    <a:pt x="1465" y="649"/>
                  </a:lnTo>
                  <a:lnTo>
                    <a:pt x="1360" y="482"/>
                  </a:lnTo>
                  <a:lnTo>
                    <a:pt x="1381" y="251"/>
                  </a:lnTo>
                  <a:lnTo>
                    <a:pt x="1381" y="189"/>
                  </a:lnTo>
                  <a:lnTo>
                    <a:pt x="1381" y="105"/>
                  </a:lnTo>
                  <a:lnTo>
                    <a:pt x="1298" y="0"/>
                  </a:lnTo>
                  <a:lnTo>
                    <a:pt x="1256" y="42"/>
                  </a:lnTo>
                  <a:lnTo>
                    <a:pt x="1256" y="84"/>
                  </a:lnTo>
                  <a:lnTo>
                    <a:pt x="1172" y="168"/>
                  </a:lnTo>
                  <a:lnTo>
                    <a:pt x="1005" y="168"/>
                  </a:lnTo>
                  <a:lnTo>
                    <a:pt x="984" y="210"/>
                  </a:lnTo>
                  <a:lnTo>
                    <a:pt x="900" y="168"/>
                  </a:lnTo>
                  <a:lnTo>
                    <a:pt x="795" y="63"/>
                  </a:lnTo>
                  <a:lnTo>
                    <a:pt x="586" y="0"/>
                  </a:lnTo>
                  <a:close/>
                  <a:moveTo>
                    <a:pt x="1842" y="4060"/>
                  </a:moveTo>
                  <a:lnTo>
                    <a:pt x="1716" y="4080"/>
                  </a:lnTo>
                  <a:lnTo>
                    <a:pt x="1695" y="4164"/>
                  </a:lnTo>
                  <a:lnTo>
                    <a:pt x="1821" y="4227"/>
                  </a:lnTo>
                  <a:lnTo>
                    <a:pt x="1883" y="4248"/>
                  </a:lnTo>
                  <a:lnTo>
                    <a:pt x="1883" y="4352"/>
                  </a:lnTo>
                  <a:lnTo>
                    <a:pt x="1842" y="4457"/>
                  </a:lnTo>
                  <a:lnTo>
                    <a:pt x="1842" y="4666"/>
                  </a:lnTo>
                  <a:lnTo>
                    <a:pt x="1800" y="4792"/>
                  </a:lnTo>
                  <a:lnTo>
                    <a:pt x="1842" y="4980"/>
                  </a:lnTo>
                  <a:lnTo>
                    <a:pt x="1904" y="4959"/>
                  </a:lnTo>
                  <a:lnTo>
                    <a:pt x="1925" y="4896"/>
                  </a:lnTo>
                  <a:lnTo>
                    <a:pt x="2051" y="4813"/>
                  </a:lnTo>
                  <a:cubicBezTo>
                    <a:pt x="2093" y="4813"/>
                    <a:pt x="2114" y="4855"/>
                    <a:pt x="2135" y="4855"/>
                  </a:cubicBezTo>
                  <a:lnTo>
                    <a:pt x="2114" y="4959"/>
                  </a:lnTo>
                  <a:lnTo>
                    <a:pt x="2197" y="5001"/>
                  </a:lnTo>
                  <a:lnTo>
                    <a:pt x="2260" y="4917"/>
                  </a:lnTo>
                  <a:cubicBezTo>
                    <a:pt x="2323" y="4959"/>
                    <a:pt x="2344" y="5001"/>
                    <a:pt x="2407" y="5022"/>
                  </a:cubicBezTo>
                  <a:lnTo>
                    <a:pt x="2407" y="5106"/>
                  </a:lnTo>
                  <a:lnTo>
                    <a:pt x="2344" y="5231"/>
                  </a:lnTo>
                  <a:lnTo>
                    <a:pt x="2155" y="5294"/>
                  </a:lnTo>
                  <a:lnTo>
                    <a:pt x="2114" y="5378"/>
                  </a:lnTo>
                  <a:lnTo>
                    <a:pt x="2135" y="5545"/>
                  </a:lnTo>
                  <a:lnTo>
                    <a:pt x="2218" y="5545"/>
                  </a:lnTo>
                  <a:lnTo>
                    <a:pt x="2344" y="5629"/>
                  </a:lnTo>
                  <a:lnTo>
                    <a:pt x="2448" y="5629"/>
                  </a:lnTo>
                  <a:lnTo>
                    <a:pt x="2448" y="5754"/>
                  </a:lnTo>
                  <a:lnTo>
                    <a:pt x="2532" y="5817"/>
                  </a:lnTo>
                  <a:lnTo>
                    <a:pt x="2637" y="5754"/>
                  </a:lnTo>
                  <a:lnTo>
                    <a:pt x="2637" y="5650"/>
                  </a:lnTo>
                  <a:lnTo>
                    <a:pt x="2574" y="5587"/>
                  </a:lnTo>
                  <a:cubicBezTo>
                    <a:pt x="2616" y="5545"/>
                    <a:pt x="2637" y="5545"/>
                    <a:pt x="2658" y="5524"/>
                  </a:cubicBezTo>
                  <a:lnTo>
                    <a:pt x="2658" y="5503"/>
                  </a:lnTo>
                  <a:lnTo>
                    <a:pt x="2679" y="5587"/>
                  </a:lnTo>
                  <a:lnTo>
                    <a:pt x="2762" y="5482"/>
                  </a:lnTo>
                  <a:lnTo>
                    <a:pt x="2804" y="5231"/>
                  </a:lnTo>
                  <a:lnTo>
                    <a:pt x="2972" y="5064"/>
                  </a:lnTo>
                  <a:lnTo>
                    <a:pt x="2992" y="4959"/>
                  </a:lnTo>
                  <a:lnTo>
                    <a:pt x="2972" y="4855"/>
                  </a:lnTo>
                  <a:lnTo>
                    <a:pt x="3034" y="4771"/>
                  </a:lnTo>
                  <a:lnTo>
                    <a:pt x="3034" y="4750"/>
                  </a:lnTo>
                  <a:cubicBezTo>
                    <a:pt x="3087" y="4760"/>
                    <a:pt x="3128" y="4766"/>
                    <a:pt x="3170" y="4766"/>
                  </a:cubicBezTo>
                  <a:cubicBezTo>
                    <a:pt x="3212" y="4766"/>
                    <a:pt x="3254" y="4760"/>
                    <a:pt x="3306" y="4750"/>
                  </a:cubicBezTo>
                  <a:cubicBezTo>
                    <a:pt x="3348" y="4750"/>
                    <a:pt x="3369" y="4708"/>
                    <a:pt x="3369" y="4687"/>
                  </a:cubicBezTo>
                  <a:lnTo>
                    <a:pt x="3411" y="4750"/>
                  </a:lnTo>
                  <a:lnTo>
                    <a:pt x="3411" y="4896"/>
                  </a:lnTo>
                  <a:lnTo>
                    <a:pt x="3411" y="4917"/>
                  </a:lnTo>
                  <a:cubicBezTo>
                    <a:pt x="3390" y="4959"/>
                    <a:pt x="3390" y="4980"/>
                    <a:pt x="3411" y="4980"/>
                  </a:cubicBezTo>
                  <a:cubicBezTo>
                    <a:pt x="3453" y="5001"/>
                    <a:pt x="3453" y="5022"/>
                    <a:pt x="3474" y="5085"/>
                  </a:cubicBezTo>
                  <a:lnTo>
                    <a:pt x="3474" y="5189"/>
                  </a:lnTo>
                  <a:lnTo>
                    <a:pt x="3557" y="5231"/>
                  </a:lnTo>
                  <a:cubicBezTo>
                    <a:pt x="3599" y="5336"/>
                    <a:pt x="3683" y="5482"/>
                    <a:pt x="3704" y="5608"/>
                  </a:cubicBezTo>
                  <a:cubicBezTo>
                    <a:pt x="3716" y="5632"/>
                    <a:pt x="3750" y="5643"/>
                    <a:pt x="3780" y="5643"/>
                  </a:cubicBezTo>
                  <a:cubicBezTo>
                    <a:pt x="3801" y="5643"/>
                    <a:pt x="3821" y="5637"/>
                    <a:pt x="3829" y="5629"/>
                  </a:cubicBezTo>
                  <a:lnTo>
                    <a:pt x="3871" y="5754"/>
                  </a:lnTo>
                  <a:lnTo>
                    <a:pt x="3871" y="5838"/>
                  </a:lnTo>
                  <a:lnTo>
                    <a:pt x="3788" y="5733"/>
                  </a:lnTo>
                  <a:lnTo>
                    <a:pt x="3725" y="5733"/>
                  </a:lnTo>
                  <a:lnTo>
                    <a:pt x="3725" y="5901"/>
                  </a:lnTo>
                  <a:lnTo>
                    <a:pt x="3704" y="5943"/>
                  </a:lnTo>
                  <a:lnTo>
                    <a:pt x="3620" y="5901"/>
                  </a:lnTo>
                  <a:lnTo>
                    <a:pt x="3495" y="5838"/>
                  </a:lnTo>
                  <a:lnTo>
                    <a:pt x="3453" y="6068"/>
                  </a:lnTo>
                  <a:lnTo>
                    <a:pt x="3495" y="6110"/>
                  </a:lnTo>
                  <a:lnTo>
                    <a:pt x="3495" y="6173"/>
                  </a:lnTo>
                  <a:lnTo>
                    <a:pt x="3411" y="6215"/>
                  </a:lnTo>
                  <a:lnTo>
                    <a:pt x="3369" y="6068"/>
                  </a:lnTo>
                  <a:lnTo>
                    <a:pt x="3244" y="6131"/>
                  </a:lnTo>
                  <a:lnTo>
                    <a:pt x="3181" y="6340"/>
                  </a:lnTo>
                  <a:lnTo>
                    <a:pt x="3055" y="6424"/>
                  </a:lnTo>
                  <a:lnTo>
                    <a:pt x="2951" y="6445"/>
                  </a:lnTo>
                  <a:lnTo>
                    <a:pt x="2846" y="6549"/>
                  </a:lnTo>
                  <a:lnTo>
                    <a:pt x="2972" y="6361"/>
                  </a:lnTo>
                  <a:lnTo>
                    <a:pt x="2972" y="6173"/>
                  </a:lnTo>
                  <a:lnTo>
                    <a:pt x="2825" y="6047"/>
                  </a:lnTo>
                  <a:lnTo>
                    <a:pt x="2741" y="6047"/>
                  </a:lnTo>
                  <a:lnTo>
                    <a:pt x="2658" y="6152"/>
                  </a:lnTo>
                  <a:lnTo>
                    <a:pt x="2532" y="6215"/>
                  </a:lnTo>
                  <a:lnTo>
                    <a:pt x="2469" y="6319"/>
                  </a:lnTo>
                  <a:lnTo>
                    <a:pt x="2532" y="6424"/>
                  </a:lnTo>
                  <a:lnTo>
                    <a:pt x="2365" y="6445"/>
                  </a:lnTo>
                  <a:lnTo>
                    <a:pt x="2260" y="6424"/>
                  </a:lnTo>
                  <a:lnTo>
                    <a:pt x="2197" y="6487"/>
                  </a:lnTo>
                  <a:lnTo>
                    <a:pt x="2093" y="6529"/>
                  </a:lnTo>
                  <a:lnTo>
                    <a:pt x="1988" y="6654"/>
                  </a:lnTo>
                  <a:lnTo>
                    <a:pt x="2009" y="6738"/>
                  </a:lnTo>
                  <a:lnTo>
                    <a:pt x="1988" y="6884"/>
                  </a:lnTo>
                  <a:lnTo>
                    <a:pt x="1904" y="7052"/>
                  </a:lnTo>
                  <a:lnTo>
                    <a:pt x="2030" y="7177"/>
                  </a:lnTo>
                  <a:lnTo>
                    <a:pt x="2093" y="7093"/>
                  </a:lnTo>
                  <a:lnTo>
                    <a:pt x="2155" y="6863"/>
                  </a:lnTo>
                  <a:lnTo>
                    <a:pt x="2239" y="6801"/>
                  </a:lnTo>
                  <a:lnTo>
                    <a:pt x="2302" y="6675"/>
                  </a:lnTo>
                  <a:lnTo>
                    <a:pt x="2344" y="6654"/>
                  </a:lnTo>
                  <a:lnTo>
                    <a:pt x="2427" y="6738"/>
                  </a:lnTo>
                  <a:lnTo>
                    <a:pt x="2407" y="6863"/>
                  </a:lnTo>
                  <a:lnTo>
                    <a:pt x="2427" y="6884"/>
                  </a:lnTo>
                  <a:lnTo>
                    <a:pt x="2469" y="6863"/>
                  </a:lnTo>
                  <a:lnTo>
                    <a:pt x="2532" y="6884"/>
                  </a:lnTo>
                  <a:lnTo>
                    <a:pt x="2532" y="6780"/>
                  </a:lnTo>
                  <a:lnTo>
                    <a:pt x="2574" y="6759"/>
                  </a:lnTo>
                  <a:lnTo>
                    <a:pt x="2637" y="6780"/>
                  </a:lnTo>
                  <a:lnTo>
                    <a:pt x="2616" y="6863"/>
                  </a:lnTo>
                  <a:lnTo>
                    <a:pt x="2658" y="6863"/>
                  </a:lnTo>
                  <a:lnTo>
                    <a:pt x="2762" y="6947"/>
                  </a:lnTo>
                  <a:lnTo>
                    <a:pt x="2825" y="6947"/>
                  </a:lnTo>
                  <a:lnTo>
                    <a:pt x="2762" y="6863"/>
                  </a:lnTo>
                  <a:lnTo>
                    <a:pt x="2783" y="6801"/>
                  </a:lnTo>
                  <a:lnTo>
                    <a:pt x="2762" y="6759"/>
                  </a:lnTo>
                  <a:lnTo>
                    <a:pt x="2825" y="6696"/>
                  </a:lnTo>
                  <a:lnTo>
                    <a:pt x="2867" y="6696"/>
                  </a:lnTo>
                  <a:lnTo>
                    <a:pt x="2972" y="6801"/>
                  </a:lnTo>
                  <a:lnTo>
                    <a:pt x="3076" y="6842"/>
                  </a:lnTo>
                  <a:lnTo>
                    <a:pt x="3181" y="6905"/>
                  </a:lnTo>
                  <a:lnTo>
                    <a:pt x="3202" y="7010"/>
                  </a:lnTo>
                  <a:lnTo>
                    <a:pt x="3306" y="7093"/>
                  </a:lnTo>
                  <a:lnTo>
                    <a:pt x="3202" y="7073"/>
                  </a:lnTo>
                  <a:lnTo>
                    <a:pt x="3160" y="7093"/>
                  </a:lnTo>
                  <a:lnTo>
                    <a:pt x="3160" y="7156"/>
                  </a:lnTo>
                  <a:lnTo>
                    <a:pt x="3097" y="7219"/>
                  </a:lnTo>
                  <a:lnTo>
                    <a:pt x="3160" y="7282"/>
                  </a:lnTo>
                  <a:lnTo>
                    <a:pt x="3160" y="7365"/>
                  </a:lnTo>
                  <a:lnTo>
                    <a:pt x="3139" y="7428"/>
                  </a:lnTo>
                  <a:lnTo>
                    <a:pt x="3202" y="7533"/>
                  </a:lnTo>
                  <a:lnTo>
                    <a:pt x="3244" y="7637"/>
                  </a:lnTo>
                  <a:lnTo>
                    <a:pt x="3348" y="7784"/>
                  </a:lnTo>
                  <a:lnTo>
                    <a:pt x="3474" y="7784"/>
                  </a:lnTo>
                  <a:lnTo>
                    <a:pt x="3578" y="7847"/>
                  </a:lnTo>
                  <a:lnTo>
                    <a:pt x="3704" y="7909"/>
                  </a:lnTo>
                  <a:lnTo>
                    <a:pt x="3808" y="7847"/>
                  </a:lnTo>
                  <a:lnTo>
                    <a:pt x="3829" y="7805"/>
                  </a:lnTo>
                  <a:lnTo>
                    <a:pt x="3892" y="7742"/>
                  </a:lnTo>
                  <a:lnTo>
                    <a:pt x="3913" y="7805"/>
                  </a:lnTo>
                  <a:lnTo>
                    <a:pt x="3871" y="7889"/>
                  </a:lnTo>
                  <a:lnTo>
                    <a:pt x="3892" y="7993"/>
                  </a:lnTo>
                  <a:lnTo>
                    <a:pt x="3913" y="8035"/>
                  </a:lnTo>
                  <a:lnTo>
                    <a:pt x="3997" y="7993"/>
                  </a:lnTo>
                  <a:lnTo>
                    <a:pt x="4143" y="7784"/>
                  </a:lnTo>
                  <a:lnTo>
                    <a:pt x="4143" y="7637"/>
                  </a:lnTo>
                  <a:lnTo>
                    <a:pt x="4101" y="7575"/>
                  </a:lnTo>
                  <a:lnTo>
                    <a:pt x="4039" y="7407"/>
                  </a:lnTo>
                  <a:lnTo>
                    <a:pt x="3934" y="7324"/>
                  </a:lnTo>
                  <a:lnTo>
                    <a:pt x="3976" y="7219"/>
                  </a:lnTo>
                  <a:lnTo>
                    <a:pt x="4101" y="6989"/>
                  </a:lnTo>
                  <a:lnTo>
                    <a:pt x="4185" y="6947"/>
                  </a:lnTo>
                  <a:lnTo>
                    <a:pt x="4248" y="7052"/>
                  </a:lnTo>
                  <a:lnTo>
                    <a:pt x="4290" y="7156"/>
                  </a:lnTo>
                  <a:lnTo>
                    <a:pt x="4332" y="7219"/>
                  </a:lnTo>
                  <a:lnTo>
                    <a:pt x="4332" y="7324"/>
                  </a:lnTo>
                  <a:lnTo>
                    <a:pt x="4394" y="7512"/>
                  </a:lnTo>
                  <a:lnTo>
                    <a:pt x="4415" y="7596"/>
                  </a:lnTo>
                  <a:lnTo>
                    <a:pt x="4415" y="7512"/>
                  </a:lnTo>
                  <a:lnTo>
                    <a:pt x="4415" y="7386"/>
                  </a:lnTo>
                  <a:lnTo>
                    <a:pt x="4352" y="7219"/>
                  </a:lnTo>
                  <a:lnTo>
                    <a:pt x="4394" y="7156"/>
                  </a:lnTo>
                  <a:lnTo>
                    <a:pt x="4436" y="7156"/>
                  </a:lnTo>
                  <a:lnTo>
                    <a:pt x="4499" y="7219"/>
                  </a:lnTo>
                  <a:lnTo>
                    <a:pt x="4499" y="7156"/>
                  </a:lnTo>
                  <a:lnTo>
                    <a:pt x="4541" y="7156"/>
                  </a:lnTo>
                  <a:lnTo>
                    <a:pt x="4604" y="6989"/>
                  </a:lnTo>
                  <a:lnTo>
                    <a:pt x="4562" y="6801"/>
                  </a:lnTo>
                  <a:lnTo>
                    <a:pt x="4499" y="6696"/>
                  </a:lnTo>
                  <a:lnTo>
                    <a:pt x="4436" y="6591"/>
                  </a:lnTo>
                  <a:lnTo>
                    <a:pt x="4436" y="6466"/>
                  </a:lnTo>
                  <a:lnTo>
                    <a:pt x="4415" y="6340"/>
                  </a:lnTo>
                  <a:lnTo>
                    <a:pt x="4352" y="6424"/>
                  </a:lnTo>
                  <a:lnTo>
                    <a:pt x="4352" y="6277"/>
                  </a:lnTo>
                  <a:lnTo>
                    <a:pt x="4352" y="6215"/>
                  </a:lnTo>
                  <a:lnTo>
                    <a:pt x="4311" y="6215"/>
                  </a:lnTo>
                  <a:lnTo>
                    <a:pt x="4227" y="6131"/>
                  </a:lnTo>
                  <a:lnTo>
                    <a:pt x="4248" y="6068"/>
                  </a:lnTo>
                  <a:lnTo>
                    <a:pt x="4332" y="6068"/>
                  </a:lnTo>
                  <a:lnTo>
                    <a:pt x="4332" y="5922"/>
                  </a:lnTo>
                  <a:lnTo>
                    <a:pt x="4248" y="5796"/>
                  </a:lnTo>
                  <a:lnTo>
                    <a:pt x="4248" y="5712"/>
                  </a:lnTo>
                  <a:lnTo>
                    <a:pt x="4185" y="5796"/>
                  </a:lnTo>
                  <a:lnTo>
                    <a:pt x="4080" y="5692"/>
                  </a:lnTo>
                  <a:lnTo>
                    <a:pt x="3913" y="5545"/>
                  </a:lnTo>
                  <a:lnTo>
                    <a:pt x="3892" y="5440"/>
                  </a:lnTo>
                  <a:lnTo>
                    <a:pt x="3871" y="5440"/>
                  </a:lnTo>
                  <a:lnTo>
                    <a:pt x="3767" y="5420"/>
                  </a:lnTo>
                  <a:lnTo>
                    <a:pt x="3767" y="5503"/>
                  </a:lnTo>
                  <a:cubicBezTo>
                    <a:pt x="3725" y="5482"/>
                    <a:pt x="3725" y="5420"/>
                    <a:pt x="3704" y="5399"/>
                  </a:cubicBezTo>
                  <a:lnTo>
                    <a:pt x="3704" y="5315"/>
                  </a:lnTo>
                  <a:lnTo>
                    <a:pt x="3662" y="5210"/>
                  </a:lnTo>
                  <a:lnTo>
                    <a:pt x="3662" y="5273"/>
                  </a:lnTo>
                  <a:cubicBezTo>
                    <a:pt x="3620" y="5231"/>
                    <a:pt x="3620" y="5210"/>
                    <a:pt x="3599" y="5189"/>
                  </a:cubicBezTo>
                  <a:lnTo>
                    <a:pt x="3683" y="5168"/>
                  </a:lnTo>
                  <a:lnTo>
                    <a:pt x="3683" y="5085"/>
                  </a:lnTo>
                  <a:lnTo>
                    <a:pt x="3578" y="4896"/>
                  </a:lnTo>
                  <a:lnTo>
                    <a:pt x="3495" y="4855"/>
                  </a:lnTo>
                  <a:lnTo>
                    <a:pt x="3474" y="4666"/>
                  </a:lnTo>
                  <a:lnTo>
                    <a:pt x="3411" y="4562"/>
                  </a:lnTo>
                  <a:cubicBezTo>
                    <a:pt x="3411" y="4541"/>
                    <a:pt x="3411" y="4541"/>
                    <a:pt x="3453" y="4499"/>
                  </a:cubicBezTo>
                  <a:cubicBezTo>
                    <a:pt x="3474" y="4478"/>
                    <a:pt x="3453" y="4457"/>
                    <a:pt x="3411" y="4436"/>
                  </a:cubicBezTo>
                  <a:lnTo>
                    <a:pt x="3390" y="4457"/>
                  </a:lnTo>
                  <a:lnTo>
                    <a:pt x="3411" y="4457"/>
                  </a:lnTo>
                  <a:lnTo>
                    <a:pt x="3411" y="4478"/>
                  </a:lnTo>
                  <a:cubicBezTo>
                    <a:pt x="3411" y="4478"/>
                    <a:pt x="3390" y="4478"/>
                    <a:pt x="3390" y="4499"/>
                  </a:cubicBezTo>
                  <a:lnTo>
                    <a:pt x="3390" y="4541"/>
                  </a:lnTo>
                  <a:lnTo>
                    <a:pt x="3306" y="4562"/>
                  </a:lnTo>
                  <a:lnTo>
                    <a:pt x="3202" y="4499"/>
                  </a:lnTo>
                  <a:lnTo>
                    <a:pt x="3139" y="4499"/>
                  </a:lnTo>
                  <a:lnTo>
                    <a:pt x="3181" y="4604"/>
                  </a:lnTo>
                  <a:lnTo>
                    <a:pt x="3181" y="4666"/>
                  </a:lnTo>
                  <a:cubicBezTo>
                    <a:pt x="3097" y="4687"/>
                    <a:pt x="3055" y="4708"/>
                    <a:pt x="2972" y="4750"/>
                  </a:cubicBezTo>
                  <a:lnTo>
                    <a:pt x="2972" y="4583"/>
                  </a:lnTo>
                  <a:lnTo>
                    <a:pt x="2930" y="4604"/>
                  </a:lnTo>
                  <a:lnTo>
                    <a:pt x="2888" y="4750"/>
                  </a:lnTo>
                  <a:lnTo>
                    <a:pt x="2888" y="4792"/>
                  </a:lnTo>
                  <a:lnTo>
                    <a:pt x="2783" y="4980"/>
                  </a:lnTo>
                  <a:lnTo>
                    <a:pt x="2783" y="5106"/>
                  </a:lnTo>
                  <a:lnTo>
                    <a:pt x="2741" y="5273"/>
                  </a:lnTo>
                  <a:lnTo>
                    <a:pt x="2658" y="5378"/>
                  </a:lnTo>
                  <a:lnTo>
                    <a:pt x="2658" y="5482"/>
                  </a:lnTo>
                  <a:cubicBezTo>
                    <a:pt x="2646" y="5459"/>
                    <a:pt x="2622" y="5443"/>
                    <a:pt x="2599" y="5443"/>
                  </a:cubicBezTo>
                  <a:cubicBezTo>
                    <a:pt x="2580" y="5443"/>
                    <a:pt x="2562" y="5454"/>
                    <a:pt x="2553" y="5482"/>
                  </a:cubicBezTo>
                  <a:lnTo>
                    <a:pt x="2553" y="5315"/>
                  </a:lnTo>
                  <a:lnTo>
                    <a:pt x="2637" y="4980"/>
                  </a:lnTo>
                  <a:lnTo>
                    <a:pt x="2741" y="4876"/>
                  </a:lnTo>
                  <a:lnTo>
                    <a:pt x="2741" y="4771"/>
                  </a:lnTo>
                  <a:lnTo>
                    <a:pt x="2658" y="4687"/>
                  </a:lnTo>
                  <a:lnTo>
                    <a:pt x="2616" y="4708"/>
                  </a:lnTo>
                  <a:lnTo>
                    <a:pt x="2532" y="4687"/>
                  </a:lnTo>
                  <a:lnTo>
                    <a:pt x="2448" y="4750"/>
                  </a:lnTo>
                  <a:lnTo>
                    <a:pt x="2448" y="4855"/>
                  </a:lnTo>
                  <a:cubicBezTo>
                    <a:pt x="2427" y="4792"/>
                    <a:pt x="2365" y="4708"/>
                    <a:pt x="2323" y="4666"/>
                  </a:cubicBezTo>
                  <a:lnTo>
                    <a:pt x="2427" y="4583"/>
                  </a:lnTo>
                  <a:lnTo>
                    <a:pt x="2469" y="4457"/>
                  </a:lnTo>
                  <a:lnTo>
                    <a:pt x="2532" y="4394"/>
                  </a:lnTo>
                  <a:lnTo>
                    <a:pt x="2553" y="4290"/>
                  </a:lnTo>
                  <a:lnTo>
                    <a:pt x="2511" y="4227"/>
                  </a:lnTo>
                  <a:lnTo>
                    <a:pt x="2427" y="4269"/>
                  </a:lnTo>
                  <a:lnTo>
                    <a:pt x="2344" y="4373"/>
                  </a:lnTo>
                  <a:lnTo>
                    <a:pt x="2260" y="4269"/>
                  </a:lnTo>
                  <a:lnTo>
                    <a:pt x="2197" y="4248"/>
                  </a:lnTo>
                  <a:lnTo>
                    <a:pt x="2009" y="4248"/>
                  </a:lnTo>
                  <a:lnTo>
                    <a:pt x="2030" y="4185"/>
                  </a:lnTo>
                  <a:lnTo>
                    <a:pt x="1946" y="4164"/>
                  </a:lnTo>
                  <a:lnTo>
                    <a:pt x="1842" y="406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60"/>
            <p:cNvSpPr/>
            <p:nvPr/>
          </p:nvSpPr>
          <p:spPr>
            <a:xfrm>
              <a:off x="4595934" y="3205063"/>
              <a:ext cx="26673" cy="13340"/>
            </a:xfrm>
            <a:custGeom>
              <a:rect b="b" l="l" r="r" t="t"/>
              <a:pathLst>
                <a:path extrusionOk="0" h="1173" w="2240">
                  <a:moveTo>
                    <a:pt x="2177" y="1"/>
                  </a:moveTo>
                  <a:lnTo>
                    <a:pt x="1968" y="43"/>
                  </a:lnTo>
                  <a:lnTo>
                    <a:pt x="1821" y="43"/>
                  </a:lnTo>
                  <a:lnTo>
                    <a:pt x="1675" y="64"/>
                  </a:lnTo>
                  <a:lnTo>
                    <a:pt x="1570" y="64"/>
                  </a:lnTo>
                  <a:lnTo>
                    <a:pt x="1424" y="105"/>
                  </a:lnTo>
                  <a:lnTo>
                    <a:pt x="1193" y="105"/>
                  </a:lnTo>
                  <a:lnTo>
                    <a:pt x="1005" y="252"/>
                  </a:lnTo>
                  <a:lnTo>
                    <a:pt x="880" y="315"/>
                  </a:lnTo>
                  <a:lnTo>
                    <a:pt x="817" y="336"/>
                  </a:lnTo>
                  <a:lnTo>
                    <a:pt x="712" y="357"/>
                  </a:lnTo>
                  <a:lnTo>
                    <a:pt x="628" y="377"/>
                  </a:lnTo>
                  <a:lnTo>
                    <a:pt x="482" y="419"/>
                  </a:lnTo>
                  <a:lnTo>
                    <a:pt x="398" y="482"/>
                  </a:lnTo>
                  <a:lnTo>
                    <a:pt x="377" y="524"/>
                  </a:lnTo>
                  <a:lnTo>
                    <a:pt x="252" y="587"/>
                  </a:lnTo>
                  <a:lnTo>
                    <a:pt x="210" y="733"/>
                  </a:lnTo>
                  <a:lnTo>
                    <a:pt x="105" y="880"/>
                  </a:lnTo>
                  <a:lnTo>
                    <a:pt x="84" y="942"/>
                  </a:lnTo>
                  <a:lnTo>
                    <a:pt x="147" y="984"/>
                  </a:lnTo>
                  <a:lnTo>
                    <a:pt x="147" y="1047"/>
                  </a:lnTo>
                  <a:lnTo>
                    <a:pt x="84" y="1047"/>
                  </a:lnTo>
                  <a:lnTo>
                    <a:pt x="43" y="1005"/>
                  </a:lnTo>
                  <a:lnTo>
                    <a:pt x="1" y="1110"/>
                  </a:lnTo>
                  <a:lnTo>
                    <a:pt x="63" y="1173"/>
                  </a:lnTo>
                  <a:lnTo>
                    <a:pt x="252" y="1152"/>
                  </a:lnTo>
                  <a:lnTo>
                    <a:pt x="419" y="1047"/>
                  </a:lnTo>
                  <a:lnTo>
                    <a:pt x="503" y="1005"/>
                  </a:lnTo>
                  <a:lnTo>
                    <a:pt x="608" y="1005"/>
                  </a:lnTo>
                  <a:lnTo>
                    <a:pt x="712" y="942"/>
                  </a:lnTo>
                  <a:lnTo>
                    <a:pt x="796" y="838"/>
                  </a:lnTo>
                  <a:lnTo>
                    <a:pt x="1005" y="670"/>
                  </a:lnTo>
                  <a:lnTo>
                    <a:pt x="1047" y="587"/>
                  </a:lnTo>
                  <a:lnTo>
                    <a:pt x="1110" y="566"/>
                  </a:lnTo>
                  <a:lnTo>
                    <a:pt x="1131" y="566"/>
                  </a:lnTo>
                  <a:lnTo>
                    <a:pt x="1235" y="461"/>
                  </a:lnTo>
                  <a:lnTo>
                    <a:pt x="1340" y="440"/>
                  </a:lnTo>
                  <a:lnTo>
                    <a:pt x="1444" y="440"/>
                  </a:lnTo>
                  <a:lnTo>
                    <a:pt x="1675" y="419"/>
                  </a:lnTo>
                  <a:lnTo>
                    <a:pt x="1842" y="315"/>
                  </a:lnTo>
                  <a:lnTo>
                    <a:pt x="2030" y="252"/>
                  </a:lnTo>
                  <a:lnTo>
                    <a:pt x="2051" y="168"/>
                  </a:lnTo>
                  <a:lnTo>
                    <a:pt x="2135" y="168"/>
                  </a:lnTo>
                  <a:lnTo>
                    <a:pt x="2240" y="105"/>
                  </a:lnTo>
                  <a:lnTo>
                    <a:pt x="2240" y="43"/>
                  </a:lnTo>
                  <a:lnTo>
                    <a:pt x="217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25" name="Google Shape;1825;p60"/>
            <p:cNvGrpSpPr/>
            <p:nvPr/>
          </p:nvGrpSpPr>
          <p:grpSpPr>
            <a:xfrm>
              <a:off x="4403342" y="3107749"/>
              <a:ext cx="316680" cy="101374"/>
              <a:chOff x="5068275" y="3161675"/>
              <a:chExt cx="664875" cy="222850"/>
            </a:xfrm>
          </p:grpSpPr>
          <p:sp>
            <p:nvSpPr>
              <p:cNvPr id="1826" name="Google Shape;1826;p60"/>
              <p:cNvSpPr/>
              <p:nvPr/>
            </p:nvSpPr>
            <p:spPr>
              <a:xfrm>
                <a:off x="5408300" y="3224425"/>
                <a:ext cx="96775" cy="107800"/>
              </a:xfrm>
              <a:custGeom>
                <a:rect b="b" l="l" r="r" t="t"/>
                <a:pathLst>
                  <a:path extrusionOk="0" h="4312" w="3871">
                    <a:moveTo>
                      <a:pt x="3620" y="1"/>
                    </a:moveTo>
                    <a:lnTo>
                      <a:pt x="3515" y="43"/>
                    </a:lnTo>
                    <a:lnTo>
                      <a:pt x="3494" y="147"/>
                    </a:lnTo>
                    <a:lnTo>
                      <a:pt x="3390" y="231"/>
                    </a:lnTo>
                    <a:lnTo>
                      <a:pt x="3390" y="294"/>
                    </a:lnTo>
                    <a:lnTo>
                      <a:pt x="3285" y="357"/>
                    </a:lnTo>
                    <a:lnTo>
                      <a:pt x="3181" y="398"/>
                    </a:lnTo>
                    <a:lnTo>
                      <a:pt x="3139" y="461"/>
                    </a:lnTo>
                    <a:lnTo>
                      <a:pt x="2992" y="503"/>
                    </a:lnTo>
                    <a:lnTo>
                      <a:pt x="2720" y="440"/>
                    </a:lnTo>
                    <a:lnTo>
                      <a:pt x="2469" y="419"/>
                    </a:lnTo>
                    <a:lnTo>
                      <a:pt x="2448" y="503"/>
                    </a:lnTo>
                    <a:lnTo>
                      <a:pt x="2406" y="503"/>
                    </a:lnTo>
                    <a:lnTo>
                      <a:pt x="2260" y="398"/>
                    </a:lnTo>
                    <a:lnTo>
                      <a:pt x="2092" y="398"/>
                    </a:lnTo>
                    <a:lnTo>
                      <a:pt x="1988" y="357"/>
                    </a:lnTo>
                    <a:lnTo>
                      <a:pt x="1820" y="336"/>
                    </a:lnTo>
                    <a:lnTo>
                      <a:pt x="1737" y="398"/>
                    </a:lnTo>
                    <a:lnTo>
                      <a:pt x="1674" y="336"/>
                    </a:lnTo>
                    <a:lnTo>
                      <a:pt x="1569" y="231"/>
                    </a:lnTo>
                    <a:lnTo>
                      <a:pt x="1381" y="210"/>
                    </a:lnTo>
                    <a:lnTo>
                      <a:pt x="1276" y="210"/>
                    </a:lnTo>
                    <a:lnTo>
                      <a:pt x="1276" y="336"/>
                    </a:lnTo>
                    <a:lnTo>
                      <a:pt x="1193" y="398"/>
                    </a:lnTo>
                    <a:lnTo>
                      <a:pt x="1151" y="503"/>
                    </a:lnTo>
                    <a:lnTo>
                      <a:pt x="1067" y="566"/>
                    </a:lnTo>
                    <a:lnTo>
                      <a:pt x="900" y="524"/>
                    </a:lnTo>
                    <a:lnTo>
                      <a:pt x="774" y="545"/>
                    </a:lnTo>
                    <a:lnTo>
                      <a:pt x="712" y="608"/>
                    </a:lnTo>
                    <a:lnTo>
                      <a:pt x="753" y="650"/>
                    </a:lnTo>
                    <a:lnTo>
                      <a:pt x="586" y="775"/>
                    </a:lnTo>
                    <a:lnTo>
                      <a:pt x="586" y="942"/>
                    </a:lnTo>
                    <a:lnTo>
                      <a:pt x="628" y="1047"/>
                    </a:lnTo>
                    <a:lnTo>
                      <a:pt x="628" y="1235"/>
                    </a:lnTo>
                    <a:lnTo>
                      <a:pt x="586" y="1298"/>
                    </a:lnTo>
                    <a:lnTo>
                      <a:pt x="649" y="1445"/>
                    </a:lnTo>
                    <a:lnTo>
                      <a:pt x="670" y="1549"/>
                    </a:lnTo>
                    <a:lnTo>
                      <a:pt x="628" y="1486"/>
                    </a:lnTo>
                    <a:lnTo>
                      <a:pt x="565" y="1403"/>
                    </a:lnTo>
                    <a:lnTo>
                      <a:pt x="523" y="1445"/>
                    </a:lnTo>
                    <a:lnTo>
                      <a:pt x="440" y="1507"/>
                    </a:lnTo>
                    <a:lnTo>
                      <a:pt x="335" y="1570"/>
                    </a:lnTo>
                    <a:lnTo>
                      <a:pt x="314" y="1675"/>
                    </a:lnTo>
                    <a:lnTo>
                      <a:pt x="335" y="1800"/>
                    </a:lnTo>
                    <a:lnTo>
                      <a:pt x="314" y="1905"/>
                    </a:lnTo>
                    <a:lnTo>
                      <a:pt x="335" y="2135"/>
                    </a:lnTo>
                    <a:lnTo>
                      <a:pt x="314" y="2198"/>
                    </a:lnTo>
                    <a:lnTo>
                      <a:pt x="272" y="2303"/>
                    </a:lnTo>
                    <a:lnTo>
                      <a:pt x="188" y="2323"/>
                    </a:lnTo>
                    <a:lnTo>
                      <a:pt x="188" y="2449"/>
                    </a:lnTo>
                    <a:lnTo>
                      <a:pt x="63" y="2554"/>
                    </a:lnTo>
                    <a:lnTo>
                      <a:pt x="42" y="2721"/>
                    </a:lnTo>
                    <a:lnTo>
                      <a:pt x="42" y="2763"/>
                    </a:lnTo>
                    <a:lnTo>
                      <a:pt x="0" y="2826"/>
                    </a:lnTo>
                    <a:lnTo>
                      <a:pt x="63" y="3035"/>
                    </a:lnTo>
                    <a:lnTo>
                      <a:pt x="126" y="3139"/>
                    </a:lnTo>
                    <a:lnTo>
                      <a:pt x="168" y="3119"/>
                    </a:lnTo>
                    <a:lnTo>
                      <a:pt x="251" y="3119"/>
                    </a:lnTo>
                    <a:lnTo>
                      <a:pt x="335" y="3056"/>
                    </a:lnTo>
                    <a:lnTo>
                      <a:pt x="377" y="3077"/>
                    </a:lnTo>
                    <a:lnTo>
                      <a:pt x="419" y="3223"/>
                    </a:lnTo>
                    <a:lnTo>
                      <a:pt x="523" y="3495"/>
                    </a:lnTo>
                    <a:lnTo>
                      <a:pt x="481" y="3558"/>
                    </a:lnTo>
                    <a:lnTo>
                      <a:pt x="440" y="3704"/>
                    </a:lnTo>
                    <a:lnTo>
                      <a:pt x="356" y="3851"/>
                    </a:lnTo>
                    <a:lnTo>
                      <a:pt x="356" y="4081"/>
                    </a:lnTo>
                    <a:lnTo>
                      <a:pt x="356" y="4269"/>
                    </a:lnTo>
                    <a:lnTo>
                      <a:pt x="440" y="4269"/>
                    </a:lnTo>
                    <a:lnTo>
                      <a:pt x="523" y="4311"/>
                    </a:lnTo>
                    <a:lnTo>
                      <a:pt x="628" y="4311"/>
                    </a:lnTo>
                    <a:lnTo>
                      <a:pt x="670" y="4269"/>
                    </a:lnTo>
                    <a:lnTo>
                      <a:pt x="774" y="4290"/>
                    </a:lnTo>
                    <a:lnTo>
                      <a:pt x="879" y="4269"/>
                    </a:lnTo>
                    <a:lnTo>
                      <a:pt x="963" y="4311"/>
                    </a:lnTo>
                    <a:lnTo>
                      <a:pt x="984" y="4227"/>
                    </a:lnTo>
                    <a:lnTo>
                      <a:pt x="963" y="4102"/>
                    </a:lnTo>
                    <a:lnTo>
                      <a:pt x="879" y="4060"/>
                    </a:lnTo>
                    <a:lnTo>
                      <a:pt x="858" y="3914"/>
                    </a:lnTo>
                    <a:lnTo>
                      <a:pt x="942" y="3809"/>
                    </a:lnTo>
                    <a:lnTo>
                      <a:pt x="963" y="3600"/>
                    </a:lnTo>
                    <a:lnTo>
                      <a:pt x="942" y="3432"/>
                    </a:lnTo>
                    <a:lnTo>
                      <a:pt x="879" y="3391"/>
                    </a:lnTo>
                    <a:lnTo>
                      <a:pt x="1004" y="3223"/>
                    </a:lnTo>
                    <a:lnTo>
                      <a:pt x="1046" y="3056"/>
                    </a:lnTo>
                    <a:lnTo>
                      <a:pt x="1004" y="2909"/>
                    </a:lnTo>
                    <a:lnTo>
                      <a:pt x="942" y="2826"/>
                    </a:lnTo>
                    <a:lnTo>
                      <a:pt x="942" y="2763"/>
                    </a:lnTo>
                    <a:lnTo>
                      <a:pt x="1067" y="2700"/>
                    </a:lnTo>
                    <a:lnTo>
                      <a:pt x="1088" y="2616"/>
                    </a:lnTo>
                    <a:lnTo>
                      <a:pt x="1214" y="2595"/>
                    </a:lnTo>
                    <a:lnTo>
                      <a:pt x="1318" y="2637"/>
                    </a:lnTo>
                    <a:lnTo>
                      <a:pt x="1318" y="2700"/>
                    </a:lnTo>
                    <a:lnTo>
                      <a:pt x="1381" y="2763"/>
                    </a:lnTo>
                    <a:lnTo>
                      <a:pt x="1381" y="2909"/>
                    </a:lnTo>
                    <a:lnTo>
                      <a:pt x="1276" y="3014"/>
                    </a:lnTo>
                    <a:lnTo>
                      <a:pt x="1276" y="3119"/>
                    </a:lnTo>
                    <a:lnTo>
                      <a:pt x="1318" y="3223"/>
                    </a:lnTo>
                    <a:lnTo>
                      <a:pt x="1402" y="3244"/>
                    </a:lnTo>
                    <a:lnTo>
                      <a:pt x="1486" y="3328"/>
                    </a:lnTo>
                    <a:lnTo>
                      <a:pt x="1611" y="3391"/>
                    </a:lnTo>
                    <a:lnTo>
                      <a:pt x="1632" y="3495"/>
                    </a:lnTo>
                    <a:lnTo>
                      <a:pt x="1590" y="3495"/>
                    </a:lnTo>
                    <a:lnTo>
                      <a:pt x="1569" y="3704"/>
                    </a:lnTo>
                    <a:lnTo>
                      <a:pt x="1590" y="3851"/>
                    </a:lnTo>
                    <a:lnTo>
                      <a:pt x="1674" y="3872"/>
                    </a:lnTo>
                    <a:lnTo>
                      <a:pt x="1737" y="3851"/>
                    </a:lnTo>
                    <a:lnTo>
                      <a:pt x="1883" y="3893"/>
                    </a:lnTo>
                    <a:lnTo>
                      <a:pt x="1946" y="3872"/>
                    </a:lnTo>
                    <a:lnTo>
                      <a:pt x="1946" y="3851"/>
                    </a:lnTo>
                    <a:lnTo>
                      <a:pt x="1925" y="3746"/>
                    </a:lnTo>
                    <a:lnTo>
                      <a:pt x="2030" y="3663"/>
                    </a:lnTo>
                    <a:lnTo>
                      <a:pt x="2113" y="3642"/>
                    </a:lnTo>
                    <a:lnTo>
                      <a:pt x="2260" y="3558"/>
                    </a:lnTo>
                    <a:lnTo>
                      <a:pt x="2427" y="3579"/>
                    </a:lnTo>
                    <a:lnTo>
                      <a:pt x="2511" y="3495"/>
                    </a:lnTo>
                    <a:lnTo>
                      <a:pt x="2532" y="3537"/>
                    </a:lnTo>
                    <a:lnTo>
                      <a:pt x="2616" y="3537"/>
                    </a:lnTo>
                    <a:lnTo>
                      <a:pt x="2657" y="3453"/>
                    </a:lnTo>
                    <a:lnTo>
                      <a:pt x="2657" y="3391"/>
                    </a:lnTo>
                    <a:lnTo>
                      <a:pt x="2511" y="3370"/>
                    </a:lnTo>
                    <a:lnTo>
                      <a:pt x="2448" y="3391"/>
                    </a:lnTo>
                    <a:lnTo>
                      <a:pt x="2281" y="3391"/>
                    </a:lnTo>
                    <a:lnTo>
                      <a:pt x="2281" y="3328"/>
                    </a:lnTo>
                    <a:lnTo>
                      <a:pt x="2239" y="3328"/>
                    </a:lnTo>
                    <a:lnTo>
                      <a:pt x="2239" y="3244"/>
                    </a:lnTo>
                    <a:lnTo>
                      <a:pt x="2197" y="3244"/>
                    </a:lnTo>
                    <a:lnTo>
                      <a:pt x="2134" y="3265"/>
                    </a:lnTo>
                    <a:lnTo>
                      <a:pt x="2134" y="3223"/>
                    </a:lnTo>
                    <a:lnTo>
                      <a:pt x="2030" y="3181"/>
                    </a:lnTo>
                    <a:lnTo>
                      <a:pt x="2009" y="3119"/>
                    </a:lnTo>
                    <a:lnTo>
                      <a:pt x="2051" y="3035"/>
                    </a:lnTo>
                    <a:lnTo>
                      <a:pt x="2092" y="2972"/>
                    </a:lnTo>
                    <a:lnTo>
                      <a:pt x="2134" y="3014"/>
                    </a:lnTo>
                    <a:lnTo>
                      <a:pt x="2134" y="3014"/>
                    </a:lnTo>
                    <a:lnTo>
                      <a:pt x="2113" y="2930"/>
                    </a:lnTo>
                    <a:lnTo>
                      <a:pt x="2155" y="2930"/>
                    </a:lnTo>
                    <a:lnTo>
                      <a:pt x="2197" y="2867"/>
                    </a:lnTo>
                    <a:lnTo>
                      <a:pt x="2134" y="2826"/>
                    </a:lnTo>
                    <a:lnTo>
                      <a:pt x="2051" y="2805"/>
                    </a:lnTo>
                    <a:lnTo>
                      <a:pt x="2092" y="2742"/>
                    </a:lnTo>
                    <a:lnTo>
                      <a:pt x="2051" y="2658"/>
                    </a:lnTo>
                    <a:lnTo>
                      <a:pt x="1988" y="2616"/>
                    </a:lnTo>
                    <a:lnTo>
                      <a:pt x="1904" y="2616"/>
                    </a:lnTo>
                    <a:lnTo>
                      <a:pt x="1883" y="2491"/>
                    </a:lnTo>
                    <a:lnTo>
                      <a:pt x="1716" y="2323"/>
                    </a:lnTo>
                    <a:lnTo>
                      <a:pt x="1611" y="2240"/>
                    </a:lnTo>
                    <a:lnTo>
                      <a:pt x="1569" y="2135"/>
                    </a:lnTo>
                    <a:lnTo>
                      <a:pt x="1569" y="2093"/>
                    </a:lnTo>
                    <a:lnTo>
                      <a:pt x="1611" y="2093"/>
                    </a:lnTo>
                    <a:lnTo>
                      <a:pt x="1632" y="2177"/>
                    </a:lnTo>
                    <a:lnTo>
                      <a:pt x="1737" y="2177"/>
                    </a:lnTo>
                    <a:lnTo>
                      <a:pt x="1841" y="2093"/>
                    </a:lnTo>
                    <a:lnTo>
                      <a:pt x="1883" y="2010"/>
                    </a:lnTo>
                    <a:lnTo>
                      <a:pt x="2092" y="1926"/>
                    </a:lnTo>
                    <a:lnTo>
                      <a:pt x="2260" y="1800"/>
                    </a:lnTo>
                    <a:lnTo>
                      <a:pt x="2344" y="1675"/>
                    </a:lnTo>
                    <a:lnTo>
                      <a:pt x="2448" y="1612"/>
                    </a:lnTo>
                    <a:lnTo>
                      <a:pt x="2448" y="1549"/>
                    </a:lnTo>
                    <a:lnTo>
                      <a:pt x="2574" y="1507"/>
                    </a:lnTo>
                    <a:lnTo>
                      <a:pt x="2678" y="1570"/>
                    </a:lnTo>
                    <a:lnTo>
                      <a:pt x="2762" y="1591"/>
                    </a:lnTo>
                    <a:lnTo>
                      <a:pt x="2867" y="1445"/>
                    </a:lnTo>
                    <a:lnTo>
                      <a:pt x="2867" y="1361"/>
                    </a:lnTo>
                    <a:lnTo>
                      <a:pt x="2741" y="1298"/>
                    </a:lnTo>
                    <a:lnTo>
                      <a:pt x="2469" y="1340"/>
                    </a:lnTo>
                    <a:lnTo>
                      <a:pt x="2364" y="1403"/>
                    </a:lnTo>
                    <a:lnTo>
                      <a:pt x="2197" y="1403"/>
                    </a:lnTo>
                    <a:lnTo>
                      <a:pt x="2113" y="1445"/>
                    </a:lnTo>
                    <a:lnTo>
                      <a:pt x="2009" y="1549"/>
                    </a:lnTo>
                    <a:lnTo>
                      <a:pt x="1820" y="1549"/>
                    </a:lnTo>
                    <a:lnTo>
                      <a:pt x="1716" y="1486"/>
                    </a:lnTo>
                    <a:lnTo>
                      <a:pt x="1611" y="1466"/>
                    </a:lnTo>
                    <a:lnTo>
                      <a:pt x="1507" y="1591"/>
                    </a:lnTo>
                    <a:lnTo>
                      <a:pt x="1423" y="1800"/>
                    </a:lnTo>
                    <a:lnTo>
                      <a:pt x="1297" y="1863"/>
                    </a:lnTo>
                    <a:lnTo>
                      <a:pt x="1193" y="1821"/>
                    </a:lnTo>
                    <a:lnTo>
                      <a:pt x="1172" y="1779"/>
                    </a:lnTo>
                    <a:lnTo>
                      <a:pt x="1004" y="1612"/>
                    </a:lnTo>
                    <a:lnTo>
                      <a:pt x="858" y="1486"/>
                    </a:lnTo>
                    <a:lnTo>
                      <a:pt x="774" y="1277"/>
                    </a:lnTo>
                    <a:lnTo>
                      <a:pt x="795" y="1047"/>
                    </a:lnTo>
                    <a:lnTo>
                      <a:pt x="879" y="838"/>
                    </a:lnTo>
                    <a:lnTo>
                      <a:pt x="984" y="733"/>
                    </a:lnTo>
                    <a:lnTo>
                      <a:pt x="1109" y="670"/>
                    </a:lnTo>
                    <a:lnTo>
                      <a:pt x="1276" y="754"/>
                    </a:lnTo>
                    <a:lnTo>
                      <a:pt x="1465" y="775"/>
                    </a:lnTo>
                    <a:lnTo>
                      <a:pt x="1674" y="670"/>
                    </a:lnTo>
                    <a:lnTo>
                      <a:pt x="1820" y="670"/>
                    </a:lnTo>
                    <a:lnTo>
                      <a:pt x="1883" y="754"/>
                    </a:lnTo>
                    <a:lnTo>
                      <a:pt x="1988" y="754"/>
                    </a:lnTo>
                    <a:lnTo>
                      <a:pt x="2051" y="712"/>
                    </a:lnTo>
                    <a:lnTo>
                      <a:pt x="2281" y="733"/>
                    </a:lnTo>
                    <a:lnTo>
                      <a:pt x="2427" y="733"/>
                    </a:lnTo>
                    <a:lnTo>
                      <a:pt x="2448" y="712"/>
                    </a:lnTo>
                    <a:lnTo>
                      <a:pt x="2574" y="712"/>
                    </a:lnTo>
                    <a:lnTo>
                      <a:pt x="2678" y="754"/>
                    </a:lnTo>
                    <a:lnTo>
                      <a:pt x="2720" y="817"/>
                    </a:lnTo>
                    <a:lnTo>
                      <a:pt x="2825" y="859"/>
                    </a:lnTo>
                    <a:lnTo>
                      <a:pt x="3264" y="754"/>
                    </a:lnTo>
                    <a:lnTo>
                      <a:pt x="3453" y="629"/>
                    </a:lnTo>
                    <a:lnTo>
                      <a:pt x="3494" y="524"/>
                    </a:lnTo>
                    <a:lnTo>
                      <a:pt x="3578" y="524"/>
                    </a:lnTo>
                    <a:lnTo>
                      <a:pt x="3620" y="440"/>
                    </a:lnTo>
                    <a:lnTo>
                      <a:pt x="3704" y="398"/>
                    </a:lnTo>
                    <a:lnTo>
                      <a:pt x="3766" y="294"/>
                    </a:lnTo>
                    <a:lnTo>
                      <a:pt x="3808" y="210"/>
                    </a:lnTo>
                    <a:lnTo>
                      <a:pt x="3871" y="147"/>
                    </a:lnTo>
                    <a:lnTo>
                      <a:pt x="3808" y="106"/>
                    </a:lnTo>
                    <a:lnTo>
                      <a:pt x="3787" y="43"/>
                    </a:lnTo>
                    <a:lnTo>
                      <a:pt x="362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60"/>
              <p:cNvSpPr/>
              <p:nvPr/>
            </p:nvSpPr>
            <p:spPr>
              <a:xfrm>
                <a:off x="5587700" y="3253200"/>
                <a:ext cx="145450" cy="131325"/>
              </a:xfrm>
              <a:custGeom>
                <a:rect b="b" l="l" r="r" t="t"/>
                <a:pathLst>
                  <a:path extrusionOk="0" h="5253" w="5818">
                    <a:moveTo>
                      <a:pt x="922" y="1"/>
                    </a:moveTo>
                    <a:lnTo>
                      <a:pt x="775" y="22"/>
                    </a:lnTo>
                    <a:lnTo>
                      <a:pt x="712" y="84"/>
                    </a:lnTo>
                    <a:lnTo>
                      <a:pt x="566" y="189"/>
                    </a:lnTo>
                    <a:lnTo>
                      <a:pt x="482" y="210"/>
                    </a:lnTo>
                    <a:lnTo>
                      <a:pt x="398" y="294"/>
                    </a:lnTo>
                    <a:lnTo>
                      <a:pt x="252" y="294"/>
                    </a:lnTo>
                    <a:lnTo>
                      <a:pt x="147" y="356"/>
                    </a:lnTo>
                    <a:lnTo>
                      <a:pt x="189" y="440"/>
                    </a:lnTo>
                    <a:lnTo>
                      <a:pt x="168" y="524"/>
                    </a:lnTo>
                    <a:lnTo>
                      <a:pt x="43" y="608"/>
                    </a:lnTo>
                    <a:lnTo>
                      <a:pt x="1" y="670"/>
                    </a:lnTo>
                    <a:lnTo>
                      <a:pt x="147" y="712"/>
                    </a:lnTo>
                    <a:lnTo>
                      <a:pt x="252" y="649"/>
                    </a:lnTo>
                    <a:lnTo>
                      <a:pt x="273" y="608"/>
                    </a:lnTo>
                    <a:lnTo>
                      <a:pt x="315" y="670"/>
                    </a:lnTo>
                    <a:lnTo>
                      <a:pt x="503" y="754"/>
                    </a:lnTo>
                    <a:lnTo>
                      <a:pt x="566" y="859"/>
                    </a:lnTo>
                    <a:lnTo>
                      <a:pt x="524" y="921"/>
                    </a:lnTo>
                    <a:lnTo>
                      <a:pt x="566" y="1047"/>
                    </a:lnTo>
                    <a:lnTo>
                      <a:pt x="691" y="1131"/>
                    </a:lnTo>
                    <a:lnTo>
                      <a:pt x="796" y="1152"/>
                    </a:lnTo>
                    <a:lnTo>
                      <a:pt x="901" y="1131"/>
                    </a:lnTo>
                    <a:lnTo>
                      <a:pt x="984" y="1172"/>
                    </a:lnTo>
                    <a:lnTo>
                      <a:pt x="1026" y="1131"/>
                    </a:lnTo>
                    <a:lnTo>
                      <a:pt x="1110" y="1152"/>
                    </a:lnTo>
                    <a:lnTo>
                      <a:pt x="1298" y="1131"/>
                    </a:lnTo>
                    <a:lnTo>
                      <a:pt x="1340" y="1152"/>
                    </a:lnTo>
                    <a:lnTo>
                      <a:pt x="1424" y="1131"/>
                    </a:lnTo>
                    <a:lnTo>
                      <a:pt x="1361" y="1068"/>
                    </a:lnTo>
                    <a:lnTo>
                      <a:pt x="1654" y="1089"/>
                    </a:lnTo>
                    <a:lnTo>
                      <a:pt x="1717" y="1172"/>
                    </a:lnTo>
                    <a:lnTo>
                      <a:pt x="1675" y="1298"/>
                    </a:lnTo>
                    <a:lnTo>
                      <a:pt x="1633" y="1277"/>
                    </a:lnTo>
                    <a:lnTo>
                      <a:pt x="1549" y="1361"/>
                    </a:lnTo>
                    <a:lnTo>
                      <a:pt x="1507" y="1465"/>
                    </a:lnTo>
                    <a:lnTo>
                      <a:pt x="1445" y="1361"/>
                    </a:lnTo>
                    <a:lnTo>
                      <a:pt x="1256" y="1277"/>
                    </a:lnTo>
                    <a:lnTo>
                      <a:pt x="1194" y="1298"/>
                    </a:lnTo>
                    <a:lnTo>
                      <a:pt x="1131" y="1465"/>
                    </a:lnTo>
                    <a:lnTo>
                      <a:pt x="1026" y="1507"/>
                    </a:lnTo>
                    <a:lnTo>
                      <a:pt x="922" y="1465"/>
                    </a:lnTo>
                    <a:lnTo>
                      <a:pt x="817" y="1465"/>
                    </a:lnTo>
                    <a:lnTo>
                      <a:pt x="775" y="1403"/>
                    </a:lnTo>
                    <a:lnTo>
                      <a:pt x="629" y="1444"/>
                    </a:lnTo>
                    <a:lnTo>
                      <a:pt x="566" y="1507"/>
                    </a:lnTo>
                    <a:lnTo>
                      <a:pt x="608" y="1570"/>
                    </a:lnTo>
                    <a:lnTo>
                      <a:pt x="733" y="1591"/>
                    </a:lnTo>
                    <a:lnTo>
                      <a:pt x="838" y="1654"/>
                    </a:lnTo>
                    <a:lnTo>
                      <a:pt x="901" y="1779"/>
                    </a:lnTo>
                    <a:lnTo>
                      <a:pt x="942" y="1821"/>
                    </a:lnTo>
                    <a:lnTo>
                      <a:pt x="1005" y="1800"/>
                    </a:lnTo>
                    <a:lnTo>
                      <a:pt x="1026" y="1884"/>
                    </a:lnTo>
                    <a:lnTo>
                      <a:pt x="1026" y="1968"/>
                    </a:lnTo>
                    <a:lnTo>
                      <a:pt x="984" y="1988"/>
                    </a:lnTo>
                    <a:lnTo>
                      <a:pt x="942" y="2072"/>
                    </a:lnTo>
                    <a:lnTo>
                      <a:pt x="1047" y="2240"/>
                    </a:lnTo>
                    <a:lnTo>
                      <a:pt x="1152" y="2281"/>
                    </a:lnTo>
                    <a:lnTo>
                      <a:pt x="1256" y="2240"/>
                    </a:lnTo>
                    <a:lnTo>
                      <a:pt x="1403" y="2114"/>
                    </a:lnTo>
                    <a:lnTo>
                      <a:pt x="1361" y="2009"/>
                    </a:lnTo>
                    <a:lnTo>
                      <a:pt x="1466" y="1863"/>
                    </a:lnTo>
                    <a:lnTo>
                      <a:pt x="1507" y="1821"/>
                    </a:lnTo>
                    <a:lnTo>
                      <a:pt x="1528" y="1758"/>
                    </a:lnTo>
                    <a:lnTo>
                      <a:pt x="1570" y="1612"/>
                    </a:lnTo>
                    <a:lnTo>
                      <a:pt x="1633" y="1507"/>
                    </a:lnTo>
                    <a:lnTo>
                      <a:pt x="1633" y="1654"/>
                    </a:lnTo>
                    <a:lnTo>
                      <a:pt x="1549" y="1716"/>
                    </a:lnTo>
                    <a:lnTo>
                      <a:pt x="1612" y="1863"/>
                    </a:lnTo>
                    <a:lnTo>
                      <a:pt x="1654" y="1988"/>
                    </a:lnTo>
                    <a:lnTo>
                      <a:pt x="1717" y="2072"/>
                    </a:lnTo>
                    <a:lnTo>
                      <a:pt x="1738" y="2009"/>
                    </a:lnTo>
                    <a:lnTo>
                      <a:pt x="1779" y="2009"/>
                    </a:lnTo>
                    <a:lnTo>
                      <a:pt x="1842" y="2030"/>
                    </a:lnTo>
                    <a:lnTo>
                      <a:pt x="1842" y="2135"/>
                    </a:lnTo>
                    <a:lnTo>
                      <a:pt x="1884" y="2093"/>
                    </a:lnTo>
                    <a:lnTo>
                      <a:pt x="1947" y="2093"/>
                    </a:lnTo>
                    <a:lnTo>
                      <a:pt x="1968" y="2135"/>
                    </a:lnTo>
                    <a:lnTo>
                      <a:pt x="2051" y="2177"/>
                    </a:lnTo>
                    <a:lnTo>
                      <a:pt x="2156" y="2135"/>
                    </a:lnTo>
                    <a:lnTo>
                      <a:pt x="2240" y="2135"/>
                    </a:lnTo>
                    <a:lnTo>
                      <a:pt x="2240" y="2177"/>
                    </a:lnTo>
                    <a:lnTo>
                      <a:pt x="2093" y="2177"/>
                    </a:lnTo>
                    <a:lnTo>
                      <a:pt x="2093" y="2281"/>
                    </a:lnTo>
                    <a:lnTo>
                      <a:pt x="2240" y="2302"/>
                    </a:lnTo>
                    <a:lnTo>
                      <a:pt x="2240" y="2323"/>
                    </a:lnTo>
                    <a:lnTo>
                      <a:pt x="2261" y="2386"/>
                    </a:lnTo>
                    <a:lnTo>
                      <a:pt x="2407" y="2449"/>
                    </a:lnTo>
                    <a:lnTo>
                      <a:pt x="2575" y="2449"/>
                    </a:lnTo>
                    <a:lnTo>
                      <a:pt x="2930" y="2553"/>
                    </a:lnTo>
                    <a:lnTo>
                      <a:pt x="3286" y="2658"/>
                    </a:lnTo>
                    <a:lnTo>
                      <a:pt x="3391" y="2658"/>
                    </a:lnTo>
                    <a:lnTo>
                      <a:pt x="3537" y="2721"/>
                    </a:lnTo>
                    <a:lnTo>
                      <a:pt x="3558" y="2825"/>
                    </a:lnTo>
                    <a:lnTo>
                      <a:pt x="3725" y="2867"/>
                    </a:lnTo>
                    <a:lnTo>
                      <a:pt x="3830" y="2867"/>
                    </a:lnTo>
                    <a:lnTo>
                      <a:pt x="3914" y="2825"/>
                    </a:lnTo>
                    <a:lnTo>
                      <a:pt x="3914" y="2825"/>
                    </a:lnTo>
                    <a:lnTo>
                      <a:pt x="3830" y="2951"/>
                    </a:lnTo>
                    <a:lnTo>
                      <a:pt x="3851" y="2972"/>
                    </a:lnTo>
                    <a:lnTo>
                      <a:pt x="3935" y="2951"/>
                    </a:lnTo>
                    <a:lnTo>
                      <a:pt x="3955" y="3014"/>
                    </a:lnTo>
                    <a:lnTo>
                      <a:pt x="4081" y="2972"/>
                    </a:lnTo>
                    <a:lnTo>
                      <a:pt x="4018" y="3035"/>
                    </a:lnTo>
                    <a:lnTo>
                      <a:pt x="4060" y="3076"/>
                    </a:lnTo>
                    <a:lnTo>
                      <a:pt x="4039" y="3139"/>
                    </a:lnTo>
                    <a:lnTo>
                      <a:pt x="4081" y="3181"/>
                    </a:lnTo>
                    <a:lnTo>
                      <a:pt x="4186" y="3160"/>
                    </a:lnTo>
                    <a:lnTo>
                      <a:pt x="4081" y="3265"/>
                    </a:lnTo>
                    <a:lnTo>
                      <a:pt x="4081" y="3328"/>
                    </a:lnTo>
                    <a:lnTo>
                      <a:pt x="4227" y="3453"/>
                    </a:lnTo>
                    <a:lnTo>
                      <a:pt x="4186" y="3558"/>
                    </a:lnTo>
                    <a:lnTo>
                      <a:pt x="4227" y="3641"/>
                    </a:lnTo>
                    <a:lnTo>
                      <a:pt x="4332" y="3704"/>
                    </a:lnTo>
                    <a:lnTo>
                      <a:pt x="4479" y="3809"/>
                    </a:lnTo>
                    <a:lnTo>
                      <a:pt x="4499" y="3872"/>
                    </a:lnTo>
                    <a:lnTo>
                      <a:pt x="4374" y="3872"/>
                    </a:lnTo>
                    <a:lnTo>
                      <a:pt x="4353" y="3955"/>
                    </a:lnTo>
                    <a:lnTo>
                      <a:pt x="4437" y="4018"/>
                    </a:lnTo>
                    <a:lnTo>
                      <a:pt x="4541" y="4081"/>
                    </a:lnTo>
                    <a:lnTo>
                      <a:pt x="4667" y="4060"/>
                    </a:lnTo>
                    <a:lnTo>
                      <a:pt x="4751" y="4081"/>
                    </a:lnTo>
                    <a:lnTo>
                      <a:pt x="4688" y="4081"/>
                    </a:lnTo>
                    <a:lnTo>
                      <a:pt x="4562" y="4123"/>
                    </a:lnTo>
                    <a:lnTo>
                      <a:pt x="4499" y="4102"/>
                    </a:lnTo>
                    <a:lnTo>
                      <a:pt x="4458" y="4123"/>
                    </a:lnTo>
                    <a:lnTo>
                      <a:pt x="4499" y="4206"/>
                    </a:lnTo>
                    <a:lnTo>
                      <a:pt x="4583" y="4227"/>
                    </a:lnTo>
                    <a:lnTo>
                      <a:pt x="4562" y="4395"/>
                    </a:lnTo>
                    <a:lnTo>
                      <a:pt x="4541" y="4416"/>
                    </a:lnTo>
                    <a:lnTo>
                      <a:pt x="4541" y="4499"/>
                    </a:lnTo>
                    <a:lnTo>
                      <a:pt x="4499" y="4583"/>
                    </a:lnTo>
                    <a:lnTo>
                      <a:pt x="4458" y="4604"/>
                    </a:lnTo>
                    <a:lnTo>
                      <a:pt x="4541" y="4709"/>
                    </a:lnTo>
                    <a:lnTo>
                      <a:pt x="4667" y="4625"/>
                    </a:lnTo>
                    <a:lnTo>
                      <a:pt x="4709" y="4688"/>
                    </a:lnTo>
                    <a:lnTo>
                      <a:pt x="4792" y="4688"/>
                    </a:lnTo>
                    <a:lnTo>
                      <a:pt x="4897" y="4625"/>
                    </a:lnTo>
                    <a:lnTo>
                      <a:pt x="5064" y="4625"/>
                    </a:lnTo>
                    <a:lnTo>
                      <a:pt x="5127" y="4583"/>
                    </a:lnTo>
                    <a:lnTo>
                      <a:pt x="5169" y="4478"/>
                    </a:lnTo>
                    <a:lnTo>
                      <a:pt x="5169" y="4583"/>
                    </a:lnTo>
                    <a:lnTo>
                      <a:pt x="5106" y="4688"/>
                    </a:lnTo>
                    <a:lnTo>
                      <a:pt x="5127" y="4750"/>
                    </a:lnTo>
                    <a:lnTo>
                      <a:pt x="5190" y="4792"/>
                    </a:lnTo>
                    <a:lnTo>
                      <a:pt x="5316" y="4897"/>
                    </a:lnTo>
                    <a:lnTo>
                      <a:pt x="5295" y="4939"/>
                    </a:lnTo>
                    <a:lnTo>
                      <a:pt x="5336" y="5022"/>
                    </a:lnTo>
                    <a:lnTo>
                      <a:pt x="5504" y="5211"/>
                    </a:lnTo>
                    <a:lnTo>
                      <a:pt x="5629" y="5232"/>
                    </a:lnTo>
                    <a:lnTo>
                      <a:pt x="5692" y="5253"/>
                    </a:lnTo>
                    <a:lnTo>
                      <a:pt x="5713" y="3851"/>
                    </a:lnTo>
                    <a:lnTo>
                      <a:pt x="5713" y="3788"/>
                    </a:lnTo>
                    <a:lnTo>
                      <a:pt x="5713" y="3704"/>
                    </a:lnTo>
                    <a:lnTo>
                      <a:pt x="5734" y="3537"/>
                    </a:lnTo>
                    <a:lnTo>
                      <a:pt x="5818" y="1382"/>
                    </a:lnTo>
                    <a:lnTo>
                      <a:pt x="5713" y="1403"/>
                    </a:lnTo>
                    <a:lnTo>
                      <a:pt x="5629" y="1382"/>
                    </a:lnTo>
                    <a:lnTo>
                      <a:pt x="5629" y="1298"/>
                    </a:lnTo>
                    <a:lnTo>
                      <a:pt x="5650" y="1256"/>
                    </a:lnTo>
                    <a:lnTo>
                      <a:pt x="5546" y="1193"/>
                    </a:lnTo>
                    <a:lnTo>
                      <a:pt x="5441" y="1193"/>
                    </a:lnTo>
                    <a:lnTo>
                      <a:pt x="5316" y="1172"/>
                    </a:lnTo>
                    <a:lnTo>
                      <a:pt x="5232" y="1152"/>
                    </a:lnTo>
                    <a:lnTo>
                      <a:pt x="5169" y="1172"/>
                    </a:lnTo>
                    <a:lnTo>
                      <a:pt x="4813" y="1026"/>
                    </a:lnTo>
                    <a:lnTo>
                      <a:pt x="4667" y="984"/>
                    </a:lnTo>
                    <a:lnTo>
                      <a:pt x="4562" y="963"/>
                    </a:lnTo>
                    <a:lnTo>
                      <a:pt x="4458" y="880"/>
                    </a:lnTo>
                    <a:lnTo>
                      <a:pt x="4248" y="838"/>
                    </a:lnTo>
                    <a:lnTo>
                      <a:pt x="4060" y="754"/>
                    </a:lnTo>
                    <a:lnTo>
                      <a:pt x="3976" y="670"/>
                    </a:lnTo>
                    <a:lnTo>
                      <a:pt x="3830" y="649"/>
                    </a:lnTo>
                    <a:lnTo>
                      <a:pt x="3537" y="838"/>
                    </a:lnTo>
                    <a:lnTo>
                      <a:pt x="3537" y="880"/>
                    </a:lnTo>
                    <a:lnTo>
                      <a:pt x="3600" y="984"/>
                    </a:lnTo>
                    <a:lnTo>
                      <a:pt x="3558" y="1068"/>
                    </a:lnTo>
                    <a:lnTo>
                      <a:pt x="3391" y="1089"/>
                    </a:lnTo>
                    <a:lnTo>
                      <a:pt x="3286" y="1131"/>
                    </a:lnTo>
                    <a:lnTo>
                      <a:pt x="3223" y="1131"/>
                    </a:lnTo>
                    <a:lnTo>
                      <a:pt x="3181" y="1089"/>
                    </a:lnTo>
                    <a:lnTo>
                      <a:pt x="3119" y="1172"/>
                    </a:lnTo>
                    <a:lnTo>
                      <a:pt x="3119" y="1277"/>
                    </a:lnTo>
                    <a:lnTo>
                      <a:pt x="2993" y="1340"/>
                    </a:lnTo>
                    <a:lnTo>
                      <a:pt x="2888" y="1361"/>
                    </a:lnTo>
                    <a:lnTo>
                      <a:pt x="2805" y="1465"/>
                    </a:lnTo>
                    <a:lnTo>
                      <a:pt x="2805" y="1612"/>
                    </a:lnTo>
                    <a:lnTo>
                      <a:pt x="2763" y="1654"/>
                    </a:lnTo>
                    <a:lnTo>
                      <a:pt x="2700" y="1696"/>
                    </a:lnTo>
                    <a:lnTo>
                      <a:pt x="2658" y="1800"/>
                    </a:lnTo>
                    <a:lnTo>
                      <a:pt x="2554" y="1821"/>
                    </a:lnTo>
                    <a:lnTo>
                      <a:pt x="2449" y="1821"/>
                    </a:lnTo>
                    <a:lnTo>
                      <a:pt x="2386" y="1779"/>
                    </a:lnTo>
                    <a:lnTo>
                      <a:pt x="2261" y="1675"/>
                    </a:lnTo>
                    <a:lnTo>
                      <a:pt x="2240" y="1570"/>
                    </a:lnTo>
                    <a:lnTo>
                      <a:pt x="2177" y="1591"/>
                    </a:lnTo>
                    <a:lnTo>
                      <a:pt x="2156" y="1465"/>
                    </a:lnTo>
                    <a:lnTo>
                      <a:pt x="2156" y="1361"/>
                    </a:lnTo>
                    <a:lnTo>
                      <a:pt x="2072" y="1298"/>
                    </a:lnTo>
                    <a:lnTo>
                      <a:pt x="2031" y="1382"/>
                    </a:lnTo>
                    <a:lnTo>
                      <a:pt x="2051" y="1507"/>
                    </a:lnTo>
                    <a:lnTo>
                      <a:pt x="1989" y="1507"/>
                    </a:lnTo>
                    <a:lnTo>
                      <a:pt x="1926" y="1444"/>
                    </a:lnTo>
                    <a:lnTo>
                      <a:pt x="1863" y="1298"/>
                    </a:lnTo>
                    <a:lnTo>
                      <a:pt x="1842" y="1047"/>
                    </a:lnTo>
                    <a:lnTo>
                      <a:pt x="1821" y="880"/>
                    </a:lnTo>
                    <a:lnTo>
                      <a:pt x="1863" y="775"/>
                    </a:lnTo>
                    <a:lnTo>
                      <a:pt x="1947" y="670"/>
                    </a:lnTo>
                    <a:lnTo>
                      <a:pt x="1884" y="566"/>
                    </a:lnTo>
                    <a:lnTo>
                      <a:pt x="1821" y="503"/>
                    </a:lnTo>
                    <a:lnTo>
                      <a:pt x="1821" y="335"/>
                    </a:lnTo>
                    <a:lnTo>
                      <a:pt x="1842" y="294"/>
                    </a:lnTo>
                    <a:lnTo>
                      <a:pt x="1779" y="231"/>
                    </a:lnTo>
                    <a:lnTo>
                      <a:pt x="1612" y="210"/>
                    </a:lnTo>
                    <a:lnTo>
                      <a:pt x="1424" y="231"/>
                    </a:lnTo>
                    <a:lnTo>
                      <a:pt x="1235" y="105"/>
                    </a:lnTo>
                    <a:lnTo>
                      <a:pt x="92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60"/>
              <p:cNvSpPr/>
              <p:nvPr/>
            </p:nvSpPr>
            <p:spPr>
              <a:xfrm>
                <a:off x="5268100" y="3181025"/>
                <a:ext cx="143350" cy="129750"/>
              </a:xfrm>
              <a:custGeom>
                <a:rect b="b" l="l" r="r" t="t"/>
                <a:pathLst>
                  <a:path extrusionOk="0" h="5190" w="5734">
                    <a:moveTo>
                      <a:pt x="4060" y="0"/>
                    </a:moveTo>
                    <a:lnTo>
                      <a:pt x="3955" y="147"/>
                    </a:lnTo>
                    <a:lnTo>
                      <a:pt x="3955" y="209"/>
                    </a:lnTo>
                    <a:lnTo>
                      <a:pt x="3892" y="314"/>
                    </a:lnTo>
                    <a:lnTo>
                      <a:pt x="3892" y="398"/>
                    </a:lnTo>
                    <a:lnTo>
                      <a:pt x="3767" y="837"/>
                    </a:lnTo>
                    <a:lnTo>
                      <a:pt x="3579" y="1109"/>
                    </a:lnTo>
                    <a:lnTo>
                      <a:pt x="3516" y="1360"/>
                    </a:lnTo>
                    <a:lnTo>
                      <a:pt x="3265" y="1716"/>
                    </a:lnTo>
                    <a:lnTo>
                      <a:pt x="3307" y="1779"/>
                    </a:lnTo>
                    <a:lnTo>
                      <a:pt x="3014" y="1842"/>
                    </a:lnTo>
                    <a:lnTo>
                      <a:pt x="2783" y="1967"/>
                    </a:lnTo>
                    <a:lnTo>
                      <a:pt x="2637" y="1967"/>
                    </a:lnTo>
                    <a:lnTo>
                      <a:pt x="2595" y="1883"/>
                    </a:lnTo>
                    <a:lnTo>
                      <a:pt x="2470" y="1842"/>
                    </a:lnTo>
                    <a:lnTo>
                      <a:pt x="2177" y="1842"/>
                    </a:lnTo>
                    <a:lnTo>
                      <a:pt x="2093" y="1925"/>
                    </a:lnTo>
                    <a:lnTo>
                      <a:pt x="1758" y="2051"/>
                    </a:lnTo>
                    <a:lnTo>
                      <a:pt x="1444" y="2030"/>
                    </a:lnTo>
                    <a:lnTo>
                      <a:pt x="1361" y="2072"/>
                    </a:lnTo>
                    <a:lnTo>
                      <a:pt x="1235" y="2051"/>
                    </a:lnTo>
                    <a:lnTo>
                      <a:pt x="1214" y="2134"/>
                    </a:lnTo>
                    <a:lnTo>
                      <a:pt x="1047" y="2176"/>
                    </a:lnTo>
                    <a:lnTo>
                      <a:pt x="942" y="2155"/>
                    </a:lnTo>
                    <a:lnTo>
                      <a:pt x="921" y="2051"/>
                    </a:lnTo>
                    <a:lnTo>
                      <a:pt x="796" y="1946"/>
                    </a:lnTo>
                    <a:lnTo>
                      <a:pt x="754" y="1883"/>
                    </a:lnTo>
                    <a:lnTo>
                      <a:pt x="566" y="1758"/>
                    </a:lnTo>
                    <a:lnTo>
                      <a:pt x="440" y="1549"/>
                    </a:lnTo>
                    <a:lnTo>
                      <a:pt x="377" y="1570"/>
                    </a:lnTo>
                    <a:lnTo>
                      <a:pt x="314" y="1653"/>
                    </a:lnTo>
                    <a:lnTo>
                      <a:pt x="168" y="1842"/>
                    </a:lnTo>
                    <a:lnTo>
                      <a:pt x="84" y="1988"/>
                    </a:lnTo>
                    <a:lnTo>
                      <a:pt x="84" y="2072"/>
                    </a:lnTo>
                    <a:lnTo>
                      <a:pt x="105" y="2155"/>
                    </a:lnTo>
                    <a:lnTo>
                      <a:pt x="84" y="2239"/>
                    </a:lnTo>
                    <a:lnTo>
                      <a:pt x="1" y="2281"/>
                    </a:lnTo>
                    <a:lnTo>
                      <a:pt x="22" y="2490"/>
                    </a:lnTo>
                    <a:lnTo>
                      <a:pt x="210" y="2699"/>
                    </a:lnTo>
                    <a:lnTo>
                      <a:pt x="231" y="2804"/>
                    </a:lnTo>
                    <a:lnTo>
                      <a:pt x="189" y="2762"/>
                    </a:lnTo>
                    <a:lnTo>
                      <a:pt x="168" y="2804"/>
                    </a:lnTo>
                    <a:lnTo>
                      <a:pt x="210" y="2930"/>
                    </a:lnTo>
                    <a:lnTo>
                      <a:pt x="335" y="2971"/>
                    </a:lnTo>
                    <a:lnTo>
                      <a:pt x="419" y="2971"/>
                    </a:lnTo>
                    <a:lnTo>
                      <a:pt x="607" y="2909"/>
                    </a:lnTo>
                    <a:lnTo>
                      <a:pt x="733" y="2825"/>
                    </a:lnTo>
                    <a:lnTo>
                      <a:pt x="838" y="2867"/>
                    </a:lnTo>
                    <a:lnTo>
                      <a:pt x="733" y="2867"/>
                    </a:lnTo>
                    <a:lnTo>
                      <a:pt x="607" y="2971"/>
                    </a:lnTo>
                    <a:lnTo>
                      <a:pt x="398" y="3013"/>
                    </a:lnTo>
                    <a:lnTo>
                      <a:pt x="314" y="3097"/>
                    </a:lnTo>
                    <a:lnTo>
                      <a:pt x="210" y="3097"/>
                    </a:lnTo>
                    <a:lnTo>
                      <a:pt x="210" y="3139"/>
                    </a:lnTo>
                    <a:lnTo>
                      <a:pt x="335" y="3181"/>
                    </a:lnTo>
                    <a:lnTo>
                      <a:pt x="503" y="3243"/>
                    </a:lnTo>
                    <a:lnTo>
                      <a:pt x="649" y="3411"/>
                    </a:lnTo>
                    <a:lnTo>
                      <a:pt x="712" y="3515"/>
                    </a:lnTo>
                    <a:lnTo>
                      <a:pt x="733" y="3620"/>
                    </a:lnTo>
                    <a:lnTo>
                      <a:pt x="649" y="3746"/>
                    </a:lnTo>
                    <a:lnTo>
                      <a:pt x="566" y="3829"/>
                    </a:lnTo>
                    <a:lnTo>
                      <a:pt x="607" y="3871"/>
                    </a:lnTo>
                    <a:lnTo>
                      <a:pt x="712" y="3955"/>
                    </a:lnTo>
                    <a:lnTo>
                      <a:pt x="733" y="4227"/>
                    </a:lnTo>
                    <a:lnTo>
                      <a:pt x="733" y="4352"/>
                    </a:lnTo>
                    <a:lnTo>
                      <a:pt x="817" y="4499"/>
                    </a:lnTo>
                    <a:lnTo>
                      <a:pt x="858" y="4499"/>
                    </a:lnTo>
                    <a:lnTo>
                      <a:pt x="963" y="4436"/>
                    </a:lnTo>
                    <a:lnTo>
                      <a:pt x="1005" y="4499"/>
                    </a:lnTo>
                    <a:lnTo>
                      <a:pt x="1130" y="4499"/>
                    </a:lnTo>
                    <a:lnTo>
                      <a:pt x="1214" y="4541"/>
                    </a:lnTo>
                    <a:lnTo>
                      <a:pt x="1361" y="4541"/>
                    </a:lnTo>
                    <a:lnTo>
                      <a:pt x="1444" y="4457"/>
                    </a:lnTo>
                    <a:lnTo>
                      <a:pt x="1528" y="4499"/>
                    </a:lnTo>
                    <a:lnTo>
                      <a:pt x="1591" y="4457"/>
                    </a:lnTo>
                    <a:lnTo>
                      <a:pt x="1654" y="4352"/>
                    </a:lnTo>
                    <a:lnTo>
                      <a:pt x="1654" y="4290"/>
                    </a:lnTo>
                    <a:lnTo>
                      <a:pt x="1674" y="4373"/>
                    </a:lnTo>
                    <a:lnTo>
                      <a:pt x="1654" y="4478"/>
                    </a:lnTo>
                    <a:lnTo>
                      <a:pt x="1695" y="4603"/>
                    </a:lnTo>
                    <a:lnTo>
                      <a:pt x="1737" y="4792"/>
                    </a:lnTo>
                    <a:lnTo>
                      <a:pt x="1695" y="4896"/>
                    </a:lnTo>
                    <a:lnTo>
                      <a:pt x="1779" y="4896"/>
                    </a:lnTo>
                    <a:lnTo>
                      <a:pt x="1905" y="4750"/>
                    </a:lnTo>
                    <a:lnTo>
                      <a:pt x="1988" y="4708"/>
                    </a:lnTo>
                    <a:lnTo>
                      <a:pt x="2051" y="4771"/>
                    </a:lnTo>
                    <a:lnTo>
                      <a:pt x="2114" y="4750"/>
                    </a:lnTo>
                    <a:lnTo>
                      <a:pt x="2135" y="4687"/>
                    </a:lnTo>
                    <a:lnTo>
                      <a:pt x="2302" y="4687"/>
                    </a:lnTo>
                    <a:lnTo>
                      <a:pt x="2386" y="4583"/>
                    </a:lnTo>
                    <a:lnTo>
                      <a:pt x="2428" y="4583"/>
                    </a:lnTo>
                    <a:lnTo>
                      <a:pt x="2532" y="4645"/>
                    </a:lnTo>
                    <a:lnTo>
                      <a:pt x="2616" y="4583"/>
                    </a:lnTo>
                    <a:lnTo>
                      <a:pt x="2658" y="4645"/>
                    </a:lnTo>
                    <a:lnTo>
                      <a:pt x="2658" y="4750"/>
                    </a:lnTo>
                    <a:lnTo>
                      <a:pt x="2721" y="4792"/>
                    </a:lnTo>
                    <a:lnTo>
                      <a:pt x="2825" y="4813"/>
                    </a:lnTo>
                    <a:lnTo>
                      <a:pt x="2804" y="4750"/>
                    </a:lnTo>
                    <a:lnTo>
                      <a:pt x="2825" y="4666"/>
                    </a:lnTo>
                    <a:lnTo>
                      <a:pt x="2888" y="4750"/>
                    </a:lnTo>
                    <a:lnTo>
                      <a:pt x="2993" y="4771"/>
                    </a:lnTo>
                    <a:lnTo>
                      <a:pt x="3035" y="4750"/>
                    </a:lnTo>
                    <a:lnTo>
                      <a:pt x="3097" y="4813"/>
                    </a:lnTo>
                    <a:lnTo>
                      <a:pt x="3139" y="4792"/>
                    </a:lnTo>
                    <a:lnTo>
                      <a:pt x="3160" y="4855"/>
                    </a:lnTo>
                    <a:lnTo>
                      <a:pt x="3223" y="4917"/>
                    </a:lnTo>
                    <a:lnTo>
                      <a:pt x="3181" y="5022"/>
                    </a:lnTo>
                    <a:lnTo>
                      <a:pt x="3244" y="5189"/>
                    </a:lnTo>
                    <a:lnTo>
                      <a:pt x="3348" y="5168"/>
                    </a:lnTo>
                    <a:lnTo>
                      <a:pt x="3579" y="5064"/>
                    </a:lnTo>
                    <a:lnTo>
                      <a:pt x="3746" y="5022"/>
                    </a:lnTo>
                    <a:lnTo>
                      <a:pt x="3955" y="4896"/>
                    </a:lnTo>
                    <a:lnTo>
                      <a:pt x="4060" y="4666"/>
                    </a:lnTo>
                    <a:lnTo>
                      <a:pt x="4060" y="4583"/>
                    </a:lnTo>
                    <a:lnTo>
                      <a:pt x="4102" y="4457"/>
                    </a:lnTo>
                    <a:lnTo>
                      <a:pt x="4143" y="4478"/>
                    </a:lnTo>
                    <a:lnTo>
                      <a:pt x="4185" y="4478"/>
                    </a:lnTo>
                    <a:lnTo>
                      <a:pt x="4269" y="4290"/>
                    </a:lnTo>
                    <a:lnTo>
                      <a:pt x="4227" y="4269"/>
                    </a:lnTo>
                    <a:lnTo>
                      <a:pt x="4185" y="4227"/>
                    </a:lnTo>
                    <a:lnTo>
                      <a:pt x="4185" y="4164"/>
                    </a:lnTo>
                    <a:lnTo>
                      <a:pt x="4206" y="4185"/>
                    </a:lnTo>
                    <a:lnTo>
                      <a:pt x="4290" y="4227"/>
                    </a:lnTo>
                    <a:lnTo>
                      <a:pt x="4353" y="4143"/>
                    </a:lnTo>
                    <a:lnTo>
                      <a:pt x="4311" y="4059"/>
                    </a:lnTo>
                    <a:lnTo>
                      <a:pt x="4269" y="4059"/>
                    </a:lnTo>
                    <a:lnTo>
                      <a:pt x="4206" y="4039"/>
                    </a:lnTo>
                    <a:lnTo>
                      <a:pt x="4290" y="3976"/>
                    </a:lnTo>
                    <a:lnTo>
                      <a:pt x="4290" y="3871"/>
                    </a:lnTo>
                    <a:lnTo>
                      <a:pt x="4143" y="3871"/>
                    </a:lnTo>
                    <a:lnTo>
                      <a:pt x="4185" y="3808"/>
                    </a:lnTo>
                    <a:lnTo>
                      <a:pt x="4164" y="3746"/>
                    </a:lnTo>
                    <a:lnTo>
                      <a:pt x="4164" y="3746"/>
                    </a:lnTo>
                    <a:lnTo>
                      <a:pt x="4227" y="3767"/>
                    </a:lnTo>
                    <a:lnTo>
                      <a:pt x="4353" y="3725"/>
                    </a:lnTo>
                    <a:lnTo>
                      <a:pt x="4374" y="3620"/>
                    </a:lnTo>
                    <a:lnTo>
                      <a:pt x="4457" y="3515"/>
                    </a:lnTo>
                    <a:lnTo>
                      <a:pt x="4478" y="3390"/>
                    </a:lnTo>
                    <a:lnTo>
                      <a:pt x="4457" y="3306"/>
                    </a:lnTo>
                    <a:lnTo>
                      <a:pt x="4499" y="3348"/>
                    </a:lnTo>
                    <a:lnTo>
                      <a:pt x="4562" y="3453"/>
                    </a:lnTo>
                    <a:lnTo>
                      <a:pt x="4625" y="3348"/>
                    </a:lnTo>
                    <a:lnTo>
                      <a:pt x="4708" y="3243"/>
                    </a:lnTo>
                    <a:lnTo>
                      <a:pt x="4667" y="3097"/>
                    </a:lnTo>
                    <a:lnTo>
                      <a:pt x="4813" y="2971"/>
                    </a:lnTo>
                    <a:lnTo>
                      <a:pt x="4834" y="2783"/>
                    </a:lnTo>
                    <a:lnTo>
                      <a:pt x="4897" y="2699"/>
                    </a:lnTo>
                    <a:lnTo>
                      <a:pt x="4918" y="2469"/>
                    </a:lnTo>
                    <a:lnTo>
                      <a:pt x="4980" y="2406"/>
                    </a:lnTo>
                    <a:lnTo>
                      <a:pt x="4980" y="2344"/>
                    </a:lnTo>
                    <a:lnTo>
                      <a:pt x="5106" y="2197"/>
                    </a:lnTo>
                    <a:lnTo>
                      <a:pt x="5148" y="2281"/>
                    </a:lnTo>
                    <a:lnTo>
                      <a:pt x="5190" y="2239"/>
                    </a:lnTo>
                    <a:lnTo>
                      <a:pt x="5148" y="2072"/>
                    </a:lnTo>
                    <a:lnTo>
                      <a:pt x="5148" y="2072"/>
                    </a:lnTo>
                    <a:lnTo>
                      <a:pt x="5336" y="2260"/>
                    </a:lnTo>
                    <a:lnTo>
                      <a:pt x="5462" y="2260"/>
                    </a:lnTo>
                    <a:lnTo>
                      <a:pt x="5545" y="2197"/>
                    </a:lnTo>
                    <a:lnTo>
                      <a:pt x="5629" y="2239"/>
                    </a:lnTo>
                    <a:lnTo>
                      <a:pt x="5713" y="2197"/>
                    </a:lnTo>
                    <a:lnTo>
                      <a:pt x="5734" y="2093"/>
                    </a:lnTo>
                    <a:lnTo>
                      <a:pt x="5629" y="2072"/>
                    </a:lnTo>
                    <a:lnTo>
                      <a:pt x="5608" y="2030"/>
                    </a:lnTo>
                    <a:lnTo>
                      <a:pt x="5503" y="1883"/>
                    </a:lnTo>
                    <a:lnTo>
                      <a:pt x="5420" y="1883"/>
                    </a:lnTo>
                    <a:lnTo>
                      <a:pt x="5190" y="1674"/>
                    </a:lnTo>
                    <a:lnTo>
                      <a:pt x="5106" y="1632"/>
                    </a:lnTo>
                    <a:lnTo>
                      <a:pt x="5085" y="1528"/>
                    </a:lnTo>
                    <a:lnTo>
                      <a:pt x="5022" y="1465"/>
                    </a:lnTo>
                    <a:lnTo>
                      <a:pt x="5043" y="1423"/>
                    </a:lnTo>
                    <a:lnTo>
                      <a:pt x="5190" y="1360"/>
                    </a:lnTo>
                    <a:lnTo>
                      <a:pt x="5231" y="1256"/>
                    </a:lnTo>
                    <a:lnTo>
                      <a:pt x="5148" y="1193"/>
                    </a:lnTo>
                    <a:lnTo>
                      <a:pt x="4980" y="1005"/>
                    </a:lnTo>
                    <a:lnTo>
                      <a:pt x="4918" y="879"/>
                    </a:lnTo>
                    <a:lnTo>
                      <a:pt x="4834" y="795"/>
                    </a:lnTo>
                    <a:lnTo>
                      <a:pt x="4876" y="712"/>
                    </a:lnTo>
                    <a:lnTo>
                      <a:pt x="4918" y="691"/>
                    </a:lnTo>
                    <a:lnTo>
                      <a:pt x="4918" y="628"/>
                    </a:lnTo>
                    <a:lnTo>
                      <a:pt x="4876" y="607"/>
                    </a:lnTo>
                    <a:lnTo>
                      <a:pt x="4750" y="482"/>
                    </a:lnTo>
                    <a:lnTo>
                      <a:pt x="4813" y="461"/>
                    </a:lnTo>
                    <a:lnTo>
                      <a:pt x="4939" y="482"/>
                    </a:lnTo>
                    <a:lnTo>
                      <a:pt x="5085" y="461"/>
                    </a:lnTo>
                    <a:lnTo>
                      <a:pt x="4980" y="314"/>
                    </a:lnTo>
                    <a:lnTo>
                      <a:pt x="4834" y="272"/>
                    </a:lnTo>
                    <a:lnTo>
                      <a:pt x="4897" y="209"/>
                    </a:lnTo>
                    <a:lnTo>
                      <a:pt x="4876" y="168"/>
                    </a:lnTo>
                    <a:lnTo>
                      <a:pt x="4939" y="147"/>
                    </a:lnTo>
                    <a:lnTo>
                      <a:pt x="4939" y="105"/>
                    </a:lnTo>
                    <a:lnTo>
                      <a:pt x="4813" y="84"/>
                    </a:lnTo>
                    <a:lnTo>
                      <a:pt x="4667" y="84"/>
                    </a:lnTo>
                    <a:lnTo>
                      <a:pt x="4604" y="42"/>
                    </a:lnTo>
                    <a:lnTo>
                      <a:pt x="4164" y="42"/>
                    </a:lnTo>
                    <a:lnTo>
                      <a:pt x="406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60"/>
              <p:cNvSpPr/>
              <p:nvPr/>
            </p:nvSpPr>
            <p:spPr>
              <a:xfrm>
                <a:off x="5068275" y="3161675"/>
                <a:ext cx="431050" cy="221800"/>
              </a:xfrm>
              <a:custGeom>
                <a:rect b="b" l="l" r="r" t="t"/>
                <a:pathLst>
                  <a:path extrusionOk="0" h="8872" w="17242">
                    <a:moveTo>
                      <a:pt x="16991" y="8202"/>
                    </a:moveTo>
                    <a:lnTo>
                      <a:pt x="16886" y="8265"/>
                    </a:lnTo>
                    <a:lnTo>
                      <a:pt x="16928" y="8286"/>
                    </a:lnTo>
                    <a:lnTo>
                      <a:pt x="16907" y="8307"/>
                    </a:lnTo>
                    <a:cubicBezTo>
                      <a:pt x="16886" y="8307"/>
                      <a:pt x="16823" y="8349"/>
                      <a:pt x="16802" y="8349"/>
                    </a:cubicBezTo>
                    <a:lnTo>
                      <a:pt x="16802" y="8307"/>
                    </a:lnTo>
                    <a:lnTo>
                      <a:pt x="16782" y="8349"/>
                    </a:lnTo>
                    <a:cubicBezTo>
                      <a:pt x="16677" y="8370"/>
                      <a:pt x="16572" y="8370"/>
                      <a:pt x="16489" y="8390"/>
                    </a:cubicBezTo>
                    <a:lnTo>
                      <a:pt x="16593" y="8286"/>
                    </a:lnTo>
                    <a:lnTo>
                      <a:pt x="16551" y="8265"/>
                    </a:lnTo>
                    <a:lnTo>
                      <a:pt x="16468" y="8307"/>
                    </a:lnTo>
                    <a:lnTo>
                      <a:pt x="16384" y="8307"/>
                    </a:lnTo>
                    <a:lnTo>
                      <a:pt x="16342" y="8349"/>
                    </a:lnTo>
                    <a:lnTo>
                      <a:pt x="16363" y="8390"/>
                    </a:lnTo>
                    <a:lnTo>
                      <a:pt x="16300" y="8453"/>
                    </a:lnTo>
                    <a:lnTo>
                      <a:pt x="16196" y="8453"/>
                    </a:lnTo>
                    <a:lnTo>
                      <a:pt x="16258" y="8495"/>
                    </a:lnTo>
                    <a:lnTo>
                      <a:pt x="16384" y="8474"/>
                    </a:lnTo>
                    <a:lnTo>
                      <a:pt x="16447" y="8411"/>
                    </a:lnTo>
                    <a:cubicBezTo>
                      <a:pt x="16489" y="8411"/>
                      <a:pt x="16551" y="8411"/>
                      <a:pt x="16614" y="8390"/>
                    </a:cubicBezTo>
                    <a:lnTo>
                      <a:pt x="16614" y="8390"/>
                    </a:lnTo>
                    <a:lnTo>
                      <a:pt x="16593" y="8411"/>
                    </a:lnTo>
                    <a:lnTo>
                      <a:pt x="16677" y="8411"/>
                    </a:lnTo>
                    <a:lnTo>
                      <a:pt x="16719" y="8474"/>
                    </a:lnTo>
                    <a:lnTo>
                      <a:pt x="16802" y="8370"/>
                    </a:lnTo>
                    <a:cubicBezTo>
                      <a:pt x="16823" y="8370"/>
                      <a:pt x="16886" y="8349"/>
                      <a:pt x="16907" y="8349"/>
                    </a:cubicBezTo>
                    <a:lnTo>
                      <a:pt x="16907" y="8370"/>
                    </a:lnTo>
                    <a:lnTo>
                      <a:pt x="17012" y="8390"/>
                    </a:lnTo>
                    <a:lnTo>
                      <a:pt x="17200" y="8307"/>
                    </a:lnTo>
                    <a:lnTo>
                      <a:pt x="17242" y="8244"/>
                    </a:lnTo>
                    <a:lnTo>
                      <a:pt x="17200" y="8202"/>
                    </a:lnTo>
                    <a:lnTo>
                      <a:pt x="17033" y="8244"/>
                    </a:lnTo>
                    <a:lnTo>
                      <a:pt x="16991" y="8202"/>
                    </a:lnTo>
                    <a:close/>
                    <a:moveTo>
                      <a:pt x="16070" y="8411"/>
                    </a:moveTo>
                    <a:lnTo>
                      <a:pt x="16007" y="8443"/>
                    </a:lnTo>
                    <a:lnTo>
                      <a:pt x="16007" y="8443"/>
                    </a:lnTo>
                    <a:cubicBezTo>
                      <a:pt x="16026" y="8475"/>
                      <a:pt x="16037" y="8501"/>
                      <a:pt x="16036" y="8525"/>
                    </a:cubicBezTo>
                    <a:lnTo>
                      <a:pt x="16036" y="8525"/>
                    </a:lnTo>
                    <a:lnTo>
                      <a:pt x="16049" y="8474"/>
                    </a:lnTo>
                    <a:lnTo>
                      <a:pt x="16133" y="8453"/>
                    </a:lnTo>
                    <a:lnTo>
                      <a:pt x="16196" y="8453"/>
                    </a:lnTo>
                    <a:lnTo>
                      <a:pt x="16237" y="8411"/>
                    </a:lnTo>
                    <a:close/>
                    <a:moveTo>
                      <a:pt x="16036" y="8525"/>
                    </a:moveTo>
                    <a:lnTo>
                      <a:pt x="16028" y="8558"/>
                    </a:lnTo>
                    <a:cubicBezTo>
                      <a:pt x="16034" y="8547"/>
                      <a:pt x="16036" y="8536"/>
                      <a:pt x="16036" y="8525"/>
                    </a:cubicBezTo>
                    <a:close/>
                    <a:moveTo>
                      <a:pt x="105" y="0"/>
                    </a:moveTo>
                    <a:lnTo>
                      <a:pt x="22" y="42"/>
                    </a:lnTo>
                    <a:lnTo>
                      <a:pt x="1" y="105"/>
                    </a:lnTo>
                    <a:lnTo>
                      <a:pt x="22" y="251"/>
                    </a:lnTo>
                    <a:lnTo>
                      <a:pt x="168" y="565"/>
                    </a:lnTo>
                    <a:lnTo>
                      <a:pt x="252" y="628"/>
                    </a:lnTo>
                    <a:lnTo>
                      <a:pt x="524" y="879"/>
                    </a:lnTo>
                    <a:lnTo>
                      <a:pt x="587" y="879"/>
                    </a:lnTo>
                    <a:lnTo>
                      <a:pt x="754" y="1067"/>
                    </a:lnTo>
                    <a:lnTo>
                      <a:pt x="838" y="1088"/>
                    </a:lnTo>
                    <a:lnTo>
                      <a:pt x="900" y="1067"/>
                    </a:lnTo>
                    <a:lnTo>
                      <a:pt x="1089" y="1214"/>
                    </a:lnTo>
                    <a:lnTo>
                      <a:pt x="1298" y="1528"/>
                    </a:lnTo>
                    <a:lnTo>
                      <a:pt x="1507" y="1716"/>
                    </a:lnTo>
                    <a:lnTo>
                      <a:pt x="1570" y="1716"/>
                    </a:lnTo>
                    <a:lnTo>
                      <a:pt x="1570" y="1883"/>
                    </a:lnTo>
                    <a:lnTo>
                      <a:pt x="1612" y="1925"/>
                    </a:lnTo>
                    <a:lnTo>
                      <a:pt x="1633" y="2092"/>
                    </a:lnTo>
                    <a:lnTo>
                      <a:pt x="1716" y="2155"/>
                    </a:lnTo>
                    <a:lnTo>
                      <a:pt x="1842" y="2155"/>
                    </a:lnTo>
                    <a:lnTo>
                      <a:pt x="2009" y="2344"/>
                    </a:lnTo>
                    <a:lnTo>
                      <a:pt x="2093" y="2406"/>
                    </a:lnTo>
                    <a:lnTo>
                      <a:pt x="2156" y="2406"/>
                    </a:lnTo>
                    <a:lnTo>
                      <a:pt x="2198" y="2448"/>
                    </a:lnTo>
                    <a:lnTo>
                      <a:pt x="2135" y="2532"/>
                    </a:lnTo>
                    <a:lnTo>
                      <a:pt x="2219" y="2616"/>
                    </a:lnTo>
                    <a:lnTo>
                      <a:pt x="2261" y="2762"/>
                    </a:lnTo>
                    <a:lnTo>
                      <a:pt x="2261" y="2783"/>
                    </a:lnTo>
                    <a:lnTo>
                      <a:pt x="2365" y="3097"/>
                    </a:lnTo>
                    <a:lnTo>
                      <a:pt x="2428" y="3264"/>
                    </a:lnTo>
                    <a:lnTo>
                      <a:pt x="2574" y="3306"/>
                    </a:lnTo>
                    <a:lnTo>
                      <a:pt x="2763" y="3411"/>
                    </a:lnTo>
                    <a:lnTo>
                      <a:pt x="2763" y="3515"/>
                    </a:lnTo>
                    <a:lnTo>
                      <a:pt x="2888" y="3787"/>
                    </a:lnTo>
                    <a:lnTo>
                      <a:pt x="3035" y="3892"/>
                    </a:lnTo>
                    <a:lnTo>
                      <a:pt x="3056" y="4185"/>
                    </a:lnTo>
                    <a:lnTo>
                      <a:pt x="3265" y="4561"/>
                    </a:lnTo>
                    <a:lnTo>
                      <a:pt x="3265" y="4729"/>
                    </a:lnTo>
                    <a:lnTo>
                      <a:pt x="3307" y="4875"/>
                    </a:lnTo>
                    <a:lnTo>
                      <a:pt x="3516" y="5043"/>
                    </a:lnTo>
                    <a:lnTo>
                      <a:pt x="3725" y="5294"/>
                    </a:lnTo>
                    <a:lnTo>
                      <a:pt x="3788" y="5440"/>
                    </a:lnTo>
                    <a:lnTo>
                      <a:pt x="3934" y="5461"/>
                    </a:lnTo>
                    <a:lnTo>
                      <a:pt x="3997" y="5545"/>
                    </a:lnTo>
                    <a:lnTo>
                      <a:pt x="4123" y="5608"/>
                    </a:lnTo>
                    <a:lnTo>
                      <a:pt x="4144" y="5775"/>
                    </a:lnTo>
                    <a:lnTo>
                      <a:pt x="4290" y="5859"/>
                    </a:lnTo>
                    <a:lnTo>
                      <a:pt x="4437" y="6005"/>
                    </a:lnTo>
                    <a:lnTo>
                      <a:pt x="4709" y="6173"/>
                    </a:lnTo>
                    <a:lnTo>
                      <a:pt x="4750" y="6298"/>
                    </a:lnTo>
                    <a:lnTo>
                      <a:pt x="4918" y="6361"/>
                    </a:lnTo>
                    <a:lnTo>
                      <a:pt x="5253" y="6633"/>
                    </a:lnTo>
                    <a:lnTo>
                      <a:pt x="5274" y="6779"/>
                    </a:lnTo>
                    <a:lnTo>
                      <a:pt x="5357" y="6800"/>
                    </a:lnTo>
                    <a:lnTo>
                      <a:pt x="5441" y="6926"/>
                    </a:lnTo>
                    <a:lnTo>
                      <a:pt x="5483" y="6884"/>
                    </a:lnTo>
                    <a:lnTo>
                      <a:pt x="5483" y="6779"/>
                    </a:lnTo>
                    <a:lnTo>
                      <a:pt x="5462" y="6717"/>
                    </a:lnTo>
                    <a:lnTo>
                      <a:pt x="5462" y="6675"/>
                    </a:lnTo>
                    <a:lnTo>
                      <a:pt x="5566" y="6696"/>
                    </a:lnTo>
                    <a:lnTo>
                      <a:pt x="5797" y="6905"/>
                    </a:lnTo>
                    <a:lnTo>
                      <a:pt x="5859" y="6884"/>
                    </a:lnTo>
                    <a:lnTo>
                      <a:pt x="5859" y="6717"/>
                    </a:lnTo>
                    <a:lnTo>
                      <a:pt x="5901" y="6633"/>
                    </a:lnTo>
                    <a:lnTo>
                      <a:pt x="5985" y="6675"/>
                    </a:lnTo>
                    <a:cubicBezTo>
                      <a:pt x="5985" y="6696"/>
                      <a:pt x="6006" y="6696"/>
                      <a:pt x="6006" y="6717"/>
                    </a:cubicBezTo>
                    <a:lnTo>
                      <a:pt x="6090" y="6842"/>
                    </a:lnTo>
                    <a:lnTo>
                      <a:pt x="6110" y="6842"/>
                    </a:lnTo>
                    <a:cubicBezTo>
                      <a:pt x="6173" y="6905"/>
                      <a:pt x="6215" y="6989"/>
                      <a:pt x="6278" y="7030"/>
                    </a:cubicBezTo>
                    <a:lnTo>
                      <a:pt x="6236" y="7051"/>
                    </a:lnTo>
                    <a:lnTo>
                      <a:pt x="6236" y="7198"/>
                    </a:lnTo>
                    <a:lnTo>
                      <a:pt x="6194" y="7323"/>
                    </a:lnTo>
                    <a:lnTo>
                      <a:pt x="6069" y="7344"/>
                    </a:lnTo>
                    <a:lnTo>
                      <a:pt x="6069" y="7449"/>
                    </a:lnTo>
                    <a:lnTo>
                      <a:pt x="5985" y="7470"/>
                    </a:lnTo>
                    <a:lnTo>
                      <a:pt x="5922" y="7428"/>
                    </a:lnTo>
                    <a:lnTo>
                      <a:pt x="5880" y="7428"/>
                    </a:lnTo>
                    <a:lnTo>
                      <a:pt x="5880" y="7512"/>
                    </a:lnTo>
                    <a:lnTo>
                      <a:pt x="5964" y="7554"/>
                    </a:lnTo>
                    <a:lnTo>
                      <a:pt x="6194" y="7554"/>
                    </a:lnTo>
                    <a:lnTo>
                      <a:pt x="6320" y="7512"/>
                    </a:lnTo>
                    <a:lnTo>
                      <a:pt x="6382" y="7616"/>
                    </a:lnTo>
                    <a:lnTo>
                      <a:pt x="6445" y="7658"/>
                    </a:lnTo>
                    <a:lnTo>
                      <a:pt x="6529" y="7637"/>
                    </a:lnTo>
                    <a:lnTo>
                      <a:pt x="6613" y="7637"/>
                    </a:lnTo>
                    <a:lnTo>
                      <a:pt x="6550" y="7679"/>
                    </a:lnTo>
                    <a:lnTo>
                      <a:pt x="6466" y="7826"/>
                    </a:lnTo>
                    <a:lnTo>
                      <a:pt x="6529" y="7867"/>
                    </a:lnTo>
                    <a:lnTo>
                      <a:pt x="6696" y="7888"/>
                    </a:lnTo>
                    <a:lnTo>
                      <a:pt x="6822" y="7951"/>
                    </a:lnTo>
                    <a:lnTo>
                      <a:pt x="6926" y="7888"/>
                    </a:lnTo>
                    <a:lnTo>
                      <a:pt x="6989" y="7951"/>
                    </a:lnTo>
                    <a:lnTo>
                      <a:pt x="7178" y="7951"/>
                    </a:lnTo>
                    <a:lnTo>
                      <a:pt x="7366" y="8077"/>
                    </a:lnTo>
                    <a:lnTo>
                      <a:pt x="7638" y="8160"/>
                    </a:lnTo>
                    <a:lnTo>
                      <a:pt x="7743" y="8035"/>
                    </a:lnTo>
                    <a:lnTo>
                      <a:pt x="7805" y="8035"/>
                    </a:lnTo>
                    <a:lnTo>
                      <a:pt x="7889" y="8139"/>
                    </a:lnTo>
                    <a:lnTo>
                      <a:pt x="7994" y="8160"/>
                    </a:lnTo>
                    <a:lnTo>
                      <a:pt x="8077" y="8077"/>
                    </a:lnTo>
                    <a:lnTo>
                      <a:pt x="8140" y="8077"/>
                    </a:lnTo>
                    <a:lnTo>
                      <a:pt x="8287" y="8181"/>
                    </a:lnTo>
                    <a:lnTo>
                      <a:pt x="8454" y="8181"/>
                    </a:lnTo>
                    <a:lnTo>
                      <a:pt x="8747" y="8370"/>
                    </a:lnTo>
                    <a:lnTo>
                      <a:pt x="9061" y="8474"/>
                    </a:lnTo>
                    <a:lnTo>
                      <a:pt x="9186" y="8390"/>
                    </a:lnTo>
                    <a:lnTo>
                      <a:pt x="9395" y="8390"/>
                    </a:lnTo>
                    <a:lnTo>
                      <a:pt x="9521" y="8495"/>
                    </a:lnTo>
                    <a:lnTo>
                      <a:pt x="9647" y="8390"/>
                    </a:lnTo>
                    <a:lnTo>
                      <a:pt x="9793" y="8411"/>
                    </a:lnTo>
                    <a:lnTo>
                      <a:pt x="9960" y="8495"/>
                    </a:lnTo>
                    <a:lnTo>
                      <a:pt x="10149" y="8495"/>
                    </a:lnTo>
                    <a:lnTo>
                      <a:pt x="10295" y="8411"/>
                    </a:lnTo>
                    <a:lnTo>
                      <a:pt x="10379" y="8411"/>
                    </a:lnTo>
                    <a:lnTo>
                      <a:pt x="10483" y="8516"/>
                    </a:lnTo>
                    <a:lnTo>
                      <a:pt x="10609" y="8558"/>
                    </a:lnTo>
                    <a:lnTo>
                      <a:pt x="10776" y="8683"/>
                    </a:lnTo>
                    <a:lnTo>
                      <a:pt x="10902" y="8662"/>
                    </a:lnTo>
                    <a:lnTo>
                      <a:pt x="10986" y="8725"/>
                    </a:lnTo>
                    <a:lnTo>
                      <a:pt x="11048" y="8704"/>
                    </a:lnTo>
                    <a:lnTo>
                      <a:pt x="11028" y="8516"/>
                    </a:lnTo>
                    <a:lnTo>
                      <a:pt x="10965" y="8474"/>
                    </a:lnTo>
                    <a:lnTo>
                      <a:pt x="11007" y="8453"/>
                    </a:lnTo>
                    <a:cubicBezTo>
                      <a:pt x="11132" y="8453"/>
                      <a:pt x="11237" y="8474"/>
                      <a:pt x="11341" y="8495"/>
                    </a:cubicBezTo>
                    <a:lnTo>
                      <a:pt x="11467" y="8579"/>
                    </a:lnTo>
                    <a:lnTo>
                      <a:pt x="11488" y="8662"/>
                    </a:lnTo>
                    <a:lnTo>
                      <a:pt x="11551" y="8579"/>
                    </a:lnTo>
                    <a:lnTo>
                      <a:pt x="11634" y="8516"/>
                    </a:lnTo>
                    <a:cubicBezTo>
                      <a:pt x="11697" y="8579"/>
                      <a:pt x="11781" y="8600"/>
                      <a:pt x="11864" y="8621"/>
                    </a:cubicBezTo>
                    <a:lnTo>
                      <a:pt x="11844" y="8662"/>
                    </a:lnTo>
                    <a:lnTo>
                      <a:pt x="11864" y="8704"/>
                    </a:lnTo>
                    <a:lnTo>
                      <a:pt x="12053" y="8767"/>
                    </a:lnTo>
                    <a:lnTo>
                      <a:pt x="12157" y="8704"/>
                    </a:lnTo>
                    <a:lnTo>
                      <a:pt x="12220" y="8725"/>
                    </a:lnTo>
                    <a:lnTo>
                      <a:pt x="12220" y="8704"/>
                    </a:lnTo>
                    <a:cubicBezTo>
                      <a:pt x="12262" y="8725"/>
                      <a:pt x="12304" y="8725"/>
                      <a:pt x="12325" y="8767"/>
                    </a:cubicBezTo>
                    <a:lnTo>
                      <a:pt x="12388" y="8809"/>
                    </a:lnTo>
                    <a:lnTo>
                      <a:pt x="12492" y="8872"/>
                    </a:lnTo>
                    <a:lnTo>
                      <a:pt x="12597" y="8830"/>
                    </a:lnTo>
                    <a:lnTo>
                      <a:pt x="12680" y="8830"/>
                    </a:lnTo>
                    <a:lnTo>
                      <a:pt x="12722" y="8872"/>
                    </a:lnTo>
                    <a:lnTo>
                      <a:pt x="12848" y="8809"/>
                    </a:lnTo>
                    <a:lnTo>
                      <a:pt x="12911" y="8725"/>
                    </a:lnTo>
                    <a:lnTo>
                      <a:pt x="13015" y="8767"/>
                    </a:lnTo>
                    <a:lnTo>
                      <a:pt x="13141" y="8704"/>
                    </a:lnTo>
                    <a:lnTo>
                      <a:pt x="13245" y="8725"/>
                    </a:lnTo>
                    <a:lnTo>
                      <a:pt x="13371" y="8621"/>
                    </a:lnTo>
                    <a:lnTo>
                      <a:pt x="13413" y="8704"/>
                    </a:lnTo>
                    <a:lnTo>
                      <a:pt x="13517" y="8683"/>
                    </a:lnTo>
                    <a:lnTo>
                      <a:pt x="13664" y="8704"/>
                    </a:lnTo>
                    <a:lnTo>
                      <a:pt x="13580" y="8662"/>
                    </a:lnTo>
                    <a:lnTo>
                      <a:pt x="13894" y="8662"/>
                    </a:lnTo>
                    <a:lnTo>
                      <a:pt x="13936" y="8683"/>
                    </a:lnTo>
                    <a:lnTo>
                      <a:pt x="13936" y="8662"/>
                    </a:lnTo>
                    <a:lnTo>
                      <a:pt x="14166" y="8662"/>
                    </a:lnTo>
                    <a:lnTo>
                      <a:pt x="14250" y="8683"/>
                    </a:lnTo>
                    <a:lnTo>
                      <a:pt x="14313" y="8683"/>
                    </a:lnTo>
                    <a:lnTo>
                      <a:pt x="14396" y="8704"/>
                    </a:lnTo>
                    <a:lnTo>
                      <a:pt x="14480" y="8683"/>
                    </a:lnTo>
                    <a:lnTo>
                      <a:pt x="14564" y="8683"/>
                    </a:lnTo>
                    <a:lnTo>
                      <a:pt x="14626" y="8725"/>
                    </a:lnTo>
                    <a:lnTo>
                      <a:pt x="14731" y="8683"/>
                    </a:lnTo>
                    <a:lnTo>
                      <a:pt x="14794" y="8704"/>
                    </a:lnTo>
                    <a:lnTo>
                      <a:pt x="14877" y="8704"/>
                    </a:lnTo>
                    <a:lnTo>
                      <a:pt x="14898" y="8683"/>
                    </a:lnTo>
                    <a:lnTo>
                      <a:pt x="15024" y="8621"/>
                    </a:lnTo>
                    <a:lnTo>
                      <a:pt x="15212" y="8662"/>
                    </a:lnTo>
                    <a:lnTo>
                      <a:pt x="15359" y="8579"/>
                    </a:lnTo>
                    <a:lnTo>
                      <a:pt x="15547" y="8579"/>
                    </a:lnTo>
                    <a:lnTo>
                      <a:pt x="15631" y="8600"/>
                    </a:lnTo>
                    <a:lnTo>
                      <a:pt x="15652" y="8579"/>
                    </a:lnTo>
                    <a:cubicBezTo>
                      <a:pt x="15683" y="8589"/>
                      <a:pt x="15714" y="8594"/>
                      <a:pt x="15748" y="8594"/>
                    </a:cubicBezTo>
                    <a:cubicBezTo>
                      <a:pt x="15782" y="8594"/>
                      <a:pt x="15819" y="8589"/>
                      <a:pt x="15861" y="8579"/>
                    </a:cubicBezTo>
                    <a:cubicBezTo>
                      <a:pt x="15882" y="8579"/>
                      <a:pt x="15924" y="8558"/>
                      <a:pt x="15945" y="8516"/>
                    </a:cubicBezTo>
                    <a:lnTo>
                      <a:pt x="15986" y="8453"/>
                    </a:lnTo>
                    <a:lnTo>
                      <a:pt x="16007" y="8443"/>
                    </a:lnTo>
                    <a:lnTo>
                      <a:pt x="16007" y="8443"/>
                    </a:lnTo>
                    <a:cubicBezTo>
                      <a:pt x="16001" y="8433"/>
                      <a:pt x="15994" y="8423"/>
                      <a:pt x="15986" y="8411"/>
                    </a:cubicBezTo>
                    <a:lnTo>
                      <a:pt x="16049" y="8390"/>
                    </a:lnTo>
                    <a:lnTo>
                      <a:pt x="16091" y="8286"/>
                    </a:lnTo>
                    <a:lnTo>
                      <a:pt x="16091" y="8181"/>
                    </a:lnTo>
                    <a:lnTo>
                      <a:pt x="15965" y="8139"/>
                    </a:lnTo>
                    <a:lnTo>
                      <a:pt x="15861" y="8202"/>
                    </a:lnTo>
                    <a:lnTo>
                      <a:pt x="15924" y="8244"/>
                    </a:lnTo>
                    <a:lnTo>
                      <a:pt x="15840" y="8349"/>
                    </a:lnTo>
                    <a:lnTo>
                      <a:pt x="15735" y="8370"/>
                    </a:lnTo>
                    <a:lnTo>
                      <a:pt x="15714" y="8390"/>
                    </a:lnTo>
                    <a:lnTo>
                      <a:pt x="15673" y="8390"/>
                    </a:lnTo>
                    <a:cubicBezTo>
                      <a:pt x="15652" y="8390"/>
                      <a:pt x="15631" y="8411"/>
                      <a:pt x="15610" y="8453"/>
                    </a:cubicBezTo>
                    <a:lnTo>
                      <a:pt x="15526" y="8453"/>
                    </a:lnTo>
                    <a:lnTo>
                      <a:pt x="15442" y="8390"/>
                    </a:lnTo>
                    <a:lnTo>
                      <a:pt x="15296" y="8390"/>
                    </a:lnTo>
                    <a:lnTo>
                      <a:pt x="15149" y="8453"/>
                    </a:lnTo>
                    <a:lnTo>
                      <a:pt x="15003" y="8349"/>
                    </a:lnTo>
                    <a:lnTo>
                      <a:pt x="14836" y="8307"/>
                    </a:lnTo>
                    <a:lnTo>
                      <a:pt x="14773" y="8349"/>
                    </a:lnTo>
                    <a:lnTo>
                      <a:pt x="14626" y="8265"/>
                    </a:lnTo>
                    <a:lnTo>
                      <a:pt x="14354" y="8307"/>
                    </a:lnTo>
                    <a:lnTo>
                      <a:pt x="14166" y="8411"/>
                    </a:lnTo>
                    <a:lnTo>
                      <a:pt x="14166" y="8453"/>
                    </a:lnTo>
                    <a:lnTo>
                      <a:pt x="13999" y="8453"/>
                    </a:lnTo>
                    <a:lnTo>
                      <a:pt x="13894" y="8411"/>
                    </a:lnTo>
                    <a:lnTo>
                      <a:pt x="13894" y="8474"/>
                    </a:lnTo>
                    <a:cubicBezTo>
                      <a:pt x="13852" y="8474"/>
                      <a:pt x="13769" y="8474"/>
                      <a:pt x="13727" y="8495"/>
                    </a:cubicBezTo>
                    <a:lnTo>
                      <a:pt x="13685" y="8453"/>
                    </a:lnTo>
                    <a:lnTo>
                      <a:pt x="13685" y="8370"/>
                    </a:lnTo>
                    <a:lnTo>
                      <a:pt x="13559" y="8349"/>
                    </a:lnTo>
                    <a:lnTo>
                      <a:pt x="13580" y="8453"/>
                    </a:lnTo>
                    <a:lnTo>
                      <a:pt x="13538" y="8474"/>
                    </a:lnTo>
                    <a:lnTo>
                      <a:pt x="13538" y="8370"/>
                    </a:lnTo>
                    <a:lnTo>
                      <a:pt x="13434" y="8286"/>
                    </a:lnTo>
                    <a:lnTo>
                      <a:pt x="13329" y="8349"/>
                    </a:lnTo>
                    <a:lnTo>
                      <a:pt x="13224" y="8265"/>
                    </a:lnTo>
                    <a:lnTo>
                      <a:pt x="13120" y="8202"/>
                    </a:lnTo>
                    <a:lnTo>
                      <a:pt x="12994" y="8286"/>
                    </a:lnTo>
                    <a:lnTo>
                      <a:pt x="12994" y="8349"/>
                    </a:lnTo>
                    <a:lnTo>
                      <a:pt x="13224" y="8411"/>
                    </a:lnTo>
                    <a:lnTo>
                      <a:pt x="13308" y="8495"/>
                    </a:lnTo>
                    <a:lnTo>
                      <a:pt x="13162" y="8495"/>
                    </a:lnTo>
                    <a:lnTo>
                      <a:pt x="13162" y="8516"/>
                    </a:lnTo>
                    <a:lnTo>
                      <a:pt x="13099" y="8579"/>
                    </a:lnTo>
                    <a:lnTo>
                      <a:pt x="13057" y="8579"/>
                    </a:lnTo>
                    <a:cubicBezTo>
                      <a:pt x="13094" y="8560"/>
                      <a:pt x="13098" y="8492"/>
                      <a:pt x="13055" y="8492"/>
                    </a:cubicBezTo>
                    <a:cubicBezTo>
                      <a:pt x="13049" y="8492"/>
                      <a:pt x="13043" y="8493"/>
                      <a:pt x="13036" y="8495"/>
                    </a:cubicBezTo>
                    <a:lnTo>
                      <a:pt x="12952" y="8495"/>
                    </a:lnTo>
                    <a:lnTo>
                      <a:pt x="12932" y="8390"/>
                    </a:lnTo>
                    <a:lnTo>
                      <a:pt x="12848" y="8370"/>
                    </a:lnTo>
                    <a:lnTo>
                      <a:pt x="12743" y="8390"/>
                    </a:lnTo>
                    <a:lnTo>
                      <a:pt x="12639" y="8370"/>
                    </a:lnTo>
                    <a:lnTo>
                      <a:pt x="12492" y="8411"/>
                    </a:lnTo>
                    <a:lnTo>
                      <a:pt x="12408" y="8516"/>
                    </a:lnTo>
                    <a:lnTo>
                      <a:pt x="12388" y="8600"/>
                    </a:lnTo>
                    <a:lnTo>
                      <a:pt x="12283" y="8600"/>
                    </a:lnTo>
                    <a:lnTo>
                      <a:pt x="12283" y="8579"/>
                    </a:lnTo>
                    <a:lnTo>
                      <a:pt x="12283" y="8558"/>
                    </a:lnTo>
                    <a:lnTo>
                      <a:pt x="12304" y="8558"/>
                    </a:lnTo>
                    <a:cubicBezTo>
                      <a:pt x="12325" y="8558"/>
                      <a:pt x="12304" y="8516"/>
                      <a:pt x="12304" y="8516"/>
                    </a:cubicBezTo>
                    <a:lnTo>
                      <a:pt x="12325" y="8495"/>
                    </a:lnTo>
                    <a:lnTo>
                      <a:pt x="12367" y="8370"/>
                    </a:lnTo>
                    <a:lnTo>
                      <a:pt x="12178" y="8307"/>
                    </a:lnTo>
                    <a:lnTo>
                      <a:pt x="12053" y="8390"/>
                    </a:lnTo>
                    <a:lnTo>
                      <a:pt x="12011" y="8516"/>
                    </a:lnTo>
                    <a:cubicBezTo>
                      <a:pt x="11885" y="8495"/>
                      <a:pt x="11781" y="8474"/>
                      <a:pt x="11676" y="8453"/>
                    </a:cubicBezTo>
                    <a:lnTo>
                      <a:pt x="11781" y="8411"/>
                    </a:lnTo>
                    <a:lnTo>
                      <a:pt x="11802" y="8349"/>
                    </a:lnTo>
                    <a:lnTo>
                      <a:pt x="11676" y="8181"/>
                    </a:lnTo>
                    <a:lnTo>
                      <a:pt x="11530" y="8160"/>
                    </a:lnTo>
                    <a:lnTo>
                      <a:pt x="11362" y="8202"/>
                    </a:lnTo>
                    <a:lnTo>
                      <a:pt x="11237" y="8181"/>
                    </a:lnTo>
                    <a:lnTo>
                      <a:pt x="11111" y="8202"/>
                    </a:lnTo>
                    <a:lnTo>
                      <a:pt x="11111" y="8244"/>
                    </a:lnTo>
                    <a:cubicBezTo>
                      <a:pt x="11069" y="8244"/>
                      <a:pt x="11069" y="8244"/>
                      <a:pt x="11048" y="8202"/>
                    </a:cubicBezTo>
                    <a:lnTo>
                      <a:pt x="11069" y="8056"/>
                    </a:lnTo>
                    <a:lnTo>
                      <a:pt x="11028" y="7972"/>
                    </a:lnTo>
                    <a:lnTo>
                      <a:pt x="10923" y="7951"/>
                    </a:lnTo>
                    <a:lnTo>
                      <a:pt x="10902" y="7930"/>
                    </a:lnTo>
                    <a:lnTo>
                      <a:pt x="10797" y="7930"/>
                    </a:lnTo>
                    <a:lnTo>
                      <a:pt x="10714" y="7972"/>
                    </a:lnTo>
                    <a:lnTo>
                      <a:pt x="10609" y="7972"/>
                    </a:lnTo>
                    <a:lnTo>
                      <a:pt x="10525" y="7930"/>
                    </a:lnTo>
                    <a:lnTo>
                      <a:pt x="10400" y="7972"/>
                    </a:lnTo>
                    <a:lnTo>
                      <a:pt x="10274" y="7930"/>
                    </a:lnTo>
                    <a:lnTo>
                      <a:pt x="10191" y="7846"/>
                    </a:lnTo>
                    <a:lnTo>
                      <a:pt x="10191" y="7763"/>
                    </a:lnTo>
                    <a:lnTo>
                      <a:pt x="10086" y="7595"/>
                    </a:lnTo>
                    <a:lnTo>
                      <a:pt x="10086" y="7449"/>
                    </a:lnTo>
                    <a:lnTo>
                      <a:pt x="9939" y="7449"/>
                    </a:lnTo>
                    <a:lnTo>
                      <a:pt x="9856" y="7470"/>
                    </a:lnTo>
                    <a:lnTo>
                      <a:pt x="9772" y="7386"/>
                    </a:lnTo>
                    <a:lnTo>
                      <a:pt x="9667" y="7386"/>
                    </a:lnTo>
                    <a:lnTo>
                      <a:pt x="9542" y="7282"/>
                    </a:lnTo>
                    <a:lnTo>
                      <a:pt x="9458" y="7240"/>
                    </a:lnTo>
                    <a:lnTo>
                      <a:pt x="9354" y="7261"/>
                    </a:lnTo>
                    <a:lnTo>
                      <a:pt x="9270" y="7261"/>
                    </a:lnTo>
                    <a:lnTo>
                      <a:pt x="9144" y="7114"/>
                    </a:lnTo>
                    <a:lnTo>
                      <a:pt x="9040" y="7114"/>
                    </a:lnTo>
                    <a:lnTo>
                      <a:pt x="9019" y="7344"/>
                    </a:lnTo>
                    <a:lnTo>
                      <a:pt x="8935" y="7449"/>
                    </a:lnTo>
                    <a:lnTo>
                      <a:pt x="8684" y="7491"/>
                    </a:lnTo>
                    <a:lnTo>
                      <a:pt x="8370" y="7449"/>
                    </a:lnTo>
                    <a:lnTo>
                      <a:pt x="8015" y="7449"/>
                    </a:lnTo>
                    <a:lnTo>
                      <a:pt x="7805" y="7365"/>
                    </a:lnTo>
                    <a:lnTo>
                      <a:pt x="7763" y="7323"/>
                    </a:lnTo>
                    <a:lnTo>
                      <a:pt x="7784" y="7219"/>
                    </a:lnTo>
                    <a:lnTo>
                      <a:pt x="7701" y="7072"/>
                    </a:lnTo>
                    <a:lnTo>
                      <a:pt x="7450" y="7051"/>
                    </a:lnTo>
                    <a:lnTo>
                      <a:pt x="7240" y="7010"/>
                    </a:lnTo>
                    <a:lnTo>
                      <a:pt x="7136" y="6926"/>
                    </a:lnTo>
                    <a:lnTo>
                      <a:pt x="6947" y="6926"/>
                    </a:lnTo>
                    <a:lnTo>
                      <a:pt x="6906" y="6968"/>
                    </a:lnTo>
                    <a:lnTo>
                      <a:pt x="6843" y="7030"/>
                    </a:lnTo>
                    <a:lnTo>
                      <a:pt x="6759" y="6947"/>
                    </a:lnTo>
                    <a:lnTo>
                      <a:pt x="6592" y="6926"/>
                    </a:lnTo>
                    <a:lnTo>
                      <a:pt x="6487" y="6926"/>
                    </a:lnTo>
                    <a:cubicBezTo>
                      <a:pt x="6403" y="6842"/>
                      <a:pt x="6320" y="6758"/>
                      <a:pt x="6278" y="6654"/>
                    </a:cubicBezTo>
                    <a:lnTo>
                      <a:pt x="6278" y="6486"/>
                    </a:lnTo>
                    <a:lnTo>
                      <a:pt x="6320" y="6173"/>
                    </a:lnTo>
                    <a:lnTo>
                      <a:pt x="6278" y="5963"/>
                    </a:lnTo>
                    <a:lnTo>
                      <a:pt x="6382" y="5712"/>
                    </a:lnTo>
                    <a:lnTo>
                      <a:pt x="6320" y="5649"/>
                    </a:lnTo>
                    <a:lnTo>
                      <a:pt x="6320" y="5461"/>
                    </a:lnTo>
                    <a:lnTo>
                      <a:pt x="6424" y="5398"/>
                    </a:lnTo>
                    <a:lnTo>
                      <a:pt x="6487" y="5336"/>
                    </a:lnTo>
                    <a:lnTo>
                      <a:pt x="6445" y="5231"/>
                    </a:lnTo>
                    <a:lnTo>
                      <a:pt x="6382" y="5168"/>
                    </a:lnTo>
                    <a:lnTo>
                      <a:pt x="6278" y="5085"/>
                    </a:lnTo>
                    <a:lnTo>
                      <a:pt x="6215" y="4959"/>
                    </a:lnTo>
                    <a:lnTo>
                      <a:pt x="6131" y="4938"/>
                    </a:lnTo>
                    <a:lnTo>
                      <a:pt x="6110" y="4854"/>
                    </a:lnTo>
                    <a:lnTo>
                      <a:pt x="6006" y="4813"/>
                    </a:lnTo>
                    <a:lnTo>
                      <a:pt x="5818" y="4833"/>
                    </a:lnTo>
                    <a:lnTo>
                      <a:pt x="5713" y="4813"/>
                    </a:lnTo>
                    <a:lnTo>
                      <a:pt x="5692" y="4624"/>
                    </a:lnTo>
                    <a:lnTo>
                      <a:pt x="5608" y="4520"/>
                    </a:lnTo>
                    <a:lnTo>
                      <a:pt x="5546" y="4561"/>
                    </a:lnTo>
                    <a:lnTo>
                      <a:pt x="5587" y="4457"/>
                    </a:lnTo>
                    <a:lnTo>
                      <a:pt x="5483" y="4415"/>
                    </a:lnTo>
                    <a:lnTo>
                      <a:pt x="5462" y="4122"/>
                    </a:lnTo>
                    <a:lnTo>
                      <a:pt x="5336" y="4185"/>
                    </a:lnTo>
                    <a:lnTo>
                      <a:pt x="5274" y="4122"/>
                    </a:lnTo>
                    <a:lnTo>
                      <a:pt x="5043" y="4122"/>
                    </a:lnTo>
                    <a:lnTo>
                      <a:pt x="4855" y="3996"/>
                    </a:lnTo>
                    <a:lnTo>
                      <a:pt x="4855" y="3892"/>
                    </a:lnTo>
                    <a:lnTo>
                      <a:pt x="4960" y="3850"/>
                    </a:lnTo>
                    <a:lnTo>
                      <a:pt x="5085" y="3766"/>
                    </a:lnTo>
                    <a:lnTo>
                      <a:pt x="5002" y="3704"/>
                    </a:lnTo>
                    <a:lnTo>
                      <a:pt x="4876" y="3745"/>
                    </a:lnTo>
                    <a:lnTo>
                      <a:pt x="4813" y="3704"/>
                    </a:lnTo>
                    <a:lnTo>
                      <a:pt x="4667" y="3766"/>
                    </a:lnTo>
                    <a:lnTo>
                      <a:pt x="4750" y="3683"/>
                    </a:lnTo>
                    <a:lnTo>
                      <a:pt x="4876" y="3578"/>
                    </a:lnTo>
                    <a:lnTo>
                      <a:pt x="5064" y="3557"/>
                    </a:lnTo>
                    <a:lnTo>
                      <a:pt x="5043" y="3432"/>
                    </a:lnTo>
                    <a:lnTo>
                      <a:pt x="4855" y="3222"/>
                    </a:lnTo>
                    <a:lnTo>
                      <a:pt x="4750" y="3222"/>
                    </a:lnTo>
                    <a:lnTo>
                      <a:pt x="4625" y="3285"/>
                    </a:lnTo>
                    <a:lnTo>
                      <a:pt x="4478" y="3369"/>
                    </a:lnTo>
                    <a:lnTo>
                      <a:pt x="4332" y="3369"/>
                    </a:lnTo>
                    <a:lnTo>
                      <a:pt x="4416" y="3348"/>
                    </a:lnTo>
                    <a:lnTo>
                      <a:pt x="4457" y="3285"/>
                    </a:lnTo>
                    <a:lnTo>
                      <a:pt x="4520" y="3264"/>
                    </a:lnTo>
                    <a:lnTo>
                      <a:pt x="4562" y="3180"/>
                    </a:lnTo>
                    <a:lnTo>
                      <a:pt x="4541" y="3097"/>
                    </a:lnTo>
                    <a:lnTo>
                      <a:pt x="4416" y="3055"/>
                    </a:lnTo>
                    <a:lnTo>
                      <a:pt x="4206" y="3055"/>
                    </a:lnTo>
                    <a:lnTo>
                      <a:pt x="4081" y="2929"/>
                    </a:lnTo>
                    <a:lnTo>
                      <a:pt x="4081" y="2846"/>
                    </a:lnTo>
                    <a:lnTo>
                      <a:pt x="4039" y="2678"/>
                    </a:lnTo>
                    <a:lnTo>
                      <a:pt x="3809" y="2448"/>
                    </a:lnTo>
                    <a:lnTo>
                      <a:pt x="3725" y="2427"/>
                    </a:lnTo>
                    <a:lnTo>
                      <a:pt x="3662" y="2448"/>
                    </a:lnTo>
                    <a:lnTo>
                      <a:pt x="3558" y="2364"/>
                    </a:lnTo>
                    <a:lnTo>
                      <a:pt x="3516" y="2155"/>
                    </a:lnTo>
                    <a:lnTo>
                      <a:pt x="3369" y="2009"/>
                    </a:lnTo>
                    <a:lnTo>
                      <a:pt x="3160" y="1883"/>
                    </a:lnTo>
                    <a:lnTo>
                      <a:pt x="3035" y="1883"/>
                    </a:lnTo>
                    <a:lnTo>
                      <a:pt x="2993" y="1925"/>
                    </a:lnTo>
                    <a:lnTo>
                      <a:pt x="2930" y="1883"/>
                    </a:lnTo>
                    <a:lnTo>
                      <a:pt x="2888" y="1716"/>
                    </a:lnTo>
                    <a:lnTo>
                      <a:pt x="2825" y="1800"/>
                    </a:lnTo>
                    <a:lnTo>
                      <a:pt x="2763" y="1716"/>
                    </a:lnTo>
                    <a:lnTo>
                      <a:pt x="2763" y="1528"/>
                    </a:lnTo>
                    <a:lnTo>
                      <a:pt x="2658" y="1402"/>
                    </a:lnTo>
                    <a:lnTo>
                      <a:pt x="2533" y="1381"/>
                    </a:lnTo>
                    <a:lnTo>
                      <a:pt x="2470" y="1297"/>
                    </a:lnTo>
                    <a:lnTo>
                      <a:pt x="2135" y="1088"/>
                    </a:lnTo>
                    <a:lnTo>
                      <a:pt x="2030" y="1088"/>
                    </a:lnTo>
                    <a:lnTo>
                      <a:pt x="1905" y="942"/>
                    </a:lnTo>
                    <a:lnTo>
                      <a:pt x="1779" y="900"/>
                    </a:lnTo>
                    <a:lnTo>
                      <a:pt x="1737" y="837"/>
                    </a:lnTo>
                    <a:lnTo>
                      <a:pt x="1716" y="649"/>
                    </a:lnTo>
                    <a:lnTo>
                      <a:pt x="1612" y="586"/>
                    </a:lnTo>
                    <a:lnTo>
                      <a:pt x="1528" y="460"/>
                    </a:lnTo>
                    <a:lnTo>
                      <a:pt x="1486" y="439"/>
                    </a:lnTo>
                    <a:lnTo>
                      <a:pt x="1403" y="272"/>
                    </a:lnTo>
                    <a:lnTo>
                      <a:pt x="1277" y="230"/>
                    </a:lnTo>
                    <a:lnTo>
                      <a:pt x="1152" y="230"/>
                    </a:lnTo>
                    <a:lnTo>
                      <a:pt x="1068" y="251"/>
                    </a:lnTo>
                    <a:lnTo>
                      <a:pt x="1005" y="209"/>
                    </a:lnTo>
                    <a:lnTo>
                      <a:pt x="859" y="209"/>
                    </a:lnTo>
                    <a:lnTo>
                      <a:pt x="670" y="251"/>
                    </a:lnTo>
                    <a:lnTo>
                      <a:pt x="587" y="209"/>
                    </a:lnTo>
                    <a:lnTo>
                      <a:pt x="336" y="21"/>
                    </a:lnTo>
                    <a:lnTo>
                      <a:pt x="10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30" name="Google Shape;1830;p60"/>
            <p:cNvSpPr/>
            <p:nvPr/>
          </p:nvSpPr>
          <p:spPr>
            <a:xfrm>
              <a:off x="4437231" y="3100607"/>
              <a:ext cx="29912" cy="37370"/>
            </a:xfrm>
            <a:custGeom>
              <a:rect b="b" l="l" r="r" t="t"/>
              <a:pathLst>
                <a:path extrusionOk="0" h="3286" w="2512">
                  <a:moveTo>
                    <a:pt x="126" y="0"/>
                  </a:moveTo>
                  <a:lnTo>
                    <a:pt x="42" y="84"/>
                  </a:lnTo>
                  <a:lnTo>
                    <a:pt x="0" y="210"/>
                  </a:lnTo>
                  <a:lnTo>
                    <a:pt x="126" y="419"/>
                  </a:lnTo>
                  <a:lnTo>
                    <a:pt x="189" y="879"/>
                  </a:lnTo>
                  <a:lnTo>
                    <a:pt x="251" y="1047"/>
                  </a:lnTo>
                  <a:lnTo>
                    <a:pt x="314" y="1172"/>
                  </a:lnTo>
                  <a:lnTo>
                    <a:pt x="314" y="1360"/>
                  </a:lnTo>
                  <a:lnTo>
                    <a:pt x="251" y="1402"/>
                  </a:lnTo>
                  <a:lnTo>
                    <a:pt x="293" y="1507"/>
                  </a:lnTo>
                  <a:lnTo>
                    <a:pt x="356" y="1611"/>
                  </a:lnTo>
                  <a:lnTo>
                    <a:pt x="335" y="1674"/>
                  </a:lnTo>
                  <a:lnTo>
                    <a:pt x="419" y="1758"/>
                  </a:lnTo>
                  <a:lnTo>
                    <a:pt x="565" y="1863"/>
                  </a:lnTo>
                  <a:lnTo>
                    <a:pt x="649" y="2009"/>
                  </a:lnTo>
                  <a:lnTo>
                    <a:pt x="754" y="2072"/>
                  </a:lnTo>
                  <a:lnTo>
                    <a:pt x="837" y="2176"/>
                  </a:lnTo>
                  <a:lnTo>
                    <a:pt x="754" y="2281"/>
                  </a:lnTo>
                  <a:lnTo>
                    <a:pt x="733" y="2344"/>
                  </a:lnTo>
                  <a:lnTo>
                    <a:pt x="816" y="2407"/>
                  </a:lnTo>
                  <a:lnTo>
                    <a:pt x="1005" y="2490"/>
                  </a:lnTo>
                  <a:lnTo>
                    <a:pt x="1193" y="2616"/>
                  </a:lnTo>
                  <a:lnTo>
                    <a:pt x="1172" y="2720"/>
                  </a:lnTo>
                  <a:lnTo>
                    <a:pt x="1339" y="2867"/>
                  </a:lnTo>
                  <a:lnTo>
                    <a:pt x="1486" y="2867"/>
                  </a:lnTo>
                  <a:lnTo>
                    <a:pt x="1528" y="2909"/>
                  </a:lnTo>
                  <a:lnTo>
                    <a:pt x="1611" y="3013"/>
                  </a:lnTo>
                  <a:lnTo>
                    <a:pt x="1800" y="3118"/>
                  </a:lnTo>
                  <a:lnTo>
                    <a:pt x="1988" y="3139"/>
                  </a:lnTo>
                  <a:lnTo>
                    <a:pt x="2051" y="3223"/>
                  </a:lnTo>
                  <a:lnTo>
                    <a:pt x="2197" y="3264"/>
                  </a:lnTo>
                  <a:lnTo>
                    <a:pt x="2218" y="3244"/>
                  </a:lnTo>
                  <a:lnTo>
                    <a:pt x="2281" y="3285"/>
                  </a:lnTo>
                  <a:lnTo>
                    <a:pt x="2386" y="3223"/>
                  </a:lnTo>
                  <a:lnTo>
                    <a:pt x="2386" y="3181"/>
                  </a:lnTo>
                  <a:lnTo>
                    <a:pt x="2344" y="3181"/>
                  </a:lnTo>
                  <a:lnTo>
                    <a:pt x="2386" y="3118"/>
                  </a:lnTo>
                  <a:lnTo>
                    <a:pt x="2323" y="3076"/>
                  </a:lnTo>
                  <a:lnTo>
                    <a:pt x="2407" y="3118"/>
                  </a:lnTo>
                  <a:lnTo>
                    <a:pt x="2407" y="3181"/>
                  </a:lnTo>
                  <a:lnTo>
                    <a:pt x="2407" y="3223"/>
                  </a:lnTo>
                  <a:lnTo>
                    <a:pt x="2511" y="3244"/>
                  </a:lnTo>
                  <a:lnTo>
                    <a:pt x="2511" y="3118"/>
                  </a:lnTo>
                  <a:lnTo>
                    <a:pt x="2386" y="2846"/>
                  </a:lnTo>
                  <a:lnTo>
                    <a:pt x="2344" y="2846"/>
                  </a:lnTo>
                  <a:lnTo>
                    <a:pt x="2344" y="2804"/>
                  </a:lnTo>
                  <a:lnTo>
                    <a:pt x="2323" y="2762"/>
                  </a:lnTo>
                  <a:lnTo>
                    <a:pt x="2281" y="2741"/>
                  </a:lnTo>
                  <a:lnTo>
                    <a:pt x="2239" y="2553"/>
                  </a:lnTo>
                  <a:lnTo>
                    <a:pt x="2281" y="2511"/>
                  </a:lnTo>
                  <a:lnTo>
                    <a:pt x="2239" y="2448"/>
                  </a:lnTo>
                  <a:lnTo>
                    <a:pt x="2176" y="2448"/>
                  </a:lnTo>
                  <a:lnTo>
                    <a:pt x="2009" y="2344"/>
                  </a:lnTo>
                  <a:lnTo>
                    <a:pt x="1967" y="2197"/>
                  </a:lnTo>
                  <a:lnTo>
                    <a:pt x="1967" y="1904"/>
                  </a:lnTo>
                  <a:lnTo>
                    <a:pt x="1904" y="1821"/>
                  </a:lnTo>
                  <a:lnTo>
                    <a:pt x="1904" y="1716"/>
                  </a:lnTo>
                  <a:lnTo>
                    <a:pt x="1925" y="1674"/>
                  </a:lnTo>
                  <a:lnTo>
                    <a:pt x="1904" y="1381"/>
                  </a:lnTo>
                  <a:lnTo>
                    <a:pt x="1967" y="1339"/>
                  </a:lnTo>
                  <a:lnTo>
                    <a:pt x="1904" y="1088"/>
                  </a:lnTo>
                  <a:lnTo>
                    <a:pt x="1779" y="879"/>
                  </a:lnTo>
                  <a:lnTo>
                    <a:pt x="1360" y="461"/>
                  </a:lnTo>
                  <a:lnTo>
                    <a:pt x="1277" y="314"/>
                  </a:lnTo>
                  <a:lnTo>
                    <a:pt x="1235" y="335"/>
                  </a:lnTo>
                  <a:lnTo>
                    <a:pt x="1172" y="398"/>
                  </a:lnTo>
                  <a:lnTo>
                    <a:pt x="1088" y="398"/>
                  </a:lnTo>
                  <a:lnTo>
                    <a:pt x="1067" y="419"/>
                  </a:lnTo>
                  <a:lnTo>
                    <a:pt x="1067" y="523"/>
                  </a:lnTo>
                  <a:lnTo>
                    <a:pt x="984" y="565"/>
                  </a:lnTo>
                  <a:lnTo>
                    <a:pt x="921" y="523"/>
                  </a:lnTo>
                  <a:lnTo>
                    <a:pt x="816" y="523"/>
                  </a:lnTo>
                  <a:lnTo>
                    <a:pt x="670" y="628"/>
                  </a:lnTo>
                  <a:lnTo>
                    <a:pt x="523" y="607"/>
                  </a:lnTo>
                  <a:lnTo>
                    <a:pt x="523" y="523"/>
                  </a:lnTo>
                  <a:lnTo>
                    <a:pt x="607" y="440"/>
                  </a:lnTo>
                  <a:lnTo>
                    <a:pt x="607" y="251"/>
                  </a:lnTo>
                  <a:lnTo>
                    <a:pt x="544" y="189"/>
                  </a:lnTo>
                  <a:lnTo>
                    <a:pt x="419" y="189"/>
                  </a:lnTo>
                  <a:lnTo>
                    <a:pt x="398" y="126"/>
                  </a:lnTo>
                  <a:lnTo>
                    <a:pt x="231" y="84"/>
                  </a:lnTo>
                  <a:lnTo>
                    <a:pt x="12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60"/>
            <p:cNvSpPr/>
            <p:nvPr/>
          </p:nvSpPr>
          <p:spPr>
            <a:xfrm>
              <a:off x="4503746" y="3099174"/>
              <a:ext cx="65289" cy="42135"/>
            </a:xfrm>
            <a:custGeom>
              <a:rect b="b" l="l" r="r" t="t"/>
              <a:pathLst>
                <a:path extrusionOk="0" h="3705" w="5483">
                  <a:moveTo>
                    <a:pt x="4186" y="1"/>
                  </a:moveTo>
                  <a:lnTo>
                    <a:pt x="4144" y="22"/>
                  </a:lnTo>
                  <a:lnTo>
                    <a:pt x="4165" y="126"/>
                  </a:lnTo>
                  <a:lnTo>
                    <a:pt x="4039" y="252"/>
                  </a:lnTo>
                  <a:lnTo>
                    <a:pt x="3976" y="231"/>
                  </a:lnTo>
                  <a:lnTo>
                    <a:pt x="4039" y="126"/>
                  </a:lnTo>
                  <a:lnTo>
                    <a:pt x="4018" y="43"/>
                  </a:lnTo>
                  <a:lnTo>
                    <a:pt x="3935" y="43"/>
                  </a:lnTo>
                  <a:lnTo>
                    <a:pt x="3851" y="273"/>
                  </a:lnTo>
                  <a:lnTo>
                    <a:pt x="3767" y="315"/>
                  </a:lnTo>
                  <a:lnTo>
                    <a:pt x="3642" y="587"/>
                  </a:lnTo>
                  <a:lnTo>
                    <a:pt x="3642" y="754"/>
                  </a:lnTo>
                  <a:lnTo>
                    <a:pt x="3432" y="963"/>
                  </a:lnTo>
                  <a:lnTo>
                    <a:pt x="3328" y="963"/>
                  </a:lnTo>
                  <a:lnTo>
                    <a:pt x="3140" y="1005"/>
                  </a:lnTo>
                  <a:lnTo>
                    <a:pt x="3098" y="1089"/>
                  </a:lnTo>
                  <a:lnTo>
                    <a:pt x="3181" y="1089"/>
                  </a:lnTo>
                  <a:lnTo>
                    <a:pt x="3119" y="1152"/>
                  </a:lnTo>
                  <a:lnTo>
                    <a:pt x="3181" y="1173"/>
                  </a:lnTo>
                  <a:lnTo>
                    <a:pt x="3307" y="1152"/>
                  </a:lnTo>
                  <a:lnTo>
                    <a:pt x="3244" y="1214"/>
                  </a:lnTo>
                  <a:lnTo>
                    <a:pt x="3181" y="1277"/>
                  </a:lnTo>
                  <a:lnTo>
                    <a:pt x="3140" y="1298"/>
                  </a:lnTo>
                  <a:lnTo>
                    <a:pt x="3140" y="1319"/>
                  </a:lnTo>
                  <a:lnTo>
                    <a:pt x="3223" y="1528"/>
                  </a:lnTo>
                  <a:lnTo>
                    <a:pt x="3181" y="1633"/>
                  </a:lnTo>
                  <a:lnTo>
                    <a:pt x="3098" y="1591"/>
                  </a:lnTo>
                  <a:lnTo>
                    <a:pt x="3098" y="1465"/>
                  </a:lnTo>
                  <a:lnTo>
                    <a:pt x="3077" y="1361"/>
                  </a:lnTo>
                  <a:lnTo>
                    <a:pt x="3035" y="1361"/>
                  </a:lnTo>
                  <a:lnTo>
                    <a:pt x="3035" y="1319"/>
                  </a:lnTo>
                  <a:lnTo>
                    <a:pt x="2993" y="1319"/>
                  </a:lnTo>
                  <a:lnTo>
                    <a:pt x="2930" y="1424"/>
                  </a:lnTo>
                  <a:lnTo>
                    <a:pt x="2972" y="1675"/>
                  </a:lnTo>
                  <a:lnTo>
                    <a:pt x="2909" y="1717"/>
                  </a:lnTo>
                  <a:lnTo>
                    <a:pt x="2805" y="1612"/>
                  </a:lnTo>
                  <a:lnTo>
                    <a:pt x="2700" y="1465"/>
                  </a:lnTo>
                  <a:lnTo>
                    <a:pt x="2658" y="1465"/>
                  </a:lnTo>
                  <a:lnTo>
                    <a:pt x="2554" y="1403"/>
                  </a:lnTo>
                  <a:lnTo>
                    <a:pt x="2470" y="1507"/>
                  </a:lnTo>
                  <a:lnTo>
                    <a:pt x="2470" y="1633"/>
                  </a:lnTo>
                  <a:lnTo>
                    <a:pt x="2344" y="1779"/>
                  </a:lnTo>
                  <a:lnTo>
                    <a:pt x="2261" y="1884"/>
                  </a:lnTo>
                  <a:lnTo>
                    <a:pt x="2093" y="2030"/>
                  </a:lnTo>
                  <a:lnTo>
                    <a:pt x="2072" y="2135"/>
                  </a:lnTo>
                  <a:lnTo>
                    <a:pt x="1926" y="2323"/>
                  </a:lnTo>
                  <a:lnTo>
                    <a:pt x="1779" y="2449"/>
                  </a:lnTo>
                  <a:lnTo>
                    <a:pt x="1319" y="2554"/>
                  </a:lnTo>
                  <a:lnTo>
                    <a:pt x="1256" y="2574"/>
                  </a:lnTo>
                  <a:lnTo>
                    <a:pt x="1298" y="2742"/>
                  </a:lnTo>
                  <a:lnTo>
                    <a:pt x="1340" y="2784"/>
                  </a:lnTo>
                  <a:lnTo>
                    <a:pt x="1256" y="2763"/>
                  </a:lnTo>
                  <a:lnTo>
                    <a:pt x="1173" y="2826"/>
                  </a:lnTo>
                  <a:lnTo>
                    <a:pt x="1047" y="2846"/>
                  </a:lnTo>
                  <a:lnTo>
                    <a:pt x="984" y="2888"/>
                  </a:lnTo>
                  <a:lnTo>
                    <a:pt x="943" y="3035"/>
                  </a:lnTo>
                  <a:lnTo>
                    <a:pt x="943" y="3181"/>
                  </a:lnTo>
                  <a:lnTo>
                    <a:pt x="838" y="3349"/>
                  </a:lnTo>
                  <a:lnTo>
                    <a:pt x="838" y="3370"/>
                  </a:lnTo>
                  <a:lnTo>
                    <a:pt x="629" y="3349"/>
                  </a:lnTo>
                  <a:lnTo>
                    <a:pt x="399" y="3265"/>
                  </a:lnTo>
                  <a:lnTo>
                    <a:pt x="210" y="3265"/>
                  </a:lnTo>
                  <a:lnTo>
                    <a:pt x="168" y="3181"/>
                  </a:lnTo>
                  <a:lnTo>
                    <a:pt x="64" y="3056"/>
                  </a:lnTo>
                  <a:lnTo>
                    <a:pt x="1" y="3077"/>
                  </a:lnTo>
                  <a:lnTo>
                    <a:pt x="127" y="3286"/>
                  </a:lnTo>
                  <a:lnTo>
                    <a:pt x="315" y="3411"/>
                  </a:lnTo>
                  <a:lnTo>
                    <a:pt x="357" y="3474"/>
                  </a:lnTo>
                  <a:lnTo>
                    <a:pt x="482" y="3579"/>
                  </a:lnTo>
                  <a:lnTo>
                    <a:pt x="503" y="3683"/>
                  </a:lnTo>
                  <a:lnTo>
                    <a:pt x="608" y="3704"/>
                  </a:lnTo>
                  <a:lnTo>
                    <a:pt x="775" y="3662"/>
                  </a:lnTo>
                  <a:lnTo>
                    <a:pt x="796" y="3579"/>
                  </a:lnTo>
                  <a:lnTo>
                    <a:pt x="922" y="3600"/>
                  </a:lnTo>
                  <a:lnTo>
                    <a:pt x="1005" y="3558"/>
                  </a:lnTo>
                  <a:lnTo>
                    <a:pt x="1319" y="3579"/>
                  </a:lnTo>
                  <a:lnTo>
                    <a:pt x="1654" y="3453"/>
                  </a:lnTo>
                  <a:lnTo>
                    <a:pt x="1738" y="3370"/>
                  </a:lnTo>
                  <a:lnTo>
                    <a:pt x="2031" y="3370"/>
                  </a:lnTo>
                  <a:lnTo>
                    <a:pt x="2156" y="3411"/>
                  </a:lnTo>
                  <a:lnTo>
                    <a:pt x="2198" y="3495"/>
                  </a:lnTo>
                  <a:lnTo>
                    <a:pt x="2344" y="3495"/>
                  </a:lnTo>
                  <a:lnTo>
                    <a:pt x="2575" y="3370"/>
                  </a:lnTo>
                  <a:lnTo>
                    <a:pt x="2868" y="3307"/>
                  </a:lnTo>
                  <a:lnTo>
                    <a:pt x="2826" y="3244"/>
                  </a:lnTo>
                  <a:lnTo>
                    <a:pt x="3077" y="2888"/>
                  </a:lnTo>
                  <a:lnTo>
                    <a:pt x="3140" y="2637"/>
                  </a:lnTo>
                  <a:lnTo>
                    <a:pt x="3328" y="2365"/>
                  </a:lnTo>
                  <a:lnTo>
                    <a:pt x="3453" y="1926"/>
                  </a:lnTo>
                  <a:lnTo>
                    <a:pt x="3453" y="1842"/>
                  </a:lnTo>
                  <a:lnTo>
                    <a:pt x="3516" y="1737"/>
                  </a:lnTo>
                  <a:lnTo>
                    <a:pt x="3516" y="1675"/>
                  </a:lnTo>
                  <a:lnTo>
                    <a:pt x="3621" y="1528"/>
                  </a:lnTo>
                  <a:lnTo>
                    <a:pt x="3725" y="1570"/>
                  </a:lnTo>
                  <a:lnTo>
                    <a:pt x="4165" y="1570"/>
                  </a:lnTo>
                  <a:lnTo>
                    <a:pt x="4228" y="1612"/>
                  </a:lnTo>
                  <a:lnTo>
                    <a:pt x="4374" y="1612"/>
                  </a:lnTo>
                  <a:lnTo>
                    <a:pt x="4500" y="1633"/>
                  </a:lnTo>
                  <a:lnTo>
                    <a:pt x="4500" y="1591"/>
                  </a:lnTo>
                  <a:lnTo>
                    <a:pt x="4667" y="1675"/>
                  </a:lnTo>
                  <a:lnTo>
                    <a:pt x="4751" y="1696"/>
                  </a:lnTo>
                  <a:lnTo>
                    <a:pt x="4876" y="1633"/>
                  </a:lnTo>
                  <a:lnTo>
                    <a:pt x="5023" y="1612"/>
                  </a:lnTo>
                  <a:lnTo>
                    <a:pt x="5023" y="1528"/>
                  </a:lnTo>
                  <a:lnTo>
                    <a:pt x="4876" y="1403"/>
                  </a:lnTo>
                  <a:lnTo>
                    <a:pt x="4876" y="1277"/>
                  </a:lnTo>
                  <a:lnTo>
                    <a:pt x="4918" y="1214"/>
                  </a:lnTo>
                  <a:lnTo>
                    <a:pt x="5169" y="1256"/>
                  </a:lnTo>
                  <a:lnTo>
                    <a:pt x="5357" y="1193"/>
                  </a:lnTo>
                  <a:lnTo>
                    <a:pt x="5483" y="1089"/>
                  </a:lnTo>
                  <a:lnTo>
                    <a:pt x="5441" y="1005"/>
                  </a:lnTo>
                  <a:lnTo>
                    <a:pt x="5357" y="1005"/>
                  </a:lnTo>
                  <a:lnTo>
                    <a:pt x="5232" y="984"/>
                  </a:lnTo>
                  <a:lnTo>
                    <a:pt x="5127" y="880"/>
                  </a:lnTo>
                  <a:lnTo>
                    <a:pt x="5023" y="901"/>
                  </a:lnTo>
                  <a:lnTo>
                    <a:pt x="4897" y="775"/>
                  </a:lnTo>
                  <a:lnTo>
                    <a:pt x="4813" y="775"/>
                  </a:lnTo>
                  <a:lnTo>
                    <a:pt x="4709" y="859"/>
                  </a:lnTo>
                  <a:lnTo>
                    <a:pt x="4667" y="796"/>
                  </a:lnTo>
                  <a:lnTo>
                    <a:pt x="4792" y="691"/>
                  </a:lnTo>
                  <a:lnTo>
                    <a:pt x="4709" y="629"/>
                  </a:lnTo>
                  <a:lnTo>
                    <a:pt x="4688" y="649"/>
                  </a:lnTo>
                  <a:lnTo>
                    <a:pt x="4604" y="754"/>
                  </a:lnTo>
                  <a:lnTo>
                    <a:pt x="4562" y="670"/>
                  </a:lnTo>
                  <a:lnTo>
                    <a:pt x="4500" y="670"/>
                  </a:lnTo>
                  <a:lnTo>
                    <a:pt x="4500" y="482"/>
                  </a:lnTo>
                  <a:lnTo>
                    <a:pt x="4604" y="461"/>
                  </a:lnTo>
                  <a:lnTo>
                    <a:pt x="4604" y="377"/>
                  </a:lnTo>
                  <a:lnTo>
                    <a:pt x="4458" y="273"/>
                  </a:lnTo>
                  <a:lnTo>
                    <a:pt x="4437" y="336"/>
                  </a:lnTo>
                  <a:lnTo>
                    <a:pt x="4290" y="231"/>
                  </a:lnTo>
                  <a:lnTo>
                    <a:pt x="4290" y="64"/>
                  </a:lnTo>
                  <a:lnTo>
                    <a:pt x="418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60"/>
            <p:cNvSpPr/>
            <p:nvPr/>
          </p:nvSpPr>
          <p:spPr>
            <a:xfrm>
              <a:off x="4442708" y="2983061"/>
              <a:ext cx="56823" cy="104945"/>
            </a:xfrm>
            <a:custGeom>
              <a:rect b="b" l="l" r="r" t="t"/>
              <a:pathLst>
                <a:path extrusionOk="0" h="9228" w="4772">
                  <a:moveTo>
                    <a:pt x="1821" y="0"/>
                  </a:moveTo>
                  <a:lnTo>
                    <a:pt x="1737" y="84"/>
                  </a:lnTo>
                  <a:lnTo>
                    <a:pt x="1591" y="84"/>
                  </a:lnTo>
                  <a:lnTo>
                    <a:pt x="1465" y="126"/>
                  </a:lnTo>
                  <a:lnTo>
                    <a:pt x="1507" y="314"/>
                  </a:lnTo>
                  <a:lnTo>
                    <a:pt x="1298" y="398"/>
                  </a:lnTo>
                  <a:lnTo>
                    <a:pt x="1193" y="314"/>
                  </a:lnTo>
                  <a:lnTo>
                    <a:pt x="1026" y="377"/>
                  </a:lnTo>
                  <a:lnTo>
                    <a:pt x="1026" y="440"/>
                  </a:lnTo>
                  <a:lnTo>
                    <a:pt x="900" y="502"/>
                  </a:lnTo>
                  <a:lnTo>
                    <a:pt x="879" y="419"/>
                  </a:lnTo>
                  <a:lnTo>
                    <a:pt x="796" y="419"/>
                  </a:lnTo>
                  <a:lnTo>
                    <a:pt x="733" y="502"/>
                  </a:lnTo>
                  <a:lnTo>
                    <a:pt x="607" y="398"/>
                  </a:lnTo>
                  <a:lnTo>
                    <a:pt x="524" y="440"/>
                  </a:lnTo>
                  <a:lnTo>
                    <a:pt x="503" y="544"/>
                  </a:lnTo>
                  <a:lnTo>
                    <a:pt x="419" y="544"/>
                  </a:lnTo>
                  <a:lnTo>
                    <a:pt x="377" y="523"/>
                  </a:lnTo>
                  <a:lnTo>
                    <a:pt x="398" y="440"/>
                  </a:lnTo>
                  <a:lnTo>
                    <a:pt x="315" y="419"/>
                  </a:lnTo>
                  <a:lnTo>
                    <a:pt x="189" y="481"/>
                  </a:lnTo>
                  <a:lnTo>
                    <a:pt x="147" y="523"/>
                  </a:lnTo>
                  <a:lnTo>
                    <a:pt x="105" y="586"/>
                  </a:lnTo>
                  <a:lnTo>
                    <a:pt x="63" y="607"/>
                  </a:lnTo>
                  <a:lnTo>
                    <a:pt x="1" y="628"/>
                  </a:lnTo>
                  <a:lnTo>
                    <a:pt x="63" y="712"/>
                  </a:lnTo>
                  <a:lnTo>
                    <a:pt x="252" y="795"/>
                  </a:lnTo>
                  <a:lnTo>
                    <a:pt x="356" y="942"/>
                  </a:lnTo>
                  <a:lnTo>
                    <a:pt x="461" y="1025"/>
                  </a:lnTo>
                  <a:lnTo>
                    <a:pt x="482" y="1151"/>
                  </a:lnTo>
                  <a:lnTo>
                    <a:pt x="419" y="1235"/>
                  </a:lnTo>
                  <a:lnTo>
                    <a:pt x="628" y="1423"/>
                  </a:lnTo>
                  <a:lnTo>
                    <a:pt x="733" y="1632"/>
                  </a:lnTo>
                  <a:lnTo>
                    <a:pt x="984" y="1632"/>
                  </a:lnTo>
                  <a:lnTo>
                    <a:pt x="1131" y="1674"/>
                  </a:lnTo>
                  <a:lnTo>
                    <a:pt x="1256" y="1590"/>
                  </a:lnTo>
                  <a:lnTo>
                    <a:pt x="1423" y="1590"/>
                  </a:lnTo>
                  <a:lnTo>
                    <a:pt x="1507" y="1695"/>
                  </a:lnTo>
                  <a:lnTo>
                    <a:pt x="1654" y="1737"/>
                  </a:lnTo>
                  <a:lnTo>
                    <a:pt x="1675" y="1841"/>
                  </a:lnTo>
                  <a:lnTo>
                    <a:pt x="1654" y="1946"/>
                  </a:lnTo>
                  <a:lnTo>
                    <a:pt x="1842" y="1988"/>
                  </a:lnTo>
                  <a:lnTo>
                    <a:pt x="1842" y="2072"/>
                  </a:lnTo>
                  <a:lnTo>
                    <a:pt x="1758" y="2092"/>
                  </a:lnTo>
                  <a:lnTo>
                    <a:pt x="1675" y="2302"/>
                  </a:lnTo>
                  <a:lnTo>
                    <a:pt x="1633" y="2385"/>
                  </a:lnTo>
                  <a:lnTo>
                    <a:pt x="1507" y="2385"/>
                  </a:lnTo>
                  <a:lnTo>
                    <a:pt x="1340" y="2469"/>
                  </a:lnTo>
                  <a:lnTo>
                    <a:pt x="1256" y="2469"/>
                  </a:lnTo>
                  <a:lnTo>
                    <a:pt x="1256" y="2532"/>
                  </a:lnTo>
                  <a:lnTo>
                    <a:pt x="1403" y="2699"/>
                  </a:lnTo>
                  <a:lnTo>
                    <a:pt x="1319" y="2783"/>
                  </a:lnTo>
                  <a:lnTo>
                    <a:pt x="1340" y="2846"/>
                  </a:lnTo>
                  <a:lnTo>
                    <a:pt x="1423" y="2846"/>
                  </a:lnTo>
                  <a:lnTo>
                    <a:pt x="1507" y="3013"/>
                  </a:lnTo>
                  <a:lnTo>
                    <a:pt x="1675" y="3013"/>
                  </a:lnTo>
                  <a:lnTo>
                    <a:pt x="1863" y="3118"/>
                  </a:lnTo>
                  <a:lnTo>
                    <a:pt x="1968" y="3118"/>
                  </a:lnTo>
                  <a:lnTo>
                    <a:pt x="2114" y="3327"/>
                  </a:lnTo>
                  <a:lnTo>
                    <a:pt x="2281" y="3411"/>
                  </a:lnTo>
                  <a:lnTo>
                    <a:pt x="2407" y="3557"/>
                  </a:lnTo>
                  <a:lnTo>
                    <a:pt x="2386" y="3641"/>
                  </a:lnTo>
                  <a:lnTo>
                    <a:pt x="2574" y="3850"/>
                  </a:lnTo>
                  <a:lnTo>
                    <a:pt x="2616" y="3976"/>
                  </a:lnTo>
                  <a:lnTo>
                    <a:pt x="2700" y="4038"/>
                  </a:lnTo>
                  <a:lnTo>
                    <a:pt x="2825" y="4038"/>
                  </a:lnTo>
                  <a:lnTo>
                    <a:pt x="2909" y="4143"/>
                  </a:lnTo>
                  <a:lnTo>
                    <a:pt x="2909" y="4206"/>
                  </a:lnTo>
                  <a:lnTo>
                    <a:pt x="2993" y="4289"/>
                  </a:lnTo>
                  <a:lnTo>
                    <a:pt x="3035" y="4289"/>
                  </a:lnTo>
                  <a:lnTo>
                    <a:pt x="3118" y="4310"/>
                  </a:lnTo>
                  <a:lnTo>
                    <a:pt x="3097" y="4415"/>
                  </a:lnTo>
                  <a:lnTo>
                    <a:pt x="3139" y="4478"/>
                  </a:lnTo>
                  <a:lnTo>
                    <a:pt x="3286" y="4478"/>
                  </a:lnTo>
                  <a:lnTo>
                    <a:pt x="3348" y="4582"/>
                  </a:lnTo>
                  <a:lnTo>
                    <a:pt x="3411" y="4603"/>
                  </a:lnTo>
                  <a:lnTo>
                    <a:pt x="3516" y="4561"/>
                  </a:lnTo>
                  <a:lnTo>
                    <a:pt x="3558" y="4624"/>
                  </a:lnTo>
                  <a:lnTo>
                    <a:pt x="3495" y="4708"/>
                  </a:lnTo>
                  <a:lnTo>
                    <a:pt x="3453" y="4875"/>
                  </a:lnTo>
                  <a:lnTo>
                    <a:pt x="3516" y="4938"/>
                  </a:lnTo>
                  <a:lnTo>
                    <a:pt x="3600" y="4938"/>
                  </a:lnTo>
                  <a:lnTo>
                    <a:pt x="3600" y="5105"/>
                  </a:lnTo>
                  <a:lnTo>
                    <a:pt x="3432" y="5231"/>
                  </a:lnTo>
                  <a:lnTo>
                    <a:pt x="3453" y="5357"/>
                  </a:lnTo>
                  <a:lnTo>
                    <a:pt x="3495" y="5440"/>
                  </a:lnTo>
                  <a:lnTo>
                    <a:pt x="3516" y="5629"/>
                  </a:lnTo>
                  <a:lnTo>
                    <a:pt x="3411" y="5670"/>
                  </a:lnTo>
                  <a:lnTo>
                    <a:pt x="3390" y="5670"/>
                  </a:lnTo>
                  <a:lnTo>
                    <a:pt x="3453" y="5859"/>
                  </a:lnTo>
                  <a:lnTo>
                    <a:pt x="3558" y="5921"/>
                  </a:lnTo>
                  <a:lnTo>
                    <a:pt x="3662" y="6152"/>
                  </a:lnTo>
                  <a:lnTo>
                    <a:pt x="3641" y="6340"/>
                  </a:lnTo>
                  <a:lnTo>
                    <a:pt x="3662" y="6445"/>
                  </a:lnTo>
                  <a:lnTo>
                    <a:pt x="3641" y="6591"/>
                  </a:lnTo>
                  <a:lnTo>
                    <a:pt x="3662" y="6717"/>
                  </a:lnTo>
                  <a:lnTo>
                    <a:pt x="3558" y="6905"/>
                  </a:lnTo>
                  <a:lnTo>
                    <a:pt x="3495" y="6926"/>
                  </a:lnTo>
                  <a:lnTo>
                    <a:pt x="3453" y="7010"/>
                  </a:lnTo>
                  <a:lnTo>
                    <a:pt x="3307" y="7072"/>
                  </a:lnTo>
                  <a:lnTo>
                    <a:pt x="3139" y="7177"/>
                  </a:lnTo>
                  <a:lnTo>
                    <a:pt x="3076" y="7282"/>
                  </a:lnTo>
                  <a:lnTo>
                    <a:pt x="2867" y="7282"/>
                  </a:lnTo>
                  <a:lnTo>
                    <a:pt x="2763" y="7344"/>
                  </a:lnTo>
                  <a:lnTo>
                    <a:pt x="2784" y="7554"/>
                  </a:lnTo>
                  <a:lnTo>
                    <a:pt x="2909" y="7595"/>
                  </a:lnTo>
                  <a:lnTo>
                    <a:pt x="3014" y="7700"/>
                  </a:lnTo>
                  <a:lnTo>
                    <a:pt x="2993" y="7763"/>
                  </a:lnTo>
                  <a:lnTo>
                    <a:pt x="3035" y="7909"/>
                  </a:lnTo>
                  <a:lnTo>
                    <a:pt x="2867" y="7909"/>
                  </a:lnTo>
                  <a:lnTo>
                    <a:pt x="2825" y="7826"/>
                  </a:lnTo>
                  <a:lnTo>
                    <a:pt x="2721" y="7763"/>
                  </a:lnTo>
                  <a:lnTo>
                    <a:pt x="2449" y="7826"/>
                  </a:lnTo>
                  <a:lnTo>
                    <a:pt x="2386" y="7805"/>
                  </a:lnTo>
                  <a:lnTo>
                    <a:pt x="2260" y="7805"/>
                  </a:lnTo>
                  <a:lnTo>
                    <a:pt x="2198" y="7951"/>
                  </a:lnTo>
                  <a:lnTo>
                    <a:pt x="2072" y="7972"/>
                  </a:lnTo>
                  <a:lnTo>
                    <a:pt x="1968" y="8118"/>
                  </a:lnTo>
                  <a:lnTo>
                    <a:pt x="1988" y="8139"/>
                  </a:lnTo>
                  <a:lnTo>
                    <a:pt x="1988" y="8244"/>
                  </a:lnTo>
                  <a:lnTo>
                    <a:pt x="1988" y="8265"/>
                  </a:lnTo>
                  <a:lnTo>
                    <a:pt x="2093" y="8286"/>
                  </a:lnTo>
                  <a:lnTo>
                    <a:pt x="2156" y="8265"/>
                  </a:lnTo>
                  <a:lnTo>
                    <a:pt x="2198" y="8286"/>
                  </a:lnTo>
                  <a:lnTo>
                    <a:pt x="2281" y="8265"/>
                  </a:lnTo>
                  <a:lnTo>
                    <a:pt x="2407" y="8286"/>
                  </a:lnTo>
                  <a:lnTo>
                    <a:pt x="2491" y="8265"/>
                  </a:lnTo>
                  <a:lnTo>
                    <a:pt x="2449" y="8328"/>
                  </a:lnTo>
                  <a:lnTo>
                    <a:pt x="2281" y="8453"/>
                  </a:lnTo>
                  <a:lnTo>
                    <a:pt x="2198" y="8579"/>
                  </a:lnTo>
                  <a:lnTo>
                    <a:pt x="2198" y="8767"/>
                  </a:lnTo>
                  <a:lnTo>
                    <a:pt x="2177" y="8851"/>
                  </a:lnTo>
                  <a:lnTo>
                    <a:pt x="2240" y="8851"/>
                  </a:lnTo>
                  <a:lnTo>
                    <a:pt x="2198" y="8872"/>
                  </a:lnTo>
                  <a:lnTo>
                    <a:pt x="2198" y="9018"/>
                  </a:lnTo>
                  <a:lnTo>
                    <a:pt x="2281" y="9081"/>
                  </a:lnTo>
                  <a:lnTo>
                    <a:pt x="2344" y="9060"/>
                  </a:lnTo>
                  <a:lnTo>
                    <a:pt x="2344" y="9060"/>
                  </a:lnTo>
                  <a:lnTo>
                    <a:pt x="2281" y="9123"/>
                  </a:lnTo>
                  <a:lnTo>
                    <a:pt x="2177" y="9165"/>
                  </a:lnTo>
                  <a:lnTo>
                    <a:pt x="2072" y="9227"/>
                  </a:lnTo>
                  <a:lnTo>
                    <a:pt x="2240" y="9227"/>
                  </a:lnTo>
                  <a:lnTo>
                    <a:pt x="2470" y="9123"/>
                  </a:lnTo>
                  <a:lnTo>
                    <a:pt x="2470" y="9102"/>
                  </a:lnTo>
                  <a:lnTo>
                    <a:pt x="2491" y="9102"/>
                  </a:lnTo>
                  <a:lnTo>
                    <a:pt x="2574" y="9018"/>
                  </a:lnTo>
                  <a:lnTo>
                    <a:pt x="2595" y="8914"/>
                  </a:lnTo>
                  <a:lnTo>
                    <a:pt x="2616" y="8851"/>
                  </a:lnTo>
                  <a:lnTo>
                    <a:pt x="2700" y="8872"/>
                  </a:lnTo>
                  <a:lnTo>
                    <a:pt x="2721" y="8851"/>
                  </a:lnTo>
                  <a:lnTo>
                    <a:pt x="2867" y="8746"/>
                  </a:lnTo>
                  <a:lnTo>
                    <a:pt x="2909" y="8746"/>
                  </a:lnTo>
                  <a:lnTo>
                    <a:pt x="2930" y="8683"/>
                  </a:lnTo>
                  <a:lnTo>
                    <a:pt x="2993" y="8662"/>
                  </a:lnTo>
                  <a:lnTo>
                    <a:pt x="2972" y="8600"/>
                  </a:lnTo>
                  <a:lnTo>
                    <a:pt x="2972" y="8579"/>
                  </a:lnTo>
                  <a:lnTo>
                    <a:pt x="2930" y="8495"/>
                  </a:lnTo>
                  <a:lnTo>
                    <a:pt x="2993" y="8495"/>
                  </a:lnTo>
                  <a:lnTo>
                    <a:pt x="3035" y="8558"/>
                  </a:lnTo>
                  <a:lnTo>
                    <a:pt x="3097" y="8579"/>
                  </a:lnTo>
                  <a:lnTo>
                    <a:pt x="3139" y="8537"/>
                  </a:lnTo>
                  <a:lnTo>
                    <a:pt x="3139" y="8453"/>
                  </a:lnTo>
                  <a:lnTo>
                    <a:pt x="3035" y="8349"/>
                  </a:lnTo>
                  <a:lnTo>
                    <a:pt x="3160" y="8453"/>
                  </a:lnTo>
                  <a:lnTo>
                    <a:pt x="3244" y="8390"/>
                  </a:lnTo>
                  <a:lnTo>
                    <a:pt x="3223" y="8286"/>
                  </a:lnTo>
                  <a:lnTo>
                    <a:pt x="3244" y="8244"/>
                  </a:lnTo>
                  <a:lnTo>
                    <a:pt x="3097" y="8181"/>
                  </a:lnTo>
                  <a:lnTo>
                    <a:pt x="3160" y="8181"/>
                  </a:lnTo>
                  <a:lnTo>
                    <a:pt x="3223" y="8160"/>
                  </a:lnTo>
                  <a:lnTo>
                    <a:pt x="3223" y="8139"/>
                  </a:lnTo>
                  <a:lnTo>
                    <a:pt x="3139" y="8077"/>
                  </a:lnTo>
                  <a:lnTo>
                    <a:pt x="3244" y="8118"/>
                  </a:lnTo>
                  <a:lnTo>
                    <a:pt x="3286" y="8077"/>
                  </a:lnTo>
                  <a:lnTo>
                    <a:pt x="3307" y="8014"/>
                  </a:lnTo>
                  <a:lnTo>
                    <a:pt x="3307" y="8077"/>
                  </a:lnTo>
                  <a:lnTo>
                    <a:pt x="3286" y="8160"/>
                  </a:lnTo>
                  <a:lnTo>
                    <a:pt x="3307" y="8160"/>
                  </a:lnTo>
                  <a:lnTo>
                    <a:pt x="3411" y="8139"/>
                  </a:lnTo>
                  <a:lnTo>
                    <a:pt x="3495" y="8181"/>
                  </a:lnTo>
                  <a:lnTo>
                    <a:pt x="3620" y="8160"/>
                  </a:lnTo>
                  <a:lnTo>
                    <a:pt x="3872" y="8014"/>
                  </a:lnTo>
                  <a:lnTo>
                    <a:pt x="3955" y="7951"/>
                  </a:lnTo>
                  <a:lnTo>
                    <a:pt x="4060" y="7951"/>
                  </a:lnTo>
                  <a:lnTo>
                    <a:pt x="4060" y="7846"/>
                  </a:lnTo>
                  <a:lnTo>
                    <a:pt x="4164" y="7763"/>
                  </a:lnTo>
                  <a:lnTo>
                    <a:pt x="4269" y="7721"/>
                  </a:lnTo>
                  <a:lnTo>
                    <a:pt x="4395" y="7595"/>
                  </a:lnTo>
                  <a:lnTo>
                    <a:pt x="4457" y="7554"/>
                  </a:lnTo>
                  <a:lnTo>
                    <a:pt x="4478" y="7428"/>
                  </a:lnTo>
                  <a:lnTo>
                    <a:pt x="4541" y="7407"/>
                  </a:lnTo>
                  <a:lnTo>
                    <a:pt x="4604" y="7323"/>
                  </a:lnTo>
                  <a:lnTo>
                    <a:pt x="4583" y="7282"/>
                  </a:lnTo>
                  <a:lnTo>
                    <a:pt x="4604" y="7177"/>
                  </a:lnTo>
                  <a:lnTo>
                    <a:pt x="4541" y="7072"/>
                  </a:lnTo>
                  <a:lnTo>
                    <a:pt x="4646" y="6989"/>
                  </a:lnTo>
                  <a:lnTo>
                    <a:pt x="4646" y="6905"/>
                  </a:lnTo>
                  <a:lnTo>
                    <a:pt x="4688" y="6884"/>
                  </a:lnTo>
                  <a:lnTo>
                    <a:pt x="4688" y="6821"/>
                  </a:lnTo>
                  <a:lnTo>
                    <a:pt x="4646" y="6758"/>
                  </a:lnTo>
                  <a:lnTo>
                    <a:pt x="4646" y="6675"/>
                  </a:lnTo>
                  <a:lnTo>
                    <a:pt x="4688" y="6654"/>
                  </a:lnTo>
                  <a:lnTo>
                    <a:pt x="4709" y="6696"/>
                  </a:lnTo>
                  <a:lnTo>
                    <a:pt x="4709" y="6717"/>
                  </a:lnTo>
                  <a:lnTo>
                    <a:pt x="4729" y="6717"/>
                  </a:lnTo>
                  <a:lnTo>
                    <a:pt x="4771" y="6654"/>
                  </a:lnTo>
                  <a:lnTo>
                    <a:pt x="4688" y="6507"/>
                  </a:lnTo>
                  <a:lnTo>
                    <a:pt x="4667" y="6445"/>
                  </a:lnTo>
                  <a:lnTo>
                    <a:pt x="4604" y="6403"/>
                  </a:lnTo>
                  <a:lnTo>
                    <a:pt x="4604" y="6361"/>
                  </a:lnTo>
                  <a:lnTo>
                    <a:pt x="4583" y="6194"/>
                  </a:lnTo>
                  <a:lnTo>
                    <a:pt x="4604" y="6173"/>
                  </a:lnTo>
                  <a:lnTo>
                    <a:pt x="4562" y="6068"/>
                  </a:lnTo>
                  <a:lnTo>
                    <a:pt x="4583" y="6026"/>
                  </a:lnTo>
                  <a:lnTo>
                    <a:pt x="4583" y="5921"/>
                  </a:lnTo>
                  <a:lnTo>
                    <a:pt x="4541" y="5859"/>
                  </a:lnTo>
                  <a:lnTo>
                    <a:pt x="4499" y="5670"/>
                  </a:lnTo>
                  <a:lnTo>
                    <a:pt x="4457" y="5649"/>
                  </a:lnTo>
                  <a:lnTo>
                    <a:pt x="4437" y="5440"/>
                  </a:lnTo>
                  <a:lnTo>
                    <a:pt x="4332" y="5315"/>
                  </a:lnTo>
                  <a:lnTo>
                    <a:pt x="4353" y="5252"/>
                  </a:lnTo>
                  <a:lnTo>
                    <a:pt x="4332" y="5210"/>
                  </a:lnTo>
                  <a:lnTo>
                    <a:pt x="4332" y="5147"/>
                  </a:lnTo>
                  <a:lnTo>
                    <a:pt x="4185" y="5022"/>
                  </a:lnTo>
                  <a:lnTo>
                    <a:pt x="4185" y="4938"/>
                  </a:lnTo>
                  <a:lnTo>
                    <a:pt x="4164" y="4938"/>
                  </a:lnTo>
                  <a:lnTo>
                    <a:pt x="4144" y="4833"/>
                  </a:lnTo>
                  <a:lnTo>
                    <a:pt x="4060" y="4708"/>
                  </a:lnTo>
                  <a:lnTo>
                    <a:pt x="3809" y="4499"/>
                  </a:lnTo>
                  <a:lnTo>
                    <a:pt x="3746" y="4394"/>
                  </a:lnTo>
                  <a:lnTo>
                    <a:pt x="3453" y="4185"/>
                  </a:lnTo>
                  <a:lnTo>
                    <a:pt x="3139" y="4038"/>
                  </a:lnTo>
                  <a:lnTo>
                    <a:pt x="3139" y="3976"/>
                  </a:lnTo>
                  <a:lnTo>
                    <a:pt x="3014" y="3934"/>
                  </a:lnTo>
                  <a:lnTo>
                    <a:pt x="2784" y="3745"/>
                  </a:lnTo>
                  <a:lnTo>
                    <a:pt x="2763" y="3662"/>
                  </a:lnTo>
                  <a:lnTo>
                    <a:pt x="2721" y="3536"/>
                  </a:lnTo>
                  <a:lnTo>
                    <a:pt x="2721" y="3473"/>
                  </a:lnTo>
                  <a:lnTo>
                    <a:pt x="2721" y="3432"/>
                  </a:lnTo>
                  <a:lnTo>
                    <a:pt x="2679" y="3306"/>
                  </a:lnTo>
                  <a:lnTo>
                    <a:pt x="2595" y="3306"/>
                  </a:lnTo>
                  <a:lnTo>
                    <a:pt x="2470" y="3139"/>
                  </a:lnTo>
                  <a:lnTo>
                    <a:pt x="2281" y="3055"/>
                  </a:lnTo>
                  <a:lnTo>
                    <a:pt x="2177" y="3034"/>
                  </a:lnTo>
                  <a:lnTo>
                    <a:pt x="2281" y="2992"/>
                  </a:lnTo>
                  <a:lnTo>
                    <a:pt x="2281" y="2929"/>
                  </a:lnTo>
                  <a:lnTo>
                    <a:pt x="2177" y="2825"/>
                  </a:lnTo>
                  <a:lnTo>
                    <a:pt x="2240" y="2720"/>
                  </a:lnTo>
                  <a:lnTo>
                    <a:pt x="2281" y="2532"/>
                  </a:lnTo>
                  <a:lnTo>
                    <a:pt x="2260" y="2490"/>
                  </a:lnTo>
                  <a:lnTo>
                    <a:pt x="2198" y="2490"/>
                  </a:lnTo>
                  <a:lnTo>
                    <a:pt x="2198" y="2385"/>
                  </a:lnTo>
                  <a:lnTo>
                    <a:pt x="2260" y="2323"/>
                  </a:lnTo>
                  <a:lnTo>
                    <a:pt x="2281" y="2218"/>
                  </a:lnTo>
                  <a:lnTo>
                    <a:pt x="2344" y="2197"/>
                  </a:lnTo>
                  <a:lnTo>
                    <a:pt x="2365" y="2155"/>
                  </a:lnTo>
                  <a:lnTo>
                    <a:pt x="2386" y="2176"/>
                  </a:lnTo>
                  <a:lnTo>
                    <a:pt x="2449" y="2176"/>
                  </a:lnTo>
                  <a:lnTo>
                    <a:pt x="2553" y="2051"/>
                  </a:lnTo>
                  <a:lnTo>
                    <a:pt x="2574" y="2051"/>
                  </a:lnTo>
                  <a:lnTo>
                    <a:pt x="2616" y="1988"/>
                  </a:lnTo>
                  <a:lnTo>
                    <a:pt x="2574" y="1904"/>
                  </a:lnTo>
                  <a:lnTo>
                    <a:pt x="2595" y="1883"/>
                  </a:lnTo>
                  <a:lnTo>
                    <a:pt x="2595" y="1800"/>
                  </a:lnTo>
                  <a:lnTo>
                    <a:pt x="2595" y="1737"/>
                  </a:lnTo>
                  <a:lnTo>
                    <a:pt x="2574" y="1674"/>
                  </a:lnTo>
                  <a:lnTo>
                    <a:pt x="2616" y="1632"/>
                  </a:lnTo>
                  <a:lnTo>
                    <a:pt x="2616" y="1548"/>
                  </a:lnTo>
                  <a:lnTo>
                    <a:pt x="2679" y="1548"/>
                  </a:lnTo>
                  <a:lnTo>
                    <a:pt x="2700" y="1590"/>
                  </a:lnTo>
                  <a:lnTo>
                    <a:pt x="2721" y="1590"/>
                  </a:lnTo>
                  <a:lnTo>
                    <a:pt x="2804" y="1548"/>
                  </a:lnTo>
                  <a:lnTo>
                    <a:pt x="2888" y="1528"/>
                  </a:lnTo>
                  <a:lnTo>
                    <a:pt x="2930" y="1548"/>
                  </a:lnTo>
                  <a:lnTo>
                    <a:pt x="2972" y="1528"/>
                  </a:lnTo>
                  <a:lnTo>
                    <a:pt x="3014" y="1465"/>
                  </a:lnTo>
                  <a:lnTo>
                    <a:pt x="2993" y="1381"/>
                  </a:lnTo>
                  <a:lnTo>
                    <a:pt x="3014" y="1339"/>
                  </a:lnTo>
                  <a:lnTo>
                    <a:pt x="3118" y="1318"/>
                  </a:lnTo>
                  <a:lnTo>
                    <a:pt x="3223" y="1339"/>
                  </a:lnTo>
                  <a:lnTo>
                    <a:pt x="3328" y="1256"/>
                  </a:lnTo>
                  <a:lnTo>
                    <a:pt x="3390" y="1256"/>
                  </a:lnTo>
                  <a:lnTo>
                    <a:pt x="3432" y="1235"/>
                  </a:lnTo>
                  <a:lnTo>
                    <a:pt x="3495" y="1172"/>
                  </a:lnTo>
                  <a:lnTo>
                    <a:pt x="3453" y="1130"/>
                  </a:lnTo>
                  <a:lnTo>
                    <a:pt x="3348" y="1067"/>
                  </a:lnTo>
                  <a:lnTo>
                    <a:pt x="3286" y="1109"/>
                  </a:lnTo>
                  <a:lnTo>
                    <a:pt x="3223" y="1046"/>
                  </a:lnTo>
                  <a:lnTo>
                    <a:pt x="3118" y="1109"/>
                  </a:lnTo>
                  <a:lnTo>
                    <a:pt x="3014" y="1025"/>
                  </a:lnTo>
                  <a:lnTo>
                    <a:pt x="2888" y="1004"/>
                  </a:lnTo>
                  <a:lnTo>
                    <a:pt x="2867" y="900"/>
                  </a:lnTo>
                  <a:lnTo>
                    <a:pt x="2616" y="816"/>
                  </a:lnTo>
                  <a:lnTo>
                    <a:pt x="2595" y="712"/>
                  </a:lnTo>
                  <a:lnTo>
                    <a:pt x="2512" y="691"/>
                  </a:lnTo>
                  <a:lnTo>
                    <a:pt x="2574" y="481"/>
                  </a:lnTo>
                  <a:lnTo>
                    <a:pt x="2679" y="440"/>
                  </a:lnTo>
                  <a:lnTo>
                    <a:pt x="2679" y="335"/>
                  </a:lnTo>
                  <a:lnTo>
                    <a:pt x="2595" y="272"/>
                  </a:lnTo>
                  <a:lnTo>
                    <a:pt x="2449" y="314"/>
                  </a:lnTo>
                  <a:lnTo>
                    <a:pt x="2386" y="272"/>
                  </a:lnTo>
                  <a:lnTo>
                    <a:pt x="2114" y="272"/>
                  </a:lnTo>
                  <a:lnTo>
                    <a:pt x="2072" y="188"/>
                  </a:lnTo>
                  <a:lnTo>
                    <a:pt x="1947" y="168"/>
                  </a:lnTo>
                  <a:lnTo>
                    <a:pt x="1947" y="84"/>
                  </a:lnTo>
                  <a:lnTo>
                    <a:pt x="182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60"/>
            <p:cNvSpPr/>
            <p:nvPr/>
          </p:nvSpPr>
          <p:spPr>
            <a:xfrm>
              <a:off x="4450186" y="3045644"/>
              <a:ext cx="36139" cy="29750"/>
            </a:xfrm>
            <a:custGeom>
              <a:rect b="b" l="l" r="r" t="t"/>
              <a:pathLst>
                <a:path extrusionOk="0" h="2616" w="3035">
                  <a:moveTo>
                    <a:pt x="2407" y="0"/>
                  </a:moveTo>
                  <a:lnTo>
                    <a:pt x="2239" y="42"/>
                  </a:lnTo>
                  <a:lnTo>
                    <a:pt x="2135" y="126"/>
                  </a:lnTo>
                  <a:lnTo>
                    <a:pt x="2260" y="251"/>
                  </a:lnTo>
                  <a:lnTo>
                    <a:pt x="2239" y="356"/>
                  </a:lnTo>
                  <a:lnTo>
                    <a:pt x="2260" y="460"/>
                  </a:lnTo>
                  <a:lnTo>
                    <a:pt x="2260" y="544"/>
                  </a:lnTo>
                  <a:lnTo>
                    <a:pt x="2072" y="481"/>
                  </a:lnTo>
                  <a:lnTo>
                    <a:pt x="1967" y="314"/>
                  </a:lnTo>
                  <a:lnTo>
                    <a:pt x="1821" y="314"/>
                  </a:lnTo>
                  <a:lnTo>
                    <a:pt x="1758" y="230"/>
                  </a:lnTo>
                  <a:lnTo>
                    <a:pt x="1632" y="126"/>
                  </a:lnTo>
                  <a:lnTo>
                    <a:pt x="1549" y="167"/>
                  </a:lnTo>
                  <a:lnTo>
                    <a:pt x="1444" y="105"/>
                  </a:lnTo>
                  <a:lnTo>
                    <a:pt x="1298" y="126"/>
                  </a:lnTo>
                  <a:lnTo>
                    <a:pt x="1151" y="63"/>
                  </a:lnTo>
                  <a:lnTo>
                    <a:pt x="1026" y="63"/>
                  </a:lnTo>
                  <a:lnTo>
                    <a:pt x="879" y="146"/>
                  </a:lnTo>
                  <a:lnTo>
                    <a:pt x="816" y="105"/>
                  </a:lnTo>
                  <a:lnTo>
                    <a:pt x="670" y="105"/>
                  </a:lnTo>
                  <a:lnTo>
                    <a:pt x="398" y="167"/>
                  </a:lnTo>
                  <a:lnTo>
                    <a:pt x="272" y="167"/>
                  </a:lnTo>
                  <a:lnTo>
                    <a:pt x="168" y="335"/>
                  </a:lnTo>
                  <a:lnTo>
                    <a:pt x="105" y="523"/>
                  </a:lnTo>
                  <a:lnTo>
                    <a:pt x="42" y="649"/>
                  </a:lnTo>
                  <a:lnTo>
                    <a:pt x="0" y="858"/>
                  </a:lnTo>
                  <a:lnTo>
                    <a:pt x="63" y="1088"/>
                  </a:lnTo>
                  <a:lnTo>
                    <a:pt x="168" y="1151"/>
                  </a:lnTo>
                  <a:lnTo>
                    <a:pt x="210" y="1255"/>
                  </a:lnTo>
                  <a:lnTo>
                    <a:pt x="189" y="1486"/>
                  </a:lnTo>
                  <a:lnTo>
                    <a:pt x="189" y="1569"/>
                  </a:lnTo>
                  <a:lnTo>
                    <a:pt x="272" y="1632"/>
                  </a:lnTo>
                  <a:lnTo>
                    <a:pt x="272" y="1779"/>
                  </a:lnTo>
                  <a:lnTo>
                    <a:pt x="356" y="1820"/>
                  </a:lnTo>
                  <a:lnTo>
                    <a:pt x="356" y="1925"/>
                  </a:lnTo>
                  <a:lnTo>
                    <a:pt x="419" y="2051"/>
                  </a:lnTo>
                  <a:lnTo>
                    <a:pt x="482" y="2030"/>
                  </a:lnTo>
                  <a:lnTo>
                    <a:pt x="523" y="2113"/>
                  </a:lnTo>
                  <a:lnTo>
                    <a:pt x="503" y="2218"/>
                  </a:lnTo>
                  <a:lnTo>
                    <a:pt x="565" y="2260"/>
                  </a:lnTo>
                  <a:lnTo>
                    <a:pt x="565" y="2364"/>
                  </a:lnTo>
                  <a:lnTo>
                    <a:pt x="733" y="2364"/>
                  </a:lnTo>
                  <a:lnTo>
                    <a:pt x="733" y="2260"/>
                  </a:lnTo>
                  <a:lnTo>
                    <a:pt x="795" y="2218"/>
                  </a:lnTo>
                  <a:lnTo>
                    <a:pt x="837" y="2155"/>
                  </a:lnTo>
                  <a:lnTo>
                    <a:pt x="837" y="2239"/>
                  </a:lnTo>
                  <a:lnTo>
                    <a:pt x="900" y="2323"/>
                  </a:lnTo>
                  <a:lnTo>
                    <a:pt x="879" y="2406"/>
                  </a:lnTo>
                  <a:lnTo>
                    <a:pt x="816" y="2469"/>
                  </a:lnTo>
                  <a:lnTo>
                    <a:pt x="837" y="2553"/>
                  </a:lnTo>
                  <a:lnTo>
                    <a:pt x="879" y="2574"/>
                  </a:lnTo>
                  <a:lnTo>
                    <a:pt x="921" y="2574"/>
                  </a:lnTo>
                  <a:lnTo>
                    <a:pt x="1026" y="2511"/>
                  </a:lnTo>
                  <a:lnTo>
                    <a:pt x="1026" y="2469"/>
                  </a:lnTo>
                  <a:lnTo>
                    <a:pt x="1088" y="2532"/>
                  </a:lnTo>
                  <a:lnTo>
                    <a:pt x="1214" y="2553"/>
                  </a:lnTo>
                  <a:lnTo>
                    <a:pt x="1235" y="2532"/>
                  </a:lnTo>
                  <a:lnTo>
                    <a:pt x="1340" y="2615"/>
                  </a:lnTo>
                  <a:lnTo>
                    <a:pt x="1444" y="2469"/>
                  </a:lnTo>
                  <a:lnTo>
                    <a:pt x="1570" y="2448"/>
                  </a:lnTo>
                  <a:lnTo>
                    <a:pt x="1632" y="2302"/>
                  </a:lnTo>
                  <a:lnTo>
                    <a:pt x="1758" y="2302"/>
                  </a:lnTo>
                  <a:lnTo>
                    <a:pt x="1821" y="2323"/>
                  </a:lnTo>
                  <a:lnTo>
                    <a:pt x="2093" y="2260"/>
                  </a:lnTo>
                  <a:lnTo>
                    <a:pt x="2197" y="2323"/>
                  </a:lnTo>
                  <a:lnTo>
                    <a:pt x="2239" y="2406"/>
                  </a:lnTo>
                  <a:lnTo>
                    <a:pt x="2407" y="2406"/>
                  </a:lnTo>
                  <a:lnTo>
                    <a:pt x="2365" y="2260"/>
                  </a:lnTo>
                  <a:lnTo>
                    <a:pt x="2386" y="2197"/>
                  </a:lnTo>
                  <a:lnTo>
                    <a:pt x="2281" y="2092"/>
                  </a:lnTo>
                  <a:lnTo>
                    <a:pt x="2156" y="2051"/>
                  </a:lnTo>
                  <a:lnTo>
                    <a:pt x="2135" y="1841"/>
                  </a:lnTo>
                  <a:lnTo>
                    <a:pt x="2239" y="1779"/>
                  </a:lnTo>
                  <a:lnTo>
                    <a:pt x="2448" y="1779"/>
                  </a:lnTo>
                  <a:lnTo>
                    <a:pt x="2511" y="1674"/>
                  </a:lnTo>
                  <a:lnTo>
                    <a:pt x="2679" y="1569"/>
                  </a:lnTo>
                  <a:lnTo>
                    <a:pt x="2825" y="1507"/>
                  </a:lnTo>
                  <a:lnTo>
                    <a:pt x="2867" y="1423"/>
                  </a:lnTo>
                  <a:lnTo>
                    <a:pt x="2930" y="1402"/>
                  </a:lnTo>
                  <a:lnTo>
                    <a:pt x="3034" y="1214"/>
                  </a:lnTo>
                  <a:lnTo>
                    <a:pt x="3013" y="1088"/>
                  </a:lnTo>
                  <a:lnTo>
                    <a:pt x="3034" y="942"/>
                  </a:lnTo>
                  <a:lnTo>
                    <a:pt x="3013" y="837"/>
                  </a:lnTo>
                  <a:lnTo>
                    <a:pt x="3034" y="649"/>
                  </a:lnTo>
                  <a:lnTo>
                    <a:pt x="2930" y="418"/>
                  </a:lnTo>
                  <a:lnTo>
                    <a:pt x="2825" y="356"/>
                  </a:lnTo>
                  <a:lnTo>
                    <a:pt x="2762" y="167"/>
                  </a:lnTo>
                  <a:lnTo>
                    <a:pt x="2679" y="167"/>
                  </a:lnTo>
                  <a:lnTo>
                    <a:pt x="2574" y="126"/>
                  </a:lnTo>
                  <a:lnTo>
                    <a:pt x="2469" y="105"/>
                  </a:lnTo>
                  <a:lnTo>
                    <a:pt x="24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60"/>
            <p:cNvSpPr/>
            <p:nvPr/>
          </p:nvSpPr>
          <p:spPr>
            <a:xfrm>
              <a:off x="4429753" y="2990191"/>
              <a:ext cx="55822" cy="61650"/>
            </a:xfrm>
            <a:custGeom>
              <a:rect b="b" l="l" r="r" t="t"/>
              <a:pathLst>
                <a:path extrusionOk="0" h="5421" w="4688">
                  <a:moveTo>
                    <a:pt x="879" y="1"/>
                  </a:moveTo>
                  <a:lnTo>
                    <a:pt x="879" y="85"/>
                  </a:lnTo>
                  <a:lnTo>
                    <a:pt x="817" y="126"/>
                  </a:lnTo>
                  <a:lnTo>
                    <a:pt x="817" y="336"/>
                  </a:lnTo>
                  <a:lnTo>
                    <a:pt x="859" y="440"/>
                  </a:lnTo>
                  <a:lnTo>
                    <a:pt x="859" y="587"/>
                  </a:lnTo>
                  <a:lnTo>
                    <a:pt x="879" y="733"/>
                  </a:lnTo>
                  <a:lnTo>
                    <a:pt x="775" y="712"/>
                  </a:lnTo>
                  <a:lnTo>
                    <a:pt x="649" y="754"/>
                  </a:lnTo>
                  <a:lnTo>
                    <a:pt x="587" y="649"/>
                  </a:lnTo>
                  <a:lnTo>
                    <a:pt x="524" y="608"/>
                  </a:lnTo>
                  <a:lnTo>
                    <a:pt x="419" y="712"/>
                  </a:lnTo>
                  <a:lnTo>
                    <a:pt x="252" y="733"/>
                  </a:lnTo>
                  <a:lnTo>
                    <a:pt x="231" y="838"/>
                  </a:lnTo>
                  <a:lnTo>
                    <a:pt x="189" y="942"/>
                  </a:lnTo>
                  <a:lnTo>
                    <a:pt x="231" y="1026"/>
                  </a:lnTo>
                  <a:lnTo>
                    <a:pt x="105" y="1110"/>
                  </a:lnTo>
                  <a:lnTo>
                    <a:pt x="43" y="1110"/>
                  </a:lnTo>
                  <a:lnTo>
                    <a:pt x="1" y="1256"/>
                  </a:lnTo>
                  <a:lnTo>
                    <a:pt x="43" y="1382"/>
                  </a:lnTo>
                  <a:lnTo>
                    <a:pt x="210" y="1361"/>
                  </a:lnTo>
                  <a:lnTo>
                    <a:pt x="315" y="1486"/>
                  </a:lnTo>
                  <a:lnTo>
                    <a:pt x="335" y="1675"/>
                  </a:lnTo>
                  <a:lnTo>
                    <a:pt x="252" y="1758"/>
                  </a:lnTo>
                  <a:lnTo>
                    <a:pt x="335" y="1884"/>
                  </a:lnTo>
                  <a:lnTo>
                    <a:pt x="440" y="1947"/>
                  </a:lnTo>
                  <a:lnTo>
                    <a:pt x="524" y="1863"/>
                  </a:lnTo>
                  <a:lnTo>
                    <a:pt x="733" y="1863"/>
                  </a:lnTo>
                  <a:lnTo>
                    <a:pt x="754" y="1968"/>
                  </a:lnTo>
                  <a:lnTo>
                    <a:pt x="670" y="2093"/>
                  </a:lnTo>
                  <a:lnTo>
                    <a:pt x="754" y="2198"/>
                  </a:lnTo>
                  <a:lnTo>
                    <a:pt x="733" y="2281"/>
                  </a:lnTo>
                  <a:lnTo>
                    <a:pt x="670" y="2386"/>
                  </a:lnTo>
                  <a:lnTo>
                    <a:pt x="733" y="2512"/>
                  </a:lnTo>
                  <a:lnTo>
                    <a:pt x="733" y="2721"/>
                  </a:lnTo>
                  <a:lnTo>
                    <a:pt x="733" y="3014"/>
                  </a:lnTo>
                  <a:lnTo>
                    <a:pt x="879" y="2930"/>
                  </a:lnTo>
                  <a:lnTo>
                    <a:pt x="1047" y="2909"/>
                  </a:lnTo>
                  <a:lnTo>
                    <a:pt x="1047" y="2784"/>
                  </a:lnTo>
                  <a:lnTo>
                    <a:pt x="1235" y="2700"/>
                  </a:lnTo>
                  <a:lnTo>
                    <a:pt x="1444" y="2805"/>
                  </a:lnTo>
                  <a:lnTo>
                    <a:pt x="1549" y="2805"/>
                  </a:lnTo>
                  <a:lnTo>
                    <a:pt x="1633" y="2930"/>
                  </a:lnTo>
                  <a:lnTo>
                    <a:pt x="1884" y="2909"/>
                  </a:lnTo>
                  <a:lnTo>
                    <a:pt x="2009" y="2637"/>
                  </a:lnTo>
                  <a:lnTo>
                    <a:pt x="2198" y="2595"/>
                  </a:lnTo>
                  <a:lnTo>
                    <a:pt x="2449" y="2679"/>
                  </a:lnTo>
                  <a:lnTo>
                    <a:pt x="2532" y="2826"/>
                  </a:lnTo>
                  <a:lnTo>
                    <a:pt x="2804" y="3014"/>
                  </a:lnTo>
                  <a:lnTo>
                    <a:pt x="2930" y="3118"/>
                  </a:lnTo>
                  <a:lnTo>
                    <a:pt x="2972" y="3244"/>
                  </a:lnTo>
                  <a:lnTo>
                    <a:pt x="2972" y="3328"/>
                  </a:lnTo>
                  <a:lnTo>
                    <a:pt x="2930" y="3411"/>
                  </a:lnTo>
                  <a:lnTo>
                    <a:pt x="2972" y="3537"/>
                  </a:lnTo>
                  <a:lnTo>
                    <a:pt x="2972" y="3725"/>
                  </a:lnTo>
                  <a:lnTo>
                    <a:pt x="2951" y="3788"/>
                  </a:lnTo>
                  <a:lnTo>
                    <a:pt x="3056" y="3872"/>
                  </a:lnTo>
                  <a:lnTo>
                    <a:pt x="3160" y="3997"/>
                  </a:lnTo>
                  <a:lnTo>
                    <a:pt x="3286" y="3997"/>
                  </a:lnTo>
                  <a:lnTo>
                    <a:pt x="3369" y="4060"/>
                  </a:lnTo>
                  <a:lnTo>
                    <a:pt x="3348" y="4102"/>
                  </a:lnTo>
                  <a:lnTo>
                    <a:pt x="3495" y="4206"/>
                  </a:lnTo>
                  <a:lnTo>
                    <a:pt x="3495" y="4290"/>
                  </a:lnTo>
                  <a:lnTo>
                    <a:pt x="3474" y="4416"/>
                  </a:lnTo>
                  <a:lnTo>
                    <a:pt x="3474" y="4499"/>
                  </a:lnTo>
                  <a:lnTo>
                    <a:pt x="3453" y="4604"/>
                  </a:lnTo>
                  <a:lnTo>
                    <a:pt x="3474" y="4688"/>
                  </a:lnTo>
                  <a:lnTo>
                    <a:pt x="3474" y="4897"/>
                  </a:lnTo>
                  <a:lnTo>
                    <a:pt x="3390" y="4981"/>
                  </a:lnTo>
                  <a:lnTo>
                    <a:pt x="3348" y="5002"/>
                  </a:lnTo>
                  <a:lnTo>
                    <a:pt x="3474" y="5106"/>
                  </a:lnTo>
                  <a:lnTo>
                    <a:pt x="3537" y="5190"/>
                  </a:lnTo>
                  <a:lnTo>
                    <a:pt x="3683" y="5190"/>
                  </a:lnTo>
                  <a:lnTo>
                    <a:pt x="3788" y="5357"/>
                  </a:lnTo>
                  <a:lnTo>
                    <a:pt x="3976" y="5420"/>
                  </a:lnTo>
                  <a:lnTo>
                    <a:pt x="3976" y="5336"/>
                  </a:lnTo>
                  <a:lnTo>
                    <a:pt x="3955" y="5232"/>
                  </a:lnTo>
                  <a:lnTo>
                    <a:pt x="3976" y="5127"/>
                  </a:lnTo>
                  <a:lnTo>
                    <a:pt x="3851" y="5002"/>
                  </a:lnTo>
                  <a:lnTo>
                    <a:pt x="3955" y="4918"/>
                  </a:lnTo>
                  <a:lnTo>
                    <a:pt x="4123" y="4876"/>
                  </a:lnTo>
                  <a:lnTo>
                    <a:pt x="4185" y="4981"/>
                  </a:lnTo>
                  <a:lnTo>
                    <a:pt x="4290" y="5002"/>
                  </a:lnTo>
                  <a:lnTo>
                    <a:pt x="4395" y="5043"/>
                  </a:lnTo>
                  <a:lnTo>
                    <a:pt x="4499" y="5043"/>
                  </a:lnTo>
                  <a:lnTo>
                    <a:pt x="4604" y="5002"/>
                  </a:lnTo>
                  <a:lnTo>
                    <a:pt x="4583" y="4813"/>
                  </a:lnTo>
                  <a:lnTo>
                    <a:pt x="4541" y="4730"/>
                  </a:lnTo>
                  <a:lnTo>
                    <a:pt x="4520" y="4604"/>
                  </a:lnTo>
                  <a:lnTo>
                    <a:pt x="4688" y="4478"/>
                  </a:lnTo>
                  <a:lnTo>
                    <a:pt x="4688" y="4311"/>
                  </a:lnTo>
                  <a:lnTo>
                    <a:pt x="4604" y="4311"/>
                  </a:lnTo>
                  <a:lnTo>
                    <a:pt x="4541" y="4248"/>
                  </a:lnTo>
                  <a:lnTo>
                    <a:pt x="4583" y="4081"/>
                  </a:lnTo>
                  <a:lnTo>
                    <a:pt x="4646" y="3997"/>
                  </a:lnTo>
                  <a:lnTo>
                    <a:pt x="4604" y="3934"/>
                  </a:lnTo>
                  <a:lnTo>
                    <a:pt x="4499" y="3976"/>
                  </a:lnTo>
                  <a:lnTo>
                    <a:pt x="4436" y="3955"/>
                  </a:lnTo>
                  <a:lnTo>
                    <a:pt x="4374" y="3851"/>
                  </a:lnTo>
                  <a:lnTo>
                    <a:pt x="4227" y="3851"/>
                  </a:lnTo>
                  <a:lnTo>
                    <a:pt x="4185" y="3788"/>
                  </a:lnTo>
                  <a:lnTo>
                    <a:pt x="4206" y="3683"/>
                  </a:lnTo>
                  <a:lnTo>
                    <a:pt x="4123" y="3662"/>
                  </a:lnTo>
                  <a:lnTo>
                    <a:pt x="4081" y="3662"/>
                  </a:lnTo>
                  <a:lnTo>
                    <a:pt x="3997" y="3579"/>
                  </a:lnTo>
                  <a:lnTo>
                    <a:pt x="3997" y="3516"/>
                  </a:lnTo>
                  <a:lnTo>
                    <a:pt x="3913" y="3411"/>
                  </a:lnTo>
                  <a:lnTo>
                    <a:pt x="3788" y="3411"/>
                  </a:lnTo>
                  <a:lnTo>
                    <a:pt x="3704" y="3349"/>
                  </a:lnTo>
                  <a:lnTo>
                    <a:pt x="3662" y="3223"/>
                  </a:lnTo>
                  <a:lnTo>
                    <a:pt x="3474" y="3014"/>
                  </a:lnTo>
                  <a:lnTo>
                    <a:pt x="3495" y="2930"/>
                  </a:lnTo>
                  <a:lnTo>
                    <a:pt x="3369" y="2784"/>
                  </a:lnTo>
                  <a:lnTo>
                    <a:pt x="3202" y="2700"/>
                  </a:lnTo>
                  <a:lnTo>
                    <a:pt x="3056" y="2491"/>
                  </a:lnTo>
                  <a:lnTo>
                    <a:pt x="2951" y="2491"/>
                  </a:lnTo>
                  <a:lnTo>
                    <a:pt x="2763" y="2386"/>
                  </a:lnTo>
                  <a:lnTo>
                    <a:pt x="2595" y="2386"/>
                  </a:lnTo>
                  <a:lnTo>
                    <a:pt x="2511" y="2219"/>
                  </a:lnTo>
                  <a:lnTo>
                    <a:pt x="2428" y="2219"/>
                  </a:lnTo>
                  <a:lnTo>
                    <a:pt x="2407" y="2156"/>
                  </a:lnTo>
                  <a:lnTo>
                    <a:pt x="2491" y="2072"/>
                  </a:lnTo>
                  <a:lnTo>
                    <a:pt x="2344" y="1905"/>
                  </a:lnTo>
                  <a:lnTo>
                    <a:pt x="2344" y="1842"/>
                  </a:lnTo>
                  <a:lnTo>
                    <a:pt x="2428" y="1842"/>
                  </a:lnTo>
                  <a:lnTo>
                    <a:pt x="2595" y="1758"/>
                  </a:lnTo>
                  <a:lnTo>
                    <a:pt x="2721" y="1758"/>
                  </a:lnTo>
                  <a:lnTo>
                    <a:pt x="2763" y="1675"/>
                  </a:lnTo>
                  <a:lnTo>
                    <a:pt x="2846" y="1465"/>
                  </a:lnTo>
                  <a:lnTo>
                    <a:pt x="2930" y="1445"/>
                  </a:lnTo>
                  <a:lnTo>
                    <a:pt x="2930" y="1361"/>
                  </a:lnTo>
                  <a:lnTo>
                    <a:pt x="2742" y="1319"/>
                  </a:lnTo>
                  <a:lnTo>
                    <a:pt x="2763" y="1214"/>
                  </a:lnTo>
                  <a:lnTo>
                    <a:pt x="2742" y="1110"/>
                  </a:lnTo>
                  <a:lnTo>
                    <a:pt x="2595" y="1068"/>
                  </a:lnTo>
                  <a:lnTo>
                    <a:pt x="2511" y="963"/>
                  </a:lnTo>
                  <a:lnTo>
                    <a:pt x="2344" y="963"/>
                  </a:lnTo>
                  <a:lnTo>
                    <a:pt x="2219" y="1047"/>
                  </a:lnTo>
                  <a:lnTo>
                    <a:pt x="2072" y="1005"/>
                  </a:lnTo>
                  <a:lnTo>
                    <a:pt x="1821" y="1005"/>
                  </a:lnTo>
                  <a:lnTo>
                    <a:pt x="1716" y="796"/>
                  </a:lnTo>
                  <a:lnTo>
                    <a:pt x="1507" y="608"/>
                  </a:lnTo>
                  <a:lnTo>
                    <a:pt x="1570" y="524"/>
                  </a:lnTo>
                  <a:lnTo>
                    <a:pt x="1549" y="398"/>
                  </a:lnTo>
                  <a:lnTo>
                    <a:pt x="1444" y="315"/>
                  </a:lnTo>
                  <a:lnTo>
                    <a:pt x="1340" y="168"/>
                  </a:lnTo>
                  <a:lnTo>
                    <a:pt x="1151" y="85"/>
                  </a:lnTo>
                  <a:lnTo>
                    <a:pt x="108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60"/>
            <p:cNvSpPr/>
            <p:nvPr/>
          </p:nvSpPr>
          <p:spPr>
            <a:xfrm>
              <a:off x="4413309" y="3004475"/>
              <a:ext cx="58061" cy="103285"/>
            </a:xfrm>
            <a:custGeom>
              <a:rect b="b" l="l" r="r" t="t"/>
              <a:pathLst>
                <a:path extrusionOk="0" h="9082" w="4876">
                  <a:moveTo>
                    <a:pt x="1361" y="0"/>
                  </a:moveTo>
                  <a:lnTo>
                    <a:pt x="1193" y="21"/>
                  </a:lnTo>
                  <a:lnTo>
                    <a:pt x="1068" y="63"/>
                  </a:lnTo>
                  <a:lnTo>
                    <a:pt x="1068" y="126"/>
                  </a:lnTo>
                  <a:lnTo>
                    <a:pt x="1110" y="209"/>
                  </a:lnTo>
                  <a:lnTo>
                    <a:pt x="1089" y="293"/>
                  </a:lnTo>
                  <a:lnTo>
                    <a:pt x="921" y="272"/>
                  </a:lnTo>
                  <a:lnTo>
                    <a:pt x="859" y="314"/>
                  </a:lnTo>
                  <a:lnTo>
                    <a:pt x="859" y="481"/>
                  </a:lnTo>
                  <a:lnTo>
                    <a:pt x="838" y="523"/>
                  </a:lnTo>
                  <a:lnTo>
                    <a:pt x="691" y="523"/>
                  </a:lnTo>
                  <a:lnTo>
                    <a:pt x="566" y="628"/>
                  </a:lnTo>
                  <a:lnTo>
                    <a:pt x="335" y="544"/>
                  </a:lnTo>
                  <a:lnTo>
                    <a:pt x="252" y="691"/>
                  </a:lnTo>
                  <a:lnTo>
                    <a:pt x="273" y="858"/>
                  </a:lnTo>
                  <a:lnTo>
                    <a:pt x="210" y="942"/>
                  </a:lnTo>
                  <a:lnTo>
                    <a:pt x="210" y="1130"/>
                  </a:lnTo>
                  <a:lnTo>
                    <a:pt x="231" y="1214"/>
                  </a:lnTo>
                  <a:lnTo>
                    <a:pt x="126" y="1277"/>
                  </a:lnTo>
                  <a:lnTo>
                    <a:pt x="1" y="1360"/>
                  </a:lnTo>
                  <a:lnTo>
                    <a:pt x="1" y="1444"/>
                  </a:lnTo>
                  <a:lnTo>
                    <a:pt x="63" y="1465"/>
                  </a:lnTo>
                  <a:lnTo>
                    <a:pt x="168" y="1653"/>
                  </a:lnTo>
                  <a:lnTo>
                    <a:pt x="252" y="1737"/>
                  </a:lnTo>
                  <a:lnTo>
                    <a:pt x="315" y="1800"/>
                  </a:lnTo>
                  <a:lnTo>
                    <a:pt x="440" y="1904"/>
                  </a:lnTo>
                  <a:lnTo>
                    <a:pt x="587" y="2197"/>
                  </a:lnTo>
                  <a:lnTo>
                    <a:pt x="670" y="2260"/>
                  </a:lnTo>
                  <a:lnTo>
                    <a:pt x="754" y="2386"/>
                  </a:lnTo>
                  <a:lnTo>
                    <a:pt x="754" y="2511"/>
                  </a:lnTo>
                  <a:lnTo>
                    <a:pt x="879" y="2574"/>
                  </a:lnTo>
                  <a:lnTo>
                    <a:pt x="879" y="2699"/>
                  </a:lnTo>
                  <a:lnTo>
                    <a:pt x="775" y="2741"/>
                  </a:lnTo>
                  <a:lnTo>
                    <a:pt x="754" y="2825"/>
                  </a:lnTo>
                  <a:lnTo>
                    <a:pt x="796" y="3118"/>
                  </a:lnTo>
                  <a:lnTo>
                    <a:pt x="775" y="3222"/>
                  </a:lnTo>
                  <a:lnTo>
                    <a:pt x="670" y="3264"/>
                  </a:lnTo>
                  <a:lnTo>
                    <a:pt x="754" y="3474"/>
                  </a:lnTo>
                  <a:lnTo>
                    <a:pt x="754" y="3578"/>
                  </a:lnTo>
                  <a:lnTo>
                    <a:pt x="900" y="3766"/>
                  </a:lnTo>
                  <a:lnTo>
                    <a:pt x="1089" y="3892"/>
                  </a:lnTo>
                  <a:lnTo>
                    <a:pt x="1256" y="4059"/>
                  </a:lnTo>
                  <a:lnTo>
                    <a:pt x="1298" y="4311"/>
                  </a:lnTo>
                  <a:lnTo>
                    <a:pt x="1277" y="4394"/>
                  </a:lnTo>
                  <a:lnTo>
                    <a:pt x="1298" y="4520"/>
                  </a:lnTo>
                  <a:lnTo>
                    <a:pt x="1277" y="4624"/>
                  </a:lnTo>
                  <a:lnTo>
                    <a:pt x="1361" y="4708"/>
                  </a:lnTo>
                  <a:lnTo>
                    <a:pt x="1382" y="4896"/>
                  </a:lnTo>
                  <a:lnTo>
                    <a:pt x="1424" y="5001"/>
                  </a:lnTo>
                  <a:lnTo>
                    <a:pt x="1403" y="5147"/>
                  </a:lnTo>
                  <a:lnTo>
                    <a:pt x="1486" y="5294"/>
                  </a:lnTo>
                  <a:lnTo>
                    <a:pt x="1486" y="5461"/>
                  </a:lnTo>
                  <a:lnTo>
                    <a:pt x="1403" y="5524"/>
                  </a:lnTo>
                  <a:lnTo>
                    <a:pt x="1277" y="5880"/>
                  </a:lnTo>
                  <a:lnTo>
                    <a:pt x="1152" y="5963"/>
                  </a:lnTo>
                  <a:lnTo>
                    <a:pt x="1152" y="6131"/>
                  </a:lnTo>
                  <a:lnTo>
                    <a:pt x="1089" y="6194"/>
                  </a:lnTo>
                  <a:lnTo>
                    <a:pt x="1068" y="6298"/>
                  </a:lnTo>
                  <a:lnTo>
                    <a:pt x="1047" y="6487"/>
                  </a:lnTo>
                  <a:lnTo>
                    <a:pt x="1089" y="6487"/>
                  </a:lnTo>
                  <a:lnTo>
                    <a:pt x="1005" y="6591"/>
                  </a:lnTo>
                  <a:lnTo>
                    <a:pt x="1047" y="6654"/>
                  </a:lnTo>
                  <a:lnTo>
                    <a:pt x="963" y="6779"/>
                  </a:lnTo>
                  <a:lnTo>
                    <a:pt x="1047" y="6779"/>
                  </a:lnTo>
                  <a:lnTo>
                    <a:pt x="984" y="6863"/>
                  </a:lnTo>
                  <a:lnTo>
                    <a:pt x="921" y="6863"/>
                  </a:lnTo>
                  <a:lnTo>
                    <a:pt x="921" y="7072"/>
                  </a:lnTo>
                  <a:lnTo>
                    <a:pt x="859" y="7114"/>
                  </a:lnTo>
                  <a:lnTo>
                    <a:pt x="879" y="7282"/>
                  </a:lnTo>
                  <a:lnTo>
                    <a:pt x="859" y="7324"/>
                  </a:lnTo>
                  <a:lnTo>
                    <a:pt x="879" y="7533"/>
                  </a:lnTo>
                  <a:lnTo>
                    <a:pt x="921" y="7616"/>
                  </a:lnTo>
                  <a:lnTo>
                    <a:pt x="1005" y="7616"/>
                  </a:lnTo>
                  <a:lnTo>
                    <a:pt x="984" y="7512"/>
                  </a:lnTo>
                  <a:lnTo>
                    <a:pt x="1110" y="7449"/>
                  </a:lnTo>
                  <a:lnTo>
                    <a:pt x="1089" y="7512"/>
                  </a:lnTo>
                  <a:lnTo>
                    <a:pt x="1172" y="7554"/>
                  </a:lnTo>
                  <a:lnTo>
                    <a:pt x="1172" y="7637"/>
                  </a:lnTo>
                  <a:lnTo>
                    <a:pt x="1277" y="7658"/>
                  </a:lnTo>
                  <a:lnTo>
                    <a:pt x="1319" y="7868"/>
                  </a:lnTo>
                  <a:lnTo>
                    <a:pt x="1424" y="7868"/>
                  </a:lnTo>
                  <a:lnTo>
                    <a:pt x="1570" y="8035"/>
                  </a:lnTo>
                  <a:lnTo>
                    <a:pt x="1570" y="8119"/>
                  </a:lnTo>
                  <a:lnTo>
                    <a:pt x="1675" y="8140"/>
                  </a:lnTo>
                  <a:lnTo>
                    <a:pt x="1696" y="8244"/>
                  </a:lnTo>
                  <a:lnTo>
                    <a:pt x="1779" y="8244"/>
                  </a:lnTo>
                  <a:lnTo>
                    <a:pt x="1779" y="8286"/>
                  </a:lnTo>
                  <a:lnTo>
                    <a:pt x="1716" y="8370"/>
                  </a:lnTo>
                  <a:lnTo>
                    <a:pt x="1716" y="8391"/>
                  </a:lnTo>
                  <a:lnTo>
                    <a:pt x="1968" y="8579"/>
                  </a:lnTo>
                  <a:lnTo>
                    <a:pt x="2009" y="8663"/>
                  </a:lnTo>
                  <a:lnTo>
                    <a:pt x="2051" y="8537"/>
                  </a:lnTo>
                  <a:lnTo>
                    <a:pt x="2135" y="8453"/>
                  </a:lnTo>
                  <a:lnTo>
                    <a:pt x="2240" y="8537"/>
                  </a:lnTo>
                  <a:lnTo>
                    <a:pt x="2407" y="8579"/>
                  </a:lnTo>
                  <a:lnTo>
                    <a:pt x="2428" y="8642"/>
                  </a:lnTo>
                  <a:lnTo>
                    <a:pt x="2553" y="8642"/>
                  </a:lnTo>
                  <a:lnTo>
                    <a:pt x="2616" y="8704"/>
                  </a:lnTo>
                  <a:lnTo>
                    <a:pt x="2616" y="8893"/>
                  </a:lnTo>
                  <a:lnTo>
                    <a:pt x="2532" y="8976"/>
                  </a:lnTo>
                  <a:lnTo>
                    <a:pt x="2532" y="9060"/>
                  </a:lnTo>
                  <a:lnTo>
                    <a:pt x="2679" y="9081"/>
                  </a:lnTo>
                  <a:lnTo>
                    <a:pt x="2825" y="8976"/>
                  </a:lnTo>
                  <a:lnTo>
                    <a:pt x="2930" y="8976"/>
                  </a:lnTo>
                  <a:lnTo>
                    <a:pt x="2993" y="9018"/>
                  </a:lnTo>
                  <a:lnTo>
                    <a:pt x="3076" y="8976"/>
                  </a:lnTo>
                  <a:lnTo>
                    <a:pt x="3076" y="8872"/>
                  </a:lnTo>
                  <a:lnTo>
                    <a:pt x="3097" y="8851"/>
                  </a:lnTo>
                  <a:lnTo>
                    <a:pt x="3076" y="8788"/>
                  </a:lnTo>
                  <a:lnTo>
                    <a:pt x="2972" y="8704"/>
                  </a:lnTo>
                  <a:lnTo>
                    <a:pt x="2930" y="8642"/>
                  </a:lnTo>
                  <a:lnTo>
                    <a:pt x="2846" y="8474"/>
                  </a:lnTo>
                  <a:lnTo>
                    <a:pt x="2742" y="8432"/>
                  </a:lnTo>
                  <a:lnTo>
                    <a:pt x="2637" y="8432"/>
                  </a:lnTo>
                  <a:lnTo>
                    <a:pt x="2574" y="8453"/>
                  </a:lnTo>
                  <a:lnTo>
                    <a:pt x="2491" y="8391"/>
                  </a:lnTo>
                  <a:lnTo>
                    <a:pt x="2344" y="8244"/>
                  </a:lnTo>
                  <a:lnTo>
                    <a:pt x="2260" y="8160"/>
                  </a:lnTo>
                  <a:lnTo>
                    <a:pt x="2260" y="8056"/>
                  </a:lnTo>
                  <a:lnTo>
                    <a:pt x="2219" y="8035"/>
                  </a:lnTo>
                  <a:lnTo>
                    <a:pt x="2198" y="8140"/>
                  </a:lnTo>
                  <a:lnTo>
                    <a:pt x="2030" y="8056"/>
                  </a:lnTo>
                  <a:lnTo>
                    <a:pt x="2051" y="7972"/>
                  </a:lnTo>
                  <a:lnTo>
                    <a:pt x="2135" y="7930"/>
                  </a:lnTo>
                  <a:lnTo>
                    <a:pt x="2156" y="7951"/>
                  </a:lnTo>
                  <a:lnTo>
                    <a:pt x="2198" y="7930"/>
                  </a:lnTo>
                  <a:lnTo>
                    <a:pt x="2219" y="7868"/>
                  </a:lnTo>
                  <a:lnTo>
                    <a:pt x="2156" y="7637"/>
                  </a:lnTo>
                  <a:lnTo>
                    <a:pt x="2114" y="7616"/>
                  </a:lnTo>
                  <a:lnTo>
                    <a:pt x="2114" y="7533"/>
                  </a:lnTo>
                  <a:lnTo>
                    <a:pt x="2030" y="7428"/>
                  </a:lnTo>
                  <a:lnTo>
                    <a:pt x="2009" y="7344"/>
                  </a:lnTo>
                  <a:lnTo>
                    <a:pt x="2009" y="7386"/>
                  </a:lnTo>
                  <a:lnTo>
                    <a:pt x="2009" y="7449"/>
                  </a:lnTo>
                  <a:lnTo>
                    <a:pt x="1947" y="7449"/>
                  </a:lnTo>
                  <a:lnTo>
                    <a:pt x="1884" y="7324"/>
                  </a:lnTo>
                  <a:lnTo>
                    <a:pt x="1821" y="7303"/>
                  </a:lnTo>
                  <a:lnTo>
                    <a:pt x="1842" y="7177"/>
                  </a:lnTo>
                  <a:lnTo>
                    <a:pt x="1800" y="7114"/>
                  </a:lnTo>
                  <a:lnTo>
                    <a:pt x="1779" y="6989"/>
                  </a:lnTo>
                  <a:lnTo>
                    <a:pt x="1716" y="6926"/>
                  </a:lnTo>
                  <a:lnTo>
                    <a:pt x="1633" y="6926"/>
                  </a:lnTo>
                  <a:lnTo>
                    <a:pt x="1612" y="6905"/>
                  </a:lnTo>
                  <a:lnTo>
                    <a:pt x="1570" y="6968"/>
                  </a:lnTo>
                  <a:lnTo>
                    <a:pt x="1528" y="7010"/>
                  </a:lnTo>
                  <a:lnTo>
                    <a:pt x="1486" y="7031"/>
                  </a:lnTo>
                  <a:lnTo>
                    <a:pt x="1424" y="6989"/>
                  </a:lnTo>
                  <a:lnTo>
                    <a:pt x="1486" y="6884"/>
                  </a:lnTo>
                  <a:lnTo>
                    <a:pt x="1382" y="6717"/>
                  </a:lnTo>
                  <a:lnTo>
                    <a:pt x="1382" y="6654"/>
                  </a:lnTo>
                  <a:lnTo>
                    <a:pt x="1361" y="6507"/>
                  </a:lnTo>
                  <a:lnTo>
                    <a:pt x="1361" y="6466"/>
                  </a:lnTo>
                  <a:lnTo>
                    <a:pt x="1403" y="6382"/>
                  </a:lnTo>
                  <a:lnTo>
                    <a:pt x="1382" y="6361"/>
                  </a:lnTo>
                  <a:lnTo>
                    <a:pt x="1319" y="6361"/>
                  </a:lnTo>
                  <a:lnTo>
                    <a:pt x="1382" y="6256"/>
                  </a:lnTo>
                  <a:lnTo>
                    <a:pt x="1382" y="6131"/>
                  </a:lnTo>
                  <a:lnTo>
                    <a:pt x="1507" y="5943"/>
                  </a:lnTo>
                  <a:lnTo>
                    <a:pt x="1528" y="5503"/>
                  </a:lnTo>
                  <a:lnTo>
                    <a:pt x="1612" y="5399"/>
                  </a:lnTo>
                  <a:lnTo>
                    <a:pt x="1633" y="5252"/>
                  </a:lnTo>
                  <a:lnTo>
                    <a:pt x="1716" y="5147"/>
                  </a:lnTo>
                  <a:lnTo>
                    <a:pt x="1737" y="5001"/>
                  </a:lnTo>
                  <a:lnTo>
                    <a:pt x="1696" y="4980"/>
                  </a:lnTo>
                  <a:lnTo>
                    <a:pt x="1716" y="4896"/>
                  </a:lnTo>
                  <a:lnTo>
                    <a:pt x="1716" y="4771"/>
                  </a:lnTo>
                  <a:lnTo>
                    <a:pt x="1779" y="4666"/>
                  </a:lnTo>
                  <a:lnTo>
                    <a:pt x="1779" y="4562"/>
                  </a:lnTo>
                  <a:lnTo>
                    <a:pt x="1675" y="4520"/>
                  </a:lnTo>
                  <a:lnTo>
                    <a:pt x="1696" y="4457"/>
                  </a:lnTo>
                  <a:lnTo>
                    <a:pt x="1696" y="4415"/>
                  </a:lnTo>
                  <a:lnTo>
                    <a:pt x="1800" y="4415"/>
                  </a:lnTo>
                  <a:lnTo>
                    <a:pt x="1821" y="4394"/>
                  </a:lnTo>
                  <a:lnTo>
                    <a:pt x="1884" y="4415"/>
                  </a:lnTo>
                  <a:lnTo>
                    <a:pt x="1926" y="4415"/>
                  </a:lnTo>
                  <a:lnTo>
                    <a:pt x="2030" y="4373"/>
                  </a:lnTo>
                  <a:lnTo>
                    <a:pt x="2051" y="4394"/>
                  </a:lnTo>
                  <a:lnTo>
                    <a:pt x="2135" y="4394"/>
                  </a:lnTo>
                  <a:lnTo>
                    <a:pt x="2219" y="4415"/>
                  </a:lnTo>
                  <a:lnTo>
                    <a:pt x="2260" y="4499"/>
                  </a:lnTo>
                  <a:lnTo>
                    <a:pt x="2219" y="4520"/>
                  </a:lnTo>
                  <a:lnTo>
                    <a:pt x="2219" y="4687"/>
                  </a:lnTo>
                  <a:lnTo>
                    <a:pt x="2260" y="4792"/>
                  </a:lnTo>
                  <a:lnTo>
                    <a:pt x="2240" y="4813"/>
                  </a:lnTo>
                  <a:lnTo>
                    <a:pt x="2198" y="4917"/>
                  </a:lnTo>
                  <a:lnTo>
                    <a:pt x="2302" y="4896"/>
                  </a:lnTo>
                  <a:lnTo>
                    <a:pt x="2365" y="4917"/>
                  </a:lnTo>
                  <a:lnTo>
                    <a:pt x="2470" y="4896"/>
                  </a:lnTo>
                  <a:lnTo>
                    <a:pt x="2616" y="4917"/>
                  </a:lnTo>
                  <a:lnTo>
                    <a:pt x="2658" y="4980"/>
                  </a:lnTo>
                  <a:lnTo>
                    <a:pt x="2658" y="4938"/>
                  </a:lnTo>
                  <a:lnTo>
                    <a:pt x="2658" y="4917"/>
                  </a:lnTo>
                  <a:lnTo>
                    <a:pt x="2721" y="4875"/>
                  </a:lnTo>
                  <a:lnTo>
                    <a:pt x="2784" y="4896"/>
                  </a:lnTo>
                  <a:lnTo>
                    <a:pt x="2951" y="5043"/>
                  </a:lnTo>
                  <a:lnTo>
                    <a:pt x="3014" y="5085"/>
                  </a:lnTo>
                  <a:lnTo>
                    <a:pt x="3014" y="5127"/>
                  </a:lnTo>
                  <a:lnTo>
                    <a:pt x="3076" y="5127"/>
                  </a:lnTo>
                  <a:lnTo>
                    <a:pt x="3181" y="5231"/>
                  </a:lnTo>
                  <a:lnTo>
                    <a:pt x="3202" y="5252"/>
                  </a:lnTo>
                  <a:lnTo>
                    <a:pt x="3244" y="5252"/>
                  </a:lnTo>
                  <a:lnTo>
                    <a:pt x="3244" y="5189"/>
                  </a:lnTo>
                  <a:lnTo>
                    <a:pt x="3286" y="5189"/>
                  </a:lnTo>
                  <a:lnTo>
                    <a:pt x="3286" y="5106"/>
                  </a:lnTo>
                  <a:lnTo>
                    <a:pt x="3307" y="4875"/>
                  </a:lnTo>
                  <a:lnTo>
                    <a:pt x="3265" y="4771"/>
                  </a:lnTo>
                  <a:lnTo>
                    <a:pt x="3160" y="4708"/>
                  </a:lnTo>
                  <a:lnTo>
                    <a:pt x="3097" y="4478"/>
                  </a:lnTo>
                  <a:lnTo>
                    <a:pt x="3139" y="4269"/>
                  </a:lnTo>
                  <a:lnTo>
                    <a:pt x="3202" y="4143"/>
                  </a:lnTo>
                  <a:lnTo>
                    <a:pt x="3265" y="3955"/>
                  </a:lnTo>
                  <a:lnTo>
                    <a:pt x="3369" y="3787"/>
                  </a:lnTo>
                  <a:lnTo>
                    <a:pt x="3495" y="3787"/>
                  </a:lnTo>
                  <a:lnTo>
                    <a:pt x="3767" y="3725"/>
                  </a:lnTo>
                  <a:lnTo>
                    <a:pt x="3913" y="3725"/>
                  </a:lnTo>
                  <a:lnTo>
                    <a:pt x="3976" y="3766"/>
                  </a:lnTo>
                  <a:lnTo>
                    <a:pt x="4123" y="3683"/>
                  </a:lnTo>
                  <a:lnTo>
                    <a:pt x="4248" y="3683"/>
                  </a:lnTo>
                  <a:lnTo>
                    <a:pt x="4395" y="3746"/>
                  </a:lnTo>
                  <a:lnTo>
                    <a:pt x="4541" y="3725"/>
                  </a:lnTo>
                  <a:lnTo>
                    <a:pt x="4646" y="3787"/>
                  </a:lnTo>
                  <a:lnTo>
                    <a:pt x="4771" y="3725"/>
                  </a:lnTo>
                  <a:lnTo>
                    <a:pt x="4855" y="3641"/>
                  </a:lnTo>
                  <a:lnTo>
                    <a:pt x="4855" y="3432"/>
                  </a:lnTo>
                  <a:lnTo>
                    <a:pt x="4834" y="3348"/>
                  </a:lnTo>
                  <a:lnTo>
                    <a:pt x="4855" y="3243"/>
                  </a:lnTo>
                  <a:lnTo>
                    <a:pt x="4855" y="3160"/>
                  </a:lnTo>
                  <a:lnTo>
                    <a:pt x="4876" y="3034"/>
                  </a:lnTo>
                  <a:lnTo>
                    <a:pt x="4876" y="2950"/>
                  </a:lnTo>
                  <a:lnTo>
                    <a:pt x="4729" y="2846"/>
                  </a:lnTo>
                  <a:lnTo>
                    <a:pt x="4750" y="2804"/>
                  </a:lnTo>
                  <a:lnTo>
                    <a:pt x="4667" y="2741"/>
                  </a:lnTo>
                  <a:lnTo>
                    <a:pt x="4541" y="2741"/>
                  </a:lnTo>
                  <a:lnTo>
                    <a:pt x="4437" y="2616"/>
                  </a:lnTo>
                  <a:lnTo>
                    <a:pt x="4332" y="2532"/>
                  </a:lnTo>
                  <a:lnTo>
                    <a:pt x="4353" y="2469"/>
                  </a:lnTo>
                  <a:lnTo>
                    <a:pt x="4353" y="2281"/>
                  </a:lnTo>
                  <a:lnTo>
                    <a:pt x="4311" y="2155"/>
                  </a:lnTo>
                  <a:lnTo>
                    <a:pt x="4353" y="2072"/>
                  </a:lnTo>
                  <a:lnTo>
                    <a:pt x="4353" y="1988"/>
                  </a:lnTo>
                  <a:lnTo>
                    <a:pt x="4311" y="1862"/>
                  </a:lnTo>
                  <a:lnTo>
                    <a:pt x="4185" y="1758"/>
                  </a:lnTo>
                  <a:lnTo>
                    <a:pt x="3913" y="1570"/>
                  </a:lnTo>
                  <a:lnTo>
                    <a:pt x="3830" y="1423"/>
                  </a:lnTo>
                  <a:lnTo>
                    <a:pt x="3579" y="1339"/>
                  </a:lnTo>
                  <a:lnTo>
                    <a:pt x="3390" y="1381"/>
                  </a:lnTo>
                  <a:lnTo>
                    <a:pt x="3265" y="1653"/>
                  </a:lnTo>
                  <a:lnTo>
                    <a:pt x="3014" y="1674"/>
                  </a:lnTo>
                  <a:lnTo>
                    <a:pt x="2930" y="1549"/>
                  </a:lnTo>
                  <a:lnTo>
                    <a:pt x="2825" y="1549"/>
                  </a:lnTo>
                  <a:lnTo>
                    <a:pt x="2616" y="1444"/>
                  </a:lnTo>
                  <a:lnTo>
                    <a:pt x="2428" y="1528"/>
                  </a:lnTo>
                  <a:lnTo>
                    <a:pt x="2428" y="1653"/>
                  </a:lnTo>
                  <a:lnTo>
                    <a:pt x="2260" y="1674"/>
                  </a:lnTo>
                  <a:lnTo>
                    <a:pt x="2114" y="1758"/>
                  </a:lnTo>
                  <a:lnTo>
                    <a:pt x="2114" y="1465"/>
                  </a:lnTo>
                  <a:lnTo>
                    <a:pt x="2114" y="1256"/>
                  </a:lnTo>
                  <a:lnTo>
                    <a:pt x="2051" y="1130"/>
                  </a:lnTo>
                  <a:lnTo>
                    <a:pt x="2114" y="1025"/>
                  </a:lnTo>
                  <a:lnTo>
                    <a:pt x="2135" y="942"/>
                  </a:lnTo>
                  <a:lnTo>
                    <a:pt x="2051" y="837"/>
                  </a:lnTo>
                  <a:lnTo>
                    <a:pt x="2135" y="712"/>
                  </a:lnTo>
                  <a:lnTo>
                    <a:pt x="2114" y="607"/>
                  </a:lnTo>
                  <a:lnTo>
                    <a:pt x="1905" y="607"/>
                  </a:lnTo>
                  <a:lnTo>
                    <a:pt x="1821" y="691"/>
                  </a:lnTo>
                  <a:lnTo>
                    <a:pt x="1716" y="628"/>
                  </a:lnTo>
                  <a:lnTo>
                    <a:pt x="1633" y="502"/>
                  </a:lnTo>
                  <a:lnTo>
                    <a:pt x="1716" y="419"/>
                  </a:lnTo>
                  <a:lnTo>
                    <a:pt x="1696" y="230"/>
                  </a:lnTo>
                  <a:lnTo>
                    <a:pt x="1591" y="105"/>
                  </a:lnTo>
                  <a:lnTo>
                    <a:pt x="1424" y="126"/>
                  </a:lnTo>
                  <a:lnTo>
                    <a:pt x="138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60"/>
            <p:cNvSpPr/>
            <p:nvPr/>
          </p:nvSpPr>
          <p:spPr>
            <a:xfrm>
              <a:off x="4375443" y="2948079"/>
              <a:ext cx="61050" cy="131125"/>
            </a:xfrm>
            <a:custGeom>
              <a:rect b="b" l="l" r="r" t="t"/>
              <a:pathLst>
                <a:path extrusionOk="0" h="11530" w="5127">
                  <a:moveTo>
                    <a:pt x="2407" y="0"/>
                  </a:moveTo>
                  <a:lnTo>
                    <a:pt x="2302" y="42"/>
                  </a:lnTo>
                  <a:lnTo>
                    <a:pt x="2344" y="63"/>
                  </a:lnTo>
                  <a:lnTo>
                    <a:pt x="2365" y="147"/>
                  </a:lnTo>
                  <a:lnTo>
                    <a:pt x="2260" y="251"/>
                  </a:lnTo>
                  <a:lnTo>
                    <a:pt x="2260" y="419"/>
                  </a:lnTo>
                  <a:lnTo>
                    <a:pt x="2281" y="523"/>
                  </a:lnTo>
                  <a:lnTo>
                    <a:pt x="2155" y="461"/>
                  </a:lnTo>
                  <a:lnTo>
                    <a:pt x="2072" y="377"/>
                  </a:lnTo>
                  <a:lnTo>
                    <a:pt x="1925" y="482"/>
                  </a:lnTo>
                  <a:lnTo>
                    <a:pt x="1716" y="544"/>
                  </a:lnTo>
                  <a:lnTo>
                    <a:pt x="1653" y="691"/>
                  </a:lnTo>
                  <a:lnTo>
                    <a:pt x="1528" y="858"/>
                  </a:lnTo>
                  <a:lnTo>
                    <a:pt x="1402" y="900"/>
                  </a:lnTo>
                  <a:lnTo>
                    <a:pt x="1214" y="1193"/>
                  </a:lnTo>
                  <a:lnTo>
                    <a:pt x="1193" y="1360"/>
                  </a:lnTo>
                  <a:lnTo>
                    <a:pt x="1235" y="1402"/>
                  </a:lnTo>
                  <a:lnTo>
                    <a:pt x="1151" y="1632"/>
                  </a:lnTo>
                  <a:lnTo>
                    <a:pt x="1005" y="1904"/>
                  </a:lnTo>
                  <a:lnTo>
                    <a:pt x="1005" y="2009"/>
                  </a:lnTo>
                  <a:lnTo>
                    <a:pt x="1130" y="2051"/>
                  </a:lnTo>
                  <a:lnTo>
                    <a:pt x="1005" y="2365"/>
                  </a:lnTo>
                  <a:lnTo>
                    <a:pt x="942" y="2616"/>
                  </a:lnTo>
                  <a:lnTo>
                    <a:pt x="879" y="2825"/>
                  </a:lnTo>
                  <a:lnTo>
                    <a:pt x="712" y="2825"/>
                  </a:lnTo>
                  <a:lnTo>
                    <a:pt x="607" y="2783"/>
                  </a:lnTo>
                  <a:lnTo>
                    <a:pt x="502" y="2783"/>
                  </a:lnTo>
                  <a:lnTo>
                    <a:pt x="565" y="3076"/>
                  </a:lnTo>
                  <a:lnTo>
                    <a:pt x="565" y="3202"/>
                  </a:lnTo>
                  <a:lnTo>
                    <a:pt x="565" y="3411"/>
                  </a:lnTo>
                  <a:lnTo>
                    <a:pt x="419" y="3411"/>
                  </a:lnTo>
                  <a:lnTo>
                    <a:pt x="440" y="3578"/>
                  </a:lnTo>
                  <a:lnTo>
                    <a:pt x="419" y="3704"/>
                  </a:lnTo>
                  <a:lnTo>
                    <a:pt x="440" y="3808"/>
                  </a:lnTo>
                  <a:lnTo>
                    <a:pt x="398" y="4018"/>
                  </a:lnTo>
                  <a:lnTo>
                    <a:pt x="314" y="4039"/>
                  </a:lnTo>
                  <a:lnTo>
                    <a:pt x="272" y="4018"/>
                  </a:lnTo>
                  <a:lnTo>
                    <a:pt x="251" y="4122"/>
                  </a:lnTo>
                  <a:lnTo>
                    <a:pt x="251" y="4206"/>
                  </a:lnTo>
                  <a:lnTo>
                    <a:pt x="251" y="4332"/>
                  </a:lnTo>
                  <a:lnTo>
                    <a:pt x="189" y="4457"/>
                  </a:lnTo>
                  <a:lnTo>
                    <a:pt x="147" y="4436"/>
                  </a:lnTo>
                  <a:lnTo>
                    <a:pt x="42" y="4562"/>
                  </a:lnTo>
                  <a:lnTo>
                    <a:pt x="0" y="4666"/>
                  </a:lnTo>
                  <a:lnTo>
                    <a:pt x="0" y="4729"/>
                  </a:lnTo>
                  <a:lnTo>
                    <a:pt x="84" y="4834"/>
                  </a:lnTo>
                  <a:lnTo>
                    <a:pt x="105" y="4980"/>
                  </a:lnTo>
                  <a:lnTo>
                    <a:pt x="377" y="5231"/>
                  </a:lnTo>
                  <a:lnTo>
                    <a:pt x="377" y="5231"/>
                  </a:lnTo>
                  <a:lnTo>
                    <a:pt x="314" y="5127"/>
                  </a:lnTo>
                  <a:lnTo>
                    <a:pt x="314" y="5064"/>
                  </a:lnTo>
                  <a:lnTo>
                    <a:pt x="398" y="5148"/>
                  </a:lnTo>
                  <a:lnTo>
                    <a:pt x="523" y="5148"/>
                  </a:lnTo>
                  <a:lnTo>
                    <a:pt x="419" y="5231"/>
                  </a:lnTo>
                  <a:lnTo>
                    <a:pt x="440" y="5273"/>
                  </a:lnTo>
                  <a:lnTo>
                    <a:pt x="565" y="5273"/>
                  </a:lnTo>
                  <a:lnTo>
                    <a:pt x="565" y="5189"/>
                  </a:lnTo>
                  <a:lnTo>
                    <a:pt x="586" y="5273"/>
                  </a:lnTo>
                  <a:lnTo>
                    <a:pt x="691" y="5273"/>
                  </a:lnTo>
                  <a:lnTo>
                    <a:pt x="733" y="5357"/>
                  </a:lnTo>
                  <a:lnTo>
                    <a:pt x="921" y="5399"/>
                  </a:lnTo>
                  <a:lnTo>
                    <a:pt x="1026" y="5566"/>
                  </a:lnTo>
                  <a:lnTo>
                    <a:pt x="1026" y="5671"/>
                  </a:lnTo>
                  <a:lnTo>
                    <a:pt x="942" y="5692"/>
                  </a:lnTo>
                  <a:lnTo>
                    <a:pt x="900" y="5608"/>
                  </a:lnTo>
                  <a:lnTo>
                    <a:pt x="816" y="5671"/>
                  </a:lnTo>
                  <a:lnTo>
                    <a:pt x="900" y="5754"/>
                  </a:lnTo>
                  <a:lnTo>
                    <a:pt x="921" y="5775"/>
                  </a:lnTo>
                  <a:lnTo>
                    <a:pt x="900" y="5796"/>
                  </a:lnTo>
                  <a:lnTo>
                    <a:pt x="795" y="5775"/>
                  </a:lnTo>
                  <a:lnTo>
                    <a:pt x="774" y="5671"/>
                  </a:lnTo>
                  <a:lnTo>
                    <a:pt x="670" y="5671"/>
                  </a:lnTo>
                  <a:lnTo>
                    <a:pt x="670" y="5712"/>
                  </a:lnTo>
                  <a:lnTo>
                    <a:pt x="795" y="5817"/>
                  </a:lnTo>
                  <a:lnTo>
                    <a:pt x="795" y="5880"/>
                  </a:lnTo>
                  <a:lnTo>
                    <a:pt x="900" y="6005"/>
                  </a:lnTo>
                  <a:lnTo>
                    <a:pt x="1109" y="6068"/>
                  </a:lnTo>
                  <a:lnTo>
                    <a:pt x="1088" y="5880"/>
                  </a:lnTo>
                  <a:lnTo>
                    <a:pt x="1026" y="5775"/>
                  </a:lnTo>
                  <a:lnTo>
                    <a:pt x="1151" y="5859"/>
                  </a:lnTo>
                  <a:lnTo>
                    <a:pt x="1151" y="5964"/>
                  </a:lnTo>
                  <a:lnTo>
                    <a:pt x="1214" y="6068"/>
                  </a:lnTo>
                  <a:lnTo>
                    <a:pt x="1298" y="6131"/>
                  </a:lnTo>
                  <a:lnTo>
                    <a:pt x="1319" y="6298"/>
                  </a:lnTo>
                  <a:lnTo>
                    <a:pt x="1402" y="6382"/>
                  </a:lnTo>
                  <a:lnTo>
                    <a:pt x="1360" y="6403"/>
                  </a:lnTo>
                  <a:lnTo>
                    <a:pt x="1402" y="6445"/>
                  </a:lnTo>
                  <a:lnTo>
                    <a:pt x="1465" y="6487"/>
                  </a:lnTo>
                  <a:lnTo>
                    <a:pt x="1465" y="6717"/>
                  </a:lnTo>
                  <a:lnTo>
                    <a:pt x="1570" y="6947"/>
                  </a:lnTo>
                  <a:lnTo>
                    <a:pt x="1632" y="7010"/>
                  </a:lnTo>
                  <a:lnTo>
                    <a:pt x="1486" y="7114"/>
                  </a:lnTo>
                  <a:lnTo>
                    <a:pt x="1402" y="7658"/>
                  </a:lnTo>
                  <a:lnTo>
                    <a:pt x="1444" y="7784"/>
                  </a:lnTo>
                  <a:lnTo>
                    <a:pt x="1423" y="7847"/>
                  </a:lnTo>
                  <a:lnTo>
                    <a:pt x="1444" y="7889"/>
                  </a:lnTo>
                  <a:lnTo>
                    <a:pt x="1528" y="7742"/>
                  </a:lnTo>
                  <a:lnTo>
                    <a:pt x="1653" y="7637"/>
                  </a:lnTo>
                  <a:lnTo>
                    <a:pt x="1716" y="7470"/>
                  </a:lnTo>
                  <a:lnTo>
                    <a:pt x="1716" y="7658"/>
                  </a:lnTo>
                  <a:lnTo>
                    <a:pt x="1549" y="7805"/>
                  </a:lnTo>
                  <a:lnTo>
                    <a:pt x="1549" y="7972"/>
                  </a:lnTo>
                  <a:lnTo>
                    <a:pt x="1632" y="7951"/>
                  </a:lnTo>
                  <a:lnTo>
                    <a:pt x="1632" y="7868"/>
                  </a:lnTo>
                  <a:lnTo>
                    <a:pt x="1779" y="7784"/>
                  </a:lnTo>
                  <a:lnTo>
                    <a:pt x="1863" y="7868"/>
                  </a:lnTo>
                  <a:lnTo>
                    <a:pt x="1925" y="7868"/>
                  </a:lnTo>
                  <a:lnTo>
                    <a:pt x="1925" y="7805"/>
                  </a:lnTo>
                  <a:lnTo>
                    <a:pt x="1946" y="7847"/>
                  </a:lnTo>
                  <a:lnTo>
                    <a:pt x="1988" y="7847"/>
                  </a:lnTo>
                  <a:lnTo>
                    <a:pt x="2009" y="7805"/>
                  </a:lnTo>
                  <a:lnTo>
                    <a:pt x="2135" y="7805"/>
                  </a:lnTo>
                  <a:lnTo>
                    <a:pt x="2365" y="7658"/>
                  </a:lnTo>
                  <a:lnTo>
                    <a:pt x="2386" y="7575"/>
                  </a:lnTo>
                  <a:lnTo>
                    <a:pt x="2448" y="7596"/>
                  </a:lnTo>
                  <a:lnTo>
                    <a:pt x="2511" y="7596"/>
                  </a:lnTo>
                  <a:lnTo>
                    <a:pt x="2658" y="7533"/>
                  </a:lnTo>
                  <a:lnTo>
                    <a:pt x="2574" y="7491"/>
                  </a:lnTo>
                  <a:lnTo>
                    <a:pt x="2574" y="7470"/>
                  </a:lnTo>
                  <a:lnTo>
                    <a:pt x="2511" y="7365"/>
                  </a:lnTo>
                  <a:lnTo>
                    <a:pt x="2574" y="7365"/>
                  </a:lnTo>
                  <a:lnTo>
                    <a:pt x="2616" y="7449"/>
                  </a:lnTo>
                  <a:lnTo>
                    <a:pt x="2720" y="7470"/>
                  </a:lnTo>
                  <a:lnTo>
                    <a:pt x="2888" y="7345"/>
                  </a:lnTo>
                  <a:lnTo>
                    <a:pt x="2867" y="7282"/>
                  </a:lnTo>
                  <a:lnTo>
                    <a:pt x="2909" y="7240"/>
                  </a:lnTo>
                  <a:lnTo>
                    <a:pt x="2909" y="7114"/>
                  </a:lnTo>
                  <a:lnTo>
                    <a:pt x="2867" y="7052"/>
                  </a:lnTo>
                  <a:lnTo>
                    <a:pt x="2867" y="7010"/>
                  </a:lnTo>
                  <a:lnTo>
                    <a:pt x="2888" y="6947"/>
                  </a:lnTo>
                  <a:lnTo>
                    <a:pt x="2804" y="6863"/>
                  </a:lnTo>
                  <a:lnTo>
                    <a:pt x="2909" y="6947"/>
                  </a:lnTo>
                  <a:lnTo>
                    <a:pt x="2909" y="7010"/>
                  </a:lnTo>
                  <a:lnTo>
                    <a:pt x="2992" y="7010"/>
                  </a:lnTo>
                  <a:lnTo>
                    <a:pt x="2992" y="7073"/>
                  </a:lnTo>
                  <a:lnTo>
                    <a:pt x="3118" y="7282"/>
                  </a:lnTo>
                  <a:lnTo>
                    <a:pt x="3181" y="7365"/>
                  </a:lnTo>
                  <a:lnTo>
                    <a:pt x="3202" y="7491"/>
                  </a:lnTo>
                  <a:lnTo>
                    <a:pt x="3306" y="7491"/>
                  </a:lnTo>
                  <a:lnTo>
                    <a:pt x="3390" y="7470"/>
                  </a:lnTo>
                  <a:lnTo>
                    <a:pt x="3411" y="7386"/>
                  </a:lnTo>
                  <a:lnTo>
                    <a:pt x="3411" y="7470"/>
                  </a:lnTo>
                  <a:lnTo>
                    <a:pt x="3390" y="7533"/>
                  </a:lnTo>
                  <a:lnTo>
                    <a:pt x="3432" y="7658"/>
                  </a:lnTo>
                  <a:lnTo>
                    <a:pt x="3432" y="7700"/>
                  </a:lnTo>
                  <a:lnTo>
                    <a:pt x="3411" y="7742"/>
                  </a:lnTo>
                  <a:lnTo>
                    <a:pt x="3432" y="7847"/>
                  </a:lnTo>
                  <a:lnTo>
                    <a:pt x="3495" y="7889"/>
                  </a:lnTo>
                  <a:lnTo>
                    <a:pt x="3536" y="8307"/>
                  </a:lnTo>
                  <a:lnTo>
                    <a:pt x="3578" y="8328"/>
                  </a:lnTo>
                  <a:lnTo>
                    <a:pt x="3578" y="8516"/>
                  </a:lnTo>
                  <a:lnTo>
                    <a:pt x="3725" y="8600"/>
                  </a:lnTo>
                  <a:lnTo>
                    <a:pt x="3704" y="8642"/>
                  </a:lnTo>
                  <a:lnTo>
                    <a:pt x="3704" y="8788"/>
                  </a:lnTo>
                  <a:lnTo>
                    <a:pt x="3767" y="8851"/>
                  </a:lnTo>
                  <a:lnTo>
                    <a:pt x="3767" y="9123"/>
                  </a:lnTo>
                  <a:lnTo>
                    <a:pt x="3829" y="9228"/>
                  </a:lnTo>
                  <a:lnTo>
                    <a:pt x="3829" y="9332"/>
                  </a:lnTo>
                  <a:lnTo>
                    <a:pt x="3850" y="9311"/>
                  </a:lnTo>
                  <a:lnTo>
                    <a:pt x="3871" y="9123"/>
                  </a:lnTo>
                  <a:lnTo>
                    <a:pt x="3955" y="9249"/>
                  </a:lnTo>
                  <a:lnTo>
                    <a:pt x="3976" y="9374"/>
                  </a:lnTo>
                  <a:lnTo>
                    <a:pt x="4059" y="9458"/>
                  </a:lnTo>
                  <a:lnTo>
                    <a:pt x="4080" y="9793"/>
                  </a:lnTo>
                  <a:lnTo>
                    <a:pt x="4164" y="9855"/>
                  </a:lnTo>
                  <a:lnTo>
                    <a:pt x="4185" y="9960"/>
                  </a:lnTo>
                  <a:lnTo>
                    <a:pt x="4143" y="10002"/>
                  </a:lnTo>
                  <a:lnTo>
                    <a:pt x="4164" y="10169"/>
                  </a:lnTo>
                  <a:lnTo>
                    <a:pt x="4227" y="10253"/>
                  </a:lnTo>
                  <a:lnTo>
                    <a:pt x="4290" y="10316"/>
                  </a:lnTo>
                  <a:lnTo>
                    <a:pt x="4227" y="10399"/>
                  </a:lnTo>
                  <a:lnTo>
                    <a:pt x="4269" y="10567"/>
                  </a:lnTo>
                  <a:lnTo>
                    <a:pt x="4248" y="10609"/>
                  </a:lnTo>
                  <a:lnTo>
                    <a:pt x="4227" y="10630"/>
                  </a:lnTo>
                  <a:lnTo>
                    <a:pt x="4185" y="10797"/>
                  </a:lnTo>
                  <a:lnTo>
                    <a:pt x="4227" y="10818"/>
                  </a:lnTo>
                  <a:lnTo>
                    <a:pt x="4227" y="10922"/>
                  </a:lnTo>
                  <a:lnTo>
                    <a:pt x="4143" y="11027"/>
                  </a:lnTo>
                  <a:lnTo>
                    <a:pt x="4101" y="11048"/>
                  </a:lnTo>
                  <a:lnTo>
                    <a:pt x="4059" y="11048"/>
                  </a:lnTo>
                  <a:lnTo>
                    <a:pt x="4059" y="11111"/>
                  </a:lnTo>
                  <a:lnTo>
                    <a:pt x="4101" y="11194"/>
                  </a:lnTo>
                  <a:lnTo>
                    <a:pt x="4101" y="11341"/>
                  </a:lnTo>
                  <a:lnTo>
                    <a:pt x="4164" y="11529"/>
                  </a:lnTo>
                  <a:lnTo>
                    <a:pt x="4185" y="11341"/>
                  </a:lnTo>
                  <a:lnTo>
                    <a:pt x="4248" y="11236"/>
                  </a:lnTo>
                  <a:lnTo>
                    <a:pt x="4248" y="11257"/>
                  </a:lnTo>
                  <a:lnTo>
                    <a:pt x="4269" y="11153"/>
                  </a:lnTo>
                  <a:lnTo>
                    <a:pt x="4332" y="11090"/>
                  </a:lnTo>
                  <a:lnTo>
                    <a:pt x="4332" y="10922"/>
                  </a:lnTo>
                  <a:lnTo>
                    <a:pt x="4457" y="10839"/>
                  </a:lnTo>
                  <a:lnTo>
                    <a:pt x="4583" y="10483"/>
                  </a:lnTo>
                  <a:lnTo>
                    <a:pt x="4666" y="10420"/>
                  </a:lnTo>
                  <a:lnTo>
                    <a:pt x="4666" y="10253"/>
                  </a:lnTo>
                  <a:lnTo>
                    <a:pt x="4583" y="10106"/>
                  </a:lnTo>
                  <a:lnTo>
                    <a:pt x="4604" y="9960"/>
                  </a:lnTo>
                  <a:lnTo>
                    <a:pt x="4562" y="9855"/>
                  </a:lnTo>
                  <a:lnTo>
                    <a:pt x="4541" y="9667"/>
                  </a:lnTo>
                  <a:lnTo>
                    <a:pt x="4457" y="9583"/>
                  </a:lnTo>
                  <a:lnTo>
                    <a:pt x="4478" y="9479"/>
                  </a:lnTo>
                  <a:lnTo>
                    <a:pt x="4457" y="9353"/>
                  </a:lnTo>
                  <a:lnTo>
                    <a:pt x="4478" y="9270"/>
                  </a:lnTo>
                  <a:lnTo>
                    <a:pt x="4436" y="9018"/>
                  </a:lnTo>
                  <a:lnTo>
                    <a:pt x="4269" y="8851"/>
                  </a:lnTo>
                  <a:lnTo>
                    <a:pt x="4080" y="8725"/>
                  </a:lnTo>
                  <a:lnTo>
                    <a:pt x="3934" y="8537"/>
                  </a:lnTo>
                  <a:lnTo>
                    <a:pt x="3934" y="8433"/>
                  </a:lnTo>
                  <a:lnTo>
                    <a:pt x="3850" y="8223"/>
                  </a:lnTo>
                  <a:lnTo>
                    <a:pt x="3955" y="8181"/>
                  </a:lnTo>
                  <a:lnTo>
                    <a:pt x="3976" y="8077"/>
                  </a:lnTo>
                  <a:lnTo>
                    <a:pt x="3934" y="7784"/>
                  </a:lnTo>
                  <a:lnTo>
                    <a:pt x="3955" y="7700"/>
                  </a:lnTo>
                  <a:lnTo>
                    <a:pt x="4059" y="7658"/>
                  </a:lnTo>
                  <a:lnTo>
                    <a:pt x="4059" y="7533"/>
                  </a:lnTo>
                  <a:lnTo>
                    <a:pt x="3934" y="7470"/>
                  </a:lnTo>
                  <a:lnTo>
                    <a:pt x="3934" y="7345"/>
                  </a:lnTo>
                  <a:lnTo>
                    <a:pt x="3850" y="7219"/>
                  </a:lnTo>
                  <a:lnTo>
                    <a:pt x="3767" y="7156"/>
                  </a:lnTo>
                  <a:lnTo>
                    <a:pt x="3620" y="6863"/>
                  </a:lnTo>
                  <a:lnTo>
                    <a:pt x="3495" y="6759"/>
                  </a:lnTo>
                  <a:lnTo>
                    <a:pt x="3432" y="6696"/>
                  </a:lnTo>
                  <a:lnTo>
                    <a:pt x="3348" y="6612"/>
                  </a:lnTo>
                  <a:lnTo>
                    <a:pt x="3243" y="6424"/>
                  </a:lnTo>
                  <a:lnTo>
                    <a:pt x="3181" y="6403"/>
                  </a:lnTo>
                  <a:lnTo>
                    <a:pt x="3181" y="6319"/>
                  </a:lnTo>
                  <a:lnTo>
                    <a:pt x="3306" y="6236"/>
                  </a:lnTo>
                  <a:lnTo>
                    <a:pt x="3411" y="6173"/>
                  </a:lnTo>
                  <a:lnTo>
                    <a:pt x="3390" y="6089"/>
                  </a:lnTo>
                  <a:lnTo>
                    <a:pt x="3390" y="5901"/>
                  </a:lnTo>
                  <a:lnTo>
                    <a:pt x="3453" y="5817"/>
                  </a:lnTo>
                  <a:lnTo>
                    <a:pt x="3432" y="5650"/>
                  </a:lnTo>
                  <a:lnTo>
                    <a:pt x="3515" y="5503"/>
                  </a:lnTo>
                  <a:lnTo>
                    <a:pt x="3746" y="5587"/>
                  </a:lnTo>
                  <a:lnTo>
                    <a:pt x="3871" y="5482"/>
                  </a:lnTo>
                  <a:lnTo>
                    <a:pt x="4018" y="5482"/>
                  </a:lnTo>
                  <a:lnTo>
                    <a:pt x="4039" y="5440"/>
                  </a:lnTo>
                  <a:lnTo>
                    <a:pt x="4039" y="5273"/>
                  </a:lnTo>
                  <a:lnTo>
                    <a:pt x="4101" y="5231"/>
                  </a:lnTo>
                  <a:lnTo>
                    <a:pt x="4269" y="5252"/>
                  </a:lnTo>
                  <a:lnTo>
                    <a:pt x="4290" y="5168"/>
                  </a:lnTo>
                  <a:lnTo>
                    <a:pt x="4248" y="5085"/>
                  </a:lnTo>
                  <a:lnTo>
                    <a:pt x="4248" y="5022"/>
                  </a:lnTo>
                  <a:lnTo>
                    <a:pt x="4373" y="4980"/>
                  </a:lnTo>
                  <a:lnTo>
                    <a:pt x="4541" y="4959"/>
                  </a:lnTo>
                  <a:lnTo>
                    <a:pt x="4562" y="4959"/>
                  </a:lnTo>
                  <a:lnTo>
                    <a:pt x="4604" y="4813"/>
                  </a:lnTo>
                  <a:lnTo>
                    <a:pt x="4666" y="4813"/>
                  </a:lnTo>
                  <a:lnTo>
                    <a:pt x="4792" y="4729"/>
                  </a:lnTo>
                  <a:lnTo>
                    <a:pt x="4750" y="4645"/>
                  </a:lnTo>
                  <a:lnTo>
                    <a:pt x="4792" y="4541"/>
                  </a:lnTo>
                  <a:lnTo>
                    <a:pt x="4813" y="4436"/>
                  </a:lnTo>
                  <a:lnTo>
                    <a:pt x="4980" y="4415"/>
                  </a:lnTo>
                  <a:lnTo>
                    <a:pt x="5085" y="4311"/>
                  </a:lnTo>
                  <a:lnTo>
                    <a:pt x="5127" y="4290"/>
                  </a:lnTo>
                  <a:lnTo>
                    <a:pt x="5127" y="4143"/>
                  </a:lnTo>
                  <a:lnTo>
                    <a:pt x="5022" y="4122"/>
                  </a:lnTo>
                  <a:lnTo>
                    <a:pt x="4771" y="4227"/>
                  </a:lnTo>
                  <a:lnTo>
                    <a:pt x="4624" y="4227"/>
                  </a:lnTo>
                  <a:lnTo>
                    <a:pt x="4562" y="4311"/>
                  </a:lnTo>
                  <a:lnTo>
                    <a:pt x="4436" y="4248"/>
                  </a:lnTo>
                  <a:lnTo>
                    <a:pt x="4394" y="4122"/>
                  </a:lnTo>
                  <a:lnTo>
                    <a:pt x="4436" y="3997"/>
                  </a:lnTo>
                  <a:lnTo>
                    <a:pt x="4352" y="3892"/>
                  </a:lnTo>
                  <a:lnTo>
                    <a:pt x="4269" y="3976"/>
                  </a:lnTo>
                  <a:lnTo>
                    <a:pt x="4227" y="3913"/>
                  </a:lnTo>
                  <a:lnTo>
                    <a:pt x="4039" y="3913"/>
                  </a:lnTo>
                  <a:lnTo>
                    <a:pt x="3955" y="3934"/>
                  </a:lnTo>
                  <a:lnTo>
                    <a:pt x="3934" y="3871"/>
                  </a:lnTo>
                  <a:lnTo>
                    <a:pt x="4039" y="3767"/>
                  </a:lnTo>
                  <a:lnTo>
                    <a:pt x="4185" y="3578"/>
                  </a:lnTo>
                  <a:lnTo>
                    <a:pt x="4164" y="3495"/>
                  </a:lnTo>
                  <a:lnTo>
                    <a:pt x="4227" y="3390"/>
                  </a:lnTo>
                  <a:lnTo>
                    <a:pt x="4227" y="3306"/>
                  </a:lnTo>
                  <a:lnTo>
                    <a:pt x="4101" y="3244"/>
                  </a:lnTo>
                  <a:lnTo>
                    <a:pt x="3955" y="3244"/>
                  </a:lnTo>
                  <a:lnTo>
                    <a:pt x="3934" y="3285"/>
                  </a:lnTo>
                  <a:lnTo>
                    <a:pt x="3871" y="3202"/>
                  </a:lnTo>
                  <a:lnTo>
                    <a:pt x="3913" y="3160"/>
                  </a:lnTo>
                  <a:lnTo>
                    <a:pt x="3767" y="3139"/>
                  </a:lnTo>
                  <a:lnTo>
                    <a:pt x="3704" y="3055"/>
                  </a:lnTo>
                  <a:lnTo>
                    <a:pt x="3725" y="2951"/>
                  </a:lnTo>
                  <a:lnTo>
                    <a:pt x="3704" y="2846"/>
                  </a:lnTo>
                  <a:lnTo>
                    <a:pt x="3557" y="2867"/>
                  </a:lnTo>
                  <a:lnTo>
                    <a:pt x="3495" y="2825"/>
                  </a:lnTo>
                  <a:lnTo>
                    <a:pt x="3515" y="2741"/>
                  </a:lnTo>
                  <a:lnTo>
                    <a:pt x="3495" y="2658"/>
                  </a:lnTo>
                  <a:lnTo>
                    <a:pt x="3223" y="2720"/>
                  </a:lnTo>
                  <a:lnTo>
                    <a:pt x="3097" y="2825"/>
                  </a:lnTo>
                  <a:lnTo>
                    <a:pt x="3034" y="2679"/>
                  </a:lnTo>
                  <a:lnTo>
                    <a:pt x="3055" y="2532"/>
                  </a:lnTo>
                  <a:lnTo>
                    <a:pt x="2992" y="2469"/>
                  </a:lnTo>
                  <a:lnTo>
                    <a:pt x="2930" y="2407"/>
                  </a:lnTo>
                  <a:lnTo>
                    <a:pt x="2825" y="2344"/>
                  </a:lnTo>
                  <a:lnTo>
                    <a:pt x="2825" y="2239"/>
                  </a:lnTo>
                  <a:lnTo>
                    <a:pt x="2888" y="2155"/>
                  </a:lnTo>
                  <a:lnTo>
                    <a:pt x="2825" y="2093"/>
                  </a:lnTo>
                  <a:lnTo>
                    <a:pt x="2888" y="2009"/>
                  </a:lnTo>
                  <a:lnTo>
                    <a:pt x="2971" y="1904"/>
                  </a:lnTo>
                  <a:lnTo>
                    <a:pt x="3034" y="1925"/>
                  </a:lnTo>
                  <a:lnTo>
                    <a:pt x="3097" y="1883"/>
                  </a:lnTo>
                  <a:lnTo>
                    <a:pt x="3034" y="1779"/>
                  </a:lnTo>
                  <a:lnTo>
                    <a:pt x="3055" y="1695"/>
                  </a:lnTo>
                  <a:lnTo>
                    <a:pt x="3118" y="1674"/>
                  </a:lnTo>
                  <a:lnTo>
                    <a:pt x="3139" y="1570"/>
                  </a:lnTo>
                  <a:lnTo>
                    <a:pt x="3243" y="1507"/>
                  </a:lnTo>
                  <a:lnTo>
                    <a:pt x="3285" y="1423"/>
                  </a:lnTo>
                  <a:lnTo>
                    <a:pt x="3285" y="1319"/>
                  </a:lnTo>
                  <a:lnTo>
                    <a:pt x="3306" y="1067"/>
                  </a:lnTo>
                  <a:lnTo>
                    <a:pt x="3285" y="900"/>
                  </a:lnTo>
                  <a:lnTo>
                    <a:pt x="3202" y="691"/>
                  </a:lnTo>
                  <a:lnTo>
                    <a:pt x="3202" y="544"/>
                  </a:lnTo>
                  <a:lnTo>
                    <a:pt x="3097" y="419"/>
                  </a:lnTo>
                  <a:lnTo>
                    <a:pt x="2992" y="419"/>
                  </a:lnTo>
                  <a:lnTo>
                    <a:pt x="2971" y="251"/>
                  </a:lnTo>
                  <a:lnTo>
                    <a:pt x="2825" y="147"/>
                  </a:lnTo>
                  <a:lnTo>
                    <a:pt x="2783" y="0"/>
                  </a:lnTo>
                  <a:lnTo>
                    <a:pt x="2616" y="0"/>
                  </a:lnTo>
                  <a:lnTo>
                    <a:pt x="2532" y="42"/>
                  </a:lnTo>
                  <a:lnTo>
                    <a:pt x="24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60"/>
            <p:cNvSpPr/>
            <p:nvPr/>
          </p:nvSpPr>
          <p:spPr>
            <a:xfrm>
              <a:off x="4343054" y="2959975"/>
              <a:ext cx="35389" cy="43557"/>
            </a:xfrm>
            <a:custGeom>
              <a:rect b="b" l="l" r="r" t="t"/>
              <a:pathLst>
                <a:path extrusionOk="0" h="3830" w="2972">
                  <a:moveTo>
                    <a:pt x="209" y="1"/>
                  </a:moveTo>
                  <a:lnTo>
                    <a:pt x="189" y="63"/>
                  </a:lnTo>
                  <a:lnTo>
                    <a:pt x="147" y="63"/>
                  </a:lnTo>
                  <a:lnTo>
                    <a:pt x="147" y="147"/>
                  </a:lnTo>
                  <a:lnTo>
                    <a:pt x="189" y="210"/>
                  </a:lnTo>
                  <a:lnTo>
                    <a:pt x="147" y="356"/>
                  </a:lnTo>
                  <a:lnTo>
                    <a:pt x="21" y="482"/>
                  </a:lnTo>
                  <a:lnTo>
                    <a:pt x="0" y="628"/>
                  </a:lnTo>
                  <a:lnTo>
                    <a:pt x="293" y="733"/>
                  </a:lnTo>
                  <a:lnTo>
                    <a:pt x="398" y="670"/>
                  </a:lnTo>
                  <a:lnTo>
                    <a:pt x="523" y="691"/>
                  </a:lnTo>
                  <a:lnTo>
                    <a:pt x="502" y="754"/>
                  </a:lnTo>
                  <a:lnTo>
                    <a:pt x="544" y="900"/>
                  </a:lnTo>
                  <a:lnTo>
                    <a:pt x="481" y="963"/>
                  </a:lnTo>
                  <a:lnTo>
                    <a:pt x="398" y="942"/>
                  </a:lnTo>
                  <a:lnTo>
                    <a:pt x="314" y="984"/>
                  </a:lnTo>
                  <a:lnTo>
                    <a:pt x="272" y="1151"/>
                  </a:lnTo>
                  <a:lnTo>
                    <a:pt x="168" y="1172"/>
                  </a:lnTo>
                  <a:lnTo>
                    <a:pt x="168" y="1402"/>
                  </a:lnTo>
                  <a:lnTo>
                    <a:pt x="293" y="1570"/>
                  </a:lnTo>
                  <a:lnTo>
                    <a:pt x="419" y="1612"/>
                  </a:lnTo>
                  <a:lnTo>
                    <a:pt x="586" y="1800"/>
                  </a:lnTo>
                  <a:lnTo>
                    <a:pt x="586" y="1988"/>
                  </a:lnTo>
                  <a:lnTo>
                    <a:pt x="628" y="2114"/>
                  </a:lnTo>
                  <a:lnTo>
                    <a:pt x="607" y="2218"/>
                  </a:lnTo>
                  <a:lnTo>
                    <a:pt x="628" y="2407"/>
                  </a:lnTo>
                  <a:lnTo>
                    <a:pt x="816" y="2637"/>
                  </a:lnTo>
                  <a:lnTo>
                    <a:pt x="816" y="2783"/>
                  </a:lnTo>
                  <a:lnTo>
                    <a:pt x="837" y="2888"/>
                  </a:lnTo>
                  <a:lnTo>
                    <a:pt x="879" y="3076"/>
                  </a:lnTo>
                  <a:lnTo>
                    <a:pt x="921" y="3055"/>
                  </a:lnTo>
                  <a:lnTo>
                    <a:pt x="984" y="3160"/>
                  </a:lnTo>
                  <a:lnTo>
                    <a:pt x="1005" y="3202"/>
                  </a:lnTo>
                  <a:lnTo>
                    <a:pt x="1046" y="3202"/>
                  </a:lnTo>
                  <a:lnTo>
                    <a:pt x="1067" y="3139"/>
                  </a:lnTo>
                  <a:lnTo>
                    <a:pt x="1130" y="3097"/>
                  </a:lnTo>
                  <a:lnTo>
                    <a:pt x="1214" y="3160"/>
                  </a:lnTo>
                  <a:lnTo>
                    <a:pt x="1214" y="3181"/>
                  </a:lnTo>
                  <a:lnTo>
                    <a:pt x="1256" y="3160"/>
                  </a:lnTo>
                  <a:lnTo>
                    <a:pt x="1298" y="3055"/>
                  </a:lnTo>
                  <a:lnTo>
                    <a:pt x="1214" y="2930"/>
                  </a:lnTo>
                  <a:lnTo>
                    <a:pt x="1256" y="2888"/>
                  </a:lnTo>
                  <a:lnTo>
                    <a:pt x="1256" y="2783"/>
                  </a:lnTo>
                  <a:lnTo>
                    <a:pt x="1318" y="2721"/>
                  </a:lnTo>
                  <a:lnTo>
                    <a:pt x="1318" y="2742"/>
                  </a:lnTo>
                  <a:lnTo>
                    <a:pt x="1256" y="2951"/>
                  </a:lnTo>
                  <a:lnTo>
                    <a:pt x="1339" y="3055"/>
                  </a:lnTo>
                  <a:lnTo>
                    <a:pt x="1423" y="2930"/>
                  </a:lnTo>
                  <a:lnTo>
                    <a:pt x="1507" y="2888"/>
                  </a:lnTo>
                  <a:lnTo>
                    <a:pt x="1507" y="2888"/>
                  </a:lnTo>
                  <a:lnTo>
                    <a:pt x="1465" y="2951"/>
                  </a:lnTo>
                  <a:lnTo>
                    <a:pt x="1423" y="2972"/>
                  </a:lnTo>
                  <a:lnTo>
                    <a:pt x="1360" y="3076"/>
                  </a:lnTo>
                  <a:lnTo>
                    <a:pt x="1465" y="3139"/>
                  </a:lnTo>
                  <a:lnTo>
                    <a:pt x="1549" y="2951"/>
                  </a:lnTo>
                  <a:lnTo>
                    <a:pt x="1653" y="2930"/>
                  </a:lnTo>
                  <a:lnTo>
                    <a:pt x="1674" y="2762"/>
                  </a:lnTo>
                  <a:lnTo>
                    <a:pt x="1590" y="2637"/>
                  </a:lnTo>
                  <a:lnTo>
                    <a:pt x="1528" y="2616"/>
                  </a:lnTo>
                  <a:lnTo>
                    <a:pt x="1632" y="2553"/>
                  </a:lnTo>
                  <a:lnTo>
                    <a:pt x="1653" y="2511"/>
                  </a:lnTo>
                  <a:lnTo>
                    <a:pt x="1570" y="2365"/>
                  </a:lnTo>
                  <a:lnTo>
                    <a:pt x="1549" y="2156"/>
                  </a:lnTo>
                  <a:lnTo>
                    <a:pt x="1590" y="2344"/>
                  </a:lnTo>
                  <a:lnTo>
                    <a:pt x="1716" y="2449"/>
                  </a:lnTo>
                  <a:lnTo>
                    <a:pt x="1779" y="2428"/>
                  </a:lnTo>
                  <a:lnTo>
                    <a:pt x="1779" y="2470"/>
                  </a:lnTo>
                  <a:lnTo>
                    <a:pt x="1988" y="2574"/>
                  </a:lnTo>
                  <a:lnTo>
                    <a:pt x="2093" y="2511"/>
                  </a:lnTo>
                  <a:lnTo>
                    <a:pt x="2155" y="2532"/>
                  </a:lnTo>
                  <a:lnTo>
                    <a:pt x="2155" y="2470"/>
                  </a:lnTo>
                  <a:lnTo>
                    <a:pt x="2197" y="2470"/>
                  </a:lnTo>
                  <a:lnTo>
                    <a:pt x="2365" y="2888"/>
                  </a:lnTo>
                  <a:lnTo>
                    <a:pt x="2448" y="2951"/>
                  </a:lnTo>
                  <a:lnTo>
                    <a:pt x="2448" y="3034"/>
                  </a:lnTo>
                  <a:lnTo>
                    <a:pt x="2406" y="3160"/>
                  </a:lnTo>
                  <a:lnTo>
                    <a:pt x="2469" y="3181"/>
                  </a:lnTo>
                  <a:lnTo>
                    <a:pt x="2406" y="3348"/>
                  </a:lnTo>
                  <a:lnTo>
                    <a:pt x="2448" y="3369"/>
                  </a:lnTo>
                  <a:lnTo>
                    <a:pt x="2511" y="3306"/>
                  </a:lnTo>
                  <a:lnTo>
                    <a:pt x="2553" y="3265"/>
                  </a:lnTo>
                  <a:lnTo>
                    <a:pt x="2553" y="3265"/>
                  </a:lnTo>
                  <a:lnTo>
                    <a:pt x="2511" y="3369"/>
                  </a:lnTo>
                  <a:lnTo>
                    <a:pt x="2490" y="3411"/>
                  </a:lnTo>
                  <a:lnTo>
                    <a:pt x="2553" y="3495"/>
                  </a:lnTo>
                  <a:lnTo>
                    <a:pt x="2637" y="3620"/>
                  </a:lnTo>
                  <a:lnTo>
                    <a:pt x="2720" y="3830"/>
                  </a:lnTo>
                  <a:lnTo>
                    <a:pt x="2762" y="3830"/>
                  </a:lnTo>
                  <a:lnTo>
                    <a:pt x="2720" y="3683"/>
                  </a:lnTo>
                  <a:lnTo>
                    <a:pt x="2720" y="3620"/>
                  </a:lnTo>
                  <a:lnTo>
                    <a:pt x="2762" y="3516"/>
                  </a:lnTo>
                  <a:lnTo>
                    <a:pt x="2867" y="3390"/>
                  </a:lnTo>
                  <a:lnTo>
                    <a:pt x="2909" y="3411"/>
                  </a:lnTo>
                  <a:lnTo>
                    <a:pt x="2971" y="3286"/>
                  </a:lnTo>
                  <a:lnTo>
                    <a:pt x="2971" y="3160"/>
                  </a:lnTo>
                  <a:lnTo>
                    <a:pt x="2930" y="3139"/>
                  </a:lnTo>
                  <a:lnTo>
                    <a:pt x="2909" y="3076"/>
                  </a:lnTo>
                  <a:lnTo>
                    <a:pt x="2909" y="3034"/>
                  </a:lnTo>
                  <a:lnTo>
                    <a:pt x="2888" y="2972"/>
                  </a:lnTo>
                  <a:lnTo>
                    <a:pt x="2867" y="2888"/>
                  </a:lnTo>
                  <a:lnTo>
                    <a:pt x="2804" y="2742"/>
                  </a:lnTo>
                  <a:lnTo>
                    <a:pt x="2783" y="2511"/>
                  </a:lnTo>
                  <a:lnTo>
                    <a:pt x="2720" y="2428"/>
                  </a:lnTo>
                  <a:lnTo>
                    <a:pt x="2720" y="2302"/>
                  </a:lnTo>
                  <a:lnTo>
                    <a:pt x="2699" y="2135"/>
                  </a:lnTo>
                  <a:lnTo>
                    <a:pt x="2637" y="2051"/>
                  </a:lnTo>
                  <a:lnTo>
                    <a:pt x="2595" y="2009"/>
                  </a:lnTo>
                  <a:lnTo>
                    <a:pt x="2511" y="2009"/>
                  </a:lnTo>
                  <a:lnTo>
                    <a:pt x="2448" y="1946"/>
                  </a:lnTo>
                  <a:lnTo>
                    <a:pt x="2386" y="2009"/>
                  </a:lnTo>
                  <a:lnTo>
                    <a:pt x="2406" y="2051"/>
                  </a:lnTo>
                  <a:lnTo>
                    <a:pt x="2386" y="2114"/>
                  </a:lnTo>
                  <a:lnTo>
                    <a:pt x="2386" y="2156"/>
                  </a:lnTo>
                  <a:lnTo>
                    <a:pt x="2344" y="2239"/>
                  </a:lnTo>
                  <a:lnTo>
                    <a:pt x="2365" y="2302"/>
                  </a:lnTo>
                  <a:lnTo>
                    <a:pt x="2365" y="2365"/>
                  </a:lnTo>
                  <a:lnTo>
                    <a:pt x="2281" y="2365"/>
                  </a:lnTo>
                  <a:lnTo>
                    <a:pt x="2197" y="2260"/>
                  </a:lnTo>
                  <a:lnTo>
                    <a:pt x="2093" y="2156"/>
                  </a:lnTo>
                  <a:lnTo>
                    <a:pt x="2093" y="2114"/>
                  </a:lnTo>
                  <a:lnTo>
                    <a:pt x="2030" y="2051"/>
                  </a:lnTo>
                  <a:lnTo>
                    <a:pt x="1967" y="1905"/>
                  </a:lnTo>
                  <a:lnTo>
                    <a:pt x="1967" y="1821"/>
                  </a:lnTo>
                  <a:lnTo>
                    <a:pt x="2030" y="1800"/>
                  </a:lnTo>
                  <a:lnTo>
                    <a:pt x="2051" y="1716"/>
                  </a:lnTo>
                  <a:lnTo>
                    <a:pt x="2155" y="1633"/>
                  </a:lnTo>
                  <a:lnTo>
                    <a:pt x="2176" y="1695"/>
                  </a:lnTo>
                  <a:lnTo>
                    <a:pt x="2260" y="1695"/>
                  </a:lnTo>
                  <a:lnTo>
                    <a:pt x="2302" y="1633"/>
                  </a:lnTo>
                  <a:lnTo>
                    <a:pt x="2302" y="1570"/>
                  </a:lnTo>
                  <a:lnTo>
                    <a:pt x="2365" y="1528"/>
                  </a:lnTo>
                  <a:lnTo>
                    <a:pt x="2448" y="1319"/>
                  </a:lnTo>
                  <a:lnTo>
                    <a:pt x="2469" y="1193"/>
                  </a:lnTo>
                  <a:lnTo>
                    <a:pt x="2511" y="1068"/>
                  </a:lnTo>
                  <a:lnTo>
                    <a:pt x="2469" y="1047"/>
                  </a:lnTo>
                  <a:lnTo>
                    <a:pt x="2365" y="942"/>
                  </a:lnTo>
                  <a:lnTo>
                    <a:pt x="2302" y="963"/>
                  </a:lnTo>
                  <a:lnTo>
                    <a:pt x="2260" y="942"/>
                  </a:lnTo>
                  <a:lnTo>
                    <a:pt x="2176" y="942"/>
                  </a:lnTo>
                  <a:lnTo>
                    <a:pt x="1967" y="963"/>
                  </a:lnTo>
                  <a:lnTo>
                    <a:pt x="1779" y="942"/>
                  </a:lnTo>
                  <a:lnTo>
                    <a:pt x="1423" y="942"/>
                  </a:lnTo>
                  <a:lnTo>
                    <a:pt x="1298" y="879"/>
                  </a:lnTo>
                  <a:lnTo>
                    <a:pt x="1193" y="900"/>
                  </a:lnTo>
                  <a:lnTo>
                    <a:pt x="1067" y="858"/>
                  </a:lnTo>
                  <a:lnTo>
                    <a:pt x="1067" y="775"/>
                  </a:lnTo>
                  <a:lnTo>
                    <a:pt x="1026" y="649"/>
                  </a:lnTo>
                  <a:lnTo>
                    <a:pt x="1026" y="565"/>
                  </a:lnTo>
                  <a:lnTo>
                    <a:pt x="1005" y="440"/>
                  </a:lnTo>
                  <a:lnTo>
                    <a:pt x="921" y="314"/>
                  </a:lnTo>
                  <a:lnTo>
                    <a:pt x="879" y="314"/>
                  </a:lnTo>
                  <a:lnTo>
                    <a:pt x="837" y="356"/>
                  </a:lnTo>
                  <a:lnTo>
                    <a:pt x="733" y="314"/>
                  </a:lnTo>
                  <a:lnTo>
                    <a:pt x="691" y="252"/>
                  </a:lnTo>
                  <a:lnTo>
                    <a:pt x="607" y="168"/>
                  </a:lnTo>
                  <a:lnTo>
                    <a:pt x="544" y="168"/>
                  </a:lnTo>
                  <a:lnTo>
                    <a:pt x="523" y="252"/>
                  </a:lnTo>
                  <a:lnTo>
                    <a:pt x="607" y="314"/>
                  </a:lnTo>
                  <a:lnTo>
                    <a:pt x="544" y="335"/>
                  </a:lnTo>
                  <a:lnTo>
                    <a:pt x="419" y="314"/>
                  </a:lnTo>
                  <a:lnTo>
                    <a:pt x="356" y="210"/>
                  </a:lnTo>
                  <a:lnTo>
                    <a:pt x="356" y="147"/>
                  </a:lnTo>
                  <a:lnTo>
                    <a:pt x="272" y="42"/>
                  </a:lnTo>
                  <a:lnTo>
                    <a:pt x="2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60"/>
            <p:cNvSpPr/>
            <p:nvPr/>
          </p:nvSpPr>
          <p:spPr>
            <a:xfrm>
              <a:off x="3793178" y="2712975"/>
              <a:ext cx="26423" cy="30945"/>
            </a:xfrm>
            <a:custGeom>
              <a:rect b="b" l="l" r="r" t="t"/>
              <a:pathLst>
                <a:path extrusionOk="0" h="2721" w="2219">
                  <a:moveTo>
                    <a:pt x="1298" y="1"/>
                  </a:moveTo>
                  <a:lnTo>
                    <a:pt x="1152" y="168"/>
                  </a:lnTo>
                  <a:lnTo>
                    <a:pt x="984" y="231"/>
                  </a:lnTo>
                  <a:lnTo>
                    <a:pt x="880" y="231"/>
                  </a:lnTo>
                  <a:lnTo>
                    <a:pt x="817" y="336"/>
                  </a:lnTo>
                  <a:lnTo>
                    <a:pt x="754" y="482"/>
                  </a:lnTo>
                  <a:lnTo>
                    <a:pt x="649" y="545"/>
                  </a:lnTo>
                  <a:lnTo>
                    <a:pt x="524" y="545"/>
                  </a:lnTo>
                  <a:lnTo>
                    <a:pt x="357" y="649"/>
                  </a:lnTo>
                  <a:lnTo>
                    <a:pt x="315" y="629"/>
                  </a:lnTo>
                  <a:lnTo>
                    <a:pt x="231" y="629"/>
                  </a:lnTo>
                  <a:lnTo>
                    <a:pt x="210" y="754"/>
                  </a:lnTo>
                  <a:lnTo>
                    <a:pt x="126" y="838"/>
                  </a:lnTo>
                  <a:lnTo>
                    <a:pt x="189" y="901"/>
                  </a:lnTo>
                  <a:lnTo>
                    <a:pt x="231" y="859"/>
                  </a:lnTo>
                  <a:lnTo>
                    <a:pt x="357" y="1005"/>
                  </a:lnTo>
                  <a:lnTo>
                    <a:pt x="336" y="838"/>
                  </a:lnTo>
                  <a:lnTo>
                    <a:pt x="357" y="754"/>
                  </a:lnTo>
                  <a:lnTo>
                    <a:pt x="545" y="629"/>
                  </a:lnTo>
                  <a:lnTo>
                    <a:pt x="566" y="649"/>
                  </a:lnTo>
                  <a:lnTo>
                    <a:pt x="670" y="629"/>
                  </a:lnTo>
                  <a:lnTo>
                    <a:pt x="817" y="649"/>
                  </a:lnTo>
                  <a:lnTo>
                    <a:pt x="859" y="629"/>
                  </a:lnTo>
                  <a:lnTo>
                    <a:pt x="859" y="629"/>
                  </a:lnTo>
                  <a:cubicBezTo>
                    <a:pt x="859" y="649"/>
                    <a:pt x="838" y="649"/>
                    <a:pt x="838" y="691"/>
                  </a:cubicBezTo>
                  <a:lnTo>
                    <a:pt x="754" y="712"/>
                  </a:lnTo>
                  <a:lnTo>
                    <a:pt x="670" y="712"/>
                  </a:lnTo>
                  <a:lnTo>
                    <a:pt x="629" y="733"/>
                  </a:lnTo>
                  <a:lnTo>
                    <a:pt x="733" y="859"/>
                  </a:lnTo>
                  <a:lnTo>
                    <a:pt x="691" y="921"/>
                  </a:lnTo>
                  <a:lnTo>
                    <a:pt x="775" y="1026"/>
                  </a:lnTo>
                  <a:lnTo>
                    <a:pt x="775" y="1047"/>
                  </a:lnTo>
                  <a:lnTo>
                    <a:pt x="691" y="1026"/>
                  </a:lnTo>
                  <a:lnTo>
                    <a:pt x="587" y="1047"/>
                  </a:lnTo>
                  <a:lnTo>
                    <a:pt x="566" y="1005"/>
                  </a:lnTo>
                  <a:lnTo>
                    <a:pt x="629" y="942"/>
                  </a:lnTo>
                  <a:lnTo>
                    <a:pt x="566" y="838"/>
                  </a:lnTo>
                  <a:lnTo>
                    <a:pt x="545" y="838"/>
                  </a:lnTo>
                  <a:lnTo>
                    <a:pt x="461" y="963"/>
                  </a:lnTo>
                  <a:lnTo>
                    <a:pt x="524" y="1047"/>
                  </a:lnTo>
                  <a:lnTo>
                    <a:pt x="419" y="1131"/>
                  </a:lnTo>
                  <a:lnTo>
                    <a:pt x="336" y="1047"/>
                  </a:lnTo>
                  <a:lnTo>
                    <a:pt x="231" y="1047"/>
                  </a:lnTo>
                  <a:lnTo>
                    <a:pt x="147" y="1026"/>
                  </a:lnTo>
                  <a:lnTo>
                    <a:pt x="64" y="1110"/>
                  </a:lnTo>
                  <a:lnTo>
                    <a:pt x="210" y="1173"/>
                  </a:lnTo>
                  <a:lnTo>
                    <a:pt x="210" y="1277"/>
                  </a:lnTo>
                  <a:lnTo>
                    <a:pt x="126" y="1235"/>
                  </a:lnTo>
                  <a:lnTo>
                    <a:pt x="64" y="1256"/>
                  </a:lnTo>
                  <a:lnTo>
                    <a:pt x="105" y="1424"/>
                  </a:lnTo>
                  <a:lnTo>
                    <a:pt x="168" y="1465"/>
                  </a:lnTo>
                  <a:lnTo>
                    <a:pt x="168" y="1591"/>
                  </a:lnTo>
                  <a:lnTo>
                    <a:pt x="231" y="1675"/>
                  </a:lnTo>
                  <a:lnTo>
                    <a:pt x="64" y="1758"/>
                  </a:lnTo>
                  <a:lnTo>
                    <a:pt x="1" y="1905"/>
                  </a:lnTo>
                  <a:lnTo>
                    <a:pt x="64" y="1968"/>
                  </a:lnTo>
                  <a:lnTo>
                    <a:pt x="168" y="1905"/>
                  </a:lnTo>
                  <a:lnTo>
                    <a:pt x="315" y="2051"/>
                  </a:lnTo>
                  <a:lnTo>
                    <a:pt x="336" y="2219"/>
                  </a:lnTo>
                  <a:lnTo>
                    <a:pt x="273" y="2261"/>
                  </a:lnTo>
                  <a:lnTo>
                    <a:pt x="315" y="2323"/>
                  </a:lnTo>
                  <a:lnTo>
                    <a:pt x="461" y="2323"/>
                  </a:lnTo>
                  <a:lnTo>
                    <a:pt x="608" y="2533"/>
                  </a:lnTo>
                  <a:lnTo>
                    <a:pt x="649" y="2574"/>
                  </a:lnTo>
                  <a:lnTo>
                    <a:pt x="754" y="2533"/>
                  </a:lnTo>
                  <a:lnTo>
                    <a:pt x="775" y="2470"/>
                  </a:lnTo>
                  <a:lnTo>
                    <a:pt x="691" y="2386"/>
                  </a:lnTo>
                  <a:lnTo>
                    <a:pt x="649" y="2386"/>
                  </a:lnTo>
                  <a:lnTo>
                    <a:pt x="649" y="2302"/>
                  </a:lnTo>
                  <a:lnTo>
                    <a:pt x="733" y="2261"/>
                  </a:lnTo>
                  <a:lnTo>
                    <a:pt x="733" y="2177"/>
                  </a:lnTo>
                  <a:lnTo>
                    <a:pt x="670" y="2135"/>
                  </a:lnTo>
                  <a:lnTo>
                    <a:pt x="670" y="2072"/>
                  </a:lnTo>
                  <a:lnTo>
                    <a:pt x="754" y="2009"/>
                  </a:lnTo>
                  <a:cubicBezTo>
                    <a:pt x="775" y="2051"/>
                    <a:pt x="817" y="2093"/>
                    <a:pt x="838" y="2135"/>
                  </a:cubicBezTo>
                  <a:lnTo>
                    <a:pt x="838" y="2177"/>
                  </a:lnTo>
                  <a:lnTo>
                    <a:pt x="880" y="2302"/>
                  </a:lnTo>
                  <a:lnTo>
                    <a:pt x="984" y="2407"/>
                  </a:lnTo>
                  <a:lnTo>
                    <a:pt x="1089" y="2407"/>
                  </a:lnTo>
                  <a:lnTo>
                    <a:pt x="1152" y="2449"/>
                  </a:lnTo>
                  <a:lnTo>
                    <a:pt x="1256" y="2428"/>
                  </a:lnTo>
                  <a:cubicBezTo>
                    <a:pt x="1277" y="2428"/>
                    <a:pt x="1298" y="2428"/>
                    <a:pt x="1298" y="2407"/>
                  </a:cubicBezTo>
                  <a:cubicBezTo>
                    <a:pt x="1319" y="2407"/>
                    <a:pt x="1319" y="2428"/>
                    <a:pt x="1361" y="2428"/>
                  </a:cubicBezTo>
                  <a:lnTo>
                    <a:pt x="1361" y="2449"/>
                  </a:lnTo>
                  <a:lnTo>
                    <a:pt x="1298" y="2533"/>
                  </a:lnTo>
                  <a:lnTo>
                    <a:pt x="1319" y="2595"/>
                  </a:lnTo>
                  <a:lnTo>
                    <a:pt x="1382" y="2512"/>
                  </a:lnTo>
                  <a:lnTo>
                    <a:pt x="1403" y="2449"/>
                  </a:lnTo>
                  <a:cubicBezTo>
                    <a:pt x="1445" y="2491"/>
                    <a:pt x="1486" y="2512"/>
                    <a:pt x="1507" y="2553"/>
                  </a:cubicBezTo>
                  <a:lnTo>
                    <a:pt x="1507" y="2595"/>
                  </a:lnTo>
                  <a:lnTo>
                    <a:pt x="1465" y="2616"/>
                  </a:lnTo>
                  <a:lnTo>
                    <a:pt x="1507" y="2658"/>
                  </a:lnTo>
                  <a:lnTo>
                    <a:pt x="1675" y="2721"/>
                  </a:lnTo>
                  <a:lnTo>
                    <a:pt x="1821" y="2700"/>
                  </a:lnTo>
                  <a:lnTo>
                    <a:pt x="1884" y="2616"/>
                  </a:lnTo>
                  <a:lnTo>
                    <a:pt x="1905" y="2700"/>
                  </a:lnTo>
                  <a:lnTo>
                    <a:pt x="1926" y="2721"/>
                  </a:lnTo>
                  <a:lnTo>
                    <a:pt x="1926" y="2616"/>
                  </a:lnTo>
                  <a:lnTo>
                    <a:pt x="1968" y="2574"/>
                  </a:lnTo>
                  <a:cubicBezTo>
                    <a:pt x="2009" y="2533"/>
                    <a:pt x="2030" y="2512"/>
                    <a:pt x="2030" y="2470"/>
                  </a:cubicBezTo>
                  <a:lnTo>
                    <a:pt x="2093" y="2386"/>
                  </a:lnTo>
                  <a:lnTo>
                    <a:pt x="2177" y="2344"/>
                  </a:lnTo>
                  <a:lnTo>
                    <a:pt x="2135" y="2302"/>
                  </a:lnTo>
                  <a:lnTo>
                    <a:pt x="2072" y="2323"/>
                  </a:lnTo>
                  <a:lnTo>
                    <a:pt x="2009" y="2407"/>
                  </a:lnTo>
                  <a:lnTo>
                    <a:pt x="2009" y="2386"/>
                  </a:lnTo>
                  <a:cubicBezTo>
                    <a:pt x="1989" y="2344"/>
                    <a:pt x="1989" y="2344"/>
                    <a:pt x="1989" y="2323"/>
                  </a:cubicBezTo>
                  <a:lnTo>
                    <a:pt x="2009" y="2302"/>
                  </a:lnTo>
                  <a:lnTo>
                    <a:pt x="2009" y="2219"/>
                  </a:lnTo>
                  <a:lnTo>
                    <a:pt x="2135" y="2177"/>
                  </a:lnTo>
                  <a:lnTo>
                    <a:pt x="2198" y="2114"/>
                  </a:lnTo>
                  <a:lnTo>
                    <a:pt x="2177" y="2051"/>
                  </a:lnTo>
                  <a:lnTo>
                    <a:pt x="2072" y="1968"/>
                  </a:lnTo>
                  <a:lnTo>
                    <a:pt x="2072" y="1905"/>
                  </a:lnTo>
                  <a:lnTo>
                    <a:pt x="2198" y="1863"/>
                  </a:lnTo>
                  <a:lnTo>
                    <a:pt x="2219" y="1737"/>
                  </a:lnTo>
                  <a:lnTo>
                    <a:pt x="2219" y="1591"/>
                  </a:lnTo>
                  <a:lnTo>
                    <a:pt x="2198" y="1486"/>
                  </a:lnTo>
                  <a:lnTo>
                    <a:pt x="2072" y="1486"/>
                  </a:lnTo>
                  <a:lnTo>
                    <a:pt x="1905" y="1528"/>
                  </a:lnTo>
                  <a:lnTo>
                    <a:pt x="1863" y="1633"/>
                  </a:lnTo>
                  <a:lnTo>
                    <a:pt x="1905" y="1675"/>
                  </a:lnTo>
                  <a:lnTo>
                    <a:pt x="1989" y="1737"/>
                  </a:lnTo>
                  <a:lnTo>
                    <a:pt x="1989" y="1779"/>
                  </a:lnTo>
                  <a:lnTo>
                    <a:pt x="1926" y="1758"/>
                  </a:lnTo>
                  <a:lnTo>
                    <a:pt x="1905" y="1779"/>
                  </a:lnTo>
                  <a:lnTo>
                    <a:pt x="1800" y="1696"/>
                  </a:lnTo>
                  <a:lnTo>
                    <a:pt x="1800" y="1654"/>
                  </a:lnTo>
                  <a:lnTo>
                    <a:pt x="1758" y="1570"/>
                  </a:lnTo>
                  <a:lnTo>
                    <a:pt x="1696" y="1591"/>
                  </a:lnTo>
                  <a:lnTo>
                    <a:pt x="1654" y="1675"/>
                  </a:lnTo>
                  <a:lnTo>
                    <a:pt x="1570" y="1696"/>
                  </a:lnTo>
                  <a:lnTo>
                    <a:pt x="1591" y="1779"/>
                  </a:lnTo>
                  <a:lnTo>
                    <a:pt x="1654" y="1863"/>
                  </a:lnTo>
                  <a:lnTo>
                    <a:pt x="1654" y="1989"/>
                  </a:lnTo>
                  <a:lnTo>
                    <a:pt x="1717" y="2072"/>
                  </a:lnTo>
                  <a:lnTo>
                    <a:pt x="1800" y="2072"/>
                  </a:lnTo>
                  <a:lnTo>
                    <a:pt x="1926" y="2093"/>
                  </a:lnTo>
                  <a:lnTo>
                    <a:pt x="1968" y="2156"/>
                  </a:lnTo>
                  <a:lnTo>
                    <a:pt x="1905" y="2198"/>
                  </a:lnTo>
                  <a:lnTo>
                    <a:pt x="1968" y="2261"/>
                  </a:lnTo>
                  <a:cubicBezTo>
                    <a:pt x="1926" y="2281"/>
                    <a:pt x="1926" y="2323"/>
                    <a:pt x="1926" y="2365"/>
                  </a:cubicBezTo>
                  <a:lnTo>
                    <a:pt x="1905" y="2386"/>
                  </a:lnTo>
                  <a:lnTo>
                    <a:pt x="1863" y="2386"/>
                  </a:lnTo>
                  <a:lnTo>
                    <a:pt x="1779" y="2407"/>
                  </a:lnTo>
                  <a:lnTo>
                    <a:pt x="1675" y="2261"/>
                  </a:lnTo>
                  <a:lnTo>
                    <a:pt x="1612" y="2281"/>
                  </a:lnTo>
                  <a:cubicBezTo>
                    <a:pt x="1591" y="2261"/>
                    <a:pt x="1570" y="2261"/>
                    <a:pt x="1549" y="2219"/>
                  </a:cubicBezTo>
                  <a:lnTo>
                    <a:pt x="1549" y="2198"/>
                  </a:lnTo>
                  <a:lnTo>
                    <a:pt x="1465" y="2114"/>
                  </a:lnTo>
                  <a:lnTo>
                    <a:pt x="1465" y="2177"/>
                  </a:lnTo>
                  <a:cubicBezTo>
                    <a:pt x="1465" y="2177"/>
                    <a:pt x="1445" y="2177"/>
                    <a:pt x="1445" y="2156"/>
                  </a:cubicBezTo>
                  <a:cubicBezTo>
                    <a:pt x="1403" y="2156"/>
                    <a:pt x="1403" y="2156"/>
                    <a:pt x="1382" y="2177"/>
                  </a:cubicBezTo>
                  <a:lnTo>
                    <a:pt x="1403" y="2093"/>
                  </a:lnTo>
                  <a:lnTo>
                    <a:pt x="1382" y="2009"/>
                  </a:lnTo>
                  <a:lnTo>
                    <a:pt x="1298" y="1863"/>
                  </a:lnTo>
                  <a:lnTo>
                    <a:pt x="1235" y="1863"/>
                  </a:lnTo>
                  <a:lnTo>
                    <a:pt x="1089" y="1779"/>
                  </a:lnTo>
                  <a:lnTo>
                    <a:pt x="1026" y="1612"/>
                  </a:lnTo>
                  <a:lnTo>
                    <a:pt x="1047" y="1654"/>
                  </a:lnTo>
                  <a:lnTo>
                    <a:pt x="1173" y="1591"/>
                  </a:lnTo>
                  <a:lnTo>
                    <a:pt x="1173" y="1445"/>
                  </a:lnTo>
                  <a:lnTo>
                    <a:pt x="1131" y="1340"/>
                  </a:lnTo>
                  <a:lnTo>
                    <a:pt x="1193" y="1256"/>
                  </a:lnTo>
                  <a:lnTo>
                    <a:pt x="1298" y="1235"/>
                  </a:lnTo>
                  <a:lnTo>
                    <a:pt x="1382" y="1298"/>
                  </a:lnTo>
                  <a:lnTo>
                    <a:pt x="1445" y="1277"/>
                  </a:lnTo>
                  <a:lnTo>
                    <a:pt x="1486" y="1298"/>
                  </a:lnTo>
                  <a:lnTo>
                    <a:pt x="1507" y="1256"/>
                  </a:lnTo>
                  <a:lnTo>
                    <a:pt x="1549" y="1152"/>
                  </a:lnTo>
                  <a:lnTo>
                    <a:pt x="1445" y="1047"/>
                  </a:lnTo>
                  <a:lnTo>
                    <a:pt x="1382" y="1110"/>
                  </a:lnTo>
                  <a:lnTo>
                    <a:pt x="1256" y="1110"/>
                  </a:lnTo>
                  <a:lnTo>
                    <a:pt x="1193" y="1026"/>
                  </a:lnTo>
                  <a:lnTo>
                    <a:pt x="1152" y="921"/>
                  </a:lnTo>
                  <a:lnTo>
                    <a:pt x="1089" y="921"/>
                  </a:lnTo>
                  <a:lnTo>
                    <a:pt x="1152" y="859"/>
                  </a:lnTo>
                  <a:lnTo>
                    <a:pt x="1152" y="754"/>
                  </a:lnTo>
                  <a:lnTo>
                    <a:pt x="1131" y="754"/>
                  </a:lnTo>
                  <a:cubicBezTo>
                    <a:pt x="1131" y="733"/>
                    <a:pt x="1152" y="712"/>
                    <a:pt x="1152" y="691"/>
                  </a:cubicBezTo>
                  <a:lnTo>
                    <a:pt x="1173" y="691"/>
                  </a:lnTo>
                  <a:lnTo>
                    <a:pt x="1277" y="503"/>
                  </a:lnTo>
                  <a:lnTo>
                    <a:pt x="1256" y="377"/>
                  </a:lnTo>
                  <a:lnTo>
                    <a:pt x="1277" y="315"/>
                  </a:lnTo>
                  <a:lnTo>
                    <a:pt x="1256" y="210"/>
                  </a:lnTo>
                  <a:lnTo>
                    <a:pt x="1340" y="64"/>
                  </a:lnTo>
                  <a:lnTo>
                    <a:pt x="129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60"/>
            <p:cNvSpPr/>
            <p:nvPr/>
          </p:nvSpPr>
          <p:spPr>
            <a:xfrm>
              <a:off x="3772256" y="2560208"/>
              <a:ext cx="138282" cy="153495"/>
            </a:xfrm>
            <a:custGeom>
              <a:rect b="b" l="l" r="r" t="t"/>
              <a:pathLst>
                <a:path extrusionOk="0" h="13497" w="11613">
                  <a:moveTo>
                    <a:pt x="9792" y="1"/>
                  </a:moveTo>
                  <a:lnTo>
                    <a:pt x="9709" y="64"/>
                  </a:lnTo>
                  <a:lnTo>
                    <a:pt x="9709" y="126"/>
                  </a:lnTo>
                  <a:lnTo>
                    <a:pt x="9792" y="231"/>
                  </a:lnTo>
                  <a:lnTo>
                    <a:pt x="9730" y="273"/>
                  </a:lnTo>
                  <a:lnTo>
                    <a:pt x="9688" y="273"/>
                  </a:lnTo>
                  <a:lnTo>
                    <a:pt x="9604" y="168"/>
                  </a:lnTo>
                  <a:lnTo>
                    <a:pt x="9541" y="231"/>
                  </a:lnTo>
                  <a:lnTo>
                    <a:pt x="9520" y="336"/>
                  </a:lnTo>
                  <a:lnTo>
                    <a:pt x="9541" y="357"/>
                  </a:lnTo>
                  <a:lnTo>
                    <a:pt x="9625" y="357"/>
                  </a:lnTo>
                  <a:lnTo>
                    <a:pt x="9688" y="419"/>
                  </a:lnTo>
                  <a:lnTo>
                    <a:pt x="9646" y="440"/>
                  </a:lnTo>
                  <a:lnTo>
                    <a:pt x="9604" y="482"/>
                  </a:lnTo>
                  <a:lnTo>
                    <a:pt x="9604" y="566"/>
                  </a:lnTo>
                  <a:lnTo>
                    <a:pt x="9520" y="587"/>
                  </a:lnTo>
                  <a:lnTo>
                    <a:pt x="9520" y="670"/>
                  </a:lnTo>
                  <a:lnTo>
                    <a:pt x="9541" y="691"/>
                  </a:lnTo>
                  <a:lnTo>
                    <a:pt x="9479" y="754"/>
                  </a:lnTo>
                  <a:lnTo>
                    <a:pt x="9520" y="859"/>
                  </a:lnTo>
                  <a:lnTo>
                    <a:pt x="9479" y="901"/>
                  </a:lnTo>
                  <a:lnTo>
                    <a:pt x="9416" y="859"/>
                  </a:lnTo>
                  <a:lnTo>
                    <a:pt x="9332" y="901"/>
                  </a:lnTo>
                  <a:lnTo>
                    <a:pt x="9332" y="942"/>
                  </a:lnTo>
                  <a:lnTo>
                    <a:pt x="9269" y="984"/>
                  </a:lnTo>
                  <a:lnTo>
                    <a:pt x="9228" y="880"/>
                  </a:lnTo>
                  <a:lnTo>
                    <a:pt x="9332" y="670"/>
                  </a:lnTo>
                  <a:lnTo>
                    <a:pt x="9269" y="649"/>
                  </a:lnTo>
                  <a:lnTo>
                    <a:pt x="9269" y="587"/>
                  </a:lnTo>
                  <a:lnTo>
                    <a:pt x="9311" y="545"/>
                  </a:lnTo>
                  <a:lnTo>
                    <a:pt x="9311" y="357"/>
                  </a:lnTo>
                  <a:lnTo>
                    <a:pt x="9290" y="315"/>
                  </a:lnTo>
                  <a:lnTo>
                    <a:pt x="9228" y="315"/>
                  </a:lnTo>
                  <a:lnTo>
                    <a:pt x="9102" y="545"/>
                  </a:lnTo>
                  <a:lnTo>
                    <a:pt x="9081" y="670"/>
                  </a:lnTo>
                  <a:lnTo>
                    <a:pt x="8956" y="880"/>
                  </a:lnTo>
                  <a:lnTo>
                    <a:pt x="8893" y="1005"/>
                  </a:lnTo>
                  <a:lnTo>
                    <a:pt x="8956" y="1068"/>
                  </a:lnTo>
                  <a:lnTo>
                    <a:pt x="8914" y="1193"/>
                  </a:lnTo>
                  <a:lnTo>
                    <a:pt x="8767" y="1361"/>
                  </a:lnTo>
                  <a:lnTo>
                    <a:pt x="8704" y="1382"/>
                  </a:lnTo>
                  <a:lnTo>
                    <a:pt x="8704" y="1298"/>
                  </a:lnTo>
                  <a:lnTo>
                    <a:pt x="8663" y="1214"/>
                  </a:lnTo>
                  <a:lnTo>
                    <a:pt x="8767" y="1068"/>
                  </a:lnTo>
                  <a:lnTo>
                    <a:pt x="8746" y="963"/>
                  </a:lnTo>
                  <a:lnTo>
                    <a:pt x="8788" y="880"/>
                  </a:lnTo>
                  <a:lnTo>
                    <a:pt x="8746" y="775"/>
                  </a:lnTo>
                  <a:lnTo>
                    <a:pt x="8893" y="587"/>
                  </a:lnTo>
                  <a:lnTo>
                    <a:pt x="8914" y="482"/>
                  </a:lnTo>
                  <a:lnTo>
                    <a:pt x="8956" y="461"/>
                  </a:lnTo>
                  <a:lnTo>
                    <a:pt x="8956" y="419"/>
                  </a:lnTo>
                  <a:lnTo>
                    <a:pt x="8851" y="419"/>
                  </a:lnTo>
                  <a:lnTo>
                    <a:pt x="8767" y="315"/>
                  </a:lnTo>
                  <a:lnTo>
                    <a:pt x="8704" y="336"/>
                  </a:lnTo>
                  <a:lnTo>
                    <a:pt x="8746" y="440"/>
                  </a:lnTo>
                  <a:lnTo>
                    <a:pt x="8663" y="482"/>
                  </a:lnTo>
                  <a:lnTo>
                    <a:pt x="8663" y="419"/>
                  </a:lnTo>
                  <a:lnTo>
                    <a:pt x="8579" y="336"/>
                  </a:lnTo>
                  <a:lnTo>
                    <a:pt x="8495" y="315"/>
                  </a:lnTo>
                  <a:lnTo>
                    <a:pt x="8432" y="336"/>
                  </a:lnTo>
                  <a:lnTo>
                    <a:pt x="8453" y="482"/>
                  </a:lnTo>
                  <a:lnTo>
                    <a:pt x="8391" y="545"/>
                  </a:lnTo>
                  <a:lnTo>
                    <a:pt x="8349" y="482"/>
                  </a:lnTo>
                  <a:lnTo>
                    <a:pt x="8286" y="461"/>
                  </a:lnTo>
                  <a:lnTo>
                    <a:pt x="8244" y="482"/>
                  </a:lnTo>
                  <a:lnTo>
                    <a:pt x="8265" y="545"/>
                  </a:lnTo>
                  <a:lnTo>
                    <a:pt x="8391" y="608"/>
                  </a:lnTo>
                  <a:lnTo>
                    <a:pt x="8432" y="733"/>
                  </a:lnTo>
                  <a:lnTo>
                    <a:pt x="8391" y="775"/>
                  </a:lnTo>
                  <a:lnTo>
                    <a:pt x="8349" y="691"/>
                  </a:lnTo>
                  <a:lnTo>
                    <a:pt x="8265" y="775"/>
                  </a:lnTo>
                  <a:lnTo>
                    <a:pt x="8265" y="838"/>
                  </a:lnTo>
                  <a:lnTo>
                    <a:pt x="8286" y="880"/>
                  </a:lnTo>
                  <a:lnTo>
                    <a:pt x="8265" y="901"/>
                  </a:lnTo>
                  <a:lnTo>
                    <a:pt x="8160" y="859"/>
                  </a:lnTo>
                  <a:lnTo>
                    <a:pt x="8119" y="859"/>
                  </a:lnTo>
                  <a:lnTo>
                    <a:pt x="8035" y="963"/>
                  </a:lnTo>
                  <a:lnTo>
                    <a:pt x="7951" y="1005"/>
                  </a:lnTo>
                  <a:lnTo>
                    <a:pt x="7951" y="1047"/>
                  </a:lnTo>
                  <a:lnTo>
                    <a:pt x="8014" y="1068"/>
                  </a:lnTo>
                  <a:lnTo>
                    <a:pt x="7909" y="1131"/>
                  </a:lnTo>
                  <a:lnTo>
                    <a:pt x="7868" y="1214"/>
                  </a:lnTo>
                  <a:lnTo>
                    <a:pt x="7972" y="1319"/>
                  </a:lnTo>
                  <a:lnTo>
                    <a:pt x="7909" y="1382"/>
                  </a:lnTo>
                  <a:lnTo>
                    <a:pt x="7972" y="1424"/>
                  </a:lnTo>
                  <a:lnTo>
                    <a:pt x="8035" y="1466"/>
                  </a:lnTo>
                  <a:lnTo>
                    <a:pt x="7972" y="1507"/>
                  </a:lnTo>
                  <a:lnTo>
                    <a:pt x="7847" y="1507"/>
                  </a:lnTo>
                  <a:lnTo>
                    <a:pt x="7805" y="1361"/>
                  </a:lnTo>
                  <a:lnTo>
                    <a:pt x="7742" y="1319"/>
                  </a:lnTo>
                  <a:lnTo>
                    <a:pt x="7805" y="1277"/>
                  </a:lnTo>
                  <a:lnTo>
                    <a:pt x="7721" y="1214"/>
                  </a:lnTo>
                  <a:lnTo>
                    <a:pt x="7491" y="1214"/>
                  </a:lnTo>
                  <a:lnTo>
                    <a:pt x="7303" y="1089"/>
                  </a:lnTo>
                  <a:lnTo>
                    <a:pt x="7240" y="1089"/>
                  </a:lnTo>
                  <a:lnTo>
                    <a:pt x="7198" y="1131"/>
                  </a:lnTo>
                  <a:lnTo>
                    <a:pt x="7177" y="1068"/>
                  </a:lnTo>
                  <a:lnTo>
                    <a:pt x="7072" y="1173"/>
                  </a:lnTo>
                  <a:lnTo>
                    <a:pt x="6968" y="1173"/>
                  </a:lnTo>
                  <a:lnTo>
                    <a:pt x="6968" y="1214"/>
                  </a:lnTo>
                  <a:lnTo>
                    <a:pt x="7093" y="1382"/>
                  </a:lnTo>
                  <a:lnTo>
                    <a:pt x="7177" y="1382"/>
                  </a:lnTo>
                  <a:lnTo>
                    <a:pt x="7219" y="1424"/>
                  </a:lnTo>
                  <a:lnTo>
                    <a:pt x="7344" y="1424"/>
                  </a:lnTo>
                  <a:lnTo>
                    <a:pt x="7303" y="1528"/>
                  </a:lnTo>
                  <a:lnTo>
                    <a:pt x="7303" y="1633"/>
                  </a:lnTo>
                  <a:lnTo>
                    <a:pt x="7407" y="1779"/>
                  </a:lnTo>
                  <a:lnTo>
                    <a:pt x="7386" y="1842"/>
                  </a:lnTo>
                  <a:lnTo>
                    <a:pt x="7303" y="1800"/>
                  </a:lnTo>
                  <a:lnTo>
                    <a:pt x="7219" y="1654"/>
                  </a:lnTo>
                  <a:lnTo>
                    <a:pt x="7114" y="1612"/>
                  </a:lnTo>
                  <a:lnTo>
                    <a:pt x="7072" y="1528"/>
                  </a:lnTo>
                  <a:lnTo>
                    <a:pt x="7031" y="1633"/>
                  </a:lnTo>
                  <a:lnTo>
                    <a:pt x="6968" y="1717"/>
                  </a:lnTo>
                  <a:lnTo>
                    <a:pt x="6926" y="1591"/>
                  </a:lnTo>
                  <a:lnTo>
                    <a:pt x="6863" y="1633"/>
                  </a:lnTo>
                  <a:lnTo>
                    <a:pt x="6863" y="1717"/>
                  </a:lnTo>
                  <a:lnTo>
                    <a:pt x="6759" y="1800"/>
                  </a:lnTo>
                  <a:lnTo>
                    <a:pt x="6759" y="1884"/>
                  </a:lnTo>
                  <a:lnTo>
                    <a:pt x="6884" y="1947"/>
                  </a:lnTo>
                  <a:lnTo>
                    <a:pt x="6926" y="2051"/>
                  </a:lnTo>
                  <a:lnTo>
                    <a:pt x="6821" y="2030"/>
                  </a:lnTo>
                  <a:lnTo>
                    <a:pt x="6779" y="1989"/>
                  </a:lnTo>
                  <a:lnTo>
                    <a:pt x="6696" y="2114"/>
                  </a:lnTo>
                  <a:lnTo>
                    <a:pt x="6675" y="2177"/>
                  </a:lnTo>
                  <a:lnTo>
                    <a:pt x="6549" y="2302"/>
                  </a:lnTo>
                  <a:lnTo>
                    <a:pt x="6549" y="2219"/>
                  </a:lnTo>
                  <a:lnTo>
                    <a:pt x="6654" y="2156"/>
                  </a:lnTo>
                  <a:lnTo>
                    <a:pt x="6591" y="2093"/>
                  </a:lnTo>
                  <a:lnTo>
                    <a:pt x="6696" y="1926"/>
                  </a:lnTo>
                  <a:lnTo>
                    <a:pt x="6612" y="1612"/>
                  </a:lnTo>
                  <a:lnTo>
                    <a:pt x="6549" y="1654"/>
                  </a:lnTo>
                  <a:lnTo>
                    <a:pt x="6403" y="1842"/>
                  </a:lnTo>
                  <a:lnTo>
                    <a:pt x="6403" y="2010"/>
                  </a:lnTo>
                  <a:lnTo>
                    <a:pt x="6445" y="2051"/>
                  </a:lnTo>
                  <a:lnTo>
                    <a:pt x="6340" y="2156"/>
                  </a:lnTo>
                  <a:lnTo>
                    <a:pt x="6340" y="2051"/>
                  </a:lnTo>
                  <a:lnTo>
                    <a:pt x="6382" y="1947"/>
                  </a:lnTo>
                  <a:lnTo>
                    <a:pt x="6340" y="1800"/>
                  </a:lnTo>
                  <a:lnTo>
                    <a:pt x="6277" y="1779"/>
                  </a:lnTo>
                  <a:lnTo>
                    <a:pt x="6173" y="1842"/>
                  </a:lnTo>
                  <a:lnTo>
                    <a:pt x="6089" y="1989"/>
                  </a:lnTo>
                  <a:lnTo>
                    <a:pt x="6152" y="2114"/>
                  </a:lnTo>
                  <a:lnTo>
                    <a:pt x="6152" y="2177"/>
                  </a:lnTo>
                  <a:lnTo>
                    <a:pt x="6298" y="2323"/>
                  </a:lnTo>
                  <a:lnTo>
                    <a:pt x="6340" y="2407"/>
                  </a:lnTo>
                  <a:lnTo>
                    <a:pt x="6277" y="2512"/>
                  </a:lnTo>
                  <a:lnTo>
                    <a:pt x="6235" y="2344"/>
                  </a:lnTo>
                  <a:lnTo>
                    <a:pt x="6131" y="2302"/>
                  </a:lnTo>
                  <a:lnTo>
                    <a:pt x="6047" y="2114"/>
                  </a:lnTo>
                  <a:lnTo>
                    <a:pt x="5984" y="2093"/>
                  </a:lnTo>
                  <a:lnTo>
                    <a:pt x="5859" y="2135"/>
                  </a:lnTo>
                  <a:lnTo>
                    <a:pt x="5838" y="2219"/>
                  </a:lnTo>
                  <a:lnTo>
                    <a:pt x="5984" y="2323"/>
                  </a:lnTo>
                  <a:lnTo>
                    <a:pt x="6047" y="2323"/>
                  </a:lnTo>
                  <a:lnTo>
                    <a:pt x="6089" y="2365"/>
                  </a:lnTo>
                  <a:lnTo>
                    <a:pt x="5984" y="2344"/>
                  </a:lnTo>
                  <a:lnTo>
                    <a:pt x="5880" y="2407"/>
                  </a:lnTo>
                  <a:lnTo>
                    <a:pt x="5963" y="2512"/>
                  </a:lnTo>
                  <a:lnTo>
                    <a:pt x="5838" y="2428"/>
                  </a:lnTo>
                  <a:lnTo>
                    <a:pt x="5838" y="2302"/>
                  </a:lnTo>
                  <a:lnTo>
                    <a:pt x="5775" y="2261"/>
                  </a:lnTo>
                  <a:lnTo>
                    <a:pt x="5754" y="2156"/>
                  </a:lnTo>
                  <a:lnTo>
                    <a:pt x="5712" y="2219"/>
                  </a:lnTo>
                  <a:lnTo>
                    <a:pt x="5671" y="2365"/>
                  </a:lnTo>
                  <a:lnTo>
                    <a:pt x="5733" y="2428"/>
                  </a:lnTo>
                  <a:lnTo>
                    <a:pt x="5712" y="2554"/>
                  </a:lnTo>
                  <a:lnTo>
                    <a:pt x="5629" y="2512"/>
                  </a:lnTo>
                  <a:lnTo>
                    <a:pt x="5545" y="2533"/>
                  </a:lnTo>
                  <a:lnTo>
                    <a:pt x="5419" y="2658"/>
                  </a:lnTo>
                  <a:lnTo>
                    <a:pt x="5440" y="2679"/>
                  </a:lnTo>
                  <a:lnTo>
                    <a:pt x="5524" y="2658"/>
                  </a:lnTo>
                  <a:lnTo>
                    <a:pt x="5608" y="2763"/>
                  </a:lnTo>
                  <a:lnTo>
                    <a:pt x="5503" y="2763"/>
                  </a:lnTo>
                  <a:lnTo>
                    <a:pt x="5440" y="2826"/>
                  </a:lnTo>
                  <a:lnTo>
                    <a:pt x="5503" y="2846"/>
                  </a:lnTo>
                  <a:lnTo>
                    <a:pt x="5461" y="2888"/>
                  </a:lnTo>
                  <a:lnTo>
                    <a:pt x="5357" y="2930"/>
                  </a:lnTo>
                  <a:lnTo>
                    <a:pt x="5357" y="2972"/>
                  </a:lnTo>
                  <a:lnTo>
                    <a:pt x="5399" y="2993"/>
                  </a:lnTo>
                  <a:lnTo>
                    <a:pt x="5336" y="2993"/>
                  </a:lnTo>
                  <a:lnTo>
                    <a:pt x="5294" y="2951"/>
                  </a:lnTo>
                  <a:lnTo>
                    <a:pt x="5210" y="2972"/>
                  </a:lnTo>
                  <a:lnTo>
                    <a:pt x="5127" y="3077"/>
                  </a:lnTo>
                  <a:lnTo>
                    <a:pt x="5147" y="3139"/>
                  </a:lnTo>
                  <a:lnTo>
                    <a:pt x="5127" y="3160"/>
                  </a:lnTo>
                  <a:lnTo>
                    <a:pt x="5022" y="3160"/>
                  </a:lnTo>
                  <a:lnTo>
                    <a:pt x="4938" y="3265"/>
                  </a:lnTo>
                  <a:lnTo>
                    <a:pt x="5043" y="3307"/>
                  </a:lnTo>
                  <a:lnTo>
                    <a:pt x="5315" y="3223"/>
                  </a:lnTo>
                  <a:lnTo>
                    <a:pt x="5357" y="3265"/>
                  </a:lnTo>
                  <a:lnTo>
                    <a:pt x="5461" y="3202"/>
                  </a:lnTo>
                  <a:lnTo>
                    <a:pt x="5524" y="3202"/>
                  </a:lnTo>
                  <a:lnTo>
                    <a:pt x="5524" y="3286"/>
                  </a:lnTo>
                  <a:lnTo>
                    <a:pt x="5461" y="3370"/>
                  </a:lnTo>
                  <a:lnTo>
                    <a:pt x="5440" y="3516"/>
                  </a:lnTo>
                  <a:lnTo>
                    <a:pt x="5419" y="3558"/>
                  </a:lnTo>
                  <a:lnTo>
                    <a:pt x="5357" y="3495"/>
                  </a:lnTo>
                  <a:lnTo>
                    <a:pt x="5336" y="3411"/>
                  </a:lnTo>
                  <a:lnTo>
                    <a:pt x="5252" y="3453"/>
                  </a:lnTo>
                  <a:lnTo>
                    <a:pt x="5210" y="3390"/>
                  </a:lnTo>
                  <a:lnTo>
                    <a:pt x="5106" y="3390"/>
                  </a:lnTo>
                  <a:lnTo>
                    <a:pt x="5127" y="3453"/>
                  </a:lnTo>
                  <a:lnTo>
                    <a:pt x="5106" y="3495"/>
                  </a:lnTo>
                  <a:lnTo>
                    <a:pt x="5022" y="3453"/>
                  </a:lnTo>
                  <a:lnTo>
                    <a:pt x="4938" y="3474"/>
                  </a:lnTo>
                  <a:lnTo>
                    <a:pt x="5043" y="3516"/>
                  </a:lnTo>
                  <a:lnTo>
                    <a:pt x="5085" y="3600"/>
                  </a:lnTo>
                  <a:lnTo>
                    <a:pt x="5022" y="3621"/>
                  </a:lnTo>
                  <a:lnTo>
                    <a:pt x="5001" y="3683"/>
                  </a:lnTo>
                  <a:lnTo>
                    <a:pt x="5001" y="3746"/>
                  </a:lnTo>
                  <a:lnTo>
                    <a:pt x="4980" y="3809"/>
                  </a:lnTo>
                  <a:lnTo>
                    <a:pt x="4938" y="3725"/>
                  </a:lnTo>
                  <a:lnTo>
                    <a:pt x="4938" y="3621"/>
                  </a:lnTo>
                  <a:lnTo>
                    <a:pt x="4875" y="3558"/>
                  </a:lnTo>
                  <a:lnTo>
                    <a:pt x="4792" y="3621"/>
                  </a:lnTo>
                  <a:lnTo>
                    <a:pt x="4708" y="3662"/>
                  </a:lnTo>
                  <a:lnTo>
                    <a:pt x="4666" y="3579"/>
                  </a:lnTo>
                  <a:lnTo>
                    <a:pt x="4687" y="3516"/>
                  </a:lnTo>
                  <a:lnTo>
                    <a:pt x="4624" y="3516"/>
                  </a:lnTo>
                  <a:lnTo>
                    <a:pt x="4520" y="3621"/>
                  </a:lnTo>
                  <a:lnTo>
                    <a:pt x="4603" y="3704"/>
                  </a:lnTo>
                  <a:lnTo>
                    <a:pt x="4729" y="3704"/>
                  </a:lnTo>
                  <a:lnTo>
                    <a:pt x="4834" y="3746"/>
                  </a:lnTo>
                  <a:lnTo>
                    <a:pt x="4792" y="3830"/>
                  </a:lnTo>
                  <a:lnTo>
                    <a:pt x="4583" y="3893"/>
                  </a:lnTo>
                  <a:lnTo>
                    <a:pt x="4520" y="3830"/>
                  </a:lnTo>
                  <a:lnTo>
                    <a:pt x="4457" y="3830"/>
                  </a:lnTo>
                  <a:lnTo>
                    <a:pt x="4394" y="3934"/>
                  </a:lnTo>
                  <a:lnTo>
                    <a:pt x="4478" y="4018"/>
                  </a:lnTo>
                  <a:lnTo>
                    <a:pt x="4394" y="4102"/>
                  </a:lnTo>
                  <a:lnTo>
                    <a:pt x="4478" y="4102"/>
                  </a:lnTo>
                  <a:lnTo>
                    <a:pt x="4583" y="3976"/>
                  </a:lnTo>
                  <a:lnTo>
                    <a:pt x="4687" y="3976"/>
                  </a:lnTo>
                  <a:lnTo>
                    <a:pt x="4729" y="4039"/>
                  </a:lnTo>
                  <a:lnTo>
                    <a:pt x="4583" y="4081"/>
                  </a:lnTo>
                  <a:lnTo>
                    <a:pt x="4562" y="4186"/>
                  </a:lnTo>
                  <a:lnTo>
                    <a:pt x="4603" y="4248"/>
                  </a:lnTo>
                  <a:lnTo>
                    <a:pt x="4729" y="4332"/>
                  </a:lnTo>
                  <a:lnTo>
                    <a:pt x="4729" y="4416"/>
                  </a:lnTo>
                  <a:lnTo>
                    <a:pt x="4666" y="4353"/>
                  </a:lnTo>
                  <a:lnTo>
                    <a:pt x="4583" y="4353"/>
                  </a:lnTo>
                  <a:lnTo>
                    <a:pt x="4499" y="4248"/>
                  </a:lnTo>
                  <a:lnTo>
                    <a:pt x="4457" y="4248"/>
                  </a:lnTo>
                  <a:lnTo>
                    <a:pt x="4373" y="4332"/>
                  </a:lnTo>
                  <a:lnTo>
                    <a:pt x="4457" y="4395"/>
                  </a:lnTo>
                  <a:lnTo>
                    <a:pt x="4352" y="4416"/>
                  </a:lnTo>
                  <a:lnTo>
                    <a:pt x="4248" y="4499"/>
                  </a:lnTo>
                  <a:lnTo>
                    <a:pt x="4248" y="4541"/>
                  </a:lnTo>
                  <a:lnTo>
                    <a:pt x="4352" y="4604"/>
                  </a:lnTo>
                  <a:lnTo>
                    <a:pt x="4457" y="4541"/>
                  </a:lnTo>
                  <a:lnTo>
                    <a:pt x="4499" y="4604"/>
                  </a:lnTo>
                  <a:lnTo>
                    <a:pt x="4603" y="4562"/>
                  </a:lnTo>
                  <a:lnTo>
                    <a:pt x="4624" y="4646"/>
                  </a:lnTo>
                  <a:lnTo>
                    <a:pt x="4708" y="4709"/>
                  </a:lnTo>
                  <a:lnTo>
                    <a:pt x="4708" y="4751"/>
                  </a:lnTo>
                  <a:lnTo>
                    <a:pt x="4562" y="4667"/>
                  </a:lnTo>
                  <a:lnTo>
                    <a:pt x="4415" y="4667"/>
                  </a:lnTo>
                  <a:lnTo>
                    <a:pt x="4373" y="4709"/>
                  </a:lnTo>
                  <a:lnTo>
                    <a:pt x="4206" y="4730"/>
                  </a:lnTo>
                  <a:lnTo>
                    <a:pt x="4206" y="4792"/>
                  </a:lnTo>
                  <a:lnTo>
                    <a:pt x="4143" y="4855"/>
                  </a:lnTo>
                  <a:lnTo>
                    <a:pt x="4080" y="4834"/>
                  </a:lnTo>
                  <a:lnTo>
                    <a:pt x="3955" y="4918"/>
                  </a:lnTo>
                  <a:lnTo>
                    <a:pt x="3871" y="4918"/>
                  </a:lnTo>
                  <a:lnTo>
                    <a:pt x="3850" y="4960"/>
                  </a:lnTo>
                  <a:lnTo>
                    <a:pt x="3955" y="4981"/>
                  </a:lnTo>
                  <a:lnTo>
                    <a:pt x="3997" y="5064"/>
                  </a:lnTo>
                  <a:lnTo>
                    <a:pt x="3934" y="5127"/>
                  </a:lnTo>
                  <a:lnTo>
                    <a:pt x="3871" y="5085"/>
                  </a:lnTo>
                  <a:lnTo>
                    <a:pt x="3850" y="5127"/>
                  </a:lnTo>
                  <a:lnTo>
                    <a:pt x="3934" y="5169"/>
                  </a:lnTo>
                  <a:lnTo>
                    <a:pt x="3892" y="5232"/>
                  </a:lnTo>
                  <a:lnTo>
                    <a:pt x="3787" y="5190"/>
                  </a:lnTo>
                  <a:lnTo>
                    <a:pt x="3766" y="5169"/>
                  </a:lnTo>
                  <a:lnTo>
                    <a:pt x="3746" y="5190"/>
                  </a:lnTo>
                  <a:lnTo>
                    <a:pt x="3829" y="5274"/>
                  </a:lnTo>
                  <a:lnTo>
                    <a:pt x="3766" y="5295"/>
                  </a:lnTo>
                  <a:lnTo>
                    <a:pt x="3787" y="5378"/>
                  </a:lnTo>
                  <a:lnTo>
                    <a:pt x="3850" y="5378"/>
                  </a:lnTo>
                  <a:lnTo>
                    <a:pt x="3787" y="5399"/>
                  </a:lnTo>
                  <a:lnTo>
                    <a:pt x="3725" y="5441"/>
                  </a:lnTo>
                  <a:lnTo>
                    <a:pt x="3662" y="5378"/>
                  </a:lnTo>
                  <a:lnTo>
                    <a:pt x="3662" y="5462"/>
                  </a:lnTo>
                  <a:lnTo>
                    <a:pt x="3641" y="5504"/>
                  </a:lnTo>
                  <a:lnTo>
                    <a:pt x="3683" y="5546"/>
                  </a:lnTo>
                  <a:lnTo>
                    <a:pt x="3850" y="5587"/>
                  </a:lnTo>
                  <a:lnTo>
                    <a:pt x="3871" y="5671"/>
                  </a:lnTo>
                  <a:lnTo>
                    <a:pt x="3934" y="5671"/>
                  </a:lnTo>
                  <a:lnTo>
                    <a:pt x="4039" y="5650"/>
                  </a:lnTo>
                  <a:lnTo>
                    <a:pt x="3955" y="5692"/>
                  </a:lnTo>
                  <a:lnTo>
                    <a:pt x="3955" y="5755"/>
                  </a:lnTo>
                  <a:lnTo>
                    <a:pt x="3850" y="5755"/>
                  </a:lnTo>
                  <a:lnTo>
                    <a:pt x="3829" y="5713"/>
                  </a:lnTo>
                  <a:lnTo>
                    <a:pt x="3662" y="5713"/>
                  </a:lnTo>
                  <a:lnTo>
                    <a:pt x="3557" y="5818"/>
                  </a:lnTo>
                  <a:lnTo>
                    <a:pt x="3578" y="5839"/>
                  </a:lnTo>
                  <a:lnTo>
                    <a:pt x="3683" y="5839"/>
                  </a:lnTo>
                  <a:lnTo>
                    <a:pt x="3725" y="5922"/>
                  </a:lnTo>
                  <a:lnTo>
                    <a:pt x="3766" y="5985"/>
                  </a:lnTo>
                  <a:lnTo>
                    <a:pt x="3766" y="6069"/>
                  </a:lnTo>
                  <a:lnTo>
                    <a:pt x="3683" y="6006"/>
                  </a:lnTo>
                  <a:lnTo>
                    <a:pt x="3641" y="6006"/>
                  </a:lnTo>
                  <a:lnTo>
                    <a:pt x="3578" y="6069"/>
                  </a:lnTo>
                  <a:lnTo>
                    <a:pt x="3578" y="6131"/>
                  </a:lnTo>
                  <a:lnTo>
                    <a:pt x="3557" y="6173"/>
                  </a:lnTo>
                  <a:lnTo>
                    <a:pt x="3620" y="6215"/>
                  </a:lnTo>
                  <a:lnTo>
                    <a:pt x="3641" y="6299"/>
                  </a:lnTo>
                  <a:lnTo>
                    <a:pt x="3578" y="6299"/>
                  </a:lnTo>
                  <a:lnTo>
                    <a:pt x="3515" y="6236"/>
                  </a:lnTo>
                  <a:lnTo>
                    <a:pt x="3474" y="6278"/>
                  </a:lnTo>
                  <a:lnTo>
                    <a:pt x="3474" y="6341"/>
                  </a:lnTo>
                  <a:lnTo>
                    <a:pt x="3578" y="6362"/>
                  </a:lnTo>
                  <a:lnTo>
                    <a:pt x="3578" y="6424"/>
                  </a:lnTo>
                  <a:lnTo>
                    <a:pt x="3578" y="6508"/>
                  </a:lnTo>
                  <a:lnTo>
                    <a:pt x="3453" y="6403"/>
                  </a:lnTo>
                  <a:lnTo>
                    <a:pt x="3411" y="6445"/>
                  </a:lnTo>
                  <a:lnTo>
                    <a:pt x="3411" y="6529"/>
                  </a:lnTo>
                  <a:lnTo>
                    <a:pt x="3432" y="6529"/>
                  </a:lnTo>
                  <a:lnTo>
                    <a:pt x="3432" y="6634"/>
                  </a:lnTo>
                  <a:lnTo>
                    <a:pt x="3474" y="6738"/>
                  </a:lnTo>
                  <a:lnTo>
                    <a:pt x="3536" y="6738"/>
                  </a:lnTo>
                  <a:lnTo>
                    <a:pt x="3578" y="6634"/>
                  </a:lnTo>
                  <a:lnTo>
                    <a:pt x="3641" y="6634"/>
                  </a:lnTo>
                  <a:lnTo>
                    <a:pt x="3578" y="6759"/>
                  </a:lnTo>
                  <a:lnTo>
                    <a:pt x="3536" y="6801"/>
                  </a:lnTo>
                  <a:lnTo>
                    <a:pt x="3432" y="6885"/>
                  </a:lnTo>
                  <a:lnTo>
                    <a:pt x="3348" y="6885"/>
                  </a:lnTo>
                  <a:lnTo>
                    <a:pt x="3264" y="6927"/>
                  </a:lnTo>
                  <a:lnTo>
                    <a:pt x="3264" y="6968"/>
                  </a:lnTo>
                  <a:lnTo>
                    <a:pt x="3202" y="7031"/>
                  </a:lnTo>
                  <a:lnTo>
                    <a:pt x="3118" y="7073"/>
                  </a:lnTo>
                  <a:lnTo>
                    <a:pt x="3202" y="7136"/>
                  </a:lnTo>
                  <a:lnTo>
                    <a:pt x="3160" y="7157"/>
                  </a:lnTo>
                  <a:lnTo>
                    <a:pt x="3013" y="7178"/>
                  </a:lnTo>
                  <a:lnTo>
                    <a:pt x="2950" y="7261"/>
                  </a:lnTo>
                  <a:lnTo>
                    <a:pt x="2950" y="7324"/>
                  </a:lnTo>
                  <a:lnTo>
                    <a:pt x="3055" y="7345"/>
                  </a:lnTo>
                  <a:lnTo>
                    <a:pt x="2992" y="7387"/>
                  </a:lnTo>
                  <a:lnTo>
                    <a:pt x="2930" y="7492"/>
                  </a:lnTo>
                  <a:lnTo>
                    <a:pt x="2846" y="7492"/>
                  </a:lnTo>
                  <a:lnTo>
                    <a:pt x="2825" y="7408"/>
                  </a:lnTo>
                  <a:lnTo>
                    <a:pt x="2783" y="7366"/>
                  </a:lnTo>
                  <a:lnTo>
                    <a:pt x="2741" y="7408"/>
                  </a:lnTo>
                  <a:lnTo>
                    <a:pt x="2678" y="7408"/>
                  </a:lnTo>
                  <a:lnTo>
                    <a:pt x="2699" y="7492"/>
                  </a:lnTo>
                  <a:lnTo>
                    <a:pt x="2637" y="7554"/>
                  </a:lnTo>
                  <a:lnTo>
                    <a:pt x="2637" y="7596"/>
                  </a:lnTo>
                  <a:lnTo>
                    <a:pt x="2678" y="7659"/>
                  </a:lnTo>
                  <a:lnTo>
                    <a:pt x="2532" y="7659"/>
                  </a:lnTo>
                  <a:lnTo>
                    <a:pt x="2490" y="7680"/>
                  </a:lnTo>
                  <a:lnTo>
                    <a:pt x="2490" y="7805"/>
                  </a:lnTo>
                  <a:lnTo>
                    <a:pt x="2386" y="7868"/>
                  </a:lnTo>
                  <a:lnTo>
                    <a:pt x="2406" y="7910"/>
                  </a:lnTo>
                  <a:lnTo>
                    <a:pt x="2386" y="8015"/>
                  </a:lnTo>
                  <a:lnTo>
                    <a:pt x="2302" y="8098"/>
                  </a:lnTo>
                  <a:lnTo>
                    <a:pt x="2197" y="8182"/>
                  </a:lnTo>
                  <a:lnTo>
                    <a:pt x="2218" y="8224"/>
                  </a:lnTo>
                  <a:lnTo>
                    <a:pt x="2365" y="8161"/>
                  </a:lnTo>
                  <a:lnTo>
                    <a:pt x="2406" y="8161"/>
                  </a:lnTo>
                  <a:lnTo>
                    <a:pt x="2406" y="8224"/>
                  </a:lnTo>
                  <a:lnTo>
                    <a:pt x="2323" y="8266"/>
                  </a:lnTo>
                  <a:lnTo>
                    <a:pt x="2323" y="8370"/>
                  </a:lnTo>
                  <a:lnTo>
                    <a:pt x="2386" y="8454"/>
                  </a:lnTo>
                  <a:lnTo>
                    <a:pt x="2511" y="8391"/>
                  </a:lnTo>
                  <a:lnTo>
                    <a:pt x="2637" y="8370"/>
                  </a:lnTo>
                  <a:lnTo>
                    <a:pt x="2804" y="8203"/>
                  </a:lnTo>
                  <a:lnTo>
                    <a:pt x="2804" y="8119"/>
                  </a:lnTo>
                  <a:lnTo>
                    <a:pt x="2720" y="8161"/>
                  </a:lnTo>
                  <a:lnTo>
                    <a:pt x="2804" y="8056"/>
                  </a:lnTo>
                  <a:lnTo>
                    <a:pt x="2825" y="7910"/>
                  </a:lnTo>
                  <a:lnTo>
                    <a:pt x="2846" y="7910"/>
                  </a:lnTo>
                  <a:lnTo>
                    <a:pt x="2909" y="7868"/>
                  </a:lnTo>
                  <a:lnTo>
                    <a:pt x="3013" y="7889"/>
                  </a:lnTo>
                  <a:lnTo>
                    <a:pt x="3055" y="7889"/>
                  </a:lnTo>
                  <a:lnTo>
                    <a:pt x="2909" y="7994"/>
                  </a:lnTo>
                  <a:lnTo>
                    <a:pt x="2909" y="8056"/>
                  </a:lnTo>
                  <a:lnTo>
                    <a:pt x="3055" y="8098"/>
                  </a:lnTo>
                  <a:lnTo>
                    <a:pt x="3013" y="8182"/>
                  </a:lnTo>
                  <a:lnTo>
                    <a:pt x="2930" y="8182"/>
                  </a:lnTo>
                  <a:lnTo>
                    <a:pt x="2783" y="8370"/>
                  </a:lnTo>
                  <a:lnTo>
                    <a:pt x="2888" y="8412"/>
                  </a:lnTo>
                  <a:lnTo>
                    <a:pt x="2804" y="8496"/>
                  </a:lnTo>
                  <a:lnTo>
                    <a:pt x="2825" y="8600"/>
                  </a:lnTo>
                  <a:lnTo>
                    <a:pt x="2720" y="8580"/>
                  </a:lnTo>
                  <a:lnTo>
                    <a:pt x="2637" y="8496"/>
                  </a:lnTo>
                  <a:lnTo>
                    <a:pt x="2511" y="8496"/>
                  </a:lnTo>
                  <a:lnTo>
                    <a:pt x="2427" y="8538"/>
                  </a:lnTo>
                  <a:lnTo>
                    <a:pt x="2427" y="8642"/>
                  </a:lnTo>
                  <a:lnTo>
                    <a:pt x="2365" y="8705"/>
                  </a:lnTo>
                  <a:lnTo>
                    <a:pt x="2260" y="8747"/>
                  </a:lnTo>
                  <a:lnTo>
                    <a:pt x="2260" y="8747"/>
                  </a:lnTo>
                  <a:lnTo>
                    <a:pt x="2323" y="8684"/>
                  </a:lnTo>
                  <a:lnTo>
                    <a:pt x="2386" y="8642"/>
                  </a:lnTo>
                  <a:lnTo>
                    <a:pt x="2302" y="8538"/>
                  </a:lnTo>
                  <a:lnTo>
                    <a:pt x="2302" y="8433"/>
                  </a:lnTo>
                  <a:lnTo>
                    <a:pt x="2218" y="8328"/>
                  </a:lnTo>
                  <a:lnTo>
                    <a:pt x="2155" y="8328"/>
                  </a:lnTo>
                  <a:lnTo>
                    <a:pt x="2093" y="8412"/>
                  </a:lnTo>
                  <a:lnTo>
                    <a:pt x="1988" y="8412"/>
                  </a:lnTo>
                  <a:lnTo>
                    <a:pt x="1988" y="8454"/>
                  </a:lnTo>
                  <a:lnTo>
                    <a:pt x="2155" y="8454"/>
                  </a:lnTo>
                  <a:lnTo>
                    <a:pt x="1988" y="8600"/>
                  </a:lnTo>
                  <a:lnTo>
                    <a:pt x="1883" y="8580"/>
                  </a:lnTo>
                  <a:lnTo>
                    <a:pt x="1800" y="8580"/>
                  </a:lnTo>
                  <a:lnTo>
                    <a:pt x="1695" y="8684"/>
                  </a:lnTo>
                  <a:lnTo>
                    <a:pt x="1758" y="8705"/>
                  </a:lnTo>
                  <a:lnTo>
                    <a:pt x="1842" y="8684"/>
                  </a:lnTo>
                  <a:lnTo>
                    <a:pt x="1862" y="8705"/>
                  </a:lnTo>
                  <a:lnTo>
                    <a:pt x="1737" y="8789"/>
                  </a:lnTo>
                  <a:lnTo>
                    <a:pt x="1674" y="8831"/>
                  </a:lnTo>
                  <a:lnTo>
                    <a:pt x="1632" y="8789"/>
                  </a:lnTo>
                  <a:lnTo>
                    <a:pt x="1549" y="8789"/>
                  </a:lnTo>
                  <a:lnTo>
                    <a:pt x="1549" y="8831"/>
                  </a:lnTo>
                  <a:lnTo>
                    <a:pt x="1674" y="8914"/>
                  </a:lnTo>
                  <a:lnTo>
                    <a:pt x="1800" y="8914"/>
                  </a:lnTo>
                  <a:lnTo>
                    <a:pt x="1779" y="8977"/>
                  </a:lnTo>
                  <a:lnTo>
                    <a:pt x="1862" y="9019"/>
                  </a:lnTo>
                  <a:lnTo>
                    <a:pt x="1842" y="9103"/>
                  </a:lnTo>
                  <a:lnTo>
                    <a:pt x="1695" y="9040"/>
                  </a:lnTo>
                  <a:lnTo>
                    <a:pt x="1695" y="8956"/>
                  </a:lnTo>
                  <a:lnTo>
                    <a:pt x="1590" y="8956"/>
                  </a:lnTo>
                  <a:lnTo>
                    <a:pt x="1486" y="8893"/>
                  </a:lnTo>
                  <a:lnTo>
                    <a:pt x="1465" y="8810"/>
                  </a:lnTo>
                  <a:lnTo>
                    <a:pt x="1444" y="8810"/>
                  </a:lnTo>
                  <a:lnTo>
                    <a:pt x="1423" y="8914"/>
                  </a:lnTo>
                  <a:lnTo>
                    <a:pt x="1528" y="9040"/>
                  </a:lnTo>
                  <a:lnTo>
                    <a:pt x="1632" y="9124"/>
                  </a:lnTo>
                  <a:lnTo>
                    <a:pt x="1695" y="9124"/>
                  </a:lnTo>
                  <a:lnTo>
                    <a:pt x="1758" y="9165"/>
                  </a:lnTo>
                  <a:lnTo>
                    <a:pt x="1653" y="9165"/>
                  </a:lnTo>
                  <a:lnTo>
                    <a:pt x="1486" y="9124"/>
                  </a:lnTo>
                  <a:lnTo>
                    <a:pt x="1360" y="8956"/>
                  </a:lnTo>
                  <a:lnTo>
                    <a:pt x="1277" y="8977"/>
                  </a:lnTo>
                  <a:lnTo>
                    <a:pt x="1214" y="8935"/>
                  </a:lnTo>
                  <a:lnTo>
                    <a:pt x="1067" y="8935"/>
                  </a:lnTo>
                  <a:lnTo>
                    <a:pt x="1026" y="8893"/>
                  </a:lnTo>
                  <a:lnTo>
                    <a:pt x="963" y="8935"/>
                  </a:lnTo>
                  <a:lnTo>
                    <a:pt x="1005" y="9019"/>
                  </a:lnTo>
                  <a:lnTo>
                    <a:pt x="942" y="9061"/>
                  </a:lnTo>
                  <a:lnTo>
                    <a:pt x="1026" y="9165"/>
                  </a:lnTo>
                  <a:lnTo>
                    <a:pt x="1214" y="9124"/>
                  </a:lnTo>
                  <a:lnTo>
                    <a:pt x="1235" y="9144"/>
                  </a:lnTo>
                  <a:lnTo>
                    <a:pt x="1151" y="9207"/>
                  </a:lnTo>
                  <a:lnTo>
                    <a:pt x="1214" y="9228"/>
                  </a:lnTo>
                  <a:lnTo>
                    <a:pt x="1339" y="9165"/>
                  </a:lnTo>
                  <a:lnTo>
                    <a:pt x="1423" y="9165"/>
                  </a:lnTo>
                  <a:lnTo>
                    <a:pt x="1381" y="9228"/>
                  </a:lnTo>
                  <a:lnTo>
                    <a:pt x="1214" y="9312"/>
                  </a:lnTo>
                  <a:lnTo>
                    <a:pt x="1151" y="9375"/>
                  </a:lnTo>
                  <a:lnTo>
                    <a:pt x="1026" y="9354"/>
                  </a:lnTo>
                  <a:lnTo>
                    <a:pt x="942" y="9228"/>
                  </a:lnTo>
                  <a:lnTo>
                    <a:pt x="900" y="9228"/>
                  </a:lnTo>
                  <a:lnTo>
                    <a:pt x="837" y="9270"/>
                  </a:lnTo>
                  <a:lnTo>
                    <a:pt x="753" y="9207"/>
                  </a:lnTo>
                  <a:lnTo>
                    <a:pt x="691" y="9249"/>
                  </a:lnTo>
                  <a:lnTo>
                    <a:pt x="628" y="9228"/>
                  </a:lnTo>
                  <a:lnTo>
                    <a:pt x="544" y="9270"/>
                  </a:lnTo>
                  <a:lnTo>
                    <a:pt x="586" y="9333"/>
                  </a:lnTo>
                  <a:lnTo>
                    <a:pt x="753" y="9354"/>
                  </a:lnTo>
                  <a:lnTo>
                    <a:pt x="858" y="9416"/>
                  </a:lnTo>
                  <a:lnTo>
                    <a:pt x="1005" y="9479"/>
                  </a:lnTo>
                  <a:lnTo>
                    <a:pt x="963" y="9584"/>
                  </a:lnTo>
                  <a:lnTo>
                    <a:pt x="1026" y="9668"/>
                  </a:lnTo>
                  <a:lnTo>
                    <a:pt x="921" y="9688"/>
                  </a:lnTo>
                  <a:lnTo>
                    <a:pt x="900" y="9668"/>
                  </a:lnTo>
                  <a:lnTo>
                    <a:pt x="900" y="9500"/>
                  </a:lnTo>
                  <a:lnTo>
                    <a:pt x="795" y="9479"/>
                  </a:lnTo>
                  <a:lnTo>
                    <a:pt x="691" y="9479"/>
                  </a:lnTo>
                  <a:lnTo>
                    <a:pt x="733" y="9563"/>
                  </a:lnTo>
                  <a:lnTo>
                    <a:pt x="712" y="9626"/>
                  </a:lnTo>
                  <a:lnTo>
                    <a:pt x="586" y="9542"/>
                  </a:lnTo>
                  <a:lnTo>
                    <a:pt x="481" y="9668"/>
                  </a:lnTo>
                  <a:lnTo>
                    <a:pt x="586" y="9730"/>
                  </a:lnTo>
                  <a:lnTo>
                    <a:pt x="502" y="9751"/>
                  </a:lnTo>
                  <a:lnTo>
                    <a:pt x="440" y="9772"/>
                  </a:lnTo>
                  <a:lnTo>
                    <a:pt x="398" y="9668"/>
                  </a:lnTo>
                  <a:lnTo>
                    <a:pt x="230" y="9647"/>
                  </a:lnTo>
                  <a:lnTo>
                    <a:pt x="293" y="9772"/>
                  </a:lnTo>
                  <a:lnTo>
                    <a:pt x="209" y="9793"/>
                  </a:lnTo>
                  <a:lnTo>
                    <a:pt x="189" y="9688"/>
                  </a:lnTo>
                  <a:lnTo>
                    <a:pt x="105" y="9626"/>
                  </a:lnTo>
                  <a:lnTo>
                    <a:pt x="63" y="9647"/>
                  </a:lnTo>
                  <a:lnTo>
                    <a:pt x="63" y="9688"/>
                  </a:lnTo>
                  <a:lnTo>
                    <a:pt x="168" y="9793"/>
                  </a:lnTo>
                  <a:lnTo>
                    <a:pt x="105" y="9856"/>
                  </a:lnTo>
                  <a:lnTo>
                    <a:pt x="168" y="9898"/>
                  </a:lnTo>
                  <a:lnTo>
                    <a:pt x="293" y="9877"/>
                  </a:lnTo>
                  <a:lnTo>
                    <a:pt x="481" y="9898"/>
                  </a:lnTo>
                  <a:lnTo>
                    <a:pt x="586" y="9981"/>
                  </a:lnTo>
                  <a:lnTo>
                    <a:pt x="733" y="9981"/>
                  </a:lnTo>
                  <a:lnTo>
                    <a:pt x="795" y="9940"/>
                  </a:lnTo>
                  <a:lnTo>
                    <a:pt x="858" y="9940"/>
                  </a:lnTo>
                  <a:lnTo>
                    <a:pt x="753" y="10023"/>
                  </a:lnTo>
                  <a:lnTo>
                    <a:pt x="607" y="10023"/>
                  </a:lnTo>
                  <a:lnTo>
                    <a:pt x="544" y="10065"/>
                  </a:lnTo>
                  <a:lnTo>
                    <a:pt x="377" y="9960"/>
                  </a:lnTo>
                  <a:lnTo>
                    <a:pt x="272" y="9981"/>
                  </a:lnTo>
                  <a:lnTo>
                    <a:pt x="209" y="9981"/>
                  </a:lnTo>
                  <a:lnTo>
                    <a:pt x="126" y="10023"/>
                  </a:lnTo>
                  <a:lnTo>
                    <a:pt x="0" y="10065"/>
                  </a:lnTo>
                  <a:lnTo>
                    <a:pt x="0" y="10107"/>
                  </a:lnTo>
                  <a:lnTo>
                    <a:pt x="189" y="10191"/>
                  </a:lnTo>
                  <a:lnTo>
                    <a:pt x="105" y="10274"/>
                  </a:lnTo>
                  <a:lnTo>
                    <a:pt x="209" y="10295"/>
                  </a:lnTo>
                  <a:lnTo>
                    <a:pt x="272" y="10253"/>
                  </a:lnTo>
                  <a:lnTo>
                    <a:pt x="419" y="10253"/>
                  </a:lnTo>
                  <a:lnTo>
                    <a:pt x="314" y="10316"/>
                  </a:lnTo>
                  <a:lnTo>
                    <a:pt x="126" y="10316"/>
                  </a:lnTo>
                  <a:lnTo>
                    <a:pt x="105" y="10358"/>
                  </a:lnTo>
                  <a:lnTo>
                    <a:pt x="63" y="10358"/>
                  </a:lnTo>
                  <a:lnTo>
                    <a:pt x="63" y="10379"/>
                  </a:lnTo>
                  <a:lnTo>
                    <a:pt x="126" y="10400"/>
                  </a:lnTo>
                  <a:lnTo>
                    <a:pt x="189" y="10400"/>
                  </a:lnTo>
                  <a:lnTo>
                    <a:pt x="105" y="10463"/>
                  </a:lnTo>
                  <a:lnTo>
                    <a:pt x="63" y="10484"/>
                  </a:lnTo>
                  <a:lnTo>
                    <a:pt x="63" y="10525"/>
                  </a:lnTo>
                  <a:lnTo>
                    <a:pt x="105" y="10546"/>
                  </a:lnTo>
                  <a:lnTo>
                    <a:pt x="168" y="10630"/>
                  </a:lnTo>
                  <a:lnTo>
                    <a:pt x="293" y="10630"/>
                  </a:lnTo>
                  <a:lnTo>
                    <a:pt x="335" y="10588"/>
                  </a:lnTo>
                  <a:lnTo>
                    <a:pt x="523" y="10546"/>
                  </a:lnTo>
                  <a:lnTo>
                    <a:pt x="649" y="10588"/>
                  </a:lnTo>
                  <a:lnTo>
                    <a:pt x="691" y="10609"/>
                  </a:lnTo>
                  <a:lnTo>
                    <a:pt x="753" y="10546"/>
                  </a:lnTo>
                  <a:lnTo>
                    <a:pt x="753" y="10484"/>
                  </a:lnTo>
                  <a:lnTo>
                    <a:pt x="837" y="10463"/>
                  </a:lnTo>
                  <a:lnTo>
                    <a:pt x="858" y="10525"/>
                  </a:lnTo>
                  <a:lnTo>
                    <a:pt x="963" y="10525"/>
                  </a:lnTo>
                  <a:lnTo>
                    <a:pt x="1067" y="10421"/>
                  </a:lnTo>
                  <a:lnTo>
                    <a:pt x="1130" y="10463"/>
                  </a:lnTo>
                  <a:lnTo>
                    <a:pt x="1130" y="10505"/>
                  </a:lnTo>
                  <a:lnTo>
                    <a:pt x="1046" y="10525"/>
                  </a:lnTo>
                  <a:lnTo>
                    <a:pt x="1151" y="10588"/>
                  </a:lnTo>
                  <a:lnTo>
                    <a:pt x="1214" y="10525"/>
                  </a:lnTo>
                  <a:lnTo>
                    <a:pt x="1214" y="10463"/>
                  </a:lnTo>
                  <a:lnTo>
                    <a:pt x="1277" y="10358"/>
                  </a:lnTo>
                  <a:lnTo>
                    <a:pt x="1256" y="10421"/>
                  </a:lnTo>
                  <a:lnTo>
                    <a:pt x="1339" y="10525"/>
                  </a:lnTo>
                  <a:lnTo>
                    <a:pt x="1277" y="10609"/>
                  </a:lnTo>
                  <a:lnTo>
                    <a:pt x="1130" y="10672"/>
                  </a:lnTo>
                  <a:lnTo>
                    <a:pt x="1046" y="10714"/>
                  </a:lnTo>
                  <a:lnTo>
                    <a:pt x="1109" y="10735"/>
                  </a:lnTo>
                  <a:lnTo>
                    <a:pt x="1046" y="10839"/>
                  </a:lnTo>
                  <a:lnTo>
                    <a:pt x="921" y="10839"/>
                  </a:lnTo>
                  <a:lnTo>
                    <a:pt x="921" y="10797"/>
                  </a:lnTo>
                  <a:lnTo>
                    <a:pt x="963" y="10735"/>
                  </a:lnTo>
                  <a:lnTo>
                    <a:pt x="942" y="10630"/>
                  </a:lnTo>
                  <a:lnTo>
                    <a:pt x="837" y="10609"/>
                  </a:lnTo>
                  <a:lnTo>
                    <a:pt x="733" y="10735"/>
                  </a:lnTo>
                  <a:lnTo>
                    <a:pt x="712" y="10797"/>
                  </a:lnTo>
                  <a:lnTo>
                    <a:pt x="628" y="10693"/>
                  </a:lnTo>
                  <a:lnTo>
                    <a:pt x="523" y="10672"/>
                  </a:lnTo>
                  <a:lnTo>
                    <a:pt x="419" y="10693"/>
                  </a:lnTo>
                  <a:lnTo>
                    <a:pt x="335" y="10672"/>
                  </a:lnTo>
                  <a:lnTo>
                    <a:pt x="209" y="10735"/>
                  </a:lnTo>
                  <a:lnTo>
                    <a:pt x="126" y="10735"/>
                  </a:lnTo>
                  <a:lnTo>
                    <a:pt x="63" y="10693"/>
                  </a:lnTo>
                  <a:lnTo>
                    <a:pt x="21" y="10693"/>
                  </a:lnTo>
                  <a:lnTo>
                    <a:pt x="63" y="10797"/>
                  </a:lnTo>
                  <a:lnTo>
                    <a:pt x="21" y="10839"/>
                  </a:lnTo>
                  <a:lnTo>
                    <a:pt x="84" y="10902"/>
                  </a:lnTo>
                  <a:lnTo>
                    <a:pt x="168" y="10881"/>
                  </a:lnTo>
                  <a:lnTo>
                    <a:pt x="209" y="10818"/>
                  </a:lnTo>
                  <a:lnTo>
                    <a:pt x="293" y="10818"/>
                  </a:lnTo>
                  <a:lnTo>
                    <a:pt x="209" y="10902"/>
                  </a:lnTo>
                  <a:lnTo>
                    <a:pt x="209" y="11007"/>
                  </a:lnTo>
                  <a:lnTo>
                    <a:pt x="168" y="11049"/>
                  </a:lnTo>
                  <a:lnTo>
                    <a:pt x="84" y="11007"/>
                  </a:lnTo>
                  <a:lnTo>
                    <a:pt x="126" y="11132"/>
                  </a:lnTo>
                  <a:lnTo>
                    <a:pt x="189" y="11195"/>
                  </a:lnTo>
                  <a:lnTo>
                    <a:pt x="335" y="11007"/>
                  </a:lnTo>
                  <a:lnTo>
                    <a:pt x="481" y="11049"/>
                  </a:lnTo>
                  <a:lnTo>
                    <a:pt x="419" y="11111"/>
                  </a:lnTo>
                  <a:lnTo>
                    <a:pt x="419" y="11195"/>
                  </a:lnTo>
                  <a:lnTo>
                    <a:pt x="293" y="11258"/>
                  </a:lnTo>
                  <a:lnTo>
                    <a:pt x="314" y="11300"/>
                  </a:lnTo>
                  <a:lnTo>
                    <a:pt x="398" y="11321"/>
                  </a:lnTo>
                  <a:lnTo>
                    <a:pt x="377" y="11404"/>
                  </a:lnTo>
                  <a:lnTo>
                    <a:pt x="419" y="11467"/>
                  </a:lnTo>
                  <a:lnTo>
                    <a:pt x="377" y="11572"/>
                  </a:lnTo>
                  <a:lnTo>
                    <a:pt x="419" y="11572"/>
                  </a:lnTo>
                  <a:lnTo>
                    <a:pt x="502" y="11446"/>
                  </a:lnTo>
                  <a:lnTo>
                    <a:pt x="586" y="11425"/>
                  </a:lnTo>
                  <a:lnTo>
                    <a:pt x="607" y="11300"/>
                  </a:lnTo>
                  <a:lnTo>
                    <a:pt x="816" y="11216"/>
                  </a:lnTo>
                  <a:lnTo>
                    <a:pt x="921" y="11216"/>
                  </a:lnTo>
                  <a:lnTo>
                    <a:pt x="1005" y="11195"/>
                  </a:lnTo>
                  <a:lnTo>
                    <a:pt x="942" y="11237"/>
                  </a:lnTo>
                  <a:lnTo>
                    <a:pt x="837" y="11321"/>
                  </a:lnTo>
                  <a:lnTo>
                    <a:pt x="837" y="11446"/>
                  </a:lnTo>
                  <a:lnTo>
                    <a:pt x="858" y="11530"/>
                  </a:lnTo>
                  <a:lnTo>
                    <a:pt x="795" y="11467"/>
                  </a:lnTo>
                  <a:lnTo>
                    <a:pt x="753" y="11341"/>
                  </a:lnTo>
                  <a:lnTo>
                    <a:pt x="712" y="11341"/>
                  </a:lnTo>
                  <a:lnTo>
                    <a:pt x="628" y="11467"/>
                  </a:lnTo>
                  <a:lnTo>
                    <a:pt x="586" y="11509"/>
                  </a:lnTo>
                  <a:lnTo>
                    <a:pt x="691" y="11530"/>
                  </a:lnTo>
                  <a:lnTo>
                    <a:pt x="586" y="11655"/>
                  </a:lnTo>
                  <a:lnTo>
                    <a:pt x="502" y="11655"/>
                  </a:lnTo>
                  <a:lnTo>
                    <a:pt x="481" y="11739"/>
                  </a:lnTo>
                  <a:lnTo>
                    <a:pt x="523" y="11760"/>
                  </a:lnTo>
                  <a:lnTo>
                    <a:pt x="691" y="11760"/>
                  </a:lnTo>
                  <a:lnTo>
                    <a:pt x="733" y="11823"/>
                  </a:lnTo>
                  <a:lnTo>
                    <a:pt x="607" y="11844"/>
                  </a:lnTo>
                  <a:lnTo>
                    <a:pt x="586" y="11885"/>
                  </a:lnTo>
                  <a:lnTo>
                    <a:pt x="544" y="11969"/>
                  </a:lnTo>
                  <a:lnTo>
                    <a:pt x="440" y="11885"/>
                  </a:lnTo>
                  <a:lnTo>
                    <a:pt x="398" y="11927"/>
                  </a:lnTo>
                  <a:lnTo>
                    <a:pt x="377" y="12032"/>
                  </a:lnTo>
                  <a:lnTo>
                    <a:pt x="335" y="11885"/>
                  </a:lnTo>
                  <a:lnTo>
                    <a:pt x="272" y="11948"/>
                  </a:lnTo>
                  <a:lnTo>
                    <a:pt x="168" y="12074"/>
                  </a:lnTo>
                  <a:lnTo>
                    <a:pt x="209" y="12178"/>
                  </a:lnTo>
                  <a:lnTo>
                    <a:pt x="335" y="12367"/>
                  </a:lnTo>
                  <a:lnTo>
                    <a:pt x="398" y="12262"/>
                  </a:lnTo>
                  <a:lnTo>
                    <a:pt x="419" y="12283"/>
                  </a:lnTo>
                  <a:lnTo>
                    <a:pt x="502" y="12262"/>
                  </a:lnTo>
                  <a:lnTo>
                    <a:pt x="481" y="12199"/>
                  </a:lnTo>
                  <a:lnTo>
                    <a:pt x="523" y="12095"/>
                  </a:lnTo>
                  <a:lnTo>
                    <a:pt x="649" y="12178"/>
                  </a:lnTo>
                  <a:lnTo>
                    <a:pt x="607" y="12241"/>
                  </a:lnTo>
                  <a:lnTo>
                    <a:pt x="649" y="12304"/>
                  </a:lnTo>
                  <a:lnTo>
                    <a:pt x="628" y="12388"/>
                  </a:lnTo>
                  <a:lnTo>
                    <a:pt x="586" y="12450"/>
                  </a:lnTo>
                  <a:lnTo>
                    <a:pt x="628" y="12597"/>
                  </a:lnTo>
                  <a:lnTo>
                    <a:pt x="691" y="12555"/>
                  </a:lnTo>
                  <a:lnTo>
                    <a:pt x="816" y="12513"/>
                  </a:lnTo>
                  <a:lnTo>
                    <a:pt x="900" y="12597"/>
                  </a:lnTo>
                  <a:lnTo>
                    <a:pt x="753" y="12597"/>
                  </a:lnTo>
                  <a:lnTo>
                    <a:pt x="712" y="12639"/>
                  </a:lnTo>
                  <a:lnTo>
                    <a:pt x="753" y="12722"/>
                  </a:lnTo>
                  <a:lnTo>
                    <a:pt x="753" y="12785"/>
                  </a:lnTo>
                  <a:lnTo>
                    <a:pt x="544" y="12618"/>
                  </a:lnTo>
                  <a:lnTo>
                    <a:pt x="481" y="12639"/>
                  </a:lnTo>
                  <a:lnTo>
                    <a:pt x="419" y="12597"/>
                  </a:lnTo>
                  <a:lnTo>
                    <a:pt x="314" y="12597"/>
                  </a:lnTo>
                  <a:lnTo>
                    <a:pt x="314" y="12701"/>
                  </a:lnTo>
                  <a:lnTo>
                    <a:pt x="272" y="12764"/>
                  </a:lnTo>
                  <a:lnTo>
                    <a:pt x="419" y="12994"/>
                  </a:lnTo>
                  <a:lnTo>
                    <a:pt x="523" y="13015"/>
                  </a:lnTo>
                  <a:lnTo>
                    <a:pt x="691" y="13141"/>
                  </a:lnTo>
                  <a:lnTo>
                    <a:pt x="900" y="13245"/>
                  </a:lnTo>
                  <a:lnTo>
                    <a:pt x="921" y="13308"/>
                  </a:lnTo>
                  <a:lnTo>
                    <a:pt x="858" y="13329"/>
                  </a:lnTo>
                  <a:lnTo>
                    <a:pt x="963" y="13413"/>
                  </a:lnTo>
                  <a:lnTo>
                    <a:pt x="1026" y="13392"/>
                  </a:lnTo>
                  <a:lnTo>
                    <a:pt x="1005" y="13287"/>
                  </a:lnTo>
                  <a:lnTo>
                    <a:pt x="1067" y="13287"/>
                  </a:lnTo>
                  <a:lnTo>
                    <a:pt x="1151" y="13329"/>
                  </a:lnTo>
                  <a:lnTo>
                    <a:pt x="1130" y="13350"/>
                  </a:lnTo>
                  <a:lnTo>
                    <a:pt x="1235" y="13497"/>
                  </a:lnTo>
                  <a:lnTo>
                    <a:pt x="1277" y="13434"/>
                  </a:lnTo>
                  <a:lnTo>
                    <a:pt x="1339" y="13455"/>
                  </a:lnTo>
                  <a:lnTo>
                    <a:pt x="1444" y="13413"/>
                  </a:lnTo>
                  <a:lnTo>
                    <a:pt x="1570" y="13308"/>
                  </a:lnTo>
                  <a:lnTo>
                    <a:pt x="1632" y="13287"/>
                  </a:lnTo>
                  <a:lnTo>
                    <a:pt x="1653" y="13225"/>
                  </a:lnTo>
                  <a:lnTo>
                    <a:pt x="1674" y="13245"/>
                  </a:lnTo>
                  <a:lnTo>
                    <a:pt x="1695" y="13329"/>
                  </a:lnTo>
                  <a:lnTo>
                    <a:pt x="1779" y="13329"/>
                  </a:lnTo>
                  <a:lnTo>
                    <a:pt x="1988" y="13120"/>
                  </a:lnTo>
                  <a:lnTo>
                    <a:pt x="1967" y="13078"/>
                  </a:lnTo>
                  <a:lnTo>
                    <a:pt x="1883" y="12932"/>
                  </a:lnTo>
                  <a:lnTo>
                    <a:pt x="2051" y="13036"/>
                  </a:lnTo>
                  <a:lnTo>
                    <a:pt x="2155" y="12911"/>
                  </a:lnTo>
                  <a:lnTo>
                    <a:pt x="2114" y="12890"/>
                  </a:lnTo>
                  <a:lnTo>
                    <a:pt x="2197" y="12827"/>
                  </a:lnTo>
                  <a:lnTo>
                    <a:pt x="2176" y="12764"/>
                  </a:lnTo>
                  <a:lnTo>
                    <a:pt x="2281" y="12701"/>
                  </a:lnTo>
                  <a:lnTo>
                    <a:pt x="2386" y="12681"/>
                  </a:lnTo>
                  <a:lnTo>
                    <a:pt x="2386" y="12597"/>
                  </a:lnTo>
                  <a:lnTo>
                    <a:pt x="2302" y="12492"/>
                  </a:lnTo>
                  <a:lnTo>
                    <a:pt x="2323" y="12409"/>
                  </a:lnTo>
                  <a:lnTo>
                    <a:pt x="2260" y="12304"/>
                  </a:lnTo>
                  <a:lnTo>
                    <a:pt x="2155" y="12241"/>
                  </a:lnTo>
                  <a:lnTo>
                    <a:pt x="2176" y="12157"/>
                  </a:lnTo>
                  <a:lnTo>
                    <a:pt x="2218" y="12178"/>
                  </a:lnTo>
                  <a:lnTo>
                    <a:pt x="2323" y="12304"/>
                  </a:lnTo>
                  <a:lnTo>
                    <a:pt x="2386" y="12471"/>
                  </a:lnTo>
                  <a:lnTo>
                    <a:pt x="2406" y="12492"/>
                  </a:lnTo>
                  <a:lnTo>
                    <a:pt x="2490" y="12513"/>
                  </a:lnTo>
                  <a:lnTo>
                    <a:pt x="2469" y="12576"/>
                  </a:lnTo>
                  <a:lnTo>
                    <a:pt x="2511" y="12639"/>
                  </a:lnTo>
                  <a:lnTo>
                    <a:pt x="2616" y="12597"/>
                  </a:lnTo>
                  <a:lnTo>
                    <a:pt x="2595" y="12513"/>
                  </a:lnTo>
                  <a:lnTo>
                    <a:pt x="2532" y="12492"/>
                  </a:lnTo>
                  <a:lnTo>
                    <a:pt x="2595" y="12409"/>
                  </a:lnTo>
                  <a:lnTo>
                    <a:pt x="2678" y="12492"/>
                  </a:lnTo>
                  <a:lnTo>
                    <a:pt x="2699" y="12555"/>
                  </a:lnTo>
                  <a:lnTo>
                    <a:pt x="2825" y="12409"/>
                  </a:lnTo>
                  <a:lnTo>
                    <a:pt x="2846" y="12283"/>
                  </a:lnTo>
                  <a:lnTo>
                    <a:pt x="2825" y="12178"/>
                  </a:lnTo>
                  <a:lnTo>
                    <a:pt x="2741" y="12157"/>
                  </a:lnTo>
                  <a:lnTo>
                    <a:pt x="2720" y="12074"/>
                  </a:lnTo>
                  <a:lnTo>
                    <a:pt x="2783" y="12053"/>
                  </a:lnTo>
                  <a:lnTo>
                    <a:pt x="2783" y="11990"/>
                  </a:lnTo>
                  <a:lnTo>
                    <a:pt x="2825" y="11990"/>
                  </a:lnTo>
                  <a:lnTo>
                    <a:pt x="2888" y="11948"/>
                  </a:lnTo>
                  <a:lnTo>
                    <a:pt x="2825" y="11865"/>
                  </a:lnTo>
                  <a:lnTo>
                    <a:pt x="2825" y="11760"/>
                  </a:lnTo>
                  <a:lnTo>
                    <a:pt x="2909" y="11718"/>
                  </a:lnTo>
                  <a:lnTo>
                    <a:pt x="2992" y="11781"/>
                  </a:lnTo>
                  <a:lnTo>
                    <a:pt x="2930" y="11885"/>
                  </a:lnTo>
                  <a:lnTo>
                    <a:pt x="2950" y="12032"/>
                  </a:lnTo>
                  <a:lnTo>
                    <a:pt x="2930" y="12095"/>
                  </a:lnTo>
                  <a:lnTo>
                    <a:pt x="2992" y="12199"/>
                  </a:lnTo>
                  <a:lnTo>
                    <a:pt x="3013" y="12283"/>
                  </a:lnTo>
                  <a:lnTo>
                    <a:pt x="3118" y="12409"/>
                  </a:lnTo>
                  <a:lnTo>
                    <a:pt x="3264" y="12409"/>
                  </a:lnTo>
                  <a:lnTo>
                    <a:pt x="3327" y="12450"/>
                  </a:lnTo>
                  <a:lnTo>
                    <a:pt x="3264" y="12492"/>
                  </a:lnTo>
                  <a:lnTo>
                    <a:pt x="3348" y="12555"/>
                  </a:lnTo>
                  <a:lnTo>
                    <a:pt x="3432" y="12639"/>
                  </a:lnTo>
                  <a:lnTo>
                    <a:pt x="3474" y="12555"/>
                  </a:lnTo>
                  <a:lnTo>
                    <a:pt x="3453" y="12178"/>
                  </a:lnTo>
                  <a:lnTo>
                    <a:pt x="3369" y="12032"/>
                  </a:lnTo>
                  <a:lnTo>
                    <a:pt x="3432" y="11948"/>
                  </a:lnTo>
                  <a:lnTo>
                    <a:pt x="3515" y="11885"/>
                  </a:lnTo>
                  <a:lnTo>
                    <a:pt x="3432" y="11781"/>
                  </a:lnTo>
                  <a:lnTo>
                    <a:pt x="3474" y="11718"/>
                  </a:lnTo>
                  <a:lnTo>
                    <a:pt x="3662" y="11676"/>
                  </a:lnTo>
                  <a:lnTo>
                    <a:pt x="3683" y="11593"/>
                  </a:lnTo>
                  <a:lnTo>
                    <a:pt x="3683" y="11467"/>
                  </a:lnTo>
                  <a:lnTo>
                    <a:pt x="3766" y="11321"/>
                  </a:lnTo>
                  <a:lnTo>
                    <a:pt x="3683" y="11195"/>
                  </a:lnTo>
                  <a:lnTo>
                    <a:pt x="3662" y="10923"/>
                  </a:lnTo>
                  <a:lnTo>
                    <a:pt x="3536" y="10714"/>
                  </a:lnTo>
                  <a:lnTo>
                    <a:pt x="3557" y="10609"/>
                  </a:lnTo>
                  <a:lnTo>
                    <a:pt x="3829" y="10525"/>
                  </a:lnTo>
                  <a:lnTo>
                    <a:pt x="3829" y="10358"/>
                  </a:lnTo>
                  <a:lnTo>
                    <a:pt x="3871" y="10212"/>
                  </a:lnTo>
                  <a:lnTo>
                    <a:pt x="3662" y="10002"/>
                  </a:lnTo>
                  <a:lnTo>
                    <a:pt x="3515" y="9898"/>
                  </a:lnTo>
                  <a:lnTo>
                    <a:pt x="3515" y="9688"/>
                  </a:lnTo>
                  <a:lnTo>
                    <a:pt x="3536" y="9479"/>
                  </a:lnTo>
                  <a:lnTo>
                    <a:pt x="3515" y="9249"/>
                  </a:lnTo>
                  <a:lnTo>
                    <a:pt x="3453" y="9103"/>
                  </a:lnTo>
                  <a:lnTo>
                    <a:pt x="3515" y="8914"/>
                  </a:lnTo>
                  <a:lnTo>
                    <a:pt x="3453" y="8621"/>
                  </a:lnTo>
                  <a:lnTo>
                    <a:pt x="3411" y="8308"/>
                  </a:lnTo>
                  <a:lnTo>
                    <a:pt x="3453" y="8077"/>
                  </a:lnTo>
                  <a:lnTo>
                    <a:pt x="3578" y="7847"/>
                  </a:lnTo>
                  <a:lnTo>
                    <a:pt x="3683" y="7764"/>
                  </a:lnTo>
                  <a:lnTo>
                    <a:pt x="3850" y="7784"/>
                  </a:lnTo>
                  <a:lnTo>
                    <a:pt x="4059" y="7805"/>
                  </a:lnTo>
                  <a:lnTo>
                    <a:pt x="4164" y="7680"/>
                  </a:lnTo>
                  <a:lnTo>
                    <a:pt x="4143" y="7450"/>
                  </a:lnTo>
                  <a:lnTo>
                    <a:pt x="4080" y="7366"/>
                  </a:lnTo>
                  <a:lnTo>
                    <a:pt x="4080" y="7240"/>
                  </a:lnTo>
                  <a:lnTo>
                    <a:pt x="4290" y="6738"/>
                  </a:lnTo>
                  <a:lnTo>
                    <a:pt x="4290" y="6487"/>
                  </a:lnTo>
                  <a:lnTo>
                    <a:pt x="4352" y="6215"/>
                  </a:lnTo>
                  <a:lnTo>
                    <a:pt x="4394" y="6069"/>
                  </a:lnTo>
                  <a:lnTo>
                    <a:pt x="4394" y="5901"/>
                  </a:lnTo>
                  <a:lnTo>
                    <a:pt x="4311" y="5818"/>
                  </a:lnTo>
                  <a:lnTo>
                    <a:pt x="4311" y="5692"/>
                  </a:lnTo>
                  <a:lnTo>
                    <a:pt x="4499" y="5587"/>
                  </a:lnTo>
                  <a:lnTo>
                    <a:pt x="4708" y="5567"/>
                  </a:lnTo>
                  <a:lnTo>
                    <a:pt x="4792" y="5483"/>
                  </a:lnTo>
                  <a:lnTo>
                    <a:pt x="4813" y="5357"/>
                  </a:lnTo>
                  <a:lnTo>
                    <a:pt x="4980" y="5064"/>
                  </a:lnTo>
                  <a:lnTo>
                    <a:pt x="5127" y="4855"/>
                  </a:lnTo>
                  <a:lnTo>
                    <a:pt x="5189" y="4730"/>
                  </a:lnTo>
                  <a:lnTo>
                    <a:pt x="5106" y="4541"/>
                  </a:lnTo>
                  <a:lnTo>
                    <a:pt x="5043" y="4458"/>
                  </a:lnTo>
                  <a:lnTo>
                    <a:pt x="5043" y="4206"/>
                  </a:lnTo>
                  <a:lnTo>
                    <a:pt x="5127" y="4186"/>
                  </a:lnTo>
                  <a:lnTo>
                    <a:pt x="5189" y="4081"/>
                  </a:lnTo>
                  <a:lnTo>
                    <a:pt x="5231" y="3934"/>
                  </a:lnTo>
                  <a:lnTo>
                    <a:pt x="5315" y="3893"/>
                  </a:lnTo>
                  <a:lnTo>
                    <a:pt x="5399" y="3704"/>
                  </a:lnTo>
                  <a:lnTo>
                    <a:pt x="5524" y="3600"/>
                  </a:lnTo>
                  <a:lnTo>
                    <a:pt x="5629" y="3683"/>
                  </a:lnTo>
                  <a:lnTo>
                    <a:pt x="5712" y="3725"/>
                  </a:lnTo>
                  <a:lnTo>
                    <a:pt x="5754" y="3725"/>
                  </a:lnTo>
                  <a:lnTo>
                    <a:pt x="5859" y="3621"/>
                  </a:lnTo>
                  <a:lnTo>
                    <a:pt x="5775" y="3516"/>
                  </a:lnTo>
                  <a:lnTo>
                    <a:pt x="5859" y="3474"/>
                  </a:lnTo>
                  <a:lnTo>
                    <a:pt x="5859" y="3390"/>
                  </a:lnTo>
                  <a:lnTo>
                    <a:pt x="5880" y="3349"/>
                  </a:lnTo>
                  <a:lnTo>
                    <a:pt x="5775" y="3181"/>
                  </a:lnTo>
                  <a:lnTo>
                    <a:pt x="5838" y="3160"/>
                  </a:lnTo>
                  <a:lnTo>
                    <a:pt x="6026" y="3160"/>
                  </a:lnTo>
                  <a:lnTo>
                    <a:pt x="6152" y="3077"/>
                  </a:lnTo>
                  <a:lnTo>
                    <a:pt x="6340" y="3139"/>
                  </a:lnTo>
                  <a:lnTo>
                    <a:pt x="6445" y="3202"/>
                  </a:lnTo>
                  <a:lnTo>
                    <a:pt x="6570" y="3223"/>
                  </a:lnTo>
                  <a:lnTo>
                    <a:pt x="6654" y="3286"/>
                  </a:lnTo>
                  <a:lnTo>
                    <a:pt x="6696" y="3265"/>
                  </a:lnTo>
                  <a:lnTo>
                    <a:pt x="6759" y="3307"/>
                  </a:lnTo>
                  <a:lnTo>
                    <a:pt x="6759" y="3160"/>
                  </a:lnTo>
                  <a:lnTo>
                    <a:pt x="6696" y="3077"/>
                  </a:lnTo>
                  <a:lnTo>
                    <a:pt x="6717" y="2888"/>
                  </a:lnTo>
                  <a:lnTo>
                    <a:pt x="6800" y="2846"/>
                  </a:lnTo>
                  <a:lnTo>
                    <a:pt x="6779" y="2700"/>
                  </a:lnTo>
                  <a:lnTo>
                    <a:pt x="6696" y="2658"/>
                  </a:lnTo>
                  <a:lnTo>
                    <a:pt x="6675" y="2554"/>
                  </a:lnTo>
                  <a:lnTo>
                    <a:pt x="6675" y="2554"/>
                  </a:lnTo>
                  <a:lnTo>
                    <a:pt x="6800" y="2616"/>
                  </a:lnTo>
                  <a:lnTo>
                    <a:pt x="6926" y="2574"/>
                  </a:lnTo>
                  <a:lnTo>
                    <a:pt x="6989" y="2554"/>
                  </a:lnTo>
                  <a:lnTo>
                    <a:pt x="7010" y="2533"/>
                  </a:lnTo>
                  <a:lnTo>
                    <a:pt x="7072" y="2533"/>
                  </a:lnTo>
                  <a:lnTo>
                    <a:pt x="7093" y="2512"/>
                  </a:lnTo>
                  <a:lnTo>
                    <a:pt x="7072" y="2428"/>
                  </a:lnTo>
                  <a:lnTo>
                    <a:pt x="7093" y="2323"/>
                  </a:lnTo>
                  <a:lnTo>
                    <a:pt x="7177" y="2261"/>
                  </a:lnTo>
                  <a:lnTo>
                    <a:pt x="7282" y="2261"/>
                  </a:lnTo>
                  <a:lnTo>
                    <a:pt x="7344" y="2407"/>
                  </a:lnTo>
                  <a:lnTo>
                    <a:pt x="7616" y="2616"/>
                  </a:lnTo>
                  <a:lnTo>
                    <a:pt x="7637" y="2742"/>
                  </a:lnTo>
                  <a:lnTo>
                    <a:pt x="7742" y="2846"/>
                  </a:lnTo>
                  <a:lnTo>
                    <a:pt x="7909" y="2930"/>
                  </a:lnTo>
                  <a:lnTo>
                    <a:pt x="8160" y="2930"/>
                  </a:lnTo>
                  <a:lnTo>
                    <a:pt x="8328" y="2784"/>
                  </a:lnTo>
                  <a:lnTo>
                    <a:pt x="8391" y="2700"/>
                  </a:lnTo>
                  <a:lnTo>
                    <a:pt x="8495" y="2700"/>
                  </a:lnTo>
                  <a:lnTo>
                    <a:pt x="8704" y="2846"/>
                  </a:lnTo>
                  <a:lnTo>
                    <a:pt x="8851" y="2867"/>
                  </a:lnTo>
                  <a:lnTo>
                    <a:pt x="8893" y="2742"/>
                  </a:lnTo>
                  <a:lnTo>
                    <a:pt x="8976" y="2679"/>
                  </a:lnTo>
                  <a:lnTo>
                    <a:pt x="9060" y="2616"/>
                  </a:lnTo>
                  <a:lnTo>
                    <a:pt x="9165" y="2616"/>
                  </a:lnTo>
                  <a:lnTo>
                    <a:pt x="9269" y="2554"/>
                  </a:lnTo>
                  <a:lnTo>
                    <a:pt x="9311" y="2470"/>
                  </a:lnTo>
                  <a:lnTo>
                    <a:pt x="9269" y="2365"/>
                  </a:lnTo>
                  <a:lnTo>
                    <a:pt x="9207" y="2219"/>
                  </a:lnTo>
                  <a:lnTo>
                    <a:pt x="9228" y="1905"/>
                  </a:lnTo>
                  <a:lnTo>
                    <a:pt x="9290" y="1821"/>
                  </a:lnTo>
                  <a:lnTo>
                    <a:pt x="9228" y="1717"/>
                  </a:lnTo>
                  <a:lnTo>
                    <a:pt x="9290" y="1696"/>
                  </a:lnTo>
                  <a:lnTo>
                    <a:pt x="9395" y="1570"/>
                  </a:lnTo>
                  <a:lnTo>
                    <a:pt x="9374" y="1507"/>
                  </a:lnTo>
                  <a:lnTo>
                    <a:pt x="9500" y="1424"/>
                  </a:lnTo>
                  <a:lnTo>
                    <a:pt x="9646" y="1486"/>
                  </a:lnTo>
                  <a:lnTo>
                    <a:pt x="9730" y="1466"/>
                  </a:lnTo>
                  <a:lnTo>
                    <a:pt x="9730" y="1403"/>
                  </a:lnTo>
                  <a:lnTo>
                    <a:pt x="9813" y="1298"/>
                  </a:lnTo>
                  <a:lnTo>
                    <a:pt x="10065" y="1298"/>
                  </a:lnTo>
                  <a:lnTo>
                    <a:pt x="10169" y="1382"/>
                  </a:lnTo>
                  <a:lnTo>
                    <a:pt x="10316" y="1528"/>
                  </a:lnTo>
                  <a:lnTo>
                    <a:pt x="10378" y="1633"/>
                  </a:lnTo>
                  <a:lnTo>
                    <a:pt x="10525" y="1654"/>
                  </a:lnTo>
                  <a:lnTo>
                    <a:pt x="10692" y="1696"/>
                  </a:lnTo>
                  <a:lnTo>
                    <a:pt x="10755" y="1800"/>
                  </a:lnTo>
                  <a:lnTo>
                    <a:pt x="10860" y="1905"/>
                  </a:lnTo>
                  <a:lnTo>
                    <a:pt x="10839" y="2030"/>
                  </a:lnTo>
                  <a:lnTo>
                    <a:pt x="10734" y="2177"/>
                  </a:lnTo>
                  <a:lnTo>
                    <a:pt x="10755" y="2428"/>
                  </a:lnTo>
                  <a:lnTo>
                    <a:pt x="10839" y="2428"/>
                  </a:lnTo>
                  <a:lnTo>
                    <a:pt x="10839" y="2219"/>
                  </a:lnTo>
                  <a:lnTo>
                    <a:pt x="10985" y="2051"/>
                  </a:lnTo>
                  <a:lnTo>
                    <a:pt x="11111" y="2030"/>
                  </a:lnTo>
                  <a:lnTo>
                    <a:pt x="11194" y="1926"/>
                  </a:lnTo>
                  <a:lnTo>
                    <a:pt x="11194" y="1779"/>
                  </a:lnTo>
                  <a:lnTo>
                    <a:pt x="11299" y="1738"/>
                  </a:lnTo>
                  <a:lnTo>
                    <a:pt x="11404" y="1800"/>
                  </a:lnTo>
                  <a:lnTo>
                    <a:pt x="11487" y="1717"/>
                  </a:lnTo>
                  <a:lnTo>
                    <a:pt x="11487" y="1591"/>
                  </a:lnTo>
                  <a:lnTo>
                    <a:pt x="11425" y="1591"/>
                  </a:lnTo>
                  <a:lnTo>
                    <a:pt x="11362" y="1507"/>
                  </a:lnTo>
                  <a:lnTo>
                    <a:pt x="11299" y="1507"/>
                  </a:lnTo>
                  <a:lnTo>
                    <a:pt x="11278" y="1528"/>
                  </a:lnTo>
                  <a:lnTo>
                    <a:pt x="11278" y="1612"/>
                  </a:lnTo>
                  <a:lnTo>
                    <a:pt x="11215" y="1570"/>
                  </a:lnTo>
                  <a:lnTo>
                    <a:pt x="11194" y="1507"/>
                  </a:lnTo>
                  <a:lnTo>
                    <a:pt x="11153" y="1507"/>
                  </a:lnTo>
                  <a:lnTo>
                    <a:pt x="11153" y="1570"/>
                  </a:lnTo>
                  <a:lnTo>
                    <a:pt x="11111" y="1696"/>
                  </a:lnTo>
                  <a:lnTo>
                    <a:pt x="11090" y="1654"/>
                  </a:lnTo>
                  <a:lnTo>
                    <a:pt x="11048" y="1591"/>
                  </a:lnTo>
                  <a:lnTo>
                    <a:pt x="10964" y="1633"/>
                  </a:lnTo>
                  <a:lnTo>
                    <a:pt x="10943" y="1696"/>
                  </a:lnTo>
                  <a:lnTo>
                    <a:pt x="10901" y="1612"/>
                  </a:lnTo>
                  <a:lnTo>
                    <a:pt x="10881" y="1486"/>
                  </a:lnTo>
                  <a:lnTo>
                    <a:pt x="10839" y="1486"/>
                  </a:lnTo>
                  <a:lnTo>
                    <a:pt x="10776" y="1361"/>
                  </a:lnTo>
                  <a:lnTo>
                    <a:pt x="10734" y="1319"/>
                  </a:lnTo>
                  <a:lnTo>
                    <a:pt x="10650" y="1319"/>
                  </a:lnTo>
                  <a:lnTo>
                    <a:pt x="10567" y="1298"/>
                  </a:lnTo>
                  <a:lnTo>
                    <a:pt x="10420" y="1277"/>
                  </a:lnTo>
                  <a:lnTo>
                    <a:pt x="10357" y="1193"/>
                  </a:lnTo>
                  <a:lnTo>
                    <a:pt x="10378" y="1173"/>
                  </a:lnTo>
                  <a:lnTo>
                    <a:pt x="10546" y="1214"/>
                  </a:lnTo>
                  <a:lnTo>
                    <a:pt x="10692" y="1193"/>
                  </a:lnTo>
                  <a:lnTo>
                    <a:pt x="10797" y="1214"/>
                  </a:lnTo>
                  <a:lnTo>
                    <a:pt x="11048" y="1256"/>
                  </a:lnTo>
                  <a:lnTo>
                    <a:pt x="11194" y="1193"/>
                  </a:lnTo>
                  <a:lnTo>
                    <a:pt x="11299" y="984"/>
                  </a:lnTo>
                  <a:lnTo>
                    <a:pt x="11508" y="942"/>
                  </a:lnTo>
                  <a:lnTo>
                    <a:pt x="11613" y="859"/>
                  </a:lnTo>
                  <a:lnTo>
                    <a:pt x="11613" y="838"/>
                  </a:lnTo>
                  <a:lnTo>
                    <a:pt x="11529" y="796"/>
                  </a:lnTo>
                  <a:lnTo>
                    <a:pt x="11508" y="754"/>
                  </a:lnTo>
                  <a:lnTo>
                    <a:pt x="11425" y="733"/>
                  </a:lnTo>
                  <a:lnTo>
                    <a:pt x="11320" y="754"/>
                  </a:lnTo>
                  <a:lnTo>
                    <a:pt x="11194" y="608"/>
                  </a:lnTo>
                  <a:lnTo>
                    <a:pt x="11111" y="608"/>
                  </a:lnTo>
                  <a:lnTo>
                    <a:pt x="11006" y="733"/>
                  </a:lnTo>
                  <a:lnTo>
                    <a:pt x="10964" y="733"/>
                  </a:lnTo>
                  <a:lnTo>
                    <a:pt x="10943" y="691"/>
                  </a:lnTo>
                  <a:lnTo>
                    <a:pt x="11048" y="649"/>
                  </a:lnTo>
                  <a:lnTo>
                    <a:pt x="11048" y="566"/>
                  </a:lnTo>
                  <a:lnTo>
                    <a:pt x="10943" y="524"/>
                  </a:lnTo>
                  <a:lnTo>
                    <a:pt x="10901" y="482"/>
                  </a:lnTo>
                  <a:lnTo>
                    <a:pt x="10839" y="482"/>
                  </a:lnTo>
                  <a:lnTo>
                    <a:pt x="10776" y="608"/>
                  </a:lnTo>
                  <a:lnTo>
                    <a:pt x="10734" y="608"/>
                  </a:lnTo>
                  <a:lnTo>
                    <a:pt x="10734" y="524"/>
                  </a:lnTo>
                  <a:lnTo>
                    <a:pt x="10671" y="545"/>
                  </a:lnTo>
                  <a:lnTo>
                    <a:pt x="10650" y="587"/>
                  </a:lnTo>
                  <a:lnTo>
                    <a:pt x="10588" y="587"/>
                  </a:lnTo>
                  <a:lnTo>
                    <a:pt x="10567" y="545"/>
                  </a:lnTo>
                  <a:lnTo>
                    <a:pt x="10650" y="482"/>
                  </a:lnTo>
                  <a:lnTo>
                    <a:pt x="10650" y="419"/>
                  </a:lnTo>
                  <a:lnTo>
                    <a:pt x="10546" y="357"/>
                  </a:lnTo>
                  <a:lnTo>
                    <a:pt x="10420" y="357"/>
                  </a:lnTo>
                  <a:lnTo>
                    <a:pt x="10357" y="377"/>
                  </a:lnTo>
                  <a:lnTo>
                    <a:pt x="10337" y="545"/>
                  </a:lnTo>
                  <a:lnTo>
                    <a:pt x="10253" y="587"/>
                  </a:lnTo>
                  <a:lnTo>
                    <a:pt x="10253" y="649"/>
                  </a:lnTo>
                  <a:lnTo>
                    <a:pt x="10316" y="796"/>
                  </a:lnTo>
                  <a:lnTo>
                    <a:pt x="10316" y="880"/>
                  </a:lnTo>
                  <a:lnTo>
                    <a:pt x="10253" y="942"/>
                  </a:lnTo>
                  <a:lnTo>
                    <a:pt x="10211" y="838"/>
                  </a:lnTo>
                  <a:lnTo>
                    <a:pt x="10127" y="838"/>
                  </a:lnTo>
                  <a:lnTo>
                    <a:pt x="10127" y="859"/>
                  </a:lnTo>
                  <a:lnTo>
                    <a:pt x="10023" y="838"/>
                  </a:lnTo>
                  <a:lnTo>
                    <a:pt x="9897" y="901"/>
                  </a:lnTo>
                  <a:lnTo>
                    <a:pt x="9897" y="901"/>
                  </a:lnTo>
                  <a:lnTo>
                    <a:pt x="10002" y="754"/>
                  </a:lnTo>
                  <a:lnTo>
                    <a:pt x="10065" y="733"/>
                  </a:lnTo>
                  <a:lnTo>
                    <a:pt x="10127" y="608"/>
                  </a:lnTo>
                  <a:lnTo>
                    <a:pt x="10127" y="566"/>
                  </a:lnTo>
                  <a:lnTo>
                    <a:pt x="10065" y="566"/>
                  </a:lnTo>
                  <a:lnTo>
                    <a:pt x="9960" y="649"/>
                  </a:lnTo>
                  <a:lnTo>
                    <a:pt x="9897" y="649"/>
                  </a:lnTo>
                  <a:lnTo>
                    <a:pt x="9918" y="587"/>
                  </a:lnTo>
                  <a:lnTo>
                    <a:pt x="10002" y="524"/>
                  </a:lnTo>
                  <a:lnTo>
                    <a:pt x="10002" y="482"/>
                  </a:lnTo>
                  <a:lnTo>
                    <a:pt x="9897" y="461"/>
                  </a:lnTo>
                  <a:lnTo>
                    <a:pt x="9855" y="419"/>
                  </a:lnTo>
                  <a:lnTo>
                    <a:pt x="9960" y="377"/>
                  </a:lnTo>
                  <a:lnTo>
                    <a:pt x="10002" y="419"/>
                  </a:lnTo>
                  <a:lnTo>
                    <a:pt x="10127" y="419"/>
                  </a:lnTo>
                  <a:lnTo>
                    <a:pt x="10169" y="231"/>
                  </a:lnTo>
                  <a:lnTo>
                    <a:pt x="10169" y="168"/>
                  </a:lnTo>
                  <a:lnTo>
                    <a:pt x="10044" y="210"/>
                  </a:lnTo>
                  <a:lnTo>
                    <a:pt x="10002" y="147"/>
                  </a:lnTo>
                  <a:lnTo>
                    <a:pt x="10023" y="64"/>
                  </a:lnTo>
                  <a:lnTo>
                    <a:pt x="10002" y="1"/>
                  </a:lnTo>
                  <a:lnTo>
                    <a:pt x="9918" y="64"/>
                  </a:lnTo>
                  <a:lnTo>
                    <a:pt x="9855" y="64"/>
                  </a:lnTo>
                  <a:lnTo>
                    <a:pt x="979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60"/>
            <p:cNvSpPr/>
            <p:nvPr/>
          </p:nvSpPr>
          <p:spPr>
            <a:xfrm>
              <a:off x="3810372" y="2589242"/>
              <a:ext cx="68528" cy="147786"/>
            </a:xfrm>
            <a:custGeom>
              <a:rect b="b" l="l" r="r" t="t"/>
              <a:pathLst>
                <a:path extrusionOk="0" h="12995" w="5755">
                  <a:moveTo>
                    <a:pt x="3788" y="1"/>
                  </a:moveTo>
                  <a:lnTo>
                    <a:pt x="3725" y="21"/>
                  </a:lnTo>
                  <a:lnTo>
                    <a:pt x="3599" y="63"/>
                  </a:lnTo>
                  <a:lnTo>
                    <a:pt x="3474" y="1"/>
                  </a:lnTo>
                  <a:lnTo>
                    <a:pt x="3474" y="1"/>
                  </a:lnTo>
                  <a:lnTo>
                    <a:pt x="3495" y="105"/>
                  </a:lnTo>
                  <a:lnTo>
                    <a:pt x="3578" y="147"/>
                  </a:lnTo>
                  <a:lnTo>
                    <a:pt x="3599" y="293"/>
                  </a:lnTo>
                  <a:lnTo>
                    <a:pt x="3516" y="335"/>
                  </a:lnTo>
                  <a:lnTo>
                    <a:pt x="3495" y="524"/>
                  </a:lnTo>
                  <a:lnTo>
                    <a:pt x="3558" y="607"/>
                  </a:lnTo>
                  <a:lnTo>
                    <a:pt x="3558" y="754"/>
                  </a:lnTo>
                  <a:lnTo>
                    <a:pt x="3495" y="712"/>
                  </a:lnTo>
                  <a:lnTo>
                    <a:pt x="3453" y="733"/>
                  </a:lnTo>
                  <a:lnTo>
                    <a:pt x="3369" y="670"/>
                  </a:lnTo>
                  <a:lnTo>
                    <a:pt x="3244" y="649"/>
                  </a:lnTo>
                  <a:lnTo>
                    <a:pt x="3139" y="586"/>
                  </a:lnTo>
                  <a:lnTo>
                    <a:pt x="2951" y="524"/>
                  </a:lnTo>
                  <a:lnTo>
                    <a:pt x="2825" y="607"/>
                  </a:lnTo>
                  <a:lnTo>
                    <a:pt x="2637" y="607"/>
                  </a:lnTo>
                  <a:lnTo>
                    <a:pt x="2574" y="628"/>
                  </a:lnTo>
                  <a:lnTo>
                    <a:pt x="2679" y="796"/>
                  </a:lnTo>
                  <a:lnTo>
                    <a:pt x="2658" y="837"/>
                  </a:lnTo>
                  <a:lnTo>
                    <a:pt x="2658" y="921"/>
                  </a:lnTo>
                  <a:lnTo>
                    <a:pt x="2574" y="963"/>
                  </a:lnTo>
                  <a:lnTo>
                    <a:pt x="2658" y="1068"/>
                  </a:lnTo>
                  <a:lnTo>
                    <a:pt x="2553" y="1172"/>
                  </a:lnTo>
                  <a:lnTo>
                    <a:pt x="2511" y="1172"/>
                  </a:lnTo>
                  <a:lnTo>
                    <a:pt x="2428" y="1130"/>
                  </a:lnTo>
                  <a:lnTo>
                    <a:pt x="2323" y="1047"/>
                  </a:lnTo>
                  <a:lnTo>
                    <a:pt x="2198" y="1151"/>
                  </a:lnTo>
                  <a:lnTo>
                    <a:pt x="2114" y="1340"/>
                  </a:lnTo>
                  <a:lnTo>
                    <a:pt x="2030" y="1381"/>
                  </a:lnTo>
                  <a:lnTo>
                    <a:pt x="1988" y="1528"/>
                  </a:lnTo>
                  <a:lnTo>
                    <a:pt x="1926" y="1633"/>
                  </a:lnTo>
                  <a:lnTo>
                    <a:pt x="1842" y="1653"/>
                  </a:lnTo>
                  <a:lnTo>
                    <a:pt x="1842" y="1905"/>
                  </a:lnTo>
                  <a:lnTo>
                    <a:pt x="1905" y="1988"/>
                  </a:lnTo>
                  <a:lnTo>
                    <a:pt x="1988" y="2177"/>
                  </a:lnTo>
                  <a:lnTo>
                    <a:pt x="1926" y="2302"/>
                  </a:lnTo>
                  <a:lnTo>
                    <a:pt x="1779" y="2511"/>
                  </a:lnTo>
                  <a:lnTo>
                    <a:pt x="1612" y="2804"/>
                  </a:lnTo>
                  <a:lnTo>
                    <a:pt x="1591" y="2930"/>
                  </a:lnTo>
                  <a:lnTo>
                    <a:pt x="1507" y="3014"/>
                  </a:lnTo>
                  <a:lnTo>
                    <a:pt x="1298" y="3034"/>
                  </a:lnTo>
                  <a:lnTo>
                    <a:pt x="1110" y="3139"/>
                  </a:lnTo>
                  <a:lnTo>
                    <a:pt x="1110" y="3265"/>
                  </a:lnTo>
                  <a:lnTo>
                    <a:pt x="1193" y="3348"/>
                  </a:lnTo>
                  <a:lnTo>
                    <a:pt x="1193" y="3516"/>
                  </a:lnTo>
                  <a:lnTo>
                    <a:pt x="1151" y="3662"/>
                  </a:lnTo>
                  <a:lnTo>
                    <a:pt x="1089" y="3934"/>
                  </a:lnTo>
                  <a:lnTo>
                    <a:pt x="1089" y="4185"/>
                  </a:lnTo>
                  <a:lnTo>
                    <a:pt x="879" y="4687"/>
                  </a:lnTo>
                  <a:lnTo>
                    <a:pt x="879" y="4813"/>
                  </a:lnTo>
                  <a:lnTo>
                    <a:pt x="942" y="4897"/>
                  </a:lnTo>
                  <a:lnTo>
                    <a:pt x="963" y="5127"/>
                  </a:lnTo>
                  <a:lnTo>
                    <a:pt x="858" y="5252"/>
                  </a:lnTo>
                  <a:lnTo>
                    <a:pt x="649" y="5231"/>
                  </a:lnTo>
                  <a:lnTo>
                    <a:pt x="482" y="5211"/>
                  </a:lnTo>
                  <a:lnTo>
                    <a:pt x="377" y="5294"/>
                  </a:lnTo>
                  <a:lnTo>
                    <a:pt x="252" y="5524"/>
                  </a:lnTo>
                  <a:lnTo>
                    <a:pt x="210" y="5755"/>
                  </a:lnTo>
                  <a:lnTo>
                    <a:pt x="252" y="6068"/>
                  </a:lnTo>
                  <a:lnTo>
                    <a:pt x="314" y="6361"/>
                  </a:lnTo>
                  <a:lnTo>
                    <a:pt x="252" y="6550"/>
                  </a:lnTo>
                  <a:lnTo>
                    <a:pt x="314" y="6696"/>
                  </a:lnTo>
                  <a:lnTo>
                    <a:pt x="335" y="6926"/>
                  </a:lnTo>
                  <a:lnTo>
                    <a:pt x="314" y="7135"/>
                  </a:lnTo>
                  <a:lnTo>
                    <a:pt x="314" y="7345"/>
                  </a:lnTo>
                  <a:lnTo>
                    <a:pt x="461" y="7449"/>
                  </a:lnTo>
                  <a:lnTo>
                    <a:pt x="670" y="7659"/>
                  </a:lnTo>
                  <a:lnTo>
                    <a:pt x="628" y="7805"/>
                  </a:lnTo>
                  <a:lnTo>
                    <a:pt x="628" y="7972"/>
                  </a:lnTo>
                  <a:lnTo>
                    <a:pt x="356" y="8056"/>
                  </a:lnTo>
                  <a:lnTo>
                    <a:pt x="335" y="8161"/>
                  </a:lnTo>
                  <a:lnTo>
                    <a:pt x="461" y="8370"/>
                  </a:lnTo>
                  <a:lnTo>
                    <a:pt x="482" y="8642"/>
                  </a:lnTo>
                  <a:lnTo>
                    <a:pt x="565" y="8768"/>
                  </a:lnTo>
                  <a:lnTo>
                    <a:pt x="482" y="8914"/>
                  </a:lnTo>
                  <a:lnTo>
                    <a:pt x="482" y="9040"/>
                  </a:lnTo>
                  <a:lnTo>
                    <a:pt x="461" y="9123"/>
                  </a:lnTo>
                  <a:lnTo>
                    <a:pt x="273" y="9165"/>
                  </a:lnTo>
                  <a:lnTo>
                    <a:pt x="231" y="9228"/>
                  </a:lnTo>
                  <a:lnTo>
                    <a:pt x="314" y="9332"/>
                  </a:lnTo>
                  <a:lnTo>
                    <a:pt x="231" y="9395"/>
                  </a:lnTo>
                  <a:lnTo>
                    <a:pt x="168" y="9479"/>
                  </a:lnTo>
                  <a:lnTo>
                    <a:pt x="252" y="9625"/>
                  </a:lnTo>
                  <a:lnTo>
                    <a:pt x="273" y="10002"/>
                  </a:lnTo>
                  <a:lnTo>
                    <a:pt x="231" y="10086"/>
                  </a:lnTo>
                  <a:lnTo>
                    <a:pt x="147" y="10002"/>
                  </a:lnTo>
                  <a:lnTo>
                    <a:pt x="63" y="9939"/>
                  </a:lnTo>
                  <a:lnTo>
                    <a:pt x="63" y="9960"/>
                  </a:lnTo>
                  <a:lnTo>
                    <a:pt x="1" y="10023"/>
                  </a:lnTo>
                  <a:lnTo>
                    <a:pt x="21" y="10253"/>
                  </a:lnTo>
                  <a:lnTo>
                    <a:pt x="42" y="10337"/>
                  </a:lnTo>
                  <a:lnTo>
                    <a:pt x="63" y="10525"/>
                  </a:lnTo>
                  <a:lnTo>
                    <a:pt x="147" y="10546"/>
                  </a:lnTo>
                  <a:lnTo>
                    <a:pt x="168" y="10588"/>
                  </a:lnTo>
                  <a:lnTo>
                    <a:pt x="147" y="10734"/>
                  </a:lnTo>
                  <a:lnTo>
                    <a:pt x="273" y="10672"/>
                  </a:lnTo>
                  <a:lnTo>
                    <a:pt x="210" y="10567"/>
                  </a:lnTo>
                  <a:lnTo>
                    <a:pt x="231" y="10483"/>
                  </a:lnTo>
                  <a:lnTo>
                    <a:pt x="273" y="10483"/>
                  </a:lnTo>
                  <a:lnTo>
                    <a:pt x="252" y="10546"/>
                  </a:lnTo>
                  <a:lnTo>
                    <a:pt x="335" y="10588"/>
                  </a:lnTo>
                  <a:lnTo>
                    <a:pt x="377" y="10672"/>
                  </a:lnTo>
                  <a:lnTo>
                    <a:pt x="252" y="10755"/>
                  </a:lnTo>
                  <a:lnTo>
                    <a:pt x="231" y="10860"/>
                  </a:lnTo>
                  <a:lnTo>
                    <a:pt x="273" y="10944"/>
                  </a:lnTo>
                  <a:lnTo>
                    <a:pt x="252" y="11069"/>
                  </a:lnTo>
                  <a:lnTo>
                    <a:pt x="210" y="11111"/>
                  </a:lnTo>
                  <a:lnTo>
                    <a:pt x="273" y="11216"/>
                  </a:lnTo>
                  <a:lnTo>
                    <a:pt x="356" y="11257"/>
                  </a:lnTo>
                  <a:lnTo>
                    <a:pt x="440" y="11383"/>
                  </a:lnTo>
                  <a:lnTo>
                    <a:pt x="482" y="11425"/>
                  </a:lnTo>
                  <a:lnTo>
                    <a:pt x="586" y="11634"/>
                  </a:lnTo>
                  <a:lnTo>
                    <a:pt x="586" y="11801"/>
                  </a:lnTo>
                  <a:lnTo>
                    <a:pt x="733" y="11843"/>
                  </a:lnTo>
                  <a:lnTo>
                    <a:pt x="754" y="11948"/>
                  </a:lnTo>
                  <a:lnTo>
                    <a:pt x="858" y="12094"/>
                  </a:lnTo>
                  <a:lnTo>
                    <a:pt x="984" y="12011"/>
                  </a:lnTo>
                  <a:lnTo>
                    <a:pt x="1005" y="12136"/>
                  </a:lnTo>
                  <a:lnTo>
                    <a:pt x="942" y="12304"/>
                  </a:lnTo>
                  <a:lnTo>
                    <a:pt x="775" y="12325"/>
                  </a:lnTo>
                  <a:lnTo>
                    <a:pt x="754" y="12366"/>
                  </a:lnTo>
                  <a:lnTo>
                    <a:pt x="838" y="12429"/>
                  </a:lnTo>
                  <a:lnTo>
                    <a:pt x="858" y="12534"/>
                  </a:lnTo>
                  <a:lnTo>
                    <a:pt x="984" y="12555"/>
                  </a:lnTo>
                  <a:lnTo>
                    <a:pt x="1047" y="12848"/>
                  </a:lnTo>
                  <a:lnTo>
                    <a:pt x="963" y="12952"/>
                  </a:lnTo>
                  <a:lnTo>
                    <a:pt x="1005" y="12994"/>
                  </a:lnTo>
                  <a:lnTo>
                    <a:pt x="1151" y="12994"/>
                  </a:lnTo>
                  <a:lnTo>
                    <a:pt x="1423" y="12931"/>
                  </a:lnTo>
                  <a:lnTo>
                    <a:pt x="1570" y="12973"/>
                  </a:lnTo>
                  <a:lnTo>
                    <a:pt x="1695" y="12869"/>
                  </a:lnTo>
                  <a:lnTo>
                    <a:pt x="1674" y="12764"/>
                  </a:lnTo>
                  <a:lnTo>
                    <a:pt x="1612" y="12701"/>
                  </a:lnTo>
                  <a:lnTo>
                    <a:pt x="1695" y="12534"/>
                  </a:lnTo>
                  <a:lnTo>
                    <a:pt x="1884" y="12513"/>
                  </a:lnTo>
                  <a:lnTo>
                    <a:pt x="1905" y="12325"/>
                  </a:lnTo>
                  <a:lnTo>
                    <a:pt x="1926" y="12408"/>
                  </a:lnTo>
                  <a:lnTo>
                    <a:pt x="2135" y="12450"/>
                  </a:lnTo>
                  <a:lnTo>
                    <a:pt x="2260" y="12366"/>
                  </a:lnTo>
                  <a:lnTo>
                    <a:pt x="2365" y="12429"/>
                  </a:lnTo>
                  <a:lnTo>
                    <a:pt x="2449" y="12513"/>
                  </a:lnTo>
                  <a:lnTo>
                    <a:pt x="2553" y="12345"/>
                  </a:lnTo>
                  <a:lnTo>
                    <a:pt x="2616" y="12115"/>
                  </a:lnTo>
                  <a:lnTo>
                    <a:pt x="2679" y="12032"/>
                  </a:lnTo>
                  <a:lnTo>
                    <a:pt x="2721" y="11739"/>
                  </a:lnTo>
                  <a:lnTo>
                    <a:pt x="2762" y="11634"/>
                  </a:lnTo>
                  <a:lnTo>
                    <a:pt x="2658" y="11571"/>
                  </a:lnTo>
                  <a:lnTo>
                    <a:pt x="2679" y="11467"/>
                  </a:lnTo>
                  <a:lnTo>
                    <a:pt x="2783" y="11320"/>
                  </a:lnTo>
                  <a:lnTo>
                    <a:pt x="2679" y="11216"/>
                  </a:lnTo>
                  <a:lnTo>
                    <a:pt x="2783" y="11111"/>
                  </a:lnTo>
                  <a:lnTo>
                    <a:pt x="2658" y="11048"/>
                  </a:lnTo>
                  <a:lnTo>
                    <a:pt x="2721" y="10965"/>
                  </a:lnTo>
                  <a:lnTo>
                    <a:pt x="2658" y="10839"/>
                  </a:lnTo>
                  <a:lnTo>
                    <a:pt x="2762" y="10881"/>
                  </a:lnTo>
                  <a:lnTo>
                    <a:pt x="2930" y="10860"/>
                  </a:lnTo>
                  <a:lnTo>
                    <a:pt x="2783" y="10755"/>
                  </a:lnTo>
                  <a:lnTo>
                    <a:pt x="2846" y="10609"/>
                  </a:lnTo>
                  <a:lnTo>
                    <a:pt x="2846" y="10546"/>
                  </a:lnTo>
                  <a:lnTo>
                    <a:pt x="2658" y="10483"/>
                  </a:lnTo>
                  <a:lnTo>
                    <a:pt x="2888" y="10483"/>
                  </a:lnTo>
                  <a:lnTo>
                    <a:pt x="2762" y="10358"/>
                  </a:lnTo>
                  <a:lnTo>
                    <a:pt x="2679" y="10358"/>
                  </a:lnTo>
                  <a:lnTo>
                    <a:pt x="2742" y="10274"/>
                  </a:lnTo>
                  <a:lnTo>
                    <a:pt x="2783" y="10274"/>
                  </a:lnTo>
                  <a:lnTo>
                    <a:pt x="2825" y="10316"/>
                  </a:lnTo>
                  <a:lnTo>
                    <a:pt x="2888" y="10232"/>
                  </a:lnTo>
                  <a:lnTo>
                    <a:pt x="2867" y="10148"/>
                  </a:lnTo>
                  <a:lnTo>
                    <a:pt x="2972" y="10232"/>
                  </a:lnTo>
                  <a:lnTo>
                    <a:pt x="2993" y="10128"/>
                  </a:lnTo>
                  <a:lnTo>
                    <a:pt x="3076" y="10023"/>
                  </a:lnTo>
                  <a:lnTo>
                    <a:pt x="3160" y="10023"/>
                  </a:lnTo>
                  <a:lnTo>
                    <a:pt x="3139" y="9939"/>
                  </a:lnTo>
                  <a:lnTo>
                    <a:pt x="3181" y="9897"/>
                  </a:lnTo>
                  <a:lnTo>
                    <a:pt x="3202" y="9939"/>
                  </a:lnTo>
                  <a:lnTo>
                    <a:pt x="3181" y="10044"/>
                  </a:lnTo>
                  <a:lnTo>
                    <a:pt x="3265" y="10044"/>
                  </a:lnTo>
                  <a:lnTo>
                    <a:pt x="3369" y="9897"/>
                  </a:lnTo>
                  <a:lnTo>
                    <a:pt x="3453" y="9897"/>
                  </a:lnTo>
                  <a:lnTo>
                    <a:pt x="3516" y="9835"/>
                  </a:lnTo>
                  <a:lnTo>
                    <a:pt x="3495" y="9730"/>
                  </a:lnTo>
                  <a:lnTo>
                    <a:pt x="3411" y="9646"/>
                  </a:lnTo>
                  <a:lnTo>
                    <a:pt x="3286" y="9625"/>
                  </a:lnTo>
                  <a:lnTo>
                    <a:pt x="3181" y="9688"/>
                  </a:lnTo>
                  <a:lnTo>
                    <a:pt x="3139" y="9646"/>
                  </a:lnTo>
                  <a:lnTo>
                    <a:pt x="3055" y="9709"/>
                  </a:lnTo>
                  <a:lnTo>
                    <a:pt x="2972" y="9604"/>
                  </a:lnTo>
                  <a:lnTo>
                    <a:pt x="2846" y="9563"/>
                  </a:lnTo>
                  <a:lnTo>
                    <a:pt x="2762" y="9521"/>
                  </a:lnTo>
                  <a:lnTo>
                    <a:pt x="2616" y="9542"/>
                  </a:lnTo>
                  <a:lnTo>
                    <a:pt x="2616" y="9604"/>
                  </a:lnTo>
                  <a:lnTo>
                    <a:pt x="2553" y="9542"/>
                  </a:lnTo>
                  <a:lnTo>
                    <a:pt x="2407" y="9542"/>
                  </a:lnTo>
                  <a:lnTo>
                    <a:pt x="2365" y="9500"/>
                  </a:lnTo>
                  <a:lnTo>
                    <a:pt x="2470" y="9479"/>
                  </a:lnTo>
                  <a:lnTo>
                    <a:pt x="2553" y="9521"/>
                  </a:lnTo>
                  <a:lnTo>
                    <a:pt x="2637" y="9395"/>
                  </a:lnTo>
                  <a:lnTo>
                    <a:pt x="2679" y="9437"/>
                  </a:lnTo>
                  <a:lnTo>
                    <a:pt x="2783" y="9416"/>
                  </a:lnTo>
                  <a:lnTo>
                    <a:pt x="2825" y="9332"/>
                  </a:lnTo>
                  <a:lnTo>
                    <a:pt x="2930" y="9374"/>
                  </a:lnTo>
                  <a:lnTo>
                    <a:pt x="2972" y="9416"/>
                  </a:lnTo>
                  <a:lnTo>
                    <a:pt x="3034" y="9416"/>
                  </a:lnTo>
                  <a:lnTo>
                    <a:pt x="3055" y="9332"/>
                  </a:lnTo>
                  <a:lnTo>
                    <a:pt x="3097" y="9416"/>
                  </a:lnTo>
                  <a:lnTo>
                    <a:pt x="3244" y="9437"/>
                  </a:lnTo>
                  <a:lnTo>
                    <a:pt x="3202" y="9521"/>
                  </a:lnTo>
                  <a:lnTo>
                    <a:pt x="3306" y="9563"/>
                  </a:lnTo>
                  <a:lnTo>
                    <a:pt x="3474" y="9542"/>
                  </a:lnTo>
                  <a:lnTo>
                    <a:pt x="3495" y="9416"/>
                  </a:lnTo>
                  <a:lnTo>
                    <a:pt x="3662" y="9270"/>
                  </a:lnTo>
                  <a:lnTo>
                    <a:pt x="3725" y="9102"/>
                  </a:lnTo>
                  <a:lnTo>
                    <a:pt x="3599" y="8977"/>
                  </a:lnTo>
                  <a:lnTo>
                    <a:pt x="3599" y="8893"/>
                  </a:lnTo>
                  <a:lnTo>
                    <a:pt x="3453" y="8788"/>
                  </a:lnTo>
                  <a:lnTo>
                    <a:pt x="3474" y="8747"/>
                  </a:lnTo>
                  <a:lnTo>
                    <a:pt x="3265" y="8579"/>
                  </a:lnTo>
                  <a:lnTo>
                    <a:pt x="3244" y="8475"/>
                  </a:lnTo>
                  <a:lnTo>
                    <a:pt x="3160" y="8391"/>
                  </a:lnTo>
                  <a:lnTo>
                    <a:pt x="3055" y="8516"/>
                  </a:lnTo>
                  <a:lnTo>
                    <a:pt x="2993" y="8433"/>
                  </a:lnTo>
                  <a:lnTo>
                    <a:pt x="2951" y="8454"/>
                  </a:lnTo>
                  <a:lnTo>
                    <a:pt x="2951" y="8349"/>
                  </a:lnTo>
                  <a:lnTo>
                    <a:pt x="2867" y="8349"/>
                  </a:lnTo>
                  <a:lnTo>
                    <a:pt x="2825" y="8244"/>
                  </a:lnTo>
                  <a:lnTo>
                    <a:pt x="2742" y="8182"/>
                  </a:lnTo>
                  <a:lnTo>
                    <a:pt x="2825" y="8077"/>
                  </a:lnTo>
                  <a:lnTo>
                    <a:pt x="2762" y="7952"/>
                  </a:lnTo>
                  <a:lnTo>
                    <a:pt x="2825" y="7931"/>
                  </a:lnTo>
                  <a:lnTo>
                    <a:pt x="2825" y="7847"/>
                  </a:lnTo>
                  <a:lnTo>
                    <a:pt x="2742" y="7826"/>
                  </a:lnTo>
                  <a:lnTo>
                    <a:pt x="2825" y="7721"/>
                  </a:lnTo>
                  <a:lnTo>
                    <a:pt x="2783" y="7533"/>
                  </a:lnTo>
                  <a:lnTo>
                    <a:pt x="2825" y="7512"/>
                  </a:lnTo>
                  <a:lnTo>
                    <a:pt x="2867" y="7554"/>
                  </a:lnTo>
                  <a:lnTo>
                    <a:pt x="2888" y="7449"/>
                  </a:lnTo>
                  <a:lnTo>
                    <a:pt x="2825" y="7345"/>
                  </a:lnTo>
                  <a:lnTo>
                    <a:pt x="2846" y="7198"/>
                  </a:lnTo>
                  <a:lnTo>
                    <a:pt x="2825" y="7073"/>
                  </a:lnTo>
                  <a:lnTo>
                    <a:pt x="2846" y="7010"/>
                  </a:lnTo>
                  <a:lnTo>
                    <a:pt x="2825" y="6884"/>
                  </a:lnTo>
                  <a:lnTo>
                    <a:pt x="2679" y="6696"/>
                  </a:lnTo>
                  <a:lnTo>
                    <a:pt x="2679" y="6696"/>
                  </a:lnTo>
                  <a:lnTo>
                    <a:pt x="2783" y="6759"/>
                  </a:lnTo>
                  <a:lnTo>
                    <a:pt x="2951" y="6717"/>
                  </a:lnTo>
                  <a:lnTo>
                    <a:pt x="3055" y="6571"/>
                  </a:lnTo>
                  <a:lnTo>
                    <a:pt x="2993" y="6466"/>
                  </a:lnTo>
                  <a:lnTo>
                    <a:pt x="3034" y="6403"/>
                  </a:lnTo>
                  <a:lnTo>
                    <a:pt x="3139" y="6424"/>
                  </a:lnTo>
                  <a:lnTo>
                    <a:pt x="3286" y="6299"/>
                  </a:lnTo>
                  <a:lnTo>
                    <a:pt x="3286" y="6236"/>
                  </a:lnTo>
                  <a:lnTo>
                    <a:pt x="3202" y="6236"/>
                  </a:lnTo>
                  <a:lnTo>
                    <a:pt x="3265" y="6131"/>
                  </a:lnTo>
                  <a:lnTo>
                    <a:pt x="3348" y="6047"/>
                  </a:lnTo>
                  <a:lnTo>
                    <a:pt x="3390" y="6089"/>
                  </a:lnTo>
                  <a:lnTo>
                    <a:pt x="3453" y="6089"/>
                  </a:lnTo>
                  <a:lnTo>
                    <a:pt x="3474" y="5964"/>
                  </a:lnTo>
                  <a:lnTo>
                    <a:pt x="3516" y="5964"/>
                  </a:lnTo>
                  <a:lnTo>
                    <a:pt x="3558" y="6047"/>
                  </a:lnTo>
                  <a:lnTo>
                    <a:pt x="3620" y="5964"/>
                  </a:lnTo>
                  <a:lnTo>
                    <a:pt x="3620" y="5838"/>
                  </a:lnTo>
                  <a:lnTo>
                    <a:pt x="3683" y="5734"/>
                  </a:lnTo>
                  <a:lnTo>
                    <a:pt x="3788" y="5734"/>
                  </a:lnTo>
                  <a:lnTo>
                    <a:pt x="3788" y="5817"/>
                  </a:lnTo>
                  <a:lnTo>
                    <a:pt x="3871" y="5817"/>
                  </a:lnTo>
                  <a:lnTo>
                    <a:pt x="3913" y="5713"/>
                  </a:lnTo>
                  <a:lnTo>
                    <a:pt x="4039" y="5629"/>
                  </a:lnTo>
                  <a:lnTo>
                    <a:pt x="4018" y="5524"/>
                  </a:lnTo>
                  <a:lnTo>
                    <a:pt x="4018" y="5420"/>
                  </a:lnTo>
                  <a:lnTo>
                    <a:pt x="4102" y="5503"/>
                  </a:lnTo>
                  <a:lnTo>
                    <a:pt x="4206" y="5378"/>
                  </a:lnTo>
                  <a:lnTo>
                    <a:pt x="4290" y="5378"/>
                  </a:lnTo>
                  <a:lnTo>
                    <a:pt x="4395" y="5190"/>
                  </a:lnTo>
                  <a:lnTo>
                    <a:pt x="4395" y="5001"/>
                  </a:lnTo>
                  <a:lnTo>
                    <a:pt x="4457" y="4897"/>
                  </a:lnTo>
                  <a:lnTo>
                    <a:pt x="4541" y="4897"/>
                  </a:lnTo>
                  <a:lnTo>
                    <a:pt x="4646" y="4771"/>
                  </a:lnTo>
                  <a:lnTo>
                    <a:pt x="4562" y="4771"/>
                  </a:lnTo>
                  <a:lnTo>
                    <a:pt x="4499" y="4666"/>
                  </a:lnTo>
                  <a:lnTo>
                    <a:pt x="4562" y="4625"/>
                  </a:lnTo>
                  <a:lnTo>
                    <a:pt x="4541" y="4562"/>
                  </a:lnTo>
                  <a:lnTo>
                    <a:pt x="4436" y="4562"/>
                  </a:lnTo>
                  <a:lnTo>
                    <a:pt x="4332" y="4457"/>
                  </a:lnTo>
                  <a:lnTo>
                    <a:pt x="4457" y="4415"/>
                  </a:lnTo>
                  <a:lnTo>
                    <a:pt x="4436" y="4332"/>
                  </a:lnTo>
                  <a:lnTo>
                    <a:pt x="4520" y="4164"/>
                  </a:lnTo>
                  <a:lnTo>
                    <a:pt x="4541" y="4081"/>
                  </a:lnTo>
                  <a:lnTo>
                    <a:pt x="4499" y="3997"/>
                  </a:lnTo>
                  <a:lnTo>
                    <a:pt x="4415" y="3997"/>
                  </a:lnTo>
                  <a:lnTo>
                    <a:pt x="4395" y="3934"/>
                  </a:lnTo>
                  <a:lnTo>
                    <a:pt x="4415" y="3892"/>
                  </a:lnTo>
                  <a:lnTo>
                    <a:pt x="4499" y="3934"/>
                  </a:lnTo>
                  <a:lnTo>
                    <a:pt x="4520" y="3955"/>
                  </a:lnTo>
                  <a:lnTo>
                    <a:pt x="4541" y="3955"/>
                  </a:lnTo>
                  <a:lnTo>
                    <a:pt x="4541" y="3871"/>
                  </a:lnTo>
                  <a:lnTo>
                    <a:pt x="4436" y="3850"/>
                  </a:lnTo>
                  <a:lnTo>
                    <a:pt x="4541" y="3788"/>
                  </a:lnTo>
                  <a:lnTo>
                    <a:pt x="4625" y="3788"/>
                  </a:lnTo>
                  <a:lnTo>
                    <a:pt x="4729" y="3725"/>
                  </a:lnTo>
                  <a:lnTo>
                    <a:pt x="4646" y="3662"/>
                  </a:lnTo>
                  <a:lnTo>
                    <a:pt x="4562" y="3516"/>
                  </a:lnTo>
                  <a:lnTo>
                    <a:pt x="4646" y="3537"/>
                  </a:lnTo>
                  <a:lnTo>
                    <a:pt x="4708" y="3620"/>
                  </a:lnTo>
                  <a:lnTo>
                    <a:pt x="4813" y="3578"/>
                  </a:lnTo>
                  <a:lnTo>
                    <a:pt x="4834" y="3474"/>
                  </a:lnTo>
                  <a:lnTo>
                    <a:pt x="4855" y="3369"/>
                  </a:lnTo>
                  <a:lnTo>
                    <a:pt x="4918" y="3327"/>
                  </a:lnTo>
                  <a:lnTo>
                    <a:pt x="4980" y="3453"/>
                  </a:lnTo>
                  <a:lnTo>
                    <a:pt x="5064" y="3348"/>
                  </a:lnTo>
                  <a:lnTo>
                    <a:pt x="5127" y="3453"/>
                  </a:lnTo>
                  <a:lnTo>
                    <a:pt x="5190" y="3474"/>
                  </a:lnTo>
                  <a:lnTo>
                    <a:pt x="5252" y="3369"/>
                  </a:lnTo>
                  <a:lnTo>
                    <a:pt x="5357" y="3432"/>
                  </a:lnTo>
                  <a:lnTo>
                    <a:pt x="5483" y="3348"/>
                  </a:lnTo>
                  <a:lnTo>
                    <a:pt x="5545" y="3432"/>
                  </a:lnTo>
                  <a:lnTo>
                    <a:pt x="5671" y="3432"/>
                  </a:lnTo>
                  <a:lnTo>
                    <a:pt x="5713" y="3369"/>
                  </a:lnTo>
                  <a:lnTo>
                    <a:pt x="5755" y="3411"/>
                  </a:lnTo>
                  <a:lnTo>
                    <a:pt x="5755" y="3265"/>
                  </a:lnTo>
                  <a:lnTo>
                    <a:pt x="5671" y="3202"/>
                  </a:lnTo>
                  <a:lnTo>
                    <a:pt x="5587" y="2993"/>
                  </a:lnTo>
                  <a:lnTo>
                    <a:pt x="5462" y="2951"/>
                  </a:lnTo>
                  <a:lnTo>
                    <a:pt x="5399" y="2762"/>
                  </a:lnTo>
                  <a:lnTo>
                    <a:pt x="5462" y="2700"/>
                  </a:lnTo>
                  <a:lnTo>
                    <a:pt x="5462" y="2490"/>
                  </a:lnTo>
                  <a:lnTo>
                    <a:pt x="5441" y="2386"/>
                  </a:lnTo>
                  <a:lnTo>
                    <a:pt x="5462" y="2302"/>
                  </a:lnTo>
                  <a:lnTo>
                    <a:pt x="5399" y="2093"/>
                  </a:lnTo>
                  <a:lnTo>
                    <a:pt x="5357" y="1988"/>
                  </a:lnTo>
                  <a:lnTo>
                    <a:pt x="5336" y="1842"/>
                  </a:lnTo>
                  <a:lnTo>
                    <a:pt x="5378" y="1758"/>
                  </a:lnTo>
                  <a:lnTo>
                    <a:pt x="5357" y="1633"/>
                  </a:lnTo>
                  <a:lnTo>
                    <a:pt x="5190" y="1591"/>
                  </a:lnTo>
                  <a:lnTo>
                    <a:pt x="5190" y="1486"/>
                  </a:lnTo>
                  <a:lnTo>
                    <a:pt x="5252" y="1361"/>
                  </a:lnTo>
                  <a:lnTo>
                    <a:pt x="5190" y="1172"/>
                  </a:lnTo>
                  <a:lnTo>
                    <a:pt x="5252" y="1068"/>
                  </a:lnTo>
                  <a:lnTo>
                    <a:pt x="5190" y="1005"/>
                  </a:lnTo>
                  <a:lnTo>
                    <a:pt x="5127" y="1005"/>
                  </a:lnTo>
                  <a:lnTo>
                    <a:pt x="5022" y="858"/>
                  </a:lnTo>
                  <a:lnTo>
                    <a:pt x="4939" y="858"/>
                  </a:lnTo>
                  <a:lnTo>
                    <a:pt x="4876" y="754"/>
                  </a:lnTo>
                  <a:lnTo>
                    <a:pt x="4771" y="628"/>
                  </a:lnTo>
                  <a:lnTo>
                    <a:pt x="4708" y="607"/>
                  </a:lnTo>
                  <a:lnTo>
                    <a:pt x="4604" y="545"/>
                  </a:lnTo>
                  <a:lnTo>
                    <a:pt x="4395" y="524"/>
                  </a:lnTo>
                  <a:lnTo>
                    <a:pt x="4227" y="419"/>
                  </a:lnTo>
                  <a:lnTo>
                    <a:pt x="4018" y="189"/>
                  </a:lnTo>
                  <a:lnTo>
                    <a:pt x="3892" y="105"/>
                  </a:lnTo>
                  <a:lnTo>
                    <a:pt x="378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60"/>
            <p:cNvSpPr/>
            <p:nvPr/>
          </p:nvSpPr>
          <p:spPr>
            <a:xfrm>
              <a:off x="3883127" y="2693471"/>
              <a:ext cx="27411" cy="23803"/>
            </a:xfrm>
            <a:custGeom>
              <a:rect b="b" l="l" r="r" t="t"/>
              <a:pathLst>
                <a:path extrusionOk="0" h="2093" w="2302">
                  <a:moveTo>
                    <a:pt x="1026" y="0"/>
                  </a:moveTo>
                  <a:lnTo>
                    <a:pt x="1026" y="63"/>
                  </a:lnTo>
                  <a:lnTo>
                    <a:pt x="942" y="63"/>
                  </a:lnTo>
                  <a:lnTo>
                    <a:pt x="942" y="105"/>
                  </a:lnTo>
                  <a:lnTo>
                    <a:pt x="1005" y="167"/>
                  </a:lnTo>
                  <a:lnTo>
                    <a:pt x="900" y="230"/>
                  </a:lnTo>
                  <a:lnTo>
                    <a:pt x="837" y="209"/>
                  </a:lnTo>
                  <a:lnTo>
                    <a:pt x="628" y="209"/>
                  </a:lnTo>
                  <a:lnTo>
                    <a:pt x="607" y="147"/>
                  </a:lnTo>
                  <a:lnTo>
                    <a:pt x="586" y="251"/>
                  </a:lnTo>
                  <a:lnTo>
                    <a:pt x="481" y="230"/>
                  </a:lnTo>
                  <a:lnTo>
                    <a:pt x="335" y="272"/>
                  </a:lnTo>
                  <a:lnTo>
                    <a:pt x="335" y="356"/>
                  </a:lnTo>
                  <a:lnTo>
                    <a:pt x="272" y="356"/>
                  </a:lnTo>
                  <a:lnTo>
                    <a:pt x="84" y="439"/>
                  </a:lnTo>
                  <a:lnTo>
                    <a:pt x="0" y="544"/>
                  </a:lnTo>
                  <a:lnTo>
                    <a:pt x="21" y="900"/>
                  </a:lnTo>
                  <a:lnTo>
                    <a:pt x="84" y="900"/>
                  </a:lnTo>
                  <a:lnTo>
                    <a:pt x="126" y="879"/>
                  </a:lnTo>
                  <a:lnTo>
                    <a:pt x="230" y="900"/>
                  </a:lnTo>
                  <a:lnTo>
                    <a:pt x="189" y="983"/>
                  </a:lnTo>
                  <a:lnTo>
                    <a:pt x="105" y="983"/>
                  </a:lnTo>
                  <a:lnTo>
                    <a:pt x="105" y="1151"/>
                  </a:lnTo>
                  <a:lnTo>
                    <a:pt x="209" y="1276"/>
                  </a:lnTo>
                  <a:lnTo>
                    <a:pt x="377" y="1423"/>
                  </a:lnTo>
                  <a:lnTo>
                    <a:pt x="419" y="1423"/>
                  </a:lnTo>
                  <a:lnTo>
                    <a:pt x="419" y="1318"/>
                  </a:lnTo>
                  <a:lnTo>
                    <a:pt x="544" y="1214"/>
                  </a:lnTo>
                  <a:lnTo>
                    <a:pt x="586" y="1318"/>
                  </a:lnTo>
                  <a:lnTo>
                    <a:pt x="523" y="1611"/>
                  </a:lnTo>
                  <a:lnTo>
                    <a:pt x="523" y="1695"/>
                  </a:lnTo>
                  <a:lnTo>
                    <a:pt x="586" y="1674"/>
                  </a:lnTo>
                  <a:lnTo>
                    <a:pt x="754" y="1569"/>
                  </a:lnTo>
                  <a:lnTo>
                    <a:pt x="900" y="1507"/>
                  </a:lnTo>
                  <a:lnTo>
                    <a:pt x="1046" y="1632"/>
                  </a:lnTo>
                  <a:lnTo>
                    <a:pt x="1130" y="1611"/>
                  </a:lnTo>
                  <a:lnTo>
                    <a:pt x="1151" y="1507"/>
                  </a:lnTo>
                  <a:lnTo>
                    <a:pt x="1235" y="1590"/>
                  </a:lnTo>
                  <a:lnTo>
                    <a:pt x="1277" y="1674"/>
                  </a:lnTo>
                  <a:lnTo>
                    <a:pt x="1339" y="1674"/>
                  </a:lnTo>
                  <a:lnTo>
                    <a:pt x="1528" y="1779"/>
                  </a:lnTo>
                  <a:lnTo>
                    <a:pt x="1570" y="1925"/>
                  </a:lnTo>
                  <a:lnTo>
                    <a:pt x="1695" y="1967"/>
                  </a:lnTo>
                  <a:lnTo>
                    <a:pt x="1779" y="2092"/>
                  </a:lnTo>
                  <a:lnTo>
                    <a:pt x="1988" y="2009"/>
                  </a:lnTo>
                  <a:lnTo>
                    <a:pt x="2155" y="2030"/>
                  </a:lnTo>
                  <a:lnTo>
                    <a:pt x="2260" y="1904"/>
                  </a:lnTo>
                  <a:lnTo>
                    <a:pt x="2218" y="1800"/>
                  </a:lnTo>
                  <a:lnTo>
                    <a:pt x="2302" y="1716"/>
                  </a:lnTo>
                  <a:lnTo>
                    <a:pt x="2302" y="1611"/>
                  </a:lnTo>
                  <a:lnTo>
                    <a:pt x="2051" y="1109"/>
                  </a:lnTo>
                  <a:lnTo>
                    <a:pt x="2093" y="691"/>
                  </a:lnTo>
                  <a:lnTo>
                    <a:pt x="2155" y="649"/>
                  </a:lnTo>
                  <a:lnTo>
                    <a:pt x="2197" y="481"/>
                  </a:lnTo>
                  <a:lnTo>
                    <a:pt x="2281" y="356"/>
                  </a:lnTo>
                  <a:lnTo>
                    <a:pt x="2302" y="335"/>
                  </a:lnTo>
                  <a:lnTo>
                    <a:pt x="2302" y="314"/>
                  </a:lnTo>
                  <a:lnTo>
                    <a:pt x="2260" y="230"/>
                  </a:lnTo>
                  <a:lnTo>
                    <a:pt x="2218" y="272"/>
                  </a:lnTo>
                  <a:lnTo>
                    <a:pt x="1758" y="251"/>
                  </a:lnTo>
                  <a:lnTo>
                    <a:pt x="1570" y="126"/>
                  </a:lnTo>
                  <a:lnTo>
                    <a:pt x="1339" y="126"/>
                  </a:lnTo>
                  <a:lnTo>
                    <a:pt x="1235" y="63"/>
                  </a:lnTo>
                  <a:lnTo>
                    <a:pt x="1130" y="105"/>
                  </a:lnTo>
                  <a:lnTo>
                    <a:pt x="102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60"/>
            <p:cNvSpPr/>
            <p:nvPr/>
          </p:nvSpPr>
          <p:spPr>
            <a:xfrm>
              <a:off x="3870422" y="2710598"/>
              <a:ext cx="43605" cy="22620"/>
            </a:xfrm>
            <a:custGeom>
              <a:rect b="b" l="l" r="r" t="t"/>
              <a:pathLst>
                <a:path extrusionOk="0" h="1989" w="3662">
                  <a:moveTo>
                    <a:pt x="1967" y="1"/>
                  </a:moveTo>
                  <a:lnTo>
                    <a:pt x="1821" y="63"/>
                  </a:lnTo>
                  <a:lnTo>
                    <a:pt x="1653" y="168"/>
                  </a:lnTo>
                  <a:lnTo>
                    <a:pt x="1590" y="189"/>
                  </a:lnTo>
                  <a:lnTo>
                    <a:pt x="1590" y="314"/>
                  </a:lnTo>
                  <a:lnTo>
                    <a:pt x="1653" y="586"/>
                  </a:lnTo>
                  <a:lnTo>
                    <a:pt x="1590" y="754"/>
                  </a:lnTo>
                  <a:lnTo>
                    <a:pt x="1402" y="963"/>
                  </a:lnTo>
                  <a:lnTo>
                    <a:pt x="1256" y="963"/>
                  </a:lnTo>
                  <a:lnTo>
                    <a:pt x="1130" y="838"/>
                  </a:lnTo>
                  <a:lnTo>
                    <a:pt x="1130" y="733"/>
                  </a:lnTo>
                  <a:lnTo>
                    <a:pt x="837" y="440"/>
                  </a:lnTo>
                  <a:lnTo>
                    <a:pt x="837" y="294"/>
                  </a:lnTo>
                  <a:lnTo>
                    <a:pt x="774" y="294"/>
                  </a:lnTo>
                  <a:lnTo>
                    <a:pt x="670" y="398"/>
                  </a:lnTo>
                  <a:lnTo>
                    <a:pt x="523" y="419"/>
                  </a:lnTo>
                  <a:lnTo>
                    <a:pt x="460" y="461"/>
                  </a:lnTo>
                  <a:lnTo>
                    <a:pt x="335" y="461"/>
                  </a:lnTo>
                  <a:lnTo>
                    <a:pt x="251" y="607"/>
                  </a:lnTo>
                  <a:lnTo>
                    <a:pt x="293" y="733"/>
                  </a:lnTo>
                  <a:lnTo>
                    <a:pt x="230" y="712"/>
                  </a:lnTo>
                  <a:lnTo>
                    <a:pt x="230" y="921"/>
                  </a:lnTo>
                  <a:lnTo>
                    <a:pt x="84" y="1110"/>
                  </a:lnTo>
                  <a:lnTo>
                    <a:pt x="84" y="1214"/>
                  </a:lnTo>
                  <a:lnTo>
                    <a:pt x="84" y="1319"/>
                  </a:lnTo>
                  <a:lnTo>
                    <a:pt x="0" y="1382"/>
                  </a:lnTo>
                  <a:lnTo>
                    <a:pt x="42" y="1674"/>
                  </a:lnTo>
                  <a:lnTo>
                    <a:pt x="126" y="1737"/>
                  </a:lnTo>
                  <a:lnTo>
                    <a:pt x="126" y="1758"/>
                  </a:lnTo>
                  <a:lnTo>
                    <a:pt x="230" y="1737"/>
                  </a:lnTo>
                  <a:lnTo>
                    <a:pt x="251" y="1591"/>
                  </a:lnTo>
                  <a:lnTo>
                    <a:pt x="440" y="1465"/>
                  </a:lnTo>
                  <a:lnTo>
                    <a:pt x="670" y="1382"/>
                  </a:lnTo>
                  <a:lnTo>
                    <a:pt x="879" y="1423"/>
                  </a:lnTo>
                  <a:lnTo>
                    <a:pt x="1025" y="1423"/>
                  </a:lnTo>
                  <a:lnTo>
                    <a:pt x="1088" y="1465"/>
                  </a:lnTo>
                  <a:lnTo>
                    <a:pt x="1235" y="1382"/>
                  </a:lnTo>
                  <a:lnTo>
                    <a:pt x="1339" y="1361"/>
                  </a:lnTo>
                  <a:lnTo>
                    <a:pt x="1360" y="1444"/>
                  </a:lnTo>
                  <a:lnTo>
                    <a:pt x="1465" y="1444"/>
                  </a:lnTo>
                  <a:lnTo>
                    <a:pt x="1548" y="1549"/>
                  </a:lnTo>
                  <a:lnTo>
                    <a:pt x="1716" y="1549"/>
                  </a:lnTo>
                  <a:lnTo>
                    <a:pt x="1779" y="1570"/>
                  </a:lnTo>
                  <a:lnTo>
                    <a:pt x="1967" y="1444"/>
                  </a:lnTo>
                  <a:lnTo>
                    <a:pt x="2176" y="1549"/>
                  </a:lnTo>
                  <a:lnTo>
                    <a:pt x="2344" y="1570"/>
                  </a:lnTo>
                  <a:lnTo>
                    <a:pt x="2511" y="1758"/>
                  </a:lnTo>
                  <a:lnTo>
                    <a:pt x="2637" y="1758"/>
                  </a:lnTo>
                  <a:lnTo>
                    <a:pt x="2762" y="1946"/>
                  </a:lnTo>
                  <a:lnTo>
                    <a:pt x="2929" y="1967"/>
                  </a:lnTo>
                  <a:lnTo>
                    <a:pt x="2971" y="1988"/>
                  </a:lnTo>
                  <a:lnTo>
                    <a:pt x="3160" y="1905"/>
                  </a:lnTo>
                  <a:lnTo>
                    <a:pt x="3390" y="1884"/>
                  </a:lnTo>
                  <a:lnTo>
                    <a:pt x="3432" y="1737"/>
                  </a:lnTo>
                  <a:lnTo>
                    <a:pt x="3536" y="1674"/>
                  </a:lnTo>
                  <a:lnTo>
                    <a:pt x="3578" y="1570"/>
                  </a:lnTo>
                  <a:lnTo>
                    <a:pt x="3662" y="1549"/>
                  </a:lnTo>
                  <a:lnTo>
                    <a:pt x="3662" y="1382"/>
                  </a:lnTo>
                  <a:lnTo>
                    <a:pt x="3578" y="1277"/>
                  </a:lnTo>
                  <a:lnTo>
                    <a:pt x="3494" y="1110"/>
                  </a:lnTo>
                  <a:lnTo>
                    <a:pt x="3473" y="1047"/>
                  </a:lnTo>
                  <a:lnTo>
                    <a:pt x="3390" y="921"/>
                  </a:lnTo>
                  <a:lnTo>
                    <a:pt x="3432" y="838"/>
                  </a:lnTo>
                  <a:lnTo>
                    <a:pt x="3369" y="733"/>
                  </a:lnTo>
                  <a:lnTo>
                    <a:pt x="3327" y="712"/>
                  </a:lnTo>
                  <a:lnTo>
                    <a:pt x="3348" y="649"/>
                  </a:lnTo>
                  <a:lnTo>
                    <a:pt x="3348" y="545"/>
                  </a:lnTo>
                  <a:lnTo>
                    <a:pt x="3055" y="503"/>
                  </a:lnTo>
                  <a:lnTo>
                    <a:pt x="2846" y="586"/>
                  </a:lnTo>
                  <a:lnTo>
                    <a:pt x="2762" y="461"/>
                  </a:lnTo>
                  <a:lnTo>
                    <a:pt x="2637" y="419"/>
                  </a:lnTo>
                  <a:lnTo>
                    <a:pt x="2595" y="273"/>
                  </a:lnTo>
                  <a:lnTo>
                    <a:pt x="2406" y="168"/>
                  </a:lnTo>
                  <a:lnTo>
                    <a:pt x="2344" y="168"/>
                  </a:lnTo>
                  <a:lnTo>
                    <a:pt x="2302" y="84"/>
                  </a:lnTo>
                  <a:lnTo>
                    <a:pt x="2218" y="1"/>
                  </a:lnTo>
                  <a:lnTo>
                    <a:pt x="2197" y="105"/>
                  </a:lnTo>
                  <a:lnTo>
                    <a:pt x="2113" y="126"/>
                  </a:lnTo>
                  <a:lnTo>
                    <a:pt x="196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60"/>
            <p:cNvSpPr/>
            <p:nvPr/>
          </p:nvSpPr>
          <p:spPr>
            <a:xfrm>
              <a:off x="3871910" y="2726065"/>
              <a:ext cx="33901" cy="23803"/>
            </a:xfrm>
            <a:custGeom>
              <a:rect b="b" l="l" r="r" t="t"/>
              <a:pathLst>
                <a:path extrusionOk="0" h="2093" w="2847">
                  <a:moveTo>
                    <a:pt x="1214" y="1"/>
                  </a:moveTo>
                  <a:lnTo>
                    <a:pt x="1110" y="22"/>
                  </a:lnTo>
                  <a:lnTo>
                    <a:pt x="963" y="105"/>
                  </a:lnTo>
                  <a:lnTo>
                    <a:pt x="900" y="63"/>
                  </a:lnTo>
                  <a:lnTo>
                    <a:pt x="754" y="63"/>
                  </a:lnTo>
                  <a:lnTo>
                    <a:pt x="545" y="22"/>
                  </a:lnTo>
                  <a:lnTo>
                    <a:pt x="315" y="105"/>
                  </a:lnTo>
                  <a:lnTo>
                    <a:pt x="126" y="231"/>
                  </a:lnTo>
                  <a:lnTo>
                    <a:pt x="105" y="377"/>
                  </a:lnTo>
                  <a:lnTo>
                    <a:pt x="1" y="398"/>
                  </a:lnTo>
                  <a:lnTo>
                    <a:pt x="1" y="586"/>
                  </a:lnTo>
                  <a:lnTo>
                    <a:pt x="63" y="712"/>
                  </a:lnTo>
                  <a:lnTo>
                    <a:pt x="1" y="796"/>
                  </a:lnTo>
                  <a:lnTo>
                    <a:pt x="22" y="817"/>
                  </a:lnTo>
                  <a:lnTo>
                    <a:pt x="231" y="754"/>
                  </a:lnTo>
                  <a:lnTo>
                    <a:pt x="398" y="1005"/>
                  </a:lnTo>
                  <a:lnTo>
                    <a:pt x="524" y="1047"/>
                  </a:lnTo>
                  <a:lnTo>
                    <a:pt x="733" y="1005"/>
                  </a:lnTo>
                  <a:lnTo>
                    <a:pt x="817" y="1047"/>
                  </a:lnTo>
                  <a:lnTo>
                    <a:pt x="838" y="1151"/>
                  </a:lnTo>
                  <a:lnTo>
                    <a:pt x="921" y="1172"/>
                  </a:lnTo>
                  <a:lnTo>
                    <a:pt x="963" y="1235"/>
                  </a:lnTo>
                  <a:lnTo>
                    <a:pt x="921" y="1340"/>
                  </a:lnTo>
                  <a:lnTo>
                    <a:pt x="921" y="1549"/>
                  </a:lnTo>
                  <a:lnTo>
                    <a:pt x="1047" y="1528"/>
                  </a:lnTo>
                  <a:lnTo>
                    <a:pt x="1172" y="1633"/>
                  </a:lnTo>
                  <a:lnTo>
                    <a:pt x="1256" y="1633"/>
                  </a:lnTo>
                  <a:lnTo>
                    <a:pt x="1319" y="1863"/>
                  </a:lnTo>
                  <a:lnTo>
                    <a:pt x="1319" y="1988"/>
                  </a:lnTo>
                  <a:lnTo>
                    <a:pt x="1361" y="2093"/>
                  </a:lnTo>
                  <a:lnTo>
                    <a:pt x="1486" y="2009"/>
                  </a:lnTo>
                  <a:lnTo>
                    <a:pt x="1696" y="1947"/>
                  </a:lnTo>
                  <a:lnTo>
                    <a:pt x="1863" y="2009"/>
                  </a:lnTo>
                  <a:lnTo>
                    <a:pt x="2009" y="1947"/>
                  </a:lnTo>
                  <a:lnTo>
                    <a:pt x="2114" y="1947"/>
                  </a:lnTo>
                  <a:lnTo>
                    <a:pt x="2051" y="1779"/>
                  </a:lnTo>
                  <a:lnTo>
                    <a:pt x="2219" y="1758"/>
                  </a:lnTo>
                  <a:lnTo>
                    <a:pt x="2281" y="1633"/>
                  </a:lnTo>
                  <a:lnTo>
                    <a:pt x="2386" y="1570"/>
                  </a:lnTo>
                  <a:lnTo>
                    <a:pt x="2407" y="1654"/>
                  </a:lnTo>
                  <a:lnTo>
                    <a:pt x="2532" y="1654"/>
                  </a:lnTo>
                  <a:lnTo>
                    <a:pt x="2532" y="1528"/>
                  </a:lnTo>
                  <a:lnTo>
                    <a:pt x="2386" y="1444"/>
                  </a:lnTo>
                  <a:lnTo>
                    <a:pt x="2428" y="1277"/>
                  </a:lnTo>
                  <a:lnTo>
                    <a:pt x="2512" y="1256"/>
                  </a:lnTo>
                  <a:lnTo>
                    <a:pt x="2616" y="1068"/>
                  </a:lnTo>
                  <a:lnTo>
                    <a:pt x="2825" y="963"/>
                  </a:lnTo>
                  <a:lnTo>
                    <a:pt x="2825" y="858"/>
                  </a:lnTo>
                  <a:lnTo>
                    <a:pt x="2721" y="817"/>
                  </a:lnTo>
                  <a:lnTo>
                    <a:pt x="2846" y="628"/>
                  </a:lnTo>
                  <a:lnTo>
                    <a:pt x="2804" y="607"/>
                  </a:lnTo>
                  <a:lnTo>
                    <a:pt x="2637" y="586"/>
                  </a:lnTo>
                  <a:lnTo>
                    <a:pt x="2512" y="398"/>
                  </a:lnTo>
                  <a:lnTo>
                    <a:pt x="2386" y="398"/>
                  </a:lnTo>
                  <a:lnTo>
                    <a:pt x="2219" y="210"/>
                  </a:lnTo>
                  <a:lnTo>
                    <a:pt x="2051" y="189"/>
                  </a:lnTo>
                  <a:lnTo>
                    <a:pt x="1842" y="84"/>
                  </a:lnTo>
                  <a:lnTo>
                    <a:pt x="1654" y="210"/>
                  </a:lnTo>
                  <a:lnTo>
                    <a:pt x="1591" y="189"/>
                  </a:lnTo>
                  <a:lnTo>
                    <a:pt x="1423" y="189"/>
                  </a:lnTo>
                  <a:lnTo>
                    <a:pt x="1340" y="84"/>
                  </a:lnTo>
                  <a:lnTo>
                    <a:pt x="1235" y="84"/>
                  </a:lnTo>
                  <a:lnTo>
                    <a:pt x="12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60"/>
            <p:cNvSpPr/>
            <p:nvPr/>
          </p:nvSpPr>
          <p:spPr>
            <a:xfrm>
              <a:off x="3888104" y="2727737"/>
              <a:ext cx="57573" cy="42601"/>
            </a:xfrm>
            <a:custGeom>
              <a:rect b="b" l="l" r="r" t="t"/>
              <a:pathLst>
                <a:path extrusionOk="0" h="3746" w="4835">
                  <a:moveTo>
                    <a:pt x="2470" y="0"/>
                  </a:moveTo>
                  <a:lnTo>
                    <a:pt x="2323" y="84"/>
                  </a:lnTo>
                  <a:lnTo>
                    <a:pt x="2219" y="42"/>
                  </a:lnTo>
                  <a:lnTo>
                    <a:pt x="2093" y="63"/>
                  </a:lnTo>
                  <a:lnTo>
                    <a:pt x="2051" y="167"/>
                  </a:lnTo>
                  <a:lnTo>
                    <a:pt x="1947" y="230"/>
                  </a:lnTo>
                  <a:lnTo>
                    <a:pt x="1905" y="377"/>
                  </a:lnTo>
                  <a:lnTo>
                    <a:pt x="1675" y="398"/>
                  </a:lnTo>
                  <a:lnTo>
                    <a:pt x="1486" y="481"/>
                  </a:lnTo>
                  <a:lnTo>
                    <a:pt x="1361" y="670"/>
                  </a:lnTo>
                  <a:lnTo>
                    <a:pt x="1465" y="711"/>
                  </a:lnTo>
                  <a:lnTo>
                    <a:pt x="1465" y="816"/>
                  </a:lnTo>
                  <a:lnTo>
                    <a:pt x="1256" y="921"/>
                  </a:lnTo>
                  <a:lnTo>
                    <a:pt x="1152" y="1109"/>
                  </a:lnTo>
                  <a:lnTo>
                    <a:pt x="1068" y="1130"/>
                  </a:lnTo>
                  <a:lnTo>
                    <a:pt x="1026" y="1297"/>
                  </a:lnTo>
                  <a:lnTo>
                    <a:pt x="1172" y="1381"/>
                  </a:lnTo>
                  <a:lnTo>
                    <a:pt x="1172" y="1507"/>
                  </a:lnTo>
                  <a:lnTo>
                    <a:pt x="1047" y="1507"/>
                  </a:lnTo>
                  <a:lnTo>
                    <a:pt x="1026" y="1423"/>
                  </a:lnTo>
                  <a:lnTo>
                    <a:pt x="921" y="1486"/>
                  </a:lnTo>
                  <a:lnTo>
                    <a:pt x="859" y="1611"/>
                  </a:lnTo>
                  <a:lnTo>
                    <a:pt x="691" y="1632"/>
                  </a:lnTo>
                  <a:lnTo>
                    <a:pt x="754" y="1800"/>
                  </a:lnTo>
                  <a:lnTo>
                    <a:pt x="649" y="1800"/>
                  </a:lnTo>
                  <a:lnTo>
                    <a:pt x="503" y="1862"/>
                  </a:lnTo>
                  <a:lnTo>
                    <a:pt x="336" y="1800"/>
                  </a:lnTo>
                  <a:lnTo>
                    <a:pt x="126" y="1862"/>
                  </a:lnTo>
                  <a:lnTo>
                    <a:pt x="1" y="1946"/>
                  </a:lnTo>
                  <a:lnTo>
                    <a:pt x="22" y="2009"/>
                  </a:lnTo>
                  <a:lnTo>
                    <a:pt x="126" y="2260"/>
                  </a:lnTo>
                  <a:lnTo>
                    <a:pt x="210" y="2385"/>
                  </a:lnTo>
                  <a:lnTo>
                    <a:pt x="231" y="2532"/>
                  </a:lnTo>
                  <a:lnTo>
                    <a:pt x="294" y="2574"/>
                  </a:lnTo>
                  <a:lnTo>
                    <a:pt x="294" y="2950"/>
                  </a:lnTo>
                  <a:lnTo>
                    <a:pt x="189" y="2992"/>
                  </a:lnTo>
                  <a:lnTo>
                    <a:pt x="105" y="3118"/>
                  </a:lnTo>
                  <a:lnTo>
                    <a:pt x="126" y="3306"/>
                  </a:lnTo>
                  <a:lnTo>
                    <a:pt x="273" y="3494"/>
                  </a:lnTo>
                  <a:lnTo>
                    <a:pt x="273" y="3536"/>
                  </a:lnTo>
                  <a:lnTo>
                    <a:pt x="336" y="3536"/>
                  </a:lnTo>
                  <a:lnTo>
                    <a:pt x="524" y="3620"/>
                  </a:lnTo>
                  <a:lnTo>
                    <a:pt x="628" y="3578"/>
                  </a:lnTo>
                  <a:lnTo>
                    <a:pt x="1047" y="3515"/>
                  </a:lnTo>
                  <a:lnTo>
                    <a:pt x="1235" y="3515"/>
                  </a:lnTo>
                  <a:lnTo>
                    <a:pt x="1340" y="3411"/>
                  </a:lnTo>
                  <a:lnTo>
                    <a:pt x="1424" y="3411"/>
                  </a:lnTo>
                  <a:lnTo>
                    <a:pt x="1549" y="3494"/>
                  </a:lnTo>
                  <a:lnTo>
                    <a:pt x="1884" y="3536"/>
                  </a:lnTo>
                  <a:lnTo>
                    <a:pt x="2009" y="3620"/>
                  </a:lnTo>
                  <a:lnTo>
                    <a:pt x="2051" y="3683"/>
                  </a:lnTo>
                  <a:lnTo>
                    <a:pt x="2260" y="3599"/>
                  </a:lnTo>
                  <a:lnTo>
                    <a:pt x="2365" y="3683"/>
                  </a:lnTo>
                  <a:lnTo>
                    <a:pt x="2428" y="3683"/>
                  </a:lnTo>
                  <a:lnTo>
                    <a:pt x="2470" y="3620"/>
                  </a:lnTo>
                  <a:lnTo>
                    <a:pt x="2637" y="3641"/>
                  </a:lnTo>
                  <a:lnTo>
                    <a:pt x="2721" y="3704"/>
                  </a:lnTo>
                  <a:lnTo>
                    <a:pt x="2909" y="3599"/>
                  </a:lnTo>
                  <a:lnTo>
                    <a:pt x="3056" y="3599"/>
                  </a:lnTo>
                  <a:lnTo>
                    <a:pt x="3097" y="3724"/>
                  </a:lnTo>
                  <a:lnTo>
                    <a:pt x="3202" y="3745"/>
                  </a:lnTo>
                  <a:lnTo>
                    <a:pt x="3307" y="3620"/>
                  </a:lnTo>
                  <a:lnTo>
                    <a:pt x="3411" y="3599"/>
                  </a:lnTo>
                  <a:lnTo>
                    <a:pt x="3516" y="3683"/>
                  </a:lnTo>
                  <a:lnTo>
                    <a:pt x="3662" y="3620"/>
                  </a:lnTo>
                  <a:lnTo>
                    <a:pt x="3767" y="3704"/>
                  </a:lnTo>
                  <a:lnTo>
                    <a:pt x="3893" y="3704"/>
                  </a:lnTo>
                  <a:lnTo>
                    <a:pt x="3893" y="3494"/>
                  </a:lnTo>
                  <a:lnTo>
                    <a:pt x="3997" y="3285"/>
                  </a:lnTo>
                  <a:lnTo>
                    <a:pt x="4165" y="3264"/>
                  </a:lnTo>
                  <a:lnTo>
                    <a:pt x="4395" y="3201"/>
                  </a:lnTo>
                  <a:lnTo>
                    <a:pt x="4416" y="3201"/>
                  </a:lnTo>
                  <a:lnTo>
                    <a:pt x="4416" y="3055"/>
                  </a:lnTo>
                  <a:lnTo>
                    <a:pt x="4290" y="2908"/>
                  </a:lnTo>
                  <a:lnTo>
                    <a:pt x="4311" y="2762"/>
                  </a:lnTo>
                  <a:lnTo>
                    <a:pt x="4185" y="2574"/>
                  </a:lnTo>
                  <a:lnTo>
                    <a:pt x="4185" y="2427"/>
                  </a:lnTo>
                  <a:lnTo>
                    <a:pt x="4248" y="2344"/>
                  </a:lnTo>
                  <a:lnTo>
                    <a:pt x="4374" y="2448"/>
                  </a:lnTo>
                  <a:lnTo>
                    <a:pt x="4667" y="2427"/>
                  </a:lnTo>
                  <a:lnTo>
                    <a:pt x="4771" y="2218"/>
                  </a:lnTo>
                  <a:lnTo>
                    <a:pt x="4834" y="2155"/>
                  </a:lnTo>
                  <a:lnTo>
                    <a:pt x="4688" y="2051"/>
                  </a:lnTo>
                  <a:lnTo>
                    <a:pt x="4688" y="1946"/>
                  </a:lnTo>
                  <a:lnTo>
                    <a:pt x="4457" y="1758"/>
                  </a:lnTo>
                  <a:lnTo>
                    <a:pt x="4269" y="1716"/>
                  </a:lnTo>
                  <a:lnTo>
                    <a:pt x="4206" y="1527"/>
                  </a:lnTo>
                  <a:lnTo>
                    <a:pt x="4102" y="1423"/>
                  </a:lnTo>
                  <a:lnTo>
                    <a:pt x="3955" y="1214"/>
                  </a:lnTo>
                  <a:lnTo>
                    <a:pt x="3872" y="1046"/>
                  </a:lnTo>
                  <a:lnTo>
                    <a:pt x="3746" y="921"/>
                  </a:lnTo>
                  <a:lnTo>
                    <a:pt x="3746" y="753"/>
                  </a:lnTo>
                  <a:lnTo>
                    <a:pt x="3662" y="649"/>
                  </a:lnTo>
                  <a:lnTo>
                    <a:pt x="3683" y="481"/>
                  </a:lnTo>
                  <a:lnTo>
                    <a:pt x="3662" y="356"/>
                  </a:lnTo>
                  <a:lnTo>
                    <a:pt x="3411" y="272"/>
                  </a:lnTo>
                  <a:lnTo>
                    <a:pt x="3328" y="272"/>
                  </a:lnTo>
                  <a:lnTo>
                    <a:pt x="3265" y="167"/>
                  </a:lnTo>
                  <a:lnTo>
                    <a:pt x="3097" y="230"/>
                  </a:lnTo>
                  <a:lnTo>
                    <a:pt x="2930" y="356"/>
                  </a:lnTo>
                  <a:lnTo>
                    <a:pt x="2825" y="147"/>
                  </a:lnTo>
                  <a:lnTo>
                    <a:pt x="2721" y="147"/>
                  </a:lnTo>
                  <a:lnTo>
                    <a:pt x="2574" y="188"/>
                  </a:lnTo>
                  <a:lnTo>
                    <a:pt x="247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60"/>
            <p:cNvSpPr/>
            <p:nvPr/>
          </p:nvSpPr>
          <p:spPr>
            <a:xfrm>
              <a:off x="3848488" y="2796972"/>
              <a:ext cx="39628" cy="24519"/>
            </a:xfrm>
            <a:custGeom>
              <a:rect b="b" l="l" r="r" t="t"/>
              <a:pathLst>
                <a:path extrusionOk="0" h="2156" w="3328">
                  <a:moveTo>
                    <a:pt x="2993" y="1"/>
                  </a:moveTo>
                  <a:lnTo>
                    <a:pt x="2867" y="64"/>
                  </a:lnTo>
                  <a:lnTo>
                    <a:pt x="2679" y="43"/>
                  </a:lnTo>
                  <a:lnTo>
                    <a:pt x="2449" y="43"/>
                  </a:lnTo>
                  <a:lnTo>
                    <a:pt x="2302" y="22"/>
                  </a:lnTo>
                  <a:lnTo>
                    <a:pt x="2135" y="43"/>
                  </a:lnTo>
                  <a:lnTo>
                    <a:pt x="2030" y="210"/>
                  </a:lnTo>
                  <a:lnTo>
                    <a:pt x="1926" y="273"/>
                  </a:lnTo>
                  <a:lnTo>
                    <a:pt x="1926" y="377"/>
                  </a:lnTo>
                  <a:lnTo>
                    <a:pt x="1758" y="210"/>
                  </a:lnTo>
                  <a:lnTo>
                    <a:pt x="1549" y="357"/>
                  </a:lnTo>
                  <a:lnTo>
                    <a:pt x="1403" y="419"/>
                  </a:lnTo>
                  <a:lnTo>
                    <a:pt x="1403" y="545"/>
                  </a:lnTo>
                  <a:lnTo>
                    <a:pt x="1089" y="566"/>
                  </a:lnTo>
                  <a:lnTo>
                    <a:pt x="880" y="629"/>
                  </a:lnTo>
                  <a:lnTo>
                    <a:pt x="691" y="587"/>
                  </a:lnTo>
                  <a:lnTo>
                    <a:pt x="294" y="357"/>
                  </a:lnTo>
                  <a:lnTo>
                    <a:pt x="294" y="440"/>
                  </a:lnTo>
                  <a:lnTo>
                    <a:pt x="315" y="566"/>
                  </a:lnTo>
                  <a:lnTo>
                    <a:pt x="294" y="670"/>
                  </a:lnTo>
                  <a:lnTo>
                    <a:pt x="64" y="670"/>
                  </a:lnTo>
                  <a:lnTo>
                    <a:pt x="43" y="733"/>
                  </a:lnTo>
                  <a:lnTo>
                    <a:pt x="147" y="838"/>
                  </a:lnTo>
                  <a:lnTo>
                    <a:pt x="85" y="984"/>
                  </a:lnTo>
                  <a:lnTo>
                    <a:pt x="64" y="1089"/>
                  </a:lnTo>
                  <a:lnTo>
                    <a:pt x="147" y="1193"/>
                  </a:lnTo>
                  <a:lnTo>
                    <a:pt x="43" y="1298"/>
                  </a:lnTo>
                  <a:lnTo>
                    <a:pt x="1" y="1298"/>
                  </a:lnTo>
                  <a:lnTo>
                    <a:pt x="168" y="1486"/>
                  </a:lnTo>
                  <a:lnTo>
                    <a:pt x="189" y="1675"/>
                  </a:lnTo>
                  <a:lnTo>
                    <a:pt x="273" y="1696"/>
                  </a:lnTo>
                  <a:lnTo>
                    <a:pt x="524" y="1905"/>
                  </a:lnTo>
                  <a:lnTo>
                    <a:pt x="629" y="1947"/>
                  </a:lnTo>
                  <a:lnTo>
                    <a:pt x="733" y="2030"/>
                  </a:lnTo>
                  <a:lnTo>
                    <a:pt x="1026" y="2093"/>
                  </a:lnTo>
                  <a:lnTo>
                    <a:pt x="1235" y="2156"/>
                  </a:lnTo>
                  <a:lnTo>
                    <a:pt x="1340" y="2030"/>
                  </a:lnTo>
                  <a:lnTo>
                    <a:pt x="1403" y="2051"/>
                  </a:lnTo>
                  <a:lnTo>
                    <a:pt x="1466" y="1989"/>
                  </a:lnTo>
                  <a:lnTo>
                    <a:pt x="1612" y="1926"/>
                  </a:lnTo>
                  <a:lnTo>
                    <a:pt x="1717" y="1926"/>
                  </a:lnTo>
                  <a:lnTo>
                    <a:pt x="1738" y="1884"/>
                  </a:lnTo>
                  <a:lnTo>
                    <a:pt x="1863" y="1779"/>
                  </a:lnTo>
                  <a:lnTo>
                    <a:pt x="1968" y="1800"/>
                  </a:lnTo>
                  <a:lnTo>
                    <a:pt x="2072" y="1821"/>
                  </a:lnTo>
                  <a:lnTo>
                    <a:pt x="2156" y="1842"/>
                  </a:lnTo>
                  <a:lnTo>
                    <a:pt x="2282" y="1717"/>
                  </a:lnTo>
                  <a:lnTo>
                    <a:pt x="2386" y="1696"/>
                  </a:lnTo>
                  <a:lnTo>
                    <a:pt x="2449" y="1591"/>
                  </a:lnTo>
                  <a:lnTo>
                    <a:pt x="2595" y="1612"/>
                  </a:lnTo>
                  <a:lnTo>
                    <a:pt x="2700" y="1507"/>
                  </a:lnTo>
                  <a:lnTo>
                    <a:pt x="2679" y="1403"/>
                  </a:lnTo>
                  <a:lnTo>
                    <a:pt x="2888" y="1089"/>
                  </a:lnTo>
                  <a:lnTo>
                    <a:pt x="3014" y="754"/>
                  </a:lnTo>
                  <a:lnTo>
                    <a:pt x="3118" y="524"/>
                  </a:lnTo>
                  <a:lnTo>
                    <a:pt x="3286" y="482"/>
                  </a:lnTo>
                  <a:lnTo>
                    <a:pt x="3328" y="357"/>
                  </a:lnTo>
                  <a:lnTo>
                    <a:pt x="3307" y="336"/>
                  </a:lnTo>
                  <a:lnTo>
                    <a:pt x="3286" y="231"/>
                  </a:lnTo>
                  <a:lnTo>
                    <a:pt x="3118" y="126"/>
                  </a:lnTo>
                  <a:lnTo>
                    <a:pt x="29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60"/>
            <p:cNvSpPr/>
            <p:nvPr/>
          </p:nvSpPr>
          <p:spPr>
            <a:xfrm>
              <a:off x="3851727" y="2789842"/>
              <a:ext cx="34151" cy="14284"/>
            </a:xfrm>
            <a:custGeom>
              <a:rect b="b" l="l" r="r" t="t"/>
              <a:pathLst>
                <a:path extrusionOk="0" h="1256" w="2868">
                  <a:moveTo>
                    <a:pt x="2240" y="0"/>
                  </a:moveTo>
                  <a:lnTo>
                    <a:pt x="2177" y="21"/>
                  </a:lnTo>
                  <a:lnTo>
                    <a:pt x="2093" y="105"/>
                  </a:lnTo>
                  <a:lnTo>
                    <a:pt x="2010" y="42"/>
                  </a:lnTo>
                  <a:lnTo>
                    <a:pt x="1884" y="42"/>
                  </a:lnTo>
                  <a:lnTo>
                    <a:pt x="1779" y="21"/>
                  </a:lnTo>
                  <a:lnTo>
                    <a:pt x="1696" y="42"/>
                  </a:lnTo>
                  <a:lnTo>
                    <a:pt x="1612" y="147"/>
                  </a:lnTo>
                  <a:lnTo>
                    <a:pt x="1507" y="168"/>
                  </a:lnTo>
                  <a:lnTo>
                    <a:pt x="1486" y="147"/>
                  </a:lnTo>
                  <a:lnTo>
                    <a:pt x="1235" y="126"/>
                  </a:lnTo>
                  <a:lnTo>
                    <a:pt x="1089" y="230"/>
                  </a:lnTo>
                  <a:lnTo>
                    <a:pt x="942" y="251"/>
                  </a:lnTo>
                  <a:lnTo>
                    <a:pt x="775" y="419"/>
                  </a:lnTo>
                  <a:lnTo>
                    <a:pt x="566" y="440"/>
                  </a:lnTo>
                  <a:lnTo>
                    <a:pt x="336" y="523"/>
                  </a:lnTo>
                  <a:lnTo>
                    <a:pt x="294" y="460"/>
                  </a:lnTo>
                  <a:lnTo>
                    <a:pt x="147" y="481"/>
                  </a:lnTo>
                  <a:lnTo>
                    <a:pt x="22" y="565"/>
                  </a:lnTo>
                  <a:lnTo>
                    <a:pt x="1" y="565"/>
                  </a:lnTo>
                  <a:lnTo>
                    <a:pt x="1" y="753"/>
                  </a:lnTo>
                  <a:lnTo>
                    <a:pt x="22" y="984"/>
                  </a:lnTo>
                  <a:lnTo>
                    <a:pt x="419" y="1214"/>
                  </a:lnTo>
                  <a:lnTo>
                    <a:pt x="608" y="1256"/>
                  </a:lnTo>
                  <a:lnTo>
                    <a:pt x="817" y="1193"/>
                  </a:lnTo>
                  <a:lnTo>
                    <a:pt x="1131" y="1172"/>
                  </a:lnTo>
                  <a:lnTo>
                    <a:pt x="1131" y="1046"/>
                  </a:lnTo>
                  <a:lnTo>
                    <a:pt x="1277" y="984"/>
                  </a:lnTo>
                  <a:lnTo>
                    <a:pt x="1486" y="837"/>
                  </a:lnTo>
                  <a:lnTo>
                    <a:pt x="1654" y="1004"/>
                  </a:lnTo>
                  <a:lnTo>
                    <a:pt x="1654" y="900"/>
                  </a:lnTo>
                  <a:lnTo>
                    <a:pt x="1758" y="837"/>
                  </a:lnTo>
                  <a:lnTo>
                    <a:pt x="1863" y="670"/>
                  </a:lnTo>
                  <a:lnTo>
                    <a:pt x="2030" y="649"/>
                  </a:lnTo>
                  <a:lnTo>
                    <a:pt x="2177" y="670"/>
                  </a:lnTo>
                  <a:lnTo>
                    <a:pt x="2407" y="670"/>
                  </a:lnTo>
                  <a:lnTo>
                    <a:pt x="2595" y="691"/>
                  </a:lnTo>
                  <a:lnTo>
                    <a:pt x="2742" y="628"/>
                  </a:lnTo>
                  <a:lnTo>
                    <a:pt x="2763" y="419"/>
                  </a:lnTo>
                  <a:lnTo>
                    <a:pt x="2867" y="147"/>
                  </a:lnTo>
                  <a:lnTo>
                    <a:pt x="2637" y="21"/>
                  </a:lnTo>
                  <a:lnTo>
                    <a:pt x="2407" y="21"/>
                  </a:lnTo>
                  <a:lnTo>
                    <a:pt x="2344" y="42"/>
                  </a:lnTo>
                  <a:lnTo>
                    <a:pt x="224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60"/>
            <p:cNvSpPr/>
            <p:nvPr/>
          </p:nvSpPr>
          <p:spPr>
            <a:xfrm>
              <a:off x="3869672" y="2845760"/>
              <a:ext cx="12967" cy="23803"/>
            </a:xfrm>
            <a:custGeom>
              <a:rect b="b" l="l" r="r" t="t"/>
              <a:pathLst>
                <a:path extrusionOk="0" h="2093" w="1089">
                  <a:moveTo>
                    <a:pt x="419" y="0"/>
                  </a:moveTo>
                  <a:lnTo>
                    <a:pt x="314" y="126"/>
                  </a:lnTo>
                  <a:lnTo>
                    <a:pt x="272" y="21"/>
                  </a:lnTo>
                  <a:lnTo>
                    <a:pt x="210" y="21"/>
                  </a:lnTo>
                  <a:lnTo>
                    <a:pt x="84" y="147"/>
                  </a:lnTo>
                  <a:lnTo>
                    <a:pt x="0" y="314"/>
                  </a:lnTo>
                  <a:lnTo>
                    <a:pt x="0" y="544"/>
                  </a:lnTo>
                  <a:lnTo>
                    <a:pt x="189" y="628"/>
                  </a:lnTo>
                  <a:lnTo>
                    <a:pt x="168" y="691"/>
                  </a:lnTo>
                  <a:lnTo>
                    <a:pt x="105" y="733"/>
                  </a:lnTo>
                  <a:lnTo>
                    <a:pt x="63" y="984"/>
                  </a:lnTo>
                  <a:lnTo>
                    <a:pt x="105" y="1172"/>
                  </a:lnTo>
                  <a:lnTo>
                    <a:pt x="63" y="1277"/>
                  </a:lnTo>
                  <a:lnTo>
                    <a:pt x="63" y="1423"/>
                  </a:lnTo>
                  <a:lnTo>
                    <a:pt x="147" y="1528"/>
                  </a:lnTo>
                  <a:lnTo>
                    <a:pt x="84" y="1674"/>
                  </a:lnTo>
                  <a:lnTo>
                    <a:pt x="147" y="1716"/>
                  </a:lnTo>
                  <a:lnTo>
                    <a:pt x="377" y="1737"/>
                  </a:lnTo>
                  <a:lnTo>
                    <a:pt x="482" y="2009"/>
                  </a:lnTo>
                  <a:lnTo>
                    <a:pt x="565" y="2093"/>
                  </a:lnTo>
                  <a:lnTo>
                    <a:pt x="628" y="2030"/>
                  </a:lnTo>
                  <a:lnTo>
                    <a:pt x="712" y="1883"/>
                  </a:lnTo>
                  <a:lnTo>
                    <a:pt x="733" y="1737"/>
                  </a:lnTo>
                  <a:lnTo>
                    <a:pt x="942" y="1674"/>
                  </a:lnTo>
                  <a:lnTo>
                    <a:pt x="1047" y="1507"/>
                  </a:lnTo>
                  <a:lnTo>
                    <a:pt x="1088" y="1360"/>
                  </a:lnTo>
                  <a:lnTo>
                    <a:pt x="942" y="1256"/>
                  </a:lnTo>
                  <a:lnTo>
                    <a:pt x="900" y="1109"/>
                  </a:lnTo>
                  <a:lnTo>
                    <a:pt x="795" y="963"/>
                  </a:lnTo>
                  <a:lnTo>
                    <a:pt x="775" y="753"/>
                  </a:lnTo>
                  <a:lnTo>
                    <a:pt x="795" y="544"/>
                  </a:lnTo>
                  <a:lnTo>
                    <a:pt x="775" y="481"/>
                  </a:lnTo>
                  <a:lnTo>
                    <a:pt x="775" y="335"/>
                  </a:lnTo>
                  <a:lnTo>
                    <a:pt x="712" y="230"/>
                  </a:lnTo>
                  <a:lnTo>
                    <a:pt x="607" y="147"/>
                  </a:lnTo>
                  <a:lnTo>
                    <a:pt x="565" y="147"/>
                  </a:lnTo>
                  <a:lnTo>
                    <a:pt x="482" y="21"/>
                  </a:lnTo>
                  <a:lnTo>
                    <a:pt x="41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60"/>
            <p:cNvSpPr/>
            <p:nvPr/>
          </p:nvSpPr>
          <p:spPr>
            <a:xfrm>
              <a:off x="3863444" y="2836958"/>
              <a:ext cx="12467" cy="15000"/>
            </a:xfrm>
            <a:custGeom>
              <a:rect b="b" l="l" r="r" t="t"/>
              <a:pathLst>
                <a:path extrusionOk="0" h="1319" w="1047">
                  <a:moveTo>
                    <a:pt x="293" y="0"/>
                  </a:moveTo>
                  <a:lnTo>
                    <a:pt x="210" y="63"/>
                  </a:lnTo>
                  <a:lnTo>
                    <a:pt x="210" y="167"/>
                  </a:lnTo>
                  <a:lnTo>
                    <a:pt x="314" y="209"/>
                  </a:lnTo>
                  <a:lnTo>
                    <a:pt x="356" y="293"/>
                  </a:lnTo>
                  <a:lnTo>
                    <a:pt x="272" y="356"/>
                  </a:lnTo>
                  <a:lnTo>
                    <a:pt x="189" y="356"/>
                  </a:lnTo>
                  <a:lnTo>
                    <a:pt x="147" y="481"/>
                  </a:lnTo>
                  <a:lnTo>
                    <a:pt x="147" y="628"/>
                  </a:lnTo>
                  <a:lnTo>
                    <a:pt x="84" y="732"/>
                  </a:lnTo>
                  <a:lnTo>
                    <a:pt x="0" y="795"/>
                  </a:lnTo>
                  <a:lnTo>
                    <a:pt x="63" y="837"/>
                  </a:lnTo>
                  <a:lnTo>
                    <a:pt x="168" y="879"/>
                  </a:lnTo>
                  <a:lnTo>
                    <a:pt x="377" y="1151"/>
                  </a:lnTo>
                  <a:lnTo>
                    <a:pt x="398" y="1235"/>
                  </a:lnTo>
                  <a:lnTo>
                    <a:pt x="523" y="1318"/>
                  </a:lnTo>
                  <a:lnTo>
                    <a:pt x="523" y="1088"/>
                  </a:lnTo>
                  <a:lnTo>
                    <a:pt x="607" y="921"/>
                  </a:lnTo>
                  <a:lnTo>
                    <a:pt x="733" y="795"/>
                  </a:lnTo>
                  <a:lnTo>
                    <a:pt x="795" y="795"/>
                  </a:lnTo>
                  <a:lnTo>
                    <a:pt x="837" y="900"/>
                  </a:lnTo>
                  <a:lnTo>
                    <a:pt x="942" y="774"/>
                  </a:lnTo>
                  <a:lnTo>
                    <a:pt x="984" y="711"/>
                  </a:lnTo>
                  <a:lnTo>
                    <a:pt x="1046" y="628"/>
                  </a:lnTo>
                  <a:lnTo>
                    <a:pt x="1046" y="502"/>
                  </a:lnTo>
                  <a:lnTo>
                    <a:pt x="900" y="481"/>
                  </a:lnTo>
                  <a:lnTo>
                    <a:pt x="816" y="398"/>
                  </a:lnTo>
                  <a:lnTo>
                    <a:pt x="691" y="398"/>
                  </a:lnTo>
                  <a:lnTo>
                    <a:pt x="628" y="314"/>
                  </a:lnTo>
                  <a:lnTo>
                    <a:pt x="628" y="251"/>
                  </a:lnTo>
                  <a:lnTo>
                    <a:pt x="502" y="105"/>
                  </a:lnTo>
                  <a:lnTo>
                    <a:pt x="502" y="146"/>
                  </a:lnTo>
                  <a:lnTo>
                    <a:pt x="398" y="84"/>
                  </a:lnTo>
                  <a:lnTo>
                    <a:pt x="29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60"/>
            <p:cNvSpPr/>
            <p:nvPr/>
          </p:nvSpPr>
          <p:spPr>
            <a:xfrm>
              <a:off x="3844761" y="2824346"/>
              <a:ext cx="25923" cy="21665"/>
            </a:xfrm>
            <a:custGeom>
              <a:rect b="b" l="l" r="r" t="t"/>
              <a:pathLst>
                <a:path extrusionOk="0" h="1905" w="2177">
                  <a:moveTo>
                    <a:pt x="105" y="0"/>
                  </a:moveTo>
                  <a:lnTo>
                    <a:pt x="63" y="42"/>
                  </a:lnTo>
                  <a:lnTo>
                    <a:pt x="63" y="167"/>
                  </a:lnTo>
                  <a:lnTo>
                    <a:pt x="0" y="230"/>
                  </a:lnTo>
                  <a:lnTo>
                    <a:pt x="42" y="314"/>
                  </a:lnTo>
                  <a:lnTo>
                    <a:pt x="84" y="314"/>
                  </a:lnTo>
                  <a:lnTo>
                    <a:pt x="209" y="439"/>
                  </a:lnTo>
                  <a:lnTo>
                    <a:pt x="251" y="544"/>
                  </a:lnTo>
                  <a:lnTo>
                    <a:pt x="314" y="649"/>
                  </a:lnTo>
                  <a:lnTo>
                    <a:pt x="272" y="670"/>
                  </a:lnTo>
                  <a:lnTo>
                    <a:pt x="293" y="753"/>
                  </a:lnTo>
                  <a:lnTo>
                    <a:pt x="774" y="1151"/>
                  </a:lnTo>
                  <a:lnTo>
                    <a:pt x="1151" y="1611"/>
                  </a:lnTo>
                  <a:lnTo>
                    <a:pt x="1109" y="1695"/>
                  </a:lnTo>
                  <a:lnTo>
                    <a:pt x="1193" y="1716"/>
                  </a:lnTo>
                  <a:lnTo>
                    <a:pt x="1402" y="1737"/>
                  </a:lnTo>
                  <a:lnTo>
                    <a:pt x="1465" y="1716"/>
                  </a:lnTo>
                  <a:lnTo>
                    <a:pt x="1569" y="1904"/>
                  </a:lnTo>
                  <a:lnTo>
                    <a:pt x="1653" y="1841"/>
                  </a:lnTo>
                  <a:lnTo>
                    <a:pt x="1716" y="1737"/>
                  </a:lnTo>
                  <a:lnTo>
                    <a:pt x="1716" y="1590"/>
                  </a:lnTo>
                  <a:lnTo>
                    <a:pt x="1758" y="1465"/>
                  </a:lnTo>
                  <a:lnTo>
                    <a:pt x="1841" y="1465"/>
                  </a:lnTo>
                  <a:lnTo>
                    <a:pt x="1925" y="1402"/>
                  </a:lnTo>
                  <a:lnTo>
                    <a:pt x="1883" y="1318"/>
                  </a:lnTo>
                  <a:lnTo>
                    <a:pt x="1779" y="1276"/>
                  </a:lnTo>
                  <a:lnTo>
                    <a:pt x="1779" y="1172"/>
                  </a:lnTo>
                  <a:lnTo>
                    <a:pt x="1862" y="1109"/>
                  </a:lnTo>
                  <a:lnTo>
                    <a:pt x="1967" y="1193"/>
                  </a:lnTo>
                  <a:lnTo>
                    <a:pt x="2071" y="1255"/>
                  </a:lnTo>
                  <a:lnTo>
                    <a:pt x="2134" y="1193"/>
                  </a:lnTo>
                  <a:lnTo>
                    <a:pt x="1988" y="1046"/>
                  </a:lnTo>
                  <a:lnTo>
                    <a:pt x="1988" y="900"/>
                  </a:lnTo>
                  <a:lnTo>
                    <a:pt x="2051" y="879"/>
                  </a:lnTo>
                  <a:lnTo>
                    <a:pt x="2155" y="942"/>
                  </a:lnTo>
                  <a:lnTo>
                    <a:pt x="2176" y="858"/>
                  </a:lnTo>
                  <a:lnTo>
                    <a:pt x="2134" y="795"/>
                  </a:lnTo>
                  <a:lnTo>
                    <a:pt x="2030" y="774"/>
                  </a:lnTo>
                  <a:lnTo>
                    <a:pt x="1862" y="649"/>
                  </a:lnTo>
                  <a:lnTo>
                    <a:pt x="1862" y="565"/>
                  </a:lnTo>
                  <a:lnTo>
                    <a:pt x="1967" y="419"/>
                  </a:lnTo>
                  <a:lnTo>
                    <a:pt x="1988" y="251"/>
                  </a:lnTo>
                  <a:lnTo>
                    <a:pt x="1925" y="251"/>
                  </a:lnTo>
                  <a:lnTo>
                    <a:pt x="1862" y="272"/>
                  </a:lnTo>
                  <a:lnTo>
                    <a:pt x="1820" y="230"/>
                  </a:lnTo>
                  <a:lnTo>
                    <a:pt x="1653" y="230"/>
                  </a:lnTo>
                  <a:lnTo>
                    <a:pt x="1548" y="126"/>
                  </a:lnTo>
                  <a:lnTo>
                    <a:pt x="1465" y="147"/>
                  </a:lnTo>
                  <a:lnTo>
                    <a:pt x="1339" y="105"/>
                  </a:lnTo>
                  <a:lnTo>
                    <a:pt x="1214" y="126"/>
                  </a:lnTo>
                  <a:lnTo>
                    <a:pt x="1193" y="63"/>
                  </a:lnTo>
                  <a:lnTo>
                    <a:pt x="1088" y="126"/>
                  </a:lnTo>
                  <a:lnTo>
                    <a:pt x="942" y="63"/>
                  </a:lnTo>
                  <a:lnTo>
                    <a:pt x="900" y="126"/>
                  </a:lnTo>
                  <a:lnTo>
                    <a:pt x="837" y="21"/>
                  </a:lnTo>
                  <a:lnTo>
                    <a:pt x="732" y="0"/>
                  </a:lnTo>
                  <a:lnTo>
                    <a:pt x="690" y="42"/>
                  </a:lnTo>
                  <a:lnTo>
                    <a:pt x="607" y="0"/>
                  </a:lnTo>
                  <a:lnTo>
                    <a:pt x="565" y="63"/>
                  </a:lnTo>
                  <a:lnTo>
                    <a:pt x="481" y="42"/>
                  </a:lnTo>
                  <a:lnTo>
                    <a:pt x="377" y="63"/>
                  </a:lnTo>
                  <a:lnTo>
                    <a:pt x="377" y="147"/>
                  </a:lnTo>
                  <a:lnTo>
                    <a:pt x="293" y="167"/>
                  </a:lnTo>
                  <a:lnTo>
                    <a:pt x="251" y="105"/>
                  </a:lnTo>
                  <a:lnTo>
                    <a:pt x="10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60"/>
            <p:cNvSpPr/>
            <p:nvPr/>
          </p:nvSpPr>
          <p:spPr>
            <a:xfrm>
              <a:off x="3830555" y="2811734"/>
              <a:ext cx="20195" cy="12146"/>
            </a:xfrm>
            <a:custGeom>
              <a:rect b="b" l="l" r="r" t="t"/>
              <a:pathLst>
                <a:path extrusionOk="0" h="1068" w="1696">
                  <a:moveTo>
                    <a:pt x="1507" y="0"/>
                  </a:moveTo>
                  <a:lnTo>
                    <a:pt x="1381" y="63"/>
                  </a:lnTo>
                  <a:lnTo>
                    <a:pt x="1130" y="209"/>
                  </a:lnTo>
                  <a:lnTo>
                    <a:pt x="1067" y="188"/>
                  </a:lnTo>
                  <a:lnTo>
                    <a:pt x="984" y="209"/>
                  </a:lnTo>
                  <a:lnTo>
                    <a:pt x="858" y="272"/>
                  </a:lnTo>
                  <a:lnTo>
                    <a:pt x="733" y="272"/>
                  </a:lnTo>
                  <a:lnTo>
                    <a:pt x="607" y="314"/>
                  </a:lnTo>
                  <a:lnTo>
                    <a:pt x="523" y="230"/>
                  </a:lnTo>
                  <a:lnTo>
                    <a:pt x="251" y="230"/>
                  </a:lnTo>
                  <a:lnTo>
                    <a:pt x="147" y="209"/>
                  </a:lnTo>
                  <a:lnTo>
                    <a:pt x="21" y="419"/>
                  </a:lnTo>
                  <a:lnTo>
                    <a:pt x="84" y="502"/>
                  </a:lnTo>
                  <a:lnTo>
                    <a:pt x="0" y="628"/>
                  </a:lnTo>
                  <a:lnTo>
                    <a:pt x="21" y="816"/>
                  </a:lnTo>
                  <a:lnTo>
                    <a:pt x="42" y="816"/>
                  </a:lnTo>
                  <a:lnTo>
                    <a:pt x="147" y="858"/>
                  </a:lnTo>
                  <a:lnTo>
                    <a:pt x="147" y="942"/>
                  </a:lnTo>
                  <a:lnTo>
                    <a:pt x="42" y="963"/>
                  </a:lnTo>
                  <a:lnTo>
                    <a:pt x="42" y="1067"/>
                  </a:lnTo>
                  <a:lnTo>
                    <a:pt x="251" y="1067"/>
                  </a:lnTo>
                  <a:lnTo>
                    <a:pt x="398" y="963"/>
                  </a:lnTo>
                  <a:lnTo>
                    <a:pt x="523" y="921"/>
                  </a:lnTo>
                  <a:lnTo>
                    <a:pt x="733" y="1025"/>
                  </a:lnTo>
                  <a:lnTo>
                    <a:pt x="858" y="1025"/>
                  </a:lnTo>
                  <a:lnTo>
                    <a:pt x="879" y="816"/>
                  </a:lnTo>
                  <a:lnTo>
                    <a:pt x="1067" y="732"/>
                  </a:lnTo>
                  <a:lnTo>
                    <a:pt x="1088" y="586"/>
                  </a:lnTo>
                  <a:lnTo>
                    <a:pt x="1444" y="398"/>
                  </a:lnTo>
                  <a:lnTo>
                    <a:pt x="1695" y="398"/>
                  </a:lnTo>
                  <a:lnTo>
                    <a:pt x="1674" y="188"/>
                  </a:lnTo>
                  <a:lnTo>
                    <a:pt x="15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60"/>
            <p:cNvSpPr/>
            <p:nvPr/>
          </p:nvSpPr>
          <p:spPr>
            <a:xfrm>
              <a:off x="3804645" y="2793401"/>
              <a:ext cx="47594" cy="21903"/>
            </a:xfrm>
            <a:custGeom>
              <a:rect b="b" l="l" r="r" t="t"/>
              <a:pathLst>
                <a:path extrusionOk="0" h="1926" w="3997">
                  <a:moveTo>
                    <a:pt x="2846" y="1"/>
                  </a:moveTo>
                  <a:lnTo>
                    <a:pt x="2804" y="106"/>
                  </a:lnTo>
                  <a:lnTo>
                    <a:pt x="2741" y="147"/>
                  </a:lnTo>
                  <a:lnTo>
                    <a:pt x="2720" y="252"/>
                  </a:lnTo>
                  <a:lnTo>
                    <a:pt x="2574" y="252"/>
                  </a:lnTo>
                  <a:lnTo>
                    <a:pt x="2511" y="315"/>
                  </a:lnTo>
                  <a:lnTo>
                    <a:pt x="2218" y="147"/>
                  </a:lnTo>
                  <a:lnTo>
                    <a:pt x="2155" y="147"/>
                  </a:lnTo>
                  <a:lnTo>
                    <a:pt x="2114" y="252"/>
                  </a:lnTo>
                  <a:lnTo>
                    <a:pt x="2114" y="357"/>
                  </a:lnTo>
                  <a:lnTo>
                    <a:pt x="2051" y="357"/>
                  </a:lnTo>
                  <a:lnTo>
                    <a:pt x="1967" y="461"/>
                  </a:lnTo>
                  <a:lnTo>
                    <a:pt x="1842" y="545"/>
                  </a:lnTo>
                  <a:lnTo>
                    <a:pt x="1674" y="733"/>
                  </a:lnTo>
                  <a:lnTo>
                    <a:pt x="1674" y="796"/>
                  </a:lnTo>
                  <a:lnTo>
                    <a:pt x="1842" y="880"/>
                  </a:lnTo>
                  <a:lnTo>
                    <a:pt x="1863" y="984"/>
                  </a:lnTo>
                  <a:lnTo>
                    <a:pt x="1779" y="1047"/>
                  </a:lnTo>
                  <a:lnTo>
                    <a:pt x="1653" y="963"/>
                  </a:lnTo>
                  <a:lnTo>
                    <a:pt x="1528" y="984"/>
                  </a:lnTo>
                  <a:lnTo>
                    <a:pt x="1381" y="963"/>
                  </a:lnTo>
                  <a:lnTo>
                    <a:pt x="1319" y="963"/>
                  </a:lnTo>
                  <a:lnTo>
                    <a:pt x="1130" y="1089"/>
                  </a:lnTo>
                  <a:lnTo>
                    <a:pt x="1026" y="1110"/>
                  </a:lnTo>
                  <a:lnTo>
                    <a:pt x="942" y="1089"/>
                  </a:lnTo>
                  <a:lnTo>
                    <a:pt x="837" y="1110"/>
                  </a:lnTo>
                  <a:lnTo>
                    <a:pt x="754" y="1047"/>
                  </a:lnTo>
                  <a:lnTo>
                    <a:pt x="440" y="1047"/>
                  </a:lnTo>
                  <a:lnTo>
                    <a:pt x="440" y="1110"/>
                  </a:lnTo>
                  <a:lnTo>
                    <a:pt x="419" y="1173"/>
                  </a:lnTo>
                  <a:lnTo>
                    <a:pt x="272" y="1152"/>
                  </a:lnTo>
                  <a:lnTo>
                    <a:pt x="189" y="1047"/>
                  </a:lnTo>
                  <a:lnTo>
                    <a:pt x="84" y="1089"/>
                  </a:lnTo>
                  <a:lnTo>
                    <a:pt x="21" y="1110"/>
                  </a:lnTo>
                  <a:lnTo>
                    <a:pt x="0" y="1110"/>
                  </a:lnTo>
                  <a:lnTo>
                    <a:pt x="63" y="1173"/>
                  </a:lnTo>
                  <a:lnTo>
                    <a:pt x="63" y="1256"/>
                  </a:lnTo>
                  <a:lnTo>
                    <a:pt x="105" y="1298"/>
                  </a:lnTo>
                  <a:lnTo>
                    <a:pt x="105" y="1403"/>
                  </a:lnTo>
                  <a:lnTo>
                    <a:pt x="210" y="1403"/>
                  </a:lnTo>
                  <a:lnTo>
                    <a:pt x="293" y="1382"/>
                  </a:lnTo>
                  <a:lnTo>
                    <a:pt x="398" y="1507"/>
                  </a:lnTo>
                  <a:lnTo>
                    <a:pt x="502" y="1403"/>
                  </a:lnTo>
                  <a:lnTo>
                    <a:pt x="586" y="1403"/>
                  </a:lnTo>
                  <a:lnTo>
                    <a:pt x="628" y="1507"/>
                  </a:lnTo>
                  <a:lnTo>
                    <a:pt x="837" y="1591"/>
                  </a:lnTo>
                  <a:lnTo>
                    <a:pt x="1130" y="1403"/>
                  </a:lnTo>
                  <a:lnTo>
                    <a:pt x="1256" y="1424"/>
                  </a:lnTo>
                  <a:lnTo>
                    <a:pt x="1444" y="1424"/>
                  </a:lnTo>
                  <a:lnTo>
                    <a:pt x="1444" y="1528"/>
                  </a:lnTo>
                  <a:lnTo>
                    <a:pt x="1737" y="1717"/>
                  </a:lnTo>
                  <a:lnTo>
                    <a:pt x="2072" y="1779"/>
                  </a:lnTo>
                  <a:lnTo>
                    <a:pt x="2260" y="1738"/>
                  </a:lnTo>
                  <a:lnTo>
                    <a:pt x="2323" y="1821"/>
                  </a:lnTo>
                  <a:lnTo>
                    <a:pt x="2427" y="1842"/>
                  </a:lnTo>
                  <a:lnTo>
                    <a:pt x="2699" y="1842"/>
                  </a:lnTo>
                  <a:lnTo>
                    <a:pt x="2783" y="1926"/>
                  </a:lnTo>
                  <a:lnTo>
                    <a:pt x="2909" y="1884"/>
                  </a:lnTo>
                  <a:lnTo>
                    <a:pt x="3034" y="1884"/>
                  </a:lnTo>
                  <a:lnTo>
                    <a:pt x="3160" y="1821"/>
                  </a:lnTo>
                  <a:lnTo>
                    <a:pt x="3243" y="1800"/>
                  </a:lnTo>
                  <a:lnTo>
                    <a:pt x="3306" y="1821"/>
                  </a:lnTo>
                  <a:lnTo>
                    <a:pt x="3557" y="1675"/>
                  </a:lnTo>
                  <a:lnTo>
                    <a:pt x="3683" y="1612"/>
                  </a:lnTo>
                  <a:lnTo>
                    <a:pt x="3725" y="1612"/>
                  </a:lnTo>
                  <a:lnTo>
                    <a:pt x="3829" y="1507"/>
                  </a:lnTo>
                  <a:lnTo>
                    <a:pt x="3746" y="1403"/>
                  </a:lnTo>
                  <a:lnTo>
                    <a:pt x="3767" y="1298"/>
                  </a:lnTo>
                  <a:lnTo>
                    <a:pt x="3829" y="1152"/>
                  </a:lnTo>
                  <a:lnTo>
                    <a:pt x="3725" y="1047"/>
                  </a:lnTo>
                  <a:lnTo>
                    <a:pt x="3746" y="984"/>
                  </a:lnTo>
                  <a:lnTo>
                    <a:pt x="3976" y="984"/>
                  </a:lnTo>
                  <a:lnTo>
                    <a:pt x="3997" y="880"/>
                  </a:lnTo>
                  <a:lnTo>
                    <a:pt x="3976" y="754"/>
                  </a:lnTo>
                  <a:lnTo>
                    <a:pt x="3976" y="671"/>
                  </a:lnTo>
                  <a:lnTo>
                    <a:pt x="3955" y="440"/>
                  </a:lnTo>
                  <a:lnTo>
                    <a:pt x="3955" y="252"/>
                  </a:lnTo>
                  <a:lnTo>
                    <a:pt x="3725" y="210"/>
                  </a:lnTo>
                  <a:lnTo>
                    <a:pt x="3641" y="127"/>
                  </a:lnTo>
                  <a:lnTo>
                    <a:pt x="3474" y="147"/>
                  </a:lnTo>
                  <a:lnTo>
                    <a:pt x="3327" y="147"/>
                  </a:lnTo>
                  <a:lnTo>
                    <a:pt x="3160" y="43"/>
                  </a:lnTo>
                  <a:lnTo>
                    <a:pt x="2951" y="43"/>
                  </a:lnTo>
                  <a:lnTo>
                    <a:pt x="284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60"/>
            <p:cNvSpPr/>
            <p:nvPr/>
          </p:nvSpPr>
          <p:spPr>
            <a:xfrm>
              <a:off x="3831556" y="2741054"/>
              <a:ext cx="63038" cy="50699"/>
            </a:xfrm>
            <a:custGeom>
              <a:rect b="b" l="l" r="r" t="t"/>
              <a:pathLst>
                <a:path extrusionOk="0" h="4458" w="5294">
                  <a:moveTo>
                    <a:pt x="1883" y="1"/>
                  </a:moveTo>
                  <a:lnTo>
                    <a:pt x="1632" y="105"/>
                  </a:lnTo>
                  <a:lnTo>
                    <a:pt x="1486" y="105"/>
                  </a:lnTo>
                  <a:lnTo>
                    <a:pt x="1318" y="147"/>
                  </a:lnTo>
                  <a:lnTo>
                    <a:pt x="1214" y="315"/>
                  </a:lnTo>
                  <a:lnTo>
                    <a:pt x="1046" y="315"/>
                  </a:lnTo>
                  <a:lnTo>
                    <a:pt x="942" y="398"/>
                  </a:lnTo>
                  <a:lnTo>
                    <a:pt x="942" y="524"/>
                  </a:lnTo>
                  <a:lnTo>
                    <a:pt x="753" y="524"/>
                  </a:lnTo>
                  <a:lnTo>
                    <a:pt x="481" y="670"/>
                  </a:lnTo>
                  <a:lnTo>
                    <a:pt x="314" y="670"/>
                  </a:lnTo>
                  <a:lnTo>
                    <a:pt x="251" y="796"/>
                  </a:lnTo>
                  <a:lnTo>
                    <a:pt x="209" y="963"/>
                  </a:lnTo>
                  <a:lnTo>
                    <a:pt x="147" y="984"/>
                  </a:lnTo>
                  <a:lnTo>
                    <a:pt x="167" y="1047"/>
                  </a:lnTo>
                  <a:lnTo>
                    <a:pt x="126" y="1047"/>
                  </a:lnTo>
                  <a:lnTo>
                    <a:pt x="167" y="1298"/>
                  </a:lnTo>
                  <a:lnTo>
                    <a:pt x="147" y="1486"/>
                  </a:lnTo>
                  <a:lnTo>
                    <a:pt x="0" y="1570"/>
                  </a:lnTo>
                  <a:lnTo>
                    <a:pt x="0" y="1633"/>
                  </a:lnTo>
                  <a:lnTo>
                    <a:pt x="167" y="1842"/>
                  </a:lnTo>
                  <a:lnTo>
                    <a:pt x="147" y="1947"/>
                  </a:lnTo>
                  <a:lnTo>
                    <a:pt x="230" y="2051"/>
                  </a:lnTo>
                  <a:lnTo>
                    <a:pt x="230" y="2135"/>
                  </a:lnTo>
                  <a:lnTo>
                    <a:pt x="272" y="2261"/>
                  </a:lnTo>
                  <a:lnTo>
                    <a:pt x="230" y="2365"/>
                  </a:lnTo>
                  <a:lnTo>
                    <a:pt x="335" y="2616"/>
                  </a:lnTo>
                  <a:lnTo>
                    <a:pt x="419" y="2658"/>
                  </a:lnTo>
                  <a:lnTo>
                    <a:pt x="481" y="2742"/>
                  </a:lnTo>
                  <a:lnTo>
                    <a:pt x="481" y="3056"/>
                  </a:lnTo>
                  <a:lnTo>
                    <a:pt x="460" y="3097"/>
                  </a:lnTo>
                  <a:lnTo>
                    <a:pt x="523" y="3181"/>
                  </a:lnTo>
                  <a:lnTo>
                    <a:pt x="565" y="3139"/>
                  </a:lnTo>
                  <a:lnTo>
                    <a:pt x="649" y="3160"/>
                  </a:lnTo>
                  <a:lnTo>
                    <a:pt x="732" y="3097"/>
                  </a:lnTo>
                  <a:lnTo>
                    <a:pt x="963" y="3160"/>
                  </a:lnTo>
                  <a:lnTo>
                    <a:pt x="942" y="3202"/>
                  </a:lnTo>
                  <a:lnTo>
                    <a:pt x="1046" y="3307"/>
                  </a:lnTo>
                  <a:lnTo>
                    <a:pt x="1151" y="3307"/>
                  </a:lnTo>
                  <a:lnTo>
                    <a:pt x="1214" y="3390"/>
                  </a:lnTo>
                  <a:lnTo>
                    <a:pt x="1172" y="3495"/>
                  </a:lnTo>
                  <a:lnTo>
                    <a:pt x="1193" y="3579"/>
                  </a:lnTo>
                  <a:lnTo>
                    <a:pt x="1255" y="3600"/>
                  </a:lnTo>
                  <a:lnTo>
                    <a:pt x="1255" y="3704"/>
                  </a:lnTo>
                  <a:lnTo>
                    <a:pt x="1318" y="3725"/>
                  </a:lnTo>
                  <a:lnTo>
                    <a:pt x="1381" y="3683"/>
                  </a:lnTo>
                  <a:lnTo>
                    <a:pt x="1465" y="3683"/>
                  </a:lnTo>
                  <a:lnTo>
                    <a:pt x="1318" y="3516"/>
                  </a:lnTo>
                  <a:lnTo>
                    <a:pt x="1381" y="3474"/>
                  </a:lnTo>
                  <a:lnTo>
                    <a:pt x="1632" y="3621"/>
                  </a:lnTo>
                  <a:lnTo>
                    <a:pt x="1820" y="3600"/>
                  </a:lnTo>
                  <a:lnTo>
                    <a:pt x="1779" y="3704"/>
                  </a:lnTo>
                  <a:lnTo>
                    <a:pt x="1904" y="3809"/>
                  </a:lnTo>
                  <a:lnTo>
                    <a:pt x="2134" y="3767"/>
                  </a:lnTo>
                  <a:lnTo>
                    <a:pt x="2302" y="3809"/>
                  </a:lnTo>
                  <a:lnTo>
                    <a:pt x="2636" y="4081"/>
                  </a:lnTo>
                  <a:lnTo>
                    <a:pt x="2762" y="4248"/>
                  </a:lnTo>
                  <a:lnTo>
                    <a:pt x="2846" y="4248"/>
                  </a:lnTo>
                  <a:lnTo>
                    <a:pt x="2888" y="4206"/>
                  </a:lnTo>
                  <a:lnTo>
                    <a:pt x="3055" y="4206"/>
                  </a:lnTo>
                  <a:lnTo>
                    <a:pt x="3139" y="4290"/>
                  </a:lnTo>
                  <a:lnTo>
                    <a:pt x="3180" y="4437"/>
                  </a:lnTo>
                  <a:lnTo>
                    <a:pt x="3201" y="4458"/>
                  </a:lnTo>
                  <a:lnTo>
                    <a:pt x="3306" y="4437"/>
                  </a:lnTo>
                  <a:lnTo>
                    <a:pt x="3390" y="4332"/>
                  </a:lnTo>
                  <a:lnTo>
                    <a:pt x="3473" y="4311"/>
                  </a:lnTo>
                  <a:lnTo>
                    <a:pt x="3578" y="4332"/>
                  </a:lnTo>
                  <a:lnTo>
                    <a:pt x="3704" y="4332"/>
                  </a:lnTo>
                  <a:lnTo>
                    <a:pt x="3787" y="4395"/>
                  </a:lnTo>
                  <a:lnTo>
                    <a:pt x="3871" y="4311"/>
                  </a:lnTo>
                  <a:lnTo>
                    <a:pt x="3934" y="4290"/>
                  </a:lnTo>
                  <a:lnTo>
                    <a:pt x="4038" y="4332"/>
                  </a:lnTo>
                  <a:lnTo>
                    <a:pt x="4101" y="4311"/>
                  </a:lnTo>
                  <a:lnTo>
                    <a:pt x="4331" y="4311"/>
                  </a:lnTo>
                  <a:lnTo>
                    <a:pt x="4561" y="4437"/>
                  </a:lnTo>
                  <a:lnTo>
                    <a:pt x="4708" y="4458"/>
                  </a:lnTo>
                  <a:lnTo>
                    <a:pt x="4708" y="4290"/>
                  </a:lnTo>
                  <a:lnTo>
                    <a:pt x="4666" y="4123"/>
                  </a:lnTo>
                  <a:lnTo>
                    <a:pt x="5043" y="3725"/>
                  </a:lnTo>
                  <a:lnTo>
                    <a:pt x="5064" y="3558"/>
                  </a:lnTo>
                  <a:lnTo>
                    <a:pt x="5168" y="3474"/>
                  </a:lnTo>
                  <a:lnTo>
                    <a:pt x="5252" y="3474"/>
                  </a:lnTo>
                  <a:lnTo>
                    <a:pt x="5294" y="3286"/>
                  </a:lnTo>
                  <a:lnTo>
                    <a:pt x="5252" y="3202"/>
                  </a:lnTo>
                  <a:lnTo>
                    <a:pt x="5231" y="3139"/>
                  </a:lnTo>
                  <a:lnTo>
                    <a:pt x="5273" y="3056"/>
                  </a:lnTo>
                  <a:lnTo>
                    <a:pt x="5147" y="2972"/>
                  </a:lnTo>
                  <a:lnTo>
                    <a:pt x="5064" y="2825"/>
                  </a:lnTo>
                  <a:lnTo>
                    <a:pt x="5022" y="2742"/>
                  </a:lnTo>
                  <a:lnTo>
                    <a:pt x="4980" y="2470"/>
                  </a:lnTo>
                  <a:lnTo>
                    <a:pt x="5022" y="2365"/>
                  </a:lnTo>
                  <a:lnTo>
                    <a:pt x="5022" y="2323"/>
                  </a:lnTo>
                  <a:lnTo>
                    <a:pt x="4875" y="2135"/>
                  </a:lnTo>
                  <a:lnTo>
                    <a:pt x="4854" y="1947"/>
                  </a:lnTo>
                  <a:lnTo>
                    <a:pt x="4938" y="1821"/>
                  </a:lnTo>
                  <a:lnTo>
                    <a:pt x="5043" y="1779"/>
                  </a:lnTo>
                  <a:lnTo>
                    <a:pt x="5043" y="1403"/>
                  </a:lnTo>
                  <a:lnTo>
                    <a:pt x="4980" y="1361"/>
                  </a:lnTo>
                  <a:lnTo>
                    <a:pt x="4959" y="1214"/>
                  </a:lnTo>
                  <a:lnTo>
                    <a:pt x="4875" y="1089"/>
                  </a:lnTo>
                  <a:lnTo>
                    <a:pt x="4771" y="838"/>
                  </a:lnTo>
                  <a:lnTo>
                    <a:pt x="4750" y="775"/>
                  </a:lnTo>
                  <a:lnTo>
                    <a:pt x="4708" y="670"/>
                  </a:lnTo>
                  <a:lnTo>
                    <a:pt x="4708" y="545"/>
                  </a:lnTo>
                  <a:lnTo>
                    <a:pt x="4645" y="315"/>
                  </a:lnTo>
                  <a:lnTo>
                    <a:pt x="4561" y="315"/>
                  </a:lnTo>
                  <a:lnTo>
                    <a:pt x="4436" y="210"/>
                  </a:lnTo>
                  <a:lnTo>
                    <a:pt x="4310" y="231"/>
                  </a:lnTo>
                  <a:lnTo>
                    <a:pt x="3683" y="273"/>
                  </a:lnTo>
                  <a:lnTo>
                    <a:pt x="2950" y="231"/>
                  </a:lnTo>
                  <a:lnTo>
                    <a:pt x="2867" y="252"/>
                  </a:lnTo>
                  <a:lnTo>
                    <a:pt x="2678" y="440"/>
                  </a:lnTo>
                  <a:lnTo>
                    <a:pt x="2511" y="482"/>
                  </a:lnTo>
                  <a:lnTo>
                    <a:pt x="2469" y="440"/>
                  </a:lnTo>
                  <a:lnTo>
                    <a:pt x="2636" y="356"/>
                  </a:lnTo>
                  <a:lnTo>
                    <a:pt x="2783" y="210"/>
                  </a:lnTo>
                  <a:lnTo>
                    <a:pt x="2741" y="210"/>
                  </a:lnTo>
                  <a:lnTo>
                    <a:pt x="2616" y="315"/>
                  </a:lnTo>
                  <a:lnTo>
                    <a:pt x="2406" y="398"/>
                  </a:lnTo>
                  <a:lnTo>
                    <a:pt x="2134" y="356"/>
                  </a:lnTo>
                  <a:lnTo>
                    <a:pt x="2092" y="210"/>
                  </a:lnTo>
                  <a:lnTo>
                    <a:pt x="2134" y="126"/>
                  </a:lnTo>
                  <a:lnTo>
                    <a:pt x="2260" y="126"/>
                  </a:lnTo>
                  <a:lnTo>
                    <a:pt x="2323" y="168"/>
                  </a:lnTo>
                  <a:lnTo>
                    <a:pt x="2323" y="126"/>
                  </a:lnTo>
                  <a:lnTo>
                    <a:pt x="2155" y="43"/>
                  </a:lnTo>
                  <a:lnTo>
                    <a:pt x="188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60"/>
            <p:cNvSpPr/>
            <p:nvPr/>
          </p:nvSpPr>
          <p:spPr>
            <a:xfrm>
              <a:off x="3819089" y="2776036"/>
              <a:ext cx="50345" cy="20948"/>
            </a:xfrm>
            <a:custGeom>
              <a:rect b="b" l="l" r="r" t="t"/>
              <a:pathLst>
                <a:path extrusionOk="0" h="1842" w="4228">
                  <a:moveTo>
                    <a:pt x="1403" y="1"/>
                  </a:moveTo>
                  <a:lnTo>
                    <a:pt x="1319" y="63"/>
                  </a:lnTo>
                  <a:lnTo>
                    <a:pt x="1152" y="21"/>
                  </a:lnTo>
                  <a:lnTo>
                    <a:pt x="1152" y="126"/>
                  </a:lnTo>
                  <a:lnTo>
                    <a:pt x="1068" y="189"/>
                  </a:lnTo>
                  <a:lnTo>
                    <a:pt x="984" y="168"/>
                  </a:lnTo>
                  <a:lnTo>
                    <a:pt x="775" y="168"/>
                  </a:lnTo>
                  <a:lnTo>
                    <a:pt x="733" y="273"/>
                  </a:lnTo>
                  <a:lnTo>
                    <a:pt x="587" y="273"/>
                  </a:lnTo>
                  <a:lnTo>
                    <a:pt x="482" y="398"/>
                  </a:lnTo>
                  <a:lnTo>
                    <a:pt x="378" y="398"/>
                  </a:lnTo>
                  <a:lnTo>
                    <a:pt x="168" y="586"/>
                  </a:lnTo>
                  <a:lnTo>
                    <a:pt x="106" y="545"/>
                  </a:lnTo>
                  <a:lnTo>
                    <a:pt x="22" y="503"/>
                  </a:lnTo>
                  <a:lnTo>
                    <a:pt x="1" y="524"/>
                  </a:lnTo>
                  <a:lnTo>
                    <a:pt x="1" y="628"/>
                  </a:lnTo>
                  <a:lnTo>
                    <a:pt x="147" y="712"/>
                  </a:lnTo>
                  <a:lnTo>
                    <a:pt x="252" y="900"/>
                  </a:lnTo>
                  <a:lnTo>
                    <a:pt x="252" y="1047"/>
                  </a:lnTo>
                  <a:lnTo>
                    <a:pt x="273" y="1130"/>
                  </a:lnTo>
                  <a:lnTo>
                    <a:pt x="378" y="1172"/>
                  </a:lnTo>
                  <a:lnTo>
                    <a:pt x="587" y="1319"/>
                  </a:lnTo>
                  <a:lnTo>
                    <a:pt x="691" y="1382"/>
                  </a:lnTo>
                  <a:lnTo>
                    <a:pt x="942" y="1674"/>
                  </a:lnTo>
                  <a:lnTo>
                    <a:pt x="1005" y="1674"/>
                  </a:lnTo>
                  <a:lnTo>
                    <a:pt x="1298" y="1842"/>
                  </a:lnTo>
                  <a:lnTo>
                    <a:pt x="1361" y="1779"/>
                  </a:lnTo>
                  <a:lnTo>
                    <a:pt x="1507" y="1779"/>
                  </a:lnTo>
                  <a:lnTo>
                    <a:pt x="1528" y="1674"/>
                  </a:lnTo>
                  <a:lnTo>
                    <a:pt x="1591" y="1633"/>
                  </a:lnTo>
                  <a:lnTo>
                    <a:pt x="1633" y="1528"/>
                  </a:lnTo>
                  <a:lnTo>
                    <a:pt x="1738" y="1570"/>
                  </a:lnTo>
                  <a:lnTo>
                    <a:pt x="1947" y="1570"/>
                  </a:lnTo>
                  <a:lnTo>
                    <a:pt x="2114" y="1674"/>
                  </a:lnTo>
                  <a:lnTo>
                    <a:pt x="2261" y="1674"/>
                  </a:lnTo>
                  <a:lnTo>
                    <a:pt x="2428" y="1654"/>
                  </a:lnTo>
                  <a:lnTo>
                    <a:pt x="2512" y="1737"/>
                  </a:lnTo>
                  <a:lnTo>
                    <a:pt x="2742" y="1779"/>
                  </a:lnTo>
                  <a:lnTo>
                    <a:pt x="2763" y="1779"/>
                  </a:lnTo>
                  <a:lnTo>
                    <a:pt x="2888" y="1695"/>
                  </a:lnTo>
                  <a:lnTo>
                    <a:pt x="3035" y="1674"/>
                  </a:lnTo>
                  <a:lnTo>
                    <a:pt x="3077" y="1737"/>
                  </a:lnTo>
                  <a:lnTo>
                    <a:pt x="3307" y="1654"/>
                  </a:lnTo>
                  <a:lnTo>
                    <a:pt x="3516" y="1633"/>
                  </a:lnTo>
                  <a:lnTo>
                    <a:pt x="3683" y="1465"/>
                  </a:lnTo>
                  <a:lnTo>
                    <a:pt x="3830" y="1444"/>
                  </a:lnTo>
                  <a:lnTo>
                    <a:pt x="3976" y="1340"/>
                  </a:lnTo>
                  <a:lnTo>
                    <a:pt x="4227" y="1361"/>
                  </a:lnTo>
                  <a:lnTo>
                    <a:pt x="4186" y="1214"/>
                  </a:lnTo>
                  <a:lnTo>
                    <a:pt x="4102" y="1130"/>
                  </a:lnTo>
                  <a:lnTo>
                    <a:pt x="3935" y="1130"/>
                  </a:lnTo>
                  <a:lnTo>
                    <a:pt x="3893" y="1172"/>
                  </a:lnTo>
                  <a:lnTo>
                    <a:pt x="3809" y="1172"/>
                  </a:lnTo>
                  <a:lnTo>
                    <a:pt x="3683" y="1005"/>
                  </a:lnTo>
                  <a:lnTo>
                    <a:pt x="3349" y="733"/>
                  </a:lnTo>
                  <a:lnTo>
                    <a:pt x="3181" y="691"/>
                  </a:lnTo>
                  <a:lnTo>
                    <a:pt x="2951" y="733"/>
                  </a:lnTo>
                  <a:lnTo>
                    <a:pt x="2826" y="628"/>
                  </a:lnTo>
                  <a:lnTo>
                    <a:pt x="2867" y="524"/>
                  </a:lnTo>
                  <a:lnTo>
                    <a:pt x="2679" y="545"/>
                  </a:lnTo>
                  <a:lnTo>
                    <a:pt x="2428" y="398"/>
                  </a:lnTo>
                  <a:lnTo>
                    <a:pt x="2365" y="440"/>
                  </a:lnTo>
                  <a:lnTo>
                    <a:pt x="2512" y="607"/>
                  </a:lnTo>
                  <a:lnTo>
                    <a:pt x="2428" y="607"/>
                  </a:lnTo>
                  <a:lnTo>
                    <a:pt x="2365" y="649"/>
                  </a:lnTo>
                  <a:lnTo>
                    <a:pt x="2302" y="628"/>
                  </a:lnTo>
                  <a:lnTo>
                    <a:pt x="2302" y="524"/>
                  </a:lnTo>
                  <a:lnTo>
                    <a:pt x="2240" y="503"/>
                  </a:lnTo>
                  <a:lnTo>
                    <a:pt x="2219" y="419"/>
                  </a:lnTo>
                  <a:lnTo>
                    <a:pt x="2261" y="314"/>
                  </a:lnTo>
                  <a:lnTo>
                    <a:pt x="2198" y="231"/>
                  </a:lnTo>
                  <a:lnTo>
                    <a:pt x="2093" y="231"/>
                  </a:lnTo>
                  <a:lnTo>
                    <a:pt x="1989" y="126"/>
                  </a:lnTo>
                  <a:lnTo>
                    <a:pt x="2010" y="84"/>
                  </a:lnTo>
                  <a:lnTo>
                    <a:pt x="1779" y="21"/>
                  </a:lnTo>
                  <a:lnTo>
                    <a:pt x="1696" y="84"/>
                  </a:lnTo>
                  <a:lnTo>
                    <a:pt x="1612" y="63"/>
                  </a:lnTo>
                  <a:lnTo>
                    <a:pt x="1570" y="105"/>
                  </a:lnTo>
                  <a:lnTo>
                    <a:pt x="1507" y="21"/>
                  </a:lnTo>
                  <a:lnTo>
                    <a:pt x="1486" y="63"/>
                  </a:lnTo>
                  <a:lnTo>
                    <a:pt x="140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60"/>
            <p:cNvSpPr/>
            <p:nvPr/>
          </p:nvSpPr>
          <p:spPr>
            <a:xfrm>
              <a:off x="3779972" y="2741293"/>
              <a:ext cx="57323" cy="65449"/>
            </a:xfrm>
            <a:custGeom>
              <a:rect b="b" l="l" r="r" t="t"/>
              <a:pathLst>
                <a:path extrusionOk="0" h="5755" w="4814">
                  <a:moveTo>
                    <a:pt x="1340" y="1"/>
                  </a:moveTo>
                  <a:lnTo>
                    <a:pt x="1340" y="22"/>
                  </a:lnTo>
                  <a:lnTo>
                    <a:pt x="1340" y="126"/>
                  </a:lnTo>
                  <a:lnTo>
                    <a:pt x="1424" y="189"/>
                  </a:lnTo>
                  <a:lnTo>
                    <a:pt x="1466" y="189"/>
                  </a:lnTo>
                  <a:lnTo>
                    <a:pt x="1466" y="252"/>
                  </a:lnTo>
                  <a:lnTo>
                    <a:pt x="1612" y="377"/>
                  </a:lnTo>
                  <a:lnTo>
                    <a:pt x="1507" y="419"/>
                  </a:lnTo>
                  <a:lnTo>
                    <a:pt x="1403" y="419"/>
                  </a:lnTo>
                  <a:lnTo>
                    <a:pt x="1403" y="524"/>
                  </a:lnTo>
                  <a:lnTo>
                    <a:pt x="1507" y="461"/>
                  </a:lnTo>
                  <a:lnTo>
                    <a:pt x="1507" y="628"/>
                  </a:lnTo>
                  <a:lnTo>
                    <a:pt x="1612" y="670"/>
                  </a:lnTo>
                  <a:lnTo>
                    <a:pt x="1528" y="754"/>
                  </a:lnTo>
                  <a:lnTo>
                    <a:pt x="1528" y="838"/>
                  </a:lnTo>
                  <a:lnTo>
                    <a:pt x="1612" y="880"/>
                  </a:lnTo>
                  <a:lnTo>
                    <a:pt x="1738" y="880"/>
                  </a:lnTo>
                  <a:lnTo>
                    <a:pt x="1926" y="1068"/>
                  </a:lnTo>
                  <a:lnTo>
                    <a:pt x="2156" y="1172"/>
                  </a:lnTo>
                  <a:lnTo>
                    <a:pt x="1926" y="1131"/>
                  </a:lnTo>
                  <a:lnTo>
                    <a:pt x="1738" y="942"/>
                  </a:lnTo>
                  <a:lnTo>
                    <a:pt x="1612" y="963"/>
                  </a:lnTo>
                  <a:lnTo>
                    <a:pt x="1507" y="942"/>
                  </a:lnTo>
                  <a:lnTo>
                    <a:pt x="1424" y="942"/>
                  </a:lnTo>
                  <a:lnTo>
                    <a:pt x="1340" y="1068"/>
                  </a:lnTo>
                  <a:lnTo>
                    <a:pt x="1361" y="1152"/>
                  </a:lnTo>
                  <a:lnTo>
                    <a:pt x="1361" y="1340"/>
                  </a:lnTo>
                  <a:lnTo>
                    <a:pt x="1424" y="1444"/>
                  </a:lnTo>
                  <a:lnTo>
                    <a:pt x="1298" y="1277"/>
                  </a:lnTo>
                  <a:lnTo>
                    <a:pt x="1319" y="1152"/>
                  </a:lnTo>
                  <a:lnTo>
                    <a:pt x="1235" y="1068"/>
                  </a:lnTo>
                  <a:lnTo>
                    <a:pt x="1194" y="1089"/>
                  </a:lnTo>
                  <a:lnTo>
                    <a:pt x="1194" y="1172"/>
                  </a:lnTo>
                  <a:lnTo>
                    <a:pt x="1235" y="1277"/>
                  </a:lnTo>
                  <a:lnTo>
                    <a:pt x="1152" y="1361"/>
                  </a:lnTo>
                  <a:lnTo>
                    <a:pt x="1089" y="1235"/>
                  </a:lnTo>
                  <a:lnTo>
                    <a:pt x="1089" y="1089"/>
                  </a:lnTo>
                  <a:lnTo>
                    <a:pt x="942" y="1026"/>
                  </a:lnTo>
                  <a:lnTo>
                    <a:pt x="880" y="1047"/>
                  </a:lnTo>
                  <a:lnTo>
                    <a:pt x="608" y="1131"/>
                  </a:lnTo>
                  <a:lnTo>
                    <a:pt x="587" y="1235"/>
                  </a:lnTo>
                  <a:lnTo>
                    <a:pt x="629" y="1340"/>
                  </a:lnTo>
                  <a:lnTo>
                    <a:pt x="775" y="1361"/>
                  </a:lnTo>
                  <a:lnTo>
                    <a:pt x="796" y="1465"/>
                  </a:lnTo>
                  <a:lnTo>
                    <a:pt x="796" y="1486"/>
                  </a:lnTo>
                  <a:lnTo>
                    <a:pt x="733" y="1507"/>
                  </a:lnTo>
                  <a:lnTo>
                    <a:pt x="733" y="1591"/>
                  </a:lnTo>
                  <a:lnTo>
                    <a:pt x="691" y="1696"/>
                  </a:lnTo>
                  <a:lnTo>
                    <a:pt x="691" y="1800"/>
                  </a:lnTo>
                  <a:lnTo>
                    <a:pt x="608" y="1863"/>
                  </a:lnTo>
                  <a:lnTo>
                    <a:pt x="503" y="1800"/>
                  </a:lnTo>
                  <a:lnTo>
                    <a:pt x="461" y="1926"/>
                  </a:lnTo>
                  <a:lnTo>
                    <a:pt x="482" y="1988"/>
                  </a:lnTo>
                  <a:lnTo>
                    <a:pt x="608" y="1988"/>
                  </a:lnTo>
                  <a:lnTo>
                    <a:pt x="670" y="2030"/>
                  </a:lnTo>
                  <a:lnTo>
                    <a:pt x="629" y="2114"/>
                  </a:lnTo>
                  <a:lnTo>
                    <a:pt x="608" y="2240"/>
                  </a:lnTo>
                  <a:lnTo>
                    <a:pt x="524" y="2302"/>
                  </a:lnTo>
                  <a:lnTo>
                    <a:pt x="608" y="2407"/>
                  </a:lnTo>
                  <a:lnTo>
                    <a:pt x="524" y="2449"/>
                  </a:lnTo>
                  <a:lnTo>
                    <a:pt x="378" y="2407"/>
                  </a:lnTo>
                  <a:lnTo>
                    <a:pt x="210" y="2449"/>
                  </a:lnTo>
                  <a:lnTo>
                    <a:pt x="168" y="2553"/>
                  </a:lnTo>
                  <a:lnTo>
                    <a:pt x="85" y="2658"/>
                  </a:lnTo>
                  <a:lnTo>
                    <a:pt x="105" y="2825"/>
                  </a:lnTo>
                  <a:lnTo>
                    <a:pt x="85" y="3035"/>
                  </a:lnTo>
                  <a:lnTo>
                    <a:pt x="43" y="3139"/>
                  </a:lnTo>
                  <a:lnTo>
                    <a:pt x="43" y="3160"/>
                  </a:lnTo>
                  <a:lnTo>
                    <a:pt x="1" y="3244"/>
                  </a:lnTo>
                  <a:lnTo>
                    <a:pt x="85" y="3432"/>
                  </a:lnTo>
                  <a:lnTo>
                    <a:pt x="85" y="3474"/>
                  </a:lnTo>
                  <a:lnTo>
                    <a:pt x="168" y="3579"/>
                  </a:lnTo>
                  <a:lnTo>
                    <a:pt x="85" y="3746"/>
                  </a:lnTo>
                  <a:lnTo>
                    <a:pt x="147" y="3746"/>
                  </a:lnTo>
                  <a:lnTo>
                    <a:pt x="273" y="3913"/>
                  </a:lnTo>
                  <a:lnTo>
                    <a:pt x="294" y="4060"/>
                  </a:lnTo>
                  <a:lnTo>
                    <a:pt x="357" y="4102"/>
                  </a:lnTo>
                  <a:lnTo>
                    <a:pt x="357" y="4290"/>
                  </a:lnTo>
                  <a:lnTo>
                    <a:pt x="461" y="4374"/>
                  </a:lnTo>
                  <a:lnTo>
                    <a:pt x="461" y="4437"/>
                  </a:lnTo>
                  <a:lnTo>
                    <a:pt x="566" y="4520"/>
                  </a:lnTo>
                  <a:lnTo>
                    <a:pt x="629" y="4478"/>
                  </a:lnTo>
                  <a:lnTo>
                    <a:pt x="733" y="4478"/>
                  </a:lnTo>
                  <a:lnTo>
                    <a:pt x="817" y="4520"/>
                  </a:lnTo>
                  <a:lnTo>
                    <a:pt x="922" y="4478"/>
                  </a:lnTo>
                  <a:lnTo>
                    <a:pt x="1047" y="4541"/>
                  </a:lnTo>
                  <a:lnTo>
                    <a:pt x="1152" y="4541"/>
                  </a:lnTo>
                  <a:lnTo>
                    <a:pt x="1298" y="4625"/>
                  </a:lnTo>
                  <a:lnTo>
                    <a:pt x="1152" y="4750"/>
                  </a:lnTo>
                  <a:lnTo>
                    <a:pt x="1089" y="4918"/>
                  </a:lnTo>
                  <a:lnTo>
                    <a:pt x="1089" y="5022"/>
                  </a:lnTo>
                  <a:lnTo>
                    <a:pt x="1005" y="5106"/>
                  </a:lnTo>
                  <a:lnTo>
                    <a:pt x="942" y="5273"/>
                  </a:lnTo>
                  <a:lnTo>
                    <a:pt x="942" y="5441"/>
                  </a:lnTo>
                  <a:lnTo>
                    <a:pt x="1047" y="5525"/>
                  </a:lnTo>
                  <a:lnTo>
                    <a:pt x="1110" y="5629"/>
                  </a:lnTo>
                  <a:lnTo>
                    <a:pt x="1214" y="5650"/>
                  </a:lnTo>
                  <a:lnTo>
                    <a:pt x="1319" y="5587"/>
                  </a:lnTo>
                  <a:lnTo>
                    <a:pt x="1445" y="5650"/>
                  </a:lnTo>
                  <a:lnTo>
                    <a:pt x="1507" y="5566"/>
                  </a:lnTo>
                  <a:lnTo>
                    <a:pt x="1466" y="5525"/>
                  </a:lnTo>
                  <a:lnTo>
                    <a:pt x="1612" y="5462"/>
                  </a:lnTo>
                  <a:lnTo>
                    <a:pt x="1633" y="5566"/>
                  </a:lnTo>
                  <a:lnTo>
                    <a:pt x="1717" y="5587"/>
                  </a:lnTo>
                  <a:lnTo>
                    <a:pt x="1758" y="5545"/>
                  </a:lnTo>
                  <a:lnTo>
                    <a:pt x="1842" y="5545"/>
                  </a:lnTo>
                  <a:lnTo>
                    <a:pt x="1989" y="5671"/>
                  </a:lnTo>
                  <a:lnTo>
                    <a:pt x="2072" y="5692"/>
                  </a:lnTo>
                  <a:lnTo>
                    <a:pt x="2093" y="5692"/>
                  </a:lnTo>
                  <a:lnTo>
                    <a:pt x="2156" y="5671"/>
                  </a:lnTo>
                  <a:lnTo>
                    <a:pt x="2261" y="5629"/>
                  </a:lnTo>
                  <a:lnTo>
                    <a:pt x="2344" y="5734"/>
                  </a:lnTo>
                  <a:lnTo>
                    <a:pt x="2491" y="5755"/>
                  </a:lnTo>
                  <a:lnTo>
                    <a:pt x="2512" y="5692"/>
                  </a:lnTo>
                  <a:lnTo>
                    <a:pt x="2512" y="5629"/>
                  </a:lnTo>
                  <a:lnTo>
                    <a:pt x="2826" y="5629"/>
                  </a:lnTo>
                  <a:lnTo>
                    <a:pt x="2909" y="5692"/>
                  </a:lnTo>
                  <a:lnTo>
                    <a:pt x="3014" y="5671"/>
                  </a:lnTo>
                  <a:lnTo>
                    <a:pt x="3098" y="5692"/>
                  </a:lnTo>
                  <a:lnTo>
                    <a:pt x="3202" y="5671"/>
                  </a:lnTo>
                  <a:lnTo>
                    <a:pt x="3391" y="5545"/>
                  </a:lnTo>
                  <a:lnTo>
                    <a:pt x="3453" y="5545"/>
                  </a:lnTo>
                  <a:lnTo>
                    <a:pt x="3600" y="5566"/>
                  </a:lnTo>
                  <a:lnTo>
                    <a:pt x="3725" y="5545"/>
                  </a:lnTo>
                  <a:lnTo>
                    <a:pt x="3851" y="5629"/>
                  </a:lnTo>
                  <a:lnTo>
                    <a:pt x="3935" y="5566"/>
                  </a:lnTo>
                  <a:lnTo>
                    <a:pt x="3914" y="5462"/>
                  </a:lnTo>
                  <a:lnTo>
                    <a:pt x="3746" y="5378"/>
                  </a:lnTo>
                  <a:lnTo>
                    <a:pt x="3746" y="5315"/>
                  </a:lnTo>
                  <a:lnTo>
                    <a:pt x="3914" y="5127"/>
                  </a:lnTo>
                  <a:lnTo>
                    <a:pt x="4039" y="5043"/>
                  </a:lnTo>
                  <a:lnTo>
                    <a:pt x="4123" y="4939"/>
                  </a:lnTo>
                  <a:lnTo>
                    <a:pt x="4186" y="4939"/>
                  </a:lnTo>
                  <a:lnTo>
                    <a:pt x="4186" y="4834"/>
                  </a:lnTo>
                  <a:lnTo>
                    <a:pt x="4227" y="4729"/>
                  </a:lnTo>
                  <a:lnTo>
                    <a:pt x="3976" y="4437"/>
                  </a:lnTo>
                  <a:lnTo>
                    <a:pt x="3872" y="4374"/>
                  </a:lnTo>
                  <a:lnTo>
                    <a:pt x="3663" y="4227"/>
                  </a:lnTo>
                  <a:lnTo>
                    <a:pt x="3558" y="4185"/>
                  </a:lnTo>
                  <a:lnTo>
                    <a:pt x="3537" y="4102"/>
                  </a:lnTo>
                  <a:lnTo>
                    <a:pt x="3537" y="3955"/>
                  </a:lnTo>
                  <a:lnTo>
                    <a:pt x="3432" y="3767"/>
                  </a:lnTo>
                  <a:lnTo>
                    <a:pt x="3286" y="3683"/>
                  </a:lnTo>
                  <a:lnTo>
                    <a:pt x="3286" y="3579"/>
                  </a:lnTo>
                  <a:lnTo>
                    <a:pt x="3307" y="3558"/>
                  </a:lnTo>
                  <a:lnTo>
                    <a:pt x="3391" y="3600"/>
                  </a:lnTo>
                  <a:lnTo>
                    <a:pt x="3453" y="3641"/>
                  </a:lnTo>
                  <a:lnTo>
                    <a:pt x="3663" y="3453"/>
                  </a:lnTo>
                  <a:lnTo>
                    <a:pt x="3767" y="3453"/>
                  </a:lnTo>
                  <a:lnTo>
                    <a:pt x="3872" y="3328"/>
                  </a:lnTo>
                  <a:lnTo>
                    <a:pt x="4018" y="3328"/>
                  </a:lnTo>
                  <a:lnTo>
                    <a:pt x="4060" y="3223"/>
                  </a:lnTo>
                  <a:lnTo>
                    <a:pt x="4269" y="3223"/>
                  </a:lnTo>
                  <a:lnTo>
                    <a:pt x="4353" y="3244"/>
                  </a:lnTo>
                  <a:lnTo>
                    <a:pt x="4437" y="3181"/>
                  </a:lnTo>
                  <a:lnTo>
                    <a:pt x="4437" y="3076"/>
                  </a:lnTo>
                  <a:lnTo>
                    <a:pt x="4604" y="3118"/>
                  </a:lnTo>
                  <a:lnTo>
                    <a:pt x="4688" y="3056"/>
                  </a:lnTo>
                  <a:lnTo>
                    <a:pt x="4771" y="3118"/>
                  </a:lnTo>
                  <a:lnTo>
                    <a:pt x="4792" y="3076"/>
                  </a:lnTo>
                  <a:lnTo>
                    <a:pt x="4813" y="3035"/>
                  </a:lnTo>
                  <a:lnTo>
                    <a:pt x="4813" y="2721"/>
                  </a:lnTo>
                  <a:lnTo>
                    <a:pt x="4751" y="2637"/>
                  </a:lnTo>
                  <a:lnTo>
                    <a:pt x="4667" y="2595"/>
                  </a:lnTo>
                  <a:lnTo>
                    <a:pt x="4562" y="2344"/>
                  </a:lnTo>
                  <a:lnTo>
                    <a:pt x="4604" y="2240"/>
                  </a:lnTo>
                  <a:lnTo>
                    <a:pt x="4562" y="2114"/>
                  </a:lnTo>
                  <a:lnTo>
                    <a:pt x="4562" y="2030"/>
                  </a:lnTo>
                  <a:lnTo>
                    <a:pt x="4479" y="1926"/>
                  </a:lnTo>
                  <a:lnTo>
                    <a:pt x="4499" y="1821"/>
                  </a:lnTo>
                  <a:lnTo>
                    <a:pt x="4332" y="1612"/>
                  </a:lnTo>
                  <a:lnTo>
                    <a:pt x="4332" y="1549"/>
                  </a:lnTo>
                  <a:lnTo>
                    <a:pt x="4479" y="1465"/>
                  </a:lnTo>
                  <a:lnTo>
                    <a:pt x="4499" y="1277"/>
                  </a:lnTo>
                  <a:lnTo>
                    <a:pt x="4458" y="1026"/>
                  </a:lnTo>
                  <a:lnTo>
                    <a:pt x="4353" y="1026"/>
                  </a:lnTo>
                  <a:lnTo>
                    <a:pt x="4269" y="963"/>
                  </a:lnTo>
                  <a:lnTo>
                    <a:pt x="4165" y="963"/>
                  </a:lnTo>
                  <a:lnTo>
                    <a:pt x="4060" y="880"/>
                  </a:lnTo>
                  <a:lnTo>
                    <a:pt x="4081" y="775"/>
                  </a:lnTo>
                  <a:lnTo>
                    <a:pt x="4039" y="670"/>
                  </a:lnTo>
                  <a:lnTo>
                    <a:pt x="3914" y="712"/>
                  </a:lnTo>
                  <a:lnTo>
                    <a:pt x="3767" y="545"/>
                  </a:lnTo>
                  <a:lnTo>
                    <a:pt x="3663" y="545"/>
                  </a:lnTo>
                  <a:lnTo>
                    <a:pt x="3621" y="461"/>
                  </a:lnTo>
                  <a:lnTo>
                    <a:pt x="3558" y="503"/>
                  </a:lnTo>
                  <a:lnTo>
                    <a:pt x="3432" y="524"/>
                  </a:lnTo>
                  <a:lnTo>
                    <a:pt x="3328" y="608"/>
                  </a:lnTo>
                  <a:lnTo>
                    <a:pt x="3286" y="545"/>
                  </a:lnTo>
                  <a:lnTo>
                    <a:pt x="3349" y="503"/>
                  </a:lnTo>
                  <a:lnTo>
                    <a:pt x="3349" y="524"/>
                  </a:lnTo>
                  <a:lnTo>
                    <a:pt x="3411" y="461"/>
                  </a:lnTo>
                  <a:lnTo>
                    <a:pt x="3516" y="419"/>
                  </a:lnTo>
                  <a:lnTo>
                    <a:pt x="3391" y="419"/>
                  </a:lnTo>
                  <a:lnTo>
                    <a:pt x="3328" y="440"/>
                  </a:lnTo>
                  <a:lnTo>
                    <a:pt x="3307" y="503"/>
                  </a:lnTo>
                  <a:lnTo>
                    <a:pt x="3202" y="545"/>
                  </a:lnTo>
                  <a:lnTo>
                    <a:pt x="3202" y="608"/>
                  </a:lnTo>
                  <a:lnTo>
                    <a:pt x="2993" y="628"/>
                  </a:lnTo>
                  <a:lnTo>
                    <a:pt x="2909" y="733"/>
                  </a:lnTo>
                  <a:lnTo>
                    <a:pt x="2888" y="838"/>
                  </a:lnTo>
                  <a:lnTo>
                    <a:pt x="2763" y="838"/>
                  </a:lnTo>
                  <a:lnTo>
                    <a:pt x="2721" y="775"/>
                  </a:lnTo>
                  <a:lnTo>
                    <a:pt x="2616" y="754"/>
                  </a:lnTo>
                  <a:lnTo>
                    <a:pt x="2574" y="775"/>
                  </a:lnTo>
                  <a:lnTo>
                    <a:pt x="2407" y="733"/>
                  </a:lnTo>
                  <a:lnTo>
                    <a:pt x="2512" y="670"/>
                  </a:lnTo>
                  <a:lnTo>
                    <a:pt x="2595" y="670"/>
                  </a:lnTo>
                  <a:lnTo>
                    <a:pt x="2679" y="608"/>
                  </a:lnTo>
                  <a:lnTo>
                    <a:pt x="2679" y="503"/>
                  </a:lnTo>
                  <a:lnTo>
                    <a:pt x="2616" y="461"/>
                  </a:lnTo>
                  <a:lnTo>
                    <a:pt x="2512" y="545"/>
                  </a:lnTo>
                  <a:lnTo>
                    <a:pt x="2491" y="566"/>
                  </a:lnTo>
                  <a:lnTo>
                    <a:pt x="2365" y="461"/>
                  </a:lnTo>
                  <a:lnTo>
                    <a:pt x="2302" y="419"/>
                  </a:lnTo>
                  <a:lnTo>
                    <a:pt x="2261" y="440"/>
                  </a:lnTo>
                  <a:lnTo>
                    <a:pt x="2240" y="524"/>
                  </a:lnTo>
                  <a:lnTo>
                    <a:pt x="2135" y="566"/>
                  </a:lnTo>
                  <a:lnTo>
                    <a:pt x="2093" y="461"/>
                  </a:lnTo>
                  <a:lnTo>
                    <a:pt x="2030" y="440"/>
                  </a:lnTo>
                  <a:lnTo>
                    <a:pt x="1968" y="377"/>
                  </a:lnTo>
                  <a:lnTo>
                    <a:pt x="2051" y="335"/>
                  </a:lnTo>
                  <a:lnTo>
                    <a:pt x="2093" y="210"/>
                  </a:lnTo>
                  <a:lnTo>
                    <a:pt x="1989" y="189"/>
                  </a:lnTo>
                  <a:lnTo>
                    <a:pt x="1863" y="84"/>
                  </a:lnTo>
                  <a:lnTo>
                    <a:pt x="1758" y="84"/>
                  </a:lnTo>
                  <a:lnTo>
                    <a:pt x="1717" y="43"/>
                  </a:lnTo>
                  <a:lnTo>
                    <a:pt x="15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60"/>
            <p:cNvSpPr/>
            <p:nvPr/>
          </p:nvSpPr>
          <p:spPr>
            <a:xfrm>
              <a:off x="3764778" y="2755577"/>
              <a:ext cx="24672" cy="21426"/>
            </a:xfrm>
            <a:custGeom>
              <a:rect b="b" l="l" r="r" t="t"/>
              <a:pathLst>
                <a:path extrusionOk="0" h="1884" w="2072">
                  <a:moveTo>
                    <a:pt x="1695" y="0"/>
                  </a:moveTo>
                  <a:lnTo>
                    <a:pt x="1549" y="21"/>
                  </a:lnTo>
                  <a:lnTo>
                    <a:pt x="1444" y="126"/>
                  </a:lnTo>
                  <a:lnTo>
                    <a:pt x="1340" y="84"/>
                  </a:lnTo>
                  <a:lnTo>
                    <a:pt x="1277" y="126"/>
                  </a:lnTo>
                  <a:lnTo>
                    <a:pt x="1130" y="126"/>
                  </a:lnTo>
                  <a:lnTo>
                    <a:pt x="1005" y="251"/>
                  </a:lnTo>
                  <a:lnTo>
                    <a:pt x="796" y="398"/>
                  </a:lnTo>
                  <a:lnTo>
                    <a:pt x="754" y="335"/>
                  </a:lnTo>
                  <a:lnTo>
                    <a:pt x="628" y="398"/>
                  </a:lnTo>
                  <a:lnTo>
                    <a:pt x="628" y="544"/>
                  </a:lnTo>
                  <a:lnTo>
                    <a:pt x="524" y="628"/>
                  </a:lnTo>
                  <a:lnTo>
                    <a:pt x="545" y="753"/>
                  </a:lnTo>
                  <a:lnTo>
                    <a:pt x="524" y="879"/>
                  </a:lnTo>
                  <a:lnTo>
                    <a:pt x="482" y="984"/>
                  </a:lnTo>
                  <a:lnTo>
                    <a:pt x="440" y="1046"/>
                  </a:lnTo>
                  <a:lnTo>
                    <a:pt x="335" y="1130"/>
                  </a:lnTo>
                  <a:lnTo>
                    <a:pt x="335" y="1193"/>
                  </a:lnTo>
                  <a:lnTo>
                    <a:pt x="482" y="1339"/>
                  </a:lnTo>
                  <a:lnTo>
                    <a:pt x="607" y="1360"/>
                  </a:lnTo>
                  <a:lnTo>
                    <a:pt x="482" y="1360"/>
                  </a:lnTo>
                  <a:lnTo>
                    <a:pt x="419" y="1402"/>
                  </a:lnTo>
                  <a:lnTo>
                    <a:pt x="377" y="1444"/>
                  </a:lnTo>
                  <a:lnTo>
                    <a:pt x="419" y="1507"/>
                  </a:lnTo>
                  <a:lnTo>
                    <a:pt x="503" y="1507"/>
                  </a:lnTo>
                  <a:lnTo>
                    <a:pt x="503" y="1569"/>
                  </a:lnTo>
                  <a:lnTo>
                    <a:pt x="398" y="1569"/>
                  </a:lnTo>
                  <a:lnTo>
                    <a:pt x="293" y="1486"/>
                  </a:lnTo>
                  <a:lnTo>
                    <a:pt x="189" y="1444"/>
                  </a:lnTo>
                  <a:lnTo>
                    <a:pt x="105" y="1465"/>
                  </a:lnTo>
                  <a:lnTo>
                    <a:pt x="126" y="1507"/>
                  </a:lnTo>
                  <a:lnTo>
                    <a:pt x="210" y="1548"/>
                  </a:lnTo>
                  <a:lnTo>
                    <a:pt x="314" y="1611"/>
                  </a:lnTo>
                  <a:lnTo>
                    <a:pt x="335" y="1590"/>
                  </a:lnTo>
                  <a:lnTo>
                    <a:pt x="440" y="1674"/>
                  </a:lnTo>
                  <a:lnTo>
                    <a:pt x="335" y="1611"/>
                  </a:lnTo>
                  <a:lnTo>
                    <a:pt x="273" y="1653"/>
                  </a:lnTo>
                  <a:lnTo>
                    <a:pt x="105" y="1590"/>
                  </a:lnTo>
                  <a:lnTo>
                    <a:pt x="1" y="1590"/>
                  </a:lnTo>
                  <a:lnTo>
                    <a:pt x="84" y="1611"/>
                  </a:lnTo>
                  <a:lnTo>
                    <a:pt x="126" y="1695"/>
                  </a:lnTo>
                  <a:lnTo>
                    <a:pt x="210" y="1695"/>
                  </a:lnTo>
                  <a:lnTo>
                    <a:pt x="293" y="1758"/>
                  </a:lnTo>
                  <a:lnTo>
                    <a:pt x="335" y="1695"/>
                  </a:lnTo>
                  <a:lnTo>
                    <a:pt x="440" y="1674"/>
                  </a:lnTo>
                  <a:lnTo>
                    <a:pt x="482" y="1653"/>
                  </a:lnTo>
                  <a:lnTo>
                    <a:pt x="545" y="1653"/>
                  </a:lnTo>
                  <a:lnTo>
                    <a:pt x="586" y="1548"/>
                  </a:lnTo>
                  <a:lnTo>
                    <a:pt x="796" y="1548"/>
                  </a:lnTo>
                  <a:lnTo>
                    <a:pt x="837" y="1611"/>
                  </a:lnTo>
                  <a:lnTo>
                    <a:pt x="942" y="1611"/>
                  </a:lnTo>
                  <a:lnTo>
                    <a:pt x="1005" y="1695"/>
                  </a:lnTo>
                  <a:lnTo>
                    <a:pt x="1151" y="1695"/>
                  </a:lnTo>
                  <a:lnTo>
                    <a:pt x="1214" y="1779"/>
                  </a:lnTo>
                  <a:lnTo>
                    <a:pt x="1214" y="1862"/>
                  </a:lnTo>
                  <a:lnTo>
                    <a:pt x="1319" y="1883"/>
                  </a:lnTo>
                  <a:lnTo>
                    <a:pt x="1361" y="1779"/>
                  </a:lnTo>
                  <a:lnTo>
                    <a:pt x="1381" y="1569"/>
                  </a:lnTo>
                  <a:lnTo>
                    <a:pt x="1361" y="1402"/>
                  </a:lnTo>
                  <a:lnTo>
                    <a:pt x="1444" y="1297"/>
                  </a:lnTo>
                  <a:lnTo>
                    <a:pt x="1486" y="1193"/>
                  </a:lnTo>
                  <a:lnTo>
                    <a:pt x="1654" y="1151"/>
                  </a:lnTo>
                  <a:lnTo>
                    <a:pt x="1800" y="1193"/>
                  </a:lnTo>
                  <a:lnTo>
                    <a:pt x="1884" y="1151"/>
                  </a:lnTo>
                  <a:lnTo>
                    <a:pt x="1800" y="1046"/>
                  </a:lnTo>
                  <a:lnTo>
                    <a:pt x="1884" y="984"/>
                  </a:lnTo>
                  <a:lnTo>
                    <a:pt x="1905" y="858"/>
                  </a:lnTo>
                  <a:lnTo>
                    <a:pt x="1946" y="774"/>
                  </a:lnTo>
                  <a:lnTo>
                    <a:pt x="1884" y="732"/>
                  </a:lnTo>
                  <a:lnTo>
                    <a:pt x="1758" y="732"/>
                  </a:lnTo>
                  <a:lnTo>
                    <a:pt x="1737" y="670"/>
                  </a:lnTo>
                  <a:lnTo>
                    <a:pt x="1779" y="544"/>
                  </a:lnTo>
                  <a:lnTo>
                    <a:pt x="1884" y="607"/>
                  </a:lnTo>
                  <a:lnTo>
                    <a:pt x="1967" y="544"/>
                  </a:lnTo>
                  <a:lnTo>
                    <a:pt x="1967" y="440"/>
                  </a:lnTo>
                  <a:lnTo>
                    <a:pt x="2009" y="335"/>
                  </a:lnTo>
                  <a:lnTo>
                    <a:pt x="2009" y="251"/>
                  </a:lnTo>
                  <a:lnTo>
                    <a:pt x="2072" y="230"/>
                  </a:lnTo>
                  <a:lnTo>
                    <a:pt x="2072" y="209"/>
                  </a:lnTo>
                  <a:lnTo>
                    <a:pt x="1967" y="147"/>
                  </a:lnTo>
                  <a:lnTo>
                    <a:pt x="1863" y="84"/>
                  </a:lnTo>
                  <a:lnTo>
                    <a:pt x="169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60"/>
            <p:cNvSpPr/>
            <p:nvPr/>
          </p:nvSpPr>
          <p:spPr>
            <a:xfrm>
              <a:off x="3762540" y="2773181"/>
              <a:ext cx="19445" cy="15956"/>
            </a:xfrm>
            <a:custGeom>
              <a:rect b="b" l="l" r="r" t="t"/>
              <a:pathLst>
                <a:path extrusionOk="0" h="1403" w="1633">
                  <a:moveTo>
                    <a:pt x="774" y="0"/>
                  </a:moveTo>
                  <a:lnTo>
                    <a:pt x="733" y="105"/>
                  </a:lnTo>
                  <a:lnTo>
                    <a:pt x="670" y="105"/>
                  </a:lnTo>
                  <a:lnTo>
                    <a:pt x="628" y="126"/>
                  </a:lnTo>
                  <a:lnTo>
                    <a:pt x="523" y="147"/>
                  </a:lnTo>
                  <a:lnTo>
                    <a:pt x="481" y="210"/>
                  </a:lnTo>
                  <a:lnTo>
                    <a:pt x="398" y="147"/>
                  </a:lnTo>
                  <a:lnTo>
                    <a:pt x="314" y="147"/>
                  </a:lnTo>
                  <a:lnTo>
                    <a:pt x="272" y="63"/>
                  </a:lnTo>
                  <a:lnTo>
                    <a:pt x="189" y="42"/>
                  </a:lnTo>
                  <a:lnTo>
                    <a:pt x="84" y="126"/>
                  </a:lnTo>
                  <a:lnTo>
                    <a:pt x="0" y="272"/>
                  </a:lnTo>
                  <a:lnTo>
                    <a:pt x="63" y="335"/>
                  </a:lnTo>
                  <a:lnTo>
                    <a:pt x="84" y="524"/>
                  </a:lnTo>
                  <a:lnTo>
                    <a:pt x="209" y="565"/>
                  </a:lnTo>
                  <a:lnTo>
                    <a:pt x="251" y="670"/>
                  </a:lnTo>
                  <a:lnTo>
                    <a:pt x="398" y="796"/>
                  </a:lnTo>
                  <a:lnTo>
                    <a:pt x="481" y="796"/>
                  </a:lnTo>
                  <a:lnTo>
                    <a:pt x="565" y="858"/>
                  </a:lnTo>
                  <a:lnTo>
                    <a:pt x="628" y="879"/>
                  </a:lnTo>
                  <a:lnTo>
                    <a:pt x="628" y="1047"/>
                  </a:lnTo>
                  <a:lnTo>
                    <a:pt x="774" y="1109"/>
                  </a:lnTo>
                  <a:lnTo>
                    <a:pt x="816" y="1068"/>
                  </a:lnTo>
                  <a:lnTo>
                    <a:pt x="900" y="1068"/>
                  </a:lnTo>
                  <a:lnTo>
                    <a:pt x="942" y="1109"/>
                  </a:lnTo>
                  <a:lnTo>
                    <a:pt x="1025" y="1151"/>
                  </a:lnTo>
                  <a:lnTo>
                    <a:pt x="1151" y="1298"/>
                  </a:lnTo>
                  <a:lnTo>
                    <a:pt x="1256" y="1319"/>
                  </a:lnTo>
                  <a:lnTo>
                    <a:pt x="1360" y="1402"/>
                  </a:lnTo>
                  <a:lnTo>
                    <a:pt x="1423" y="1361"/>
                  </a:lnTo>
                  <a:lnTo>
                    <a:pt x="1507" y="1361"/>
                  </a:lnTo>
                  <a:lnTo>
                    <a:pt x="1507" y="1298"/>
                  </a:lnTo>
                  <a:lnTo>
                    <a:pt x="1444" y="1256"/>
                  </a:lnTo>
                  <a:lnTo>
                    <a:pt x="1444" y="1172"/>
                  </a:lnTo>
                  <a:lnTo>
                    <a:pt x="1423" y="1109"/>
                  </a:lnTo>
                  <a:lnTo>
                    <a:pt x="1465" y="1047"/>
                  </a:lnTo>
                  <a:lnTo>
                    <a:pt x="1528" y="942"/>
                  </a:lnTo>
                  <a:lnTo>
                    <a:pt x="1549" y="942"/>
                  </a:lnTo>
                  <a:lnTo>
                    <a:pt x="1632" y="775"/>
                  </a:lnTo>
                  <a:lnTo>
                    <a:pt x="1549" y="670"/>
                  </a:lnTo>
                  <a:lnTo>
                    <a:pt x="1549" y="628"/>
                  </a:lnTo>
                  <a:lnTo>
                    <a:pt x="1465" y="440"/>
                  </a:lnTo>
                  <a:lnTo>
                    <a:pt x="1507" y="356"/>
                  </a:lnTo>
                  <a:lnTo>
                    <a:pt x="1507" y="335"/>
                  </a:lnTo>
                  <a:lnTo>
                    <a:pt x="1402" y="314"/>
                  </a:lnTo>
                  <a:lnTo>
                    <a:pt x="1402" y="231"/>
                  </a:lnTo>
                  <a:lnTo>
                    <a:pt x="1339" y="147"/>
                  </a:lnTo>
                  <a:lnTo>
                    <a:pt x="1193" y="147"/>
                  </a:lnTo>
                  <a:lnTo>
                    <a:pt x="1130" y="63"/>
                  </a:lnTo>
                  <a:lnTo>
                    <a:pt x="1025" y="63"/>
                  </a:lnTo>
                  <a:lnTo>
                    <a:pt x="98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60"/>
            <p:cNvSpPr/>
            <p:nvPr/>
          </p:nvSpPr>
          <p:spPr>
            <a:xfrm>
              <a:off x="3779484" y="2783894"/>
              <a:ext cx="4739" cy="6425"/>
            </a:xfrm>
            <a:custGeom>
              <a:rect b="b" l="l" r="r" t="t"/>
              <a:pathLst>
                <a:path extrusionOk="0" h="565" w="398">
                  <a:moveTo>
                    <a:pt x="105" y="0"/>
                  </a:moveTo>
                  <a:lnTo>
                    <a:pt x="42" y="105"/>
                  </a:lnTo>
                  <a:lnTo>
                    <a:pt x="0" y="167"/>
                  </a:lnTo>
                  <a:lnTo>
                    <a:pt x="21" y="230"/>
                  </a:lnTo>
                  <a:lnTo>
                    <a:pt x="21" y="314"/>
                  </a:lnTo>
                  <a:lnTo>
                    <a:pt x="84" y="356"/>
                  </a:lnTo>
                  <a:lnTo>
                    <a:pt x="84" y="419"/>
                  </a:lnTo>
                  <a:lnTo>
                    <a:pt x="105" y="419"/>
                  </a:lnTo>
                  <a:lnTo>
                    <a:pt x="146" y="523"/>
                  </a:lnTo>
                  <a:lnTo>
                    <a:pt x="314" y="565"/>
                  </a:lnTo>
                  <a:lnTo>
                    <a:pt x="398" y="544"/>
                  </a:lnTo>
                  <a:lnTo>
                    <a:pt x="398" y="356"/>
                  </a:lnTo>
                  <a:lnTo>
                    <a:pt x="335" y="314"/>
                  </a:lnTo>
                  <a:lnTo>
                    <a:pt x="314" y="167"/>
                  </a:lnTo>
                  <a:lnTo>
                    <a:pt x="18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60"/>
            <p:cNvSpPr/>
            <p:nvPr/>
          </p:nvSpPr>
          <p:spPr>
            <a:xfrm>
              <a:off x="3681319" y="2737017"/>
              <a:ext cx="27661" cy="34982"/>
            </a:xfrm>
            <a:custGeom>
              <a:rect b="b" l="l" r="r" t="t"/>
              <a:pathLst>
                <a:path extrusionOk="0" h="3076" w="2323">
                  <a:moveTo>
                    <a:pt x="1737" y="0"/>
                  </a:moveTo>
                  <a:lnTo>
                    <a:pt x="1779" y="84"/>
                  </a:lnTo>
                  <a:lnTo>
                    <a:pt x="1653" y="84"/>
                  </a:lnTo>
                  <a:lnTo>
                    <a:pt x="1674" y="209"/>
                  </a:lnTo>
                  <a:lnTo>
                    <a:pt x="1590" y="314"/>
                  </a:lnTo>
                  <a:lnTo>
                    <a:pt x="1590" y="230"/>
                  </a:lnTo>
                  <a:lnTo>
                    <a:pt x="1653" y="188"/>
                  </a:lnTo>
                  <a:lnTo>
                    <a:pt x="1590" y="84"/>
                  </a:lnTo>
                  <a:lnTo>
                    <a:pt x="1528" y="105"/>
                  </a:lnTo>
                  <a:lnTo>
                    <a:pt x="1569" y="167"/>
                  </a:lnTo>
                  <a:lnTo>
                    <a:pt x="1465" y="188"/>
                  </a:lnTo>
                  <a:lnTo>
                    <a:pt x="1423" y="147"/>
                  </a:lnTo>
                  <a:lnTo>
                    <a:pt x="1256" y="167"/>
                  </a:lnTo>
                  <a:lnTo>
                    <a:pt x="1256" y="230"/>
                  </a:lnTo>
                  <a:lnTo>
                    <a:pt x="1214" y="230"/>
                  </a:lnTo>
                  <a:lnTo>
                    <a:pt x="1172" y="356"/>
                  </a:lnTo>
                  <a:lnTo>
                    <a:pt x="1256" y="377"/>
                  </a:lnTo>
                  <a:lnTo>
                    <a:pt x="1235" y="419"/>
                  </a:lnTo>
                  <a:lnTo>
                    <a:pt x="1151" y="419"/>
                  </a:lnTo>
                  <a:lnTo>
                    <a:pt x="1151" y="481"/>
                  </a:lnTo>
                  <a:lnTo>
                    <a:pt x="1046" y="502"/>
                  </a:lnTo>
                  <a:lnTo>
                    <a:pt x="1067" y="586"/>
                  </a:lnTo>
                  <a:lnTo>
                    <a:pt x="1214" y="586"/>
                  </a:lnTo>
                  <a:lnTo>
                    <a:pt x="1172" y="607"/>
                  </a:lnTo>
                  <a:lnTo>
                    <a:pt x="1276" y="586"/>
                  </a:lnTo>
                  <a:lnTo>
                    <a:pt x="1360" y="586"/>
                  </a:lnTo>
                  <a:lnTo>
                    <a:pt x="1235" y="711"/>
                  </a:lnTo>
                  <a:lnTo>
                    <a:pt x="1046" y="795"/>
                  </a:lnTo>
                  <a:lnTo>
                    <a:pt x="1130" y="837"/>
                  </a:lnTo>
                  <a:lnTo>
                    <a:pt x="942" y="879"/>
                  </a:lnTo>
                  <a:lnTo>
                    <a:pt x="858" y="837"/>
                  </a:lnTo>
                  <a:lnTo>
                    <a:pt x="795" y="921"/>
                  </a:lnTo>
                  <a:lnTo>
                    <a:pt x="753" y="816"/>
                  </a:lnTo>
                  <a:lnTo>
                    <a:pt x="502" y="753"/>
                  </a:lnTo>
                  <a:lnTo>
                    <a:pt x="502" y="816"/>
                  </a:lnTo>
                  <a:lnTo>
                    <a:pt x="335" y="753"/>
                  </a:lnTo>
                  <a:lnTo>
                    <a:pt x="314" y="942"/>
                  </a:lnTo>
                  <a:lnTo>
                    <a:pt x="398" y="879"/>
                  </a:lnTo>
                  <a:lnTo>
                    <a:pt x="419" y="942"/>
                  </a:lnTo>
                  <a:lnTo>
                    <a:pt x="440" y="984"/>
                  </a:lnTo>
                  <a:lnTo>
                    <a:pt x="481" y="1088"/>
                  </a:lnTo>
                  <a:lnTo>
                    <a:pt x="419" y="1088"/>
                  </a:lnTo>
                  <a:lnTo>
                    <a:pt x="398" y="1025"/>
                  </a:lnTo>
                  <a:lnTo>
                    <a:pt x="272" y="1025"/>
                  </a:lnTo>
                  <a:lnTo>
                    <a:pt x="419" y="1130"/>
                  </a:lnTo>
                  <a:lnTo>
                    <a:pt x="544" y="1109"/>
                  </a:lnTo>
                  <a:lnTo>
                    <a:pt x="586" y="1214"/>
                  </a:lnTo>
                  <a:lnTo>
                    <a:pt x="440" y="1235"/>
                  </a:lnTo>
                  <a:lnTo>
                    <a:pt x="419" y="1276"/>
                  </a:lnTo>
                  <a:lnTo>
                    <a:pt x="440" y="1339"/>
                  </a:lnTo>
                  <a:lnTo>
                    <a:pt x="293" y="1360"/>
                  </a:lnTo>
                  <a:lnTo>
                    <a:pt x="335" y="1444"/>
                  </a:lnTo>
                  <a:lnTo>
                    <a:pt x="272" y="1465"/>
                  </a:lnTo>
                  <a:lnTo>
                    <a:pt x="377" y="1528"/>
                  </a:lnTo>
                  <a:lnTo>
                    <a:pt x="419" y="1507"/>
                  </a:lnTo>
                  <a:lnTo>
                    <a:pt x="398" y="1548"/>
                  </a:lnTo>
                  <a:lnTo>
                    <a:pt x="523" y="1528"/>
                  </a:lnTo>
                  <a:lnTo>
                    <a:pt x="544" y="1674"/>
                  </a:lnTo>
                  <a:lnTo>
                    <a:pt x="858" y="1674"/>
                  </a:lnTo>
                  <a:lnTo>
                    <a:pt x="753" y="1758"/>
                  </a:lnTo>
                  <a:lnTo>
                    <a:pt x="691" y="1737"/>
                  </a:lnTo>
                  <a:lnTo>
                    <a:pt x="586" y="1925"/>
                  </a:lnTo>
                  <a:lnTo>
                    <a:pt x="628" y="1925"/>
                  </a:lnTo>
                  <a:lnTo>
                    <a:pt x="523" y="2051"/>
                  </a:lnTo>
                  <a:lnTo>
                    <a:pt x="335" y="2176"/>
                  </a:lnTo>
                  <a:lnTo>
                    <a:pt x="419" y="2176"/>
                  </a:lnTo>
                  <a:lnTo>
                    <a:pt x="523" y="2134"/>
                  </a:lnTo>
                  <a:lnTo>
                    <a:pt x="586" y="2155"/>
                  </a:lnTo>
                  <a:lnTo>
                    <a:pt x="732" y="2155"/>
                  </a:lnTo>
                  <a:lnTo>
                    <a:pt x="816" y="2072"/>
                  </a:lnTo>
                  <a:lnTo>
                    <a:pt x="816" y="2092"/>
                  </a:lnTo>
                  <a:lnTo>
                    <a:pt x="942" y="2134"/>
                  </a:lnTo>
                  <a:lnTo>
                    <a:pt x="691" y="2176"/>
                  </a:lnTo>
                  <a:lnTo>
                    <a:pt x="502" y="2197"/>
                  </a:lnTo>
                  <a:lnTo>
                    <a:pt x="440" y="2281"/>
                  </a:lnTo>
                  <a:lnTo>
                    <a:pt x="314" y="2302"/>
                  </a:lnTo>
                  <a:lnTo>
                    <a:pt x="377" y="2364"/>
                  </a:lnTo>
                  <a:lnTo>
                    <a:pt x="335" y="2406"/>
                  </a:lnTo>
                  <a:lnTo>
                    <a:pt x="398" y="2448"/>
                  </a:lnTo>
                  <a:lnTo>
                    <a:pt x="293" y="2469"/>
                  </a:lnTo>
                  <a:lnTo>
                    <a:pt x="209" y="2385"/>
                  </a:lnTo>
                  <a:lnTo>
                    <a:pt x="188" y="2448"/>
                  </a:lnTo>
                  <a:lnTo>
                    <a:pt x="168" y="2406"/>
                  </a:lnTo>
                  <a:lnTo>
                    <a:pt x="0" y="2490"/>
                  </a:lnTo>
                  <a:lnTo>
                    <a:pt x="21" y="2511"/>
                  </a:lnTo>
                  <a:lnTo>
                    <a:pt x="398" y="2511"/>
                  </a:lnTo>
                  <a:lnTo>
                    <a:pt x="272" y="2595"/>
                  </a:lnTo>
                  <a:lnTo>
                    <a:pt x="105" y="2657"/>
                  </a:lnTo>
                  <a:lnTo>
                    <a:pt x="63" y="2762"/>
                  </a:lnTo>
                  <a:lnTo>
                    <a:pt x="168" y="2762"/>
                  </a:lnTo>
                  <a:lnTo>
                    <a:pt x="188" y="2825"/>
                  </a:lnTo>
                  <a:lnTo>
                    <a:pt x="440" y="2762"/>
                  </a:lnTo>
                  <a:lnTo>
                    <a:pt x="440" y="2762"/>
                  </a:lnTo>
                  <a:lnTo>
                    <a:pt x="230" y="2888"/>
                  </a:lnTo>
                  <a:lnTo>
                    <a:pt x="168" y="2929"/>
                  </a:lnTo>
                  <a:lnTo>
                    <a:pt x="314" y="2929"/>
                  </a:lnTo>
                  <a:lnTo>
                    <a:pt x="502" y="2825"/>
                  </a:lnTo>
                  <a:lnTo>
                    <a:pt x="481" y="2908"/>
                  </a:lnTo>
                  <a:lnTo>
                    <a:pt x="314" y="2992"/>
                  </a:lnTo>
                  <a:lnTo>
                    <a:pt x="419" y="2992"/>
                  </a:lnTo>
                  <a:lnTo>
                    <a:pt x="398" y="3034"/>
                  </a:lnTo>
                  <a:lnTo>
                    <a:pt x="398" y="3034"/>
                  </a:lnTo>
                  <a:lnTo>
                    <a:pt x="523" y="3013"/>
                  </a:lnTo>
                  <a:lnTo>
                    <a:pt x="607" y="3076"/>
                  </a:lnTo>
                  <a:lnTo>
                    <a:pt x="795" y="3034"/>
                  </a:lnTo>
                  <a:lnTo>
                    <a:pt x="963" y="2992"/>
                  </a:lnTo>
                  <a:lnTo>
                    <a:pt x="1130" y="2888"/>
                  </a:lnTo>
                  <a:lnTo>
                    <a:pt x="1067" y="2783"/>
                  </a:lnTo>
                  <a:lnTo>
                    <a:pt x="1172" y="2783"/>
                  </a:lnTo>
                  <a:lnTo>
                    <a:pt x="1151" y="2867"/>
                  </a:lnTo>
                  <a:lnTo>
                    <a:pt x="1256" y="2867"/>
                  </a:lnTo>
                  <a:lnTo>
                    <a:pt x="1360" y="2720"/>
                  </a:lnTo>
                  <a:lnTo>
                    <a:pt x="1444" y="2762"/>
                  </a:lnTo>
                  <a:lnTo>
                    <a:pt x="1465" y="2657"/>
                  </a:lnTo>
                  <a:lnTo>
                    <a:pt x="1800" y="2595"/>
                  </a:lnTo>
                  <a:lnTo>
                    <a:pt x="1841" y="2511"/>
                  </a:lnTo>
                  <a:lnTo>
                    <a:pt x="1862" y="2616"/>
                  </a:lnTo>
                  <a:lnTo>
                    <a:pt x="1946" y="2553"/>
                  </a:lnTo>
                  <a:lnTo>
                    <a:pt x="2009" y="2574"/>
                  </a:lnTo>
                  <a:lnTo>
                    <a:pt x="2176" y="2574"/>
                  </a:lnTo>
                  <a:lnTo>
                    <a:pt x="2072" y="2406"/>
                  </a:lnTo>
                  <a:lnTo>
                    <a:pt x="2155" y="2385"/>
                  </a:lnTo>
                  <a:lnTo>
                    <a:pt x="2218" y="2281"/>
                  </a:lnTo>
                  <a:lnTo>
                    <a:pt x="2218" y="2176"/>
                  </a:lnTo>
                  <a:lnTo>
                    <a:pt x="2302" y="2072"/>
                  </a:lnTo>
                  <a:lnTo>
                    <a:pt x="2323" y="1967"/>
                  </a:lnTo>
                  <a:lnTo>
                    <a:pt x="2302" y="1716"/>
                  </a:lnTo>
                  <a:lnTo>
                    <a:pt x="2218" y="1674"/>
                  </a:lnTo>
                  <a:lnTo>
                    <a:pt x="2302" y="1632"/>
                  </a:lnTo>
                  <a:lnTo>
                    <a:pt x="2302" y="1507"/>
                  </a:lnTo>
                  <a:lnTo>
                    <a:pt x="2218" y="1402"/>
                  </a:lnTo>
                  <a:lnTo>
                    <a:pt x="2260" y="1256"/>
                  </a:lnTo>
                  <a:lnTo>
                    <a:pt x="2176" y="1214"/>
                  </a:lnTo>
                  <a:lnTo>
                    <a:pt x="2197" y="1130"/>
                  </a:lnTo>
                  <a:lnTo>
                    <a:pt x="2281" y="1151"/>
                  </a:lnTo>
                  <a:lnTo>
                    <a:pt x="2281" y="1151"/>
                  </a:lnTo>
                  <a:lnTo>
                    <a:pt x="2155" y="1088"/>
                  </a:lnTo>
                  <a:lnTo>
                    <a:pt x="2072" y="1046"/>
                  </a:lnTo>
                  <a:lnTo>
                    <a:pt x="1967" y="837"/>
                  </a:lnTo>
                  <a:lnTo>
                    <a:pt x="1800" y="732"/>
                  </a:lnTo>
                  <a:lnTo>
                    <a:pt x="1737" y="795"/>
                  </a:lnTo>
                  <a:lnTo>
                    <a:pt x="1695" y="942"/>
                  </a:lnTo>
                  <a:lnTo>
                    <a:pt x="1632" y="984"/>
                  </a:lnTo>
                  <a:lnTo>
                    <a:pt x="1360" y="732"/>
                  </a:lnTo>
                  <a:lnTo>
                    <a:pt x="1486" y="502"/>
                  </a:lnTo>
                  <a:lnTo>
                    <a:pt x="1632" y="481"/>
                  </a:lnTo>
                  <a:lnTo>
                    <a:pt x="1653" y="377"/>
                  </a:lnTo>
                  <a:lnTo>
                    <a:pt x="1737" y="356"/>
                  </a:lnTo>
                  <a:lnTo>
                    <a:pt x="1779" y="272"/>
                  </a:lnTo>
                  <a:lnTo>
                    <a:pt x="1737" y="293"/>
                  </a:lnTo>
                  <a:lnTo>
                    <a:pt x="1737" y="293"/>
                  </a:lnTo>
                  <a:lnTo>
                    <a:pt x="1841" y="188"/>
                  </a:lnTo>
                  <a:lnTo>
                    <a:pt x="1946" y="147"/>
                  </a:lnTo>
                  <a:lnTo>
                    <a:pt x="1841" y="84"/>
                  </a:lnTo>
                  <a:lnTo>
                    <a:pt x="173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59" name="Google Shape;1859;p60"/>
            <p:cNvGrpSpPr/>
            <p:nvPr/>
          </p:nvGrpSpPr>
          <p:grpSpPr>
            <a:xfrm>
              <a:off x="3697513" y="2707266"/>
              <a:ext cx="59549" cy="79733"/>
              <a:chOff x="3586375" y="2281300"/>
              <a:chExt cx="125025" cy="175275"/>
            </a:xfrm>
          </p:grpSpPr>
          <p:sp>
            <p:nvSpPr>
              <p:cNvPr id="1860" name="Google Shape;1860;p60"/>
              <p:cNvSpPr/>
              <p:nvPr/>
            </p:nvSpPr>
            <p:spPr>
              <a:xfrm>
                <a:off x="3609900" y="2281300"/>
                <a:ext cx="101500" cy="175275"/>
              </a:xfrm>
              <a:custGeom>
                <a:rect b="b" l="l" r="r" t="t"/>
                <a:pathLst>
                  <a:path extrusionOk="0" h="7011" w="4060">
                    <a:moveTo>
                      <a:pt x="1340" y="1"/>
                    </a:moveTo>
                    <a:lnTo>
                      <a:pt x="1277" y="63"/>
                    </a:lnTo>
                    <a:lnTo>
                      <a:pt x="1235" y="42"/>
                    </a:lnTo>
                    <a:lnTo>
                      <a:pt x="1110" y="84"/>
                    </a:lnTo>
                    <a:lnTo>
                      <a:pt x="1026" y="84"/>
                    </a:lnTo>
                    <a:lnTo>
                      <a:pt x="921" y="105"/>
                    </a:lnTo>
                    <a:lnTo>
                      <a:pt x="859" y="105"/>
                    </a:lnTo>
                    <a:lnTo>
                      <a:pt x="838" y="168"/>
                    </a:lnTo>
                    <a:lnTo>
                      <a:pt x="838" y="105"/>
                    </a:lnTo>
                    <a:lnTo>
                      <a:pt x="796" y="84"/>
                    </a:lnTo>
                    <a:lnTo>
                      <a:pt x="712" y="168"/>
                    </a:lnTo>
                    <a:lnTo>
                      <a:pt x="733" y="105"/>
                    </a:lnTo>
                    <a:lnTo>
                      <a:pt x="608" y="42"/>
                    </a:lnTo>
                    <a:lnTo>
                      <a:pt x="587" y="105"/>
                    </a:lnTo>
                    <a:lnTo>
                      <a:pt x="524" y="168"/>
                    </a:lnTo>
                    <a:lnTo>
                      <a:pt x="545" y="231"/>
                    </a:lnTo>
                    <a:lnTo>
                      <a:pt x="524" y="231"/>
                    </a:lnTo>
                    <a:lnTo>
                      <a:pt x="524" y="314"/>
                    </a:lnTo>
                    <a:lnTo>
                      <a:pt x="419" y="356"/>
                    </a:lnTo>
                    <a:lnTo>
                      <a:pt x="482" y="419"/>
                    </a:lnTo>
                    <a:lnTo>
                      <a:pt x="440" y="503"/>
                    </a:lnTo>
                    <a:lnTo>
                      <a:pt x="398" y="503"/>
                    </a:lnTo>
                    <a:lnTo>
                      <a:pt x="503" y="607"/>
                    </a:lnTo>
                    <a:lnTo>
                      <a:pt x="545" y="670"/>
                    </a:lnTo>
                    <a:lnTo>
                      <a:pt x="419" y="607"/>
                    </a:lnTo>
                    <a:lnTo>
                      <a:pt x="398" y="670"/>
                    </a:lnTo>
                    <a:lnTo>
                      <a:pt x="315" y="587"/>
                    </a:lnTo>
                    <a:lnTo>
                      <a:pt x="294" y="628"/>
                    </a:lnTo>
                    <a:lnTo>
                      <a:pt x="315" y="691"/>
                    </a:lnTo>
                    <a:lnTo>
                      <a:pt x="294" y="733"/>
                    </a:lnTo>
                    <a:lnTo>
                      <a:pt x="273" y="628"/>
                    </a:lnTo>
                    <a:lnTo>
                      <a:pt x="210" y="733"/>
                    </a:lnTo>
                    <a:lnTo>
                      <a:pt x="273" y="796"/>
                    </a:lnTo>
                    <a:lnTo>
                      <a:pt x="210" y="817"/>
                    </a:lnTo>
                    <a:lnTo>
                      <a:pt x="294" y="900"/>
                    </a:lnTo>
                    <a:lnTo>
                      <a:pt x="336" y="900"/>
                    </a:lnTo>
                    <a:lnTo>
                      <a:pt x="294" y="942"/>
                    </a:lnTo>
                    <a:lnTo>
                      <a:pt x="210" y="900"/>
                    </a:lnTo>
                    <a:lnTo>
                      <a:pt x="210" y="1026"/>
                    </a:lnTo>
                    <a:lnTo>
                      <a:pt x="210" y="1047"/>
                    </a:lnTo>
                    <a:lnTo>
                      <a:pt x="377" y="1026"/>
                    </a:lnTo>
                    <a:lnTo>
                      <a:pt x="273" y="1089"/>
                    </a:lnTo>
                    <a:lnTo>
                      <a:pt x="273" y="1110"/>
                    </a:lnTo>
                    <a:lnTo>
                      <a:pt x="294" y="1131"/>
                    </a:lnTo>
                    <a:lnTo>
                      <a:pt x="377" y="1110"/>
                    </a:lnTo>
                    <a:lnTo>
                      <a:pt x="336" y="1131"/>
                    </a:lnTo>
                    <a:lnTo>
                      <a:pt x="398" y="1151"/>
                    </a:lnTo>
                    <a:lnTo>
                      <a:pt x="398" y="1151"/>
                    </a:lnTo>
                    <a:lnTo>
                      <a:pt x="315" y="1131"/>
                    </a:lnTo>
                    <a:lnTo>
                      <a:pt x="294" y="1151"/>
                    </a:lnTo>
                    <a:lnTo>
                      <a:pt x="294" y="1214"/>
                    </a:lnTo>
                    <a:lnTo>
                      <a:pt x="315" y="1235"/>
                    </a:lnTo>
                    <a:lnTo>
                      <a:pt x="273" y="1256"/>
                    </a:lnTo>
                    <a:lnTo>
                      <a:pt x="231" y="1319"/>
                    </a:lnTo>
                    <a:lnTo>
                      <a:pt x="294" y="1319"/>
                    </a:lnTo>
                    <a:lnTo>
                      <a:pt x="294" y="1361"/>
                    </a:lnTo>
                    <a:lnTo>
                      <a:pt x="210" y="1340"/>
                    </a:lnTo>
                    <a:lnTo>
                      <a:pt x="189" y="1403"/>
                    </a:lnTo>
                    <a:lnTo>
                      <a:pt x="210" y="1444"/>
                    </a:lnTo>
                    <a:lnTo>
                      <a:pt x="189" y="1465"/>
                    </a:lnTo>
                    <a:lnTo>
                      <a:pt x="168" y="1528"/>
                    </a:lnTo>
                    <a:lnTo>
                      <a:pt x="63" y="1528"/>
                    </a:lnTo>
                    <a:lnTo>
                      <a:pt x="1" y="1549"/>
                    </a:lnTo>
                    <a:lnTo>
                      <a:pt x="63" y="1570"/>
                    </a:lnTo>
                    <a:lnTo>
                      <a:pt x="126" y="1570"/>
                    </a:lnTo>
                    <a:lnTo>
                      <a:pt x="189" y="1612"/>
                    </a:lnTo>
                    <a:lnTo>
                      <a:pt x="168" y="1633"/>
                    </a:lnTo>
                    <a:lnTo>
                      <a:pt x="105" y="1633"/>
                    </a:lnTo>
                    <a:lnTo>
                      <a:pt x="189" y="1716"/>
                    </a:lnTo>
                    <a:lnTo>
                      <a:pt x="210" y="1716"/>
                    </a:lnTo>
                    <a:lnTo>
                      <a:pt x="273" y="1737"/>
                    </a:lnTo>
                    <a:lnTo>
                      <a:pt x="503" y="1507"/>
                    </a:lnTo>
                    <a:lnTo>
                      <a:pt x="482" y="1570"/>
                    </a:lnTo>
                    <a:lnTo>
                      <a:pt x="503" y="1612"/>
                    </a:lnTo>
                    <a:lnTo>
                      <a:pt x="419" y="1633"/>
                    </a:lnTo>
                    <a:lnTo>
                      <a:pt x="377" y="1758"/>
                    </a:lnTo>
                    <a:lnTo>
                      <a:pt x="377" y="1779"/>
                    </a:lnTo>
                    <a:lnTo>
                      <a:pt x="315" y="1947"/>
                    </a:lnTo>
                    <a:lnTo>
                      <a:pt x="336" y="1947"/>
                    </a:lnTo>
                    <a:lnTo>
                      <a:pt x="294" y="2135"/>
                    </a:lnTo>
                    <a:lnTo>
                      <a:pt x="294" y="2239"/>
                    </a:lnTo>
                    <a:lnTo>
                      <a:pt x="231" y="2281"/>
                    </a:lnTo>
                    <a:lnTo>
                      <a:pt x="294" y="2323"/>
                    </a:lnTo>
                    <a:lnTo>
                      <a:pt x="315" y="2302"/>
                    </a:lnTo>
                    <a:lnTo>
                      <a:pt x="231" y="2449"/>
                    </a:lnTo>
                    <a:lnTo>
                      <a:pt x="231" y="2595"/>
                    </a:lnTo>
                    <a:lnTo>
                      <a:pt x="189" y="2658"/>
                    </a:lnTo>
                    <a:lnTo>
                      <a:pt x="189" y="2700"/>
                    </a:lnTo>
                    <a:lnTo>
                      <a:pt x="315" y="2700"/>
                    </a:lnTo>
                    <a:lnTo>
                      <a:pt x="294" y="2595"/>
                    </a:lnTo>
                    <a:lnTo>
                      <a:pt x="336" y="2491"/>
                    </a:lnTo>
                    <a:lnTo>
                      <a:pt x="336" y="2407"/>
                    </a:lnTo>
                    <a:lnTo>
                      <a:pt x="398" y="2323"/>
                    </a:lnTo>
                    <a:lnTo>
                      <a:pt x="336" y="2135"/>
                    </a:lnTo>
                    <a:lnTo>
                      <a:pt x="398" y="2135"/>
                    </a:lnTo>
                    <a:lnTo>
                      <a:pt x="545" y="1947"/>
                    </a:lnTo>
                    <a:lnTo>
                      <a:pt x="440" y="2135"/>
                    </a:lnTo>
                    <a:lnTo>
                      <a:pt x="419" y="2239"/>
                    </a:lnTo>
                    <a:lnTo>
                      <a:pt x="482" y="2260"/>
                    </a:lnTo>
                    <a:lnTo>
                      <a:pt x="482" y="2198"/>
                    </a:lnTo>
                    <a:lnTo>
                      <a:pt x="545" y="2135"/>
                    </a:lnTo>
                    <a:lnTo>
                      <a:pt x="587" y="2260"/>
                    </a:lnTo>
                    <a:lnTo>
                      <a:pt x="628" y="2135"/>
                    </a:lnTo>
                    <a:lnTo>
                      <a:pt x="628" y="2030"/>
                    </a:lnTo>
                    <a:lnTo>
                      <a:pt x="691" y="1988"/>
                    </a:lnTo>
                    <a:lnTo>
                      <a:pt x="649" y="2135"/>
                    </a:lnTo>
                    <a:lnTo>
                      <a:pt x="754" y="2198"/>
                    </a:lnTo>
                    <a:lnTo>
                      <a:pt x="649" y="2177"/>
                    </a:lnTo>
                    <a:lnTo>
                      <a:pt x="628" y="2323"/>
                    </a:lnTo>
                    <a:lnTo>
                      <a:pt x="649" y="2449"/>
                    </a:lnTo>
                    <a:lnTo>
                      <a:pt x="712" y="2470"/>
                    </a:lnTo>
                    <a:lnTo>
                      <a:pt x="754" y="2574"/>
                    </a:lnTo>
                    <a:lnTo>
                      <a:pt x="649" y="2658"/>
                    </a:lnTo>
                    <a:lnTo>
                      <a:pt x="587" y="2909"/>
                    </a:lnTo>
                    <a:lnTo>
                      <a:pt x="587" y="3014"/>
                    </a:lnTo>
                    <a:lnTo>
                      <a:pt x="503" y="2972"/>
                    </a:lnTo>
                    <a:lnTo>
                      <a:pt x="503" y="3097"/>
                    </a:lnTo>
                    <a:lnTo>
                      <a:pt x="628" y="3244"/>
                    </a:lnTo>
                    <a:lnTo>
                      <a:pt x="587" y="3097"/>
                    </a:lnTo>
                    <a:lnTo>
                      <a:pt x="649" y="3076"/>
                    </a:lnTo>
                    <a:lnTo>
                      <a:pt x="859" y="3223"/>
                    </a:lnTo>
                    <a:lnTo>
                      <a:pt x="859" y="3097"/>
                    </a:lnTo>
                    <a:lnTo>
                      <a:pt x="796" y="3035"/>
                    </a:lnTo>
                    <a:lnTo>
                      <a:pt x="838" y="3014"/>
                    </a:lnTo>
                    <a:lnTo>
                      <a:pt x="1005" y="3118"/>
                    </a:lnTo>
                    <a:lnTo>
                      <a:pt x="1131" y="3118"/>
                    </a:lnTo>
                    <a:lnTo>
                      <a:pt x="1131" y="3076"/>
                    </a:lnTo>
                    <a:lnTo>
                      <a:pt x="1235" y="3076"/>
                    </a:lnTo>
                    <a:lnTo>
                      <a:pt x="1256" y="2972"/>
                    </a:lnTo>
                    <a:lnTo>
                      <a:pt x="1549" y="2993"/>
                    </a:lnTo>
                    <a:lnTo>
                      <a:pt x="1361" y="3014"/>
                    </a:lnTo>
                    <a:lnTo>
                      <a:pt x="1235" y="3348"/>
                    </a:lnTo>
                    <a:lnTo>
                      <a:pt x="1382" y="3620"/>
                    </a:lnTo>
                    <a:lnTo>
                      <a:pt x="1444" y="3558"/>
                    </a:lnTo>
                    <a:lnTo>
                      <a:pt x="1444" y="3704"/>
                    </a:lnTo>
                    <a:lnTo>
                      <a:pt x="1549" y="3600"/>
                    </a:lnTo>
                    <a:lnTo>
                      <a:pt x="1654" y="3600"/>
                    </a:lnTo>
                    <a:lnTo>
                      <a:pt x="1633" y="3746"/>
                    </a:lnTo>
                    <a:lnTo>
                      <a:pt x="1654" y="3767"/>
                    </a:lnTo>
                    <a:lnTo>
                      <a:pt x="1549" y="3851"/>
                    </a:lnTo>
                    <a:lnTo>
                      <a:pt x="1570" y="4018"/>
                    </a:lnTo>
                    <a:lnTo>
                      <a:pt x="1528" y="4123"/>
                    </a:lnTo>
                    <a:lnTo>
                      <a:pt x="1570" y="4227"/>
                    </a:lnTo>
                    <a:lnTo>
                      <a:pt x="1654" y="4290"/>
                    </a:lnTo>
                    <a:lnTo>
                      <a:pt x="1737" y="4290"/>
                    </a:lnTo>
                    <a:lnTo>
                      <a:pt x="1675" y="4332"/>
                    </a:lnTo>
                    <a:lnTo>
                      <a:pt x="1591" y="4332"/>
                    </a:lnTo>
                    <a:lnTo>
                      <a:pt x="1549" y="4248"/>
                    </a:lnTo>
                    <a:lnTo>
                      <a:pt x="1465" y="4269"/>
                    </a:lnTo>
                    <a:lnTo>
                      <a:pt x="1528" y="4353"/>
                    </a:lnTo>
                    <a:lnTo>
                      <a:pt x="1591" y="4395"/>
                    </a:lnTo>
                    <a:lnTo>
                      <a:pt x="1486" y="4374"/>
                    </a:lnTo>
                    <a:lnTo>
                      <a:pt x="1424" y="4290"/>
                    </a:lnTo>
                    <a:lnTo>
                      <a:pt x="1235" y="4353"/>
                    </a:lnTo>
                    <a:lnTo>
                      <a:pt x="1152" y="4353"/>
                    </a:lnTo>
                    <a:lnTo>
                      <a:pt x="963" y="4436"/>
                    </a:lnTo>
                    <a:lnTo>
                      <a:pt x="859" y="4583"/>
                    </a:lnTo>
                    <a:lnTo>
                      <a:pt x="733" y="4667"/>
                    </a:lnTo>
                    <a:lnTo>
                      <a:pt x="691" y="4750"/>
                    </a:lnTo>
                    <a:lnTo>
                      <a:pt x="817" y="4750"/>
                    </a:lnTo>
                    <a:lnTo>
                      <a:pt x="817" y="4688"/>
                    </a:lnTo>
                    <a:lnTo>
                      <a:pt x="1026" y="4646"/>
                    </a:lnTo>
                    <a:lnTo>
                      <a:pt x="1005" y="4750"/>
                    </a:lnTo>
                    <a:lnTo>
                      <a:pt x="1068" y="4813"/>
                    </a:lnTo>
                    <a:lnTo>
                      <a:pt x="1005" y="4876"/>
                    </a:lnTo>
                    <a:lnTo>
                      <a:pt x="1026" y="4960"/>
                    </a:lnTo>
                    <a:lnTo>
                      <a:pt x="1068" y="4960"/>
                    </a:lnTo>
                    <a:lnTo>
                      <a:pt x="942" y="5190"/>
                    </a:lnTo>
                    <a:lnTo>
                      <a:pt x="859" y="5232"/>
                    </a:lnTo>
                    <a:lnTo>
                      <a:pt x="754" y="5294"/>
                    </a:lnTo>
                    <a:lnTo>
                      <a:pt x="733" y="5294"/>
                    </a:lnTo>
                    <a:lnTo>
                      <a:pt x="608" y="5378"/>
                    </a:lnTo>
                    <a:lnTo>
                      <a:pt x="524" y="5378"/>
                    </a:lnTo>
                    <a:lnTo>
                      <a:pt x="398" y="5483"/>
                    </a:lnTo>
                    <a:lnTo>
                      <a:pt x="503" y="5483"/>
                    </a:lnTo>
                    <a:lnTo>
                      <a:pt x="503" y="5545"/>
                    </a:lnTo>
                    <a:lnTo>
                      <a:pt x="419" y="5608"/>
                    </a:lnTo>
                    <a:lnTo>
                      <a:pt x="545" y="5629"/>
                    </a:lnTo>
                    <a:lnTo>
                      <a:pt x="524" y="5650"/>
                    </a:lnTo>
                    <a:lnTo>
                      <a:pt x="587" y="5692"/>
                    </a:lnTo>
                    <a:lnTo>
                      <a:pt x="649" y="5650"/>
                    </a:lnTo>
                    <a:lnTo>
                      <a:pt x="754" y="5608"/>
                    </a:lnTo>
                    <a:lnTo>
                      <a:pt x="900" y="5545"/>
                    </a:lnTo>
                    <a:lnTo>
                      <a:pt x="921" y="5629"/>
                    </a:lnTo>
                    <a:lnTo>
                      <a:pt x="1026" y="5650"/>
                    </a:lnTo>
                    <a:lnTo>
                      <a:pt x="942" y="5692"/>
                    </a:lnTo>
                    <a:lnTo>
                      <a:pt x="921" y="5734"/>
                    </a:lnTo>
                    <a:lnTo>
                      <a:pt x="1068" y="5734"/>
                    </a:lnTo>
                    <a:lnTo>
                      <a:pt x="1068" y="5713"/>
                    </a:lnTo>
                    <a:lnTo>
                      <a:pt x="1152" y="5692"/>
                    </a:lnTo>
                    <a:lnTo>
                      <a:pt x="1256" y="5796"/>
                    </a:lnTo>
                    <a:lnTo>
                      <a:pt x="1319" y="5859"/>
                    </a:lnTo>
                    <a:lnTo>
                      <a:pt x="1486" y="5859"/>
                    </a:lnTo>
                    <a:lnTo>
                      <a:pt x="1549" y="5796"/>
                    </a:lnTo>
                    <a:lnTo>
                      <a:pt x="1633" y="5755"/>
                    </a:lnTo>
                    <a:lnTo>
                      <a:pt x="1758" y="5713"/>
                    </a:lnTo>
                    <a:lnTo>
                      <a:pt x="1800" y="5650"/>
                    </a:lnTo>
                    <a:lnTo>
                      <a:pt x="1905" y="5608"/>
                    </a:lnTo>
                    <a:lnTo>
                      <a:pt x="1758" y="5755"/>
                    </a:lnTo>
                    <a:lnTo>
                      <a:pt x="1633" y="5901"/>
                    </a:lnTo>
                    <a:lnTo>
                      <a:pt x="1633" y="6048"/>
                    </a:lnTo>
                    <a:lnTo>
                      <a:pt x="1528" y="6048"/>
                    </a:lnTo>
                    <a:lnTo>
                      <a:pt x="1444" y="6068"/>
                    </a:lnTo>
                    <a:lnTo>
                      <a:pt x="1361" y="6027"/>
                    </a:lnTo>
                    <a:lnTo>
                      <a:pt x="1131" y="6006"/>
                    </a:lnTo>
                    <a:lnTo>
                      <a:pt x="963" y="6048"/>
                    </a:lnTo>
                    <a:lnTo>
                      <a:pt x="963" y="6131"/>
                    </a:lnTo>
                    <a:lnTo>
                      <a:pt x="900" y="6215"/>
                    </a:lnTo>
                    <a:lnTo>
                      <a:pt x="796" y="6215"/>
                    </a:lnTo>
                    <a:lnTo>
                      <a:pt x="796" y="6382"/>
                    </a:lnTo>
                    <a:lnTo>
                      <a:pt x="691" y="6487"/>
                    </a:lnTo>
                    <a:lnTo>
                      <a:pt x="649" y="6550"/>
                    </a:lnTo>
                    <a:lnTo>
                      <a:pt x="545" y="6550"/>
                    </a:lnTo>
                    <a:lnTo>
                      <a:pt x="524" y="6675"/>
                    </a:lnTo>
                    <a:lnTo>
                      <a:pt x="482" y="6675"/>
                    </a:lnTo>
                    <a:lnTo>
                      <a:pt x="440" y="6738"/>
                    </a:lnTo>
                    <a:lnTo>
                      <a:pt x="315" y="6843"/>
                    </a:lnTo>
                    <a:lnTo>
                      <a:pt x="231" y="6801"/>
                    </a:lnTo>
                    <a:lnTo>
                      <a:pt x="168" y="6864"/>
                    </a:lnTo>
                    <a:lnTo>
                      <a:pt x="168" y="6968"/>
                    </a:lnTo>
                    <a:lnTo>
                      <a:pt x="273" y="6968"/>
                    </a:lnTo>
                    <a:lnTo>
                      <a:pt x="273" y="6885"/>
                    </a:lnTo>
                    <a:lnTo>
                      <a:pt x="377" y="6905"/>
                    </a:lnTo>
                    <a:lnTo>
                      <a:pt x="419" y="7010"/>
                    </a:lnTo>
                    <a:lnTo>
                      <a:pt x="503" y="6968"/>
                    </a:lnTo>
                    <a:lnTo>
                      <a:pt x="482" y="6905"/>
                    </a:lnTo>
                    <a:lnTo>
                      <a:pt x="524" y="6843"/>
                    </a:lnTo>
                    <a:lnTo>
                      <a:pt x="545" y="6864"/>
                    </a:lnTo>
                    <a:lnTo>
                      <a:pt x="628" y="6801"/>
                    </a:lnTo>
                    <a:lnTo>
                      <a:pt x="649" y="6801"/>
                    </a:lnTo>
                    <a:lnTo>
                      <a:pt x="712" y="6696"/>
                    </a:lnTo>
                    <a:lnTo>
                      <a:pt x="817" y="6759"/>
                    </a:lnTo>
                    <a:lnTo>
                      <a:pt x="900" y="6696"/>
                    </a:lnTo>
                    <a:lnTo>
                      <a:pt x="963" y="6738"/>
                    </a:lnTo>
                    <a:lnTo>
                      <a:pt x="1005" y="6696"/>
                    </a:lnTo>
                    <a:lnTo>
                      <a:pt x="1047" y="6759"/>
                    </a:lnTo>
                    <a:lnTo>
                      <a:pt x="1110" y="6759"/>
                    </a:lnTo>
                    <a:lnTo>
                      <a:pt x="1172" y="6801"/>
                    </a:lnTo>
                    <a:lnTo>
                      <a:pt x="1277" y="6801"/>
                    </a:lnTo>
                    <a:lnTo>
                      <a:pt x="1256" y="6759"/>
                    </a:lnTo>
                    <a:lnTo>
                      <a:pt x="1340" y="6738"/>
                    </a:lnTo>
                    <a:lnTo>
                      <a:pt x="1361" y="6654"/>
                    </a:lnTo>
                    <a:lnTo>
                      <a:pt x="1340" y="6571"/>
                    </a:lnTo>
                    <a:lnTo>
                      <a:pt x="1382" y="6487"/>
                    </a:lnTo>
                    <a:lnTo>
                      <a:pt x="1444" y="6487"/>
                    </a:lnTo>
                    <a:lnTo>
                      <a:pt x="1465" y="6445"/>
                    </a:lnTo>
                    <a:lnTo>
                      <a:pt x="1675" y="6424"/>
                    </a:lnTo>
                    <a:lnTo>
                      <a:pt x="1779" y="6424"/>
                    </a:lnTo>
                    <a:lnTo>
                      <a:pt x="1905" y="6487"/>
                    </a:lnTo>
                    <a:lnTo>
                      <a:pt x="2093" y="6487"/>
                    </a:lnTo>
                    <a:lnTo>
                      <a:pt x="2177" y="6529"/>
                    </a:lnTo>
                    <a:lnTo>
                      <a:pt x="2198" y="6445"/>
                    </a:lnTo>
                    <a:lnTo>
                      <a:pt x="2323" y="6361"/>
                    </a:lnTo>
                    <a:lnTo>
                      <a:pt x="2407" y="6382"/>
                    </a:lnTo>
                    <a:lnTo>
                      <a:pt x="2512" y="6320"/>
                    </a:lnTo>
                    <a:lnTo>
                      <a:pt x="2616" y="6340"/>
                    </a:lnTo>
                    <a:lnTo>
                      <a:pt x="2637" y="6320"/>
                    </a:lnTo>
                    <a:lnTo>
                      <a:pt x="2721" y="6278"/>
                    </a:lnTo>
                    <a:lnTo>
                      <a:pt x="2721" y="6320"/>
                    </a:lnTo>
                    <a:lnTo>
                      <a:pt x="2804" y="6361"/>
                    </a:lnTo>
                    <a:lnTo>
                      <a:pt x="2888" y="6320"/>
                    </a:lnTo>
                    <a:lnTo>
                      <a:pt x="3056" y="6320"/>
                    </a:lnTo>
                    <a:lnTo>
                      <a:pt x="3202" y="6278"/>
                    </a:lnTo>
                    <a:lnTo>
                      <a:pt x="3307" y="6320"/>
                    </a:lnTo>
                    <a:lnTo>
                      <a:pt x="3349" y="6340"/>
                    </a:lnTo>
                    <a:lnTo>
                      <a:pt x="3453" y="6257"/>
                    </a:lnTo>
                    <a:lnTo>
                      <a:pt x="3537" y="6236"/>
                    </a:lnTo>
                    <a:lnTo>
                      <a:pt x="3621" y="6152"/>
                    </a:lnTo>
                    <a:lnTo>
                      <a:pt x="3683" y="6152"/>
                    </a:lnTo>
                    <a:lnTo>
                      <a:pt x="3746" y="6173"/>
                    </a:lnTo>
                    <a:lnTo>
                      <a:pt x="3725" y="6110"/>
                    </a:lnTo>
                    <a:lnTo>
                      <a:pt x="3851" y="6027"/>
                    </a:lnTo>
                    <a:lnTo>
                      <a:pt x="3955" y="6006"/>
                    </a:lnTo>
                    <a:lnTo>
                      <a:pt x="3955" y="5922"/>
                    </a:lnTo>
                    <a:lnTo>
                      <a:pt x="3934" y="5859"/>
                    </a:lnTo>
                    <a:lnTo>
                      <a:pt x="3955" y="5796"/>
                    </a:lnTo>
                    <a:lnTo>
                      <a:pt x="3788" y="5796"/>
                    </a:lnTo>
                    <a:lnTo>
                      <a:pt x="3683" y="5838"/>
                    </a:lnTo>
                    <a:lnTo>
                      <a:pt x="3641" y="5838"/>
                    </a:lnTo>
                    <a:lnTo>
                      <a:pt x="3537" y="5817"/>
                    </a:lnTo>
                    <a:lnTo>
                      <a:pt x="3474" y="5796"/>
                    </a:lnTo>
                    <a:lnTo>
                      <a:pt x="3537" y="5755"/>
                    </a:lnTo>
                    <a:lnTo>
                      <a:pt x="3558" y="5755"/>
                    </a:lnTo>
                    <a:lnTo>
                      <a:pt x="3558" y="5734"/>
                    </a:lnTo>
                    <a:lnTo>
                      <a:pt x="3474" y="5713"/>
                    </a:lnTo>
                    <a:lnTo>
                      <a:pt x="3411" y="5734"/>
                    </a:lnTo>
                    <a:lnTo>
                      <a:pt x="3516" y="5650"/>
                    </a:lnTo>
                    <a:lnTo>
                      <a:pt x="3579" y="5692"/>
                    </a:lnTo>
                    <a:lnTo>
                      <a:pt x="3662" y="5629"/>
                    </a:lnTo>
                    <a:lnTo>
                      <a:pt x="3641" y="5545"/>
                    </a:lnTo>
                    <a:lnTo>
                      <a:pt x="3558" y="5545"/>
                    </a:lnTo>
                    <a:lnTo>
                      <a:pt x="3621" y="5504"/>
                    </a:lnTo>
                    <a:lnTo>
                      <a:pt x="3662" y="5441"/>
                    </a:lnTo>
                    <a:lnTo>
                      <a:pt x="3725" y="5504"/>
                    </a:lnTo>
                    <a:lnTo>
                      <a:pt x="3788" y="5441"/>
                    </a:lnTo>
                    <a:lnTo>
                      <a:pt x="3851" y="5399"/>
                    </a:lnTo>
                    <a:lnTo>
                      <a:pt x="3788" y="5378"/>
                    </a:lnTo>
                    <a:lnTo>
                      <a:pt x="3830" y="5336"/>
                    </a:lnTo>
                    <a:lnTo>
                      <a:pt x="3725" y="5336"/>
                    </a:lnTo>
                    <a:lnTo>
                      <a:pt x="3767" y="5273"/>
                    </a:lnTo>
                    <a:lnTo>
                      <a:pt x="3830" y="5294"/>
                    </a:lnTo>
                    <a:lnTo>
                      <a:pt x="3851" y="5315"/>
                    </a:lnTo>
                    <a:lnTo>
                      <a:pt x="3893" y="5232"/>
                    </a:lnTo>
                    <a:lnTo>
                      <a:pt x="3976" y="5211"/>
                    </a:lnTo>
                    <a:lnTo>
                      <a:pt x="3976" y="5064"/>
                    </a:lnTo>
                    <a:lnTo>
                      <a:pt x="4060" y="4897"/>
                    </a:lnTo>
                    <a:lnTo>
                      <a:pt x="3997" y="4813"/>
                    </a:lnTo>
                    <a:lnTo>
                      <a:pt x="3976" y="4688"/>
                    </a:lnTo>
                    <a:lnTo>
                      <a:pt x="3767" y="4541"/>
                    </a:lnTo>
                    <a:lnTo>
                      <a:pt x="3349" y="4541"/>
                    </a:lnTo>
                    <a:lnTo>
                      <a:pt x="3328" y="4667"/>
                    </a:lnTo>
                    <a:lnTo>
                      <a:pt x="3307" y="4708"/>
                    </a:lnTo>
                    <a:lnTo>
                      <a:pt x="3202" y="4646"/>
                    </a:lnTo>
                    <a:lnTo>
                      <a:pt x="3097" y="4604"/>
                    </a:lnTo>
                    <a:lnTo>
                      <a:pt x="3265" y="4436"/>
                    </a:lnTo>
                    <a:lnTo>
                      <a:pt x="3265" y="4332"/>
                    </a:lnTo>
                    <a:lnTo>
                      <a:pt x="3139" y="4123"/>
                    </a:lnTo>
                    <a:lnTo>
                      <a:pt x="3097" y="4123"/>
                    </a:lnTo>
                    <a:lnTo>
                      <a:pt x="2951" y="4039"/>
                    </a:lnTo>
                    <a:lnTo>
                      <a:pt x="2909" y="3955"/>
                    </a:lnTo>
                    <a:lnTo>
                      <a:pt x="2846" y="3976"/>
                    </a:lnTo>
                    <a:lnTo>
                      <a:pt x="2825" y="3976"/>
                    </a:lnTo>
                    <a:lnTo>
                      <a:pt x="2742" y="3955"/>
                    </a:lnTo>
                    <a:lnTo>
                      <a:pt x="2825" y="3955"/>
                    </a:lnTo>
                    <a:lnTo>
                      <a:pt x="2930" y="3934"/>
                    </a:lnTo>
                    <a:lnTo>
                      <a:pt x="2993" y="3955"/>
                    </a:lnTo>
                    <a:lnTo>
                      <a:pt x="3014" y="4018"/>
                    </a:lnTo>
                    <a:lnTo>
                      <a:pt x="3139" y="4018"/>
                    </a:lnTo>
                    <a:lnTo>
                      <a:pt x="2993" y="3830"/>
                    </a:lnTo>
                    <a:lnTo>
                      <a:pt x="2909" y="3725"/>
                    </a:lnTo>
                    <a:lnTo>
                      <a:pt x="2951" y="3641"/>
                    </a:lnTo>
                    <a:lnTo>
                      <a:pt x="2993" y="3641"/>
                    </a:lnTo>
                    <a:lnTo>
                      <a:pt x="2909" y="3600"/>
                    </a:lnTo>
                    <a:lnTo>
                      <a:pt x="2888" y="3537"/>
                    </a:lnTo>
                    <a:lnTo>
                      <a:pt x="2846" y="3537"/>
                    </a:lnTo>
                    <a:lnTo>
                      <a:pt x="2784" y="3348"/>
                    </a:lnTo>
                    <a:lnTo>
                      <a:pt x="2616" y="3307"/>
                    </a:lnTo>
                    <a:lnTo>
                      <a:pt x="2428" y="3244"/>
                    </a:lnTo>
                    <a:lnTo>
                      <a:pt x="2428" y="3181"/>
                    </a:lnTo>
                    <a:lnTo>
                      <a:pt x="2386" y="3139"/>
                    </a:lnTo>
                    <a:lnTo>
                      <a:pt x="2323" y="2930"/>
                    </a:lnTo>
                    <a:lnTo>
                      <a:pt x="2260" y="2825"/>
                    </a:lnTo>
                    <a:lnTo>
                      <a:pt x="2198" y="2574"/>
                    </a:lnTo>
                    <a:lnTo>
                      <a:pt x="2156" y="2470"/>
                    </a:lnTo>
                    <a:lnTo>
                      <a:pt x="2093" y="2470"/>
                    </a:lnTo>
                    <a:lnTo>
                      <a:pt x="1947" y="2239"/>
                    </a:lnTo>
                    <a:lnTo>
                      <a:pt x="1842" y="2198"/>
                    </a:lnTo>
                    <a:lnTo>
                      <a:pt x="1758" y="2156"/>
                    </a:lnTo>
                    <a:lnTo>
                      <a:pt x="1654" y="2093"/>
                    </a:lnTo>
                    <a:lnTo>
                      <a:pt x="1591" y="2156"/>
                    </a:lnTo>
                    <a:lnTo>
                      <a:pt x="1486" y="2198"/>
                    </a:lnTo>
                    <a:lnTo>
                      <a:pt x="1361" y="2177"/>
                    </a:lnTo>
                    <a:lnTo>
                      <a:pt x="1277" y="2177"/>
                    </a:lnTo>
                    <a:lnTo>
                      <a:pt x="1172" y="2156"/>
                    </a:lnTo>
                    <a:lnTo>
                      <a:pt x="1152" y="2072"/>
                    </a:lnTo>
                    <a:lnTo>
                      <a:pt x="1152" y="2072"/>
                    </a:lnTo>
                    <a:lnTo>
                      <a:pt x="1214" y="2093"/>
                    </a:lnTo>
                    <a:lnTo>
                      <a:pt x="1340" y="2135"/>
                    </a:lnTo>
                    <a:lnTo>
                      <a:pt x="1465" y="2093"/>
                    </a:lnTo>
                    <a:lnTo>
                      <a:pt x="1486" y="1988"/>
                    </a:lnTo>
                    <a:lnTo>
                      <a:pt x="1591" y="1988"/>
                    </a:lnTo>
                    <a:lnTo>
                      <a:pt x="1696" y="1926"/>
                    </a:lnTo>
                    <a:lnTo>
                      <a:pt x="1591" y="1884"/>
                    </a:lnTo>
                    <a:lnTo>
                      <a:pt x="1591" y="1800"/>
                    </a:lnTo>
                    <a:lnTo>
                      <a:pt x="1549" y="1779"/>
                    </a:lnTo>
                    <a:lnTo>
                      <a:pt x="1424" y="1863"/>
                    </a:lnTo>
                    <a:lnTo>
                      <a:pt x="1382" y="1842"/>
                    </a:lnTo>
                    <a:lnTo>
                      <a:pt x="1486" y="1758"/>
                    </a:lnTo>
                    <a:lnTo>
                      <a:pt x="1633" y="1758"/>
                    </a:lnTo>
                    <a:lnTo>
                      <a:pt x="1696" y="1716"/>
                    </a:lnTo>
                    <a:lnTo>
                      <a:pt x="1696" y="1633"/>
                    </a:lnTo>
                    <a:lnTo>
                      <a:pt x="1758" y="1612"/>
                    </a:lnTo>
                    <a:lnTo>
                      <a:pt x="1842" y="1444"/>
                    </a:lnTo>
                    <a:lnTo>
                      <a:pt x="1884" y="1403"/>
                    </a:lnTo>
                    <a:lnTo>
                      <a:pt x="1884" y="1340"/>
                    </a:lnTo>
                    <a:lnTo>
                      <a:pt x="1947" y="1235"/>
                    </a:lnTo>
                    <a:lnTo>
                      <a:pt x="1905" y="1214"/>
                    </a:lnTo>
                    <a:lnTo>
                      <a:pt x="1968" y="1047"/>
                    </a:lnTo>
                    <a:lnTo>
                      <a:pt x="2072" y="984"/>
                    </a:lnTo>
                    <a:lnTo>
                      <a:pt x="2072" y="900"/>
                    </a:lnTo>
                    <a:lnTo>
                      <a:pt x="1905" y="754"/>
                    </a:lnTo>
                    <a:lnTo>
                      <a:pt x="1884" y="796"/>
                    </a:lnTo>
                    <a:lnTo>
                      <a:pt x="1675" y="796"/>
                    </a:lnTo>
                    <a:lnTo>
                      <a:pt x="1528" y="754"/>
                    </a:lnTo>
                    <a:lnTo>
                      <a:pt x="1486" y="817"/>
                    </a:lnTo>
                    <a:lnTo>
                      <a:pt x="1424" y="817"/>
                    </a:lnTo>
                    <a:lnTo>
                      <a:pt x="1340" y="754"/>
                    </a:lnTo>
                    <a:lnTo>
                      <a:pt x="1256" y="796"/>
                    </a:lnTo>
                    <a:lnTo>
                      <a:pt x="1256" y="817"/>
                    </a:lnTo>
                    <a:lnTo>
                      <a:pt x="1172" y="838"/>
                    </a:lnTo>
                    <a:lnTo>
                      <a:pt x="1068" y="900"/>
                    </a:lnTo>
                    <a:lnTo>
                      <a:pt x="1047" y="900"/>
                    </a:lnTo>
                    <a:lnTo>
                      <a:pt x="963" y="942"/>
                    </a:lnTo>
                    <a:lnTo>
                      <a:pt x="942" y="921"/>
                    </a:lnTo>
                    <a:lnTo>
                      <a:pt x="1047" y="817"/>
                    </a:lnTo>
                    <a:lnTo>
                      <a:pt x="1131" y="691"/>
                    </a:lnTo>
                    <a:lnTo>
                      <a:pt x="1131" y="691"/>
                    </a:lnTo>
                    <a:lnTo>
                      <a:pt x="1068" y="712"/>
                    </a:lnTo>
                    <a:lnTo>
                      <a:pt x="963" y="691"/>
                    </a:lnTo>
                    <a:lnTo>
                      <a:pt x="1026" y="670"/>
                    </a:lnTo>
                    <a:lnTo>
                      <a:pt x="1047" y="587"/>
                    </a:lnTo>
                    <a:lnTo>
                      <a:pt x="1277" y="419"/>
                    </a:lnTo>
                    <a:lnTo>
                      <a:pt x="1340" y="294"/>
                    </a:lnTo>
                    <a:lnTo>
                      <a:pt x="1424" y="273"/>
                    </a:lnTo>
                    <a:lnTo>
                      <a:pt x="1444" y="168"/>
                    </a:lnTo>
                    <a:lnTo>
                      <a:pt x="1424" y="147"/>
                    </a:lnTo>
                    <a:lnTo>
                      <a:pt x="1465" y="63"/>
                    </a:lnTo>
                    <a:lnTo>
                      <a:pt x="144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60"/>
              <p:cNvSpPr/>
              <p:nvPr/>
            </p:nvSpPr>
            <p:spPr>
              <a:xfrm>
                <a:off x="3586375" y="2350350"/>
                <a:ext cx="31925" cy="25125"/>
              </a:xfrm>
              <a:custGeom>
                <a:rect b="b" l="l" r="r" t="t"/>
                <a:pathLst>
                  <a:path extrusionOk="0" h="1005" w="1277">
                    <a:moveTo>
                      <a:pt x="732" y="1"/>
                    </a:moveTo>
                    <a:lnTo>
                      <a:pt x="628" y="63"/>
                    </a:lnTo>
                    <a:lnTo>
                      <a:pt x="544" y="63"/>
                    </a:lnTo>
                    <a:lnTo>
                      <a:pt x="523" y="126"/>
                    </a:lnTo>
                    <a:lnTo>
                      <a:pt x="419" y="126"/>
                    </a:lnTo>
                    <a:lnTo>
                      <a:pt x="377" y="210"/>
                    </a:lnTo>
                    <a:lnTo>
                      <a:pt x="293" y="231"/>
                    </a:lnTo>
                    <a:lnTo>
                      <a:pt x="272" y="335"/>
                    </a:lnTo>
                    <a:lnTo>
                      <a:pt x="126" y="356"/>
                    </a:lnTo>
                    <a:lnTo>
                      <a:pt x="0" y="586"/>
                    </a:lnTo>
                    <a:lnTo>
                      <a:pt x="272" y="838"/>
                    </a:lnTo>
                    <a:lnTo>
                      <a:pt x="335" y="796"/>
                    </a:lnTo>
                    <a:lnTo>
                      <a:pt x="377" y="649"/>
                    </a:lnTo>
                    <a:lnTo>
                      <a:pt x="440" y="586"/>
                    </a:lnTo>
                    <a:lnTo>
                      <a:pt x="607" y="691"/>
                    </a:lnTo>
                    <a:lnTo>
                      <a:pt x="712" y="900"/>
                    </a:lnTo>
                    <a:lnTo>
                      <a:pt x="795" y="942"/>
                    </a:lnTo>
                    <a:lnTo>
                      <a:pt x="921" y="1005"/>
                    </a:lnTo>
                    <a:lnTo>
                      <a:pt x="942" y="1005"/>
                    </a:lnTo>
                    <a:lnTo>
                      <a:pt x="942" y="942"/>
                    </a:lnTo>
                    <a:lnTo>
                      <a:pt x="1004" y="942"/>
                    </a:lnTo>
                    <a:lnTo>
                      <a:pt x="1067" y="858"/>
                    </a:lnTo>
                    <a:lnTo>
                      <a:pt x="1067" y="775"/>
                    </a:lnTo>
                    <a:lnTo>
                      <a:pt x="1214" y="796"/>
                    </a:lnTo>
                    <a:lnTo>
                      <a:pt x="1235" y="691"/>
                    </a:lnTo>
                    <a:lnTo>
                      <a:pt x="1151" y="691"/>
                    </a:lnTo>
                    <a:lnTo>
                      <a:pt x="1172" y="586"/>
                    </a:lnTo>
                    <a:lnTo>
                      <a:pt x="1151" y="545"/>
                    </a:lnTo>
                    <a:lnTo>
                      <a:pt x="1214" y="524"/>
                    </a:lnTo>
                    <a:lnTo>
                      <a:pt x="1277" y="733"/>
                    </a:lnTo>
                    <a:lnTo>
                      <a:pt x="1235" y="461"/>
                    </a:lnTo>
                    <a:lnTo>
                      <a:pt x="1109" y="461"/>
                    </a:lnTo>
                    <a:lnTo>
                      <a:pt x="1172" y="419"/>
                    </a:lnTo>
                    <a:lnTo>
                      <a:pt x="1004" y="147"/>
                    </a:lnTo>
                    <a:lnTo>
                      <a:pt x="1004" y="42"/>
                    </a:lnTo>
                    <a:lnTo>
                      <a:pt x="921" y="21"/>
                    </a:lnTo>
                    <a:lnTo>
                      <a:pt x="73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62" name="Google Shape;1862;p60"/>
            <p:cNvSpPr/>
            <p:nvPr/>
          </p:nvSpPr>
          <p:spPr>
            <a:xfrm>
              <a:off x="4037841" y="3224817"/>
              <a:ext cx="52333" cy="93527"/>
            </a:xfrm>
            <a:custGeom>
              <a:rect b="b" l="l" r="r" t="t"/>
              <a:pathLst>
                <a:path extrusionOk="0" h="8224" w="4395">
                  <a:moveTo>
                    <a:pt x="3914" y="1"/>
                  </a:moveTo>
                  <a:lnTo>
                    <a:pt x="3746" y="168"/>
                  </a:lnTo>
                  <a:lnTo>
                    <a:pt x="3809" y="252"/>
                  </a:lnTo>
                  <a:lnTo>
                    <a:pt x="3704" y="293"/>
                  </a:lnTo>
                  <a:lnTo>
                    <a:pt x="3600" y="252"/>
                  </a:lnTo>
                  <a:lnTo>
                    <a:pt x="3537" y="252"/>
                  </a:lnTo>
                  <a:lnTo>
                    <a:pt x="3621" y="377"/>
                  </a:lnTo>
                  <a:lnTo>
                    <a:pt x="3621" y="419"/>
                  </a:lnTo>
                  <a:lnTo>
                    <a:pt x="3704" y="503"/>
                  </a:lnTo>
                  <a:lnTo>
                    <a:pt x="3704" y="524"/>
                  </a:lnTo>
                  <a:lnTo>
                    <a:pt x="3600" y="670"/>
                  </a:lnTo>
                  <a:lnTo>
                    <a:pt x="3600" y="817"/>
                  </a:lnTo>
                  <a:lnTo>
                    <a:pt x="3516" y="921"/>
                  </a:lnTo>
                  <a:lnTo>
                    <a:pt x="3432" y="900"/>
                  </a:lnTo>
                  <a:lnTo>
                    <a:pt x="3328" y="1026"/>
                  </a:lnTo>
                  <a:lnTo>
                    <a:pt x="3328" y="1109"/>
                  </a:lnTo>
                  <a:lnTo>
                    <a:pt x="3244" y="1151"/>
                  </a:lnTo>
                  <a:lnTo>
                    <a:pt x="3181" y="1130"/>
                  </a:lnTo>
                  <a:lnTo>
                    <a:pt x="3181" y="1005"/>
                  </a:lnTo>
                  <a:lnTo>
                    <a:pt x="3118" y="984"/>
                  </a:lnTo>
                  <a:lnTo>
                    <a:pt x="3035" y="1047"/>
                  </a:lnTo>
                  <a:lnTo>
                    <a:pt x="3035" y="1193"/>
                  </a:lnTo>
                  <a:lnTo>
                    <a:pt x="3139" y="1298"/>
                  </a:lnTo>
                  <a:lnTo>
                    <a:pt x="3181" y="1340"/>
                  </a:lnTo>
                  <a:lnTo>
                    <a:pt x="3139" y="1402"/>
                  </a:lnTo>
                  <a:lnTo>
                    <a:pt x="3077" y="1361"/>
                  </a:lnTo>
                  <a:lnTo>
                    <a:pt x="2930" y="1402"/>
                  </a:lnTo>
                  <a:lnTo>
                    <a:pt x="2993" y="1507"/>
                  </a:lnTo>
                  <a:lnTo>
                    <a:pt x="3098" y="1549"/>
                  </a:lnTo>
                  <a:lnTo>
                    <a:pt x="3098" y="1612"/>
                  </a:lnTo>
                  <a:lnTo>
                    <a:pt x="3077" y="1674"/>
                  </a:lnTo>
                  <a:lnTo>
                    <a:pt x="2993" y="1612"/>
                  </a:lnTo>
                  <a:lnTo>
                    <a:pt x="2909" y="1633"/>
                  </a:lnTo>
                  <a:lnTo>
                    <a:pt x="2888" y="1716"/>
                  </a:lnTo>
                  <a:lnTo>
                    <a:pt x="2721" y="1842"/>
                  </a:lnTo>
                  <a:lnTo>
                    <a:pt x="2721" y="1716"/>
                  </a:lnTo>
                  <a:lnTo>
                    <a:pt x="2763" y="1674"/>
                  </a:lnTo>
                  <a:lnTo>
                    <a:pt x="2721" y="1612"/>
                  </a:lnTo>
                  <a:lnTo>
                    <a:pt x="2616" y="1716"/>
                  </a:lnTo>
                  <a:lnTo>
                    <a:pt x="2679" y="1758"/>
                  </a:lnTo>
                  <a:lnTo>
                    <a:pt x="2658" y="1821"/>
                  </a:lnTo>
                  <a:lnTo>
                    <a:pt x="2512" y="1884"/>
                  </a:lnTo>
                  <a:lnTo>
                    <a:pt x="2574" y="1988"/>
                  </a:lnTo>
                  <a:lnTo>
                    <a:pt x="2658" y="2030"/>
                  </a:lnTo>
                  <a:lnTo>
                    <a:pt x="2658" y="2072"/>
                  </a:lnTo>
                  <a:lnTo>
                    <a:pt x="2574" y="2093"/>
                  </a:lnTo>
                  <a:lnTo>
                    <a:pt x="2470" y="2156"/>
                  </a:lnTo>
                  <a:lnTo>
                    <a:pt x="2470" y="2072"/>
                  </a:lnTo>
                  <a:lnTo>
                    <a:pt x="2407" y="2072"/>
                  </a:lnTo>
                  <a:lnTo>
                    <a:pt x="2470" y="1967"/>
                  </a:lnTo>
                  <a:lnTo>
                    <a:pt x="2407" y="1946"/>
                  </a:lnTo>
                  <a:lnTo>
                    <a:pt x="2198" y="2135"/>
                  </a:lnTo>
                  <a:lnTo>
                    <a:pt x="2177" y="2281"/>
                  </a:lnTo>
                  <a:lnTo>
                    <a:pt x="2198" y="2365"/>
                  </a:lnTo>
                  <a:lnTo>
                    <a:pt x="2156" y="2407"/>
                  </a:lnTo>
                  <a:lnTo>
                    <a:pt x="2093" y="2386"/>
                  </a:lnTo>
                  <a:lnTo>
                    <a:pt x="2051" y="2365"/>
                  </a:lnTo>
                  <a:lnTo>
                    <a:pt x="2051" y="2197"/>
                  </a:lnTo>
                  <a:lnTo>
                    <a:pt x="1989" y="2197"/>
                  </a:lnTo>
                  <a:lnTo>
                    <a:pt x="1863" y="2344"/>
                  </a:lnTo>
                  <a:lnTo>
                    <a:pt x="1717" y="2239"/>
                  </a:lnTo>
                  <a:lnTo>
                    <a:pt x="1675" y="2281"/>
                  </a:lnTo>
                  <a:lnTo>
                    <a:pt x="1633" y="2281"/>
                  </a:lnTo>
                  <a:lnTo>
                    <a:pt x="1654" y="2449"/>
                  </a:lnTo>
                  <a:lnTo>
                    <a:pt x="1612" y="2449"/>
                  </a:lnTo>
                  <a:lnTo>
                    <a:pt x="1549" y="2469"/>
                  </a:lnTo>
                  <a:lnTo>
                    <a:pt x="1549" y="2365"/>
                  </a:lnTo>
                  <a:lnTo>
                    <a:pt x="1507" y="2344"/>
                  </a:lnTo>
                  <a:lnTo>
                    <a:pt x="1445" y="2449"/>
                  </a:lnTo>
                  <a:lnTo>
                    <a:pt x="1403" y="2344"/>
                  </a:lnTo>
                  <a:lnTo>
                    <a:pt x="1152" y="2553"/>
                  </a:lnTo>
                  <a:lnTo>
                    <a:pt x="1110" y="2553"/>
                  </a:lnTo>
                  <a:lnTo>
                    <a:pt x="1047" y="2511"/>
                  </a:lnTo>
                  <a:lnTo>
                    <a:pt x="921" y="2511"/>
                  </a:lnTo>
                  <a:lnTo>
                    <a:pt x="880" y="2595"/>
                  </a:lnTo>
                  <a:lnTo>
                    <a:pt x="901" y="2783"/>
                  </a:lnTo>
                  <a:lnTo>
                    <a:pt x="733" y="3034"/>
                  </a:lnTo>
                  <a:lnTo>
                    <a:pt x="733" y="3097"/>
                  </a:lnTo>
                  <a:lnTo>
                    <a:pt x="587" y="3244"/>
                  </a:lnTo>
                  <a:lnTo>
                    <a:pt x="587" y="3327"/>
                  </a:lnTo>
                  <a:lnTo>
                    <a:pt x="670" y="3411"/>
                  </a:lnTo>
                  <a:lnTo>
                    <a:pt x="587" y="3516"/>
                  </a:lnTo>
                  <a:lnTo>
                    <a:pt x="629" y="3704"/>
                  </a:lnTo>
                  <a:lnTo>
                    <a:pt x="629" y="3830"/>
                  </a:lnTo>
                  <a:lnTo>
                    <a:pt x="796" y="4143"/>
                  </a:lnTo>
                  <a:lnTo>
                    <a:pt x="796" y="4227"/>
                  </a:lnTo>
                  <a:lnTo>
                    <a:pt x="880" y="4332"/>
                  </a:lnTo>
                  <a:lnTo>
                    <a:pt x="880" y="4374"/>
                  </a:lnTo>
                  <a:lnTo>
                    <a:pt x="796" y="4457"/>
                  </a:lnTo>
                  <a:lnTo>
                    <a:pt x="817" y="4541"/>
                  </a:lnTo>
                  <a:lnTo>
                    <a:pt x="775" y="4792"/>
                  </a:lnTo>
                  <a:lnTo>
                    <a:pt x="670" y="4876"/>
                  </a:lnTo>
                  <a:lnTo>
                    <a:pt x="629" y="5022"/>
                  </a:lnTo>
                  <a:lnTo>
                    <a:pt x="566" y="5064"/>
                  </a:lnTo>
                  <a:lnTo>
                    <a:pt x="524" y="5127"/>
                  </a:lnTo>
                  <a:lnTo>
                    <a:pt x="419" y="5231"/>
                  </a:lnTo>
                  <a:lnTo>
                    <a:pt x="419" y="5441"/>
                  </a:lnTo>
                  <a:lnTo>
                    <a:pt x="357" y="5524"/>
                  </a:lnTo>
                  <a:lnTo>
                    <a:pt x="168" y="5545"/>
                  </a:lnTo>
                  <a:lnTo>
                    <a:pt x="147" y="5608"/>
                  </a:lnTo>
                  <a:lnTo>
                    <a:pt x="147" y="5796"/>
                  </a:lnTo>
                  <a:lnTo>
                    <a:pt x="43" y="5943"/>
                  </a:lnTo>
                  <a:lnTo>
                    <a:pt x="43" y="6068"/>
                  </a:lnTo>
                  <a:lnTo>
                    <a:pt x="1" y="6173"/>
                  </a:lnTo>
                  <a:lnTo>
                    <a:pt x="43" y="6236"/>
                  </a:lnTo>
                  <a:lnTo>
                    <a:pt x="43" y="6424"/>
                  </a:lnTo>
                  <a:lnTo>
                    <a:pt x="189" y="6591"/>
                  </a:lnTo>
                  <a:lnTo>
                    <a:pt x="168" y="6738"/>
                  </a:lnTo>
                  <a:lnTo>
                    <a:pt x="189" y="6843"/>
                  </a:lnTo>
                  <a:lnTo>
                    <a:pt x="273" y="6863"/>
                  </a:lnTo>
                  <a:lnTo>
                    <a:pt x="294" y="6863"/>
                  </a:lnTo>
                  <a:lnTo>
                    <a:pt x="273" y="6884"/>
                  </a:lnTo>
                  <a:lnTo>
                    <a:pt x="147" y="6905"/>
                  </a:lnTo>
                  <a:lnTo>
                    <a:pt x="147" y="7052"/>
                  </a:lnTo>
                  <a:lnTo>
                    <a:pt x="168" y="7219"/>
                  </a:lnTo>
                  <a:lnTo>
                    <a:pt x="147" y="7470"/>
                  </a:lnTo>
                  <a:lnTo>
                    <a:pt x="189" y="7512"/>
                  </a:lnTo>
                  <a:lnTo>
                    <a:pt x="189" y="7596"/>
                  </a:lnTo>
                  <a:lnTo>
                    <a:pt x="273" y="7638"/>
                  </a:lnTo>
                  <a:lnTo>
                    <a:pt x="357" y="7742"/>
                  </a:lnTo>
                  <a:lnTo>
                    <a:pt x="398" y="7784"/>
                  </a:lnTo>
                  <a:lnTo>
                    <a:pt x="461" y="7847"/>
                  </a:lnTo>
                  <a:lnTo>
                    <a:pt x="524" y="7951"/>
                  </a:lnTo>
                  <a:lnTo>
                    <a:pt x="608" y="7931"/>
                  </a:lnTo>
                  <a:lnTo>
                    <a:pt x="629" y="7951"/>
                  </a:lnTo>
                  <a:lnTo>
                    <a:pt x="733" y="7993"/>
                  </a:lnTo>
                  <a:lnTo>
                    <a:pt x="817" y="8119"/>
                  </a:lnTo>
                  <a:lnTo>
                    <a:pt x="901" y="8140"/>
                  </a:lnTo>
                  <a:lnTo>
                    <a:pt x="901" y="8161"/>
                  </a:lnTo>
                  <a:lnTo>
                    <a:pt x="921" y="8223"/>
                  </a:lnTo>
                  <a:lnTo>
                    <a:pt x="1005" y="8161"/>
                  </a:lnTo>
                  <a:lnTo>
                    <a:pt x="1131" y="8161"/>
                  </a:lnTo>
                  <a:lnTo>
                    <a:pt x="1256" y="8098"/>
                  </a:lnTo>
                  <a:lnTo>
                    <a:pt x="1361" y="7951"/>
                  </a:lnTo>
                  <a:lnTo>
                    <a:pt x="1737" y="7931"/>
                  </a:lnTo>
                  <a:lnTo>
                    <a:pt x="1842" y="7951"/>
                  </a:lnTo>
                  <a:lnTo>
                    <a:pt x="2030" y="7889"/>
                  </a:lnTo>
                  <a:lnTo>
                    <a:pt x="2093" y="7784"/>
                  </a:lnTo>
                  <a:lnTo>
                    <a:pt x="2177" y="7742"/>
                  </a:lnTo>
                  <a:lnTo>
                    <a:pt x="2240" y="7596"/>
                  </a:lnTo>
                  <a:lnTo>
                    <a:pt x="2344" y="7428"/>
                  </a:lnTo>
                  <a:lnTo>
                    <a:pt x="2344" y="7324"/>
                  </a:lnTo>
                  <a:lnTo>
                    <a:pt x="2449" y="7261"/>
                  </a:lnTo>
                  <a:lnTo>
                    <a:pt x="2449" y="7094"/>
                  </a:lnTo>
                  <a:lnTo>
                    <a:pt x="2407" y="7073"/>
                  </a:lnTo>
                  <a:lnTo>
                    <a:pt x="2491" y="6989"/>
                  </a:lnTo>
                  <a:lnTo>
                    <a:pt x="2554" y="6801"/>
                  </a:lnTo>
                  <a:lnTo>
                    <a:pt x="2512" y="6780"/>
                  </a:lnTo>
                  <a:lnTo>
                    <a:pt x="2574" y="6780"/>
                  </a:lnTo>
                  <a:lnTo>
                    <a:pt x="2679" y="6591"/>
                  </a:lnTo>
                  <a:lnTo>
                    <a:pt x="2763" y="6236"/>
                  </a:lnTo>
                  <a:lnTo>
                    <a:pt x="2805" y="6027"/>
                  </a:lnTo>
                  <a:lnTo>
                    <a:pt x="2909" y="5922"/>
                  </a:lnTo>
                  <a:lnTo>
                    <a:pt x="2972" y="5692"/>
                  </a:lnTo>
                  <a:lnTo>
                    <a:pt x="3118" y="5420"/>
                  </a:lnTo>
                  <a:lnTo>
                    <a:pt x="3286" y="4959"/>
                  </a:lnTo>
                  <a:lnTo>
                    <a:pt x="3390" y="4792"/>
                  </a:lnTo>
                  <a:lnTo>
                    <a:pt x="3390" y="4583"/>
                  </a:lnTo>
                  <a:lnTo>
                    <a:pt x="3495" y="4374"/>
                  </a:lnTo>
                  <a:lnTo>
                    <a:pt x="3516" y="4269"/>
                  </a:lnTo>
                  <a:lnTo>
                    <a:pt x="3642" y="4060"/>
                  </a:lnTo>
                  <a:lnTo>
                    <a:pt x="3704" y="3746"/>
                  </a:lnTo>
                  <a:lnTo>
                    <a:pt x="3746" y="3516"/>
                  </a:lnTo>
                  <a:lnTo>
                    <a:pt x="3809" y="3453"/>
                  </a:lnTo>
                  <a:lnTo>
                    <a:pt x="3830" y="3286"/>
                  </a:lnTo>
                  <a:lnTo>
                    <a:pt x="3809" y="3202"/>
                  </a:lnTo>
                  <a:lnTo>
                    <a:pt x="3830" y="3076"/>
                  </a:lnTo>
                  <a:lnTo>
                    <a:pt x="3934" y="2888"/>
                  </a:lnTo>
                  <a:lnTo>
                    <a:pt x="3934" y="2804"/>
                  </a:lnTo>
                  <a:lnTo>
                    <a:pt x="4018" y="2700"/>
                  </a:lnTo>
                  <a:lnTo>
                    <a:pt x="3976" y="2574"/>
                  </a:lnTo>
                  <a:lnTo>
                    <a:pt x="3934" y="2511"/>
                  </a:lnTo>
                  <a:lnTo>
                    <a:pt x="3976" y="2449"/>
                  </a:lnTo>
                  <a:lnTo>
                    <a:pt x="3976" y="2281"/>
                  </a:lnTo>
                  <a:lnTo>
                    <a:pt x="3934" y="2260"/>
                  </a:lnTo>
                  <a:lnTo>
                    <a:pt x="3934" y="2135"/>
                  </a:lnTo>
                  <a:lnTo>
                    <a:pt x="4018" y="2072"/>
                  </a:lnTo>
                  <a:lnTo>
                    <a:pt x="4060" y="2135"/>
                  </a:lnTo>
                  <a:lnTo>
                    <a:pt x="4081" y="2260"/>
                  </a:lnTo>
                  <a:lnTo>
                    <a:pt x="4186" y="2386"/>
                  </a:lnTo>
                  <a:lnTo>
                    <a:pt x="4269" y="2386"/>
                  </a:lnTo>
                  <a:lnTo>
                    <a:pt x="4290" y="2302"/>
                  </a:lnTo>
                  <a:lnTo>
                    <a:pt x="4332" y="2239"/>
                  </a:lnTo>
                  <a:lnTo>
                    <a:pt x="4353" y="2177"/>
                  </a:lnTo>
                  <a:lnTo>
                    <a:pt x="4353" y="2072"/>
                  </a:lnTo>
                  <a:lnTo>
                    <a:pt x="4395" y="2051"/>
                  </a:lnTo>
                  <a:lnTo>
                    <a:pt x="4374" y="1925"/>
                  </a:lnTo>
                  <a:lnTo>
                    <a:pt x="4269" y="1779"/>
                  </a:lnTo>
                  <a:lnTo>
                    <a:pt x="4248" y="1674"/>
                  </a:lnTo>
                  <a:lnTo>
                    <a:pt x="4269" y="1633"/>
                  </a:lnTo>
                  <a:lnTo>
                    <a:pt x="4269" y="1507"/>
                  </a:lnTo>
                  <a:lnTo>
                    <a:pt x="4248" y="1340"/>
                  </a:lnTo>
                  <a:lnTo>
                    <a:pt x="4269" y="1256"/>
                  </a:lnTo>
                  <a:lnTo>
                    <a:pt x="4269" y="984"/>
                  </a:lnTo>
                  <a:lnTo>
                    <a:pt x="4186" y="879"/>
                  </a:lnTo>
                  <a:lnTo>
                    <a:pt x="4186" y="607"/>
                  </a:lnTo>
                  <a:lnTo>
                    <a:pt x="4144" y="524"/>
                  </a:lnTo>
                  <a:lnTo>
                    <a:pt x="4081" y="524"/>
                  </a:lnTo>
                  <a:lnTo>
                    <a:pt x="3976" y="398"/>
                  </a:lnTo>
                  <a:lnTo>
                    <a:pt x="3976" y="293"/>
                  </a:lnTo>
                  <a:lnTo>
                    <a:pt x="3872" y="252"/>
                  </a:lnTo>
                  <a:lnTo>
                    <a:pt x="3934" y="147"/>
                  </a:lnTo>
                  <a:lnTo>
                    <a:pt x="39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63" name="Google Shape;1863;p60"/>
            <p:cNvGrpSpPr/>
            <p:nvPr/>
          </p:nvGrpSpPr>
          <p:grpSpPr>
            <a:xfrm>
              <a:off x="4513224" y="3221724"/>
              <a:ext cx="274563" cy="280321"/>
              <a:chOff x="5298975" y="3412225"/>
              <a:chExt cx="576450" cy="616225"/>
            </a:xfrm>
          </p:grpSpPr>
          <p:sp>
            <p:nvSpPr>
              <p:cNvPr id="1864" name="Google Shape;1864;p60"/>
              <p:cNvSpPr/>
              <p:nvPr/>
            </p:nvSpPr>
            <p:spPr>
              <a:xfrm>
                <a:off x="5298975" y="3412225"/>
                <a:ext cx="576450" cy="515275"/>
              </a:xfrm>
              <a:custGeom>
                <a:rect b="b" l="l" r="r" t="t"/>
                <a:pathLst>
                  <a:path extrusionOk="0" h="20611" w="23058">
                    <a:moveTo>
                      <a:pt x="18015" y="1"/>
                    </a:moveTo>
                    <a:lnTo>
                      <a:pt x="17890" y="42"/>
                    </a:lnTo>
                    <a:lnTo>
                      <a:pt x="17806" y="147"/>
                    </a:lnTo>
                    <a:lnTo>
                      <a:pt x="17806" y="335"/>
                    </a:lnTo>
                    <a:lnTo>
                      <a:pt x="17764" y="524"/>
                    </a:lnTo>
                    <a:lnTo>
                      <a:pt x="17764" y="565"/>
                    </a:lnTo>
                    <a:lnTo>
                      <a:pt x="17722" y="670"/>
                    </a:lnTo>
                    <a:lnTo>
                      <a:pt x="17660" y="670"/>
                    </a:lnTo>
                    <a:lnTo>
                      <a:pt x="17597" y="858"/>
                    </a:lnTo>
                    <a:lnTo>
                      <a:pt x="17492" y="1005"/>
                    </a:lnTo>
                    <a:lnTo>
                      <a:pt x="17576" y="1089"/>
                    </a:lnTo>
                    <a:lnTo>
                      <a:pt x="17681" y="1172"/>
                    </a:lnTo>
                    <a:lnTo>
                      <a:pt x="17618" y="1214"/>
                    </a:lnTo>
                    <a:lnTo>
                      <a:pt x="17555" y="1193"/>
                    </a:lnTo>
                    <a:lnTo>
                      <a:pt x="17492" y="1319"/>
                    </a:lnTo>
                    <a:lnTo>
                      <a:pt x="17450" y="1423"/>
                    </a:lnTo>
                    <a:lnTo>
                      <a:pt x="17513" y="1570"/>
                    </a:lnTo>
                    <a:lnTo>
                      <a:pt x="17513" y="1674"/>
                    </a:lnTo>
                    <a:lnTo>
                      <a:pt x="17450" y="1633"/>
                    </a:lnTo>
                    <a:lnTo>
                      <a:pt x="17367" y="1674"/>
                    </a:lnTo>
                    <a:lnTo>
                      <a:pt x="17304" y="1946"/>
                    </a:lnTo>
                    <a:lnTo>
                      <a:pt x="17367" y="2156"/>
                    </a:lnTo>
                    <a:lnTo>
                      <a:pt x="17346" y="2365"/>
                    </a:lnTo>
                    <a:lnTo>
                      <a:pt x="17388" y="2511"/>
                    </a:lnTo>
                    <a:lnTo>
                      <a:pt x="17388" y="2679"/>
                    </a:lnTo>
                    <a:lnTo>
                      <a:pt x="17262" y="2783"/>
                    </a:lnTo>
                    <a:lnTo>
                      <a:pt x="17262" y="2867"/>
                    </a:lnTo>
                    <a:lnTo>
                      <a:pt x="17157" y="3097"/>
                    </a:lnTo>
                    <a:lnTo>
                      <a:pt x="17137" y="3411"/>
                    </a:lnTo>
                    <a:lnTo>
                      <a:pt x="17032" y="3558"/>
                    </a:lnTo>
                    <a:lnTo>
                      <a:pt x="17074" y="3662"/>
                    </a:lnTo>
                    <a:lnTo>
                      <a:pt x="16990" y="3830"/>
                    </a:lnTo>
                    <a:lnTo>
                      <a:pt x="16885" y="3934"/>
                    </a:lnTo>
                    <a:lnTo>
                      <a:pt x="16885" y="4143"/>
                    </a:lnTo>
                    <a:lnTo>
                      <a:pt x="16718" y="4290"/>
                    </a:lnTo>
                    <a:lnTo>
                      <a:pt x="16341" y="4436"/>
                    </a:lnTo>
                    <a:lnTo>
                      <a:pt x="16195" y="4332"/>
                    </a:lnTo>
                    <a:lnTo>
                      <a:pt x="16028" y="4311"/>
                    </a:lnTo>
                    <a:lnTo>
                      <a:pt x="15944" y="4227"/>
                    </a:lnTo>
                    <a:lnTo>
                      <a:pt x="15818" y="4102"/>
                    </a:lnTo>
                    <a:lnTo>
                      <a:pt x="15818" y="4039"/>
                    </a:lnTo>
                    <a:lnTo>
                      <a:pt x="15776" y="3997"/>
                    </a:lnTo>
                    <a:lnTo>
                      <a:pt x="15735" y="3871"/>
                    </a:lnTo>
                    <a:lnTo>
                      <a:pt x="15609" y="3830"/>
                    </a:lnTo>
                    <a:lnTo>
                      <a:pt x="15484" y="3788"/>
                    </a:lnTo>
                    <a:lnTo>
                      <a:pt x="15316" y="3788"/>
                    </a:lnTo>
                    <a:lnTo>
                      <a:pt x="15149" y="3683"/>
                    </a:lnTo>
                    <a:lnTo>
                      <a:pt x="15107" y="3578"/>
                    </a:lnTo>
                    <a:lnTo>
                      <a:pt x="14981" y="3411"/>
                    </a:lnTo>
                    <a:lnTo>
                      <a:pt x="14835" y="3390"/>
                    </a:lnTo>
                    <a:lnTo>
                      <a:pt x="14688" y="3306"/>
                    </a:lnTo>
                    <a:lnTo>
                      <a:pt x="14688" y="3244"/>
                    </a:lnTo>
                    <a:lnTo>
                      <a:pt x="14626" y="3244"/>
                    </a:lnTo>
                    <a:lnTo>
                      <a:pt x="14563" y="3181"/>
                    </a:lnTo>
                    <a:lnTo>
                      <a:pt x="14437" y="3181"/>
                    </a:lnTo>
                    <a:lnTo>
                      <a:pt x="14333" y="3160"/>
                    </a:lnTo>
                    <a:lnTo>
                      <a:pt x="14354" y="3097"/>
                    </a:lnTo>
                    <a:lnTo>
                      <a:pt x="14207" y="2993"/>
                    </a:lnTo>
                    <a:lnTo>
                      <a:pt x="14165" y="2867"/>
                    </a:lnTo>
                    <a:lnTo>
                      <a:pt x="14040" y="2721"/>
                    </a:lnTo>
                    <a:lnTo>
                      <a:pt x="13935" y="2721"/>
                    </a:lnTo>
                    <a:lnTo>
                      <a:pt x="13810" y="2553"/>
                    </a:lnTo>
                    <a:lnTo>
                      <a:pt x="13810" y="2428"/>
                    </a:lnTo>
                    <a:lnTo>
                      <a:pt x="13914" y="2239"/>
                    </a:lnTo>
                    <a:lnTo>
                      <a:pt x="13935" y="2114"/>
                    </a:lnTo>
                    <a:lnTo>
                      <a:pt x="14061" y="2030"/>
                    </a:lnTo>
                    <a:lnTo>
                      <a:pt x="14103" y="1884"/>
                    </a:lnTo>
                    <a:lnTo>
                      <a:pt x="14144" y="1779"/>
                    </a:lnTo>
                    <a:lnTo>
                      <a:pt x="14040" y="1821"/>
                    </a:lnTo>
                    <a:lnTo>
                      <a:pt x="13956" y="1674"/>
                    </a:lnTo>
                    <a:lnTo>
                      <a:pt x="14061" y="1591"/>
                    </a:lnTo>
                    <a:lnTo>
                      <a:pt x="14040" y="1486"/>
                    </a:lnTo>
                    <a:lnTo>
                      <a:pt x="14124" y="1486"/>
                    </a:lnTo>
                    <a:lnTo>
                      <a:pt x="14165" y="1465"/>
                    </a:lnTo>
                    <a:lnTo>
                      <a:pt x="14228" y="1486"/>
                    </a:lnTo>
                    <a:lnTo>
                      <a:pt x="14333" y="1507"/>
                    </a:lnTo>
                    <a:lnTo>
                      <a:pt x="14458" y="1465"/>
                    </a:lnTo>
                    <a:lnTo>
                      <a:pt x="14521" y="1319"/>
                    </a:lnTo>
                    <a:lnTo>
                      <a:pt x="14416" y="1256"/>
                    </a:lnTo>
                    <a:lnTo>
                      <a:pt x="14479" y="1172"/>
                    </a:lnTo>
                    <a:lnTo>
                      <a:pt x="14563" y="1193"/>
                    </a:lnTo>
                    <a:lnTo>
                      <a:pt x="14626" y="1005"/>
                    </a:lnTo>
                    <a:lnTo>
                      <a:pt x="14688" y="963"/>
                    </a:lnTo>
                    <a:lnTo>
                      <a:pt x="14772" y="858"/>
                    </a:lnTo>
                    <a:lnTo>
                      <a:pt x="14772" y="796"/>
                    </a:lnTo>
                    <a:lnTo>
                      <a:pt x="14668" y="754"/>
                    </a:lnTo>
                    <a:lnTo>
                      <a:pt x="14584" y="837"/>
                    </a:lnTo>
                    <a:lnTo>
                      <a:pt x="14521" y="796"/>
                    </a:lnTo>
                    <a:lnTo>
                      <a:pt x="14521" y="586"/>
                    </a:lnTo>
                    <a:lnTo>
                      <a:pt x="14416" y="649"/>
                    </a:lnTo>
                    <a:lnTo>
                      <a:pt x="14270" y="796"/>
                    </a:lnTo>
                    <a:lnTo>
                      <a:pt x="14333" y="837"/>
                    </a:lnTo>
                    <a:lnTo>
                      <a:pt x="14333" y="900"/>
                    </a:lnTo>
                    <a:lnTo>
                      <a:pt x="14249" y="963"/>
                    </a:lnTo>
                    <a:lnTo>
                      <a:pt x="14144" y="900"/>
                    </a:lnTo>
                    <a:lnTo>
                      <a:pt x="14124" y="837"/>
                    </a:lnTo>
                    <a:lnTo>
                      <a:pt x="14103" y="775"/>
                    </a:lnTo>
                    <a:lnTo>
                      <a:pt x="14040" y="858"/>
                    </a:lnTo>
                    <a:lnTo>
                      <a:pt x="13956" y="879"/>
                    </a:lnTo>
                    <a:lnTo>
                      <a:pt x="13956" y="796"/>
                    </a:lnTo>
                    <a:lnTo>
                      <a:pt x="14040" y="733"/>
                    </a:lnTo>
                    <a:lnTo>
                      <a:pt x="14061" y="670"/>
                    </a:lnTo>
                    <a:lnTo>
                      <a:pt x="13998" y="691"/>
                    </a:lnTo>
                    <a:lnTo>
                      <a:pt x="13914" y="775"/>
                    </a:lnTo>
                    <a:lnTo>
                      <a:pt x="13789" y="837"/>
                    </a:lnTo>
                    <a:lnTo>
                      <a:pt x="13789" y="858"/>
                    </a:lnTo>
                    <a:lnTo>
                      <a:pt x="13705" y="879"/>
                    </a:lnTo>
                    <a:lnTo>
                      <a:pt x="13684" y="837"/>
                    </a:lnTo>
                    <a:lnTo>
                      <a:pt x="13538" y="837"/>
                    </a:lnTo>
                    <a:lnTo>
                      <a:pt x="13538" y="775"/>
                    </a:lnTo>
                    <a:lnTo>
                      <a:pt x="13475" y="649"/>
                    </a:lnTo>
                    <a:lnTo>
                      <a:pt x="13412" y="649"/>
                    </a:lnTo>
                    <a:lnTo>
                      <a:pt x="13287" y="691"/>
                    </a:lnTo>
                    <a:lnTo>
                      <a:pt x="13182" y="670"/>
                    </a:lnTo>
                    <a:lnTo>
                      <a:pt x="13119" y="691"/>
                    </a:lnTo>
                    <a:lnTo>
                      <a:pt x="13077" y="628"/>
                    </a:lnTo>
                    <a:lnTo>
                      <a:pt x="13015" y="628"/>
                    </a:lnTo>
                    <a:lnTo>
                      <a:pt x="12973" y="482"/>
                    </a:lnTo>
                    <a:lnTo>
                      <a:pt x="12847" y="545"/>
                    </a:lnTo>
                    <a:lnTo>
                      <a:pt x="12701" y="524"/>
                    </a:lnTo>
                    <a:lnTo>
                      <a:pt x="12575" y="461"/>
                    </a:lnTo>
                    <a:lnTo>
                      <a:pt x="12575" y="377"/>
                    </a:lnTo>
                    <a:lnTo>
                      <a:pt x="12491" y="273"/>
                    </a:lnTo>
                    <a:lnTo>
                      <a:pt x="12450" y="273"/>
                    </a:lnTo>
                    <a:lnTo>
                      <a:pt x="12450" y="335"/>
                    </a:lnTo>
                    <a:lnTo>
                      <a:pt x="12282" y="377"/>
                    </a:lnTo>
                    <a:lnTo>
                      <a:pt x="12240" y="273"/>
                    </a:lnTo>
                    <a:lnTo>
                      <a:pt x="12136" y="252"/>
                    </a:lnTo>
                    <a:lnTo>
                      <a:pt x="11968" y="168"/>
                    </a:lnTo>
                    <a:lnTo>
                      <a:pt x="11968" y="210"/>
                    </a:lnTo>
                    <a:lnTo>
                      <a:pt x="11906" y="147"/>
                    </a:lnTo>
                    <a:lnTo>
                      <a:pt x="11801" y="231"/>
                    </a:lnTo>
                    <a:lnTo>
                      <a:pt x="11906" y="314"/>
                    </a:lnTo>
                    <a:lnTo>
                      <a:pt x="11864" y="335"/>
                    </a:lnTo>
                    <a:lnTo>
                      <a:pt x="11968" y="356"/>
                    </a:lnTo>
                    <a:lnTo>
                      <a:pt x="12073" y="335"/>
                    </a:lnTo>
                    <a:lnTo>
                      <a:pt x="12240" y="461"/>
                    </a:lnTo>
                    <a:lnTo>
                      <a:pt x="12240" y="545"/>
                    </a:lnTo>
                    <a:lnTo>
                      <a:pt x="12261" y="733"/>
                    </a:lnTo>
                    <a:lnTo>
                      <a:pt x="12136" y="733"/>
                    </a:lnTo>
                    <a:lnTo>
                      <a:pt x="12115" y="858"/>
                    </a:lnTo>
                    <a:lnTo>
                      <a:pt x="12052" y="775"/>
                    </a:lnTo>
                    <a:lnTo>
                      <a:pt x="11968" y="754"/>
                    </a:lnTo>
                    <a:lnTo>
                      <a:pt x="11864" y="837"/>
                    </a:lnTo>
                    <a:lnTo>
                      <a:pt x="11550" y="837"/>
                    </a:lnTo>
                    <a:lnTo>
                      <a:pt x="11424" y="733"/>
                    </a:lnTo>
                    <a:lnTo>
                      <a:pt x="11403" y="775"/>
                    </a:lnTo>
                    <a:lnTo>
                      <a:pt x="11278" y="837"/>
                    </a:lnTo>
                    <a:lnTo>
                      <a:pt x="11299" y="942"/>
                    </a:lnTo>
                    <a:lnTo>
                      <a:pt x="11194" y="900"/>
                    </a:lnTo>
                    <a:lnTo>
                      <a:pt x="11215" y="1068"/>
                    </a:lnTo>
                    <a:lnTo>
                      <a:pt x="11173" y="1005"/>
                    </a:lnTo>
                    <a:lnTo>
                      <a:pt x="11027" y="963"/>
                    </a:lnTo>
                    <a:lnTo>
                      <a:pt x="10985" y="1047"/>
                    </a:lnTo>
                    <a:lnTo>
                      <a:pt x="11027" y="1109"/>
                    </a:lnTo>
                    <a:lnTo>
                      <a:pt x="11027" y="1172"/>
                    </a:lnTo>
                    <a:lnTo>
                      <a:pt x="10880" y="1109"/>
                    </a:lnTo>
                    <a:lnTo>
                      <a:pt x="10818" y="1193"/>
                    </a:lnTo>
                    <a:lnTo>
                      <a:pt x="10880" y="1256"/>
                    </a:lnTo>
                    <a:lnTo>
                      <a:pt x="10797" y="1298"/>
                    </a:lnTo>
                    <a:lnTo>
                      <a:pt x="10713" y="1361"/>
                    </a:lnTo>
                    <a:lnTo>
                      <a:pt x="10713" y="1402"/>
                    </a:lnTo>
                    <a:lnTo>
                      <a:pt x="10797" y="1507"/>
                    </a:lnTo>
                    <a:lnTo>
                      <a:pt x="10818" y="1570"/>
                    </a:lnTo>
                    <a:lnTo>
                      <a:pt x="10818" y="1570"/>
                    </a:lnTo>
                    <a:lnTo>
                      <a:pt x="10713" y="1507"/>
                    </a:lnTo>
                    <a:lnTo>
                      <a:pt x="10650" y="1591"/>
                    </a:lnTo>
                    <a:lnTo>
                      <a:pt x="10546" y="1591"/>
                    </a:lnTo>
                    <a:lnTo>
                      <a:pt x="10462" y="1737"/>
                    </a:lnTo>
                    <a:lnTo>
                      <a:pt x="10357" y="1925"/>
                    </a:lnTo>
                    <a:lnTo>
                      <a:pt x="10274" y="1946"/>
                    </a:lnTo>
                    <a:lnTo>
                      <a:pt x="10253" y="2114"/>
                    </a:lnTo>
                    <a:lnTo>
                      <a:pt x="10148" y="2156"/>
                    </a:lnTo>
                    <a:lnTo>
                      <a:pt x="10232" y="2239"/>
                    </a:lnTo>
                    <a:lnTo>
                      <a:pt x="10441" y="2260"/>
                    </a:lnTo>
                    <a:lnTo>
                      <a:pt x="10357" y="2302"/>
                    </a:lnTo>
                    <a:lnTo>
                      <a:pt x="10294" y="2365"/>
                    </a:lnTo>
                    <a:lnTo>
                      <a:pt x="10546" y="2449"/>
                    </a:lnTo>
                    <a:lnTo>
                      <a:pt x="10462" y="2511"/>
                    </a:lnTo>
                    <a:lnTo>
                      <a:pt x="10294" y="2469"/>
                    </a:lnTo>
                    <a:lnTo>
                      <a:pt x="10253" y="2407"/>
                    </a:lnTo>
                    <a:lnTo>
                      <a:pt x="10253" y="2407"/>
                    </a:lnTo>
                    <a:lnTo>
                      <a:pt x="10274" y="2469"/>
                    </a:lnTo>
                    <a:lnTo>
                      <a:pt x="10357" y="2553"/>
                    </a:lnTo>
                    <a:lnTo>
                      <a:pt x="10357" y="2679"/>
                    </a:lnTo>
                    <a:lnTo>
                      <a:pt x="10462" y="2825"/>
                    </a:lnTo>
                    <a:lnTo>
                      <a:pt x="10294" y="2679"/>
                    </a:lnTo>
                    <a:lnTo>
                      <a:pt x="10232" y="2532"/>
                    </a:lnTo>
                    <a:lnTo>
                      <a:pt x="10127" y="2511"/>
                    </a:lnTo>
                    <a:lnTo>
                      <a:pt x="10085" y="2574"/>
                    </a:lnTo>
                    <a:lnTo>
                      <a:pt x="10064" y="2658"/>
                    </a:lnTo>
                    <a:lnTo>
                      <a:pt x="10043" y="2574"/>
                    </a:lnTo>
                    <a:lnTo>
                      <a:pt x="9813" y="2428"/>
                    </a:lnTo>
                    <a:lnTo>
                      <a:pt x="9625" y="2449"/>
                    </a:lnTo>
                    <a:lnTo>
                      <a:pt x="9667" y="2511"/>
                    </a:lnTo>
                    <a:lnTo>
                      <a:pt x="9625" y="2574"/>
                    </a:lnTo>
                    <a:lnTo>
                      <a:pt x="9562" y="2532"/>
                    </a:lnTo>
                    <a:lnTo>
                      <a:pt x="9520" y="2532"/>
                    </a:lnTo>
                    <a:lnTo>
                      <a:pt x="9458" y="2574"/>
                    </a:lnTo>
                    <a:lnTo>
                      <a:pt x="9541" y="2721"/>
                    </a:lnTo>
                    <a:lnTo>
                      <a:pt x="9520" y="2762"/>
                    </a:lnTo>
                    <a:lnTo>
                      <a:pt x="9499" y="2721"/>
                    </a:lnTo>
                    <a:lnTo>
                      <a:pt x="9437" y="2741"/>
                    </a:lnTo>
                    <a:lnTo>
                      <a:pt x="9437" y="2783"/>
                    </a:lnTo>
                    <a:lnTo>
                      <a:pt x="9332" y="2846"/>
                    </a:lnTo>
                    <a:lnTo>
                      <a:pt x="9186" y="2888"/>
                    </a:lnTo>
                    <a:lnTo>
                      <a:pt x="9311" y="2825"/>
                    </a:lnTo>
                    <a:lnTo>
                      <a:pt x="9395" y="2721"/>
                    </a:lnTo>
                    <a:lnTo>
                      <a:pt x="9395" y="2532"/>
                    </a:lnTo>
                    <a:lnTo>
                      <a:pt x="9458" y="2428"/>
                    </a:lnTo>
                    <a:lnTo>
                      <a:pt x="9416" y="2344"/>
                    </a:lnTo>
                    <a:lnTo>
                      <a:pt x="9311" y="2323"/>
                    </a:lnTo>
                    <a:lnTo>
                      <a:pt x="9144" y="2030"/>
                    </a:lnTo>
                    <a:lnTo>
                      <a:pt x="9081" y="1905"/>
                    </a:lnTo>
                    <a:lnTo>
                      <a:pt x="8893" y="1842"/>
                    </a:lnTo>
                    <a:lnTo>
                      <a:pt x="8788" y="1800"/>
                    </a:lnTo>
                    <a:lnTo>
                      <a:pt x="8725" y="1821"/>
                    </a:lnTo>
                    <a:lnTo>
                      <a:pt x="8788" y="1884"/>
                    </a:lnTo>
                    <a:lnTo>
                      <a:pt x="8704" y="1905"/>
                    </a:lnTo>
                    <a:lnTo>
                      <a:pt x="8621" y="2030"/>
                    </a:lnTo>
                    <a:lnTo>
                      <a:pt x="8558" y="2009"/>
                    </a:lnTo>
                    <a:lnTo>
                      <a:pt x="8579" y="1946"/>
                    </a:lnTo>
                    <a:lnTo>
                      <a:pt x="8474" y="1988"/>
                    </a:lnTo>
                    <a:lnTo>
                      <a:pt x="8453" y="2051"/>
                    </a:lnTo>
                    <a:lnTo>
                      <a:pt x="8370" y="1884"/>
                    </a:lnTo>
                    <a:lnTo>
                      <a:pt x="8307" y="1884"/>
                    </a:lnTo>
                    <a:lnTo>
                      <a:pt x="8286" y="1946"/>
                    </a:lnTo>
                    <a:lnTo>
                      <a:pt x="8370" y="2009"/>
                    </a:lnTo>
                    <a:lnTo>
                      <a:pt x="8265" y="2093"/>
                    </a:lnTo>
                    <a:lnTo>
                      <a:pt x="8202" y="2218"/>
                    </a:lnTo>
                    <a:lnTo>
                      <a:pt x="8265" y="2260"/>
                    </a:lnTo>
                    <a:lnTo>
                      <a:pt x="8139" y="2344"/>
                    </a:lnTo>
                    <a:lnTo>
                      <a:pt x="8077" y="2260"/>
                    </a:lnTo>
                    <a:lnTo>
                      <a:pt x="8035" y="2260"/>
                    </a:lnTo>
                    <a:lnTo>
                      <a:pt x="7993" y="2197"/>
                    </a:lnTo>
                    <a:lnTo>
                      <a:pt x="8077" y="2114"/>
                    </a:lnTo>
                    <a:lnTo>
                      <a:pt x="7993" y="2114"/>
                    </a:lnTo>
                    <a:lnTo>
                      <a:pt x="7951" y="2239"/>
                    </a:lnTo>
                    <a:lnTo>
                      <a:pt x="7846" y="2260"/>
                    </a:lnTo>
                    <a:lnTo>
                      <a:pt x="7784" y="2323"/>
                    </a:lnTo>
                    <a:lnTo>
                      <a:pt x="7763" y="2449"/>
                    </a:lnTo>
                    <a:lnTo>
                      <a:pt x="7951" y="2511"/>
                    </a:lnTo>
                    <a:lnTo>
                      <a:pt x="7784" y="2637"/>
                    </a:lnTo>
                    <a:lnTo>
                      <a:pt x="7679" y="2574"/>
                    </a:lnTo>
                    <a:lnTo>
                      <a:pt x="7533" y="2658"/>
                    </a:lnTo>
                    <a:lnTo>
                      <a:pt x="7554" y="2741"/>
                    </a:lnTo>
                    <a:lnTo>
                      <a:pt x="7742" y="2762"/>
                    </a:lnTo>
                    <a:lnTo>
                      <a:pt x="7658" y="2846"/>
                    </a:lnTo>
                    <a:lnTo>
                      <a:pt x="7574" y="2867"/>
                    </a:lnTo>
                    <a:lnTo>
                      <a:pt x="7470" y="2741"/>
                    </a:lnTo>
                    <a:lnTo>
                      <a:pt x="7365" y="2846"/>
                    </a:lnTo>
                    <a:lnTo>
                      <a:pt x="7261" y="2867"/>
                    </a:lnTo>
                    <a:lnTo>
                      <a:pt x="7302" y="2951"/>
                    </a:lnTo>
                    <a:lnTo>
                      <a:pt x="7323" y="3034"/>
                    </a:lnTo>
                    <a:lnTo>
                      <a:pt x="7323" y="3097"/>
                    </a:lnTo>
                    <a:lnTo>
                      <a:pt x="7407" y="3076"/>
                    </a:lnTo>
                    <a:lnTo>
                      <a:pt x="7323" y="3181"/>
                    </a:lnTo>
                    <a:lnTo>
                      <a:pt x="7365" y="3286"/>
                    </a:lnTo>
                    <a:lnTo>
                      <a:pt x="7261" y="3306"/>
                    </a:lnTo>
                    <a:lnTo>
                      <a:pt x="7219" y="3390"/>
                    </a:lnTo>
                    <a:lnTo>
                      <a:pt x="7407" y="3453"/>
                    </a:lnTo>
                    <a:lnTo>
                      <a:pt x="7302" y="3495"/>
                    </a:lnTo>
                    <a:lnTo>
                      <a:pt x="7261" y="3558"/>
                    </a:lnTo>
                    <a:lnTo>
                      <a:pt x="7135" y="3516"/>
                    </a:lnTo>
                    <a:lnTo>
                      <a:pt x="7093" y="3453"/>
                    </a:lnTo>
                    <a:lnTo>
                      <a:pt x="7009" y="3390"/>
                    </a:lnTo>
                    <a:lnTo>
                      <a:pt x="6905" y="3474"/>
                    </a:lnTo>
                    <a:lnTo>
                      <a:pt x="6884" y="3369"/>
                    </a:lnTo>
                    <a:lnTo>
                      <a:pt x="6779" y="3306"/>
                    </a:lnTo>
                    <a:lnTo>
                      <a:pt x="6696" y="3369"/>
                    </a:lnTo>
                    <a:lnTo>
                      <a:pt x="6821" y="3474"/>
                    </a:lnTo>
                    <a:lnTo>
                      <a:pt x="6779" y="3495"/>
                    </a:lnTo>
                    <a:lnTo>
                      <a:pt x="6717" y="3599"/>
                    </a:lnTo>
                    <a:lnTo>
                      <a:pt x="6821" y="3704"/>
                    </a:lnTo>
                    <a:lnTo>
                      <a:pt x="6947" y="3704"/>
                    </a:lnTo>
                    <a:lnTo>
                      <a:pt x="6905" y="3809"/>
                    </a:lnTo>
                    <a:lnTo>
                      <a:pt x="6905" y="3913"/>
                    </a:lnTo>
                    <a:lnTo>
                      <a:pt x="6842" y="3871"/>
                    </a:lnTo>
                    <a:lnTo>
                      <a:pt x="6779" y="3871"/>
                    </a:lnTo>
                    <a:lnTo>
                      <a:pt x="6800" y="3997"/>
                    </a:lnTo>
                    <a:lnTo>
                      <a:pt x="6737" y="4122"/>
                    </a:lnTo>
                    <a:lnTo>
                      <a:pt x="6737" y="4248"/>
                    </a:lnTo>
                    <a:lnTo>
                      <a:pt x="6570" y="3871"/>
                    </a:lnTo>
                    <a:lnTo>
                      <a:pt x="6424" y="3620"/>
                    </a:lnTo>
                    <a:lnTo>
                      <a:pt x="6382" y="3558"/>
                    </a:lnTo>
                    <a:lnTo>
                      <a:pt x="6403" y="3390"/>
                    </a:lnTo>
                    <a:lnTo>
                      <a:pt x="6361" y="3474"/>
                    </a:lnTo>
                    <a:lnTo>
                      <a:pt x="6214" y="3558"/>
                    </a:lnTo>
                    <a:lnTo>
                      <a:pt x="6193" y="3704"/>
                    </a:lnTo>
                    <a:lnTo>
                      <a:pt x="6110" y="3725"/>
                    </a:lnTo>
                    <a:lnTo>
                      <a:pt x="6089" y="3809"/>
                    </a:lnTo>
                    <a:lnTo>
                      <a:pt x="5984" y="3788"/>
                    </a:lnTo>
                    <a:lnTo>
                      <a:pt x="5901" y="3892"/>
                    </a:lnTo>
                    <a:lnTo>
                      <a:pt x="5838" y="3976"/>
                    </a:lnTo>
                    <a:lnTo>
                      <a:pt x="5859" y="4102"/>
                    </a:lnTo>
                    <a:lnTo>
                      <a:pt x="5859" y="4415"/>
                    </a:lnTo>
                    <a:lnTo>
                      <a:pt x="5901" y="4436"/>
                    </a:lnTo>
                    <a:lnTo>
                      <a:pt x="5901" y="4541"/>
                    </a:lnTo>
                    <a:lnTo>
                      <a:pt x="5796" y="4604"/>
                    </a:lnTo>
                    <a:lnTo>
                      <a:pt x="5733" y="4708"/>
                    </a:lnTo>
                    <a:lnTo>
                      <a:pt x="5566" y="4750"/>
                    </a:lnTo>
                    <a:lnTo>
                      <a:pt x="5587" y="4834"/>
                    </a:lnTo>
                    <a:lnTo>
                      <a:pt x="5461" y="4918"/>
                    </a:lnTo>
                    <a:lnTo>
                      <a:pt x="5461" y="5064"/>
                    </a:lnTo>
                    <a:lnTo>
                      <a:pt x="5377" y="5127"/>
                    </a:lnTo>
                    <a:lnTo>
                      <a:pt x="5210" y="5378"/>
                    </a:lnTo>
                    <a:lnTo>
                      <a:pt x="4854" y="5587"/>
                    </a:lnTo>
                    <a:lnTo>
                      <a:pt x="4561" y="5608"/>
                    </a:lnTo>
                    <a:lnTo>
                      <a:pt x="4436" y="5650"/>
                    </a:lnTo>
                    <a:lnTo>
                      <a:pt x="4268" y="5671"/>
                    </a:lnTo>
                    <a:lnTo>
                      <a:pt x="4122" y="5692"/>
                    </a:lnTo>
                    <a:lnTo>
                      <a:pt x="3996" y="5671"/>
                    </a:lnTo>
                    <a:lnTo>
                      <a:pt x="3808" y="5754"/>
                    </a:lnTo>
                    <a:lnTo>
                      <a:pt x="3787" y="5859"/>
                    </a:lnTo>
                    <a:lnTo>
                      <a:pt x="3683" y="5901"/>
                    </a:lnTo>
                    <a:lnTo>
                      <a:pt x="3285" y="5880"/>
                    </a:lnTo>
                    <a:lnTo>
                      <a:pt x="3222" y="5922"/>
                    </a:lnTo>
                    <a:lnTo>
                      <a:pt x="3160" y="6027"/>
                    </a:lnTo>
                    <a:lnTo>
                      <a:pt x="2929" y="6131"/>
                    </a:lnTo>
                    <a:lnTo>
                      <a:pt x="2762" y="6131"/>
                    </a:lnTo>
                    <a:lnTo>
                      <a:pt x="2657" y="6089"/>
                    </a:lnTo>
                    <a:lnTo>
                      <a:pt x="2553" y="6110"/>
                    </a:lnTo>
                    <a:lnTo>
                      <a:pt x="2532" y="6027"/>
                    </a:lnTo>
                    <a:lnTo>
                      <a:pt x="2427" y="6089"/>
                    </a:lnTo>
                    <a:lnTo>
                      <a:pt x="2344" y="6215"/>
                    </a:lnTo>
                    <a:lnTo>
                      <a:pt x="2113" y="6278"/>
                    </a:lnTo>
                    <a:lnTo>
                      <a:pt x="2092" y="6319"/>
                    </a:lnTo>
                    <a:lnTo>
                      <a:pt x="2009" y="6319"/>
                    </a:lnTo>
                    <a:lnTo>
                      <a:pt x="1820" y="6487"/>
                    </a:lnTo>
                    <a:lnTo>
                      <a:pt x="1569" y="6612"/>
                    </a:lnTo>
                    <a:lnTo>
                      <a:pt x="1255" y="6717"/>
                    </a:lnTo>
                    <a:lnTo>
                      <a:pt x="1088" y="6905"/>
                    </a:lnTo>
                    <a:lnTo>
                      <a:pt x="1088" y="7115"/>
                    </a:lnTo>
                    <a:lnTo>
                      <a:pt x="963" y="7219"/>
                    </a:lnTo>
                    <a:lnTo>
                      <a:pt x="879" y="7156"/>
                    </a:lnTo>
                    <a:lnTo>
                      <a:pt x="900" y="7073"/>
                    </a:lnTo>
                    <a:lnTo>
                      <a:pt x="900" y="7010"/>
                    </a:lnTo>
                    <a:lnTo>
                      <a:pt x="963" y="6843"/>
                    </a:lnTo>
                    <a:lnTo>
                      <a:pt x="963" y="6738"/>
                    </a:lnTo>
                    <a:lnTo>
                      <a:pt x="774" y="6863"/>
                    </a:lnTo>
                    <a:lnTo>
                      <a:pt x="732" y="7052"/>
                    </a:lnTo>
                    <a:lnTo>
                      <a:pt x="607" y="7282"/>
                    </a:lnTo>
                    <a:lnTo>
                      <a:pt x="711" y="7470"/>
                    </a:lnTo>
                    <a:lnTo>
                      <a:pt x="628" y="7638"/>
                    </a:lnTo>
                    <a:lnTo>
                      <a:pt x="649" y="7889"/>
                    </a:lnTo>
                    <a:lnTo>
                      <a:pt x="419" y="8161"/>
                    </a:lnTo>
                    <a:lnTo>
                      <a:pt x="335" y="8537"/>
                    </a:lnTo>
                    <a:lnTo>
                      <a:pt x="377" y="8726"/>
                    </a:lnTo>
                    <a:lnTo>
                      <a:pt x="356" y="9019"/>
                    </a:lnTo>
                    <a:lnTo>
                      <a:pt x="565" y="9353"/>
                    </a:lnTo>
                    <a:lnTo>
                      <a:pt x="565" y="9479"/>
                    </a:lnTo>
                    <a:lnTo>
                      <a:pt x="649" y="9584"/>
                    </a:lnTo>
                    <a:lnTo>
                      <a:pt x="565" y="9751"/>
                    </a:lnTo>
                    <a:lnTo>
                      <a:pt x="628" y="9897"/>
                    </a:lnTo>
                    <a:lnTo>
                      <a:pt x="502" y="9960"/>
                    </a:lnTo>
                    <a:lnTo>
                      <a:pt x="439" y="9856"/>
                    </a:lnTo>
                    <a:lnTo>
                      <a:pt x="439" y="9667"/>
                    </a:lnTo>
                    <a:lnTo>
                      <a:pt x="356" y="9772"/>
                    </a:lnTo>
                    <a:lnTo>
                      <a:pt x="335" y="9730"/>
                    </a:lnTo>
                    <a:lnTo>
                      <a:pt x="335" y="9542"/>
                    </a:lnTo>
                    <a:lnTo>
                      <a:pt x="230" y="9312"/>
                    </a:lnTo>
                    <a:lnTo>
                      <a:pt x="147" y="9416"/>
                    </a:lnTo>
                    <a:lnTo>
                      <a:pt x="188" y="9667"/>
                    </a:lnTo>
                    <a:lnTo>
                      <a:pt x="335" y="9835"/>
                    </a:lnTo>
                    <a:lnTo>
                      <a:pt x="439" y="10023"/>
                    </a:lnTo>
                    <a:lnTo>
                      <a:pt x="293" y="10065"/>
                    </a:lnTo>
                    <a:lnTo>
                      <a:pt x="147" y="9897"/>
                    </a:lnTo>
                    <a:lnTo>
                      <a:pt x="126" y="9688"/>
                    </a:lnTo>
                    <a:lnTo>
                      <a:pt x="84" y="9772"/>
                    </a:lnTo>
                    <a:lnTo>
                      <a:pt x="0" y="9835"/>
                    </a:lnTo>
                    <a:lnTo>
                      <a:pt x="105" y="10002"/>
                    </a:lnTo>
                    <a:lnTo>
                      <a:pt x="314" y="10253"/>
                    </a:lnTo>
                    <a:lnTo>
                      <a:pt x="419" y="10588"/>
                    </a:lnTo>
                    <a:lnTo>
                      <a:pt x="377" y="11153"/>
                    </a:lnTo>
                    <a:lnTo>
                      <a:pt x="460" y="11257"/>
                    </a:lnTo>
                    <a:lnTo>
                      <a:pt x="544" y="11592"/>
                    </a:lnTo>
                    <a:lnTo>
                      <a:pt x="711" y="12032"/>
                    </a:lnTo>
                    <a:lnTo>
                      <a:pt x="649" y="12178"/>
                    </a:lnTo>
                    <a:lnTo>
                      <a:pt x="670" y="12827"/>
                    </a:lnTo>
                    <a:lnTo>
                      <a:pt x="649" y="12910"/>
                    </a:lnTo>
                    <a:lnTo>
                      <a:pt x="711" y="13099"/>
                    </a:lnTo>
                    <a:lnTo>
                      <a:pt x="711" y="13308"/>
                    </a:lnTo>
                    <a:lnTo>
                      <a:pt x="837" y="13559"/>
                    </a:lnTo>
                    <a:lnTo>
                      <a:pt x="837" y="13726"/>
                    </a:lnTo>
                    <a:lnTo>
                      <a:pt x="732" y="13810"/>
                    </a:lnTo>
                    <a:lnTo>
                      <a:pt x="774" y="13852"/>
                    </a:lnTo>
                    <a:lnTo>
                      <a:pt x="732" y="14019"/>
                    </a:lnTo>
                    <a:lnTo>
                      <a:pt x="711" y="14270"/>
                    </a:lnTo>
                    <a:lnTo>
                      <a:pt x="628" y="14354"/>
                    </a:lnTo>
                    <a:lnTo>
                      <a:pt x="649" y="14438"/>
                    </a:lnTo>
                    <a:lnTo>
                      <a:pt x="628" y="14584"/>
                    </a:lnTo>
                    <a:lnTo>
                      <a:pt x="523" y="14668"/>
                    </a:lnTo>
                    <a:lnTo>
                      <a:pt x="544" y="14793"/>
                    </a:lnTo>
                    <a:lnTo>
                      <a:pt x="335" y="14961"/>
                    </a:lnTo>
                    <a:lnTo>
                      <a:pt x="251" y="14877"/>
                    </a:lnTo>
                    <a:lnTo>
                      <a:pt x="126" y="15086"/>
                    </a:lnTo>
                    <a:lnTo>
                      <a:pt x="126" y="15442"/>
                    </a:lnTo>
                    <a:lnTo>
                      <a:pt x="209" y="15526"/>
                    </a:lnTo>
                    <a:lnTo>
                      <a:pt x="293" y="15526"/>
                    </a:lnTo>
                    <a:lnTo>
                      <a:pt x="544" y="15756"/>
                    </a:lnTo>
                    <a:lnTo>
                      <a:pt x="544" y="15861"/>
                    </a:lnTo>
                    <a:lnTo>
                      <a:pt x="565" y="15923"/>
                    </a:lnTo>
                    <a:lnTo>
                      <a:pt x="711" y="15944"/>
                    </a:lnTo>
                    <a:lnTo>
                      <a:pt x="753" y="16007"/>
                    </a:lnTo>
                    <a:lnTo>
                      <a:pt x="942" y="16028"/>
                    </a:lnTo>
                    <a:lnTo>
                      <a:pt x="983" y="16028"/>
                    </a:lnTo>
                    <a:lnTo>
                      <a:pt x="1025" y="16070"/>
                    </a:lnTo>
                    <a:lnTo>
                      <a:pt x="1151" y="16070"/>
                    </a:lnTo>
                    <a:lnTo>
                      <a:pt x="1297" y="16049"/>
                    </a:lnTo>
                    <a:lnTo>
                      <a:pt x="1339" y="16133"/>
                    </a:lnTo>
                    <a:lnTo>
                      <a:pt x="1402" y="16070"/>
                    </a:lnTo>
                    <a:lnTo>
                      <a:pt x="1423" y="16112"/>
                    </a:lnTo>
                    <a:lnTo>
                      <a:pt x="1611" y="16070"/>
                    </a:lnTo>
                    <a:lnTo>
                      <a:pt x="1758" y="16070"/>
                    </a:lnTo>
                    <a:lnTo>
                      <a:pt x="1779" y="16007"/>
                    </a:lnTo>
                    <a:lnTo>
                      <a:pt x="1862" y="15965"/>
                    </a:lnTo>
                    <a:lnTo>
                      <a:pt x="1946" y="15840"/>
                    </a:lnTo>
                    <a:lnTo>
                      <a:pt x="2113" y="15861"/>
                    </a:lnTo>
                    <a:lnTo>
                      <a:pt x="2113" y="15756"/>
                    </a:lnTo>
                    <a:lnTo>
                      <a:pt x="2218" y="15693"/>
                    </a:lnTo>
                    <a:lnTo>
                      <a:pt x="2323" y="15693"/>
                    </a:lnTo>
                    <a:lnTo>
                      <a:pt x="2406" y="15777"/>
                    </a:lnTo>
                    <a:lnTo>
                      <a:pt x="2511" y="15651"/>
                    </a:lnTo>
                    <a:lnTo>
                      <a:pt x="2532" y="15693"/>
                    </a:lnTo>
                    <a:lnTo>
                      <a:pt x="2616" y="15651"/>
                    </a:lnTo>
                    <a:lnTo>
                      <a:pt x="2636" y="15526"/>
                    </a:lnTo>
                    <a:lnTo>
                      <a:pt x="2950" y="15317"/>
                    </a:lnTo>
                    <a:lnTo>
                      <a:pt x="3076" y="15338"/>
                    </a:lnTo>
                    <a:lnTo>
                      <a:pt x="3160" y="15379"/>
                    </a:lnTo>
                    <a:lnTo>
                      <a:pt x="3264" y="15317"/>
                    </a:lnTo>
                    <a:lnTo>
                      <a:pt x="3557" y="15233"/>
                    </a:lnTo>
                    <a:lnTo>
                      <a:pt x="3599" y="15317"/>
                    </a:lnTo>
                    <a:lnTo>
                      <a:pt x="3787" y="15254"/>
                    </a:lnTo>
                    <a:lnTo>
                      <a:pt x="3850" y="15296"/>
                    </a:lnTo>
                    <a:lnTo>
                      <a:pt x="3955" y="15317"/>
                    </a:lnTo>
                    <a:lnTo>
                      <a:pt x="4038" y="15254"/>
                    </a:lnTo>
                    <a:lnTo>
                      <a:pt x="4101" y="15400"/>
                    </a:lnTo>
                    <a:lnTo>
                      <a:pt x="4185" y="15400"/>
                    </a:lnTo>
                    <a:lnTo>
                      <a:pt x="4268" y="15338"/>
                    </a:lnTo>
                    <a:lnTo>
                      <a:pt x="4310" y="15400"/>
                    </a:lnTo>
                    <a:lnTo>
                      <a:pt x="4415" y="15338"/>
                    </a:lnTo>
                    <a:lnTo>
                      <a:pt x="4624" y="15338"/>
                    </a:lnTo>
                    <a:lnTo>
                      <a:pt x="4624" y="15442"/>
                    </a:lnTo>
                    <a:lnTo>
                      <a:pt x="4645" y="15442"/>
                    </a:lnTo>
                    <a:lnTo>
                      <a:pt x="4792" y="15338"/>
                    </a:lnTo>
                    <a:lnTo>
                      <a:pt x="4917" y="15379"/>
                    </a:lnTo>
                    <a:lnTo>
                      <a:pt x="5064" y="15254"/>
                    </a:lnTo>
                    <a:lnTo>
                      <a:pt x="5126" y="15128"/>
                    </a:lnTo>
                    <a:lnTo>
                      <a:pt x="5168" y="15107"/>
                    </a:lnTo>
                    <a:lnTo>
                      <a:pt x="5315" y="14982"/>
                    </a:lnTo>
                    <a:lnTo>
                      <a:pt x="5377" y="14773"/>
                    </a:lnTo>
                    <a:lnTo>
                      <a:pt x="5524" y="14668"/>
                    </a:lnTo>
                    <a:lnTo>
                      <a:pt x="5670" y="14647"/>
                    </a:lnTo>
                    <a:lnTo>
                      <a:pt x="5754" y="14668"/>
                    </a:lnTo>
                    <a:lnTo>
                      <a:pt x="5984" y="14584"/>
                    </a:lnTo>
                    <a:lnTo>
                      <a:pt x="6277" y="14396"/>
                    </a:lnTo>
                    <a:lnTo>
                      <a:pt x="6486" y="14208"/>
                    </a:lnTo>
                    <a:lnTo>
                      <a:pt x="6570" y="14187"/>
                    </a:lnTo>
                    <a:lnTo>
                      <a:pt x="6737" y="14187"/>
                    </a:lnTo>
                    <a:lnTo>
                      <a:pt x="6905" y="14249"/>
                    </a:lnTo>
                    <a:lnTo>
                      <a:pt x="7051" y="14270"/>
                    </a:lnTo>
                    <a:lnTo>
                      <a:pt x="7198" y="14208"/>
                    </a:lnTo>
                    <a:lnTo>
                      <a:pt x="7407" y="14249"/>
                    </a:lnTo>
                    <a:lnTo>
                      <a:pt x="7742" y="14145"/>
                    </a:lnTo>
                    <a:lnTo>
                      <a:pt x="7930" y="14082"/>
                    </a:lnTo>
                    <a:lnTo>
                      <a:pt x="8056" y="13977"/>
                    </a:lnTo>
                    <a:lnTo>
                      <a:pt x="8139" y="13977"/>
                    </a:lnTo>
                    <a:lnTo>
                      <a:pt x="8307" y="13852"/>
                    </a:lnTo>
                    <a:lnTo>
                      <a:pt x="8558" y="13852"/>
                    </a:lnTo>
                    <a:lnTo>
                      <a:pt x="9186" y="13810"/>
                    </a:lnTo>
                    <a:lnTo>
                      <a:pt x="9395" y="13852"/>
                    </a:lnTo>
                    <a:lnTo>
                      <a:pt x="9520" y="13852"/>
                    </a:lnTo>
                    <a:lnTo>
                      <a:pt x="9709" y="13810"/>
                    </a:lnTo>
                    <a:lnTo>
                      <a:pt x="9834" y="13831"/>
                    </a:lnTo>
                    <a:lnTo>
                      <a:pt x="10022" y="13977"/>
                    </a:lnTo>
                    <a:lnTo>
                      <a:pt x="10148" y="14208"/>
                    </a:lnTo>
                    <a:lnTo>
                      <a:pt x="10253" y="14249"/>
                    </a:lnTo>
                    <a:lnTo>
                      <a:pt x="10336" y="14187"/>
                    </a:lnTo>
                    <a:lnTo>
                      <a:pt x="10378" y="14166"/>
                    </a:lnTo>
                    <a:lnTo>
                      <a:pt x="10441" y="14208"/>
                    </a:lnTo>
                    <a:lnTo>
                      <a:pt x="10504" y="14187"/>
                    </a:lnTo>
                    <a:lnTo>
                      <a:pt x="10650" y="14208"/>
                    </a:lnTo>
                    <a:lnTo>
                      <a:pt x="10755" y="14354"/>
                    </a:lnTo>
                    <a:lnTo>
                      <a:pt x="10880" y="14375"/>
                    </a:lnTo>
                    <a:lnTo>
                      <a:pt x="10964" y="14354"/>
                    </a:lnTo>
                    <a:lnTo>
                      <a:pt x="11194" y="14542"/>
                    </a:lnTo>
                    <a:lnTo>
                      <a:pt x="11194" y="14647"/>
                    </a:lnTo>
                    <a:lnTo>
                      <a:pt x="11278" y="14647"/>
                    </a:lnTo>
                    <a:lnTo>
                      <a:pt x="11341" y="14731"/>
                    </a:lnTo>
                    <a:lnTo>
                      <a:pt x="11320" y="14814"/>
                    </a:lnTo>
                    <a:lnTo>
                      <a:pt x="11215" y="14814"/>
                    </a:lnTo>
                    <a:lnTo>
                      <a:pt x="11194" y="14898"/>
                    </a:lnTo>
                    <a:lnTo>
                      <a:pt x="11299" y="15107"/>
                    </a:lnTo>
                    <a:lnTo>
                      <a:pt x="11403" y="15128"/>
                    </a:lnTo>
                    <a:lnTo>
                      <a:pt x="11508" y="15254"/>
                    </a:lnTo>
                    <a:lnTo>
                      <a:pt x="11550" y="15421"/>
                    </a:lnTo>
                    <a:lnTo>
                      <a:pt x="11529" y="15526"/>
                    </a:lnTo>
                    <a:lnTo>
                      <a:pt x="11655" y="15819"/>
                    </a:lnTo>
                    <a:lnTo>
                      <a:pt x="11613" y="15944"/>
                    </a:lnTo>
                    <a:lnTo>
                      <a:pt x="11655" y="16007"/>
                    </a:lnTo>
                    <a:lnTo>
                      <a:pt x="11634" y="16154"/>
                    </a:lnTo>
                    <a:lnTo>
                      <a:pt x="11613" y="16237"/>
                    </a:lnTo>
                    <a:lnTo>
                      <a:pt x="11529" y="16216"/>
                    </a:lnTo>
                    <a:lnTo>
                      <a:pt x="11508" y="16237"/>
                    </a:lnTo>
                    <a:lnTo>
                      <a:pt x="11592" y="16363"/>
                    </a:lnTo>
                    <a:lnTo>
                      <a:pt x="11655" y="16384"/>
                    </a:lnTo>
                    <a:lnTo>
                      <a:pt x="11717" y="16530"/>
                    </a:lnTo>
                    <a:lnTo>
                      <a:pt x="11822" y="16488"/>
                    </a:lnTo>
                    <a:lnTo>
                      <a:pt x="11927" y="16572"/>
                    </a:lnTo>
                    <a:lnTo>
                      <a:pt x="11927" y="16467"/>
                    </a:lnTo>
                    <a:lnTo>
                      <a:pt x="11864" y="16363"/>
                    </a:lnTo>
                    <a:lnTo>
                      <a:pt x="11927" y="16300"/>
                    </a:lnTo>
                    <a:lnTo>
                      <a:pt x="11968" y="16174"/>
                    </a:lnTo>
                    <a:lnTo>
                      <a:pt x="12073" y="16174"/>
                    </a:lnTo>
                    <a:lnTo>
                      <a:pt x="12136" y="16070"/>
                    </a:lnTo>
                    <a:lnTo>
                      <a:pt x="12240" y="16028"/>
                    </a:lnTo>
                    <a:lnTo>
                      <a:pt x="12261" y="15923"/>
                    </a:lnTo>
                    <a:lnTo>
                      <a:pt x="12366" y="15777"/>
                    </a:lnTo>
                    <a:lnTo>
                      <a:pt x="12596" y="15693"/>
                    </a:lnTo>
                    <a:lnTo>
                      <a:pt x="12638" y="15610"/>
                    </a:lnTo>
                    <a:lnTo>
                      <a:pt x="12680" y="15610"/>
                    </a:lnTo>
                    <a:lnTo>
                      <a:pt x="12868" y="15505"/>
                    </a:lnTo>
                    <a:lnTo>
                      <a:pt x="12910" y="15338"/>
                    </a:lnTo>
                    <a:lnTo>
                      <a:pt x="13077" y="15107"/>
                    </a:lnTo>
                    <a:lnTo>
                      <a:pt x="13224" y="15086"/>
                    </a:lnTo>
                    <a:lnTo>
                      <a:pt x="13307" y="14982"/>
                    </a:lnTo>
                    <a:lnTo>
                      <a:pt x="13266" y="14856"/>
                    </a:lnTo>
                    <a:lnTo>
                      <a:pt x="13287" y="14710"/>
                    </a:lnTo>
                    <a:lnTo>
                      <a:pt x="13370" y="14877"/>
                    </a:lnTo>
                    <a:lnTo>
                      <a:pt x="13370" y="15024"/>
                    </a:lnTo>
                    <a:lnTo>
                      <a:pt x="13370" y="15191"/>
                    </a:lnTo>
                    <a:lnTo>
                      <a:pt x="13287" y="15254"/>
                    </a:lnTo>
                    <a:lnTo>
                      <a:pt x="13266" y="15547"/>
                    </a:lnTo>
                    <a:lnTo>
                      <a:pt x="13015" y="15714"/>
                    </a:lnTo>
                    <a:lnTo>
                      <a:pt x="12973" y="15840"/>
                    </a:lnTo>
                    <a:lnTo>
                      <a:pt x="12910" y="15923"/>
                    </a:lnTo>
                    <a:lnTo>
                      <a:pt x="12910" y="16070"/>
                    </a:lnTo>
                    <a:lnTo>
                      <a:pt x="12784" y="16258"/>
                    </a:lnTo>
                    <a:lnTo>
                      <a:pt x="12805" y="16300"/>
                    </a:lnTo>
                    <a:lnTo>
                      <a:pt x="12743" y="16593"/>
                    </a:lnTo>
                    <a:lnTo>
                      <a:pt x="12450" y="16572"/>
                    </a:lnTo>
                    <a:lnTo>
                      <a:pt x="12387" y="16739"/>
                    </a:lnTo>
                    <a:lnTo>
                      <a:pt x="12324" y="16823"/>
                    </a:lnTo>
                    <a:lnTo>
                      <a:pt x="12324" y="16886"/>
                    </a:lnTo>
                    <a:lnTo>
                      <a:pt x="12491" y="16823"/>
                    </a:lnTo>
                    <a:lnTo>
                      <a:pt x="12659" y="16760"/>
                    </a:lnTo>
                    <a:lnTo>
                      <a:pt x="12868" y="16823"/>
                    </a:lnTo>
                    <a:lnTo>
                      <a:pt x="13056" y="16530"/>
                    </a:lnTo>
                    <a:lnTo>
                      <a:pt x="13098" y="16216"/>
                    </a:lnTo>
                    <a:lnTo>
                      <a:pt x="13266" y="16049"/>
                    </a:lnTo>
                    <a:lnTo>
                      <a:pt x="13307" y="16112"/>
                    </a:lnTo>
                    <a:lnTo>
                      <a:pt x="13307" y="16384"/>
                    </a:lnTo>
                    <a:lnTo>
                      <a:pt x="13370" y="16551"/>
                    </a:lnTo>
                    <a:lnTo>
                      <a:pt x="13307" y="16551"/>
                    </a:lnTo>
                    <a:lnTo>
                      <a:pt x="13328" y="16823"/>
                    </a:lnTo>
                    <a:lnTo>
                      <a:pt x="13203" y="17074"/>
                    </a:lnTo>
                    <a:lnTo>
                      <a:pt x="12994" y="17158"/>
                    </a:lnTo>
                    <a:lnTo>
                      <a:pt x="13015" y="17221"/>
                    </a:lnTo>
                    <a:lnTo>
                      <a:pt x="13161" y="17200"/>
                    </a:lnTo>
                    <a:lnTo>
                      <a:pt x="13307" y="17221"/>
                    </a:lnTo>
                    <a:lnTo>
                      <a:pt x="13391" y="17158"/>
                    </a:lnTo>
                    <a:lnTo>
                      <a:pt x="13496" y="17116"/>
                    </a:lnTo>
                    <a:lnTo>
                      <a:pt x="13600" y="17011"/>
                    </a:lnTo>
                    <a:lnTo>
                      <a:pt x="13705" y="17053"/>
                    </a:lnTo>
                    <a:lnTo>
                      <a:pt x="13789" y="17053"/>
                    </a:lnTo>
                    <a:lnTo>
                      <a:pt x="13705" y="17158"/>
                    </a:lnTo>
                    <a:lnTo>
                      <a:pt x="13642" y="17221"/>
                    </a:lnTo>
                    <a:lnTo>
                      <a:pt x="13538" y="17221"/>
                    </a:lnTo>
                    <a:lnTo>
                      <a:pt x="13517" y="17283"/>
                    </a:lnTo>
                    <a:lnTo>
                      <a:pt x="13621" y="17430"/>
                    </a:lnTo>
                    <a:lnTo>
                      <a:pt x="13684" y="17576"/>
                    </a:lnTo>
                    <a:lnTo>
                      <a:pt x="13747" y="17744"/>
                    </a:lnTo>
                    <a:lnTo>
                      <a:pt x="13747" y="17953"/>
                    </a:lnTo>
                    <a:lnTo>
                      <a:pt x="13726" y="18225"/>
                    </a:lnTo>
                    <a:lnTo>
                      <a:pt x="13600" y="18371"/>
                    </a:lnTo>
                    <a:lnTo>
                      <a:pt x="13621" y="18455"/>
                    </a:lnTo>
                    <a:lnTo>
                      <a:pt x="13600" y="18664"/>
                    </a:lnTo>
                    <a:lnTo>
                      <a:pt x="13705" y="18748"/>
                    </a:lnTo>
                    <a:lnTo>
                      <a:pt x="13789" y="18895"/>
                    </a:lnTo>
                    <a:lnTo>
                      <a:pt x="13810" y="19083"/>
                    </a:lnTo>
                    <a:lnTo>
                      <a:pt x="14019" y="19355"/>
                    </a:lnTo>
                    <a:lnTo>
                      <a:pt x="14165" y="19397"/>
                    </a:lnTo>
                    <a:lnTo>
                      <a:pt x="14270" y="19480"/>
                    </a:lnTo>
                    <a:lnTo>
                      <a:pt x="14333" y="19606"/>
                    </a:lnTo>
                    <a:lnTo>
                      <a:pt x="14437" y="19627"/>
                    </a:lnTo>
                    <a:lnTo>
                      <a:pt x="14458" y="19585"/>
                    </a:lnTo>
                    <a:lnTo>
                      <a:pt x="14542" y="19564"/>
                    </a:lnTo>
                    <a:lnTo>
                      <a:pt x="14688" y="19585"/>
                    </a:lnTo>
                    <a:lnTo>
                      <a:pt x="14835" y="19731"/>
                    </a:lnTo>
                    <a:lnTo>
                      <a:pt x="14960" y="19773"/>
                    </a:lnTo>
                    <a:lnTo>
                      <a:pt x="15086" y="19899"/>
                    </a:lnTo>
                    <a:lnTo>
                      <a:pt x="15107" y="20003"/>
                    </a:lnTo>
                    <a:lnTo>
                      <a:pt x="15212" y="20045"/>
                    </a:lnTo>
                    <a:lnTo>
                      <a:pt x="15358" y="20192"/>
                    </a:lnTo>
                    <a:lnTo>
                      <a:pt x="15421" y="20192"/>
                    </a:lnTo>
                    <a:lnTo>
                      <a:pt x="15463" y="20108"/>
                    </a:lnTo>
                    <a:lnTo>
                      <a:pt x="15693" y="20003"/>
                    </a:lnTo>
                    <a:lnTo>
                      <a:pt x="15776" y="19899"/>
                    </a:lnTo>
                    <a:lnTo>
                      <a:pt x="15902" y="19899"/>
                    </a:lnTo>
                    <a:lnTo>
                      <a:pt x="16048" y="19773"/>
                    </a:lnTo>
                    <a:lnTo>
                      <a:pt x="16153" y="19773"/>
                    </a:lnTo>
                    <a:lnTo>
                      <a:pt x="16195" y="19711"/>
                    </a:lnTo>
                    <a:lnTo>
                      <a:pt x="16153" y="19669"/>
                    </a:lnTo>
                    <a:lnTo>
                      <a:pt x="16048" y="19627"/>
                    </a:lnTo>
                    <a:lnTo>
                      <a:pt x="16090" y="19564"/>
                    </a:lnTo>
                    <a:lnTo>
                      <a:pt x="16320" y="19397"/>
                    </a:lnTo>
                    <a:lnTo>
                      <a:pt x="16509" y="19522"/>
                    </a:lnTo>
                    <a:lnTo>
                      <a:pt x="16509" y="19669"/>
                    </a:lnTo>
                    <a:lnTo>
                      <a:pt x="16258" y="19794"/>
                    </a:lnTo>
                    <a:lnTo>
                      <a:pt x="16320" y="19899"/>
                    </a:lnTo>
                    <a:lnTo>
                      <a:pt x="16404" y="19920"/>
                    </a:lnTo>
                    <a:lnTo>
                      <a:pt x="16467" y="19815"/>
                    </a:lnTo>
                    <a:lnTo>
                      <a:pt x="16572" y="19731"/>
                    </a:lnTo>
                    <a:lnTo>
                      <a:pt x="16676" y="19815"/>
                    </a:lnTo>
                    <a:lnTo>
                      <a:pt x="16676" y="19920"/>
                    </a:lnTo>
                    <a:lnTo>
                      <a:pt x="16613" y="19920"/>
                    </a:lnTo>
                    <a:lnTo>
                      <a:pt x="16509" y="20003"/>
                    </a:lnTo>
                    <a:lnTo>
                      <a:pt x="16655" y="20192"/>
                    </a:lnTo>
                    <a:lnTo>
                      <a:pt x="16676" y="20401"/>
                    </a:lnTo>
                    <a:lnTo>
                      <a:pt x="16760" y="20338"/>
                    </a:lnTo>
                    <a:lnTo>
                      <a:pt x="16844" y="20359"/>
                    </a:lnTo>
                    <a:lnTo>
                      <a:pt x="16844" y="20464"/>
                    </a:lnTo>
                    <a:lnTo>
                      <a:pt x="16927" y="20610"/>
                    </a:lnTo>
                    <a:lnTo>
                      <a:pt x="16990" y="20443"/>
                    </a:lnTo>
                    <a:lnTo>
                      <a:pt x="16990" y="20296"/>
                    </a:lnTo>
                    <a:lnTo>
                      <a:pt x="16885" y="20359"/>
                    </a:lnTo>
                    <a:lnTo>
                      <a:pt x="16885" y="20317"/>
                    </a:lnTo>
                    <a:lnTo>
                      <a:pt x="16948" y="20234"/>
                    </a:lnTo>
                    <a:lnTo>
                      <a:pt x="17241" y="20234"/>
                    </a:lnTo>
                    <a:lnTo>
                      <a:pt x="17262" y="20296"/>
                    </a:lnTo>
                    <a:lnTo>
                      <a:pt x="17304" y="20234"/>
                    </a:lnTo>
                    <a:lnTo>
                      <a:pt x="17450" y="20024"/>
                    </a:lnTo>
                    <a:lnTo>
                      <a:pt x="17764" y="19836"/>
                    </a:lnTo>
                    <a:lnTo>
                      <a:pt x="17911" y="19711"/>
                    </a:lnTo>
                    <a:lnTo>
                      <a:pt x="17827" y="19711"/>
                    </a:lnTo>
                    <a:lnTo>
                      <a:pt x="17764" y="19731"/>
                    </a:lnTo>
                    <a:lnTo>
                      <a:pt x="17785" y="19711"/>
                    </a:lnTo>
                    <a:lnTo>
                      <a:pt x="17681" y="19669"/>
                    </a:lnTo>
                    <a:lnTo>
                      <a:pt x="17932" y="19669"/>
                    </a:lnTo>
                    <a:lnTo>
                      <a:pt x="18183" y="19606"/>
                    </a:lnTo>
                    <a:lnTo>
                      <a:pt x="18622" y="19501"/>
                    </a:lnTo>
                    <a:lnTo>
                      <a:pt x="18957" y="19585"/>
                    </a:lnTo>
                    <a:lnTo>
                      <a:pt x="19124" y="19501"/>
                    </a:lnTo>
                    <a:lnTo>
                      <a:pt x="19124" y="19397"/>
                    </a:lnTo>
                    <a:lnTo>
                      <a:pt x="19229" y="19397"/>
                    </a:lnTo>
                    <a:lnTo>
                      <a:pt x="19333" y="19313"/>
                    </a:lnTo>
                    <a:lnTo>
                      <a:pt x="19438" y="19104"/>
                    </a:lnTo>
                    <a:lnTo>
                      <a:pt x="19375" y="18895"/>
                    </a:lnTo>
                    <a:lnTo>
                      <a:pt x="19375" y="18769"/>
                    </a:lnTo>
                    <a:lnTo>
                      <a:pt x="19585" y="18560"/>
                    </a:lnTo>
                    <a:lnTo>
                      <a:pt x="19585" y="18225"/>
                    </a:lnTo>
                    <a:lnTo>
                      <a:pt x="19668" y="18099"/>
                    </a:lnTo>
                    <a:lnTo>
                      <a:pt x="19710" y="17869"/>
                    </a:lnTo>
                    <a:lnTo>
                      <a:pt x="19815" y="17827"/>
                    </a:lnTo>
                    <a:lnTo>
                      <a:pt x="19815" y="17702"/>
                    </a:lnTo>
                    <a:lnTo>
                      <a:pt x="20170" y="17283"/>
                    </a:lnTo>
                    <a:lnTo>
                      <a:pt x="20275" y="17262"/>
                    </a:lnTo>
                    <a:lnTo>
                      <a:pt x="20317" y="17011"/>
                    </a:lnTo>
                    <a:lnTo>
                      <a:pt x="20442" y="16823"/>
                    </a:lnTo>
                    <a:lnTo>
                      <a:pt x="20547" y="16593"/>
                    </a:lnTo>
                    <a:lnTo>
                      <a:pt x="20694" y="16446"/>
                    </a:lnTo>
                    <a:lnTo>
                      <a:pt x="20652" y="16342"/>
                    </a:lnTo>
                    <a:lnTo>
                      <a:pt x="20756" y="16258"/>
                    </a:lnTo>
                    <a:lnTo>
                      <a:pt x="20861" y="16049"/>
                    </a:lnTo>
                    <a:lnTo>
                      <a:pt x="20798" y="15965"/>
                    </a:lnTo>
                    <a:lnTo>
                      <a:pt x="20966" y="15902"/>
                    </a:lnTo>
                    <a:lnTo>
                      <a:pt x="21070" y="15714"/>
                    </a:lnTo>
                    <a:lnTo>
                      <a:pt x="21154" y="15630"/>
                    </a:lnTo>
                    <a:lnTo>
                      <a:pt x="21258" y="15442"/>
                    </a:lnTo>
                    <a:lnTo>
                      <a:pt x="21426" y="15400"/>
                    </a:lnTo>
                    <a:lnTo>
                      <a:pt x="21530" y="15338"/>
                    </a:lnTo>
                    <a:lnTo>
                      <a:pt x="21342" y="15338"/>
                    </a:lnTo>
                    <a:lnTo>
                      <a:pt x="21384" y="15296"/>
                    </a:lnTo>
                    <a:lnTo>
                      <a:pt x="21593" y="15254"/>
                    </a:lnTo>
                    <a:lnTo>
                      <a:pt x="21782" y="15170"/>
                    </a:lnTo>
                    <a:lnTo>
                      <a:pt x="21802" y="15003"/>
                    </a:lnTo>
                    <a:lnTo>
                      <a:pt x="21782" y="14961"/>
                    </a:lnTo>
                    <a:lnTo>
                      <a:pt x="21802" y="14814"/>
                    </a:lnTo>
                    <a:lnTo>
                      <a:pt x="22012" y="14689"/>
                    </a:lnTo>
                    <a:lnTo>
                      <a:pt x="22012" y="14563"/>
                    </a:lnTo>
                    <a:lnTo>
                      <a:pt x="22158" y="14501"/>
                    </a:lnTo>
                    <a:lnTo>
                      <a:pt x="22284" y="14291"/>
                    </a:lnTo>
                    <a:lnTo>
                      <a:pt x="22263" y="14187"/>
                    </a:lnTo>
                    <a:lnTo>
                      <a:pt x="22305" y="14019"/>
                    </a:lnTo>
                    <a:lnTo>
                      <a:pt x="22284" y="13957"/>
                    </a:lnTo>
                    <a:lnTo>
                      <a:pt x="22284" y="13852"/>
                    </a:lnTo>
                    <a:lnTo>
                      <a:pt x="22430" y="13496"/>
                    </a:lnTo>
                    <a:lnTo>
                      <a:pt x="22493" y="13287"/>
                    </a:lnTo>
                    <a:lnTo>
                      <a:pt x="22702" y="12910"/>
                    </a:lnTo>
                    <a:lnTo>
                      <a:pt x="22702" y="12785"/>
                    </a:lnTo>
                    <a:lnTo>
                      <a:pt x="22807" y="12492"/>
                    </a:lnTo>
                    <a:lnTo>
                      <a:pt x="22953" y="12366"/>
                    </a:lnTo>
                    <a:lnTo>
                      <a:pt x="23016" y="12199"/>
                    </a:lnTo>
                    <a:lnTo>
                      <a:pt x="22953" y="12053"/>
                    </a:lnTo>
                    <a:lnTo>
                      <a:pt x="23058" y="11927"/>
                    </a:lnTo>
                    <a:lnTo>
                      <a:pt x="22995" y="11655"/>
                    </a:lnTo>
                    <a:lnTo>
                      <a:pt x="22995" y="11529"/>
                    </a:lnTo>
                    <a:lnTo>
                      <a:pt x="22911" y="11320"/>
                    </a:lnTo>
                    <a:lnTo>
                      <a:pt x="22891" y="11236"/>
                    </a:lnTo>
                    <a:lnTo>
                      <a:pt x="22849" y="11111"/>
                    </a:lnTo>
                    <a:lnTo>
                      <a:pt x="22911" y="11069"/>
                    </a:lnTo>
                    <a:lnTo>
                      <a:pt x="22911" y="10923"/>
                    </a:lnTo>
                    <a:lnTo>
                      <a:pt x="23016" y="10776"/>
                    </a:lnTo>
                    <a:lnTo>
                      <a:pt x="23016" y="10713"/>
                    </a:lnTo>
                    <a:lnTo>
                      <a:pt x="22995" y="10379"/>
                    </a:lnTo>
                    <a:lnTo>
                      <a:pt x="23058" y="10253"/>
                    </a:lnTo>
                    <a:lnTo>
                      <a:pt x="23016" y="10190"/>
                    </a:lnTo>
                    <a:lnTo>
                      <a:pt x="22995" y="10065"/>
                    </a:lnTo>
                    <a:lnTo>
                      <a:pt x="22995" y="9856"/>
                    </a:lnTo>
                    <a:lnTo>
                      <a:pt x="22932" y="9835"/>
                    </a:lnTo>
                    <a:lnTo>
                      <a:pt x="22995" y="9688"/>
                    </a:lnTo>
                    <a:lnTo>
                      <a:pt x="22891" y="9667"/>
                    </a:lnTo>
                    <a:lnTo>
                      <a:pt x="22828" y="9542"/>
                    </a:lnTo>
                    <a:lnTo>
                      <a:pt x="22828" y="9416"/>
                    </a:lnTo>
                    <a:lnTo>
                      <a:pt x="22702" y="9312"/>
                    </a:lnTo>
                    <a:lnTo>
                      <a:pt x="22619" y="9144"/>
                    </a:lnTo>
                    <a:lnTo>
                      <a:pt x="22598" y="8956"/>
                    </a:lnTo>
                    <a:lnTo>
                      <a:pt x="22514" y="8830"/>
                    </a:lnTo>
                    <a:lnTo>
                      <a:pt x="22430" y="8830"/>
                    </a:lnTo>
                    <a:lnTo>
                      <a:pt x="22367" y="8851"/>
                    </a:lnTo>
                    <a:lnTo>
                      <a:pt x="22284" y="8809"/>
                    </a:lnTo>
                    <a:lnTo>
                      <a:pt x="22263" y="8642"/>
                    </a:lnTo>
                    <a:lnTo>
                      <a:pt x="22200" y="8621"/>
                    </a:lnTo>
                    <a:lnTo>
                      <a:pt x="22179" y="8537"/>
                    </a:lnTo>
                    <a:lnTo>
                      <a:pt x="22054" y="8412"/>
                    </a:lnTo>
                    <a:lnTo>
                      <a:pt x="21970" y="8370"/>
                    </a:lnTo>
                    <a:lnTo>
                      <a:pt x="22012" y="8265"/>
                    </a:lnTo>
                    <a:lnTo>
                      <a:pt x="21949" y="8119"/>
                    </a:lnTo>
                    <a:lnTo>
                      <a:pt x="22054" y="7993"/>
                    </a:lnTo>
                    <a:lnTo>
                      <a:pt x="22074" y="7805"/>
                    </a:lnTo>
                    <a:lnTo>
                      <a:pt x="22012" y="7742"/>
                    </a:lnTo>
                    <a:lnTo>
                      <a:pt x="22054" y="7638"/>
                    </a:lnTo>
                    <a:lnTo>
                      <a:pt x="21970" y="7575"/>
                    </a:lnTo>
                    <a:lnTo>
                      <a:pt x="21949" y="7638"/>
                    </a:lnTo>
                    <a:lnTo>
                      <a:pt x="21991" y="7679"/>
                    </a:lnTo>
                    <a:lnTo>
                      <a:pt x="21949" y="7763"/>
                    </a:lnTo>
                    <a:lnTo>
                      <a:pt x="21677" y="7533"/>
                    </a:lnTo>
                    <a:lnTo>
                      <a:pt x="21635" y="7366"/>
                    </a:lnTo>
                    <a:lnTo>
                      <a:pt x="21572" y="7387"/>
                    </a:lnTo>
                    <a:lnTo>
                      <a:pt x="21572" y="7470"/>
                    </a:lnTo>
                    <a:lnTo>
                      <a:pt x="21551" y="7575"/>
                    </a:lnTo>
                    <a:lnTo>
                      <a:pt x="21593" y="7763"/>
                    </a:lnTo>
                    <a:lnTo>
                      <a:pt x="21468" y="7596"/>
                    </a:lnTo>
                    <a:lnTo>
                      <a:pt x="21426" y="7659"/>
                    </a:lnTo>
                    <a:lnTo>
                      <a:pt x="21426" y="7554"/>
                    </a:lnTo>
                    <a:lnTo>
                      <a:pt x="21363" y="7470"/>
                    </a:lnTo>
                    <a:lnTo>
                      <a:pt x="21342" y="7135"/>
                    </a:lnTo>
                    <a:lnTo>
                      <a:pt x="21384" y="7115"/>
                    </a:lnTo>
                    <a:lnTo>
                      <a:pt x="21384" y="7031"/>
                    </a:lnTo>
                    <a:lnTo>
                      <a:pt x="21279" y="6947"/>
                    </a:lnTo>
                    <a:lnTo>
                      <a:pt x="21321" y="6863"/>
                    </a:lnTo>
                    <a:lnTo>
                      <a:pt x="21238" y="6801"/>
                    </a:lnTo>
                    <a:lnTo>
                      <a:pt x="21258" y="6696"/>
                    </a:lnTo>
                    <a:lnTo>
                      <a:pt x="21070" y="6529"/>
                    </a:lnTo>
                    <a:lnTo>
                      <a:pt x="21028" y="6424"/>
                    </a:lnTo>
                    <a:lnTo>
                      <a:pt x="21028" y="6299"/>
                    </a:lnTo>
                    <a:lnTo>
                      <a:pt x="21133" y="6319"/>
                    </a:lnTo>
                    <a:lnTo>
                      <a:pt x="21133" y="6194"/>
                    </a:lnTo>
                    <a:lnTo>
                      <a:pt x="21028" y="6027"/>
                    </a:lnTo>
                    <a:lnTo>
                      <a:pt x="20966" y="6068"/>
                    </a:lnTo>
                    <a:lnTo>
                      <a:pt x="20861" y="6068"/>
                    </a:lnTo>
                    <a:lnTo>
                      <a:pt x="20756" y="5880"/>
                    </a:lnTo>
                    <a:lnTo>
                      <a:pt x="20694" y="5880"/>
                    </a:lnTo>
                    <a:lnTo>
                      <a:pt x="20589" y="5796"/>
                    </a:lnTo>
                    <a:lnTo>
                      <a:pt x="20505" y="5859"/>
                    </a:lnTo>
                    <a:lnTo>
                      <a:pt x="20484" y="5796"/>
                    </a:lnTo>
                    <a:lnTo>
                      <a:pt x="20338" y="5754"/>
                    </a:lnTo>
                    <a:lnTo>
                      <a:pt x="20275" y="5817"/>
                    </a:lnTo>
                    <a:lnTo>
                      <a:pt x="20317" y="5713"/>
                    </a:lnTo>
                    <a:lnTo>
                      <a:pt x="20442" y="5692"/>
                    </a:lnTo>
                    <a:lnTo>
                      <a:pt x="20442" y="5608"/>
                    </a:lnTo>
                    <a:lnTo>
                      <a:pt x="20422" y="5545"/>
                    </a:lnTo>
                    <a:lnTo>
                      <a:pt x="20296" y="5566"/>
                    </a:lnTo>
                    <a:lnTo>
                      <a:pt x="20191" y="5545"/>
                    </a:lnTo>
                    <a:lnTo>
                      <a:pt x="20170" y="5482"/>
                    </a:lnTo>
                    <a:lnTo>
                      <a:pt x="20087" y="5482"/>
                    </a:lnTo>
                    <a:lnTo>
                      <a:pt x="19857" y="5336"/>
                    </a:lnTo>
                    <a:lnTo>
                      <a:pt x="19752" y="5127"/>
                    </a:lnTo>
                    <a:lnTo>
                      <a:pt x="19710" y="4918"/>
                    </a:lnTo>
                    <a:lnTo>
                      <a:pt x="19668" y="4771"/>
                    </a:lnTo>
                    <a:lnTo>
                      <a:pt x="19668" y="4666"/>
                    </a:lnTo>
                    <a:lnTo>
                      <a:pt x="19710" y="4646"/>
                    </a:lnTo>
                    <a:lnTo>
                      <a:pt x="19773" y="4415"/>
                    </a:lnTo>
                    <a:lnTo>
                      <a:pt x="19689" y="4122"/>
                    </a:lnTo>
                    <a:lnTo>
                      <a:pt x="19647" y="3976"/>
                    </a:lnTo>
                    <a:lnTo>
                      <a:pt x="19689" y="3934"/>
                    </a:lnTo>
                    <a:lnTo>
                      <a:pt x="19606" y="3892"/>
                    </a:lnTo>
                    <a:lnTo>
                      <a:pt x="19543" y="3892"/>
                    </a:lnTo>
                    <a:lnTo>
                      <a:pt x="19438" y="3662"/>
                    </a:lnTo>
                    <a:lnTo>
                      <a:pt x="19438" y="3369"/>
                    </a:lnTo>
                    <a:lnTo>
                      <a:pt x="19459" y="3348"/>
                    </a:lnTo>
                    <a:lnTo>
                      <a:pt x="19459" y="3265"/>
                    </a:lnTo>
                    <a:lnTo>
                      <a:pt x="19396" y="3202"/>
                    </a:lnTo>
                    <a:lnTo>
                      <a:pt x="19375" y="2846"/>
                    </a:lnTo>
                    <a:lnTo>
                      <a:pt x="19438" y="2762"/>
                    </a:lnTo>
                    <a:lnTo>
                      <a:pt x="19375" y="2637"/>
                    </a:lnTo>
                    <a:lnTo>
                      <a:pt x="19438" y="2616"/>
                    </a:lnTo>
                    <a:lnTo>
                      <a:pt x="19438" y="2532"/>
                    </a:lnTo>
                    <a:lnTo>
                      <a:pt x="19250" y="2323"/>
                    </a:lnTo>
                    <a:lnTo>
                      <a:pt x="19124" y="2260"/>
                    </a:lnTo>
                    <a:lnTo>
                      <a:pt x="19145" y="2218"/>
                    </a:lnTo>
                    <a:lnTo>
                      <a:pt x="19020" y="2093"/>
                    </a:lnTo>
                    <a:lnTo>
                      <a:pt x="18915" y="2156"/>
                    </a:lnTo>
                    <a:lnTo>
                      <a:pt x="18852" y="2114"/>
                    </a:lnTo>
                    <a:lnTo>
                      <a:pt x="18769" y="2239"/>
                    </a:lnTo>
                    <a:lnTo>
                      <a:pt x="18706" y="2239"/>
                    </a:lnTo>
                    <a:lnTo>
                      <a:pt x="18559" y="2051"/>
                    </a:lnTo>
                    <a:lnTo>
                      <a:pt x="18601" y="1988"/>
                    </a:lnTo>
                    <a:lnTo>
                      <a:pt x="18517" y="1800"/>
                    </a:lnTo>
                    <a:lnTo>
                      <a:pt x="18538" y="1591"/>
                    </a:lnTo>
                    <a:lnTo>
                      <a:pt x="18517" y="1319"/>
                    </a:lnTo>
                    <a:lnTo>
                      <a:pt x="18497" y="1361"/>
                    </a:lnTo>
                    <a:lnTo>
                      <a:pt x="18434" y="1256"/>
                    </a:lnTo>
                    <a:lnTo>
                      <a:pt x="18497" y="1151"/>
                    </a:lnTo>
                    <a:lnTo>
                      <a:pt x="18413" y="1047"/>
                    </a:lnTo>
                    <a:lnTo>
                      <a:pt x="18392" y="942"/>
                    </a:lnTo>
                    <a:lnTo>
                      <a:pt x="18329" y="900"/>
                    </a:lnTo>
                    <a:lnTo>
                      <a:pt x="18329" y="754"/>
                    </a:lnTo>
                    <a:lnTo>
                      <a:pt x="18413" y="670"/>
                    </a:lnTo>
                    <a:lnTo>
                      <a:pt x="18329" y="649"/>
                    </a:lnTo>
                    <a:lnTo>
                      <a:pt x="18225" y="670"/>
                    </a:lnTo>
                    <a:lnTo>
                      <a:pt x="18141" y="586"/>
                    </a:lnTo>
                    <a:lnTo>
                      <a:pt x="18204" y="314"/>
                    </a:lnTo>
                    <a:lnTo>
                      <a:pt x="18183" y="252"/>
                    </a:lnTo>
                    <a:lnTo>
                      <a:pt x="18120" y="105"/>
                    </a:lnTo>
                    <a:lnTo>
                      <a:pt x="18015" y="63"/>
                    </a:lnTo>
                    <a:lnTo>
                      <a:pt x="1801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1865" name="Google Shape;1865;p60"/>
              <p:cNvSpPr/>
              <p:nvPr/>
            </p:nvSpPr>
            <p:spPr>
              <a:xfrm>
                <a:off x="5683950" y="3957275"/>
                <a:ext cx="54950" cy="71175"/>
              </a:xfrm>
              <a:custGeom>
                <a:rect b="b" l="l" r="r" t="t"/>
                <a:pathLst>
                  <a:path extrusionOk="0" h="2847" w="2198">
                    <a:moveTo>
                      <a:pt x="168" y="1"/>
                    </a:moveTo>
                    <a:lnTo>
                      <a:pt x="126" y="64"/>
                    </a:lnTo>
                    <a:lnTo>
                      <a:pt x="126" y="189"/>
                    </a:lnTo>
                    <a:lnTo>
                      <a:pt x="105" y="210"/>
                    </a:lnTo>
                    <a:lnTo>
                      <a:pt x="105" y="336"/>
                    </a:lnTo>
                    <a:lnTo>
                      <a:pt x="126" y="587"/>
                    </a:lnTo>
                    <a:lnTo>
                      <a:pt x="105" y="733"/>
                    </a:lnTo>
                    <a:lnTo>
                      <a:pt x="126" y="1005"/>
                    </a:lnTo>
                    <a:lnTo>
                      <a:pt x="168" y="1214"/>
                    </a:lnTo>
                    <a:lnTo>
                      <a:pt x="126" y="1361"/>
                    </a:lnTo>
                    <a:lnTo>
                      <a:pt x="189" y="1382"/>
                    </a:lnTo>
                    <a:lnTo>
                      <a:pt x="189" y="1466"/>
                    </a:lnTo>
                    <a:lnTo>
                      <a:pt x="294" y="1570"/>
                    </a:lnTo>
                    <a:lnTo>
                      <a:pt x="168" y="1570"/>
                    </a:lnTo>
                    <a:lnTo>
                      <a:pt x="64" y="1466"/>
                    </a:lnTo>
                    <a:lnTo>
                      <a:pt x="1" y="1570"/>
                    </a:lnTo>
                    <a:lnTo>
                      <a:pt x="1" y="1779"/>
                    </a:lnTo>
                    <a:lnTo>
                      <a:pt x="85" y="1842"/>
                    </a:lnTo>
                    <a:lnTo>
                      <a:pt x="64" y="1884"/>
                    </a:lnTo>
                    <a:lnTo>
                      <a:pt x="64" y="2198"/>
                    </a:lnTo>
                    <a:lnTo>
                      <a:pt x="105" y="2261"/>
                    </a:lnTo>
                    <a:lnTo>
                      <a:pt x="85" y="2303"/>
                    </a:lnTo>
                    <a:lnTo>
                      <a:pt x="105" y="2470"/>
                    </a:lnTo>
                    <a:lnTo>
                      <a:pt x="210" y="2491"/>
                    </a:lnTo>
                    <a:lnTo>
                      <a:pt x="168" y="2575"/>
                    </a:lnTo>
                    <a:lnTo>
                      <a:pt x="168" y="2700"/>
                    </a:lnTo>
                    <a:lnTo>
                      <a:pt x="210" y="2721"/>
                    </a:lnTo>
                    <a:lnTo>
                      <a:pt x="315" y="2700"/>
                    </a:lnTo>
                    <a:lnTo>
                      <a:pt x="398" y="2784"/>
                    </a:lnTo>
                    <a:lnTo>
                      <a:pt x="503" y="2637"/>
                    </a:lnTo>
                    <a:lnTo>
                      <a:pt x="503" y="2742"/>
                    </a:lnTo>
                    <a:lnTo>
                      <a:pt x="545" y="2847"/>
                    </a:lnTo>
                    <a:lnTo>
                      <a:pt x="649" y="2847"/>
                    </a:lnTo>
                    <a:lnTo>
                      <a:pt x="754" y="2700"/>
                    </a:lnTo>
                    <a:lnTo>
                      <a:pt x="796" y="2595"/>
                    </a:lnTo>
                    <a:lnTo>
                      <a:pt x="838" y="2407"/>
                    </a:lnTo>
                    <a:lnTo>
                      <a:pt x="921" y="2491"/>
                    </a:lnTo>
                    <a:lnTo>
                      <a:pt x="942" y="2428"/>
                    </a:lnTo>
                    <a:lnTo>
                      <a:pt x="1047" y="2365"/>
                    </a:lnTo>
                    <a:lnTo>
                      <a:pt x="1110" y="2219"/>
                    </a:lnTo>
                    <a:lnTo>
                      <a:pt x="1110" y="2365"/>
                    </a:lnTo>
                    <a:lnTo>
                      <a:pt x="1173" y="2386"/>
                    </a:lnTo>
                    <a:lnTo>
                      <a:pt x="1235" y="2282"/>
                    </a:lnTo>
                    <a:lnTo>
                      <a:pt x="1340" y="2261"/>
                    </a:lnTo>
                    <a:lnTo>
                      <a:pt x="1382" y="2303"/>
                    </a:lnTo>
                    <a:lnTo>
                      <a:pt x="1361" y="2407"/>
                    </a:lnTo>
                    <a:lnTo>
                      <a:pt x="1256" y="2365"/>
                    </a:lnTo>
                    <a:lnTo>
                      <a:pt x="1256" y="2512"/>
                    </a:lnTo>
                    <a:lnTo>
                      <a:pt x="1361" y="2470"/>
                    </a:lnTo>
                    <a:lnTo>
                      <a:pt x="1424" y="2491"/>
                    </a:lnTo>
                    <a:lnTo>
                      <a:pt x="1549" y="2303"/>
                    </a:lnTo>
                    <a:lnTo>
                      <a:pt x="1549" y="2219"/>
                    </a:lnTo>
                    <a:lnTo>
                      <a:pt x="1466" y="2177"/>
                    </a:lnTo>
                    <a:lnTo>
                      <a:pt x="1549" y="2072"/>
                    </a:lnTo>
                    <a:lnTo>
                      <a:pt x="1549" y="1947"/>
                    </a:lnTo>
                    <a:lnTo>
                      <a:pt x="1633" y="1947"/>
                    </a:lnTo>
                    <a:lnTo>
                      <a:pt x="1675" y="1884"/>
                    </a:lnTo>
                    <a:lnTo>
                      <a:pt x="1675" y="1633"/>
                    </a:lnTo>
                    <a:lnTo>
                      <a:pt x="1758" y="1570"/>
                    </a:lnTo>
                    <a:lnTo>
                      <a:pt x="1800" y="1466"/>
                    </a:lnTo>
                    <a:lnTo>
                      <a:pt x="1842" y="1633"/>
                    </a:lnTo>
                    <a:lnTo>
                      <a:pt x="1863" y="1696"/>
                    </a:lnTo>
                    <a:lnTo>
                      <a:pt x="1905" y="1570"/>
                    </a:lnTo>
                    <a:lnTo>
                      <a:pt x="1905" y="1466"/>
                    </a:lnTo>
                    <a:lnTo>
                      <a:pt x="1947" y="1424"/>
                    </a:lnTo>
                    <a:lnTo>
                      <a:pt x="1905" y="1256"/>
                    </a:lnTo>
                    <a:lnTo>
                      <a:pt x="1989" y="1131"/>
                    </a:lnTo>
                    <a:lnTo>
                      <a:pt x="1989" y="922"/>
                    </a:lnTo>
                    <a:lnTo>
                      <a:pt x="2093" y="796"/>
                    </a:lnTo>
                    <a:lnTo>
                      <a:pt x="2156" y="503"/>
                    </a:lnTo>
                    <a:lnTo>
                      <a:pt x="2198" y="398"/>
                    </a:lnTo>
                    <a:lnTo>
                      <a:pt x="2072" y="294"/>
                    </a:lnTo>
                    <a:lnTo>
                      <a:pt x="1947" y="294"/>
                    </a:lnTo>
                    <a:lnTo>
                      <a:pt x="1947" y="315"/>
                    </a:lnTo>
                    <a:lnTo>
                      <a:pt x="1884" y="419"/>
                    </a:lnTo>
                    <a:lnTo>
                      <a:pt x="1863" y="398"/>
                    </a:lnTo>
                    <a:lnTo>
                      <a:pt x="1800" y="398"/>
                    </a:lnTo>
                    <a:lnTo>
                      <a:pt x="1738" y="440"/>
                    </a:lnTo>
                    <a:lnTo>
                      <a:pt x="1675" y="503"/>
                    </a:lnTo>
                    <a:lnTo>
                      <a:pt x="1340" y="482"/>
                    </a:lnTo>
                    <a:lnTo>
                      <a:pt x="1256" y="524"/>
                    </a:lnTo>
                    <a:lnTo>
                      <a:pt x="1256" y="629"/>
                    </a:lnTo>
                    <a:lnTo>
                      <a:pt x="1173" y="545"/>
                    </a:lnTo>
                    <a:lnTo>
                      <a:pt x="1068" y="545"/>
                    </a:lnTo>
                    <a:lnTo>
                      <a:pt x="1005" y="608"/>
                    </a:lnTo>
                    <a:lnTo>
                      <a:pt x="901" y="524"/>
                    </a:lnTo>
                    <a:lnTo>
                      <a:pt x="733" y="398"/>
                    </a:lnTo>
                    <a:lnTo>
                      <a:pt x="524" y="294"/>
                    </a:lnTo>
                    <a:lnTo>
                      <a:pt x="524" y="106"/>
                    </a:lnTo>
                    <a:lnTo>
                      <a:pt x="482" y="168"/>
                    </a:lnTo>
                    <a:lnTo>
                      <a:pt x="440" y="210"/>
                    </a:lnTo>
                    <a:lnTo>
                      <a:pt x="377" y="126"/>
                    </a:lnTo>
                    <a:lnTo>
                      <a:pt x="273" y="85"/>
                    </a:lnTo>
                    <a:lnTo>
                      <a:pt x="1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66" name="Google Shape;1866;p60"/>
            <p:cNvGrpSpPr/>
            <p:nvPr/>
          </p:nvGrpSpPr>
          <p:grpSpPr>
            <a:xfrm>
              <a:off x="4824403" y="3421846"/>
              <a:ext cx="110132" cy="130647"/>
              <a:chOff x="5952300" y="3852150"/>
              <a:chExt cx="231225" cy="287200"/>
            </a:xfrm>
          </p:grpSpPr>
          <p:sp>
            <p:nvSpPr>
              <p:cNvPr id="1867" name="Google Shape;1867;p60"/>
              <p:cNvSpPr/>
              <p:nvPr/>
            </p:nvSpPr>
            <p:spPr>
              <a:xfrm>
                <a:off x="5952300" y="3996525"/>
                <a:ext cx="145450" cy="142825"/>
              </a:xfrm>
              <a:custGeom>
                <a:rect b="b" l="l" r="r" t="t"/>
                <a:pathLst>
                  <a:path extrusionOk="0" h="5713" w="5818">
                    <a:moveTo>
                      <a:pt x="5064" y="0"/>
                    </a:moveTo>
                    <a:lnTo>
                      <a:pt x="4918" y="105"/>
                    </a:lnTo>
                    <a:lnTo>
                      <a:pt x="4834" y="126"/>
                    </a:lnTo>
                    <a:lnTo>
                      <a:pt x="4729" y="209"/>
                    </a:lnTo>
                    <a:lnTo>
                      <a:pt x="4729" y="377"/>
                    </a:lnTo>
                    <a:lnTo>
                      <a:pt x="4625" y="628"/>
                    </a:lnTo>
                    <a:lnTo>
                      <a:pt x="4520" y="753"/>
                    </a:lnTo>
                    <a:lnTo>
                      <a:pt x="4457" y="774"/>
                    </a:lnTo>
                    <a:lnTo>
                      <a:pt x="4332" y="942"/>
                    </a:lnTo>
                    <a:lnTo>
                      <a:pt x="4290" y="1025"/>
                    </a:lnTo>
                    <a:lnTo>
                      <a:pt x="4185" y="1067"/>
                    </a:lnTo>
                    <a:lnTo>
                      <a:pt x="4081" y="1046"/>
                    </a:lnTo>
                    <a:lnTo>
                      <a:pt x="3976" y="1130"/>
                    </a:lnTo>
                    <a:lnTo>
                      <a:pt x="3934" y="1235"/>
                    </a:lnTo>
                    <a:lnTo>
                      <a:pt x="3934" y="1339"/>
                    </a:lnTo>
                    <a:lnTo>
                      <a:pt x="3892" y="1360"/>
                    </a:lnTo>
                    <a:lnTo>
                      <a:pt x="3788" y="1465"/>
                    </a:lnTo>
                    <a:lnTo>
                      <a:pt x="3788" y="1590"/>
                    </a:lnTo>
                    <a:lnTo>
                      <a:pt x="3725" y="1674"/>
                    </a:lnTo>
                    <a:lnTo>
                      <a:pt x="3704" y="1758"/>
                    </a:lnTo>
                    <a:lnTo>
                      <a:pt x="3495" y="2009"/>
                    </a:lnTo>
                    <a:lnTo>
                      <a:pt x="3286" y="2176"/>
                    </a:lnTo>
                    <a:lnTo>
                      <a:pt x="3160" y="2197"/>
                    </a:lnTo>
                    <a:lnTo>
                      <a:pt x="2993" y="2281"/>
                    </a:lnTo>
                    <a:lnTo>
                      <a:pt x="2993" y="2344"/>
                    </a:lnTo>
                    <a:lnTo>
                      <a:pt x="2888" y="2344"/>
                    </a:lnTo>
                    <a:lnTo>
                      <a:pt x="2679" y="2469"/>
                    </a:lnTo>
                    <a:lnTo>
                      <a:pt x="2512" y="2616"/>
                    </a:lnTo>
                    <a:lnTo>
                      <a:pt x="2407" y="2637"/>
                    </a:lnTo>
                    <a:lnTo>
                      <a:pt x="2198" y="2783"/>
                    </a:lnTo>
                    <a:lnTo>
                      <a:pt x="2156" y="2846"/>
                    </a:lnTo>
                    <a:lnTo>
                      <a:pt x="2219" y="2929"/>
                    </a:lnTo>
                    <a:lnTo>
                      <a:pt x="2219" y="3055"/>
                    </a:lnTo>
                    <a:lnTo>
                      <a:pt x="2114" y="2950"/>
                    </a:lnTo>
                    <a:lnTo>
                      <a:pt x="2093" y="2929"/>
                    </a:lnTo>
                    <a:lnTo>
                      <a:pt x="1988" y="2950"/>
                    </a:lnTo>
                    <a:lnTo>
                      <a:pt x="1884" y="2992"/>
                    </a:lnTo>
                    <a:lnTo>
                      <a:pt x="1821" y="2950"/>
                    </a:lnTo>
                    <a:lnTo>
                      <a:pt x="1737" y="2950"/>
                    </a:lnTo>
                    <a:lnTo>
                      <a:pt x="1570" y="3118"/>
                    </a:lnTo>
                    <a:lnTo>
                      <a:pt x="1507" y="3201"/>
                    </a:lnTo>
                    <a:lnTo>
                      <a:pt x="1361" y="3327"/>
                    </a:lnTo>
                    <a:lnTo>
                      <a:pt x="1277" y="3348"/>
                    </a:lnTo>
                    <a:lnTo>
                      <a:pt x="1172" y="3453"/>
                    </a:lnTo>
                    <a:lnTo>
                      <a:pt x="1151" y="3620"/>
                    </a:lnTo>
                    <a:lnTo>
                      <a:pt x="1110" y="3536"/>
                    </a:lnTo>
                    <a:lnTo>
                      <a:pt x="1068" y="3473"/>
                    </a:lnTo>
                    <a:lnTo>
                      <a:pt x="1005" y="3557"/>
                    </a:lnTo>
                    <a:lnTo>
                      <a:pt x="942" y="3620"/>
                    </a:lnTo>
                    <a:lnTo>
                      <a:pt x="942" y="3746"/>
                    </a:lnTo>
                    <a:lnTo>
                      <a:pt x="879" y="3787"/>
                    </a:lnTo>
                    <a:lnTo>
                      <a:pt x="838" y="3766"/>
                    </a:lnTo>
                    <a:lnTo>
                      <a:pt x="670" y="3955"/>
                    </a:lnTo>
                    <a:lnTo>
                      <a:pt x="628" y="3955"/>
                    </a:lnTo>
                    <a:lnTo>
                      <a:pt x="566" y="4038"/>
                    </a:lnTo>
                    <a:lnTo>
                      <a:pt x="566" y="4206"/>
                    </a:lnTo>
                    <a:lnTo>
                      <a:pt x="524" y="4269"/>
                    </a:lnTo>
                    <a:lnTo>
                      <a:pt x="461" y="4164"/>
                    </a:lnTo>
                    <a:lnTo>
                      <a:pt x="419" y="4164"/>
                    </a:lnTo>
                    <a:lnTo>
                      <a:pt x="377" y="4206"/>
                    </a:lnTo>
                    <a:lnTo>
                      <a:pt x="335" y="4248"/>
                    </a:lnTo>
                    <a:lnTo>
                      <a:pt x="252" y="4415"/>
                    </a:lnTo>
                    <a:lnTo>
                      <a:pt x="252" y="4478"/>
                    </a:lnTo>
                    <a:lnTo>
                      <a:pt x="335" y="4582"/>
                    </a:lnTo>
                    <a:lnTo>
                      <a:pt x="377" y="4624"/>
                    </a:lnTo>
                    <a:lnTo>
                      <a:pt x="335" y="4666"/>
                    </a:lnTo>
                    <a:lnTo>
                      <a:pt x="252" y="4666"/>
                    </a:lnTo>
                    <a:lnTo>
                      <a:pt x="126" y="4687"/>
                    </a:lnTo>
                    <a:lnTo>
                      <a:pt x="1" y="4813"/>
                    </a:lnTo>
                    <a:lnTo>
                      <a:pt x="43" y="4834"/>
                    </a:lnTo>
                    <a:lnTo>
                      <a:pt x="126" y="4834"/>
                    </a:lnTo>
                    <a:lnTo>
                      <a:pt x="43" y="4896"/>
                    </a:lnTo>
                    <a:lnTo>
                      <a:pt x="43" y="5001"/>
                    </a:lnTo>
                    <a:lnTo>
                      <a:pt x="126" y="5085"/>
                    </a:lnTo>
                    <a:lnTo>
                      <a:pt x="168" y="5106"/>
                    </a:lnTo>
                    <a:lnTo>
                      <a:pt x="315" y="5106"/>
                    </a:lnTo>
                    <a:lnTo>
                      <a:pt x="335" y="5147"/>
                    </a:lnTo>
                    <a:lnTo>
                      <a:pt x="356" y="5147"/>
                    </a:lnTo>
                    <a:lnTo>
                      <a:pt x="377" y="5085"/>
                    </a:lnTo>
                    <a:lnTo>
                      <a:pt x="440" y="5085"/>
                    </a:lnTo>
                    <a:lnTo>
                      <a:pt x="524" y="5126"/>
                    </a:lnTo>
                    <a:lnTo>
                      <a:pt x="566" y="5210"/>
                    </a:lnTo>
                    <a:lnTo>
                      <a:pt x="545" y="5252"/>
                    </a:lnTo>
                    <a:lnTo>
                      <a:pt x="587" y="5315"/>
                    </a:lnTo>
                    <a:lnTo>
                      <a:pt x="670" y="5315"/>
                    </a:lnTo>
                    <a:lnTo>
                      <a:pt x="733" y="5336"/>
                    </a:lnTo>
                    <a:lnTo>
                      <a:pt x="754" y="5461"/>
                    </a:lnTo>
                    <a:lnTo>
                      <a:pt x="859" y="5545"/>
                    </a:lnTo>
                    <a:lnTo>
                      <a:pt x="942" y="5608"/>
                    </a:lnTo>
                    <a:lnTo>
                      <a:pt x="838" y="5670"/>
                    </a:lnTo>
                    <a:lnTo>
                      <a:pt x="879" y="5670"/>
                    </a:lnTo>
                    <a:lnTo>
                      <a:pt x="1005" y="5629"/>
                    </a:lnTo>
                    <a:lnTo>
                      <a:pt x="1005" y="5670"/>
                    </a:lnTo>
                    <a:lnTo>
                      <a:pt x="1110" y="5712"/>
                    </a:lnTo>
                    <a:lnTo>
                      <a:pt x="1256" y="5670"/>
                    </a:lnTo>
                    <a:lnTo>
                      <a:pt x="1465" y="5608"/>
                    </a:lnTo>
                    <a:lnTo>
                      <a:pt x="1612" y="5461"/>
                    </a:lnTo>
                    <a:lnTo>
                      <a:pt x="1737" y="5419"/>
                    </a:lnTo>
                    <a:lnTo>
                      <a:pt x="1737" y="5357"/>
                    </a:lnTo>
                    <a:lnTo>
                      <a:pt x="1716" y="5252"/>
                    </a:lnTo>
                    <a:lnTo>
                      <a:pt x="1800" y="5315"/>
                    </a:lnTo>
                    <a:lnTo>
                      <a:pt x="1779" y="5398"/>
                    </a:lnTo>
                    <a:lnTo>
                      <a:pt x="1905" y="5336"/>
                    </a:lnTo>
                    <a:lnTo>
                      <a:pt x="1926" y="5210"/>
                    </a:lnTo>
                    <a:lnTo>
                      <a:pt x="2009" y="5106"/>
                    </a:lnTo>
                    <a:lnTo>
                      <a:pt x="2198" y="5022"/>
                    </a:lnTo>
                    <a:lnTo>
                      <a:pt x="2323" y="5022"/>
                    </a:lnTo>
                    <a:lnTo>
                      <a:pt x="2365" y="5001"/>
                    </a:lnTo>
                    <a:lnTo>
                      <a:pt x="2365" y="4959"/>
                    </a:lnTo>
                    <a:lnTo>
                      <a:pt x="2260" y="4959"/>
                    </a:lnTo>
                    <a:lnTo>
                      <a:pt x="2323" y="4938"/>
                    </a:lnTo>
                    <a:lnTo>
                      <a:pt x="2344" y="4917"/>
                    </a:lnTo>
                    <a:lnTo>
                      <a:pt x="2323" y="4896"/>
                    </a:lnTo>
                    <a:lnTo>
                      <a:pt x="2449" y="4729"/>
                    </a:lnTo>
                    <a:lnTo>
                      <a:pt x="2532" y="4582"/>
                    </a:lnTo>
                    <a:lnTo>
                      <a:pt x="2574" y="4415"/>
                    </a:lnTo>
                    <a:lnTo>
                      <a:pt x="2658" y="4310"/>
                    </a:lnTo>
                    <a:lnTo>
                      <a:pt x="2930" y="4143"/>
                    </a:lnTo>
                    <a:lnTo>
                      <a:pt x="2972" y="4038"/>
                    </a:lnTo>
                    <a:lnTo>
                      <a:pt x="2993" y="3913"/>
                    </a:lnTo>
                    <a:lnTo>
                      <a:pt x="3097" y="3746"/>
                    </a:lnTo>
                    <a:lnTo>
                      <a:pt x="3160" y="3641"/>
                    </a:lnTo>
                    <a:lnTo>
                      <a:pt x="3181" y="3536"/>
                    </a:lnTo>
                    <a:lnTo>
                      <a:pt x="3265" y="3432"/>
                    </a:lnTo>
                    <a:lnTo>
                      <a:pt x="3369" y="3369"/>
                    </a:lnTo>
                    <a:lnTo>
                      <a:pt x="3390" y="3264"/>
                    </a:lnTo>
                    <a:lnTo>
                      <a:pt x="3474" y="3348"/>
                    </a:lnTo>
                    <a:lnTo>
                      <a:pt x="3516" y="3348"/>
                    </a:lnTo>
                    <a:lnTo>
                      <a:pt x="3558" y="3243"/>
                    </a:lnTo>
                    <a:lnTo>
                      <a:pt x="3662" y="3243"/>
                    </a:lnTo>
                    <a:lnTo>
                      <a:pt x="3725" y="3222"/>
                    </a:lnTo>
                    <a:lnTo>
                      <a:pt x="3788" y="3139"/>
                    </a:lnTo>
                    <a:lnTo>
                      <a:pt x="3788" y="3034"/>
                    </a:lnTo>
                    <a:lnTo>
                      <a:pt x="3704" y="2950"/>
                    </a:lnTo>
                    <a:lnTo>
                      <a:pt x="3704" y="2950"/>
                    </a:lnTo>
                    <a:lnTo>
                      <a:pt x="3809" y="3013"/>
                    </a:lnTo>
                    <a:lnTo>
                      <a:pt x="3830" y="3139"/>
                    </a:lnTo>
                    <a:lnTo>
                      <a:pt x="3892" y="3139"/>
                    </a:lnTo>
                    <a:lnTo>
                      <a:pt x="3976" y="3118"/>
                    </a:lnTo>
                    <a:lnTo>
                      <a:pt x="3976" y="3055"/>
                    </a:lnTo>
                    <a:lnTo>
                      <a:pt x="4039" y="3013"/>
                    </a:lnTo>
                    <a:lnTo>
                      <a:pt x="4123" y="3034"/>
                    </a:lnTo>
                    <a:lnTo>
                      <a:pt x="4123" y="3097"/>
                    </a:lnTo>
                    <a:lnTo>
                      <a:pt x="4018" y="3139"/>
                    </a:lnTo>
                    <a:lnTo>
                      <a:pt x="4123" y="3139"/>
                    </a:lnTo>
                    <a:lnTo>
                      <a:pt x="4227" y="3160"/>
                    </a:lnTo>
                    <a:lnTo>
                      <a:pt x="4248" y="3118"/>
                    </a:lnTo>
                    <a:lnTo>
                      <a:pt x="4248" y="3034"/>
                    </a:lnTo>
                    <a:lnTo>
                      <a:pt x="4290" y="2992"/>
                    </a:lnTo>
                    <a:lnTo>
                      <a:pt x="4311" y="3013"/>
                    </a:lnTo>
                    <a:lnTo>
                      <a:pt x="4311" y="3139"/>
                    </a:lnTo>
                    <a:lnTo>
                      <a:pt x="4332" y="3160"/>
                    </a:lnTo>
                    <a:lnTo>
                      <a:pt x="4395" y="3118"/>
                    </a:lnTo>
                    <a:lnTo>
                      <a:pt x="4416" y="2950"/>
                    </a:lnTo>
                    <a:lnTo>
                      <a:pt x="4353" y="2867"/>
                    </a:lnTo>
                    <a:lnTo>
                      <a:pt x="4290" y="2867"/>
                    </a:lnTo>
                    <a:lnTo>
                      <a:pt x="4311" y="2825"/>
                    </a:lnTo>
                    <a:lnTo>
                      <a:pt x="4311" y="2699"/>
                    </a:lnTo>
                    <a:lnTo>
                      <a:pt x="4332" y="2511"/>
                    </a:lnTo>
                    <a:lnTo>
                      <a:pt x="4416" y="2490"/>
                    </a:lnTo>
                    <a:lnTo>
                      <a:pt x="4562" y="2427"/>
                    </a:lnTo>
                    <a:lnTo>
                      <a:pt x="4750" y="2323"/>
                    </a:lnTo>
                    <a:lnTo>
                      <a:pt x="4771" y="2260"/>
                    </a:lnTo>
                    <a:lnTo>
                      <a:pt x="4918" y="2093"/>
                    </a:lnTo>
                    <a:lnTo>
                      <a:pt x="4918" y="1988"/>
                    </a:lnTo>
                    <a:lnTo>
                      <a:pt x="5043" y="1862"/>
                    </a:lnTo>
                    <a:lnTo>
                      <a:pt x="5127" y="1883"/>
                    </a:lnTo>
                    <a:lnTo>
                      <a:pt x="5127" y="1821"/>
                    </a:lnTo>
                    <a:lnTo>
                      <a:pt x="5336" y="1632"/>
                    </a:lnTo>
                    <a:lnTo>
                      <a:pt x="5336" y="1549"/>
                    </a:lnTo>
                    <a:lnTo>
                      <a:pt x="5650" y="1277"/>
                    </a:lnTo>
                    <a:lnTo>
                      <a:pt x="5755" y="1235"/>
                    </a:lnTo>
                    <a:lnTo>
                      <a:pt x="5692" y="1214"/>
                    </a:lnTo>
                    <a:lnTo>
                      <a:pt x="5671" y="1109"/>
                    </a:lnTo>
                    <a:lnTo>
                      <a:pt x="5608" y="1005"/>
                    </a:lnTo>
                    <a:lnTo>
                      <a:pt x="5650" y="900"/>
                    </a:lnTo>
                    <a:lnTo>
                      <a:pt x="5671" y="774"/>
                    </a:lnTo>
                    <a:lnTo>
                      <a:pt x="5692" y="816"/>
                    </a:lnTo>
                    <a:lnTo>
                      <a:pt x="5797" y="649"/>
                    </a:lnTo>
                    <a:lnTo>
                      <a:pt x="5713" y="691"/>
                    </a:lnTo>
                    <a:lnTo>
                      <a:pt x="5650" y="691"/>
                    </a:lnTo>
                    <a:lnTo>
                      <a:pt x="5755" y="628"/>
                    </a:lnTo>
                    <a:lnTo>
                      <a:pt x="5817" y="502"/>
                    </a:lnTo>
                    <a:lnTo>
                      <a:pt x="5797" y="502"/>
                    </a:lnTo>
                    <a:lnTo>
                      <a:pt x="5797" y="419"/>
                    </a:lnTo>
                    <a:lnTo>
                      <a:pt x="5713" y="419"/>
                    </a:lnTo>
                    <a:lnTo>
                      <a:pt x="5650" y="544"/>
                    </a:lnTo>
                    <a:lnTo>
                      <a:pt x="5671" y="586"/>
                    </a:lnTo>
                    <a:lnTo>
                      <a:pt x="5713" y="607"/>
                    </a:lnTo>
                    <a:lnTo>
                      <a:pt x="5608" y="649"/>
                    </a:lnTo>
                    <a:lnTo>
                      <a:pt x="5566" y="607"/>
                    </a:lnTo>
                    <a:lnTo>
                      <a:pt x="5566" y="544"/>
                    </a:lnTo>
                    <a:lnTo>
                      <a:pt x="5504" y="544"/>
                    </a:lnTo>
                    <a:lnTo>
                      <a:pt x="5441" y="523"/>
                    </a:lnTo>
                    <a:lnTo>
                      <a:pt x="5378" y="586"/>
                    </a:lnTo>
                    <a:lnTo>
                      <a:pt x="5294" y="691"/>
                    </a:lnTo>
                    <a:lnTo>
                      <a:pt x="5232" y="628"/>
                    </a:lnTo>
                    <a:lnTo>
                      <a:pt x="5169" y="481"/>
                    </a:lnTo>
                    <a:lnTo>
                      <a:pt x="5232" y="440"/>
                    </a:lnTo>
                    <a:lnTo>
                      <a:pt x="5273" y="377"/>
                    </a:lnTo>
                    <a:lnTo>
                      <a:pt x="5273" y="314"/>
                    </a:lnTo>
                    <a:lnTo>
                      <a:pt x="5252" y="293"/>
                    </a:lnTo>
                    <a:lnTo>
                      <a:pt x="5273" y="251"/>
                    </a:lnTo>
                    <a:lnTo>
                      <a:pt x="5232" y="209"/>
                    </a:lnTo>
                    <a:lnTo>
                      <a:pt x="5169" y="251"/>
                    </a:lnTo>
                    <a:lnTo>
                      <a:pt x="5127" y="230"/>
                    </a:lnTo>
                    <a:lnTo>
                      <a:pt x="5064" y="188"/>
                    </a:lnTo>
                    <a:lnTo>
                      <a:pt x="5085" y="105"/>
                    </a:lnTo>
                    <a:lnTo>
                      <a:pt x="516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60"/>
              <p:cNvSpPr/>
              <p:nvPr/>
            </p:nvSpPr>
            <p:spPr>
              <a:xfrm>
                <a:off x="6101375" y="3852150"/>
                <a:ext cx="82150" cy="171075"/>
              </a:xfrm>
              <a:custGeom>
                <a:rect b="b" l="l" r="r" t="t"/>
                <a:pathLst>
                  <a:path extrusionOk="0" h="6843" w="3286">
                    <a:moveTo>
                      <a:pt x="880" y="0"/>
                    </a:moveTo>
                    <a:lnTo>
                      <a:pt x="796" y="21"/>
                    </a:lnTo>
                    <a:lnTo>
                      <a:pt x="650" y="21"/>
                    </a:lnTo>
                    <a:lnTo>
                      <a:pt x="650" y="42"/>
                    </a:lnTo>
                    <a:lnTo>
                      <a:pt x="733" y="126"/>
                    </a:lnTo>
                    <a:lnTo>
                      <a:pt x="859" y="440"/>
                    </a:lnTo>
                    <a:lnTo>
                      <a:pt x="859" y="544"/>
                    </a:lnTo>
                    <a:lnTo>
                      <a:pt x="859" y="733"/>
                    </a:lnTo>
                    <a:lnTo>
                      <a:pt x="796" y="774"/>
                    </a:lnTo>
                    <a:lnTo>
                      <a:pt x="754" y="774"/>
                    </a:lnTo>
                    <a:lnTo>
                      <a:pt x="754" y="795"/>
                    </a:lnTo>
                    <a:lnTo>
                      <a:pt x="796" y="1046"/>
                    </a:lnTo>
                    <a:lnTo>
                      <a:pt x="838" y="1067"/>
                    </a:lnTo>
                    <a:lnTo>
                      <a:pt x="942" y="1026"/>
                    </a:lnTo>
                    <a:lnTo>
                      <a:pt x="1047" y="1026"/>
                    </a:lnTo>
                    <a:lnTo>
                      <a:pt x="963" y="1046"/>
                    </a:lnTo>
                    <a:lnTo>
                      <a:pt x="880" y="1151"/>
                    </a:lnTo>
                    <a:lnTo>
                      <a:pt x="901" y="1277"/>
                    </a:lnTo>
                    <a:lnTo>
                      <a:pt x="984" y="1444"/>
                    </a:lnTo>
                    <a:lnTo>
                      <a:pt x="1005" y="1716"/>
                    </a:lnTo>
                    <a:lnTo>
                      <a:pt x="1005" y="1904"/>
                    </a:lnTo>
                    <a:lnTo>
                      <a:pt x="1005" y="2030"/>
                    </a:lnTo>
                    <a:lnTo>
                      <a:pt x="1068" y="2009"/>
                    </a:lnTo>
                    <a:lnTo>
                      <a:pt x="1089" y="1904"/>
                    </a:lnTo>
                    <a:lnTo>
                      <a:pt x="1068" y="1821"/>
                    </a:lnTo>
                    <a:lnTo>
                      <a:pt x="1089" y="1800"/>
                    </a:lnTo>
                    <a:lnTo>
                      <a:pt x="1152" y="1842"/>
                    </a:lnTo>
                    <a:lnTo>
                      <a:pt x="1152" y="1967"/>
                    </a:lnTo>
                    <a:lnTo>
                      <a:pt x="1194" y="1967"/>
                    </a:lnTo>
                    <a:lnTo>
                      <a:pt x="1214" y="1904"/>
                    </a:lnTo>
                    <a:lnTo>
                      <a:pt x="1194" y="1842"/>
                    </a:lnTo>
                    <a:lnTo>
                      <a:pt x="1214" y="1842"/>
                    </a:lnTo>
                    <a:lnTo>
                      <a:pt x="1256" y="1925"/>
                    </a:lnTo>
                    <a:lnTo>
                      <a:pt x="1173" y="2030"/>
                    </a:lnTo>
                    <a:lnTo>
                      <a:pt x="1152" y="2134"/>
                    </a:lnTo>
                    <a:lnTo>
                      <a:pt x="1152" y="2197"/>
                    </a:lnTo>
                    <a:lnTo>
                      <a:pt x="1110" y="2218"/>
                    </a:lnTo>
                    <a:lnTo>
                      <a:pt x="1068" y="2134"/>
                    </a:lnTo>
                    <a:lnTo>
                      <a:pt x="1005" y="2134"/>
                    </a:lnTo>
                    <a:lnTo>
                      <a:pt x="1047" y="2323"/>
                    </a:lnTo>
                    <a:lnTo>
                      <a:pt x="1110" y="2532"/>
                    </a:lnTo>
                    <a:lnTo>
                      <a:pt x="1173" y="2553"/>
                    </a:lnTo>
                    <a:lnTo>
                      <a:pt x="1194" y="2532"/>
                    </a:lnTo>
                    <a:lnTo>
                      <a:pt x="1256" y="2616"/>
                    </a:lnTo>
                    <a:lnTo>
                      <a:pt x="1256" y="2658"/>
                    </a:lnTo>
                    <a:lnTo>
                      <a:pt x="1298" y="2699"/>
                    </a:lnTo>
                    <a:lnTo>
                      <a:pt x="1194" y="2762"/>
                    </a:lnTo>
                    <a:lnTo>
                      <a:pt x="1194" y="2825"/>
                    </a:lnTo>
                    <a:lnTo>
                      <a:pt x="1214" y="2867"/>
                    </a:lnTo>
                    <a:lnTo>
                      <a:pt x="1194" y="2950"/>
                    </a:lnTo>
                    <a:lnTo>
                      <a:pt x="1110" y="3139"/>
                    </a:lnTo>
                    <a:lnTo>
                      <a:pt x="1152" y="3243"/>
                    </a:lnTo>
                    <a:lnTo>
                      <a:pt x="1089" y="3264"/>
                    </a:lnTo>
                    <a:lnTo>
                      <a:pt x="1173" y="3348"/>
                    </a:lnTo>
                    <a:lnTo>
                      <a:pt x="1152" y="3369"/>
                    </a:lnTo>
                    <a:lnTo>
                      <a:pt x="1068" y="3369"/>
                    </a:lnTo>
                    <a:lnTo>
                      <a:pt x="1005" y="3474"/>
                    </a:lnTo>
                    <a:lnTo>
                      <a:pt x="1005" y="3536"/>
                    </a:lnTo>
                    <a:lnTo>
                      <a:pt x="1068" y="3599"/>
                    </a:lnTo>
                    <a:lnTo>
                      <a:pt x="1005" y="3641"/>
                    </a:lnTo>
                    <a:lnTo>
                      <a:pt x="942" y="3641"/>
                    </a:lnTo>
                    <a:lnTo>
                      <a:pt x="880" y="3767"/>
                    </a:lnTo>
                    <a:lnTo>
                      <a:pt x="796" y="4164"/>
                    </a:lnTo>
                    <a:lnTo>
                      <a:pt x="796" y="4269"/>
                    </a:lnTo>
                    <a:lnTo>
                      <a:pt x="733" y="4331"/>
                    </a:lnTo>
                    <a:lnTo>
                      <a:pt x="629" y="4331"/>
                    </a:lnTo>
                    <a:lnTo>
                      <a:pt x="545" y="4290"/>
                    </a:lnTo>
                    <a:lnTo>
                      <a:pt x="419" y="4311"/>
                    </a:lnTo>
                    <a:lnTo>
                      <a:pt x="210" y="4415"/>
                    </a:lnTo>
                    <a:lnTo>
                      <a:pt x="106" y="4520"/>
                    </a:lnTo>
                    <a:lnTo>
                      <a:pt x="64" y="4645"/>
                    </a:lnTo>
                    <a:lnTo>
                      <a:pt x="106" y="4834"/>
                    </a:lnTo>
                    <a:lnTo>
                      <a:pt x="210" y="4917"/>
                    </a:lnTo>
                    <a:lnTo>
                      <a:pt x="357" y="5022"/>
                    </a:lnTo>
                    <a:lnTo>
                      <a:pt x="440" y="5168"/>
                    </a:lnTo>
                    <a:lnTo>
                      <a:pt x="587" y="5231"/>
                    </a:lnTo>
                    <a:lnTo>
                      <a:pt x="650" y="5273"/>
                    </a:lnTo>
                    <a:lnTo>
                      <a:pt x="670" y="5545"/>
                    </a:lnTo>
                    <a:lnTo>
                      <a:pt x="691" y="5566"/>
                    </a:lnTo>
                    <a:lnTo>
                      <a:pt x="670" y="5587"/>
                    </a:lnTo>
                    <a:lnTo>
                      <a:pt x="670" y="5733"/>
                    </a:lnTo>
                    <a:lnTo>
                      <a:pt x="629" y="5838"/>
                    </a:lnTo>
                    <a:lnTo>
                      <a:pt x="378" y="6110"/>
                    </a:lnTo>
                    <a:lnTo>
                      <a:pt x="231" y="6277"/>
                    </a:lnTo>
                    <a:lnTo>
                      <a:pt x="43" y="6424"/>
                    </a:lnTo>
                    <a:lnTo>
                      <a:pt x="1" y="6508"/>
                    </a:lnTo>
                    <a:lnTo>
                      <a:pt x="22" y="6549"/>
                    </a:lnTo>
                    <a:lnTo>
                      <a:pt x="126" y="6591"/>
                    </a:lnTo>
                    <a:lnTo>
                      <a:pt x="147" y="6528"/>
                    </a:lnTo>
                    <a:lnTo>
                      <a:pt x="210" y="6528"/>
                    </a:lnTo>
                    <a:lnTo>
                      <a:pt x="210" y="6612"/>
                    </a:lnTo>
                    <a:lnTo>
                      <a:pt x="210" y="6675"/>
                    </a:lnTo>
                    <a:lnTo>
                      <a:pt x="231" y="6696"/>
                    </a:lnTo>
                    <a:lnTo>
                      <a:pt x="273" y="6675"/>
                    </a:lnTo>
                    <a:lnTo>
                      <a:pt x="315" y="6717"/>
                    </a:lnTo>
                    <a:lnTo>
                      <a:pt x="315" y="6800"/>
                    </a:lnTo>
                    <a:lnTo>
                      <a:pt x="336" y="6842"/>
                    </a:lnTo>
                    <a:lnTo>
                      <a:pt x="419" y="6821"/>
                    </a:lnTo>
                    <a:lnTo>
                      <a:pt x="629" y="6675"/>
                    </a:lnTo>
                    <a:lnTo>
                      <a:pt x="796" y="6528"/>
                    </a:lnTo>
                    <a:lnTo>
                      <a:pt x="984" y="6361"/>
                    </a:lnTo>
                    <a:lnTo>
                      <a:pt x="1152" y="6173"/>
                    </a:lnTo>
                    <a:lnTo>
                      <a:pt x="1319" y="5901"/>
                    </a:lnTo>
                    <a:lnTo>
                      <a:pt x="1424" y="5859"/>
                    </a:lnTo>
                    <a:lnTo>
                      <a:pt x="1507" y="5859"/>
                    </a:lnTo>
                    <a:lnTo>
                      <a:pt x="1570" y="5775"/>
                    </a:lnTo>
                    <a:lnTo>
                      <a:pt x="1570" y="5691"/>
                    </a:lnTo>
                    <a:lnTo>
                      <a:pt x="1612" y="5650"/>
                    </a:lnTo>
                    <a:lnTo>
                      <a:pt x="1717" y="5587"/>
                    </a:lnTo>
                    <a:lnTo>
                      <a:pt x="1800" y="5357"/>
                    </a:lnTo>
                    <a:lnTo>
                      <a:pt x="1905" y="5210"/>
                    </a:lnTo>
                    <a:lnTo>
                      <a:pt x="1905" y="5147"/>
                    </a:lnTo>
                    <a:lnTo>
                      <a:pt x="1989" y="5106"/>
                    </a:lnTo>
                    <a:lnTo>
                      <a:pt x="1884" y="4980"/>
                    </a:lnTo>
                    <a:lnTo>
                      <a:pt x="1717" y="4980"/>
                    </a:lnTo>
                    <a:lnTo>
                      <a:pt x="1800" y="4938"/>
                    </a:lnTo>
                    <a:lnTo>
                      <a:pt x="1884" y="4917"/>
                    </a:lnTo>
                    <a:lnTo>
                      <a:pt x="2114" y="4624"/>
                    </a:lnTo>
                    <a:lnTo>
                      <a:pt x="2240" y="4603"/>
                    </a:lnTo>
                    <a:lnTo>
                      <a:pt x="2428" y="4624"/>
                    </a:lnTo>
                    <a:lnTo>
                      <a:pt x="2512" y="4624"/>
                    </a:lnTo>
                    <a:lnTo>
                      <a:pt x="2512" y="4708"/>
                    </a:lnTo>
                    <a:lnTo>
                      <a:pt x="2512" y="4792"/>
                    </a:lnTo>
                    <a:lnTo>
                      <a:pt x="2616" y="4708"/>
                    </a:lnTo>
                    <a:lnTo>
                      <a:pt x="2679" y="4645"/>
                    </a:lnTo>
                    <a:lnTo>
                      <a:pt x="2533" y="4603"/>
                    </a:lnTo>
                    <a:lnTo>
                      <a:pt x="2554" y="4499"/>
                    </a:lnTo>
                    <a:lnTo>
                      <a:pt x="2637" y="4311"/>
                    </a:lnTo>
                    <a:lnTo>
                      <a:pt x="2679" y="4227"/>
                    </a:lnTo>
                    <a:lnTo>
                      <a:pt x="2784" y="4227"/>
                    </a:lnTo>
                    <a:lnTo>
                      <a:pt x="2826" y="4290"/>
                    </a:lnTo>
                    <a:lnTo>
                      <a:pt x="2867" y="4227"/>
                    </a:lnTo>
                    <a:lnTo>
                      <a:pt x="2930" y="4122"/>
                    </a:lnTo>
                    <a:lnTo>
                      <a:pt x="3077" y="3892"/>
                    </a:lnTo>
                    <a:lnTo>
                      <a:pt x="3077" y="3808"/>
                    </a:lnTo>
                    <a:lnTo>
                      <a:pt x="3077" y="3746"/>
                    </a:lnTo>
                    <a:lnTo>
                      <a:pt x="3098" y="3599"/>
                    </a:lnTo>
                    <a:lnTo>
                      <a:pt x="3202" y="3495"/>
                    </a:lnTo>
                    <a:lnTo>
                      <a:pt x="3286" y="3453"/>
                    </a:lnTo>
                    <a:lnTo>
                      <a:pt x="3286" y="3411"/>
                    </a:lnTo>
                    <a:lnTo>
                      <a:pt x="3160" y="3369"/>
                    </a:lnTo>
                    <a:lnTo>
                      <a:pt x="3098" y="3285"/>
                    </a:lnTo>
                    <a:lnTo>
                      <a:pt x="3139" y="3285"/>
                    </a:lnTo>
                    <a:lnTo>
                      <a:pt x="3160" y="3243"/>
                    </a:lnTo>
                    <a:lnTo>
                      <a:pt x="3035" y="3222"/>
                    </a:lnTo>
                    <a:lnTo>
                      <a:pt x="2888" y="3327"/>
                    </a:lnTo>
                    <a:lnTo>
                      <a:pt x="2679" y="3536"/>
                    </a:lnTo>
                    <a:lnTo>
                      <a:pt x="2554" y="3536"/>
                    </a:lnTo>
                    <a:lnTo>
                      <a:pt x="2470" y="3578"/>
                    </a:lnTo>
                    <a:lnTo>
                      <a:pt x="2365" y="3536"/>
                    </a:lnTo>
                    <a:lnTo>
                      <a:pt x="2135" y="3285"/>
                    </a:lnTo>
                    <a:lnTo>
                      <a:pt x="2051" y="3285"/>
                    </a:lnTo>
                    <a:lnTo>
                      <a:pt x="1989" y="3181"/>
                    </a:lnTo>
                    <a:lnTo>
                      <a:pt x="1947" y="3118"/>
                    </a:lnTo>
                    <a:lnTo>
                      <a:pt x="2010" y="3034"/>
                    </a:lnTo>
                    <a:lnTo>
                      <a:pt x="2030" y="2888"/>
                    </a:lnTo>
                    <a:lnTo>
                      <a:pt x="1926" y="2720"/>
                    </a:lnTo>
                    <a:lnTo>
                      <a:pt x="1926" y="2637"/>
                    </a:lnTo>
                    <a:lnTo>
                      <a:pt x="1905" y="2595"/>
                    </a:lnTo>
                    <a:lnTo>
                      <a:pt x="1905" y="2448"/>
                    </a:lnTo>
                    <a:lnTo>
                      <a:pt x="1947" y="2365"/>
                    </a:lnTo>
                    <a:lnTo>
                      <a:pt x="1884" y="2365"/>
                    </a:lnTo>
                    <a:lnTo>
                      <a:pt x="1884" y="2239"/>
                    </a:lnTo>
                    <a:lnTo>
                      <a:pt x="1842" y="2176"/>
                    </a:lnTo>
                    <a:lnTo>
                      <a:pt x="1800" y="2197"/>
                    </a:lnTo>
                    <a:lnTo>
                      <a:pt x="1717" y="2134"/>
                    </a:lnTo>
                    <a:lnTo>
                      <a:pt x="1675" y="2197"/>
                    </a:lnTo>
                    <a:lnTo>
                      <a:pt x="1779" y="2281"/>
                    </a:lnTo>
                    <a:lnTo>
                      <a:pt x="1738" y="2365"/>
                    </a:lnTo>
                    <a:lnTo>
                      <a:pt x="1779" y="2427"/>
                    </a:lnTo>
                    <a:lnTo>
                      <a:pt x="1696" y="2511"/>
                    </a:lnTo>
                    <a:lnTo>
                      <a:pt x="1696" y="2595"/>
                    </a:lnTo>
                    <a:lnTo>
                      <a:pt x="1779" y="2699"/>
                    </a:lnTo>
                    <a:lnTo>
                      <a:pt x="1779" y="2741"/>
                    </a:lnTo>
                    <a:lnTo>
                      <a:pt x="1675" y="2762"/>
                    </a:lnTo>
                    <a:lnTo>
                      <a:pt x="1612" y="2720"/>
                    </a:lnTo>
                    <a:lnTo>
                      <a:pt x="1591" y="2616"/>
                    </a:lnTo>
                    <a:lnTo>
                      <a:pt x="1486" y="2595"/>
                    </a:lnTo>
                    <a:lnTo>
                      <a:pt x="1486" y="2532"/>
                    </a:lnTo>
                    <a:lnTo>
                      <a:pt x="1382" y="2511"/>
                    </a:lnTo>
                    <a:lnTo>
                      <a:pt x="1319" y="2511"/>
                    </a:lnTo>
                    <a:lnTo>
                      <a:pt x="1298" y="2448"/>
                    </a:lnTo>
                    <a:lnTo>
                      <a:pt x="1403" y="2406"/>
                    </a:lnTo>
                    <a:lnTo>
                      <a:pt x="1424" y="2323"/>
                    </a:lnTo>
                    <a:lnTo>
                      <a:pt x="1319" y="2239"/>
                    </a:lnTo>
                    <a:lnTo>
                      <a:pt x="1403" y="2114"/>
                    </a:lnTo>
                    <a:lnTo>
                      <a:pt x="1486" y="2093"/>
                    </a:lnTo>
                    <a:lnTo>
                      <a:pt x="1507" y="1988"/>
                    </a:lnTo>
                    <a:lnTo>
                      <a:pt x="1486" y="1904"/>
                    </a:lnTo>
                    <a:lnTo>
                      <a:pt x="1507" y="1821"/>
                    </a:lnTo>
                    <a:lnTo>
                      <a:pt x="1466" y="1758"/>
                    </a:lnTo>
                    <a:lnTo>
                      <a:pt x="1486" y="1611"/>
                    </a:lnTo>
                    <a:lnTo>
                      <a:pt x="1361" y="1507"/>
                    </a:lnTo>
                    <a:lnTo>
                      <a:pt x="1361" y="1465"/>
                    </a:lnTo>
                    <a:lnTo>
                      <a:pt x="1424" y="1507"/>
                    </a:lnTo>
                    <a:lnTo>
                      <a:pt x="1528" y="1486"/>
                    </a:lnTo>
                    <a:lnTo>
                      <a:pt x="1570" y="1360"/>
                    </a:lnTo>
                    <a:lnTo>
                      <a:pt x="1591" y="1318"/>
                    </a:lnTo>
                    <a:lnTo>
                      <a:pt x="1591" y="1151"/>
                    </a:lnTo>
                    <a:lnTo>
                      <a:pt x="1570" y="1026"/>
                    </a:lnTo>
                    <a:lnTo>
                      <a:pt x="1570" y="921"/>
                    </a:lnTo>
                    <a:lnTo>
                      <a:pt x="1507" y="942"/>
                    </a:lnTo>
                    <a:lnTo>
                      <a:pt x="1382" y="984"/>
                    </a:lnTo>
                    <a:lnTo>
                      <a:pt x="1277" y="879"/>
                    </a:lnTo>
                    <a:lnTo>
                      <a:pt x="1361" y="837"/>
                    </a:lnTo>
                    <a:lnTo>
                      <a:pt x="1277" y="774"/>
                    </a:lnTo>
                    <a:lnTo>
                      <a:pt x="1214" y="754"/>
                    </a:lnTo>
                    <a:lnTo>
                      <a:pt x="1277" y="712"/>
                    </a:lnTo>
                    <a:lnTo>
                      <a:pt x="1361" y="649"/>
                    </a:lnTo>
                    <a:lnTo>
                      <a:pt x="1361" y="607"/>
                    </a:lnTo>
                    <a:lnTo>
                      <a:pt x="1256" y="565"/>
                    </a:lnTo>
                    <a:lnTo>
                      <a:pt x="1173" y="502"/>
                    </a:lnTo>
                    <a:lnTo>
                      <a:pt x="1089" y="544"/>
                    </a:lnTo>
                    <a:lnTo>
                      <a:pt x="1089" y="440"/>
                    </a:lnTo>
                    <a:lnTo>
                      <a:pt x="1110" y="440"/>
                    </a:lnTo>
                    <a:lnTo>
                      <a:pt x="1173" y="356"/>
                    </a:lnTo>
                    <a:lnTo>
                      <a:pt x="1110" y="356"/>
                    </a:lnTo>
                    <a:lnTo>
                      <a:pt x="1047" y="398"/>
                    </a:lnTo>
                    <a:lnTo>
                      <a:pt x="1047" y="461"/>
                    </a:lnTo>
                    <a:lnTo>
                      <a:pt x="1005" y="544"/>
                    </a:lnTo>
                    <a:lnTo>
                      <a:pt x="942" y="523"/>
                    </a:lnTo>
                    <a:lnTo>
                      <a:pt x="963" y="419"/>
                    </a:lnTo>
                    <a:lnTo>
                      <a:pt x="901" y="335"/>
                    </a:lnTo>
                    <a:lnTo>
                      <a:pt x="880" y="209"/>
                    </a:lnTo>
                    <a:lnTo>
                      <a:pt x="880" y="105"/>
                    </a:lnTo>
                    <a:lnTo>
                      <a:pt x="880" y="42"/>
                    </a:lnTo>
                    <a:lnTo>
                      <a:pt x="942" y="42"/>
                    </a:lnTo>
                    <a:lnTo>
                      <a:pt x="88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69" name="Google Shape;1869;p60"/>
            <p:cNvSpPr/>
            <p:nvPr/>
          </p:nvSpPr>
          <p:spPr>
            <a:xfrm>
              <a:off x="3608564" y="2619698"/>
              <a:ext cx="60550" cy="35232"/>
            </a:xfrm>
            <a:custGeom>
              <a:rect b="b" l="l" r="r" t="t"/>
              <a:pathLst>
                <a:path extrusionOk="0" h="3098" w="5085">
                  <a:moveTo>
                    <a:pt x="900" y="1"/>
                  </a:moveTo>
                  <a:lnTo>
                    <a:pt x="733" y="22"/>
                  </a:lnTo>
                  <a:lnTo>
                    <a:pt x="733" y="64"/>
                  </a:lnTo>
                  <a:lnTo>
                    <a:pt x="775" y="126"/>
                  </a:lnTo>
                  <a:lnTo>
                    <a:pt x="837" y="126"/>
                  </a:lnTo>
                  <a:lnTo>
                    <a:pt x="858" y="64"/>
                  </a:lnTo>
                  <a:lnTo>
                    <a:pt x="942" y="64"/>
                  </a:lnTo>
                  <a:lnTo>
                    <a:pt x="984" y="126"/>
                  </a:lnTo>
                  <a:lnTo>
                    <a:pt x="1088" y="147"/>
                  </a:lnTo>
                  <a:lnTo>
                    <a:pt x="1047" y="210"/>
                  </a:lnTo>
                  <a:lnTo>
                    <a:pt x="942" y="168"/>
                  </a:lnTo>
                  <a:lnTo>
                    <a:pt x="837" y="168"/>
                  </a:lnTo>
                  <a:lnTo>
                    <a:pt x="858" y="231"/>
                  </a:lnTo>
                  <a:lnTo>
                    <a:pt x="1005" y="315"/>
                  </a:lnTo>
                  <a:lnTo>
                    <a:pt x="1109" y="440"/>
                  </a:lnTo>
                  <a:lnTo>
                    <a:pt x="1088" y="524"/>
                  </a:lnTo>
                  <a:lnTo>
                    <a:pt x="1047" y="545"/>
                  </a:lnTo>
                  <a:lnTo>
                    <a:pt x="1047" y="461"/>
                  </a:lnTo>
                  <a:lnTo>
                    <a:pt x="900" y="377"/>
                  </a:lnTo>
                  <a:lnTo>
                    <a:pt x="837" y="461"/>
                  </a:lnTo>
                  <a:lnTo>
                    <a:pt x="775" y="440"/>
                  </a:lnTo>
                  <a:lnTo>
                    <a:pt x="796" y="356"/>
                  </a:lnTo>
                  <a:lnTo>
                    <a:pt x="691" y="252"/>
                  </a:lnTo>
                  <a:lnTo>
                    <a:pt x="586" y="210"/>
                  </a:lnTo>
                  <a:lnTo>
                    <a:pt x="524" y="252"/>
                  </a:lnTo>
                  <a:lnTo>
                    <a:pt x="586" y="356"/>
                  </a:lnTo>
                  <a:lnTo>
                    <a:pt x="565" y="419"/>
                  </a:lnTo>
                  <a:lnTo>
                    <a:pt x="524" y="315"/>
                  </a:lnTo>
                  <a:lnTo>
                    <a:pt x="419" y="273"/>
                  </a:lnTo>
                  <a:lnTo>
                    <a:pt x="377" y="356"/>
                  </a:lnTo>
                  <a:lnTo>
                    <a:pt x="461" y="440"/>
                  </a:lnTo>
                  <a:lnTo>
                    <a:pt x="524" y="482"/>
                  </a:lnTo>
                  <a:lnTo>
                    <a:pt x="565" y="545"/>
                  </a:lnTo>
                  <a:lnTo>
                    <a:pt x="461" y="482"/>
                  </a:lnTo>
                  <a:lnTo>
                    <a:pt x="356" y="545"/>
                  </a:lnTo>
                  <a:lnTo>
                    <a:pt x="419" y="608"/>
                  </a:lnTo>
                  <a:lnTo>
                    <a:pt x="565" y="670"/>
                  </a:lnTo>
                  <a:lnTo>
                    <a:pt x="482" y="670"/>
                  </a:lnTo>
                  <a:lnTo>
                    <a:pt x="461" y="733"/>
                  </a:lnTo>
                  <a:lnTo>
                    <a:pt x="482" y="775"/>
                  </a:lnTo>
                  <a:lnTo>
                    <a:pt x="461" y="775"/>
                  </a:lnTo>
                  <a:lnTo>
                    <a:pt x="272" y="649"/>
                  </a:lnTo>
                  <a:lnTo>
                    <a:pt x="231" y="608"/>
                  </a:lnTo>
                  <a:lnTo>
                    <a:pt x="168" y="670"/>
                  </a:lnTo>
                  <a:lnTo>
                    <a:pt x="252" y="796"/>
                  </a:lnTo>
                  <a:lnTo>
                    <a:pt x="314" y="880"/>
                  </a:lnTo>
                  <a:lnTo>
                    <a:pt x="252" y="900"/>
                  </a:lnTo>
                  <a:lnTo>
                    <a:pt x="147" y="775"/>
                  </a:lnTo>
                  <a:lnTo>
                    <a:pt x="63" y="754"/>
                  </a:lnTo>
                  <a:lnTo>
                    <a:pt x="0" y="859"/>
                  </a:lnTo>
                  <a:lnTo>
                    <a:pt x="126" y="900"/>
                  </a:lnTo>
                  <a:lnTo>
                    <a:pt x="231" y="1005"/>
                  </a:lnTo>
                  <a:lnTo>
                    <a:pt x="356" y="1047"/>
                  </a:lnTo>
                  <a:lnTo>
                    <a:pt x="440" y="942"/>
                  </a:lnTo>
                  <a:lnTo>
                    <a:pt x="565" y="900"/>
                  </a:lnTo>
                  <a:lnTo>
                    <a:pt x="628" y="796"/>
                  </a:lnTo>
                  <a:lnTo>
                    <a:pt x="649" y="859"/>
                  </a:lnTo>
                  <a:lnTo>
                    <a:pt x="649" y="900"/>
                  </a:lnTo>
                  <a:lnTo>
                    <a:pt x="691" y="900"/>
                  </a:lnTo>
                  <a:lnTo>
                    <a:pt x="775" y="880"/>
                  </a:lnTo>
                  <a:lnTo>
                    <a:pt x="796" y="984"/>
                  </a:lnTo>
                  <a:lnTo>
                    <a:pt x="858" y="984"/>
                  </a:lnTo>
                  <a:lnTo>
                    <a:pt x="942" y="900"/>
                  </a:lnTo>
                  <a:lnTo>
                    <a:pt x="963" y="859"/>
                  </a:lnTo>
                  <a:lnTo>
                    <a:pt x="984" y="963"/>
                  </a:lnTo>
                  <a:lnTo>
                    <a:pt x="1005" y="963"/>
                  </a:lnTo>
                  <a:lnTo>
                    <a:pt x="1151" y="859"/>
                  </a:lnTo>
                  <a:lnTo>
                    <a:pt x="1109" y="900"/>
                  </a:lnTo>
                  <a:lnTo>
                    <a:pt x="1088" y="1005"/>
                  </a:lnTo>
                  <a:lnTo>
                    <a:pt x="1151" y="1047"/>
                  </a:lnTo>
                  <a:lnTo>
                    <a:pt x="1214" y="984"/>
                  </a:lnTo>
                  <a:lnTo>
                    <a:pt x="1360" y="1068"/>
                  </a:lnTo>
                  <a:lnTo>
                    <a:pt x="1277" y="1089"/>
                  </a:lnTo>
                  <a:lnTo>
                    <a:pt x="1193" y="1089"/>
                  </a:lnTo>
                  <a:lnTo>
                    <a:pt x="1109" y="1131"/>
                  </a:lnTo>
                  <a:lnTo>
                    <a:pt x="1047" y="1131"/>
                  </a:lnTo>
                  <a:lnTo>
                    <a:pt x="879" y="1214"/>
                  </a:lnTo>
                  <a:lnTo>
                    <a:pt x="879" y="1256"/>
                  </a:lnTo>
                  <a:lnTo>
                    <a:pt x="1068" y="1298"/>
                  </a:lnTo>
                  <a:lnTo>
                    <a:pt x="1172" y="1298"/>
                  </a:lnTo>
                  <a:lnTo>
                    <a:pt x="1214" y="1214"/>
                  </a:lnTo>
                  <a:lnTo>
                    <a:pt x="1277" y="1193"/>
                  </a:lnTo>
                  <a:lnTo>
                    <a:pt x="1277" y="1298"/>
                  </a:lnTo>
                  <a:lnTo>
                    <a:pt x="1193" y="1382"/>
                  </a:lnTo>
                  <a:lnTo>
                    <a:pt x="1005" y="1403"/>
                  </a:lnTo>
                  <a:lnTo>
                    <a:pt x="942" y="1382"/>
                  </a:lnTo>
                  <a:lnTo>
                    <a:pt x="858" y="1486"/>
                  </a:lnTo>
                  <a:lnTo>
                    <a:pt x="796" y="1403"/>
                  </a:lnTo>
                  <a:lnTo>
                    <a:pt x="775" y="1382"/>
                  </a:lnTo>
                  <a:lnTo>
                    <a:pt x="775" y="1319"/>
                  </a:lnTo>
                  <a:lnTo>
                    <a:pt x="691" y="1319"/>
                  </a:lnTo>
                  <a:lnTo>
                    <a:pt x="691" y="1361"/>
                  </a:lnTo>
                  <a:lnTo>
                    <a:pt x="691" y="1382"/>
                  </a:lnTo>
                  <a:lnTo>
                    <a:pt x="628" y="1465"/>
                  </a:lnTo>
                  <a:lnTo>
                    <a:pt x="544" y="1403"/>
                  </a:lnTo>
                  <a:lnTo>
                    <a:pt x="461" y="1424"/>
                  </a:lnTo>
                  <a:lnTo>
                    <a:pt x="356" y="1486"/>
                  </a:lnTo>
                  <a:lnTo>
                    <a:pt x="252" y="1424"/>
                  </a:lnTo>
                  <a:lnTo>
                    <a:pt x="168" y="1465"/>
                  </a:lnTo>
                  <a:lnTo>
                    <a:pt x="126" y="1465"/>
                  </a:lnTo>
                  <a:lnTo>
                    <a:pt x="168" y="1591"/>
                  </a:lnTo>
                  <a:lnTo>
                    <a:pt x="231" y="1654"/>
                  </a:lnTo>
                  <a:lnTo>
                    <a:pt x="377" y="1696"/>
                  </a:lnTo>
                  <a:lnTo>
                    <a:pt x="377" y="1633"/>
                  </a:lnTo>
                  <a:lnTo>
                    <a:pt x="565" y="1696"/>
                  </a:lnTo>
                  <a:lnTo>
                    <a:pt x="900" y="1696"/>
                  </a:lnTo>
                  <a:lnTo>
                    <a:pt x="900" y="1737"/>
                  </a:lnTo>
                  <a:lnTo>
                    <a:pt x="837" y="1800"/>
                  </a:lnTo>
                  <a:lnTo>
                    <a:pt x="837" y="1842"/>
                  </a:lnTo>
                  <a:lnTo>
                    <a:pt x="942" y="1926"/>
                  </a:lnTo>
                  <a:lnTo>
                    <a:pt x="963" y="2009"/>
                  </a:lnTo>
                  <a:lnTo>
                    <a:pt x="1005" y="2009"/>
                  </a:lnTo>
                  <a:lnTo>
                    <a:pt x="1172" y="1905"/>
                  </a:lnTo>
                  <a:lnTo>
                    <a:pt x="1151" y="1988"/>
                  </a:lnTo>
                  <a:lnTo>
                    <a:pt x="1047" y="2030"/>
                  </a:lnTo>
                  <a:lnTo>
                    <a:pt x="984" y="2135"/>
                  </a:lnTo>
                  <a:lnTo>
                    <a:pt x="1068" y="2177"/>
                  </a:lnTo>
                  <a:lnTo>
                    <a:pt x="1214" y="2051"/>
                  </a:lnTo>
                  <a:lnTo>
                    <a:pt x="1360" y="2114"/>
                  </a:lnTo>
                  <a:lnTo>
                    <a:pt x="1381" y="2156"/>
                  </a:lnTo>
                  <a:lnTo>
                    <a:pt x="1298" y="2114"/>
                  </a:lnTo>
                  <a:lnTo>
                    <a:pt x="1193" y="2156"/>
                  </a:lnTo>
                  <a:lnTo>
                    <a:pt x="1109" y="2240"/>
                  </a:lnTo>
                  <a:lnTo>
                    <a:pt x="984" y="2240"/>
                  </a:lnTo>
                  <a:lnTo>
                    <a:pt x="984" y="2323"/>
                  </a:lnTo>
                  <a:lnTo>
                    <a:pt x="942" y="2365"/>
                  </a:lnTo>
                  <a:lnTo>
                    <a:pt x="879" y="2365"/>
                  </a:lnTo>
                  <a:lnTo>
                    <a:pt x="796" y="2407"/>
                  </a:lnTo>
                  <a:lnTo>
                    <a:pt x="775" y="2344"/>
                  </a:lnTo>
                  <a:lnTo>
                    <a:pt x="670" y="2261"/>
                  </a:lnTo>
                  <a:lnTo>
                    <a:pt x="670" y="2323"/>
                  </a:lnTo>
                  <a:lnTo>
                    <a:pt x="628" y="2323"/>
                  </a:lnTo>
                  <a:lnTo>
                    <a:pt x="649" y="2449"/>
                  </a:lnTo>
                  <a:lnTo>
                    <a:pt x="691" y="2470"/>
                  </a:lnTo>
                  <a:lnTo>
                    <a:pt x="670" y="2512"/>
                  </a:lnTo>
                  <a:lnTo>
                    <a:pt x="649" y="2700"/>
                  </a:lnTo>
                  <a:lnTo>
                    <a:pt x="775" y="2679"/>
                  </a:lnTo>
                  <a:lnTo>
                    <a:pt x="837" y="2658"/>
                  </a:lnTo>
                  <a:lnTo>
                    <a:pt x="900" y="2700"/>
                  </a:lnTo>
                  <a:lnTo>
                    <a:pt x="1088" y="2742"/>
                  </a:lnTo>
                  <a:lnTo>
                    <a:pt x="1214" y="2637"/>
                  </a:lnTo>
                  <a:lnTo>
                    <a:pt x="1360" y="2679"/>
                  </a:lnTo>
                  <a:lnTo>
                    <a:pt x="1423" y="2637"/>
                  </a:lnTo>
                  <a:lnTo>
                    <a:pt x="1465" y="2679"/>
                  </a:lnTo>
                  <a:lnTo>
                    <a:pt x="1528" y="2700"/>
                  </a:lnTo>
                  <a:lnTo>
                    <a:pt x="1632" y="2679"/>
                  </a:lnTo>
                  <a:lnTo>
                    <a:pt x="1632" y="2784"/>
                  </a:lnTo>
                  <a:lnTo>
                    <a:pt x="1779" y="2930"/>
                  </a:lnTo>
                  <a:lnTo>
                    <a:pt x="1842" y="2972"/>
                  </a:lnTo>
                  <a:lnTo>
                    <a:pt x="1946" y="2888"/>
                  </a:lnTo>
                  <a:lnTo>
                    <a:pt x="2051" y="2888"/>
                  </a:lnTo>
                  <a:lnTo>
                    <a:pt x="2239" y="3077"/>
                  </a:lnTo>
                  <a:lnTo>
                    <a:pt x="2469" y="3077"/>
                  </a:lnTo>
                  <a:lnTo>
                    <a:pt x="2574" y="3097"/>
                  </a:lnTo>
                  <a:lnTo>
                    <a:pt x="2741" y="3056"/>
                  </a:lnTo>
                  <a:lnTo>
                    <a:pt x="2721" y="2951"/>
                  </a:lnTo>
                  <a:lnTo>
                    <a:pt x="2741" y="2867"/>
                  </a:lnTo>
                  <a:lnTo>
                    <a:pt x="2762" y="2951"/>
                  </a:lnTo>
                  <a:lnTo>
                    <a:pt x="2888" y="2972"/>
                  </a:lnTo>
                  <a:lnTo>
                    <a:pt x="3034" y="2867"/>
                  </a:lnTo>
                  <a:lnTo>
                    <a:pt x="3034" y="2700"/>
                  </a:lnTo>
                  <a:lnTo>
                    <a:pt x="3181" y="2700"/>
                  </a:lnTo>
                  <a:lnTo>
                    <a:pt x="3139" y="2763"/>
                  </a:lnTo>
                  <a:lnTo>
                    <a:pt x="3181" y="2846"/>
                  </a:lnTo>
                  <a:lnTo>
                    <a:pt x="3202" y="2763"/>
                  </a:lnTo>
                  <a:lnTo>
                    <a:pt x="3306" y="2763"/>
                  </a:lnTo>
                  <a:lnTo>
                    <a:pt x="3411" y="2637"/>
                  </a:lnTo>
                  <a:lnTo>
                    <a:pt x="3474" y="2658"/>
                  </a:lnTo>
                  <a:lnTo>
                    <a:pt x="3495" y="2637"/>
                  </a:lnTo>
                  <a:lnTo>
                    <a:pt x="3599" y="2658"/>
                  </a:lnTo>
                  <a:lnTo>
                    <a:pt x="3599" y="2679"/>
                  </a:lnTo>
                  <a:lnTo>
                    <a:pt x="3662" y="2658"/>
                  </a:lnTo>
                  <a:lnTo>
                    <a:pt x="3892" y="2449"/>
                  </a:lnTo>
                  <a:lnTo>
                    <a:pt x="3976" y="2323"/>
                  </a:lnTo>
                  <a:lnTo>
                    <a:pt x="4248" y="2261"/>
                  </a:lnTo>
                  <a:lnTo>
                    <a:pt x="4332" y="2177"/>
                  </a:lnTo>
                  <a:lnTo>
                    <a:pt x="4290" y="2135"/>
                  </a:lnTo>
                  <a:lnTo>
                    <a:pt x="4311" y="2051"/>
                  </a:lnTo>
                  <a:lnTo>
                    <a:pt x="4353" y="2051"/>
                  </a:lnTo>
                  <a:lnTo>
                    <a:pt x="4394" y="2156"/>
                  </a:lnTo>
                  <a:lnTo>
                    <a:pt x="4541" y="2177"/>
                  </a:lnTo>
                  <a:lnTo>
                    <a:pt x="4625" y="2114"/>
                  </a:lnTo>
                  <a:lnTo>
                    <a:pt x="4625" y="2030"/>
                  </a:lnTo>
                  <a:lnTo>
                    <a:pt x="4604" y="2009"/>
                  </a:lnTo>
                  <a:lnTo>
                    <a:pt x="4604" y="1926"/>
                  </a:lnTo>
                  <a:lnTo>
                    <a:pt x="4666" y="1905"/>
                  </a:lnTo>
                  <a:lnTo>
                    <a:pt x="4625" y="1779"/>
                  </a:lnTo>
                  <a:lnTo>
                    <a:pt x="4666" y="1716"/>
                  </a:lnTo>
                  <a:lnTo>
                    <a:pt x="4771" y="1779"/>
                  </a:lnTo>
                  <a:lnTo>
                    <a:pt x="4771" y="1884"/>
                  </a:lnTo>
                  <a:lnTo>
                    <a:pt x="4876" y="1842"/>
                  </a:lnTo>
                  <a:lnTo>
                    <a:pt x="4938" y="1716"/>
                  </a:lnTo>
                  <a:lnTo>
                    <a:pt x="4917" y="1612"/>
                  </a:lnTo>
                  <a:lnTo>
                    <a:pt x="4813" y="1507"/>
                  </a:lnTo>
                  <a:lnTo>
                    <a:pt x="4813" y="1403"/>
                  </a:lnTo>
                  <a:lnTo>
                    <a:pt x="4855" y="1361"/>
                  </a:lnTo>
                  <a:lnTo>
                    <a:pt x="4855" y="1256"/>
                  </a:lnTo>
                  <a:lnTo>
                    <a:pt x="4959" y="1193"/>
                  </a:lnTo>
                  <a:lnTo>
                    <a:pt x="5043" y="1193"/>
                  </a:lnTo>
                  <a:lnTo>
                    <a:pt x="5085" y="1110"/>
                  </a:lnTo>
                  <a:lnTo>
                    <a:pt x="5022" y="1005"/>
                  </a:lnTo>
                  <a:lnTo>
                    <a:pt x="4771" y="984"/>
                  </a:lnTo>
                  <a:lnTo>
                    <a:pt x="4708" y="1068"/>
                  </a:lnTo>
                  <a:lnTo>
                    <a:pt x="4750" y="963"/>
                  </a:lnTo>
                  <a:lnTo>
                    <a:pt x="4750" y="859"/>
                  </a:lnTo>
                  <a:lnTo>
                    <a:pt x="4625" y="859"/>
                  </a:lnTo>
                  <a:lnTo>
                    <a:pt x="4604" y="880"/>
                  </a:lnTo>
                  <a:lnTo>
                    <a:pt x="4541" y="775"/>
                  </a:lnTo>
                  <a:lnTo>
                    <a:pt x="4625" y="670"/>
                  </a:lnTo>
                  <a:lnTo>
                    <a:pt x="4708" y="649"/>
                  </a:lnTo>
                  <a:lnTo>
                    <a:pt x="4708" y="482"/>
                  </a:lnTo>
                  <a:lnTo>
                    <a:pt x="4645" y="461"/>
                  </a:lnTo>
                  <a:lnTo>
                    <a:pt x="4562" y="545"/>
                  </a:lnTo>
                  <a:lnTo>
                    <a:pt x="4457" y="482"/>
                  </a:lnTo>
                  <a:lnTo>
                    <a:pt x="4415" y="377"/>
                  </a:lnTo>
                  <a:lnTo>
                    <a:pt x="4520" y="336"/>
                  </a:lnTo>
                  <a:lnTo>
                    <a:pt x="4541" y="252"/>
                  </a:lnTo>
                  <a:lnTo>
                    <a:pt x="4604" y="210"/>
                  </a:lnTo>
                  <a:lnTo>
                    <a:pt x="4708" y="168"/>
                  </a:lnTo>
                  <a:lnTo>
                    <a:pt x="4562" y="126"/>
                  </a:lnTo>
                  <a:lnTo>
                    <a:pt x="4499" y="147"/>
                  </a:lnTo>
                  <a:lnTo>
                    <a:pt x="4311" y="336"/>
                  </a:lnTo>
                  <a:lnTo>
                    <a:pt x="4290" y="419"/>
                  </a:lnTo>
                  <a:lnTo>
                    <a:pt x="4206" y="440"/>
                  </a:lnTo>
                  <a:lnTo>
                    <a:pt x="4122" y="315"/>
                  </a:lnTo>
                  <a:lnTo>
                    <a:pt x="4185" y="252"/>
                  </a:lnTo>
                  <a:lnTo>
                    <a:pt x="4122" y="210"/>
                  </a:lnTo>
                  <a:lnTo>
                    <a:pt x="4101" y="84"/>
                  </a:lnTo>
                  <a:lnTo>
                    <a:pt x="3997" y="64"/>
                  </a:lnTo>
                  <a:lnTo>
                    <a:pt x="3913" y="126"/>
                  </a:lnTo>
                  <a:lnTo>
                    <a:pt x="3829" y="84"/>
                  </a:lnTo>
                  <a:lnTo>
                    <a:pt x="3788" y="168"/>
                  </a:lnTo>
                  <a:lnTo>
                    <a:pt x="3829" y="315"/>
                  </a:lnTo>
                  <a:lnTo>
                    <a:pt x="3788" y="377"/>
                  </a:lnTo>
                  <a:lnTo>
                    <a:pt x="3683" y="377"/>
                  </a:lnTo>
                  <a:lnTo>
                    <a:pt x="3578" y="440"/>
                  </a:lnTo>
                  <a:lnTo>
                    <a:pt x="3557" y="336"/>
                  </a:lnTo>
                  <a:lnTo>
                    <a:pt x="3495" y="315"/>
                  </a:lnTo>
                  <a:lnTo>
                    <a:pt x="3453" y="377"/>
                  </a:lnTo>
                  <a:lnTo>
                    <a:pt x="3369" y="545"/>
                  </a:lnTo>
                  <a:lnTo>
                    <a:pt x="3265" y="545"/>
                  </a:lnTo>
                  <a:lnTo>
                    <a:pt x="3160" y="356"/>
                  </a:lnTo>
                  <a:lnTo>
                    <a:pt x="3076" y="356"/>
                  </a:lnTo>
                  <a:lnTo>
                    <a:pt x="3034" y="336"/>
                  </a:lnTo>
                  <a:lnTo>
                    <a:pt x="2951" y="356"/>
                  </a:lnTo>
                  <a:lnTo>
                    <a:pt x="2888" y="545"/>
                  </a:lnTo>
                  <a:lnTo>
                    <a:pt x="2993" y="754"/>
                  </a:lnTo>
                  <a:lnTo>
                    <a:pt x="2888" y="1047"/>
                  </a:lnTo>
                  <a:lnTo>
                    <a:pt x="2930" y="775"/>
                  </a:lnTo>
                  <a:lnTo>
                    <a:pt x="2825" y="608"/>
                  </a:lnTo>
                  <a:lnTo>
                    <a:pt x="2825" y="524"/>
                  </a:lnTo>
                  <a:lnTo>
                    <a:pt x="2762" y="482"/>
                  </a:lnTo>
                  <a:lnTo>
                    <a:pt x="2783" y="356"/>
                  </a:lnTo>
                  <a:lnTo>
                    <a:pt x="2658" y="273"/>
                  </a:lnTo>
                  <a:lnTo>
                    <a:pt x="2448" y="440"/>
                  </a:lnTo>
                  <a:lnTo>
                    <a:pt x="2428" y="566"/>
                  </a:lnTo>
                  <a:lnTo>
                    <a:pt x="2448" y="649"/>
                  </a:lnTo>
                  <a:lnTo>
                    <a:pt x="2344" y="796"/>
                  </a:lnTo>
                  <a:lnTo>
                    <a:pt x="2260" y="796"/>
                  </a:lnTo>
                  <a:lnTo>
                    <a:pt x="2260" y="649"/>
                  </a:lnTo>
                  <a:lnTo>
                    <a:pt x="2156" y="587"/>
                  </a:lnTo>
                  <a:lnTo>
                    <a:pt x="2156" y="356"/>
                  </a:lnTo>
                  <a:lnTo>
                    <a:pt x="2093" y="315"/>
                  </a:lnTo>
                  <a:lnTo>
                    <a:pt x="1925" y="440"/>
                  </a:lnTo>
                  <a:lnTo>
                    <a:pt x="1946" y="691"/>
                  </a:lnTo>
                  <a:lnTo>
                    <a:pt x="2009" y="775"/>
                  </a:lnTo>
                  <a:lnTo>
                    <a:pt x="2009" y="963"/>
                  </a:lnTo>
                  <a:lnTo>
                    <a:pt x="1925" y="1047"/>
                  </a:lnTo>
                  <a:lnTo>
                    <a:pt x="1842" y="1047"/>
                  </a:lnTo>
                  <a:lnTo>
                    <a:pt x="1821" y="900"/>
                  </a:lnTo>
                  <a:lnTo>
                    <a:pt x="1716" y="963"/>
                  </a:lnTo>
                  <a:lnTo>
                    <a:pt x="1674" y="1110"/>
                  </a:lnTo>
                  <a:lnTo>
                    <a:pt x="1612" y="1131"/>
                  </a:lnTo>
                  <a:lnTo>
                    <a:pt x="1591" y="1319"/>
                  </a:lnTo>
                  <a:lnTo>
                    <a:pt x="1507" y="1131"/>
                  </a:lnTo>
                  <a:lnTo>
                    <a:pt x="1423" y="1131"/>
                  </a:lnTo>
                  <a:lnTo>
                    <a:pt x="1465" y="1068"/>
                  </a:lnTo>
                  <a:lnTo>
                    <a:pt x="1528" y="963"/>
                  </a:lnTo>
                  <a:lnTo>
                    <a:pt x="1528" y="859"/>
                  </a:lnTo>
                  <a:lnTo>
                    <a:pt x="1402" y="859"/>
                  </a:lnTo>
                  <a:lnTo>
                    <a:pt x="1465" y="775"/>
                  </a:lnTo>
                  <a:lnTo>
                    <a:pt x="1402" y="649"/>
                  </a:lnTo>
                  <a:lnTo>
                    <a:pt x="1486" y="691"/>
                  </a:lnTo>
                  <a:lnTo>
                    <a:pt x="1570" y="608"/>
                  </a:lnTo>
                  <a:lnTo>
                    <a:pt x="1528" y="545"/>
                  </a:lnTo>
                  <a:lnTo>
                    <a:pt x="1423" y="482"/>
                  </a:lnTo>
                  <a:lnTo>
                    <a:pt x="1528" y="440"/>
                  </a:lnTo>
                  <a:lnTo>
                    <a:pt x="1465" y="336"/>
                  </a:lnTo>
                  <a:lnTo>
                    <a:pt x="1381" y="377"/>
                  </a:lnTo>
                  <a:lnTo>
                    <a:pt x="1319" y="315"/>
                  </a:lnTo>
                  <a:lnTo>
                    <a:pt x="1193" y="231"/>
                  </a:lnTo>
                  <a:lnTo>
                    <a:pt x="1193" y="126"/>
                  </a:lnTo>
                  <a:lnTo>
                    <a:pt x="1109" y="22"/>
                  </a:lnTo>
                  <a:lnTo>
                    <a:pt x="1005" y="43"/>
                  </a:lnTo>
                  <a:lnTo>
                    <a:pt x="90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60"/>
            <p:cNvSpPr/>
            <p:nvPr/>
          </p:nvSpPr>
          <p:spPr>
            <a:xfrm>
              <a:off x="4188328" y="2704412"/>
              <a:ext cx="421823" cy="300791"/>
            </a:xfrm>
            <a:custGeom>
              <a:rect b="b" l="l" r="r" t="t"/>
              <a:pathLst>
                <a:path extrusionOk="0" h="26449" w="35425">
                  <a:moveTo>
                    <a:pt x="27390" y="1"/>
                  </a:moveTo>
                  <a:lnTo>
                    <a:pt x="27369" y="21"/>
                  </a:lnTo>
                  <a:lnTo>
                    <a:pt x="27180" y="42"/>
                  </a:lnTo>
                  <a:lnTo>
                    <a:pt x="27139" y="126"/>
                  </a:lnTo>
                  <a:lnTo>
                    <a:pt x="27097" y="126"/>
                  </a:lnTo>
                  <a:lnTo>
                    <a:pt x="27055" y="189"/>
                  </a:lnTo>
                  <a:lnTo>
                    <a:pt x="26867" y="189"/>
                  </a:lnTo>
                  <a:lnTo>
                    <a:pt x="26741" y="147"/>
                  </a:lnTo>
                  <a:lnTo>
                    <a:pt x="26678" y="231"/>
                  </a:lnTo>
                  <a:lnTo>
                    <a:pt x="26574" y="231"/>
                  </a:lnTo>
                  <a:lnTo>
                    <a:pt x="26532" y="335"/>
                  </a:lnTo>
                  <a:lnTo>
                    <a:pt x="26448" y="356"/>
                  </a:lnTo>
                  <a:lnTo>
                    <a:pt x="26344" y="356"/>
                  </a:lnTo>
                  <a:lnTo>
                    <a:pt x="26260" y="398"/>
                  </a:lnTo>
                  <a:lnTo>
                    <a:pt x="26176" y="419"/>
                  </a:lnTo>
                  <a:lnTo>
                    <a:pt x="26051" y="419"/>
                  </a:lnTo>
                  <a:lnTo>
                    <a:pt x="25967" y="461"/>
                  </a:lnTo>
                  <a:lnTo>
                    <a:pt x="25967" y="545"/>
                  </a:lnTo>
                  <a:lnTo>
                    <a:pt x="25904" y="649"/>
                  </a:lnTo>
                  <a:lnTo>
                    <a:pt x="25862" y="754"/>
                  </a:lnTo>
                  <a:lnTo>
                    <a:pt x="25820" y="817"/>
                  </a:lnTo>
                  <a:lnTo>
                    <a:pt x="25820" y="858"/>
                  </a:lnTo>
                  <a:lnTo>
                    <a:pt x="25800" y="921"/>
                  </a:lnTo>
                  <a:lnTo>
                    <a:pt x="25800" y="1068"/>
                  </a:lnTo>
                  <a:lnTo>
                    <a:pt x="25820" y="1089"/>
                  </a:lnTo>
                  <a:lnTo>
                    <a:pt x="25862" y="1130"/>
                  </a:lnTo>
                  <a:lnTo>
                    <a:pt x="26009" y="1047"/>
                  </a:lnTo>
                  <a:lnTo>
                    <a:pt x="26072" y="984"/>
                  </a:lnTo>
                  <a:lnTo>
                    <a:pt x="26155" y="1005"/>
                  </a:lnTo>
                  <a:lnTo>
                    <a:pt x="26239" y="1151"/>
                  </a:lnTo>
                  <a:lnTo>
                    <a:pt x="26281" y="1256"/>
                  </a:lnTo>
                  <a:lnTo>
                    <a:pt x="26364" y="1340"/>
                  </a:lnTo>
                  <a:lnTo>
                    <a:pt x="26364" y="1402"/>
                  </a:lnTo>
                  <a:lnTo>
                    <a:pt x="26385" y="1486"/>
                  </a:lnTo>
                  <a:lnTo>
                    <a:pt x="26385" y="1612"/>
                  </a:lnTo>
                  <a:lnTo>
                    <a:pt x="26323" y="1674"/>
                  </a:lnTo>
                  <a:lnTo>
                    <a:pt x="26239" y="1779"/>
                  </a:lnTo>
                  <a:lnTo>
                    <a:pt x="26218" y="1926"/>
                  </a:lnTo>
                  <a:lnTo>
                    <a:pt x="26134" y="1988"/>
                  </a:lnTo>
                  <a:lnTo>
                    <a:pt x="26072" y="2093"/>
                  </a:lnTo>
                  <a:lnTo>
                    <a:pt x="26051" y="2198"/>
                  </a:lnTo>
                  <a:lnTo>
                    <a:pt x="26134" y="2281"/>
                  </a:lnTo>
                  <a:lnTo>
                    <a:pt x="26092" y="2344"/>
                  </a:lnTo>
                  <a:lnTo>
                    <a:pt x="26134" y="2490"/>
                  </a:lnTo>
                  <a:lnTo>
                    <a:pt x="26176" y="2532"/>
                  </a:lnTo>
                  <a:lnTo>
                    <a:pt x="26176" y="2658"/>
                  </a:lnTo>
                  <a:lnTo>
                    <a:pt x="26092" y="2700"/>
                  </a:lnTo>
                  <a:lnTo>
                    <a:pt x="26072" y="2742"/>
                  </a:lnTo>
                  <a:lnTo>
                    <a:pt x="26134" y="2846"/>
                  </a:lnTo>
                  <a:lnTo>
                    <a:pt x="26134" y="3034"/>
                  </a:lnTo>
                  <a:lnTo>
                    <a:pt x="26092" y="3076"/>
                  </a:lnTo>
                  <a:lnTo>
                    <a:pt x="26092" y="3244"/>
                  </a:lnTo>
                  <a:lnTo>
                    <a:pt x="26155" y="3244"/>
                  </a:lnTo>
                  <a:lnTo>
                    <a:pt x="26218" y="3265"/>
                  </a:lnTo>
                  <a:lnTo>
                    <a:pt x="26260" y="3244"/>
                  </a:lnTo>
                  <a:lnTo>
                    <a:pt x="26281" y="3265"/>
                  </a:lnTo>
                  <a:lnTo>
                    <a:pt x="26323" y="3390"/>
                  </a:lnTo>
                  <a:lnTo>
                    <a:pt x="26281" y="3495"/>
                  </a:lnTo>
                  <a:lnTo>
                    <a:pt x="26218" y="3578"/>
                  </a:lnTo>
                  <a:lnTo>
                    <a:pt x="26009" y="3620"/>
                  </a:lnTo>
                  <a:lnTo>
                    <a:pt x="25862" y="3704"/>
                  </a:lnTo>
                  <a:lnTo>
                    <a:pt x="25569" y="3976"/>
                  </a:lnTo>
                  <a:lnTo>
                    <a:pt x="25527" y="3997"/>
                  </a:lnTo>
                  <a:lnTo>
                    <a:pt x="25444" y="3913"/>
                  </a:lnTo>
                  <a:lnTo>
                    <a:pt x="25276" y="3892"/>
                  </a:lnTo>
                  <a:lnTo>
                    <a:pt x="25172" y="3913"/>
                  </a:lnTo>
                  <a:lnTo>
                    <a:pt x="25130" y="3871"/>
                  </a:lnTo>
                  <a:lnTo>
                    <a:pt x="25004" y="3871"/>
                  </a:lnTo>
                  <a:lnTo>
                    <a:pt x="25004" y="3892"/>
                  </a:lnTo>
                  <a:lnTo>
                    <a:pt x="24879" y="4792"/>
                  </a:lnTo>
                  <a:lnTo>
                    <a:pt x="24900" y="4959"/>
                  </a:lnTo>
                  <a:lnTo>
                    <a:pt x="24858" y="5148"/>
                  </a:lnTo>
                  <a:lnTo>
                    <a:pt x="24879" y="5252"/>
                  </a:lnTo>
                  <a:lnTo>
                    <a:pt x="24795" y="5524"/>
                  </a:lnTo>
                  <a:lnTo>
                    <a:pt x="24900" y="5692"/>
                  </a:lnTo>
                  <a:lnTo>
                    <a:pt x="25172" y="5838"/>
                  </a:lnTo>
                  <a:lnTo>
                    <a:pt x="25339" y="5671"/>
                  </a:lnTo>
                  <a:lnTo>
                    <a:pt x="25569" y="5671"/>
                  </a:lnTo>
                  <a:lnTo>
                    <a:pt x="25841" y="5734"/>
                  </a:lnTo>
                  <a:lnTo>
                    <a:pt x="25946" y="5838"/>
                  </a:lnTo>
                  <a:lnTo>
                    <a:pt x="26072" y="5629"/>
                  </a:lnTo>
                  <a:lnTo>
                    <a:pt x="26072" y="5483"/>
                  </a:lnTo>
                  <a:lnTo>
                    <a:pt x="26072" y="5378"/>
                  </a:lnTo>
                  <a:lnTo>
                    <a:pt x="26239" y="5336"/>
                  </a:lnTo>
                  <a:lnTo>
                    <a:pt x="26281" y="5273"/>
                  </a:lnTo>
                  <a:lnTo>
                    <a:pt x="26553" y="5357"/>
                  </a:lnTo>
                  <a:lnTo>
                    <a:pt x="26699" y="5545"/>
                  </a:lnTo>
                  <a:lnTo>
                    <a:pt x="26908" y="5734"/>
                  </a:lnTo>
                  <a:lnTo>
                    <a:pt x="27076" y="5943"/>
                  </a:lnTo>
                  <a:lnTo>
                    <a:pt x="27285" y="6089"/>
                  </a:lnTo>
                  <a:lnTo>
                    <a:pt x="27306" y="6194"/>
                  </a:lnTo>
                  <a:lnTo>
                    <a:pt x="27327" y="6278"/>
                  </a:lnTo>
                  <a:lnTo>
                    <a:pt x="27327" y="6382"/>
                  </a:lnTo>
                  <a:lnTo>
                    <a:pt x="27285" y="6424"/>
                  </a:lnTo>
                  <a:lnTo>
                    <a:pt x="27285" y="6508"/>
                  </a:lnTo>
                  <a:lnTo>
                    <a:pt x="27264" y="6591"/>
                  </a:lnTo>
                  <a:lnTo>
                    <a:pt x="27139" y="6571"/>
                  </a:lnTo>
                  <a:lnTo>
                    <a:pt x="27097" y="6508"/>
                  </a:lnTo>
                  <a:lnTo>
                    <a:pt x="26992" y="6529"/>
                  </a:lnTo>
                  <a:lnTo>
                    <a:pt x="26908" y="6591"/>
                  </a:lnTo>
                  <a:lnTo>
                    <a:pt x="26762" y="6508"/>
                  </a:lnTo>
                  <a:lnTo>
                    <a:pt x="26657" y="6529"/>
                  </a:lnTo>
                  <a:lnTo>
                    <a:pt x="26553" y="6675"/>
                  </a:lnTo>
                  <a:lnTo>
                    <a:pt x="26385" y="6801"/>
                  </a:lnTo>
                  <a:lnTo>
                    <a:pt x="26323" y="6843"/>
                  </a:lnTo>
                  <a:lnTo>
                    <a:pt x="26218" y="6780"/>
                  </a:lnTo>
                  <a:lnTo>
                    <a:pt x="26155" y="6801"/>
                  </a:lnTo>
                  <a:lnTo>
                    <a:pt x="26155" y="6905"/>
                  </a:lnTo>
                  <a:lnTo>
                    <a:pt x="26092" y="6947"/>
                  </a:lnTo>
                  <a:lnTo>
                    <a:pt x="26030" y="6989"/>
                  </a:lnTo>
                  <a:lnTo>
                    <a:pt x="25967" y="6947"/>
                  </a:lnTo>
                  <a:lnTo>
                    <a:pt x="25925" y="7031"/>
                  </a:lnTo>
                  <a:lnTo>
                    <a:pt x="25820" y="7198"/>
                  </a:lnTo>
                  <a:lnTo>
                    <a:pt x="25800" y="7366"/>
                  </a:lnTo>
                  <a:lnTo>
                    <a:pt x="25800" y="7470"/>
                  </a:lnTo>
                  <a:lnTo>
                    <a:pt x="25737" y="7554"/>
                  </a:lnTo>
                  <a:lnTo>
                    <a:pt x="25611" y="7575"/>
                  </a:lnTo>
                  <a:lnTo>
                    <a:pt x="25381" y="7763"/>
                  </a:lnTo>
                  <a:lnTo>
                    <a:pt x="25214" y="7763"/>
                  </a:lnTo>
                  <a:lnTo>
                    <a:pt x="25088" y="7742"/>
                  </a:lnTo>
                  <a:lnTo>
                    <a:pt x="25004" y="7784"/>
                  </a:lnTo>
                  <a:lnTo>
                    <a:pt x="24900" y="7993"/>
                  </a:lnTo>
                  <a:lnTo>
                    <a:pt x="24795" y="8077"/>
                  </a:lnTo>
                  <a:lnTo>
                    <a:pt x="24670" y="8182"/>
                  </a:lnTo>
                  <a:lnTo>
                    <a:pt x="24586" y="8265"/>
                  </a:lnTo>
                  <a:lnTo>
                    <a:pt x="24565" y="8370"/>
                  </a:lnTo>
                  <a:lnTo>
                    <a:pt x="24502" y="8370"/>
                  </a:lnTo>
                  <a:lnTo>
                    <a:pt x="24377" y="8307"/>
                  </a:lnTo>
                  <a:lnTo>
                    <a:pt x="24251" y="8286"/>
                  </a:lnTo>
                  <a:lnTo>
                    <a:pt x="24063" y="8203"/>
                  </a:lnTo>
                  <a:lnTo>
                    <a:pt x="23937" y="8140"/>
                  </a:lnTo>
                  <a:lnTo>
                    <a:pt x="23770" y="8098"/>
                  </a:lnTo>
                  <a:lnTo>
                    <a:pt x="23561" y="8161"/>
                  </a:lnTo>
                  <a:lnTo>
                    <a:pt x="23435" y="8265"/>
                  </a:lnTo>
                  <a:lnTo>
                    <a:pt x="23331" y="8391"/>
                  </a:lnTo>
                  <a:lnTo>
                    <a:pt x="23331" y="8621"/>
                  </a:lnTo>
                  <a:lnTo>
                    <a:pt x="23351" y="8768"/>
                  </a:lnTo>
                  <a:lnTo>
                    <a:pt x="23331" y="8830"/>
                  </a:lnTo>
                  <a:lnTo>
                    <a:pt x="23603" y="9019"/>
                  </a:lnTo>
                  <a:lnTo>
                    <a:pt x="23833" y="9144"/>
                  </a:lnTo>
                  <a:lnTo>
                    <a:pt x="23833" y="9228"/>
                  </a:lnTo>
                  <a:lnTo>
                    <a:pt x="23770" y="9332"/>
                  </a:lnTo>
                  <a:lnTo>
                    <a:pt x="23707" y="9437"/>
                  </a:lnTo>
                  <a:lnTo>
                    <a:pt x="23435" y="9730"/>
                  </a:lnTo>
                  <a:lnTo>
                    <a:pt x="23310" y="9960"/>
                  </a:lnTo>
                  <a:lnTo>
                    <a:pt x="23226" y="10169"/>
                  </a:lnTo>
                  <a:lnTo>
                    <a:pt x="23121" y="10169"/>
                  </a:lnTo>
                  <a:lnTo>
                    <a:pt x="22933" y="10232"/>
                  </a:lnTo>
                  <a:lnTo>
                    <a:pt x="22807" y="10232"/>
                  </a:lnTo>
                  <a:lnTo>
                    <a:pt x="22661" y="10337"/>
                  </a:lnTo>
                  <a:lnTo>
                    <a:pt x="22494" y="10462"/>
                  </a:lnTo>
                  <a:lnTo>
                    <a:pt x="22347" y="10462"/>
                  </a:lnTo>
                  <a:lnTo>
                    <a:pt x="22096" y="10483"/>
                  </a:lnTo>
                  <a:lnTo>
                    <a:pt x="21908" y="10546"/>
                  </a:lnTo>
                  <a:lnTo>
                    <a:pt x="21740" y="10588"/>
                  </a:lnTo>
                  <a:lnTo>
                    <a:pt x="21322" y="10755"/>
                  </a:lnTo>
                  <a:lnTo>
                    <a:pt x="21008" y="10860"/>
                  </a:lnTo>
                  <a:lnTo>
                    <a:pt x="20841" y="11027"/>
                  </a:lnTo>
                  <a:lnTo>
                    <a:pt x="20590" y="11216"/>
                  </a:lnTo>
                  <a:lnTo>
                    <a:pt x="20485" y="11320"/>
                  </a:lnTo>
                  <a:lnTo>
                    <a:pt x="20338" y="11320"/>
                  </a:lnTo>
                  <a:lnTo>
                    <a:pt x="20192" y="11278"/>
                  </a:lnTo>
                  <a:lnTo>
                    <a:pt x="20192" y="11216"/>
                  </a:lnTo>
                  <a:lnTo>
                    <a:pt x="20171" y="11111"/>
                  </a:lnTo>
                  <a:lnTo>
                    <a:pt x="19899" y="11195"/>
                  </a:lnTo>
                  <a:lnTo>
                    <a:pt x="19732" y="11216"/>
                  </a:lnTo>
                  <a:lnTo>
                    <a:pt x="19522" y="11111"/>
                  </a:lnTo>
                  <a:lnTo>
                    <a:pt x="19355" y="11090"/>
                  </a:lnTo>
                  <a:lnTo>
                    <a:pt x="18999" y="10965"/>
                  </a:lnTo>
                  <a:lnTo>
                    <a:pt x="18623" y="10797"/>
                  </a:lnTo>
                  <a:lnTo>
                    <a:pt x="18413" y="10609"/>
                  </a:lnTo>
                  <a:lnTo>
                    <a:pt x="18288" y="10588"/>
                  </a:lnTo>
                  <a:lnTo>
                    <a:pt x="17869" y="10567"/>
                  </a:lnTo>
                  <a:lnTo>
                    <a:pt x="17493" y="10567"/>
                  </a:lnTo>
                  <a:lnTo>
                    <a:pt x="17430" y="10546"/>
                  </a:lnTo>
                  <a:lnTo>
                    <a:pt x="17367" y="10588"/>
                  </a:lnTo>
                  <a:lnTo>
                    <a:pt x="17325" y="10651"/>
                  </a:lnTo>
                  <a:lnTo>
                    <a:pt x="17137" y="10713"/>
                  </a:lnTo>
                  <a:lnTo>
                    <a:pt x="16865" y="10755"/>
                  </a:lnTo>
                  <a:lnTo>
                    <a:pt x="16384" y="10693"/>
                  </a:lnTo>
                  <a:lnTo>
                    <a:pt x="16028" y="10713"/>
                  </a:lnTo>
                  <a:lnTo>
                    <a:pt x="15777" y="10693"/>
                  </a:lnTo>
                  <a:lnTo>
                    <a:pt x="15547" y="10713"/>
                  </a:lnTo>
                  <a:lnTo>
                    <a:pt x="15442" y="10755"/>
                  </a:lnTo>
                  <a:lnTo>
                    <a:pt x="15338" y="10713"/>
                  </a:lnTo>
                  <a:lnTo>
                    <a:pt x="15191" y="10462"/>
                  </a:lnTo>
                  <a:lnTo>
                    <a:pt x="15149" y="10337"/>
                  </a:lnTo>
                  <a:lnTo>
                    <a:pt x="15024" y="10169"/>
                  </a:lnTo>
                  <a:lnTo>
                    <a:pt x="14919" y="10044"/>
                  </a:lnTo>
                  <a:lnTo>
                    <a:pt x="14856" y="9877"/>
                  </a:lnTo>
                  <a:lnTo>
                    <a:pt x="14856" y="9814"/>
                  </a:lnTo>
                  <a:lnTo>
                    <a:pt x="14752" y="9709"/>
                  </a:lnTo>
                  <a:lnTo>
                    <a:pt x="14668" y="9667"/>
                  </a:lnTo>
                  <a:lnTo>
                    <a:pt x="14626" y="9667"/>
                  </a:lnTo>
                  <a:lnTo>
                    <a:pt x="14584" y="9604"/>
                  </a:lnTo>
                  <a:lnTo>
                    <a:pt x="14564" y="9500"/>
                  </a:lnTo>
                  <a:lnTo>
                    <a:pt x="14333" y="9500"/>
                  </a:lnTo>
                  <a:lnTo>
                    <a:pt x="14187" y="9416"/>
                  </a:lnTo>
                  <a:lnTo>
                    <a:pt x="13978" y="9249"/>
                  </a:lnTo>
                  <a:lnTo>
                    <a:pt x="13873" y="9249"/>
                  </a:lnTo>
                  <a:lnTo>
                    <a:pt x="13768" y="9228"/>
                  </a:lnTo>
                  <a:lnTo>
                    <a:pt x="13706" y="9186"/>
                  </a:lnTo>
                  <a:lnTo>
                    <a:pt x="13517" y="9040"/>
                  </a:lnTo>
                  <a:lnTo>
                    <a:pt x="13141" y="8977"/>
                  </a:lnTo>
                  <a:lnTo>
                    <a:pt x="13099" y="8977"/>
                  </a:lnTo>
                  <a:lnTo>
                    <a:pt x="13057" y="9019"/>
                  </a:lnTo>
                  <a:lnTo>
                    <a:pt x="12890" y="9019"/>
                  </a:lnTo>
                  <a:lnTo>
                    <a:pt x="12639" y="9040"/>
                  </a:lnTo>
                  <a:lnTo>
                    <a:pt x="12053" y="8914"/>
                  </a:lnTo>
                  <a:lnTo>
                    <a:pt x="11948" y="8830"/>
                  </a:lnTo>
                  <a:lnTo>
                    <a:pt x="11823" y="8663"/>
                  </a:lnTo>
                  <a:lnTo>
                    <a:pt x="11802" y="8558"/>
                  </a:lnTo>
                  <a:lnTo>
                    <a:pt x="11802" y="8475"/>
                  </a:lnTo>
                  <a:lnTo>
                    <a:pt x="11823" y="8412"/>
                  </a:lnTo>
                  <a:lnTo>
                    <a:pt x="11906" y="8349"/>
                  </a:lnTo>
                  <a:lnTo>
                    <a:pt x="11948" y="8244"/>
                  </a:lnTo>
                  <a:lnTo>
                    <a:pt x="11885" y="8161"/>
                  </a:lnTo>
                  <a:lnTo>
                    <a:pt x="11843" y="8035"/>
                  </a:lnTo>
                  <a:lnTo>
                    <a:pt x="11885" y="7952"/>
                  </a:lnTo>
                  <a:lnTo>
                    <a:pt x="11885" y="7826"/>
                  </a:lnTo>
                  <a:lnTo>
                    <a:pt x="11823" y="7763"/>
                  </a:lnTo>
                  <a:lnTo>
                    <a:pt x="11739" y="7638"/>
                  </a:lnTo>
                  <a:lnTo>
                    <a:pt x="11676" y="7575"/>
                  </a:lnTo>
                  <a:lnTo>
                    <a:pt x="11592" y="7533"/>
                  </a:lnTo>
                  <a:lnTo>
                    <a:pt x="11530" y="7428"/>
                  </a:lnTo>
                  <a:lnTo>
                    <a:pt x="11488" y="7345"/>
                  </a:lnTo>
                  <a:lnTo>
                    <a:pt x="11446" y="7240"/>
                  </a:lnTo>
                  <a:lnTo>
                    <a:pt x="11425" y="7136"/>
                  </a:lnTo>
                  <a:lnTo>
                    <a:pt x="11383" y="7052"/>
                  </a:lnTo>
                  <a:lnTo>
                    <a:pt x="11279" y="6989"/>
                  </a:lnTo>
                  <a:lnTo>
                    <a:pt x="11195" y="6947"/>
                  </a:lnTo>
                  <a:lnTo>
                    <a:pt x="11153" y="6884"/>
                  </a:lnTo>
                  <a:lnTo>
                    <a:pt x="11069" y="6843"/>
                  </a:lnTo>
                  <a:lnTo>
                    <a:pt x="10965" y="6843"/>
                  </a:lnTo>
                  <a:lnTo>
                    <a:pt x="10902" y="6905"/>
                  </a:lnTo>
                  <a:lnTo>
                    <a:pt x="10860" y="6926"/>
                  </a:lnTo>
                  <a:lnTo>
                    <a:pt x="10776" y="6905"/>
                  </a:lnTo>
                  <a:lnTo>
                    <a:pt x="10693" y="6801"/>
                  </a:lnTo>
                  <a:lnTo>
                    <a:pt x="10672" y="6738"/>
                  </a:lnTo>
                  <a:lnTo>
                    <a:pt x="10567" y="6738"/>
                  </a:lnTo>
                  <a:lnTo>
                    <a:pt x="10442" y="6801"/>
                  </a:lnTo>
                  <a:lnTo>
                    <a:pt x="10400" y="6843"/>
                  </a:lnTo>
                  <a:lnTo>
                    <a:pt x="10379" y="6926"/>
                  </a:lnTo>
                  <a:lnTo>
                    <a:pt x="10337" y="6926"/>
                  </a:lnTo>
                  <a:lnTo>
                    <a:pt x="10211" y="6843"/>
                  </a:lnTo>
                  <a:lnTo>
                    <a:pt x="10170" y="6780"/>
                  </a:lnTo>
                  <a:lnTo>
                    <a:pt x="10170" y="6717"/>
                  </a:lnTo>
                  <a:lnTo>
                    <a:pt x="10107" y="6633"/>
                  </a:lnTo>
                  <a:lnTo>
                    <a:pt x="10002" y="6571"/>
                  </a:lnTo>
                  <a:lnTo>
                    <a:pt x="9877" y="6466"/>
                  </a:lnTo>
                  <a:lnTo>
                    <a:pt x="9835" y="6424"/>
                  </a:lnTo>
                  <a:lnTo>
                    <a:pt x="9751" y="6382"/>
                  </a:lnTo>
                  <a:lnTo>
                    <a:pt x="9730" y="6299"/>
                  </a:lnTo>
                  <a:lnTo>
                    <a:pt x="9730" y="6215"/>
                  </a:lnTo>
                  <a:lnTo>
                    <a:pt x="9709" y="6173"/>
                  </a:lnTo>
                  <a:lnTo>
                    <a:pt x="9688" y="6173"/>
                  </a:lnTo>
                  <a:lnTo>
                    <a:pt x="9688" y="6215"/>
                  </a:lnTo>
                  <a:lnTo>
                    <a:pt x="9646" y="6215"/>
                  </a:lnTo>
                  <a:lnTo>
                    <a:pt x="9605" y="6152"/>
                  </a:lnTo>
                  <a:lnTo>
                    <a:pt x="9584" y="6110"/>
                  </a:lnTo>
                  <a:lnTo>
                    <a:pt x="9584" y="5985"/>
                  </a:lnTo>
                  <a:lnTo>
                    <a:pt x="9542" y="5943"/>
                  </a:lnTo>
                  <a:lnTo>
                    <a:pt x="9521" y="5943"/>
                  </a:lnTo>
                  <a:lnTo>
                    <a:pt x="9395" y="5880"/>
                  </a:lnTo>
                  <a:lnTo>
                    <a:pt x="9312" y="5880"/>
                  </a:lnTo>
                  <a:lnTo>
                    <a:pt x="9333" y="5901"/>
                  </a:lnTo>
                  <a:lnTo>
                    <a:pt x="9228" y="6006"/>
                  </a:lnTo>
                  <a:lnTo>
                    <a:pt x="9123" y="6068"/>
                  </a:lnTo>
                  <a:lnTo>
                    <a:pt x="8998" y="6215"/>
                  </a:lnTo>
                  <a:lnTo>
                    <a:pt x="8977" y="6319"/>
                  </a:lnTo>
                  <a:lnTo>
                    <a:pt x="9019" y="6382"/>
                  </a:lnTo>
                  <a:lnTo>
                    <a:pt x="8956" y="6508"/>
                  </a:lnTo>
                  <a:lnTo>
                    <a:pt x="8768" y="6571"/>
                  </a:lnTo>
                  <a:lnTo>
                    <a:pt x="8684" y="6633"/>
                  </a:lnTo>
                  <a:lnTo>
                    <a:pt x="8663" y="6780"/>
                  </a:lnTo>
                  <a:lnTo>
                    <a:pt x="8663" y="7010"/>
                  </a:lnTo>
                  <a:lnTo>
                    <a:pt x="8768" y="7240"/>
                  </a:lnTo>
                  <a:lnTo>
                    <a:pt x="8872" y="7408"/>
                  </a:lnTo>
                  <a:lnTo>
                    <a:pt x="8872" y="7470"/>
                  </a:lnTo>
                  <a:lnTo>
                    <a:pt x="8705" y="7638"/>
                  </a:lnTo>
                  <a:lnTo>
                    <a:pt x="8579" y="7680"/>
                  </a:lnTo>
                  <a:lnTo>
                    <a:pt x="8496" y="7784"/>
                  </a:lnTo>
                  <a:lnTo>
                    <a:pt x="8433" y="7826"/>
                  </a:lnTo>
                  <a:lnTo>
                    <a:pt x="8349" y="7826"/>
                  </a:lnTo>
                  <a:lnTo>
                    <a:pt x="8307" y="7742"/>
                  </a:lnTo>
                  <a:lnTo>
                    <a:pt x="8245" y="7742"/>
                  </a:lnTo>
                  <a:lnTo>
                    <a:pt x="8014" y="7784"/>
                  </a:lnTo>
                  <a:lnTo>
                    <a:pt x="7847" y="7763"/>
                  </a:lnTo>
                  <a:lnTo>
                    <a:pt x="7638" y="7680"/>
                  </a:lnTo>
                  <a:lnTo>
                    <a:pt x="7429" y="7680"/>
                  </a:lnTo>
                  <a:lnTo>
                    <a:pt x="7387" y="7952"/>
                  </a:lnTo>
                  <a:lnTo>
                    <a:pt x="7324" y="8098"/>
                  </a:lnTo>
                  <a:lnTo>
                    <a:pt x="7324" y="8244"/>
                  </a:lnTo>
                  <a:lnTo>
                    <a:pt x="7261" y="8579"/>
                  </a:lnTo>
                  <a:lnTo>
                    <a:pt x="7261" y="8830"/>
                  </a:lnTo>
                  <a:lnTo>
                    <a:pt x="7240" y="8914"/>
                  </a:lnTo>
                  <a:lnTo>
                    <a:pt x="7303" y="8977"/>
                  </a:lnTo>
                  <a:lnTo>
                    <a:pt x="7429" y="9019"/>
                  </a:lnTo>
                  <a:lnTo>
                    <a:pt x="7387" y="9144"/>
                  </a:lnTo>
                  <a:lnTo>
                    <a:pt x="7387" y="9228"/>
                  </a:lnTo>
                  <a:lnTo>
                    <a:pt x="7303" y="9228"/>
                  </a:lnTo>
                  <a:lnTo>
                    <a:pt x="7219" y="9291"/>
                  </a:lnTo>
                  <a:lnTo>
                    <a:pt x="7136" y="9291"/>
                  </a:lnTo>
                  <a:lnTo>
                    <a:pt x="7073" y="9228"/>
                  </a:lnTo>
                  <a:lnTo>
                    <a:pt x="6989" y="9249"/>
                  </a:lnTo>
                  <a:lnTo>
                    <a:pt x="6864" y="9291"/>
                  </a:lnTo>
                  <a:lnTo>
                    <a:pt x="6592" y="9332"/>
                  </a:lnTo>
                  <a:lnTo>
                    <a:pt x="6445" y="9416"/>
                  </a:lnTo>
                  <a:lnTo>
                    <a:pt x="6341" y="9416"/>
                  </a:lnTo>
                  <a:lnTo>
                    <a:pt x="6278" y="9353"/>
                  </a:lnTo>
                  <a:lnTo>
                    <a:pt x="6173" y="9416"/>
                  </a:lnTo>
                  <a:lnTo>
                    <a:pt x="6069" y="9521"/>
                  </a:lnTo>
                  <a:lnTo>
                    <a:pt x="6069" y="9604"/>
                  </a:lnTo>
                  <a:lnTo>
                    <a:pt x="6173" y="9667"/>
                  </a:lnTo>
                  <a:lnTo>
                    <a:pt x="6341" y="9646"/>
                  </a:lnTo>
                  <a:lnTo>
                    <a:pt x="6466" y="9667"/>
                  </a:lnTo>
                  <a:lnTo>
                    <a:pt x="6466" y="9730"/>
                  </a:lnTo>
                  <a:lnTo>
                    <a:pt x="6382" y="9814"/>
                  </a:lnTo>
                  <a:lnTo>
                    <a:pt x="6445" y="9981"/>
                  </a:lnTo>
                  <a:lnTo>
                    <a:pt x="6445" y="10065"/>
                  </a:lnTo>
                  <a:lnTo>
                    <a:pt x="6487" y="10149"/>
                  </a:lnTo>
                  <a:lnTo>
                    <a:pt x="6508" y="10253"/>
                  </a:lnTo>
                  <a:lnTo>
                    <a:pt x="6613" y="10441"/>
                  </a:lnTo>
                  <a:lnTo>
                    <a:pt x="6654" y="10546"/>
                  </a:lnTo>
                  <a:lnTo>
                    <a:pt x="6780" y="10609"/>
                  </a:lnTo>
                  <a:lnTo>
                    <a:pt x="6822" y="10860"/>
                  </a:lnTo>
                  <a:lnTo>
                    <a:pt x="6738" y="10923"/>
                  </a:lnTo>
                  <a:lnTo>
                    <a:pt x="6696" y="11027"/>
                  </a:lnTo>
                  <a:lnTo>
                    <a:pt x="6801" y="11132"/>
                  </a:lnTo>
                  <a:lnTo>
                    <a:pt x="6738" y="11174"/>
                  </a:lnTo>
                  <a:lnTo>
                    <a:pt x="6738" y="11216"/>
                  </a:lnTo>
                  <a:lnTo>
                    <a:pt x="6613" y="11299"/>
                  </a:lnTo>
                  <a:lnTo>
                    <a:pt x="6654" y="11446"/>
                  </a:lnTo>
                  <a:lnTo>
                    <a:pt x="6508" y="11509"/>
                  </a:lnTo>
                  <a:lnTo>
                    <a:pt x="6278" y="11446"/>
                  </a:lnTo>
                  <a:lnTo>
                    <a:pt x="6027" y="11174"/>
                  </a:lnTo>
                  <a:lnTo>
                    <a:pt x="5922" y="11195"/>
                  </a:lnTo>
                  <a:lnTo>
                    <a:pt x="5671" y="11090"/>
                  </a:lnTo>
                  <a:lnTo>
                    <a:pt x="5336" y="11090"/>
                  </a:lnTo>
                  <a:lnTo>
                    <a:pt x="5148" y="11132"/>
                  </a:lnTo>
                  <a:lnTo>
                    <a:pt x="4876" y="11069"/>
                  </a:lnTo>
                  <a:lnTo>
                    <a:pt x="4583" y="11132"/>
                  </a:lnTo>
                  <a:lnTo>
                    <a:pt x="4457" y="11132"/>
                  </a:lnTo>
                  <a:lnTo>
                    <a:pt x="4311" y="11111"/>
                  </a:lnTo>
                  <a:lnTo>
                    <a:pt x="4206" y="11195"/>
                  </a:lnTo>
                  <a:lnTo>
                    <a:pt x="4102" y="11237"/>
                  </a:lnTo>
                  <a:lnTo>
                    <a:pt x="3767" y="11195"/>
                  </a:lnTo>
                  <a:lnTo>
                    <a:pt x="3558" y="11132"/>
                  </a:lnTo>
                  <a:lnTo>
                    <a:pt x="3432" y="11069"/>
                  </a:lnTo>
                  <a:lnTo>
                    <a:pt x="3244" y="11069"/>
                  </a:lnTo>
                  <a:lnTo>
                    <a:pt x="3202" y="11111"/>
                  </a:lnTo>
                  <a:lnTo>
                    <a:pt x="3035" y="11090"/>
                  </a:lnTo>
                  <a:lnTo>
                    <a:pt x="2930" y="11069"/>
                  </a:lnTo>
                  <a:lnTo>
                    <a:pt x="2888" y="11111"/>
                  </a:lnTo>
                  <a:lnTo>
                    <a:pt x="2888" y="11237"/>
                  </a:lnTo>
                  <a:lnTo>
                    <a:pt x="2909" y="11383"/>
                  </a:lnTo>
                  <a:lnTo>
                    <a:pt x="2930" y="11509"/>
                  </a:lnTo>
                  <a:lnTo>
                    <a:pt x="2742" y="11550"/>
                  </a:lnTo>
                  <a:lnTo>
                    <a:pt x="2386" y="11550"/>
                  </a:lnTo>
                  <a:lnTo>
                    <a:pt x="1968" y="11509"/>
                  </a:lnTo>
                  <a:lnTo>
                    <a:pt x="1863" y="11446"/>
                  </a:lnTo>
                  <a:lnTo>
                    <a:pt x="1675" y="11425"/>
                  </a:lnTo>
                  <a:lnTo>
                    <a:pt x="1570" y="11550"/>
                  </a:lnTo>
                  <a:lnTo>
                    <a:pt x="1591" y="11613"/>
                  </a:lnTo>
                  <a:lnTo>
                    <a:pt x="1465" y="11697"/>
                  </a:lnTo>
                  <a:lnTo>
                    <a:pt x="1465" y="11739"/>
                  </a:lnTo>
                  <a:lnTo>
                    <a:pt x="1507" y="11739"/>
                  </a:lnTo>
                  <a:lnTo>
                    <a:pt x="1507" y="11864"/>
                  </a:lnTo>
                  <a:lnTo>
                    <a:pt x="1340" y="12157"/>
                  </a:lnTo>
                  <a:lnTo>
                    <a:pt x="1256" y="12283"/>
                  </a:lnTo>
                  <a:lnTo>
                    <a:pt x="1361" y="12366"/>
                  </a:lnTo>
                  <a:lnTo>
                    <a:pt x="1633" y="12450"/>
                  </a:lnTo>
                  <a:lnTo>
                    <a:pt x="1737" y="12555"/>
                  </a:lnTo>
                  <a:lnTo>
                    <a:pt x="1842" y="12576"/>
                  </a:lnTo>
                  <a:lnTo>
                    <a:pt x="1947" y="12471"/>
                  </a:lnTo>
                  <a:lnTo>
                    <a:pt x="1947" y="12325"/>
                  </a:lnTo>
                  <a:lnTo>
                    <a:pt x="2009" y="12325"/>
                  </a:lnTo>
                  <a:lnTo>
                    <a:pt x="2302" y="12555"/>
                  </a:lnTo>
                  <a:lnTo>
                    <a:pt x="2323" y="12659"/>
                  </a:lnTo>
                  <a:lnTo>
                    <a:pt x="2177" y="12848"/>
                  </a:lnTo>
                  <a:lnTo>
                    <a:pt x="1968" y="12848"/>
                  </a:lnTo>
                  <a:lnTo>
                    <a:pt x="1675" y="12890"/>
                  </a:lnTo>
                  <a:lnTo>
                    <a:pt x="1654" y="12785"/>
                  </a:lnTo>
                  <a:lnTo>
                    <a:pt x="1507" y="12659"/>
                  </a:lnTo>
                  <a:lnTo>
                    <a:pt x="1340" y="12869"/>
                  </a:lnTo>
                  <a:lnTo>
                    <a:pt x="1235" y="12848"/>
                  </a:lnTo>
                  <a:lnTo>
                    <a:pt x="1068" y="12973"/>
                  </a:lnTo>
                  <a:lnTo>
                    <a:pt x="921" y="13015"/>
                  </a:lnTo>
                  <a:lnTo>
                    <a:pt x="921" y="13162"/>
                  </a:lnTo>
                  <a:lnTo>
                    <a:pt x="1110" y="13224"/>
                  </a:lnTo>
                  <a:lnTo>
                    <a:pt x="1068" y="13371"/>
                  </a:lnTo>
                  <a:lnTo>
                    <a:pt x="900" y="13434"/>
                  </a:lnTo>
                  <a:lnTo>
                    <a:pt x="628" y="13496"/>
                  </a:lnTo>
                  <a:lnTo>
                    <a:pt x="691" y="13538"/>
                  </a:lnTo>
                  <a:lnTo>
                    <a:pt x="733" y="13622"/>
                  </a:lnTo>
                  <a:lnTo>
                    <a:pt x="503" y="13706"/>
                  </a:lnTo>
                  <a:lnTo>
                    <a:pt x="503" y="13831"/>
                  </a:lnTo>
                  <a:lnTo>
                    <a:pt x="398" y="13852"/>
                  </a:lnTo>
                  <a:lnTo>
                    <a:pt x="126" y="13831"/>
                  </a:lnTo>
                  <a:lnTo>
                    <a:pt x="1" y="13936"/>
                  </a:lnTo>
                  <a:lnTo>
                    <a:pt x="1" y="14103"/>
                  </a:lnTo>
                  <a:lnTo>
                    <a:pt x="168" y="14333"/>
                  </a:lnTo>
                  <a:lnTo>
                    <a:pt x="273" y="14270"/>
                  </a:lnTo>
                  <a:lnTo>
                    <a:pt x="419" y="14250"/>
                  </a:lnTo>
                  <a:lnTo>
                    <a:pt x="440" y="14375"/>
                  </a:lnTo>
                  <a:lnTo>
                    <a:pt x="398" y="14522"/>
                  </a:lnTo>
                  <a:lnTo>
                    <a:pt x="461" y="14668"/>
                  </a:lnTo>
                  <a:lnTo>
                    <a:pt x="587" y="14731"/>
                  </a:lnTo>
                  <a:lnTo>
                    <a:pt x="607" y="14877"/>
                  </a:lnTo>
                  <a:lnTo>
                    <a:pt x="545" y="14940"/>
                  </a:lnTo>
                  <a:lnTo>
                    <a:pt x="419" y="15212"/>
                  </a:lnTo>
                  <a:lnTo>
                    <a:pt x="377" y="15589"/>
                  </a:lnTo>
                  <a:lnTo>
                    <a:pt x="335" y="15526"/>
                  </a:lnTo>
                  <a:lnTo>
                    <a:pt x="440" y="15693"/>
                  </a:lnTo>
                  <a:lnTo>
                    <a:pt x="545" y="15714"/>
                  </a:lnTo>
                  <a:lnTo>
                    <a:pt x="733" y="15693"/>
                  </a:lnTo>
                  <a:lnTo>
                    <a:pt x="859" y="15610"/>
                  </a:lnTo>
                  <a:lnTo>
                    <a:pt x="921" y="15526"/>
                  </a:lnTo>
                  <a:lnTo>
                    <a:pt x="984" y="15505"/>
                  </a:lnTo>
                  <a:lnTo>
                    <a:pt x="1047" y="15463"/>
                  </a:lnTo>
                  <a:lnTo>
                    <a:pt x="1110" y="15484"/>
                  </a:lnTo>
                  <a:lnTo>
                    <a:pt x="1172" y="15568"/>
                  </a:lnTo>
                  <a:lnTo>
                    <a:pt x="1361" y="15589"/>
                  </a:lnTo>
                  <a:lnTo>
                    <a:pt x="1361" y="15505"/>
                  </a:lnTo>
                  <a:lnTo>
                    <a:pt x="1319" y="15463"/>
                  </a:lnTo>
                  <a:lnTo>
                    <a:pt x="1319" y="15358"/>
                  </a:lnTo>
                  <a:lnTo>
                    <a:pt x="1444" y="15317"/>
                  </a:lnTo>
                  <a:lnTo>
                    <a:pt x="1486" y="15275"/>
                  </a:lnTo>
                  <a:lnTo>
                    <a:pt x="1549" y="15275"/>
                  </a:lnTo>
                  <a:lnTo>
                    <a:pt x="1570" y="15317"/>
                  </a:lnTo>
                  <a:lnTo>
                    <a:pt x="1695" y="15317"/>
                  </a:lnTo>
                  <a:lnTo>
                    <a:pt x="1779" y="15191"/>
                  </a:lnTo>
                  <a:lnTo>
                    <a:pt x="1758" y="15045"/>
                  </a:lnTo>
                  <a:lnTo>
                    <a:pt x="1779" y="14961"/>
                  </a:lnTo>
                  <a:lnTo>
                    <a:pt x="1863" y="14898"/>
                  </a:lnTo>
                  <a:lnTo>
                    <a:pt x="1884" y="14731"/>
                  </a:lnTo>
                  <a:lnTo>
                    <a:pt x="1947" y="14626"/>
                  </a:lnTo>
                  <a:lnTo>
                    <a:pt x="2072" y="14626"/>
                  </a:lnTo>
                  <a:lnTo>
                    <a:pt x="2177" y="14689"/>
                  </a:lnTo>
                  <a:lnTo>
                    <a:pt x="2281" y="14752"/>
                  </a:lnTo>
                  <a:lnTo>
                    <a:pt x="2281" y="14835"/>
                  </a:lnTo>
                  <a:lnTo>
                    <a:pt x="2260" y="14982"/>
                  </a:lnTo>
                  <a:lnTo>
                    <a:pt x="2281" y="15086"/>
                  </a:lnTo>
                  <a:lnTo>
                    <a:pt x="2386" y="15086"/>
                  </a:lnTo>
                  <a:lnTo>
                    <a:pt x="2428" y="15191"/>
                  </a:lnTo>
                  <a:lnTo>
                    <a:pt x="2407" y="15317"/>
                  </a:lnTo>
                  <a:lnTo>
                    <a:pt x="2428" y="15463"/>
                  </a:lnTo>
                  <a:lnTo>
                    <a:pt x="2428" y="15672"/>
                  </a:lnTo>
                  <a:lnTo>
                    <a:pt x="2532" y="15798"/>
                  </a:lnTo>
                  <a:lnTo>
                    <a:pt x="2532" y="15882"/>
                  </a:lnTo>
                  <a:lnTo>
                    <a:pt x="2637" y="15903"/>
                  </a:lnTo>
                  <a:lnTo>
                    <a:pt x="2784" y="15903"/>
                  </a:lnTo>
                  <a:lnTo>
                    <a:pt x="2888" y="15819"/>
                  </a:lnTo>
                  <a:lnTo>
                    <a:pt x="2909" y="15777"/>
                  </a:lnTo>
                  <a:lnTo>
                    <a:pt x="3076" y="15693"/>
                  </a:lnTo>
                  <a:lnTo>
                    <a:pt x="3202" y="15610"/>
                  </a:lnTo>
                  <a:lnTo>
                    <a:pt x="3223" y="15484"/>
                  </a:lnTo>
                  <a:lnTo>
                    <a:pt x="3307" y="15421"/>
                  </a:lnTo>
                  <a:lnTo>
                    <a:pt x="3558" y="15275"/>
                  </a:lnTo>
                  <a:lnTo>
                    <a:pt x="3725" y="15212"/>
                  </a:lnTo>
                  <a:lnTo>
                    <a:pt x="3746" y="15358"/>
                  </a:lnTo>
                  <a:lnTo>
                    <a:pt x="3976" y="15317"/>
                  </a:lnTo>
                  <a:lnTo>
                    <a:pt x="4039" y="15212"/>
                  </a:lnTo>
                  <a:lnTo>
                    <a:pt x="4290" y="15212"/>
                  </a:lnTo>
                  <a:lnTo>
                    <a:pt x="4311" y="15317"/>
                  </a:lnTo>
                  <a:lnTo>
                    <a:pt x="4123" y="15484"/>
                  </a:lnTo>
                  <a:lnTo>
                    <a:pt x="4248" y="15505"/>
                  </a:lnTo>
                  <a:lnTo>
                    <a:pt x="4290" y="15463"/>
                  </a:lnTo>
                  <a:lnTo>
                    <a:pt x="4374" y="15463"/>
                  </a:lnTo>
                  <a:lnTo>
                    <a:pt x="4478" y="15526"/>
                  </a:lnTo>
                  <a:lnTo>
                    <a:pt x="4520" y="15505"/>
                  </a:lnTo>
                  <a:lnTo>
                    <a:pt x="4625" y="15505"/>
                  </a:lnTo>
                  <a:lnTo>
                    <a:pt x="4688" y="15463"/>
                  </a:lnTo>
                  <a:lnTo>
                    <a:pt x="4729" y="15400"/>
                  </a:lnTo>
                  <a:lnTo>
                    <a:pt x="4813" y="15400"/>
                  </a:lnTo>
                  <a:lnTo>
                    <a:pt x="4897" y="15484"/>
                  </a:lnTo>
                  <a:lnTo>
                    <a:pt x="4981" y="15672"/>
                  </a:lnTo>
                  <a:lnTo>
                    <a:pt x="5232" y="16049"/>
                  </a:lnTo>
                  <a:lnTo>
                    <a:pt x="5357" y="16133"/>
                  </a:lnTo>
                  <a:lnTo>
                    <a:pt x="5399" y="16300"/>
                  </a:lnTo>
                  <a:lnTo>
                    <a:pt x="5462" y="16363"/>
                  </a:lnTo>
                  <a:lnTo>
                    <a:pt x="5545" y="16447"/>
                  </a:lnTo>
                  <a:lnTo>
                    <a:pt x="5776" y="16467"/>
                  </a:lnTo>
                  <a:lnTo>
                    <a:pt x="5985" y="16467"/>
                  </a:lnTo>
                  <a:lnTo>
                    <a:pt x="6089" y="16509"/>
                  </a:lnTo>
                  <a:lnTo>
                    <a:pt x="6131" y="16635"/>
                  </a:lnTo>
                  <a:lnTo>
                    <a:pt x="6361" y="16719"/>
                  </a:lnTo>
                  <a:lnTo>
                    <a:pt x="6550" y="16823"/>
                  </a:lnTo>
                  <a:lnTo>
                    <a:pt x="6654" y="17095"/>
                  </a:lnTo>
                  <a:lnTo>
                    <a:pt x="6801" y="17263"/>
                  </a:lnTo>
                  <a:lnTo>
                    <a:pt x="6989" y="17367"/>
                  </a:lnTo>
                  <a:lnTo>
                    <a:pt x="7073" y="17514"/>
                  </a:lnTo>
                  <a:lnTo>
                    <a:pt x="7073" y="17786"/>
                  </a:lnTo>
                  <a:lnTo>
                    <a:pt x="7177" y="18037"/>
                  </a:lnTo>
                  <a:lnTo>
                    <a:pt x="7324" y="18079"/>
                  </a:lnTo>
                  <a:lnTo>
                    <a:pt x="7387" y="18330"/>
                  </a:lnTo>
                  <a:lnTo>
                    <a:pt x="7429" y="18539"/>
                  </a:lnTo>
                  <a:lnTo>
                    <a:pt x="7345" y="18664"/>
                  </a:lnTo>
                  <a:lnTo>
                    <a:pt x="7324" y="18602"/>
                  </a:lnTo>
                  <a:lnTo>
                    <a:pt x="7219" y="18539"/>
                  </a:lnTo>
                  <a:lnTo>
                    <a:pt x="7073" y="18727"/>
                  </a:lnTo>
                  <a:lnTo>
                    <a:pt x="7094" y="18811"/>
                  </a:lnTo>
                  <a:lnTo>
                    <a:pt x="7115" y="18874"/>
                  </a:lnTo>
                  <a:lnTo>
                    <a:pt x="7261" y="18957"/>
                  </a:lnTo>
                  <a:lnTo>
                    <a:pt x="7240" y="19188"/>
                  </a:lnTo>
                  <a:lnTo>
                    <a:pt x="7303" y="19292"/>
                  </a:lnTo>
                  <a:lnTo>
                    <a:pt x="7261" y="19376"/>
                  </a:lnTo>
                  <a:lnTo>
                    <a:pt x="7324" y="19397"/>
                  </a:lnTo>
                  <a:lnTo>
                    <a:pt x="7408" y="19501"/>
                  </a:lnTo>
                  <a:lnTo>
                    <a:pt x="7408" y="19606"/>
                  </a:lnTo>
                  <a:lnTo>
                    <a:pt x="7449" y="19606"/>
                  </a:lnTo>
                  <a:lnTo>
                    <a:pt x="7491" y="19752"/>
                  </a:lnTo>
                  <a:lnTo>
                    <a:pt x="7617" y="19794"/>
                  </a:lnTo>
                  <a:lnTo>
                    <a:pt x="7701" y="19690"/>
                  </a:lnTo>
                  <a:lnTo>
                    <a:pt x="7826" y="19690"/>
                  </a:lnTo>
                  <a:lnTo>
                    <a:pt x="7868" y="19773"/>
                  </a:lnTo>
                  <a:lnTo>
                    <a:pt x="8014" y="19794"/>
                  </a:lnTo>
                  <a:lnTo>
                    <a:pt x="8119" y="19899"/>
                  </a:lnTo>
                  <a:lnTo>
                    <a:pt x="8182" y="19920"/>
                  </a:lnTo>
                  <a:lnTo>
                    <a:pt x="8266" y="20087"/>
                  </a:lnTo>
                  <a:lnTo>
                    <a:pt x="8370" y="20087"/>
                  </a:lnTo>
                  <a:lnTo>
                    <a:pt x="8391" y="20192"/>
                  </a:lnTo>
                  <a:lnTo>
                    <a:pt x="8433" y="20171"/>
                  </a:lnTo>
                  <a:lnTo>
                    <a:pt x="8454" y="20129"/>
                  </a:lnTo>
                  <a:lnTo>
                    <a:pt x="8600" y="20213"/>
                  </a:lnTo>
                  <a:lnTo>
                    <a:pt x="8663" y="20296"/>
                  </a:lnTo>
                  <a:lnTo>
                    <a:pt x="8768" y="20296"/>
                  </a:lnTo>
                  <a:lnTo>
                    <a:pt x="8830" y="20317"/>
                  </a:lnTo>
                  <a:lnTo>
                    <a:pt x="8893" y="20213"/>
                  </a:lnTo>
                  <a:lnTo>
                    <a:pt x="9061" y="20192"/>
                  </a:lnTo>
                  <a:lnTo>
                    <a:pt x="9270" y="20276"/>
                  </a:lnTo>
                  <a:lnTo>
                    <a:pt x="9312" y="20338"/>
                  </a:lnTo>
                  <a:lnTo>
                    <a:pt x="9437" y="20338"/>
                  </a:lnTo>
                  <a:lnTo>
                    <a:pt x="9542" y="20401"/>
                  </a:lnTo>
                  <a:lnTo>
                    <a:pt x="9709" y="20589"/>
                  </a:lnTo>
                  <a:lnTo>
                    <a:pt x="9835" y="20589"/>
                  </a:lnTo>
                  <a:lnTo>
                    <a:pt x="9960" y="20652"/>
                  </a:lnTo>
                  <a:lnTo>
                    <a:pt x="10023" y="20715"/>
                  </a:lnTo>
                  <a:lnTo>
                    <a:pt x="10128" y="20840"/>
                  </a:lnTo>
                  <a:lnTo>
                    <a:pt x="10170" y="20966"/>
                  </a:lnTo>
                  <a:lnTo>
                    <a:pt x="10232" y="20945"/>
                  </a:lnTo>
                  <a:lnTo>
                    <a:pt x="10232" y="20757"/>
                  </a:lnTo>
                  <a:lnTo>
                    <a:pt x="10316" y="20715"/>
                  </a:lnTo>
                  <a:lnTo>
                    <a:pt x="10337" y="20757"/>
                  </a:lnTo>
                  <a:lnTo>
                    <a:pt x="10462" y="20757"/>
                  </a:lnTo>
                  <a:lnTo>
                    <a:pt x="10588" y="20840"/>
                  </a:lnTo>
                  <a:lnTo>
                    <a:pt x="10588" y="21008"/>
                  </a:lnTo>
                  <a:lnTo>
                    <a:pt x="10755" y="21133"/>
                  </a:lnTo>
                  <a:lnTo>
                    <a:pt x="10923" y="21071"/>
                  </a:lnTo>
                  <a:lnTo>
                    <a:pt x="11069" y="21071"/>
                  </a:lnTo>
                  <a:lnTo>
                    <a:pt x="11048" y="21322"/>
                  </a:lnTo>
                  <a:lnTo>
                    <a:pt x="11090" y="21468"/>
                  </a:lnTo>
                  <a:lnTo>
                    <a:pt x="11195" y="21447"/>
                  </a:lnTo>
                  <a:lnTo>
                    <a:pt x="11362" y="21531"/>
                  </a:lnTo>
                  <a:lnTo>
                    <a:pt x="11425" y="21447"/>
                  </a:lnTo>
                  <a:lnTo>
                    <a:pt x="11571" y="21426"/>
                  </a:lnTo>
                  <a:lnTo>
                    <a:pt x="11676" y="21322"/>
                  </a:lnTo>
                  <a:lnTo>
                    <a:pt x="11885" y="21322"/>
                  </a:lnTo>
                  <a:lnTo>
                    <a:pt x="12011" y="21384"/>
                  </a:lnTo>
                  <a:lnTo>
                    <a:pt x="12053" y="21531"/>
                  </a:lnTo>
                  <a:lnTo>
                    <a:pt x="12220" y="21594"/>
                  </a:lnTo>
                  <a:lnTo>
                    <a:pt x="12346" y="21761"/>
                  </a:lnTo>
                  <a:lnTo>
                    <a:pt x="12429" y="21782"/>
                  </a:lnTo>
                  <a:lnTo>
                    <a:pt x="12576" y="21740"/>
                  </a:lnTo>
                  <a:lnTo>
                    <a:pt x="12639" y="21761"/>
                  </a:lnTo>
                  <a:lnTo>
                    <a:pt x="12785" y="21698"/>
                  </a:lnTo>
                  <a:lnTo>
                    <a:pt x="12931" y="21698"/>
                  </a:lnTo>
                  <a:lnTo>
                    <a:pt x="13015" y="21594"/>
                  </a:lnTo>
                  <a:lnTo>
                    <a:pt x="13162" y="21594"/>
                  </a:lnTo>
                  <a:lnTo>
                    <a:pt x="13203" y="21698"/>
                  </a:lnTo>
                  <a:lnTo>
                    <a:pt x="13245" y="21866"/>
                  </a:lnTo>
                  <a:lnTo>
                    <a:pt x="13350" y="21949"/>
                  </a:lnTo>
                  <a:lnTo>
                    <a:pt x="13475" y="21887"/>
                  </a:lnTo>
                  <a:lnTo>
                    <a:pt x="13601" y="21636"/>
                  </a:lnTo>
                  <a:lnTo>
                    <a:pt x="13873" y="21468"/>
                  </a:lnTo>
                  <a:lnTo>
                    <a:pt x="14040" y="21447"/>
                  </a:lnTo>
                  <a:lnTo>
                    <a:pt x="14124" y="21552"/>
                  </a:lnTo>
                  <a:lnTo>
                    <a:pt x="14396" y="21573"/>
                  </a:lnTo>
                  <a:lnTo>
                    <a:pt x="14501" y="21636"/>
                  </a:lnTo>
                  <a:lnTo>
                    <a:pt x="14647" y="21552"/>
                  </a:lnTo>
                  <a:lnTo>
                    <a:pt x="14815" y="21573"/>
                  </a:lnTo>
                  <a:lnTo>
                    <a:pt x="14877" y="21677"/>
                  </a:lnTo>
                  <a:lnTo>
                    <a:pt x="14982" y="21677"/>
                  </a:lnTo>
                  <a:lnTo>
                    <a:pt x="15191" y="21636"/>
                  </a:lnTo>
                  <a:lnTo>
                    <a:pt x="15296" y="21636"/>
                  </a:lnTo>
                  <a:lnTo>
                    <a:pt x="15359" y="21468"/>
                  </a:lnTo>
                  <a:lnTo>
                    <a:pt x="15442" y="21426"/>
                  </a:lnTo>
                  <a:lnTo>
                    <a:pt x="15547" y="21447"/>
                  </a:lnTo>
                  <a:lnTo>
                    <a:pt x="15547" y="21364"/>
                  </a:lnTo>
                  <a:lnTo>
                    <a:pt x="15631" y="21343"/>
                  </a:lnTo>
                  <a:lnTo>
                    <a:pt x="15693" y="21217"/>
                  </a:lnTo>
                  <a:lnTo>
                    <a:pt x="15798" y="21112"/>
                  </a:lnTo>
                  <a:lnTo>
                    <a:pt x="15903" y="21071"/>
                  </a:lnTo>
                  <a:lnTo>
                    <a:pt x="16133" y="21029"/>
                  </a:lnTo>
                  <a:lnTo>
                    <a:pt x="16237" y="20861"/>
                  </a:lnTo>
                  <a:lnTo>
                    <a:pt x="16237" y="20736"/>
                  </a:lnTo>
                  <a:lnTo>
                    <a:pt x="16321" y="20736"/>
                  </a:lnTo>
                  <a:lnTo>
                    <a:pt x="16447" y="20631"/>
                  </a:lnTo>
                  <a:lnTo>
                    <a:pt x="16551" y="20799"/>
                  </a:lnTo>
                  <a:lnTo>
                    <a:pt x="16719" y="20736"/>
                  </a:lnTo>
                  <a:lnTo>
                    <a:pt x="16928" y="20820"/>
                  </a:lnTo>
                  <a:lnTo>
                    <a:pt x="17012" y="20757"/>
                  </a:lnTo>
                  <a:lnTo>
                    <a:pt x="16970" y="20652"/>
                  </a:lnTo>
                  <a:lnTo>
                    <a:pt x="17242" y="20506"/>
                  </a:lnTo>
                  <a:lnTo>
                    <a:pt x="17325" y="20527"/>
                  </a:lnTo>
                  <a:lnTo>
                    <a:pt x="17367" y="20610"/>
                  </a:lnTo>
                  <a:lnTo>
                    <a:pt x="17451" y="20610"/>
                  </a:lnTo>
                  <a:lnTo>
                    <a:pt x="17472" y="20652"/>
                  </a:lnTo>
                  <a:lnTo>
                    <a:pt x="17388" y="20820"/>
                  </a:lnTo>
                  <a:lnTo>
                    <a:pt x="17451" y="20903"/>
                  </a:lnTo>
                  <a:lnTo>
                    <a:pt x="17535" y="20903"/>
                  </a:lnTo>
                  <a:lnTo>
                    <a:pt x="17597" y="20861"/>
                  </a:lnTo>
                  <a:lnTo>
                    <a:pt x="17639" y="20945"/>
                  </a:lnTo>
                  <a:lnTo>
                    <a:pt x="17702" y="21050"/>
                  </a:lnTo>
                  <a:lnTo>
                    <a:pt x="17702" y="21133"/>
                  </a:lnTo>
                  <a:lnTo>
                    <a:pt x="17597" y="21238"/>
                  </a:lnTo>
                  <a:lnTo>
                    <a:pt x="17639" y="21343"/>
                  </a:lnTo>
                  <a:lnTo>
                    <a:pt x="17765" y="21364"/>
                  </a:lnTo>
                  <a:lnTo>
                    <a:pt x="17849" y="21322"/>
                  </a:lnTo>
                  <a:lnTo>
                    <a:pt x="17953" y="21364"/>
                  </a:lnTo>
                  <a:lnTo>
                    <a:pt x="18016" y="21468"/>
                  </a:lnTo>
                  <a:lnTo>
                    <a:pt x="18121" y="21426"/>
                  </a:lnTo>
                  <a:lnTo>
                    <a:pt x="18246" y="21468"/>
                  </a:lnTo>
                  <a:lnTo>
                    <a:pt x="18330" y="21426"/>
                  </a:lnTo>
                  <a:lnTo>
                    <a:pt x="18497" y="21426"/>
                  </a:lnTo>
                  <a:lnTo>
                    <a:pt x="18539" y="21573"/>
                  </a:lnTo>
                  <a:lnTo>
                    <a:pt x="18685" y="21677"/>
                  </a:lnTo>
                  <a:lnTo>
                    <a:pt x="18706" y="21845"/>
                  </a:lnTo>
                  <a:lnTo>
                    <a:pt x="18811" y="21845"/>
                  </a:lnTo>
                  <a:lnTo>
                    <a:pt x="18916" y="21970"/>
                  </a:lnTo>
                  <a:lnTo>
                    <a:pt x="18916" y="22117"/>
                  </a:lnTo>
                  <a:lnTo>
                    <a:pt x="18999" y="22326"/>
                  </a:lnTo>
                  <a:lnTo>
                    <a:pt x="19020" y="22493"/>
                  </a:lnTo>
                  <a:lnTo>
                    <a:pt x="18999" y="22745"/>
                  </a:lnTo>
                  <a:lnTo>
                    <a:pt x="18999" y="22849"/>
                  </a:lnTo>
                  <a:lnTo>
                    <a:pt x="18957" y="22933"/>
                  </a:lnTo>
                  <a:lnTo>
                    <a:pt x="18853" y="22996"/>
                  </a:lnTo>
                  <a:lnTo>
                    <a:pt x="18832" y="23100"/>
                  </a:lnTo>
                  <a:lnTo>
                    <a:pt x="18769" y="23121"/>
                  </a:lnTo>
                  <a:lnTo>
                    <a:pt x="18748" y="23205"/>
                  </a:lnTo>
                  <a:lnTo>
                    <a:pt x="18811" y="23309"/>
                  </a:lnTo>
                  <a:lnTo>
                    <a:pt x="18748" y="23351"/>
                  </a:lnTo>
                  <a:lnTo>
                    <a:pt x="18685" y="23330"/>
                  </a:lnTo>
                  <a:lnTo>
                    <a:pt x="18602" y="23435"/>
                  </a:lnTo>
                  <a:lnTo>
                    <a:pt x="18539" y="23519"/>
                  </a:lnTo>
                  <a:lnTo>
                    <a:pt x="18602" y="23581"/>
                  </a:lnTo>
                  <a:lnTo>
                    <a:pt x="18539" y="23665"/>
                  </a:lnTo>
                  <a:lnTo>
                    <a:pt x="18539" y="23770"/>
                  </a:lnTo>
                  <a:lnTo>
                    <a:pt x="18644" y="23833"/>
                  </a:lnTo>
                  <a:lnTo>
                    <a:pt x="18706" y="23895"/>
                  </a:lnTo>
                  <a:lnTo>
                    <a:pt x="18769" y="23958"/>
                  </a:lnTo>
                  <a:lnTo>
                    <a:pt x="18748" y="24105"/>
                  </a:lnTo>
                  <a:lnTo>
                    <a:pt x="18811" y="24251"/>
                  </a:lnTo>
                  <a:lnTo>
                    <a:pt x="18937" y="24146"/>
                  </a:lnTo>
                  <a:lnTo>
                    <a:pt x="19209" y="24084"/>
                  </a:lnTo>
                  <a:lnTo>
                    <a:pt x="19229" y="24167"/>
                  </a:lnTo>
                  <a:lnTo>
                    <a:pt x="19209" y="24251"/>
                  </a:lnTo>
                  <a:lnTo>
                    <a:pt x="19271" y="24293"/>
                  </a:lnTo>
                  <a:lnTo>
                    <a:pt x="19418" y="24272"/>
                  </a:lnTo>
                  <a:lnTo>
                    <a:pt x="19439" y="24377"/>
                  </a:lnTo>
                  <a:lnTo>
                    <a:pt x="19418" y="24481"/>
                  </a:lnTo>
                  <a:lnTo>
                    <a:pt x="19481" y="24565"/>
                  </a:lnTo>
                  <a:lnTo>
                    <a:pt x="19627" y="24586"/>
                  </a:lnTo>
                  <a:lnTo>
                    <a:pt x="19585" y="24628"/>
                  </a:lnTo>
                  <a:lnTo>
                    <a:pt x="19648" y="24711"/>
                  </a:lnTo>
                  <a:lnTo>
                    <a:pt x="19669" y="24670"/>
                  </a:lnTo>
                  <a:lnTo>
                    <a:pt x="19815" y="24670"/>
                  </a:lnTo>
                  <a:lnTo>
                    <a:pt x="19941" y="24732"/>
                  </a:lnTo>
                  <a:lnTo>
                    <a:pt x="19941" y="24816"/>
                  </a:lnTo>
                  <a:lnTo>
                    <a:pt x="19878" y="24921"/>
                  </a:lnTo>
                  <a:lnTo>
                    <a:pt x="19899" y="25004"/>
                  </a:lnTo>
                  <a:lnTo>
                    <a:pt x="19753" y="25193"/>
                  </a:lnTo>
                  <a:lnTo>
                    <a:pt x="19648" y="25297"/>
                  </a:lnTo>
                  <a:lnTo>
                    <a:pt x="19669" y="25360"/>
                  </a:lnTo>
                  <a:lnTo>
                    <a:pt x="19753" y="25339"/>
                  </a:lnTo>
                  <a:lnTo>
                    <a:pt x="19941" y="25339"/>
                  </a:lnTo>
                  <a:lnTo>
                    <a:pt x="19983" y="25402"/>
                  </a:lnTo>
                  <a:lnTo>
                    <a:pt x="20066" y="25318"/>
                  </a:lnTo>
                  <a:lnTo>
                    <a:pt x="20150" y="25423"/>
                  </a:lnTo>
                  <a:lnTo>
                    <a:pt x="20108" y="25548"/>
                  </a:lnTo>
                  <a:lnTo>
                    <a:pt x="20150" y="25674"/>
                  </a:lnTo>
                  <a:lnTo>
                    <a:pt x="20276" y="25737"/>
                  </a:lnTo>
                  <a:lnTo>
                    <a:pt x="20338" y="25653"/>
                  </a:lnTo>
                  <a:lnTo>
                    <a:pt x="20485" y="25653"/>
                  </a:lnTo>
                  <a:lnTo>
                    <a:pt x="20736" y="25548"/>
                  </a:lnTo>
                  <a:lnTo>
                    <a:pt x="20841" y="25569"/>
                  </a:lnTo>
                  <a:lnTo>
                    <a:pt x="20841" y="25716"/>
                  </a:lnTo>
                  <a:lnTo>
                    <a:pt x="20799" y="25737"/>
                  </a:lnTo>
                  <a:lnTo>
                    <a:pt x="20862" y="25778"/>
                  </a:lnTo>
                  <a:lnTo>
                    <a:pt x="20924" y="25883"/>
                  </a:lnTo>
                  <a:lnTo>
                    <a:pt x="21050" y="25841"/>
                  </a:lnTo>
                  <a:lnTo>
                    <a:pt x="21154" y="25862"/>
                  </a:lnTo>
                  <a:lnTo>
                    <a:pt x="21134" y="25716"/>
                  </a:lnTo>
                  <a:lnTo>
                    <a:pt x="21134" y="25569"/>
                  </a:lnTo>
                  <a:lnTo>
                    <a:pt x="21092" y="25465"/>
                  </a:lnTo>
                  <a:lnTo>
                    <a:pt x="21092" y="25255"/>
                  </a:lnTo>
                  <a:lnTo>
                    <a:pt x="21154" y="25214"/>
                  </a:lnTo>
                  <a:lnTo>
                    <a:pt x="21154" y="25130"/>
                  </a:lnTo>
                  <a:lnTo>
                    <a:pt x="21364" y="25130"/>
                  </a:lnTo>
                  <a:lnTo>
                    <a:pt x="21426" y="25109"/>
                  </a:lnTo>
                  <a:lnTo>
                    <a:pt x="21468" y="25088"/>
                  </a:lnTo>
                  <a:lnTo>
                    <a:pt x="21510" y="25025"/>
                  </a:lnTo>
                  <a:lnTo>
                    <a:pt x="21552" y="24983"/>
                  </a:lnTo>
                  <a:lnTo>
                    <a:pt x="21678" y="24921"/>
                  </a:lnTo>
                  <a:lnTo>
                    <a:pt x="21761" y="24942"/>
                  </a:lnTo>
                  <a:lnTo>
                    <a:pt x="21740" y="25025"/>
                  </a:lnTo>
                  <a:lnTo>
                    <a:pt x="21782" y="25046"/>
                  </a:lnTo>
                  <a:lnTo>
                    <a:pt x="21866" y="25046"/>
                  </a:lnTo>
                  <a:lnTo>
                    <a:pt x="21887" y="24942"/>
                  </a:lnTo>
                  <a:lnTo>
                    <a:pt x="21970" y="24900"/>
                  </a:lnTo>
                  <a:lnTo>
                    <a:pt x="22096" y="25004"/>
                  </a:lnTo>
                  <a:lnTo>
                    <a:pt x="22159" y="24921"/>
                  </a:lnTo>
                  <a:lnTo>
                    <a:pt x="22242" y="24921"/>
                  </a:lnTo>
                  <a:lnTo>
                    <a:pt x="22263" y="25004"/>
                  </a:lnTo>
                  <a:lnTo>
                    <a:pt x="22389" y="24942"/>
                  </a:lnTo>
                  <a:lnTo>
                    <a:pt x="22389" y="24879"/>
                  </a:lnTo>
                  <a:lnTo>
                    <a:pt x="22556" y="24816"/>
                  </a:lnTo>
                  <a:lnTo>
                    <a:pt x="22661" y="24900"/>
                  </a:lnTo>
                  <a:lnTo>
                    <a:pt x="22870" y="24816"/>
                  </a:lnTo>
                  <a:lnTo>
                    <a:pt x="22828" y="24628"/>
                  </a:lnTo>
                  <a:lnTo>
                    <a:pt x="22954" y="24586"/>
                  </a:lnTo>
                  <a:lnTo>
                    <a:pt x="23100" y="24586"/>
                  </a:lnTo>
                  <a:lnTo>
                    <a:pt x="23184" y="24502"/>
                  </a:lnTo>
                  <a:lnTo>
                    <a:pt x="23310" y="24586"/>
                  </a:lnTo>
                  <a:lnTo>
                    <a:pt x="23310" y="24670"/>
                  </a:lnTo>
                  <a:lnTo>
                    <a:pt x="23435" y="24690"/>
                  </a:lnTo>
                  <a:lnTo>
                    <a:pt x="23477" y="24774"/>
                  </a:lnTo>
                  <a:lnTo>
                    <a:pt x="23749" y="24774"/>
                  </a:lnTo>
                  <a:lnTo>
                    <a:pt x="23812" y="24816"/>
                  </a:lnTo>
                  <a:lnTo>
                    <a:pt x="23958" y="24774"/>
                  </a:lnTo>
                  <a:lnTo>
                    <a:pt x="24042" y="24837"/>
                  </a:lnTo>
                  <a:lnTo>
                    <a:pt x="24042" y="24942"/>
                  </a:lnTo>
                  <a:lnTo>
                    <a:pt x="23937" y="24983"/>
                  </a:lnTo>
                  <a:lnTo>
                    <a:pt x="23875" y="25193"/>
                  </a:lnTo>
                  <a:lnTo>
                    <a:pt x="23958" y="25214"/>
                  </a:lnTo>
                  <a:lnTo>
                    <a:pt x="23979" y="25318"/>
                  </a:lnTo>
                  <a:lnTo>
                    <a:pt x="24230" y="25402"/>
                  </a:lnTo>
                  <a:lnTo>
                    <a:pt x="24251" y="25506"/>
                  </a:lnTo>
                  <a:lnTo>
                    <a:pt x="24377" y="25527"/>
                  </a:lnTo>
                  <a:lnTo>
                    <a:pt x="24481" y="25611"/>
                  </a:lnTo>
                  <a:lnTo>
                    <a:pt x="24586" y="25548"/>
                  </a:lnTo>
                  <a:lnTo>
                    <a:pt x="24649" y="25611"/>
                  </a:lnTo>
                  <a:lnTo>
                    <a:pt x="24711" y="25569"/>
                  </a:lnTo>
                  <a:lnTo>
                    <a:pt x="24816" y="25632"/>
                  </a:lnTo>
                  <a:lnTo>
                    <a:pt x="24858" y="25632"/>
                  </a:lnTo>
                  <a:lnTo>
                    <a:pt x="24900" y="25611"/>
                  </a:lnTo>
                  <a:lnTo>
                    <a:pt x="24963" y="25653"/>
                  </a:lnTo>
                  <a:lnTo>
                    <a:pt x="25046" y="25611"/>
                  </a:lnTo>
                  <a:lnTo>
                    <a:pt x="25046" y="25548"/>
                  </a:lnTo>
                  <a:lnTo>
                    <a:pt x="25088" y="25423"/>
                  </a:lnTo>
                  <a:lnTo>
                    <a:pt x="25130" y="25527"/>
                  </a:lnTo>
                  <a:lnTo>
                    <a:pt x="25235" y="25653"/>
                  </a:lnTo>
                  <a:lnTo>
                    <a:pt x="25297" y="25632"/>
                  </a:lnTo>
                  <a:lnTo>
                    <a:pt x="25444" y="25737"/>
                  </a:lnTo>
                  <a:lnTo>
                    <a:pt x="25569" y="25737"/>
                  </a:lnTo>
                  <a:lnTo>
                    <a:pt x="25632" y="25632"/>
                  </a:lnTo>
                  <a:lnTo>
                    <a:pt x="25716" y="25716"/>
                  </a:lnTo>
                  <a:lnTo>
                    <a:pt x="25820" y="25674"/>
                  </a:lnTo>
                  <a:lnTo>
                    <a:pt x="25862" y="25716"/>
                  </a:lnTo>
                  <a:lnTo>
                    <a:pt x="25862" y="25737"/>
                  </a:lnTo>
                  <a:lnTo>
                    <a:pt x="25800" y="25758"/>
                  </a:lnTo>
                  <a:lnTo>
                    <a:pt x="25758" y="25862"/>
                  </a:lnTo>
                  <a:lnTo>
                    <a:pt x="25695" y="25967"/>
                  </a:lnTo>
                  <a:lnTo>
                    <a:pt x="25695" y="26030"/>
                  </a:lnTo>
                  <a:lnTo>
                    <a:pt x="25820" y="26197"/>
                  </a:lnTo>
                  <a:lnTo>
                    <a:pt x="25904" y="26260"/>
                  </a:lnTo>
                  <a:lnTo>
                    <a:pt x="25904" y="26302"/>
                  </a:lnTo>
                  <a:lnTo>
                    <a:pt x="25925" y="26448"/>
                  </a:lnTo>
                  <a:lnTo>
                    <a:pt x="25946" y="26406"/>
                  </a:lnTo>
                  <a:lnTo>
                    <a:pt x="26009" y="26343"/>
                  </a:lnTo>
                  <a:lnTo>
                    <a:pt x="26092" y="26364"/>
                  </a:lnTo>
                  <a:lnTo>
                    <a:pt x="26134" y="26385"/>
                  </a:lnTo>
                  <a:lnTo>
                    <a:pt x="26176" y="26385"/>
                  </a:lnTo>
                  <a:lnTo>
                    <a:pt x="26281" y="26281"/>
                  </a:lnTo>
                  <a:lnTo>
                    <a:pt x="26260" y="26239"/>
                  </a:lnTo>
                  <a:lnTo>
                    <a:pt x="26218" y="26197"/>
                  </a:lnTo>
                  <a:lnTo>
                    <a:pt x="26218" y="26176"/>
                  </a:lnTo>
                  <a:lnTo>
                    <a:pt x="26155" y="26071"/>
                  </a:lnTo>
                  <a:lnTo>
                    <a:pt x="26072" y="26071"/>
                  </a:lnTo>
                  <a:lnTo>
                    <a:pt x="26030" y="25967"/>
                  </a:lnTo>
                  <a:lnTo>
                    <a:pt x="26051" y="25925"/>
                  </a:lnTo>
                  <a:lnTo>
                    <a:pt x="26155" y="25841"/>
                  </a:lnTo>
                  <a:lnTo>
                    <a:pt x="26155" y="25758"/>
                  </a:lnTo>
                  <a:lnTo>
                    <a:pt x="26155" y="25716"/>
                  </a:lnTo>
                  <a:lnTo>
                    <a:pt x="26176" y="25716"/>
                  </a:lnTo>
                  <a:lnTo>
                    <a:pt x="26218" y="25653"/>
                  </a:lnTo>
                  <a:lnTo>
                    <a:pt x="26239" y="25716"/>
                  </a:lnTo>
                  <a:lnTo>
                    <a:pt x="26260" y="25737"/>
                  </a:lnTo>
                  <a:lnTo>
                    <a:pt x="26281" y="25737"/>
                  </a:lnTo>
                  <a:lnTo>
                    <a:pt x="26260" y="25758"/>
                  </a:lnTo>
                  <a:lnTo>
                    <a:pt x="26260" y="25778"/>
                  </a:lnTo>
                  <a:lnTo>
                    <a:pt x="26323" y="25778"/>
                  </a:lnTo>
                  <a:lnTo>
                    <a:pt x="26281" y="25820"/>
                  </a:lnTo>
                  <a:lnTo>
                    <a:pt x="26344" y="25841"/>
                  </a:lnTo>
                  <a:lnTo>
                    <a:pt x="26385" y="25758"/>
                  </a:lnTo>
                  <a:lnTo>
                    <a:pt x="26490" y="25737"/>
                  </a:lnTo>
                  <a:lnTo>
                    <a:pt x="26553" y="25653"/>
                  </a:lnTo>
                  <a:lnTo>
                    <a:pt x="26616" y="25716"/>
                  </a:lnTo>
                  <a:lnTo>
                    <a:pt x="26741" y="25653"/>
                  </a:lnTo>
                  <a:lnTo>
                    <a:pt x="26867" y="25611"/>
                  </a:lnTo>
                  <a:lnTo>
                    <a:pt x="26804" y="25527"/>
                  </a:lnTo>
                  <a:lnTo>
                    <a:pt x="26908" y="25527"/>
                  </a:lnTo>
                  <a:lnTo>
                    <a:pt x="27013" y="25465"/>
                  </a:lnTo>
                  <a:lnTo>
                    <a:pt x="27139" y="25527"/>
                  </a:lnTo>
                  <a:lnTo>
                    <a:pt x="27201" y="25506"/>
                  </a:lnTo>
                  <a:lnTo>
                    <a:pt x="27327" y="25444"/>
                  </a:lnTo>
                  <a:lnTo>
                    <a:pt x="27432" y="25339"/>
                  </a:lnTo>
                  <a:lnTo>
                    <a:pt x="27515" y="25234"/>
                  </a:lnTo>
                  <a:lnTo>
                    <a:pt x="27536" y="25193"/>
                  </a:lnTo>
                  <a:lnTo>
                    <a:pt x="27578" y="25214"/>
                  </a:lnTo>
                  <a:lnTo>
                    <a:pt x="27620" y="25255"/>
                  </a:lnTo>
                  <a:lnTo>
                    <a:pt x="27662" y="25214"/>
                  </a:lnTo>
                  <a:lnTo>
                    <a:pt x="27724" y="25130"/>
                  </a:lnTo>
                  <a:lnTo>
                    <a:pt x="27808" y="25088"/>
                  </a:lnTo>
                  <a:lnTo>
                    <a:pt x="27787" y="24942"/>
                  </a:lnTo>
                  <a:lnTo>
                    <a:pt x="27745" y="24837"/>
                  </a:lnTo>
                  <a:lnTo>
                    <a:pt x="27787" y="24774"/>
                  </a:lnTo>
                  <a:lnTo>
                    <a:pt x="27745" y="24690"/>
                  </a:lnTo>
                  <a:lnTo>
                    <a:pt x="27808" y="24732"/>
                  </a:lnTo>
                  <a:lnTo>
                    <a:pt x="27934" y="24816"/>
                  </a:lnTo>
                  <a:lnTo>
                    <a:pt x="27955" y="24900"/>
                  </a:lnTo>
                  <a:lnTo>
                    <a:pt x="28059" y="25004"/>
                  </a:lnTo>
                  <a:lnTo>
                    <a:pt x="28143" y="24983"/>
                  </a:lnTo>
                  <a:lnTo>
                    <a:pt x="28143" y="24983"/>
                  </a:lnTo>
                  <a:lnTo>
                    <a:pt x="28101" y="25046"/>
                  </a:lnTo>
                  <a:lnTo>
                    <a:pt x="28017" y="25109"/>
                  </a:lnTo>
                  <a:lnTo>
                    <a:pt x="28038" y="25151"/>
                  </a:lnTo>
                  <a:lnTo>
                    <a:pt x="28248" y="25046"/>
                  </a:lnTo>
                  <a:lnTo>
                    <a:pt x="28248" y="24921"/>
                  </a:lnTo>
                  <a:lnTo>
                    <a:pt x="28352" y="24900"/>
                  </a:lnTo>
                  <a:lnTo>
                    <a:pt x="28415" y="24837"/>
                  </a:lnTo>
                  <a:lnTo>
                    <a:pt x="28520" y="24900"/>
                  </a:lnTo>
                  <a:lnTo>
                    <a:pt x="28582" y="24879"/>
                  </a:lnTo>
                  <a:lnTo>
                    <a:pt x="28624" y="24795"/>
                  </a:lnTo>
                  <a:lnTo>
                    <a:pt x="28687" y="24795"/>
                  </a:lnTo>
                  <a:lnTo>
                    <a:pt x="28708" y="24711"/>
                  </a:lnTo>
                  <a:lnTo>
                    <a:pt x="28771" y="24795"/>
                  </a:lnTo>
                  <a:lnTo>
                    <a:pt x="28854" y="24900"/>
                  </a:lnTo>
                  <a:lnTo>
                    <a:pt x="28896" y="24837"/>
                  </a:lnTo>
                  <a:lnTo>
                    <a:pt x="28938" y="24732"/>
                  </a:lnTo>
                  <a:lnTo>
                    <a:pt x="28980" y="24732"/>
                  </a:lnTo>
                  <a:lnTo>
                    <a:pt x="29001" y="24774"/>
                  </a:lnTo>
                  <a:lnTo>
                    <a:pt x="29085" y="24774"/>
                  </a:lnTo>
                  <a:lnTo>
                    <a:pt x="29105" y="24711"/>
                  </a:lnTo>
                  <a:lnTo>
                    <a:pt x="29231" y="24711"/>
                  </a:lnTo>
                  <a:lnTo>
                    <a:pt x="29294" y="24628"/>
                  </a:lnTo>
                  <a:lnTo>
                    <a:pt x="29357" y="24586"/>
                  </a:lnTo>
                  <a:lnTo>
                    <a:pt x="29377" y="24670"/>
                  </a:lnTo>
                  <a:lnTo>
                    <a:pt x="29398" y="24607"/>
                  </a:lnTo>
                  <a:lnTo>
                    <a:pt x="29482" y="24607"/>
                  </a:lnTo>
                  <a:lnTo>
                    <a:pt x="29566" y="24586"/>
                  </a:lnTo>
                  <a:lnTo>
                    <a:pt x="29524" y="24502"/>
                  </a:lnTo>
                  <a:lnTo>
                    <a:pt x="29587" y="24418"/>
                  </a:lnTo>
                  <a:lnTo>
                    <a:pt x="29608" y="24293"/>
                  </a:lnTo>
                  <a:lnTo>
                    <a:pt x="29566" y="24188"/>
                  </a:lnTo>
                  <a:lnTo>
                    <a:pt x="29566" y="24188"/>
                  </a:lnTo>
                  <a:lnTo>
                    <a:pt x="29608" y="24209"/>
                  </a:lnTo>
                  <a:lnTo>
                    <a:pt x="29670" y="24146"/>
                  </a:lnTo>
                  <a:lnTo>
                    <a:pt x="29796" y="24105"/>
                  </a:lnTo>
                  <a:lnTo>
                    <a:pt x="29817" y="24167"/>
                  </a:lnTo>
                  <a:lnTo>
                    <a:pt x="29921" y="24167"/>
                  </a:lnTo>
                  <a:lnTo>
                    <a:pt x="29942" y="24042"/>
                  </a:lnTo>
                  <a:lnTo>
                    <a:pt x="30005" y="24042"/>
                  </a:lnTo>
                  <a:lnTo>
                    <a:pt x="30026" y="23958"/>
                  </a:lnTo>
                  <a:lnTo>
                    <a:pt x="30089" y="23958"/>
                  </a:lnTo>
                  <a:lnTo>
                    <a:pt x="30089" y="23979"/>
                  </a:lnTo>
                  <a:lnTo>
                    <a:pt x="30110" y="23979"/>
                  </a:lnTo>
                  <a:lnTo>
                    <a:pt x="30193" y="23874"/>
                  </a:lnTo>
                  <a:lnTo>
                    <a:pt x="30256" y="23958"/>
                  </a:lnTo>
                  <a:lnTo>
                    <a:pt x="30256" y="23833"/>
                  </a:lnTo>
                  <a:lnTo>
                    <a:pt x="30340" y="23833"/>
                  </a:lnTo>
                  <a:lnTo>
                    <a:pt x="30361" y="23728"/>
                  </a:lnTo>
                  <a:lnTo>
                    <a:pt x="30277" y="23686"/>
                  </a:lnTo>
                  <a:lnTo>
                    <a:pt x="30193" y="23749"/>
                  </a:lnTo>
                  <a:lnTo>
                    <a:pt x="30047" y="23623"/>
                  </a:lnTo>
                  <a:lnTo>
                    <a:pt x="30235" y="23623"/>
                  </a:lnTo>
                  <a:lnTo>
                    <a:pt x="30340" y="23477"/>
                  </a:lnTo>
                  <a:lnTo>
                    <a:pt x="30361" y="23540"/>
                  </a:lnTo>
                  <a:lnTo>
                    <a:pt x="30445" y="23477"/>
                  </a:lnTo>
                  <a:lnTo>
                    <a:pt x="30612" y="23581"/>
                  </a:lnTo>
                  <a:lnTo>
                    <a:pt x="30633" y="23456"/>
                  </a:lnTo>
                  <a:lnTo>
                    <a:pt x="30549" y="23435"/>
                  </a:lnTo>
                  <a:lnTo>
                    <a:pt x="30507" y="23372"/>
                  </a:lnTo>
                  <a:lnTo>
                    <a:pt x="30528" y="23309"/>
                  </a:lnTo>
                  <a:lnTo>
                    <a:pt x="30633" y="23372"/>
                  </a:lnTo>
                  <a:lnTo>
                    <a:pt x="30717" y="23309"/>
                  </a:lnTo>
                  <a:lnTo>
                    <a:pt x="30675" y="23268"/>
                  </a:lnTo>
                  <a:lnTo>
                    <a:pt x="30612" y="23268"/>
                  </a:lnTo>
                  <a:lnTo>
                    <a:pt x="30612" y="23163"/>
                  </a:lnTo>
                  <a:lnTo>
                    <a:pt x="30528" y="23121"/>
                  </a:lnTo>
                  <a:lnTo>
                    <a:pt x="30612" y="23100"/>
                  </a:lnTo>
                  <a:lnTo>
                    <a:pt x="30654" y="23142"/>
                  </a:lnTo>
                  <a:lnTo>
                    <a:pt x="30717" y="23142"/>
                  </a:lnTo>
                  <a:lnTo>
                    <a:pt x="30758" y="23205"/>
                  </a:lnTo>
                  <a:lnTo>
                    <a:pt x="30758" y="23121"/>
                  </a:lnTo>
                  <a:lnTo>
                    <a:pt x="30654" y="23037"/>
                  </a:lnTo>
                  <a:lnTo>
                    <a:pt x="30654" y="22933"/>
                  </a:lnTo>
                  <a:lnTo>
                    <a:pt x="30737" y="22933"/>
                  </a:lnTo>
                  <a:lnTo>
                    <a:pt x="30758" y="22891"/>
                  </a:lnTo>
                  <a:lnTo>
                    <a:pt x="30863" y="22954"/>
                  </a:lnTo>
                  <a:lnTo>
                    <a:pt x="30863" y="23037"/>
                  </a:lnTo>
                  <a:lnTo>
                    <a:pt x="30926" y="23037"/>
                  </a:lnTo>
                  <a:lnTo>
                    <a:pt x="30968" y="23121"/>
                  </a:lnTo>
                  <a:lnTo>
                    <a:pt x="30989" y="22996"/>
                  </a:lnTo>
                  <a:lnTo>
                    <a:pt x="30947" y="22912"/>
                  </a:lnTo>
                  <a:lnTo>
                    <a:pt x="30884" y="22912"/>
                  </a:lnTo>
                  <a:lnTo>
                    <a:pt x="30863" y="22828"/>
                  </a:lnTo>
                  <a:lnTo>
                    <a:pt x="30947" y="22828"/>
                  </a:lnTo>
                  <a:lnTo>
                    <a:pt x="30947" y="22745"/>
                  </a:lnTo>
                  <a:lnTo>
                    <a:pt x="30863" y="22724"/>
                  </a:lnTo>
                  <a:lnTo>
                    <a:pt x="30989" y="22598"/>
                  </a:lnTo>
                  <a:lnTo>
                    <a:pt x="30926" y="22535"/>
                  </a:lnTo>
                  <a:lnTo>
                    <a:pt x="30842" y="22535"/>
                  </a:lnTo>
                  <a:lnTo>
                    <a:pt x="30779" y="22598"/>
                  </a:lnTo>
                  <a:lnTo>
                    <a:pt x="30800" y="22493"/>
                  </a:lnTo>
                  <a:lnTo>
                    <a:pt x="30947" y="22410"/>
                  </a:lnTo>
                  <a:lnTo>
                    <a:pt x="31135" y="22326"/>
                  </a:lnTo>
                  <a:lnTo>
                    <a:pt x="31072" y="22263"/>
                  </a:lnTo>
                  <a:lnTo>
                    <a:pt x="30989" y="22326"/>
                  </a:lnTo>
                  <a:lnTo>
                    <a:pt x="30863" y="22201"/>
                  </a:lnTo>
                  <a:lnTo>
                    <a:pt x="30968" y="22201"/>
                  </a:lnTo>
                  <a:lnTo>
                    <a:pt x="30884" y="22096"/>
                  </a:lnTo>
                  <a:lnTo>
                    <a:pt x="30800" y="22096"/>
                  </a:lnTo>
                  <a:lnTo>
                    <a:pt x="30863" y="22054"/>
                  </a:lnTo>
                  <a:lnTo>
                    <a:pt x="30800" y="21991"/>
                  </a:lnTo>
                  <a:lnTo>
                    <a:pt x="30884" y="21991"/>
                  </a:lnTo>
                  <a:lnTo>
                    <a:pt x="30926" y="21908"/>
                  </a:lnTo>
                  <a:lnTo>
                    <a:pt x="31030" y="21908"/>
                  </a:lnTo>
                  <a:lnTo>
                    <a:pt x="30989" y="22012"/>
                  </a:lnTo>
                  <a:lnTo>
                    <a:pt x="31072" y="22012"/>
                  </a:lnTo>
                  <a:lnTo>
                    <a:pt x="31240" y="21866"/>
                  </a:lnTo>
                  <a:lnTo>
                    <a:pt x="31240" y="21782"/>
                  </a:lnTo>
                  <a:lnTo>
                    <a:pt x="31365" y="21803"/>
                  </a:lnTo>
                  <a:lnTo>
                    <a:pt x="31281" y="21698"/>
                  </a:lnTo>
                  <a:lnTo>
                    <a:pt x="31198" y="21698"/>
                  </a:lnTo>
                  <a:lnTo>
                    <a:pt x="31240" y="21594"/>
                  </a:lnTo>
                  <a:lnTo>
                    <a:pt x="31302" y="21677"/>
                  </a:lnTo>
                  <a:lnTo>
                    <a:pt x="31386" y="21636"/>
                  </a:lnTo>
                  <a:lnTo>
                    <a:pt x="31386" y="21531"/>
                  </a:lnTo>
                  <a:lnTo>
                    <a:pt x="31449" y="21489"/>
                  </a:lnTo>
                  <a:lnTo>
                    <a:pt x="31386" y="21426"/>
                  </a:lnTo>
                  <a:lnTo>
                    <a:pt x="31386" y="21343"/>
                  </a:lnTo>
                  <a:lnTo>
                    <a:pt x="31470" y="21322"/>
                  </a:lnTo>
                  <a:lnTo>
                    <a:pt x="31407" y="21238"/>
                  </a:lnTo>
                  <a:lnTo>
                    <a:pt x="31407" y="21175"/>
                  </a:lnTo>
                  <a:lnTo>
                    <a:pt x="31302" y="21112"/>
                  </a:lnTo>
                  <a:lnTo>
                    <a:pt x="31470" y="21154"/>
                  </a:lnTo>
                  <a:lnTo>
                    <a:pt x="31512" y="21112"/>
                  </a:lnTo>
                  <a:lnTo>
                    <a:pt x="31616" y="20903"/>
                  </a:lnTo>
                  <a:lnTo>
                    <a:pt x="31700" y="20903"/>
                  </a:lnTo>
                  <a:lnTo>
                    <a:pt x="31721" y="20966"/>
                  </a:lnTo>
                  <a:lnTo>
                    <a:pt x="31763" y="21029"/>
                  </a:lnTo>
                  <a:lnTo>
                    <a:pt x="31784" y="20924"/>
                  </a:lnTo>
                  <a:lnTo>
                    <a:pt x="31846" y="20861"/>
                  </a:lnTo>
                  <a:lnTo>
                    <a:pt x="31805" y="20736"/>
                  </a:lnTo>
                  <a:lnTo>
                    <a:pt x="31679" y="20736"/>
                  </a:lnTo>
                  <a:lnTo>
                    <a:pt x="31616" y="20694"/>
                  </a:lnTo>
                  <a:lnTo>
                    <a:pt x="31679" y="20652"/>
                  </a:lnTo>
                  <a:lnTo>
                    <a:pt x="31763" y="20652"/>
                  </a:lnTo>
                  <a:lnTo>
                    <a:pt x="31826" y="20610"/>
                  </a:lnTo>
                  <a:lnTo>
                    <a:pt x="31784" y="20548"/>
                  </a:lnTo>
                  <a:lnTo>
                    <a:pt x="31700" y="20506"/>
                  </a:lnTo>
                  <a:lnTo>
                    <a:pt x="31784" y="20443"/>
                  </a:lnTo>
                  <a:lnTo>
                    <a:pt x="31826" y="20443"/>
                  </a:lnTo>
                  <a:lnTo>
                    <a:pt x="31826" y="20401"/>
                  </a:lnTo>
                  <a:lnTo>
                    <a:pt x="31784" y="20338"/>
                  </a:lnTo>
                  <a:lnTo>
                    <a:pt x="31574" y="20338"/>
                  </a:lnTo>
                  <a:lnTo>
                    <a:pt x="31595" y="20296"/>
                  </a:lnTo>
                  <a:lnTo>
                    <a:pt x="31721" y="20192"/>
                  </a:lnTo>
                  <a:lnTo>
                    <a:pt x="31826" y="20213"/>
                  </a:lnTo>
                  <a:lnTo>
                    <a:pt x="31846" y="20192"/>
                  </a:lnTo>
                  <a:lnTo>
                    <a:pt x="31888" y="20129"/>
                  </a:lnTo>
                  <a:lnTo>
                    <a:pt x="31930" y="20192"/>
                  </a:lnTo>
                  <a:lnTo>
                    <a:pt x="31972" y="20213"/>
                  </a:lnTo>
                  <a:lnTo>
                    <a:pt x="32014" y="20171"/>
                  </a:lnTo>
                  <a:lnTo>
                    <a:pt x="31993" y="20087"/>
                  </a:lnTo>
                  <a:lnTo>
                    <a:pt x="31972" y="19920"/>
                  </a:lnTo>
                  <a:lnTo>
                    <a:pt x="31909" y="19878"/>
                  </a:lnTo>
                  <a:lnTo>
                    <a:pt x="31826" y="19962"/>
                  </a:lnTo>
                  <a:lnTo>
                    <a:pt x="31846" y="19983"/>
                  </a:lnTo>
                  <a:lnTo>
                    <a:pt x="31846" y="20024"/>
                  </a:lnTo>
                  <a:lnTo>
                    <a:pt x="31763" y="20004"/>
                  </a:lnTo>
                  <a:lnTo>
                    <a:pt x="31595" y="20129"/>
                  </a:lnTo>
                  <a:lnTo>
                    <a:pt x="31512" y="20108"/>
                  </a:lnTo>
                  <a:lnTo>
                    <a:pt x="31512" y="20004"/>
                  </a:lnTo>
                  <a:lnTo>
                    <a:pt x="31679" y="19983"/>
                  </a:lnTo>
                  <a:lnTo>
                    <a:pt x="31930" y="19752"/>
                  </a:lnTo>
                  <a:lnTo>
                    <a:pt x="31909" y="19711"/>
                  </a:lnTo>
                  <a:lnTo>
                    <a:pt x="31805" y="19711"/>
                  </a:lnTo>
                  <a:lnTo>
                    <a:pt x="31763" y="19648"/>
                  </a:lnTo>
                  <a:lnTo>
                    <a:pt x="31721" y="19690"/>
                  </a:lnTo>
                  <a:lnTo>
                    <a:pt x="31553" y="19460"/>
                  </a:lnTo>
                  <a:lnTo>
                    <a:pt x="31386" y="19439"/>
                  </a:lnTo>
                  <a:lnTo>
                    <a:pt x="31240" y="19585"/>
                  </a:lnTo>
                  <a:lnTo>
                    <a:pt x="31135" y="19564"/>
                  </a:lnTo>
                  <a:lnTo>
                    <a:pt x="31030" y="19397"/>
                  </a:lnTo>
                  <a:lnTo>
                    <a:pt x="30884" y="19439"/>
                  </a:lnTo>
                  <a:lnTo>
                    <a:pt x="30779" y="19501"/>
                  </a:lnTo>
                  <a:lnTo>
                    <a:pt x="30737" y="19606"/>
                  </a:lnTo>
                  <a:lnTo>
                    <a:pt x="30758" y="19480"/>
                  </a:lnTo>
                  <a:lnTo>
                    <a:pt x="30884" y="19376"/>
                  </a:lnTo>
                  <a:lnTo>
                    <a:pt x="30968" y="19376"/>
                  </a:lnTo>
                  <a:lnTo>
                    <a:pt x="31051" y="19334"/>
                  </a:lnTo>
                  <a:lnTo>
                    <a:pt x="31177" y="19376"/>
                  </a:lnTo>
                  <a:lnTo>
                    <a:pt x="31281" y="19355"/>
                  </a:lnTo>
                  <a:lnTo>
                    <a:pt x="31281" y="19250"/>
                  </a:lnTo>
                  <a:lnTo>
                    <a:pt x="31323" y="19188"/>
                  </a:lnTo>
                  <a:lnTo>
                    <a:pt x="31407" y="19188"/>
                  </a:lnTo>
                  <a:lnTo>
                    <a:pt x="31553" y="19041"/>
                  </a:lnTo>
                  <a:lnTo>
                    <a:pt x="31700" y="19020"/>
                  </a:lnTo>
                  <a:lnTo>
                    <a:pt x="31700" y="18936"/>
                  </a:lnTo>
                  <a:lnTo>
                    <a:pt x="31574" y="18727"/>
                  </a:lnTo>
                  <a:lnTo>
                    <a:pt x="31281" y="18539"/>
                  </a:lnTo>
                  <a:lnTo>
                    <a:pt x="31072" y="18413"/>
                  </a:lnTo>
                  <a:lnTo>
                    <a:pt x="30842" y="18204"/>
                  </a:lnTo>
                  <a:lnTo>
                    <a:pt x="30737" y="18204"/>
                  </a:lnTo>
                  <a:lnTo>
                    <a:pt x="30549" y="18330"/>
                  </a:lnTo>
                  <a:lnTo>
                    <a:pt x="30445" y="18309"/>
                  </a:lnTo>
                  <a:lnTo>
                    <a:pt x="30319" y="18183"/>
                  </a:lnTo>
                  <a:lnTo>
                    <a:pt x="30319" y="18099"/>
                  </a:lnTo>
                  <a:lnTo>
                    <a:pt x="30235" y="18079"/>
                  </a:lnTo>
                  <a:lnTo>
                    <a:pt x="30110" y="18120"/>
                  </a:lnTo>
                  <a:lnTo>
                    <a:pt x="29984" y="18120"/>
                  </a:lnTo>
                  <a:lnTo>
                    <a:pt x="29838" y="18141"/>
                  </a:lnTo>
                  <a:lnTo>
                    <a:pt x="29691" y="18351"/>
                  </a:lnTo>
                  <a:lnTo>
                    <a:pt x="29817" y="18099"/>
                  </a:lnTo>
                  <a:lnTo>
                    <a:pt x="29921" y="18037"/>
                  </a:lnTo>
                  <a:lnTo>
                    <a:pt x="29984" y="18079"/>
                  </a:lnTo>
                  <a:lnTo>
                    <a:pt x="30047" y="18079"/>
                  </a:lnTo>
                  <a:lnTo>
                    <a:pt x="30089" y="18016"/>
                  </a:lnTo>
                  <a:lnTo>
                    <a:pt x="30193" y="18079"/>
                  </a:lnTo>
                  <a:lnTo>
                    <a:pt x="30340" y="17995"/>
                  </a:lnTo>
                  <a:lnTo>
                    <a:pt x="30403" y="18183"/>
                  </a:lnTo>
                  <a:lnTo>
                    <a:pt x="30465" y="18225"/>
                  </a:lnTo>
                  <a:lnTo>
                    <a:pt x="30570" y="18225"/>
                  </a:lnTo>
                  <a:lnTo>
                    <a:pt x="30654" y="18120"/>
                  </a:lnTo>
                  <a:lnTo>
                    <a:pt x="30842" y="18141"/>
                  </a:lnTo>
                  <a:lnTo>
                    <a:pt x="30968" y="18246"/>
                  </a:lnTo>
                  <a:lnTo>
                    <a:pt x="31051" y="18246"/>
                  </a:lnTo>
                  <a:lnTo>
                    <a:pt x="31177" y="18351"/>
                  </a:lnTo>
                  <a:lnTo>
                    <a:pt x="31323" y="18288"/>
                  </a:lnTo>
                  <a:lnTo>
                    <a:pt x="31574" y="18351"/>
                  </a:lnTo>
                  <a:lnTo>
                    <a:pt x="31658" y="18330"/>
                  </a:lnTo>
                  <a:lnTo>
                    <a:pt x="31553" y="18141"/>
                  </a:lnTo>
                  <a:lnTo>
                    <a:pt x="31491" y="18120"/>
                  </a:lnTo>
                  <a:lnTo>
                    <a:pt x="31323" y="17974"/>
                  </a:lnTo>
                  <a:lnTo>
                    <a:pt x="31323" y="17911"/>
                  </a:lnTo>
                  <a:lnTo>
                    <a:pt x="31281" y="17869"/>
                  </a:lnTo>
                  <a:lnTo>
                    <a:pt x="31177" y="17890"/>
                  </a:lnTo>
                  <a:lnTo>
                    <a:pt x="31051" y="17827"/>
                  </a:lnTo>
                  <a:lnTo>
                    <a:pt x="30884" y="17597"/>
                  </a:lnTo>
                  <a:lnTo>
                    <a:pt x="30884" y="17451"/>
                  </a:lnTo>
                  <a:lnTo>
                    <a:pt x="30675" y="17283"/>
                  </a:lnTo>
                  <a:lnTo>
                    <a:pt x="30675" y="17095"/>
                  </a:lnTo>
                  <a:lnTo>
                    <a:pt x="30549" y="17074"/>
                  </a:lnTo>
                  <a:lnTo>
                    <a:pt x="30612" y="16949"/>
                  </a:lnTo>
                  <a:lnTo>
                    <a:pt x="30570" y="16928"/>
                  </a:lnTo>
                  <a:lnTo>
                    <a:pt x="30403" y="16572"/>
                  </a:lnTo>
                  <a:lnTo>
                    <a:pt x="30089" y="16405"/>
                  </a:lnTo>
                  <a:lnTo>
                    <a:pt x="30005" y="16447"/>
                  </a:lnTo>
                  <a:lnTo>
                    <a:pt x="30005" y="16363"/>
                  </a:lnTo>
                  <a:lnTo>
                    <a:pt x="29712" y="16237"/>
                  </a:lnTo>
                  <a:lnTo>
                    <a:pt x="29670" y="16237"/>
                  </a:lnTo>
                  <a:lnTo>
                    <a:pt x="29670" y="15944"/>
                  </a:lnTo>
                  <a:lnTo>
                    <a:pt x="29712" y="15735"/>
                  </a:lnTo>
                  <a:lnTo>
                    <a:pt x="29670" y="15610"/>
                  </a:lnTo>
                  <a:lnTo>
                    <a:pt x="29691" y="15463"/>
                  </a:lnTo>
                  <a:lnTo>
                    <a:pt x="29712" y="15484"/>
                  </a:lnTo>
                  <a:lnTo>
                    <a:pt x="29817" y="15463"/>
                  </a:lnTo>
                  <a:lnTo>
                    <a:pt x="29921" y="15296"/>
                  </a:lnTo>
                  <a:lnTo>
                    <a:pt x="29984" y="15317"/>
                  </a:lnTo>
                  <a:lnTo>
                    <a:pt x="30089" y="15191"/>
                  </a:lnTo>
                  <a:lnTo>
                    <a:pt x="29984" y="15149"/>
                  </a:lnTo>
                  <a:lnTo>
                    <a:pt x="29921" y="15066"/>
                  </a:lnTo>
                  <a:lnTo>
                    <a:pt x="30005" y="14961"/>
                  </a:lnTo>
                  <a:lnTo>
                    <a:pt x="30193" y="14982"/>
                  </a:lnTo>
                  <a:lnTo>
                    <a:pt x="30193" y="14856"/>
                  </a:lnTo>
                  <a:lnTo>
                    <a:pt x="30319" y="14835"/>
                  </a:lnTo>
                  <a:lnTo>
                    <a:pt x="30319" y="14731"/>
                  </a:lnTo>
                  <a:lnTo>
                    <a:pt x="30193" y="14647"/>
                  </a:lnTo>
                  <a:lnTo>
                    <a:pt x="30319" y="14647"/>
                  </a:lnTo>
                  <a:lnTo>
                    <a:pt x="30424" y="14689"/>
                  </a:lnTo>
                  <a:lnTo>
                    <a:pt x="30445" y="14647"/>
                  </a:lnTo>
                  <a:lnTo>
                    <a:pt x="30549" y="14647"/>
                  </a:lnTo>
                  <a:lnTo>
                    <a:pt x="30654" y="14563"/>
                  </a:lnTo>
                  <a:lnTo>
                    <a:pt x="30717" y="14563"/>
                  </a:lnTo>
                  <a:lnTo>
                    <a:pt x="30842" y="14375"/>
                  </a:lnTo>
                  <a:lnTo>
                    <a:pt x="30884" y="14459"/>
                  </a:lnTo>
                  <a:lnTo>
                    <a:pt x="30947" y="14417"/>
                  </a:lnTo>
                  <a:lnTo>
                    <a:pt x="30947" y="14459"/>
                  </a:lnTo>
                  <a:lnTo>
                    <a:pt x="31093" y="14563"/>
                  </a:lnTo>
                  <a:lnTo>
                    <a:pt x="31240" y="14438"/>
                  </a:lnTo>
                  <a:lnTo>
                    <a:pt x="31240" y="14375"/>
                  </a:lnTo>
                  <a:lnTo>
                    <a:pt x="31156" y="14354"/>
                  </a:lnTo>
                  <a:lnTo>
                    <a:pt x="31135" y="14250"/>
                  </a:lnTo>
                  <a:lnTo>
                    <a:pt x="31198" y="14208"/>
                  </a:lnTo>
                  <a:lnTo>
                    <a:pt x="31261" y="14208"/>
                  </a:lnTo>
                  <a:lnTo>
                    <a:pt x="31177" y="14061"/>
                  </a:lnTo>
                  <a:lnTo>
                    <a:pt x="31177" y="13998"/>
                  </a:lnTo>
                  <a:lnTo>
                    <a:pt x="31302" y="13957"/>
                  </a:lnTo>
                  <a:lnTo>
                    <a:pt x="31240" y="13936"/>
                  </a:lnTo>
                  <a:lnTo>
                    <a:pt x="31093" y="13957"/>
                  </a:lnTo>
                  <a:lnTo>
                    <a:pt x="30947" y="13957"/>
                  </a:lnTo>
                  <a:lnTo>
                    <a:pt x="30947" y="13915"/>
                  </a:lnTo>
                  <a:lnTo>
                    <a:pt x="30800" y="13915"/>
                  </a:lnTo>
                  <a:lnTo>
                    <a:pt x="30758" y="13957"/>
                  </a:lnTo>
                  <a:lnTo>
                    <a:pt x="30403" y="13998"/>
                  </a:lnTo>
                  <a:lnTo>
                    <a:pt x="30319" y="13915"/>
                  </a:lnTo>
                  <a:lnTo>
                    <a:pt x="30256" y="13894"/>
                  </a:lnTo>
                  <a:lnTo>
                    <a:pt x="30193" y="13789"/>
                  </a:lnTo>
                  <a:lnTo>
                    <a:pt x="30131" y="13747"/>
                  </a:lnTo>
                  <a:lnTo>
                    <a:pt x="30089" y="13706"/>
                  </a:lnTo>
                  <a:lnTo>
                    <a:pt x="29817" y="13831"/>
                  </a:lnTo>
                  <a:lnTo>
                    <a:pt x="29691" y="13831"/>
                  </a:lnTo>
                  <a:lnTo>
                    <a:pt x="29733" y="13894"/>
                  </a:lnTo>
                  <a:lnTo>
                    <a:pt x="29733" y="13998"/>
                  </a:lnTo>
                  <a:lnTo>
                    <a:pt x="29670" y="14040"/>
                  </a:lnTo>
                  <a:lnTo>
                    <a:pt x="29503" y="14103"/>
                  </a:lnTo>
                  <a:lnTo>
                    <a:pt x="29524" y="14124"/>
                  </a:lnTo>
                  <a:lnTo>
                    <a:pt x="29587" y="14208"/>
                  </a:lnTo>
                  <a:lnTo>
                    <a:pt x="29524" y="14312"/>
                  </a:lnTo>
                  <a:lnTo>
                    <a:pt x="29482" y="14354"/>
                  </a:lnTo>
                  <a:lnTo>
                    <a:pt x="29357" y="14312"/>
                  </a:lnTo>
                  <a:lnTo>
                    <a:pt x="29231" y="14375"/>
                  </a:lnTo>
                  <a:lnTo>
                    <a:pt x="29085" y="14354"/>
                  </a:lnTo>
                  <a:lnTo>
                    <a:pt x="28938" y="14061"/>
                  </a:lnTo>
                  <a:lnTo>
                    <a:pt x="28938" y="13915"/>
                  </a:lnTo>
                  <a:lnTo>
                    <a:pt x="28896" y="13810"/>
                  </a:lnTo>
                  <a:lnTo>
                    <a:pt x="28750" y="13810"/>
                  </a:lnTo>
                  <a:lnTo>
                    <a:pt x="28687" y="13831"/>
                  </a:lnTo>
                  <a:lnTo>
                    <a:pt x="28687" y="13789"/>
                  </a:lnTo>
                  <a:lnTo>
                    <a:pt x="28624" y="13789"/>
                  </a:lnTo>
                  <a:lnTo>
                    <a:pt x="28561" y="13852"/>
                  </a:lnTo>
                  <a:lnTo>
                    <a:pt x="28540" y="13789"/>
                  </a:lnTo>
                  <a:lnTo>
                    <a:pt x="28540" y="13831"/>
                  </a:lnTo>
                  <a:lnTo>
                    <a:pt x="28436" y="13706"/>
                  </a:lnTo>
                  <a:lnTo>
                    <a:pt x="28436" y="13622"/>
                  </a:lnTo>
                  <a:lnTo>
                    <a:pt x="28227" y="13496"/>
                  </a:lnTo>
                  <a:lnTo>
                    <a:pt x="28122" y="13413"/>
                  </a:lnTo>
                  <a:lnTo>
                    <a:pt x="28101" y="13287"/>
                  </a:lnTo>
                  <a:lnTo>
                    <a:pt x="28038" y="13162"/>
                  </a:lnTo>
                  <a:lnTo>
                    <a:pt x="28101" y="13099"/>
                  </a:lnTo>
                  <a:lnTo>
                    <a:pt x="28101" y="13057"/>
                  </a:lnTo>
                  <a:lnTo>
                    <a:pt x="28101" y="12994"/>
                  </a:lnTo>
                  <a:lnTo>
                    <a:pt x="28122" y="12869"/>
                  </a:lnTo>
                  <a:lnTo>
                    <a:pt x="28164" y="12806"/>
                  </a:lnTo>
                  <a:lnTo>
                    <a:pt x="28185" y="12764"/>
                  </a:lnTo>
                  <a:lnTo>
                    <a:pt x="28415" y="12848"/>
                  </a:lnTo>
                  <a:lnTo>
                    <a:pt x="28750" y="12848"/>
                  </a:lnTo>
                  <a:lnTo>
                    <a:pt x="28792" y="12701"/>
                  </a:lnTo>
                  <a:lnTo>
                    <a:pt x="28771" y="12659"/>
                  </a:lnTo>
                  <a:lnTo>
                    <a:pt x="28854" y="12659"/>
                  </a:lnTo>
                  <a:lnTo>
                    <a:pt x="28833" y="12492"/>
                  </a:lnTo>
                  <a:lnTo>
                    <a:pt x="28792" y="12471"/>
                  </a:lnTo>
                  <a:lnTo>
                    <a:pt x="28854" y="12429"/>
                  </a:lnTo>
                  <a:lnTo>
                    <a:pt x="28896" y="12136"/>
                  </a:lnTo>
                  <a:lnTo>
                    <a:pt x="29105" y="12011"/>
                  </a:lnTo>
                  <a:lnTo>
                    <a:pt x="29210" y="12011"/>
                  </a:lnTo>
                  <a:lnTo>
                    <a:pt x="29315" y="11843"/>
                  </a:lnTo>
                  <a:lnTo>
                    <a:pt x="29377" y="11843"/>
                  </a:lnTo>
                  <a:lnTo>
                    <a:pt x="29398" y="11613"/>
                  </a:lnTo>
                  <a:lnTo>
                    <a:pt x="29503" y="11488"/>
                  </a:lnTo>
                  <a:lnTo>
                    <a:pt x="29524" y="11341"/>
                  </a:lnTo>
                  <a:lnTo>
                    <a:pt x="29587" y="11320"/>
                  </a:lnTo>
                  <a:lnTo>
                    <a:pt x="29670" y="11195"/>
                  </a:lnTo>
                  <a:lnTo>
                    <a:pt x="29796" y="11195"/>
                  </a:lnTo>
                  <a:lnTo>
                    <a:pt x="29838" y="11216"/>
                  </a:lnTo>
                  <a:lnTo>
                    <a:pt x="29942" y="11216"/>
                  </a:lnTo>
                  <a:lnTo>
                    <a:pt x="29984" y="11111"/>
                  </a:lnTo>
                  <a:lnTo>
                    <a:pt x="30152" y="11320"/>
                  </a:lnTo>
                  <a:lnTo>
                    <a:pt x="30424" y="11488"/>
                  </a:lnTo>
                  <a:lnTo>
                    <a:pt x="30424" y="11592"/>
                  </a:lnTo>
                  <a:lnTo>
                    <a:pt x="30361" y="11613"/>
                  </a:lnTo>
                  <a:lnTo>
                    <a:pt x="30340" y="11697"/>
                  </a:lnTo>
                  <a:lnTo>
                    <a:pt x="30214" y="11843"/>
                  </a:lnTo>
                  <a:lnTo>
                    <a:pt x="30193" y="12011"/>
                  </a:lnTo>
                  <a:lnTo>
                    <a:pt x="30089" y="12011"/>
                  </a:lnTo>
                  <a:lnTo>
                    <a:pt x="30110" y="12032"/>
                  </a:lnTo>
                  <a:lnTo>
                    <a:pt x="30089" y="12178"/>
                  </a:lnTo>
                  <a:lnTo>
                    <a:pt x="30214" y="12325"/>
                  </a:lnTo>
                  <a:lnTo>
                    <a:pt x="30193" y="12387"/>
                  </a:lnTo>
                  <a:lnTo>
                    <a:pt x="30131" y="12429"/>
                  </a:lnTo>
                  <a:lnTo>
                    <a:pt x="30131" y="12471"/>
                  </a:lnTo>
                  <a:lnTo>
                    <a:pt x="30193" y="12555"/>
                  </a:lnTo>
                  <a:lnTo>
                    <a:pt x="30319" y="12492"/>
                  </a:lnTo>
                  <a:lnTo>
                    <a:pt x="30445" y="12387"/>
                  </a:lnTo>
                  <a:lnTo>
                    <a:pt x="30403" y="12492"/>
                  </a:lnTo>
                  <a:lnTo>
                    <a:pt x="30277" y="12576"/>
                  </a:lnTo>
                  <a:lnTo>
                    <a:pt x="30319" y="12638"/>
                  </a:lnTo>
                  <a:lnTo>
                    <a:pt x="30361" y="12659"/>
                  </a:lnTo>
                  <a:lnTo>
                    <a:pt x="30361" y="12701"/>
                  </a:lnTo>
                  <a:lnTo>
                    <a:pt x="30319" y="12743"/>
                  </a:lnTo>
                  <a:lnTo>
                    <a:pt x="30193" y="12743"/>
                  </a:lnTo>
                  <a:lnTo>
                    <a:pt x="30131" y="12806"/>
                  </a:lnTo>
                  <a:lnTo>
                    <a:pt x="30026" y="12806"/>
                  </a:lnTo>
                  <a:lnTo>
                    <a:pt x="29984" y="12890"/>
                  </a:lnTo>
                  <a:lnTo>
                    <a:pt x="30089" y="12973"/>
                  </a:lnTo>
                  <a:lnTo>
                    <a:pt x="30089" y="13057"/>
                  </a:lnTo>
                  <a:lnTo>
                    <a:pt x="30152" y="13057"/>
                  </a:lnTo>
                  <a:lnTo>
                    <a:pt x="30235" y="12952"/>
                  </a:lnTo>
                  <a:lnTo>
                    <a:pt x="30277" y="12952"/>
                  </a:lnTo>
                  <a:lnTo>
                    <a:pt x="30403" y="12806"/>
                  </a:lnTo>
                  <a:lnTo>
                    <a:pt x="30549" y="12743"/>
                  </a:lnTo>
                  <a:lnTo>
                    <a:pt x="30570" y="12701"/>
                  </a:lnTo>
                  <a:lnTo>
                    <a:pt x="30528" y="12576"/>
                  </a:lnTo>
                  <a:lnTo>
                    <a:pt x="30654" y="12471"/>
                  </a:lnTo>
                  <a:lnTo>
                    <a:pt x="30926" y="12283"/>
                  </a:lnTo>
                  <a:lnTo>
                    <a:pt x="30989" y="12283"/>
                  </a:lnTo>
                  <a:lnTo>
                    <a:pt x="31030" y="12178"/>
                  </a:lnTo>
                  <a:lnTo>
                    <a:pt x="31156" y="12178"/>
                  </a:lnTo>
                  <a:lnTo>
                    <a:pt x="31302" y="12053"/>
                  </a:lnTo>
                  <a:lnTo>
                    <a:pt x="31365" y="12115"/>
                  </a:lnTo>
                  <a:lnTo>
                    <a:pt x="31407" y="12115"/>
                  </a:lnTo>
                  <a:lnTo>
                    <a:pt x="31553" y="12073"/>
                  </a:lnTo>
                  <a:lnTo>
                    <a:pt x="31721" y="11906"/>
                  </a:lnTo>
                  <a:lnTo>
                    <a:pt x="31763" y="12011"/>
                  </a:lnTo>
                  <a:lnTo>
                    <a:pt x="31763" y="11655"/>
                  </a:lnTo>
                  <a:lnTo>
                    <a:pt x="31909" y="11550"/>
                  </a:lnTo>
                  <a:lnTo>
                    <a:pt x="31972" y="11404"/>
                  </a:lnTo>
                  <a:lnTo>
                    <a:pt x="31972" y="11299"/>
                  </a:lnTo>
                  <a:lnTo>
                    <a:pt x="32118" y="11195"/>
                  </a:lnTo>
                  <a:lnTo>
                    <a:pt x="32223" y="11006"/>
                  </a:lnTo>
                  <a:lnTo>
                    <a:pt x="32328" y="10965"/>
                  </a:lnTo>
                  <a:lnTo>
                    <a:pt x="32411" y="10672"/>
                  </a:lnTo>
                  <a:lnTo>
                    <a:pt x="32453" y="10567"/>
                  </a:lnTo>
                  <a:lnTo>
                    <a:pt x="32453" y="10504"/>
                  </a:lnTo>
                  <a:lnTo>
                    <a:pt x="32453" y="10337"/>
                  </a:lnTo>
                  <a:lnTo>
                    <a:pt x="32600" y="10190"/>
                  </a:lnTo>
                  <a:lnTo>
                    <a:pt x="32704" y="10358"/>
                  </a:lnTo>
                  <a:lnTo>
                    <a:pt x="32767" y="10400"/>
                  </a:lnTo>
                  <a:lnTo>
                    <a:pt x="32851" y="10483"/>
                  </a:lnTo>
                  <a:lnTo>
                    <a:pt x="32955" y="10441"/>
                  </a:lnTo>
                  <a:lnTo>
                    <a:pt x="33081" y="10483"/>
                  </a:lnTo>
                  <a:lnTo>
                    <a:pt x="33332" y="10462"/>
                  </a:lnTo>
                  <a:lnTo>
                    <a:pt x="33478" y="10483"/>
                  </a:lnTo>
                  <a:lnTo>
                    <a:pt x="33541" y="10337"/>
                  </a:lnTo>
                  <a:lnTo>
                    <a:pt x="33541" y="10253"/>
                  </a:lnTo>
                  <a:lnTo>
                    <a:pt x="33395" y="10128"/>
                  </a:lnTo>
                  <a:lnTo>
                    <a:pt x="33290" y="10044"/>
                  </a:lnTo>
                  <a:lnTo>
                    <a:pt x="33374" y="9960"/>
                  </a:lnTo>
                  <a:lnTo>
                    <a:pt x="33499" y="9960"/>
                  </a:lnTo>
                  <a:lnTo>
                    <a:pt x="33750" y="9772"/>
                  </a:lnTo>
                  <a:lnTo>
                    <a:pt x="33750" y="9646"/>
                  </a:lnTo>
                  <a:lnTo>
                    <a:pt x="33855" y="9521"/>
                  </a:lnTo>
                  <a:lnTo>
                    <a:pt x="33939" y="9521"/>
                  </a:lnTo>
                  <a:lnTo>
                    <a:pt x="34002" y="9416"/>
                  </a:lnTo>
                  <a:lnTo>
                    <a:pt x="33939" y="9312"/>
                  </a:lnTo>
                  <a:lnTo>
                    <a:pt x="33939" y="9207"/>
                  </a:lnTo>
                  <a:lnTo>
                    <a:pt x="33939" y="9081"/>
                  </a:lnTo>
                  <a:lnTo>
                    <a:pt x="34022" y="9040"/>
                  </a:lnTo>
                  <a:lnTo>
                    <a:pt x="34127" y="9123"/>
                  </a:lnTo>
                  <a:lnTo>
                    <a:pt x="34127" y="9228"/>
                  </a:lnTo>
                  <a:lnTo>
                    <a:pt x="34190" y="9312"/>
                  </a:lnTo>
                  <a:lnTo>
                    <a:pt x="34378" y="9332"/>
                  </a:lnTo>
                  <a:lnTo>
                    <a:pt x="34399" y="9395"/>
                  </a:lnTo>
                  <a:lnTo>
                    <a:pt x="34399" y="9353"/>
                  </a:lnTo>
                  <a:lnTo>
                    <a:pt x="34399" y="9291"/>
                  </a:lnTo>
                  <a:lnTo>
                    <a:pt x="34378" y="9249"/>
                  </a:lnTo>
                  <a:lnTo>
                    <a:pt x="34336" y="9144"/>
                  </a:lnTo>
                  <a:lnTo>
                    <a:pt x="34336" y="9123"/>
                  </a:lnTo>
                  <a:lnTo>
                    <a:pt x="34420" y="9081"/>
                  </a:lnTo>
                  <a:lnTo>
                    <a:pt x="34546" y="9102"/>
                  </a:lnTo>
                  <a:lnTo>
                    <a:pt x="34608" y="9081"/>
                  </a:lnTo>
                  <a:lnTo>
                    <a:pt x="34608" y="8977"/>
                  </a:lnTo>
                  <a:lnTo>
                    <a:pt x="34587" y="8914"/>
                  </a:lnTo>
                  <a:lnTo>
                    <a:pt x="34587" y="8830"/>
                  </a:lnTo>
                  <a:lnTo>
                    <a:pt x="34608" y="8788"/>
                  </a:lnTo>
                  <a:lnTo>
                    <a:pt x="34608" y="8684"/>
                  </a:lnTo>
                  <a:lnTo>
                    <a:pt x="34608" y="8579"/>
                  </a:lnTo>
                  <a:lnTo>
                    <a:pt x="34525" y="8516"/>
                  </a:lnTo>
                  <a:lnTo>
                    <a:pt x="34525" y="8349"/>
                  </a:lnTo>
                  <a:lnTo>
                    <a:pt x="34525" y="8244"/>
                  </a:lnTo>
                  <a:lnTo>
                    <a:pt x="34504" y="8098"/>
                  </a:lnTo>
                  <a:lnTo>
                    <a:pt x="34504" y="7993"/>
                  </a:lnTo>
                  <a:lnTo>
                    <a:pt x="34441" y="7889"/>
                  </a:lnTo>
                  <a:lnTo>
                    <a:pt x="34399" y="7826"/>
                  </a:lnTo>
                  <a:lnTo>
                    <a:pt x="34378" y="7742"/>
                  </a:lnTo>
                  <a:lnTo>
                    <a:pt x="34232" y="7533"/>
                  </a:lnTo>
                  <a:lnTo>
                    <a:pt x="34190" y="7428"/>
                  </a:lnTo>
                  <a:lnTo>
                    <a:pt x="34211" y="7366"/>
                  </a:lnTo>
                  <a:lnTo>
                    <a:pt x="34294" y="7345"/>
                  </a:lnTo>
                  <a:lnTo>
                    <a:pt x="34378" y="7324"/>
                  </a:lnTo>
                  <a:lnTo>
                    <a:pt x="34420" y="7261"/>
                  </a:lnTo>
                  <a:lnTo>
                    <a:pt x="34441" y="7198"/>
                  </a:lnTo>
                  <a:lnTo>
                    <a:pt x="34546" y="7010"/>
                  </a:lnTo>
                  <a:lnTo>
                    <a:pt x="34587" y="7010"/>
                  </a:lnTo>
                  <a:lnTo>
                    <a:pt x="34692" y="7031"/>
                  </a:lnTo>
                  <a:lnTo>
                    <a:pt x="34755" y="7052"/>
                  </a:lnTo>
                  <a:lnTo>
                    <a:pt x="35131" y="7115"/>
                  </a:lnTo>
                  <a:lnTo>
                    <a:pt x="35173" y="7136"/>
                  </a:lnTo>
                  <a:lnTo>
                    <a:pt x="35236" y="7136"/>
                  </a:lnTo>
                  <a:lnTo>
                    <a:pt x="35278" y="7094"/>
                  </a:lnTo>
                  <a:lnTo>
                    <a:pt x="35257" y="7010"/>
                  </a:lnTo>
                  <a:lnTo>
                    <a:pt x="35236" y="6926"/>
                  </a:lnTo>
                  <a:lnTo>
                    <a:pt x="35236" y="6884"/>
                  </a:lnTo>
                  <a:lnTo>
                    <a:pt x="35257" y="6822"/>
                  </a:lnTo>
                  <a:lnTo>
                    <a:pt x="35236" y="6780"/>
                  </a:lnTo>
                  <a:lnTo>
                    <a:pt x="35215" y="6696"/>
                  </a:lnTo>
                  <a:lnTo>
                    <a:pt x="35257" y="6591"/>
                  </a:lnTo>
                  <a:lnTo>
                    <a:pt x="35320" y="6571"/>
                  </a:lnTo>
                  <a:lnTo>
                    <a:pt x="35278" y="6466"/>
                  </a:lnTo>
                  <a:lnTo>
                    <a:pt x="35257" y="6403"/>
                  </a:lnTo>
                  <a:lnTo>
                    <a:pt x="35257" y="6382"/>
                  </a:lnTo>
                  <a:lnTo>
                    <a:pt x="35341" y="6319"/>
                  </a:lnTo>
                  <a:lnTo>
                    <a:pt x="35320" y="6278"/>
                  </a:lnTo>
                  <a:lnTo>
                    <a:pt x="35320" y="6215"/>
                  </a:lnTo>
                  <a:lnTo>
                    <a:pt x="35278" y="6152"/>
                  </a:lnTo>
                  <a:lnTo>
                    <a:pt x="35320" y="6068"/>
                  </a:lnTo>
                  <a:lnTo>
                    <a:pt x="35362" y="6047"/>
                  </a:lnTo>
                  <a:lnTo>
                    <a:pt x="35362" y="5985"/>
                  </a:lnTo>
                  <a:lnTo>
                    <a:pt x="35341" y="5943"/>
                  </a:lnTo>
                  <a:lnTo>
                    <a:pt x="35278" y="5796"/>
                  </a:lnTo>
                  <a:lnTo>
                    <a:pt x="35278" y="5671"/>
                  </a:lnTo>
                  <a:lnTo>
                    <a:pt x="35320" y="5650"/>
                  </a:lnTo>
                  <a:lnTo>
                    <a:pt x="35341" y="5629"/>
                  </a:lnTo>
                  <a:lnTo>
                    <a:pt x="35341" y="5587"/>
                  </a:lnTo>
                  <a:lnTo>
                    <a:pt x="35320" y="5545"/>
                  </a:lnTo>
                  <a:lnTo>
                    <a:pt x="35320" y="5483"/>
                  </a:lnTo>
                  <a:lnTo>
                    <a:pt x="35257" y="5441"/>
                  </a:lnTo>
                  <a:lnTo>
                    <a:pt x="35236" y="5378"/>
                  </a:lnTo>
                  <a:lnTo>
                    <a:pt x="35257" y="5315"/>
                  </a:lnTo>
                  <a:lnTo>
                    <a:pt x="35257" y="5231"/>
                  </a:lnTo>
                  <a:lnTo>
                    <a:pt x="35236" y="5169"/>
                  </a:lnTo>
                  <a:lnTo>
                    <a:pt x="35173" y="5127"/>
                  </a:lnTo>
                  <a:lnTo>
                    <a:pt x="35173" y="5064"/>
                  </a:lnTo>
                  <a:lnTo>
                    <a:pt x="35257" y="4959"/>
                  </a:lnTo>
                  <a:lnTo>
                    <a:pt x="35362" y="4939"/>
                  </a:lnTo>
                  <a:lnTo>
                    <a:pt x="35383" y="4918"/>
                  </a:lnTo>
                  <a:lnTo>
                    <a:pt x="35383" y="4813"/>
                  </a:lnTo>
                  <a:lnTo>
                    <a:pt x="35424" y="4687"/>
                  </a:lnTo>
                  <a:lnTo>
                    <a:pt x="35341" y="4646"/>
                  </a:lnTo>
                  <a:lnTo>
                    <a:pt x="35278" y="4583"/>
                  </a:lnTo>
                  <a:lnTo>
                    <a:pt x="35257" y="4499"/>
                  </a:lnTo>
                  <a:lnTo>
                    <a:pt x="35173" y="4395"/>
                  </a:lnTo>
                  <a:lnTo>
                    <a:pt x="35152" y="4332"/>
                  </a:lnTo>
                  <a:lnTo>
                    <a:pt x="35215" y="4290"/>
                  </a:lnTo>
                  <a:lnTo>
                    <a:pt x="35152" y="4185"/>
                  </a:lnTo>
                  <a:lnTo>
                    <a:pt x="35131" y="4123"/>
                  </a:lnTo>
                  <a:lnTo>
                    <a:pt x="35027" y="4102"/>
                  </a:lnTo>
                  <a:lnTo>
                    <a:pt x="34964" y="4081"/>
                  </a:lnTo>
                  <a:lnTo>
                    <a:pt x="34859" y="4018"/>
                  </a:lnTo>
                  <a:lnTo>
                    <a:pt x="34797" y="4081"/>
                  </a:lnTo>
                  <a:lnTo>
                    <a:pt x="34713" y="4102"/>
                  </a:lnTo>
                  <a:lnTo>
                    <a:pt x="34629" y="4143"/>
                  </a:lnTo>
                  <a:lnTo>
                    <a:pt x="34629" y="4227"/>
                  </a:lnTo>
                  <a:lnTo>
                    <a:pt x="34587" y="4269"/>
                  </a:lnTo>
                  <a:lnTo>
                    <a:pt x="34504" y="4269"/>
                  </a:lnTo>
                  <a:lnTo>
                    <a:pt x="34483" y="4395"/>
                  </a:lnTo>
                  <a:lnTo>
                    <a:pt x="34294" y="4395"/>
                  </a:lnTo>
                  <a:lnTo>
                    <a:pt x="34232" y="4478"/>
                  </a:lnTo>
                  <a:lnTo>
                    <a:pt x="34232" y="4583"/>
                  </a:lnTo>
                  <a:lnTo>
                    <a:pt x="34190" y="4604"/>
                  </a:lnTo>
                  <a:lnTo>
                    <a:pt x="34169" y="4729"/>
                  </a:lnTo>
                  <a:lnTo>
                    <a:pt x="34169" y="4792"/>
                  </a:lnTo>
                  <a:lnTo>
                    <a:pt x="34106" y="4813"/>
                  </a:lnTo>
                  <a:lnTo>
                    <a:pt x="34022" y="4897"/>
                  </a:lnTo>
                  <a:lnTo>
                    <a:pt x="33876" y="4918"/>
                  </a:lnTo>
                  <a:lnTo>
                    <a:pt x="33709" y="4918"/>
                  </a:lnTo>
                  <a:lnTo>
                    <a:pt x="33667" y="4939"/>
                  </a:lnTo>
                  <a:lnTo>
                    <a:pt x="33604" y="5001"/>
                  </a:lnTo>
                  <a:lnTo>
                    <a:pt x="33583" y="4918"/>
                  </a:lnTo>
                  <a:lnTo>
                    <a:pt x="33541" y="4834"/>
                  </a:lnTo>
                  <a:lnTo>
                    <a:pt x="33458" y="4834"/>
                  </a:lnTo>
                  <a:lnTo>
                    <a:pt x="33374" y="4897"/>
                  </a:lnTo>
                  <a:lnTo>
                    <a:pt x="33269" y="4918"/>
                  </a:lnTo>
                  <a:lnTo>
                    <a:pt x="33248" y="4834"/>
                  </a:lnTo>
                  <a:lnTo>
                    <a:pt x="33165" y="4729"/>
                  </a:lnTo>
                  <a:lnTo>
                    <a:pt x="33123" y="4708"/>
                  </a:lnTo>
                  <a:lnTo>
                    <a:pt x="32976" y="4583"/>
                  </a:lnTo>
                  <a:lnTo>
                    <a:pt x="32976" y="4478"/>
                  </a:lnTo>
                  <a:lnTo>
                    <a:pt x="33018" y="4436"/>
                  </a:lnTo>
                  <a:lnTo>
                    <a:pt x="33039" y="4332"/>
                  </a:lnTo>
                  <a:lnTo>
                    <a:pt x="33018" y="4227"/>
                  </a:lnTo>
                  <a:lnTo>
                    <a:pt x="32976" y="4123"/>
                  </a:lnTo>
                  <a:lnTo>
                    <a:pt x="32872" y="4143"/>
                  </a:lnTo>
                  <a:lnTo>
                    <a:pt x="32872" y="4081"/>
                  </a:lnTo>
                  <a:lnTo>
                    <a:pt x="32872" y="3997"/>
                  </a:lnTo>
                  <a:lnTo>
                    <a:pt x="32934" y="3913"/>
                  </a:lnTo>
                  <a:lnTo>
                    <a:pt x="32934" y="3871"/>
                  </a:lnTo>
                  <a:lnTo>
                    <a:pt x="32872" y="3851"/>
                  </a:lnTo>
                  <a:lnTo>
                    <a:pt x="32851" y="3851"/>
                  </a:lnTo>
                  <a:lnTo>
                    <a:pt x="32767" y="3892"/>
                  </a:lnTo>
                  <a:lnTo>
                    <a:pt x="32725" y="3892"/>
                  </a:lnTo>
                  <a:lnTo>
                    <a:pt x="32642" y="3913"/>
                  </a:lnTo>
                  <a:lnTo>
                    <a:pt x="32558" y="3892"/>
                  </a:lnTo>
                  <a:lnTo>
                    <a:pt x="32516" y="3871"/>
                  </a:lnTo>
                  <a:lnTo>
                    <a:pt x="32453" y="3851"/>
                  </a:lnTo>
                  <a:lnTo>
                    <a:pt x="32432" y="3809"/>
                  </a:lnTo>
                  <a:lnTo>
                    <a:pt x="32307" y="3767"/>
                  </a:lnTo>
                  <a:lnTo>
                    <a:pt x="32307" y="3704"/>
                  </a:lnTo>
                  <a:lnTo>
                    <a:pt x="32244" y="3662"/>
                  </a:lnTo>
                  <a:lnTo>
                    <a:pt x="32202" y="3662"/>
                  </a:lnTo>
                  <a:lnTo>
                    <a:pt x="32139" y="3599"/>
                  </a:lnTo>
                  <a:lnTo>
                    <a:pt x="32139" y="3558"/>
                  </a:lnTo>
                  <a:lnTo>
                    <a:pt x="32077" y="3558"/>
                  </a:lnTo>
                  <a:lnTo>
                    <a:pt x="32014" y="3474"/>
                  </a:lnTo>
                  <a:lnTo>
                    <a:pt x="31993" y="3432"/>
                  </a:lnTo>
                  <a:lnTo>
                    <a:pt x="31930" y="3369"/>
                  </a:lnTo>
                  <a:lnTo>
                    <a:pt x="31888" y="3369"/>
                  </a:lnTo>
                  <a:lnTo>
                    <a:pt x="31846" y="3453"/>
                  </a:lnTo>
                  <a:lnTo>
                    <a:pt x="31805" y="3432"/>
                  </a:lnTo>
                  <a:lnTo>
                    <a:pt x="31763" y="3453"/>
                  </a:lnTo>
                  <a:lnTo>
                    <a:pt x="31721" y="3495"/>
                  </a:lnTo>
                  <a:lnTo>
                    <a:pt x="31658" y="3453"/>
                  </a:lnTo>
                  <a:lnTo>
                    <a:pt x="31616" y="3390"/>
                  </a:lnTo>
                  <a:lnTo>
                    <a:pt x="31574" y="3369"/>
                  </a:lnTo>
                  <a:lnTo>
                    <a:pt x="31449" y="3369"/>
                  </a:lnTo>
                  <a:lnTo>
                    <a:pt x="31386" y="3348"/>
                  </a:lnTo>
                  <a:lnTo>
                    <a:pt x="31449" y="3286"/>
                  </a:lnTo>
                  <a:lnTo>
                    <a:pt x="31449" y="3244"/>
                  </a:lnTo>
                  <a:lnTo>
                    <a:pt x="31365" y="3244"/>
                  </a:lnTo>
                  <a:lnTo>
                    <a:pt x="31302" y="3286"/>
                  </a:lnTo>
                  <a:lnTo>
                    <a:pt x="31177" y="3286"/>
                  </a:lnTo>
                  <a:lnTo>
                    <a:pt x="31135" y="3327"/>
                  </a:lnTo>
                  <a:lnTo>
                    <a:pt x="31072" y="3265"/>
                  </a:lnTo>
                  <a:lnTo>
                    <a:pt x="31030" y="3286"/>
                  </a:lnTo>
                  <a:lnTo>
                    <a:pt x="30947" y="3286"/>
                  </a:lnTo>
                  <a:lnTo>
                    <a:pt x="30884" y="3223"/>
                  </a:lnTo>
                  <a:lnTo>
                    <a:pt x="30800" y="3181"/>
                  </a:lnTo>
                  <a:lnTo>
                    <a:pt x="30675" y="3055"/>
                  </a:lnTo>
                  <a:lnTo>
                    <a:pt x="30633" y="2930"/>
                  </a:lnTo>
                  <a:lnTo>
                    <a:pt x="30633" y="2846"/>
                  </a:lnTo>
                  <a:lnTo>
                    <a:pt x="30612" y="2742"/>
                  </a:lnTo>
                  <a:lnTo>
                    <a:pt x="30549" y="2742"/>
                  </a:lnTo>
                  <a:lnTo>
                    <a:pt x="30465" y="2721"/>
                  </a:lnTo>
                  <a:lnTo>
                    <a:pt x="30465" y="2574"/>
                  </a:lnTo>
                  <a:lnTo>
                    <a:pt x="30424" y="2553"/>
                  </a:lnTo>
                  <a:lnTo>
                    <a:pt x="30403" y="2428"/>
                  </a:lnTo>
                  <a:lnTo>
                    <a:pt x="30361" y="2323"/>
                  </a:lnTo>
                  <a:lnTo>
                    <a:pt x="30152" y="2198"/>
                  </a:lnTo>
                  <a:lnTo>
                    <a:pt x="30047" y="2030"/>
                  </a:lnTo>
                  <a:lnTo>
                    <a:pt x="30026" y="1988"/>
                  </a:lnTo>
                  <a:lnTo>
                    <a:pt x="29984" y="1884"/>
                  </a:lnTo>
                  <a:lnTo>
                    <a:pt x="29921" y="1905"/>
                  </a:lnTo>
                  <a:lnTo>
                    <a:pt x="29901" y="1905"/>
                  </a:lnTo>
                  <a:lnTo>
                    <a:pt x="29901" y="1821"/>
                  </a:lnTo>
                  <a:lnTo>
                    <a:pt x="29921" y="1779"/>
                  </a:lnTo>
                  <a:lnTo>
                    <a:pt x="29838" y="1716"/>
                  </a:lnTo>
                  <a:lnTo>
                    <a:pt x="29796" y="1612"/>
                  </a:lnTo>
                  <a:lnTo>
                    <a:pt x="29733" y="1591"/>
                  </a:lnTo>
                  <a:lnTo>
                    <a:pt x="29712" y="1507"/>
                  </a:lnTo>
                  <a:lnTo>
                    <a:pt x="29670" y="1444"/>
                  </a:lnTo>
                  <a:lnTo>
                    <a:pt x="29608" y="1340"/>
                  </a:lnTo>
                  <a:lnTo>
                    <a:pt x="29482" y="1256"/>
                  </a:lnTo>
                  <a:lnTo>
                    <a:pt x="29461" y="1193"/>
                  </a:lnTo>
                  <a:lnTo>
                    <a:pt x="29503" y="1130"/>
                  </a:lnTo>
                  <a:lnTo>
                    <a:pt x="29482" y="1047"/>
                  </a:lnTo>
                  <a:lnTo>
                    <a:pt x="29315" y="1047"/>
                  </a:lnTo>
                  <a:lnTo>
                    <a:pt x="29294" y="984"/>
                  </a:lnTo>
                  <a:lnTo>
                    <a:pt x="29294" y="942"/>
                  </a:lnTo>
                  <a:lnTo>
                    <a:pt x="29273" y="879"/>
                  </a:lnTo>
                  <a:lnTo>
                    <a:pt x="29273" y="817"/>
                  </a:lnTo>
                  <a:lnTo>
                    <a:pt x="29231" y="733"/>
                  </a:lnTo>
                  <a:lnTo>
                    <a:pt x="29168" y="712"/>
                  </a:lnTo>
                  <a:lnTo>
                    <a:pt x="29168" y="649"/>
                  </a:lnTo>
                  <a:lnTo>
                    <a:pt x="29147" y="607"/>
                  </a:lnTo>
                  <a:lnTo>
                    <a:pt x="29085" y="628"/>
                  </a:lnTo>
                  <a:lnTo>
                    <a:pt x="28980" y="607"/>
                  </a:lnTo>
                  <a:lnTo>
                    <a:pt x="28959" y="545"/>
                  </a:lnTo>
                  <a:lnTo>
                    <a:pt x="28980" y="482"/>
                  </a:lnTo>
                  <a:lnTo>
                    <a:pt x="28959" y="440"/>
                  </a:lnTo>
                  <a:lnTo>
                    <a:pt x="28875" y="419"/>
                  </a:lnTo>
                  <a:lnTo>
                    <a:pt x="28833" y="461"/>
                  </a:lnTo>
                  <a:lnTo>
                    <a:pt x="28792" y="419"/>
                  </a:lnTo>
                  <a:lnTo>
                    <a:pt x="28750" y="419"/>
                  </a:lnTo>
                  <a:lnTo>
                    <a:pt x="28708" y="356"/>
                  </a:lnTo>
                  <a:lnTo>
                    <a:pt x="28750" y="293"/>
                  </a:lnTo>
                  <a:lnTo>
                    <a:pt x="28687" y="231"/>
                  </a:lnTo>
                  <a:lnTo>
                    <a:pt x="28624" y="210"/>
                  </a:lnTo>
                  <a:lnTo>
                    <a:pt x="28561" y="231"/>
                  </a:lnTo>
                  <a:lnTo>
                    <a:pt x="28520" y="147"/>
                  </a:lnTo>
                  <a:lnTo>
                    <a:pt x="28457" y="189"/>
                  </a:lnTo>
                  <a:lnTo>
                    <a:pt x="28373" y="189"/>
                  </a:lnTo>
                  <a:lnTo>
                    <a:pt x="28331" y="147"/>
                  </a:lnTo>
                  <a:lnTo>
                    <a:pt x="28268" y="189"/>
                  </a:lnTo>
                  <a:lnTo>
                    <a:pt x="28268" y="252"/>
                  </a:lnTo>
                  <a:lnTo>
                    <a:pt x="28248" y="293"/>
                  </a:lnTo>
                  <a:lnTo>
                    <a:pt x="28143" y="231"/>
                  </a:lnTo>
                  <a:lnTo>
                    <a:pt x="28101" y="189"/>
                  </a:lnTo>
                  <a:lnTo>
                    <a:pt x="28017" y="210"/>
                  </a:lnTo>
                  <a:lnTo>
                    <a:pt x="27892" y="210"/>
                  </a:lnTo>
                  <a:lnTo>
                    <a:pt x="27892" y="189"/>
                  </a:lnTo>
                  <a:lnTo>
                    <a:pt x="27808" y="105"/>
                  </a:lnTo>
                  <a:lnTo>
                    <a:pt x="27620" y="84"/>
                  </a:lnTo>
                  <a:lnTo>
                    <a:pt x="27536" y="21"/>
                  </a:lnTo>
                  <a:lnTo>
                    <a:pt x="27432" y="21"/>
                  </a:lnTo>
                  <a:lnTo>
                    <a:pt x="2739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60"/>
            <p:cNvSpPr/>
            <p:nvPr/>
          </p:nvSpPr>
          <p:spPr>
            <a:xfrm>
              <a:off x="4442708" y="2990191"/>
              <a:ext cx="762" cy="967"/>
            </a:xfrm>
            <a:custGeom>
              <a:rect b="b" l="l" r="r" t="t"/>
              <a:pathLst>
                <a:path extrusionOk="0" h="85" w="64">
                  <a:moveTo>
                    <a:pt x="63" y="85"/>
                  </a:moveTo>
                  <a:lnTo>
                    <a:pt x="1" y="1"/>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60"/>
            <p:cNvSpPr/>
            <p:nvPr/>
          </p:nvSpPr>
          <p:spPr>
            <a:xfrm>
              <a:off x="4434742" y="2997094"/>
              <a:ext cx="1250" cy="1205"/>
            </a:xfrm>
            <a:custGeom>
              <a:rect b="b" l="l" r="r" t="t"/>
              <a:pathLst>
                <a:path extrusionOk="0" h="106" w="105">
                  <a:moveTo>
                    <a:pt x="0" y="105"/>
                  </a:moveTo>
                  <a:lnTo>
                    <a:pt x="105" y="1"/>
                  </a:lnTo>
                  <a:lnTo>
                    <a:pt x="10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60"/>
            <p:cNvSpPr/>
            <p:nvPr/>
          </p:nvSpPr>
          <p:spPr>
            <a:xfrm>
              <a:off x="4184339" y="2879787"/>
              <a:ext cx="2512" cy="728"/>
            </a:xfrm>
            <a:custGeom>
              <a:rect b="b" l="l" r="r" t="t"/>
              <a:pathLst>
                <a:path extrusionOk="0" h="64" w="211">
                  <a:moveTo>
                    <a:pt x="210" y="0"/>
                  </a:moveTo>
                  <a:lnTo>
                    <a:pt x="1" y="63"/>
                  </a:lnTo>
                  <a:lnTo>
                    <a:pt x="22" y="63"/>
                  </a:lnTo>
                  <a:lnTo>
                    <a:pt x="21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60"/>
            <p:cNvSpPr/>
            <p:nvPr/>
          </p:nvSpPr>
          <p:spPr>
            <a:xfrm>
              <a:off x="4038591" y="2720356"/>
              <a:ext cx="260870" cy="130886"/>
            </a:xfrm>
            <a:custGeom>
              <a:rect b="b" l="l" r="r" t="t"/>
              <a:pathLst>
                <a:path extrusionOk="0" h="11509" w="21908">
                  <a:moveTo>
                    <a:pt x="10860" y="0"/>
                  </a:moveTo>
                  <a:lnTo>
                    <a:pt x="10755" y="84"/>
                  </a:lnTo>
                  <a:lnTo>
                    <a:pt x="10713" y="189"/>
                  </a:lnTo>
                  <a:lnTo>
                    <a:pt x="10567" y="189"/>
                  </a:lnTo>
                  <a:lnTo>
                    <a:pt x="10483" y="252"/>
                  </a:lnTo>
                  <a:lnTo>
                    <a:pt x="10546" y="314"/>
                  </a:lnTo>
                  <a:lnTo>
                    <a:pt x="10546" y="398"/>
                  </a:lnTo>
                  <a:lnTo>
                    <a:pt x="10400" y="419"/>
                  </a:lnTo>
                  <a:lnTo>
                    <a:pt x="10337" y="419"/>
                  </a:lnTo>
                  <a:lnTo>
                    <a:pt x="10253" y="524"/>
                  </a:lnTo>
                  <a:lnTo>
                    <a:pt x="10128" y="524"/>
                  </a:lnTo>
                  <a:lnTo>
                    <a:pt x="10044" y="586"/>
                  </a:lnTo>
                  <a:lnTo>
                    <a:pt x="9981" y="586"/>
                  </a:lnTo>
                  <a:lnTo>
                    <a:pt x="9751" y="733"/>
                  </a:lnTo>
                  <a:lnTo>
                    <a:pt x="9625" y="796"/>
                  </a:lnTo>
                  <a:lnTo>
                    <a:pt x="9521" y="837"/>
                  </a:lnTo>
                  <a:lnTo>
                    <a:pt x="9437" y="837"/>
                  </a:lnTo>
                  <a:lnTo>
                    <a:pt x="9353" y="775"/>
                  </a:lnTo>
                  <a:lnTo>
                    <a:pt x="9312" y="837"/>
                  </a:lnTo>
                  <a:lnTo>
                    <a:pt x="9291" y="921"/>
                  </a:lnTo>
                  <a:lnTo>
                    <a:pt x="9144" y="921"/>
                  </a:lnTo>
                  <a:lnTo>
                    <a:pt x="9102" y="984"/>
                  </a:lnTo>
                  <a:lnTo>
                    <a:pt x="9102" y="1088"/>
                  </a:lnTo>
                  <a:lnTo>
                    <a:pt x="9040" y="1130"/>
                  </a:lnTo>
                  <a:lnTo>
                    <a:pt x="8977" y="1109"/>
                  </a:lnTo>
                  <a:lnTo>
                    <a:pt x="8893" y="1109"/>
                  </a:lnTo>
                  <a:lnTo>
                    <a:pt x="8789" y="1151"/>
                  </a:lnTo>
                  <a:lnTo>
                    <a:pt x="8663" y="1172"/>
                  </a:lnTo>
                  <a:lnTo>
                    <a:pt x="8496" y="1256"/>
                  </a:lnTo>
                  <a:lnTo>
                    <a:pt x="8475" y="1319"/>
                  </a:lnTo>
                  <a:lnTo>
                    <a:pt x="8307" y="1340"/>
                  </a:lnTo>
                  <a:lnTo>
                    <a:pt x="8182" y="1402"/>
                  </a:lnTo>
                  <a:lnTo>
                    <a:pt x="8035" y="1423"/>
                  </a:lnTo>
                  <a:lnTo>
                    <a:pt x="7847" y="1465"/>
                  </a:lnTo>
                  <a:lnTo>
                    <a:pt x="7826" y="1549"/>
                  </a:lnTo>
                  <a:lnTo>
                    <a:pt x="7763" y="1632"/>
                  </a:lnTo>
                  <a:lnTo>
                    <a:pt x="7721" y="1528"/>
                  </a:lnTo>
                  <a:lnTo>
                    <a:pt x="7617" y="1528"/>
                  </a:lnTo>
                  <a:lnTo>
                    <a:pt x="7512" y="1570"/>
                  </a:lnTo>
                  <a:lnTo>
                    <a:pt x="7512" y="1653"/>
                  </a:lnTo>
                  <a:lnTo>
                    <a:pt x="7449" y="1695"/>
                  </a:lnTo>
                  <a:lnTo>
                    <a:pt x="7345" y="1653"/>
                  </a:lnTo>
                  <a:lnTo>
                    <a:pt x="7219" y="1653"/>
                  </a:lnTo>
                  <a:lnTo>
                    <a:pt x="7198" y="1612"/>
                  </a:lnTo>
                  <a:lnTo>
                    <a:pt x="7115" y="1612"/>
                  </a:lnTo>
                  <a:lnTo>
                    <a:pt x="7031" y="1653"/>
                  </a:lnTo>
                  <a:lnTo>
                    <a:pt x="6926" y="1674"/>
                  </a:lnTo>
                  <a:lnTo>
                    <a:pt x="6884" y="1695"/>
                  </a:lnTo>
                  <a:lnTo>
                    <a:pt x="6926" y="1842"/>
                  </a:lnTo>
                  <a:lnTo>
                    <a:pt x="6884" y="1925"/>
                  </a:lnTo>
                  <a:lnTo>
                    <a:pt x="6989" y="1946"/>
                  </a:lnTo>
                  <a:lnTo>
                    <a:pt x="7136" y="1925"/>
                  </a:lnTo>
                  <a:lnTo>
                    <a:pt x="7198" y="2051"/>
                  </a:lnTo>
                  <a:lnTo>
                    <a:pt x="7031" y="2051"/>
                  </a:lnTo>
                  <a:lnTo>
                    <a:pt x="6989" y="2093"/>
                  </a:lnTo>
                  <a:lnTo>
                    <a:pt x="6989" y="2156"/>
                  </a:lnTo>
                  <a:lnTo>
                    <a:pt x="7136" y="2176"/>
                  </a:lnTo>
                  <a:lnTo>
                    <a:pt x="7240" y="2197"/>
                  </a:lnTo>
                  <a:lnTo>
                    <a:pt x="7324" y="2156"/>
                  </a:lnTo>
                  <a:lnTo>
                    <a:pt x="7408" y="2156"/>
                  </a:lnTo>
                  <a:lnTo>
                    <a:pt x="7512" y="2260"/>
                  </a:lnTo>
                  <a:lnTo>
                    <a:pt x="7617" y="2281"/>
                  </a:lnTo>
                  <a:lnTo>
                    <a:pt x="7617" y="2386"/>
                  </a:lnTo>
                  <a:lnTo>
                    <a:pt x="7554" y="2449"/>
                  </a:lnTo>
                  <a:lnTo>
                    <a:pt x="7449" y="2407"/>
                  </a:lnTo>
                  <a:lnTo>
                    <a:pt x="7219" y="2449"/>
                  </a:lnTo>
                  <a:lnTo>
                    <a:pt x="7094" y="2553"/>
                  </a:lnTo>
                  <a:lnTo>
                    <a:pt x="6947" y="2741"/>
                  </a:lnTo>
                  <a:lnTo>
                    <a:pt x="6947" y="2867"/>
                  </a:lnTo>
                  <a:lnTo>
                    <a:pt x="7031" y="2888"/>
                  </a:lnTo>
                  <a:lnTo>
                    <a:pt x="7052" y="3013"/>
                  </a:lnTo>
                  <a:lnTo>
                    <a:pt x="6989" y="3118"/>
                  </a:lnTo>
                  <a:lnTo>
                    <a:pt x="6947" y="3244"/>
                  </a:lnTo>
                  <a:lnTo>
                    <a:pt x="6843" y="3244"/>
                  </a:lnTo>
                  <a:lnTo>
                    <a:pt x="6843" y="3306"/>
                  </a:lnTo>
                  <a:lnTo>
                    <a:pt x="6884" y="3390"/>
                  </a:lnTo>
                  <a:lnTo>
                    <a:pt x="6884" y="3453"/>
                  </a:lnTo>
                  <a:lnTo>
                    <a:pt x="7031" y="3453"/>
                  </a:lnTo>
                  <a:lnTo>
                    <a:pt x="7115" y="3537"/>
                  </a:lnTo>
                  <a:lnTo>
                    <a:pt x="7240" y="3557"/>
                  </a:lnTo>
                  <a:lnTo>
                    <a:pt x="7240" y="3620"/>
                  </a:lnTo>
                  <a:lnTo>
                    <a:pt x="7366" y="3704"/>
                  </a:lnTo>
                  <a:lnTo>
                    <a:pt x="7533" y="3725"/>
                  </a:lnTo>
                  <a:lnTo>
                    <a:pt x="7575" y="3746"/>
                  </a:lnTo>
                  <a:lnTo>
                    <a:pt x="7617" y="4227"/>
                  </a:lnTo>
                  <a:lnTo>
                    <a:pt x="7554" y="4290"/>
                  </a:lnTo>
                  <a:lnTo>
                    <a:pt x="7366" y="4373"/>
                  </a:lnTo>
                  <a:lnTo>
                    <a:pt x="7219" y="4353"/>
                  </a:lnTo>
                  <a:lnTo>
                    <a:pt x="7031" y="4248"/>
                  </a:lnTo>
                  <a:lnTo>
                    <a:pt x="6947" y="4290"/>
                  </a:lnTo>
                  <a:lnTo>
                    <a:pt x="6947" y="4394"/>
                  </a:lnTo>
                  <a:lnTo>
                    <a:pt x="6905" y="4541"/>
                  </a:lnTo>
                  <a:lnTo>
                    <a:pt x="6780" y="4562"/>
                  </a:lnTo>
                  <a:lnTo>
                    <a:pt x="6571" y="4457"/>
                  </a:lnTo>
                  <a:lnTo>
                    <a:pt x="6403" y="4457"/>
                  </a:lnTo>
                  <a:lnTo>
                    <a:pt x="6320" y="4394"/>
                  </a:lnTo>
                  <a:lnTo>
                    <a:pt x="6278" y="4436"/>
                  </a:lnTo>
                  <a:lnTo>
                    <a:pt x="6173" y="4394"/>
                  </a:lnTo>
                  <a:lnTo>
                    <a:pt x="6048" y="4269"/>
                  </a:lnTo>
                  <a:lnTo>
                    <a:pt x="6152" y="4227"/>
                  </a:lnTo>
                  <a:lnTo>
                    <a:pt x="6173" y="4143"/>
                  </a:lnTo>
                  <a:lnTo>
                    <a:pt x="6089" y="4122"/>
                  </a:lnTo>
                  <a:lnTo>
                    <a:pt x="5964" y="4039"/>
                  </a:lnTo>
                  <a:lnTo>
                    <a:pt x="5880" y="4122"/>
                  </a:lnTo>
                  <a:lnTo>
                    <a:pt x="5755" y="4081"/>
                  </a:lnTo>
                  <a:lnTo>
                    <a:pt x="5671" y="4122"/>
                  </a:lnTo>
                  <a:lnTo>
                    <a:pt x="5692" y="4269"/>
                  </a:lnTo>
                  <a:lnTo>
                    <a:pt x="5545" y="4290"/>
                  </a:lnTo>
                  <a:lnTo>
                    <a:pt x="5483" y="4227"/>
                  </a:lnTo>
                  <a:lnTo>
                    <a:pt x="5336" y="4060"/>
                  </a:lnTo>
                  <a:lnTo>
                    <a:pt x="5211" y="4081"/>
                  </a:lnTo>
                  <a:lnTo>
                    <a:pt x="5148" y="4185"/>
                  </a:lnTo>
                  <a:lnTo>
                    <a:pt x="5064" y="4081"/>
                  </a:lnTo>
                  <a:lnTo>
                    <a:pt x="5001" y="4122"/>
                  </a:lnTo>
                  <a:lnTo>
                    <a:pt x="5001" y="4248"/>
                  </a:lnTo>
                  <a:lnTo>
                    <a:pt x="4855" y="4248"/>
                  </a:lnTo>
                  <a:lnTo>
                    <a:pt x="4834" y="4457"/>
                  </a:lnTo>
                  <a:lnTo>
                    <a:pt x="4708" y="4562"/>
                  </a:lnTo>
                  <a:lnTo>
                    <a:pt x="4625" y="4541"/>
                  </a:lnTo>
                  <a:lnTo>
                    <a:pt x="4541" y="4436"/>
                  </a:lnTo>
                  <a:lnTo>
                    <a:pt x="4332" y="4394"/>
                  </a:lnTo>
                  <a:lnTo>
                    <a:pt x="4269" y="4269"/>
                  </a:lnTo>
                  <a:lnTo>
                    <a:pt x="4123" y="4353"/>
                  </a:lnTo>
                  <a:lnTo>
                    <a:pt x="4164" y="4478"/>
                  </a:lnTo>
                  <a:lnTo>
                    <a:pt x="4081" y="4604"/>
                  </a:lnTo>
                  <a:lnTo>
                    <a:pt x="3997" y="4583"/>
                  </a:lnTo>
                  <a:lnTo>
                    <a:pt x="3997" y="4457"/>
                  </a:lnTo>
                  <a:lnTo>
                    <a:pt x="3955" y="4373"/>
                  </a:lnTo>
                  <a:lnTo>
                    <a:pt x="3871" y="4373"/>
                  </a:lnTo>
                  <a:lnTo>
                    <a:pt x="3704" y="4248"/>
                  </a:lnTo>
                  <a:lnTo>
                    <a:pt x="3599" y="4122"/>
                  </a:lnTo>
                  <a:lnTo>
                    <a:pt x="3474" y="4122"/>
                  </a:lnTo>
                  <a:lnTo>
                    <a:pt x="3369" y="3976"/>
                  </a:lnTo>
                  <a:lnTo>
                    <a:pt x="3286" y="3955"/>
                  </a:lnTo>
                  <a:lnTo>
                    <a:pt x="3244" y="3871"/>
                  </a:lnTo>
                  <a:lnTo>
                    <a:pt x="3160" y="3871"/>
                  </a:lnTo>
                  <a:lnTo>
                    <a:pt x="2951" y="3955"/>
                  </a:lnTo>
                  <a:lnTo>
                    <a:pt x="2825" y="3850"/>
                  </a:lnTo>
                  <a:lnTo>
                    <a:pt x="2742" y="3704"/>
                  </a:lnTo>
                  <a:lnTo>
                    <a:pt x="2637" y="3704"/>
                  </a:lnTo>
                  <a:lnTo>
                    <a:pt x="2532" y="3809"/>
                  </a:lnTo>
                  <a:lnTo>
                    <a:pt x="2407" y="3809"/>
                  </a:lnTo>
                  <a:lnTo>
                    <a:pt x="2407" y="3871"/>
                  </a:lnTo>
                  <a:lnTo>
                    <a:pt x="2323" y="3955"/>
                  </a:lnTo>
                  <a:lnTo>
                    <a:pt x="2323" y="3850"/>
                  </a:lnTo>
                  <a:lnTo>
                    <a:pt x="2239" y="3913"/>
                  </a:lnTo>
                  <a:lnTo>
                    <a:pt x="2218" y="3976"/>
                  </a:lnTo>
                  <a:lnTo>
                    <a:pt x="2114" y="4060"/>
                  </a:lnTo>
                  <a:lnTo>
                    <a:pt x="2030" y="3976"/>
                  </a:lnTo>
                  <a:lnTo>
                    <a:pt x="2114" y="3913"/>
                  </a:lnTo>
                  <a:lnTo>
                    <a:pt x="2135" y="3829"/>
                  </a:lnTo>
                  <a:lnTo>
                    <a:pt x="2009" y="3767"/>
                  </a:lnTo>
                  <a:lnTo>
                    <a:pt x="1821" y="3662"/>
                  </a:lnTo>
                  <a:lnTo>
                    <a:pt x="1800" y="3746"/>
                  </a:lnTo>
                  <a:lnTo>
                    <a:pt x="1821" y="3850"/>
                  </a:lnTo>
                  <a:lnTo>
                    <a:pt x="1821" y="3955"/>
                  </a:lnTo>
                  <a:lnTo>
                    <a:pt x="1695" y="3913"/>
                  </a:lnTo>
                  <a:lnTo>
                    <a:pt x="1612" y="3976"/>
                  </a:lnTo>
                  <a:lnTo>
                    <a:pt x="1570" y="4143"/>
                  </a:lnTo>
                  <a:lnTo>
                    <a:pt x="1486" y="4143"/>
                  </a:lnTo>
                  <a:lnTo>
                    <a:pt x="1298" y="4248"/>
                  </a:lnTo>
                  <a:lnTo>
                    <a:pt x="1277" y="4373"/>
                  </a:lnTo>
                  <a:lnTo>
                    <a:pt x="1361" y="4478"/>
                  </a:lnTo>
                  <a:lnTo>
                    <a:pt x="1361" y="4604"/>
                  </a:lnTo>
                  <a:lnTo>
                    <a:pt x="1172" y="4604"/>
                  </a:lnTo>
                  <a:lnTo>
                    <a:pt x="984" y="4645"/>
                  </a:lnTo>
                  <a:lnTo>
                    <a:pt x="1130" y="5106"/>
                  </a:lnTo>
                  <a:lnTo>
                    <a:pt x="1047" y="5169"/>
                  </a:lnTo>
                  <a:lnTo>
                    <a:pt x="1068" y="5336"/>
                  </a:lnTo>
                  <a:lnTo>
                    <a:pt x="879" y="5336"/>
                  </a:lnTo>
                  <a:lnTo>
                    <a:pt x="733" y="5231"/>
                  </a:lnTo>
                  <a:lnTo>
                    <a:pt x="670" y="5127"/>
                  </a:lnTo>
                  <a:lnTo>
                    <a:pt x="356" y="4876"/>
                  </a:lnTo>
                  <a:lnTo>
                    <a:pt x="294" y="4980"/>
                  </a:lnTo>
                  <a:lnTo>
                    <a:pt x="294" y="5106"/>
                  </a:lnTo>
                  <a:lnTo>
                    <a:pt x="126" y="5315"/>
                  </a:lnTo>
                  <a:lnTo>
                    <a:pt x="22" y="5378"/>
                  </a:lnTo>
                  <a:lnTo>
                    <a:pt x="42" y="5629"/>
                  </a:lnTo>
                  <a:lnTo>
                    <a:pt x="126" y="5734"/>
                  </a:lnTo>
                  <a:lnTo>
                    <a:pt x="105" y="6068"/>
                  </a:lnTo>
                  <a:lnTo>
                    <a:pt x="1" y="6278"/>
                  </a:lnTo>
                  <a:lnTo>
                    <a:pt x="231" y="6382"/>
                  </a:lnTo>
                  <a:lnTo>
                    <a:pt x="335" y="6550"/>
                  </a:lnTo>
                  <a:lnTo>
                    <a:pt x="314" y="6633"/>
                  </a:lnTo>
                  <a:lnTo>
                    <a:pt x="503" y="6780"/>
                  </a:lnTo>
                  <a:lnTo>
                    <a:pt x="545" y="6696"/>
                  </a:lnTo>
                  <a:lnTo>
                    <a:pt x="921" y="6801"/>
                  </a:lnTo>
                  <a:lnTo>
                    <a:pt x="1172" y="7052"/>
                  </a:lnTo>
                  <a:lnTo>
                    <a:pt x="1402" y="7428"/>
                  </a:lnTo>
                  <a:lnTo>
                    <a:pt x="1172" y="7428"/>
                  </a:lnTo>
                  <a:lnTo>
                    <a:pt x="1172" y="7533"/>
                  </a:lnTo>
                  <a:lnTo>
                    <a:pt x="1382" y="7679"/>
                  </a:lnTo>
                  <a:lnTo>
                    <a:pt x="1549" y="7617"/>
                  </a:lnTo>
                  <a:lnTo>
                    <a:pt x="1674" y="7721"/>
                  </a:lnTo>
                  <a:lnTo>
                    <a:pt x="1716" y="7721"/>
                  </a:lnTo>
                  <a:lnTo>
                    <a:pt x="1758" y="7784"/>
                  </a:lnTo>
                  <a:lnTo>
                    <a:pt x="1821" y="7784"/>
                  </a:lnTo>
                  <a:lnTo>
                    <a:pt x="1863" y="7721"/>
                  </a:lnTo>
                  <a:lnTo>
                    <a:pt x="1905" y="7721"/>
                  </a:lnTo>
                  <a:lnTo>
                    <a:pt x="1967" y="7784"/>
                  </a:lnTo>
                  <a:lnTo>
                    <a:pt x="2009" y="7721"/>
                  </a:lnTo>
                  <a:lnTo>
                    <a:pt x="2009" y="7638"/>
                  </a:lnTo>
                  <a:lnTo>
                    <a:pt x="2072" y="7679"/>
                  </a:lnTo>
                  <a:lnTo>
                    <a:pt x="2177" y="7596"/>
                  </a:lnTo>
                  <a:lnTo>
                    <a:pt x="2218" y="7512"/>
                  </a:lnTo>
                  <a:lnTo>
                    <a:pt x="2281" y="7512"/>
                  </a:lnTo>
                  <a:lnTo>
                    <a:pt x="2344" y="7428"/>
                  </a:lnTo>
                  <a:lnTo>
                    <a:pt x="2407" y="7428"/>
                  </a:lnTo>
                  <a:lnTo>
                    <a:pt x="2428" y="7470"/>
                  </a:lnTo>
                  <a:lnTo>
                    <a:pt x="2491" y="7428"/>
                  </a:lnTo>
                  <a:lnTo>
                    <a:pt x="2511" y="7366"/>
                  </a:lnTo>
                  <a:lnTo>
                    <a:pt x="2595" y="7282"/>
                  </a:lnTo>
                  <a:lnTo>
                    <a:pt x="2721" y="7282"/>
                  </a:lnTo>
                  <a:lnTo>
                    <a:pt x="2763" y="7303"/>
                  </a:lnTo>
                  <a:lnTo>
                    <a:pt x="2846" y="7303"/>
                  </a:lnTo>
                  <a:lnTo>
                    <a:pt x="2909" y="7282"/>
                  </a:lnTo>
                  <a:lnTo>
                    <a:pt x="2930" y="7303"/>
                  </a:lnTo>
                  <a:lnTo>
                    <a:pt x="2930" y="7386"/>
                  </a:lnTo>
                  <a:lnTo>
                    <a:pt x="2972" y="7470"/>
                  </a:lnTo>
                  <a:lnTo>
                    <a:pt x="3014" y="7407"/>
                  </a:lnTo>
                  <a:lnTo>
                    <a:pt x="3076" y="7407"/>
                  </a:lnTo>
                  <a:lnTo>
                    <a:pt x="3076" y="7470"/>
                  </a:lnTo>
                  <a:lnTo>
                    <a:pt x="3160" y="7491"/>
                  </a:lnTo>
                  <a:lnTo>
                    <a:pt x="3223" y="7470"/>
                  </a:lnTo>
                  <a:lnTo>
                    <a:pt x="3244" y="7407"/>
                  </a:lnTo>
                  <a:lnTo>
                    <a:pt x="3286" y="7386"/>
                  </a:lnTo>
                  <a:lnTo>
                    <a:pt x="3286" y="7324"/>
                  </a:lnTo>
                  <a:lnTo>
                    <a:pt x="3369" y="7303"/>
                  </a:lnTo>
                  <a:lnTo>
                    <a:pt x="3453" y="7324"/>
                  </a:lnTo>
                  <a:lnTo>
                    <a:pt x="3662" y="7324"/>
                  </a:lnTo>
                  <a:lnTo>
                    <a:pt x="3662" y="7386"/>
                  </a:lnTo>
                  <a:lnTo>
                    <a:pt x="3704" y="7470"/>
                  </a:lnTo>
                  <a:lnTo>
                    <a:pt x="3788" y="7491"/>
                  </a:lnTo>
                  <a:lnTo>
                    <a:pt x="3788" y="7512"/>
                  </a:lnTo>
                  <a:lnTo>
                    <a:pt x="3746" y="7596"/>
                  </a:lnTo>
                  <a:lnTo>
                    <a:pt x="3767" y="7638"/>
                  </a:lnTo>
                  <a:lnTo>
                    <a:pt x="3871" y="7742"/>
                  </a:lnTo>
                  <a:lnTo>
                    <a:pt x="3851" y="7826"/>
                  </a:lnTo>
                  <a:lnTo>
                    <a:pt x="3788" y="7951"/>
                  </a:lnTo>
                  <a:lnTo>
                    <a:pt x="3809" y="8014"/>
                  </a:lnTo>
                  <a:lnTo>
                    <a:pt x="3851" y="8056"/>
                  </a:lnTo>
                  <a:lnTo>
                    <a:pt x="3871" y="8098"/>
                  </a:lnTo>
                  <a:lnTo>
                    <a:pt x="3851" y="8140"/>
                  </a:lnTo>
                  <a:lnTo>
                    <a:pt x="3767" y="8161"/>
                  </a:lnTo>
                  <a:lnTo>
                    <a:pt x="3746" y="8307"/>
                  </a:lnTo>
                  <a:lnTo>
                    <a:pt x="3809" y="8454"/>
                  </a:lnTo>
                  <a:lnTo>
                    <a:pt x="3913" y="8475"/>
                  </a:lnTo>
                  <a:lnTo>
                    <a:pt x="3997" y="8516"/>
                  </a:lnTo>
                  <a:lnTo>
                    <a:pt x="3997" y="8558"/>
                  </a:lnTo>
                  <a:lnTo>
                    <a:pt x="3871" y="8621"/>
                  </a:lnTo>
                  <a:lnTo>
                    <a:pt x="3788" y="8621"/>
                  </a:lnTo>
                  <a:lnTo>
                    <a:pt x="3683" y="8516"/>
                  </a:lnTo>
                  <a:lnTo>
                    <a:pt x="3599" y="8516"/>
                  </a:lnTo>
                  <a:lnTo>
                    <a:pt x="3558" y="8558"/>
                  </a:lnTo>
                  <a:lnTo>
                    <a:pt x="3495" y="8516"/>
                  </a:lnTo>
                  <a:lnTo>
                    <a:pt x="3432" y="8516"/>
                  </a:lnTo>
                  <a:lnTo>
                    <a:pt x="3286" y="8558"/>
                  </a:lnTo>
                  <a:lnTo>
                    <a:pt x="3223" y="8516"/>
                  </a:lnTo>
                  <a:lnTo>
                    <a:pt x="3118" y="8537"/>
                  </a:lnTo>
                  <a:lnTo>
                    <a:pt x="2972" y="8579"/>
                  </a:lnTo>
                  <a:lnTo>
                    <a:pt x="2930" y="8663"/>
                  </a:lnTo>
                  <a:lnTo>
                    <a:pt x="2930" y="8726"/>
                  </a:lnTo>
                  <a:lnTo>
                    <a:pt x="2930" y="8788"/>
                  </a:lnTo>
                  <a:lnTo>
                    <a:pt x="2867" y="8830"/>
                  </a:lnTo>
                  <a:lnTo>
                    <a:pt x="2867" y="8893"/>
                  </a:lnTo>
                  <a:lnTo>
                    <a:pt x="3014" y="9039"/>
                  </a:lnTo>
                  <a:lnTo>
                    <a:pt x="3014" y="9102"/>
                  </a:lnTo>
                  <a:lnTo>
                    <a:pt x="3035" y="9144"/>
                  </a:lnTo>
                  <a:lnTo>
                    <a:pt x="3139" y="9102"/>
                  </a:lnTo>
                  <a:lnTo>
                    <a:pt x="3160" y="9186"/>
                  </a:lnTo>
                  <a:lnTo>
                    <a:pt x="3139" y="9207"/>
                  </a:lnTo>
                  <a:lnTo>
                    <a:pt x="3055" y="9165"/>
                  </a:lnTo>
                  <a:lnTo>
                    <a:pt x="3014" y="9186"/>
                  </a:lnTo>
                  <a:lnTo>
                    <a:pt x="2930" y="9249"/>
                  </a:lnTo>
                  <a:lnTo>
                    <a:pt x="2867" y="9207"/>
                  </a:lnTo>
                  <a:lnTo>
                    <a:pt x="2825" y="9207"/>
                  </a:lnTo>
                  <a:lnTo>
                    <a:pt x="2763" y="9186"/>
                  </a:lnTo>
                  <a:lnTo>
                    <a:pt x="2616" y="9207"/>
                  </a:lnTo>
                  <a:lnTo>
                    <a:pt x="2532" y="9186"/>
                  </a:lnTo>
                  <a:lnTo>
                    <a:pt x="2491" y="9249"/>
                  </a:lnTo>
                  <a:lnTo>
                    <a:pt x="2491" y="9291"/>
                  </a:lnTo>
                  <a:lnTo>
                    <a:pt x="2553" y="9395"/>
                  </a:lnTo>
                  <a:lnTo>
                    <a:pt x="2637" y="9395"/>
                  </a:lnTo>
                  <a:lnTo>
                    <a:pt x="2742" y="9416"/>
                  </a:lnTo>
                  <a:lnTo>
                    <a:pt x="2804" y="9521"/>
                  </a:lnTo>
                  <a:lnTo>
                    <a:pt x="2846" y="9563"/>
                  </a:lnTo>
                  <a:lnTo>
                    <a:pt x="2909" y="9688"/>
                  </a:lnTo>
                  <a:lnTo>
                    <a:pt x="2951" y="9709"/>
                  </a:lnTo>
                  <a:lnTo>
                    <a:pt x="2972" y="9772"/>
                  </a:lnTo>
                  <a:lnTo>
                    <a:pt x="3139" y="9939"/>
                  </a:lnTo>
                  <a:lnTo>
                    <a:pt x="3139" y="10086"/>
                  </a:lnTo>
                  <a:lnTo>
                    <a:pt x="3139" y="10211"/>
                  </a:lnTo>
                  <a:lnTo>
                    <a:pt x="3181" y="10211"/>
                  </a:lnTo>
                  <a:lnTo>
                    <a:pt x="3286" y="10190"/>
                  </a:lnTo>
                  <a:lnTo>
                    <a:pt x="3327" y="10190"/>
                  </a:lnTo>
                  <a:lnTo>
                    <a:pt x="3369" y="10211"/>
                  </a:lnTo>
                  <a:lnTo>
                    <a:pt x="3432" y="10295"/>
                  </a:lnTo>
                  <a:lnTo>
                    <a:pt x="3474" y="10337"/>
                  </a:lnTo>
                  <a:lnTo>
                    <a:pt x="3537" y="10441"/>
                  </a:lnTo>
                  <a:lnTo>
                    <a:pt x="3579" y="10441"/>
                  </a:lnTo>
                  <a:lnTo>
                    <a:pt x="3662" y="10420"/>
                  </a:lnTo>
                  <a:lnTo>
                    <a:pt x="3767" y="10441"/>
                  </a:lnTo>
                  <a:lnTo>
                    <a:pt x="3871" y="10462"/>
                  </a:lnTo>
                  <a:lnTo>
                    <a:pt x="3976" y="10462"/>
                  </a:lnTo>
                  <a:lnTo>
                    <a:pt x="4018" y="10504"/>
                  </a:lnTo>
                  <a:lnTo>
                    <a:pt x="3997" y="10546"/>
                  </a:lnTo>
                  <a:lnTo>
                    <a:pt x="3997" y="10609"/>
                  </a:lnTo>
                  <a:lnTo>
                    <a:pt x="3997" y="10755"/>
                  </a:lnTo>
                  <a:lnTo>
                    <a:pt x="3913" y="10923"/>
                  </a:lnTo>
                  <a:lnTo>
                    <a:pt x="3955" y="11048"/>
                  </a:lnTo>
                  <a:lnTo>
                    <a:pt x="3976" y="11195"/>
                  </a:lnTo>
                  <a:lnTo>
                    <a:pt x="4311" y="10881"/>
                  </a:lnTo>
                  <a:lnTo>
                    <a:pt x="4604" y="10776"/>
                  </a:lnTo>
                  <a:lnTo>
                    <a:pt x="4959" y="10839"/>
                  </a:lnTo>
                  <a:lnTo>
                    <a:pt x="5378" y="11069"/>
                  </a:lnTo>
                  <a:lnTo>
                    <a:pt x="5755" y="11508"/>
                  </a:lnTo>
                  <a:lnTo>
                    <a:pt x="5985" y="11467"/>
                  </a:lnTo>
                  <a:lnTo>
                    <a:pt x="6068" y="11446"/>
                  </a:lnTo>
                  <a:lnTo>
                    <a:pt x="5629" y="8726"/>
                  </a:lnTo>
                  <a:lnTo>
                    <a:pt x="7136" y="8433"/>
                  </a:lnTo>
                  <a:lnTo>
                    <a:pt x="8056" y="9060"/>
                  </a:lnTo>
                  <a:lnTo>
                    <a:pt x="8391" y="9186"/>
                  </a:lnTo>
                  <a:lnTo>
                    <a:pt x="8893" y="9479"/>
                  </a:lnTo>
                  <a:lnTo>
                    <a:pt x="9751" y="9395"/>
                  </a:lnTo>
                  <a:lnTo>
                    <a:pt x="10693" y="9395"/>
                  </a:lnTo>
                  <a:lnTo>
                    <a:pt x="10985" y="9604"/>
                  </a:lnTo>
                  <a:lnTo>
                    <a:pt x="11132" y="9981"/>
                  </a:lnTo>
                  <a:lnTo>
                    <a:pt x="11320" y="9897"/>
                  </a:lnTo>
                  <a:lnTo>
                    <a:pt x="11341" y="10713"/>
                  </a:lnTo>
                  <a:lnTo>
                    <a:pt x="11760" y="10755"/>
                  </a:lnTo>
                  <a:lnTo>
                    <a:pt x="11990" y="11446"/>
                  </a:lnTo>
                  <a:lnTo>
                    <a:pt x="12115" y="11446"/>
                  </a:lnTo>
                  <a:lnTo>
                    <a:pt x="12366" y="11299"/>
                  </a:lnTo>
                  <a:lnTo>
                    <a:pt x="12555" y="11278"/>
                  </a:lnTo>
                  <a:lnTo>
                    <a:pt x="12743" y="11299"/>
                  </a:lnTo>
                  <a:lnTo>
                    <a:pt x="12994" y="11446"/>
                  </a:lnTo>
                  <a:lnTo>
                    <a:pt x="13078" y="11467"/>
                  </a:lnTo>
                  <a:lnTo>
                    <a:pt x="13287" y="11257"/>
                  </a:lnTo>
                  <a:lnTo>
                    <a:pt x="13413" y="11048"/>
                  </a:lnTo>
                  <a:lnTo>
                    <a:pt x="13475" y="10964"/>
                  </a:lnTo>
                  <a:lnTo>
                    <a:pt x="13538" y="10818"/>
                  </a:lnTo>
                  <a:lnTo>
                    <a:pt x="13789" y="10525"/>
                  </a:lnTo>
                  <a:lnTo>
                    <a:pt x="13894" y="10504"/>
                  </a:lnTo>
                  <a:lnTo>
                    <a:pt x="13998" y="10337"/>
                  </a:lnTo>
                  <a:lnTo>
                    <a:pt x="14040" y="10337"/>
                  </a:lnTo>
                  <a:lnTo>
                    <a:pt x="14040" y="10295"/>
                  </a:lnTo>
                  <a:lnTo>
                    <a:pt x="14166" y="10211"/>
                  </a:lnTo>
                  <a:lnTo>
                    <a:pt x="14145" y="10148"/>
                  </a:lnTo>
                  <a:lnTo>
                    <a:pt x="14250" y="10023"/>
                  </a:lnTo>
                  <a:lnTo>
                    <a:pt x="14438" y="10044"/>
                  </a:lnTo>
                  <a:lnTo>
                    <a:pt x="14543" y="10107"/>
                  </a:lnTo>
                  <a:lnTo>
                    <a:pt x="14961" y="10148"/>
                  </a:lnTo>
                  <a:lnTo>
                    <a:pt x="15317" y="10148"/>
                  </a:lnTo>
                  <a:lnTo>
                    <a:pt x="15505" y="10107"/>
                  </a:lnTo>
                  <a:lnTo>
                    <a:pt x="15484" y="9981"/>
                  </a:lnTo>
                  <a:lnTo>
                    <a:pt x="15463" y="9835"/>
                  </a:lnTo>
                  <a:lnTo>
                    <a:pt x="15463" y="9709"/>
                  </a:lnTo>
                  <a:lnTo>
                    <a:pt x="15505" y="9667"/>
                  </a:lnTo>
                  <a:lnTo>
                    <a:pt x="15610" y="9688"/>
                  </a:lnTo>
                  <a:lnTo>
                    <a:pt x="15777" y="9709"/>
                  </a:lnTo>
                  <a:lnTo>
                    <a:pt x="15819" y="9667"/>
                  </a:lnTo>
                  <a:lnTo>
                    <a:pt x="16007" y="9667"/>
                  </a:lnTo>
                  <a:lnTo>
                    <a:pt x="16133" y="9730"/>
                  </a:lnTo>
                  <a:lnTo>
                    <a:pt x="16342" y="9793"/>
                  </a:lnTo>
                  <a:lnTo>
                    <a:pt x="16677" y="9835"/>
                  </a:lnTo>
                  <a:lnTo>
                    <a:pt x="16781" y="9793"/>
                  </a:lnTo>
                  <a:lnTo>
                    <a:pt x="16886" y="9709"/>
                  </a:lnTo>
                  <a:lnTo>
                    <a:pt x="17032" y="9730"/>
                  </a:lnTo>
                  <a:lnTo>
                    <a:pt x="17158" y="9730"/>
                  </a:lnTo>
                  <a:lnTo>
                    <a:pt x="17451" y="9667"/>
                  </a:lnTo>
                  <a:lnTo>
                    <a:pt x="17723" y="9730"/>
                  </a:lnTo>
                  <a:lnTo>
                    <a:pt x="17911" y="9688"/>
                  </a:lnTo>
                  <a:lnTo>
                    <a:pt x="18246" y="9688"/>
                  </a:lnTo>
                  <a:lnTo>
                    <a:pt x="18497" y="9793"/>
                  </a:lnTo>
                  <a:lnTo>
                    <a:pt x="18602" y="9772"/>
                  </a:lnTo>
                  <a:lnTo>
                    <a:pt x="18853" y="10044"/>
                  </a:lnTo>
                  <a:lnTo>
                    <a:pt x="19083" y="10107"/>
                  </a:lnTo>
                  <a:lnTo>
                    <a:pt x="19229" y="10044"/>
                  </a:lnTo>
                  <a:lnTo>
                    <a:pt x="19188" y="9897"/>
                  </a:lnTo>
                  <a:lnTo>
                    <a:pt x="19313" y="9814"/>
                  </a:lnTo>
                  <a:lnTo>
                    <a:pt x="19313" y="9772"/>
                  </a:lnTo>
                  <a:lnTo>
                    <a:pt x="19376" y="9730"/>
                  </a:lnTo>
                  <a:lnTo>
                    <a:pt x="19271" y="9625"/>
                  </a:lnTo>
                  <a:lnTo>
                    <a:pt x="19313" y="9521"/>
                  </a:lnTo>
                  <a:lnTo>
                    <a:pt x="19397" y="9458"/>
                  </a:lnTo>
                  <a:lnTo>
                    <a:pt x="19355" y="9207"/>
                  </a:lnTo>
                  <a:lnTo>
                    <a:pt x="19229" y="9144"/>
                  </a:lnTo>
                  <a:lnTo>
                    <a:pt x="19188" y="9039"/>
                  </a:lnTo>
                  <a:lnTo>
                    <a:pt x="19083" y="8851"/>
                  </a:lnTo>
                  <a:lnTo>
                    <a:pt x="19062" y="8747"/>
                  </a:lnTo>
                  <a:lnTo>
                    <a:pt x="19020" y="8663"/>
                  </a:lnTo>
                  <a:lnTo>
                    <a:pt x="19020" y="8579"/>
                  </a:lnTo>
                  <a:lnTo>
                    <a:pt x="18957" y="8412"/>
                  </a:lnTo>
                  <a:lnTo>
                    <a:pt x="19041" y="8328"/>
                  </a:lnTo>
                  <a:lnTo>
                    <a:pt x="19041" y="8265"/>
                  </a:lnTo>
                  <a:lnTo>
                    <a:pt x="18916" y="8244"/>
                  </a:lnTo>
                  <a:lnTo>
                    <a:pt x="18748" y="8265"/>
                  </a:lnTo>
                  <a:lnTo>
                    <a:pt x="18644" y="8202"/>
                  </a:lnTo>
                  <a:lnTo>
                    <a:pt x="18644" y="8119"/>
                  </a:lnTo>
                  <a:lnTo>
                    <a:pt x="18748" y="8014"/>
                  </a:lnTo>
                  <a:lnTo>
                    <a:pt x="18853" y="7951"/>
                  </a:lnTo>
                  <a:lnTo>
                    <a:pt x="18916" y="8014"/>
                  </a:lnTo>
                  <a:lnTo>
                    <a:pt x="19020" y="8014"/>
                  </a:lnTo>
                  <a:lnTo>
                    <a:pt x="19167" y="7930"/>
                  </a:lnTo>
                  <a:lnTo>
                    <a:pt x="19439" y="7889"/>
                  </a:lnTo>
                  <a:lnTo>
                    <a:pt x="19564" y="7847"/>
                  </a:lnTo>
                  <a:lnTo>
                    <a:pt x="19648" y="7826"/>
                  </a:lnTo>
                  <a:lnTo>
                    <a:pt x="19711" y="7889"/>
                  </a:lnTo>
                  <a:lnTo>
                    <a:pt x="19794" y="7889"/>
                  </a:lnTo>
                  <a:lnTo>
                    <a:pt x="19878" y="7826"/>
                  </a:lnTo>
                  <a:lnTo>
                    <a:pt x="19962" y="7826"/>
                  </a:lnTo>
                  <a:lnTo>
                    <a:pt x="19962" y="7742"/>
                  </a:lnTo>
                  <a:lnTo>
                    <a:pt x="20004" y="7617"/>
                  </a:lnTo>
                  <a:lnTo>
                    <a:pt x="19878" y="7575"/>
                  </a:lnTo>
                  <a:lnTo>
                    <a:pt x="19815" y="7512"/>
                  </a:lnTo>
                  <a:lnTo>
                    <a:pt x="19836" y="7428"/>
                  </a:lnTo>
                  <a:lnTo>
                    <a:pt x="19836" y="7177"/>
                  </a:lnTo>
                  <a:lnTo>
                    <a:pt x="19899" y="6842"/>
                  </a:lnTo>
                  <a:lnTo>
                    <a:pt x="19899" y="6696"/>
                  </a:lnTo>
                  <a:lnTo>
                    <a:pt x="19962" y="6550"/>
                  </a:lnTo>
                  <a:lnTo>
                    <a:pt x="20004" y="6278"/>
                  </a:lnTo>
                  <a:lnTo>
                    <a:pt x="20213" y="6278"/>
                  </a:lnTo>
                  <a:lnTo>
                    <a:pt x="20422" y="6361"/>
                  </a:lnTo>
                  <a:lnTo>
                    <a:pt x="20589" y="6382"/>
                  </a:lnTo>
                  <a:lnTo>
                    <a:pt x="20820" y="6340"/>
                  </a:lnTo>
                  <a:lnTo>
                    <a:pt x="20882" y="6340"/>
                  </a:lnTo>
                  <a:lnTo>
                    <a:pt x="20924" y="6424"/>
                  </a:lnTo>
                  <a:lnTo>
                    <a:pt x="21008" y="6424"/>
                  </a:lnTo>
                  <a:lnTo>
                    <a:pt x="21071" y="6382"/>
                  </a:lnTo>
                  <a:lnTo>
                    <a:pt x="21154" y="6278"/>
                  </a:lnTo>
                  <a:lnTo>
                    <a:pt x="21280" y="6236"/>
                  </a:lnTo>
                  <a:lnTo>
                    <a:pt x="21447" y="6068"/>
                  </a:lnTo>
                  <a:lnTo>
                    <a:pt x="21447" y="6006"/>
                  </a:lnTo>
                  <a:lnTo>
                    <a:pt x="21343" y="5838"/>
                  </a:lnTo>
                  <a:lnTo>
                    <a:pt x="21238" y="5608"/>
                  </a:lnTo>
                  <a:lnTo>
                    <a:pt x="21238" y="5378"/>
                  </a:lnTo>
                  <a:lnTo>
                    <a:pt x="21259" y="5231"/>
                  </a:lnTo>
                  <a:lnTo>
                    <a:pt x="21343" y="5169"/>
                  </a:lnTo>
                  <a:lnTo>
                    <a:pt x="21531" y="5106"/>
                  </a:lnTo>
                  <a:lnTo>
                    <a:pt x="21594" y="4980"/>
                  </a:lnTo>
                  <a:lnTo>
                    <a:pt x="21552" y="4917"/>
                  </a:lnTo>
                  <a:lnTo>
                    <a:pt x="21573" y="4813"/>
                  </a:lnTo>
                  <a:lnTo>
                    <a:pt x="21698" y="4666"/>
                  </a:lnTo>
                  <a:lnTo>
                    <a:pt x="21803" y="4604"/>
                  </a:lnTo>
                  <a:lnTo>
                    <a:pt x="21908" y="4499"/>
                  </a:lnTo>
                  <a:lnTo>
                    <a:pt x="21887" y="4478"/>
                  </a:lnTo>
                  <a:lnTo>
                    <a:pt x="21866" y="4457"/>
                  </a:lnTo>
                  <a:lnTo>
                    <a:pt x="21698" y="4394"/>
                  </a:lnTo>
                  <a:lnTo>
                    <a:pt x="21573" y="4269"/>
                  </a:lnTo>
                  <a:lnTo>
                    <a:pt x="21489" y="4269"/>
                  </a:lnTo>
                  <a:lnTo>
                    <a:pt x="21447" y="4164"/>
                  </a:lnTo>
                  <a:lnTo>
                    <a:pt x="21489" y="4039"/>
                  </a:lnTo>
                  <a:lnTo>
                    <a:pt x="21447" y="3976"/>
                  </a:lnTo>
                  <a:lnTo>
                    <a:pt x="21343" y="4060"/>
                  </a:lnTo>
                  <a:lnTo>
                    <a:pt x="21259" y="4164"/>
                  </a:lnTo>
                  <a:lnTo>
                    <a:pt x="21154" y="4185"/>
                  </a:lnTo>
                  <a:lnTo>
                    <a:pt x="20861" y="4227"/>
                  </a:lnTo>
                  <a:lnTo>
                    <a:pt x="20799" y="4269"/>
                  </a:lnTo>
                  <a:lnTo>
                    <a:pt x="20757" y="4332"/>
                  </a:lnTo>
                  <a:lnTo>
                    <a:pt x="20652" y="4269"/>
                  </a:lnTo>
                  <a:lnTo>
                    <a:pt x="20548" y="4227"/>
                  </a:lnTo>
                  <a:lnTo>
                    <a:pt x="20506" y="4227"/>
                  </a:lnTo>
                  <a:lnTo>
                    <a:pt x="20485" y="4185"/>
                  </a:lnTo>
                  <a:lnTo>
                    <a:pt x="20422" y="4143"/>
                  </a:lnTo>
                  <a:lnTo>
                    <a:pt x="20401" y="4060"/>
                  </a:lnTo>
                  <a:lnTo>
                    <a:pt x="20359" y="3976"/>
                  </a:lnTo>
                  <a:lnTo>
                    <a:pt x="20401" y="3934"/>
                  </a:lnTo>
                  <a:lnTo>
                    <a:pt x="20401" y="3850"/>
                  </a:lnTo>
                  <a:lnTo>
                    <a:pt x="20317" y="3809"/>
                  </a:lnTo>
                  <a:lnTo>
                    <a:pt x="20276" y="3809"/>
                  </a:lnTo>
                  <a:lnTo>
                    <a:pt x="20129" y="3725"/>
                  </a:lnTo>
                  <a:lnTo>
                    <a:pt x="20004" y="3704"/>
                  </a:lnTo>
                  <a:lnTo>
                    <a:pt x="19962" y="3704"/>
                  </a:lnTo>
                  <a:lnTo>
                    <a:pt x="19899" y="3557"/>
                  </a:lnTo>
                  <a:lnTo>
                    <a:pt x="19794" y="3390"/>
                  </a:lnTo>
                  <a:lnTo>
                    <a:pt x="19648" y="3244"/>
                  </a:lnTo>
                  <a:lnTo>
                    <a:pt x="19460" y="3223"/>
                  </a:lnTo>
                  <a:lnTo>
                    <a:pt x="19250" y="3223"/>
                  </a:lnTo>
                  <a:lnTo>
                    <a:pt x="19062" y="3244"/>
                  </a:lnTo>
                  <a:lnTo>
                    <a:pt x="19041" y="3306"/>
                  </a:lnTo>
                  <a:lnTo>
                    <a:pt x="19083" y="3348"/>
                  </a:lnTo>
                  <a:lnTo>
                    <a:pt x="19062" y="3411"/>
                  </a:lnTo>
                  <a:lnTo>
                    <a:pt x="18936" y="3453"/>
                  </a:lnTo>
                  <a:lnTo>
                    <a:pt x="18853" y="3432"/>
                  </a:lnTo>
                  <a:lnTo>
                    <a:pt x="18727" y="3495"/>
                  </a:lnTo>
                  <a:lnTo>
                    <a:pt x="18560" y="3411"/>
                  </a:lnTo>
                  <a:lnTo>
                    <a:pt x="18497" y="3432"/>
                  </a:lnTo>
                  <a:lnTo>
                    <a:pt x="18413" y="3495"/>
                  </a:lnTo>
                  <a:lnTo>
                    <a:pt x="18309" y="3495"/>
                  </a:lnTo>
                  <a:lnTo>
                    <a:pt x="18204" y="3411"/>
                  </a:lnTo>
                  <a:lnTo>
                    <a:pt x="18079" y="3348"/>
                  </a:lnTo>
                  <a:lnTo>
                    <a:pt x="18079" y="3285"/>
                  </a:lnTo>
                  <a:lnTo>
                    <a:pt x="18100" y="3202"/>
                  </a:lnTo>
                  <a:lnTo>
                    <a:pt x="17911" y="3118"/>
                  </a:lnTo>
                  <a:lnTo>
                    <a:pt x="17828" y="3181"/>
                  </a:lnTo>
                  <a:lnTo>
                    <a:pt x="17828" y="3306"/>
                  </a:lnTo>
                  <a:lnTo>
                    <a:pt x="17869" y="3327"/>
                  </a:lnTo>
                  <a:lnTo>
                    <a:pt x="17828" y="3390"/>
                  </a:lnTo>
                  <a:lnTo>
                    <a:pt x="17744" y="3453"/>
                  </a:lnTo>
                  <a:lnTo>
                    <a:pt x="17597" y="3453"/>
                  </a:lnTo>
                  <a:lnTo>
                    <a:pt x="16175" y="1695"/>
                  </a:lnTo>
                  <a:lnTo>
                    <a:pt x="15170" y="921"/>
                  </a:lnTo>
                  <a:lnTo>
                    <a:pt x="15107" y="837"/>
                  </a:lnTo>
                  <a:lnTo>
                    <a:pt x="15191" y="816"/>
                  </a:lnTo>
                  <a:lnTo>
                    <a:pt x="15296" y="712"/>
                  </a:lnTo>
                  <a:lnTo>
                    <a:pt x="15296" y="607"/>
                  </a:lnTo>
                  <a:lnTo>
                    <a:pt x="15254" y="565"/>
                  </a:lnTo>
                  <a:lnTo>
                    <a:pt x="15087" y="607"/>
                  </a:lnTo>
                  <a:lnTo>
                    <a:pt x="14961" y="628"/>
                  </a:lnTo>
                  <a:lnTo>
                    <a:pt x="14877" y="733"/>
                  </a:lnTo>
                  <a:lnTo>
                    <a:pt x="14773" y="775"/>
                  </a:lnTo>
                  <a:lnTo>
                    <a:pt x="14647" y="900"/>
                  </a:lnTo>
                  <a:lnTo>
                    <a:pt x="14647" y="984"/>
                  </a:lnTo>
                  <a:lnTo>
                    <a:pt x="14563" y="1047"/>
                  </a:lnTo>
                  <a:lnTo>
                    <a:pt x="14522" y="1151"/>
                  </a:lnTo>
                  <a:lnTo>
                    <a:pt x="14417" y="1235"/>
                  </a:lnTo>
                  <a:lnTo>
                    <a:pt x="14229" y="1235"/>
                  </a:lnTo>
                  <a:lnTo>
                    <a:pt x="14124" y="1298"/>
                  </a:lnTo>
                  <a:lnTo>
                    <a:pt x="14145" y="1423"/>
                  </a:lnTo>
                  <a:lnTo>
                    <a:pt x="14061" y="1465"/>
                  </a:lnTo>
                  <a:lnTo>
                    <a:pt x="14019" y="1423"/>
                  </a:lnTo>
                  <a:lnTo>
                    <a:pt x="13789" y="1360"/>
                  </a:lnTo>
                  <a:lnTo>
                    <a:pt x="13643" y="1423"/>
                  </a:lnTo>
                  <a:lnTo>
                    <a:pt x="13601" y="1507"/>
                  </a:lnTo>
                  <a:lnTo>
                    <a:pt x="13517" y="1507"/>
                  </a:lnTo>
                  <a:lnTo>
                    <a:pt x="13434" y="1402"/>
                  </a:lnTo>
                  <a:lnTo>
                    <a:pt x="13434" y="1235"/>
                  </a:lnTo>
                  <a:lnTo>
                    <a:pt x="13517" y="1172"/>
                  </a:lnTo>
                  <a:lnTo>
                    <a:pt x="13538" y="1088"/>
                  </a:lnTo>
                  <a:lnTo>
                    <a:pt x="13496" y="1026"/>
                  </a:lnTo>
                  <a:lnTo>
                    <a:pt x="13413" y="1109"/>
                  </a:lnTo>
                  <a:lnTo>
                    <a:pt x="13329" y="1109"/>
                  </a:lnTo>
                  <a:lnTo>
                    <a:pt x="13120" y="1005"/>
                  </a:lnTo>
                  <a:lnTo>
                    <a:pt x="12994" y="1026"/>
                  </a:lnTo>
                  <a:lnTo>
                    <a:pt x="13015" y="1109"/>
                  </a:lnTo>
                  <a:lnTo>
                    <a:pt x="13078" y="1130"/>
                  </a:lnTo>
                  <a:lnTo>
                    <a:pt x="12994" y="1214"/>
                  </a:lnTo>
                  <a:lnTo>
                    <a:pt x="12952" y="1214"/>
                  </a:lnTo>
                  <a:lnTo>
                    <a:pt x="12869" y="1088"/>
                  </a:lnTo>
                  <a:lnTo>
                    <a:pt x="12848" y="900"/>
                  </a:lnTo>
                  <a:lnTo>
                    <a:pt x="12638" y="733"/>
                  </a:lnTo>
                  <a:lnTo>
                    <a:pt x="12597" y="775"/>
                  </a:lnTo>
                  <a:lnTo>
                    <a:pt x="12638" y="900"/>
                  </a:lnTo>
                  <a:lnTo>
                    <a:pt x="12638" y="984"/>
                  </a:lnTo>
                  <a:lnTo>
                    <a:pt x="12555" y="984"/>
                  </a:lnTo>
                  <a:lnTo>
                    <a:pt x="12513" y="879"/>
                  </a:lnTo>
                  <a:lnTo>
                    <a:pt x="12450" y="900"/>
                  </a:lnTo>
                  <a:lnTo>
                    <a:pt x="12429" y="1005"/>
                  </a:lnTo>
                  <a:lnTo>
                    <a:pt x="12366" y="1026"/>
                  </a:lnTo>
                  <a:lnTo>
                    <a:pt x="12262" y="942"/>
                  </a:lnTo>
                  <a:lnTo>
                    <a:pt x="12136" y="1026"/>
                  </a:lnTo>
                  <a:lnTo>
                    <a:pt x="12074" y="984"/>
                  </a:lnTo>
                  <a:lnTo>
                    <a:pt x="12032" y="879"/>
                  </a:lnTo>
                  <a:lnTo>
                    <a:pt x="12115" y="837"/>
                  </a:lnTo>
                  <a:lnTo>
                    <a:pt x="12136" y="796"/>
                  </a:lnTo>
                  <a:lnTo>
                    <a:pt x="12115" y="691"/>
                  </a:lnTo>
                  <a:lnTo>
                    <a:pt x="12136" y="586"/>
                  </a:lnTo>
                  <a:lnTo>
                    <a:pt x="12115" y="524"/>
                  </a:lnTo>
                  <a:lnTo>
                    <a:pt x="12032" y="482"/>
                  </a:lnTo>
                  <a:lnTo>
                    <a:pt x="11948" y="398"/>
                  </a:lnTo>
                  <a:lnTo>
                    <a:pt x="11927" y="272"/>
                  </a:lnTo>
                  <a:lnTo>
                    <a:pt x="11864" y="252"/>
                  </a:lnTo>
                  <a:lnTo>
                    <a:pt x="11822" y="84"/>
                  </a:lnTo>
                  <a:lnTo>
                    <a:pt x="11718" y="84"/>
                  </a:lnTo>
                  <a:lnTo>
                    <a:pt x="11592" y="126"/>
                  </a:lnTo>
                  <a:lnTo>
                    <a:pt x="11446" y="126"/>
                  </a:lnTo>
                  <a:lnTo>
                    <a:pt x="11299" y="42"/>
                  </a:lnTo>
                  <a:lnTo>
                    <a:pt x="11132" y="63"/>
                  </a:lnTo>
                  <a:lnTo>
                    <a:pt x="11006" y="0"/>
                  </a:lnTo>
                  <a:lnTo>
                    <a:pt x="10902" y="42"/>
                  </a:lnTo>
                  <a:lnTo>
                    <a:pt x="1086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60"/>
            <p:cNvSpPr/>
            <p:nvPr/>
          </p:nvSpPr>
          <p:spPr>
            <a:xfrm>
              <a:off x="4105619" y="2816249"/>
              <a:ext cx="110383" cy="65688"/>
            </a:xfrm>
            <a:custGeom>
              <a:rect b="b" l="l" r="r" t="t"/>
              <a:pathLst>
                <a:path extrusionOk="0" h="5776" w="9270">
                  <a:moveTo>
                    <a:pt x="1507" y="1"/>
                  </a:moveTo>
                  <a:lnTo>
                    <a:pt x="0" y="294"/>
                  </a:lnTo>
                  <a:lnTo>
                    <a:pt x="439" y="3014"/>
                  </a:lnTo>
                  <a:lnTo>
                    <a:pt x="732" y="3014"/>
                  </a:lnTo>
                  <a:lnTo>
                    <a:pt x="963" y="3035"/>
                  </a:lnTo>
                  <a:lnTo>
                    <a:pt x="1004" y="2909"/>
                  </a:lnTo>
                  <a:lnTo>
                    <a:pt x="900" y="2804"/>
                  </a:lnTo>
                  <a:lnTo>
                    <a:pt x="879" y="2595"/>
                  </a:lnTo>
                  <a:lnTo>
                    <a:pt x="983" y="2344"/>
                  </a:lnTo>
                  <a:lnTo>
                    <a:pt x="1172" y="2323"/>
                  </a:lnTo>
                  <a:lnTo>
                    <a:pt x="1276" y="2198"/>
                  </a:lnTo>
                  <a:lnTo>
                    <a:pt x="1402" y="2114"/>
                  </a:lnTo>
                  <a:lnTo>
                    <a:pt x="1527" y="2198"/>
                  </a:lnTo>
                  <a:lnTo>
                    <a:pt x="1611" y="2135"/>
                  </a:lnTo>
                  <a:lnTo>
                    <a:pt x="1507" y="2009"/>
                  </a:lnTo>
                  <a:lnTo>
                    <a:pt x="1779" y="2030"/>
                  </a:lnTo>
                  <a:lnTo>
                    <a:pt x="2155" y="2219"/>
                  </a:lnTo>
                  <a:lnTo>
                    <a:pt x="2511" y="2428"/>
                  </a:lnTo>
                  <a:lnTo>
                    <a:pt x="2532" y="2553"/>
                  </a:lnTo>
                  <a:lnTo>
                    <a:pt x="2971" y="2804"/>
                  </a:lnTo>
                  <a:lnTo>
                    <a:pt x="3306" y="2951"/>
                  </a:lnTo>
                  <a:lnTo>
                    <a:pt x="3390" y="2909"/>
                  </a:lnTo>
                  <a:lnTo>
                    <a:pt x="3515" y="2930"/>
                  </a:lnTo>
                  <a:lnTo>
                    <a:pt x="3766" y="3076"/>
                  </a:lnTo>
                  <a:lnTo>
                    <a:pt x="3871" y="3432"/>
                  </a:lnTo>
                  <a:lnTo>
                    <a:pt x="3976" y="3537"/>
                  </a:lnTo>
                  <a:lnTo>
                    <a:pt x="4017" y="3662"/>
                  </a:lnTo>
                  <a:lnTo>
                    <a:pt x="4143" y="3913"/>
                  </a:lnTo>
                  <a:lnTo>
                    <a:pt x="4352" y="3997"/>
                  </a:lnTo>
                  <a:lnTo>
                    <a:pt x="4729" y="4227"/>
                  </a:lnTo>
                  <a:lnTo>
                    <a:pt x="5126" y="4520"/>
                  </a:lnTo>
                  <a:lnTo>
                    <a:pt x="5545" y="4708"/>
                  </a:lnTo>
                  <a:lnTo>
                    <a:pt x="5921" y="5001"/>
                  </a:lnTo>
                  <a:lnTo>
                    <a:pt x="6235" y="5022"/>
                  </a:lnTo>
                  <a:lnTo>
                    <a:pt x="6319" y="5106"/>
                  </a:lnTo>
                  <a:lnTo>
                    <a:pt x="6403" y="5106"/>
                  </a:lnTo>
                  <a:lnTo>
                    <a:pt x="6612" y="5232"/>
                  </a:lnTo>
                  <a:lnTo>
                    <a:pt x="6612" y="5378"/>
                  </a:lnTo>
                  <a:lnTo>
                    <a:pt x="6633" y="5650"/>
                  </a:lnTo>
                  <a:lnTo>
                    <a:pt x="6821" y="5587"/>
                  </a:lnTo>
                  <a:lnTo>
                    <a:pt x="6926" y="5671"/>
                  </a:lnTo>
                  <a:lnTo>
                    <a:pt x="7009" y="5776"/>
                  </a:lnTo>
                  <a:lnTo>
                    <a:pt x="7072" y="5776"/>
                  </a:lnTo>
                  <a:lnTo>
                    <a:pt x="7177" y="5671"/>
                  </a:lnTo>
                  <a:lnTo>
                    <a:pt x="7281" y="5692"/>
                  </a:lnTo>
                  <a:lnTo>
                    <a:pt x="7323" y="5755"/>
                  </a:lnTo>
                  <a:lnTo>
                    <a:pt x="7365" y="5378"/>
                  </a:lnTo>
                  <a:lnTo>
                    <a:pt x="7491" y="5106"/>
                  </a:lnTo>
                  <a:lnTo>
                    <a:pt x="7553" y="5043"/>
                  </a:lnTo>
                  <a:lnTo>
                    <a:pt x="7533" y="4897"/>
                  </a:lnTo>
                  <a:lnTo>
                    <a:pt x="7407" y="4834"/>
                  </a:lnTo>
                  <a:lnTo>
                    <a:pt x="7344" y="4688"/>
                  </a:lnTo>
                  <a:lnTo>
                    <a:pt x="7386" y="4541"/>
                  </a:lnTo>
                  <a:lnTo>
                    <a:pt x="7365" y="4416"/>
                  </a:lnTo>
                  <a:lnTo>
                    <a:pt x="7219" y="4436"/>
                  </a:lnTo>
                  <a:lnTo>
                    <a:pt x="7114" y="4499"/>
                  </a:lnTo>
                  <a:lnTo>
                    <a:pt x="6947" y="4269"/>
                  </a:lnTo>
                  <a:lnTo>
                    <a:pt x="6947" y="4102"/>
                  </a:lnTo>
                  <a:lnTo>
                    <a:pt x="7072" y="3997"/>
                  </a:lnTo>
                  <a:lnTo>
                    <a:pt x="7344" y="4018"/>
                  </a:lnTo>
                  <a:lnTo>
                    <a:pt x="7449" y="3997"/>
                  </a:lnTo>
                  <a:lnTo>
                    <a:pt x="7449" y="3872"/>
                  </a:lnTo>
                  <a:lnTo>
                    <a:pt x="7679" y="3788"/>
                  </a:lnTo>
                  <a:lnTo>
                    <a:pt x="7637" y="3704"/>
                  </a:lnTo>
                  <a:lnTo>
                    <a:pt x="7574" y="3662"/>
                  </a:lnTo>
                  <a:lnTo>
                    <a:pt x="7846" y="3600"/>
                  </a:lnTo>
                  <a:lnTo>
                    <a:pt x="8014" y="3537"/>
                  </a:lnTo>
                  <a:lnTo>
                    <a:pt x="8056" y="3390"/>
                  </a:lnTo>
                  <a:lnTo>
                    <a:pt x="7867" y="3328"/>
                  </a:lnTo>
                  <a:lnTo>
                    <a:pt x="7867" y="3181"/>
                  </a:lnTo>
                  <a:lnTo>
                    <a:pt x="8014" y="3139"/>
                  </a:lnTo>
                  <a:lnTo>
                    <a:pt x="8181" y="3014"/>
                  </a:lnTo>
                  <a:lnTo>
                    <a:pt x="8286" y="3035"/>
                  </a:lnTo>
                  <a:lnTo>
                    <a:pt x="8453" y="2825"/>
                  </a:lnTo>
                  <a:lnTo>
                    <a:pt x="8600" y="2951"/>
                  </a:lnTo>
                  <a:lnTo>
                    <a:pt x="8621" y="3056"/>
                  </a:lnTo>
                  <a:lnTo>
                    <a:pt x="8914" y="3014"/>
                  </a:lnTo>
                  <a:lnTo>
                    <a:pt x="9123" y="3014"/>
                  </a:lnTo>
                  <a:lnTo>
                    <a:pt x="9269" y="2825"/>
                  </a:lnTo>
                  <a:lnTo>
                    <a:pt x="9248" y="2721"/>
                  </a:lnTo>
                  <a:lnTo>
                    <a:pt x="8955" y="2491"/>
                  </a:lnTo>
                  <a:lnTo>
                    <a:pt x="8893" y="2491"/>
                  </a:lnTo>
                  <a:lnTo>
                    <a:pt x="8893" y="2637"/>
                  </a:lnTo>
                  <a:lnTo>
                    <a:pt x="8788" y="2742"/>
                  </a:lnTo>
                  <a:lnTo>
                    <a:pt x="8683" y="2721"/>
                  </a:lnTo>
                  <a:lnTo>
                    <a:pt x="8579" y="2616"/>
                  </a:lnTo>
                  <a:lnTo>
                    <a:pt x="8307" y="2532"/>
                  </a:lnTo>
                  <a:lnTo>
                    <a:pt x="8202" y="2449"/>
                  </a:lnTo>
                  <a:lnTo>
                    <a:pt x="8286" y="2323"/>
                  </a:lnTo>
                  <a:lnTo>
                    <a:pt x="8453" y="2030"/>
                  </a:lnTo>
                  <a:lnTo>
                    <a:pt x="8453" y="1905"/>
                  </a:lnTo>
                  <a:lnTo>
                    <a:pt x="8369" y="1905"/>
                  </a:lnTo>
                  <a:lnTo>
                    <a:pt x="8265" y="2072"/>
                  </a:lnTo>
                  <a:lnTo>
                    <a:pt x="8160" y="2093"/>
                  </a:lnTo>
                  <a:lnTo>
                    <a:pt x="7909" y="2386"/>
                  </a:lnTo>
                  <a:lnTo>
                    <a:pt x="7846" y="2532"/>
                  </a:lnTo>
                  <a:lnTo>
                    <a:pt x="7784" y="2616"/>
                  </a:lnTo>
                  <a:lnTo>
                    <a:pt x="7658" y="2825"/>
                  </a:lnTo>
                  <a:lnTo>
                    <a:pt x="7449" y="3035"/>
                  </a:lnTo>
                  <a:lnTo>
                    <a:pt x="7365" y="3014"/>
                  </a:lnTo>
                  <a:lnTo>
                    <a:pt x="7114" y="2867"/>
                  </a:lnTo>
                  <a:lnTo>
                    <a:pt x="6926" y="2846"/>
                  </a:lnTo>
                  <a:lnTo>
                    <a:pt x="6737" y="2867"/>
                  </a:lnTo>
                  <a:lnTo>
                    <a:pt x="6486" y="3014"/>
                  </a:lnTo>
                  <a:lnTo>
                    <a:pt x="6361" y="3014"/>
                  </a:lnTo>
                  <a:lnTo>
                    <a:pt x="6131" y="2323"/>
                  </a:lnTo>
                  <a:lnTo>
                    <a:pt x="5712" y="2281"/>
                  </a:lnTo>
                  <a:lnTo>
                    <a:pt x="5691" y="1465"/>
                  </a:lnTo>
                  <a:lnTo>
                    <a:pt x="5503" y="1549"/>
                  </a:lnTo>
                  <a:lnTo>
                    <a:pt x="5356" y="1172"/>
                  </a:lnTo>
                  <a:lnTo>
                    <a:pt x="5064" y="963"/>
                  </a:lnTo>
                  <a:lnTo>
                    <a:pt x="4122" y="963"/>
                  </a:lnTo>
                  <a:lnTo>
                    <a:pt x="3264" y="1047"/>
                  </a:lnTo>
                  <a:lnTo>
                    <a:pt x="2762" y="754"/>
                  </a:lnTo>
                  <a:lnTo>
                    <a:pt x="2427" y="628"/>
                  </a:lnTo>
                  <a:lnTo>
                    <a:pt x="15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60"/>
            <p:cNvSpPr/>
            <p:nvPr/>
          </p:nvSpPr>
          <p:spPr>
            <a:xfrm>
              <a:off x="4085936" y="2839096"/>
              <a:ext cx="98666" cy="59262"/>
            </a:xfrm>
            <a:custGeom>
              <a:rect b="b" l="l" r="r" t="t"/>
              <a:pathLst>
                <a:path extrusionOk="0" h="5211" w="8286">
                  <a:moveTo>
                    <a:pt x="3160" y="0"/>
                  </a:moveTo>
                  <a:lnTo>
                    <a:pt x="3264" y="126"/>
                  </a:lnTo>
                  <a:lnTo>
                    <a:pt x="3180" y="189"/>
                  </a:lnTo>
                  <a:lnTo>
                    <a:pt x="3055" y="105"/>
                  </a:lnTo>
                  <a:lnTo>
                    <a:pt x="2929" y="189"/>
                  </a:lnTo>
                  <a:lnTo>
                    <a:pt x="2825" y="314"/>
                  </a:lnTo>
                  <a:lnTo>
                    <a:pt x="2636" y="335"/>
                  </a:lnTo>
                  <a:lnTo>
                    <a:pt x="2532" y="586"/>
                  </a:lnTo>
                  <a:lnTo>
                    <a:pt x="2553" y="795"/>
                  </a:lnTo>
                  <a:lnTo>
                    <a:pt x="2657" y="900"/>
                  </a:lnTo>
                  <a:lnTo>
                    <a:pt x="2616" y="1026"/>
                  </a:lnTo>
                  <a:lnTo>
                    <a:pt x="2385" y="1005"/>
                  </a:lnTo>
                  <a:lnTo>
                    <a:pt x="2092" y="1005"/>
                  </a:lnTo>
                  <a:lnTo>
                    <a:pt x="2009" y="1026"/>
                  </a:lnTo>
                  <a:lnTo>
                    <a:pt x="1779" y="1067"/>
                  </a:lnTo>
                  <a:lnTo>
                    <a:pt x="1402" y="628"/>
                  </a:lnTo>
                  <a:lnTo>
                    <a:pt x="983" y="398"/>
                  </a:lnTo>
                  <a:lnTo>
                    <a:pt x="628" y="335"/>
                  </a:lnTo>
                  <a:lnTo>
                    <a:pt x="335" y="440"/>
                  </a:lnTo>
                  <a:lnTo>
                    <a:pt x="0" y="754"/>
                  </a:lnTo>
                  <a:lnTo>
                    <a:pt x="0" y="816"/>
                  </a:lnTo>
                  <a:lnTo>
                    <a:pt x="84" y="900"/>
                  </a:lnTo>
                  <a:lnTo>
                    <a:pt x="126" y="963"/>
                  </a:lnTo>
                  <a:lnTo>
                    <a:pt x="209" y="1047"/>
                  </a:lnTo>
                  <a:lnTo>
                    <a:pt x="251" y="1151"/>
                  </a:lnTo>
                  <a:lnTo>
                    <a:pt x="356" y="1360"/>
                  </a:lnTo>
                  <a:lnTo>
                    <a:pt x="335" y="1528"/>
                  </a:lnTo>
                  <a:lnTo>
                    <a:pt x="293" y="1653"/>
                  </a:lnTo>
                  <a:lnTo>
                    <a:pt x="314" y="1946"/>
                  </a:lnTo>
                  <a:lnTo>
                    <a:pt x="356" y="2009"/>
                  </a:lnTo>
                  <a:lnTo>
                    <a:pt x="398" y="2093"/>
                  </a:lnTo>
                  <a:lnTo>
                    <a:pt x="607" y="2302"/>
                  </a:lnTo>
                  <a:lnTo>
                    <a:pt x="565" y="2218"/>
                  </a:lnTo>
                  <a:lnTo>
                    <a:pt x="523" y="2155"/>
                  </a:lnTo>
                  <a:lnTo>
                    <a:pt x="544" y="2114"/>
                  </a:lnTo>
                  <a:lnTo>
                    <a:pt x="732" y="2155"/>
                  </a:lnTo>
                  <a:lnTo>
                    <a:pt x="816" y="2093"/>
                  </a:lnTo>
                  <a:lnTo>
                    <a:pt x="858" y="2114"/>
                  </a:lnTo>
                  <a:lnTo>
                    <a:pt x="837" y="2260"/>
                  </a:lnTo>
                  <a:lnTo>
                    <a:pt x="858" y="2365"/>
                  </a:lnTo>
                  <a:lnTo>
                    <a:pt x="942" y="2323"/>
                  </a:lnTo>
                  <a:lnTo>
                    <a:pt x="983" y="2427"/>
                  </a:lnTo>
                  <a:lnTo>
                    <a:pt x="963" y="2490"/>
                  </a:lnTo>
                  <a:lnTo>
                    <a:pt x="858" y="2469"/>
                  </a:lnTo>
                  <a:lnTo>
                    <a:pt x="816" y="2469"/>
                  </a:lnTo>
                  <a:lnTo>
                    <a:pt x="753" y="2427"/>
                  </a:lnTo>
                  <a:lnTo>
                    <a:pt x="649" y="2511"/>
                  </a:lnTo>
                  <a:lnTo>
                    <a:pt x="649" y="2616"/>
                  </a:lnTo>
                  <a:lnTo>
                    <a:pt x="732" y="2699"/>
                  </a:lnTo>
                  <a:lnTo>
                    <a:pt x="711" y="2574"/>
                  </a:lnTo>
                  <a:lnTo>
                    <a:pt x="774" y="2574"/>
                  </a:lnTo>
                  <a:lnTo>
                    <a:pt x="837" y="2595"/>
                  </a:lnTo>
                  <a:lnTo>
                    <a:pt x="921" y="2616"/>
                  </a:lnTo>
                  <a:lnTo>
                    <a:pt x="963" y="2720"/>
                  </a:lnTo>
                  <a:lnTo>
                    <a:pt x="1130" y="2804"/>
                  </a:lnTo>
                  <a:lnTo>
                    <a:pt x="1172" y="2909"/>
                  </a:lnTo>
                  <a:lnTo>
                    <a:pt x="1151" y="3097"/>
                  </a:lnTo>
                  <a:lnTo>
                    <a:pt x="1172" y="3160"/>
                  </a:lnTo>
                  <a:lnTo>
                    <a:pt x="1172" y="3453"/>
                  </a:lnTo>
                  <a:lnTo>
                    <a:pt x="1235" y="3662"/>
                  </a:lnTo>
                  <a:lnTo>
                    <a:pt x="1339" y="3955"/>
                  </a:lnTo>
                  <a:lnTo>
                    <a:pt x="1444" y="3871"/>
                  </a:lnTo>
                  <a:lnTo>
                    <a:pt x="1716" y="3871"/>
                  </a:lnTo>
                  <a:lnTo>
                    <a:pt x="1779" y="3725"/>
                  </a:lnTo>
                  <a:lnTo>
                    <a:pt x="1862" y="3620"/>
                  </a:lnTo>
                  <a:lnTo>
                    <a:pt x="1967" y="3620"/>
                  </a:lnTo>
                  <a:lnTo>
                    <a:pt x="2197" y="3411"/>
                  </a:lnTo>
                  <a:lnTo>
                    <a:pt x="2427" y="3348"/>
                  </a:lnTo>
                  <a:lnTo>
                    <a:pt x="2636" y="3411"/>
                  </a:lnTo>
                  <a:lnTo>
                    <a:pt x="2699" y="3264"/>
                  </a:lnTo>
                  <a:lnTo>
                    <a:pt x="2804" y="3243"/>
                  </a:lnTo>
                  <a:lnTo>
                    <a:pt x="2929" y="3306"/>
                  </a:lnTo>
                  <a:lnTo>
                    <a:pt x="3055" y="3264"/>
                  </a:lnTo>
                  <a:lnTo>
                    <a:pt x="3264" y="3453"/>
                  </a:lnTo>
                  <a:lnTo>
                    <a:pt x="3432" y="3515"/>
                  </a:lnTo>
                  <a:lnTo>
                    <a:pt x="3766" y="3725"/>
                  </a:lnTo>
                  <a:lnTo>
                    <a:pt x="3871" y="3725"/>
                  </a:lnTo>
                  <a:lnTo>
                    <a:pt x="3955" y="3641"/>
                  </a:lnTo>
                  <a:lnTo>
                    <a:pt x="4185" y="3746"/>
                  </a:lnTo>
                  <a:lnTo>
                    <a:pt x="4310" y="3767"/>
                  </a:lnTo>
                  <a:lnTo>
                    <a:pt x="4331" y="3934"/>
                  </a:lnTo>
                  <a:lnTo>
                    <a:pt x="4394" y="3976"/>
                  </a:lnTo>
                  <a:lnTo>
                    <a:pt x="4520" y="3955"/>
                  </a:lnTo>
                  <a:lnTo>
                    <a:pt x="4729" y="3997"/>
                  </a:lnTo>
                  <a:lnTo>
                    <a:pt x="4959" y="4311"/>
                  </a:lnTo>
                  <a:lnTo>
                    <a:pt x="5231" y="4352"/>
                  </a:lnTo>
                  <a:lnTo>
                    <a:pt x="5357" y="4394"/>
                  </a:lnTo>
                  <a:lnTo>
                    <a:pt x="5461" y="4562"/>
                  </a:lnTo>
                  <a:lnTo>
                    <a:pt x="5419" y="4666"/>
                  </a:lnTo>
                  <a:lnTo>
                    <a:pt x="5461" y="4792"/>
                  </a:lnTo>
                  <a:lnTo>
                    <a:pt x="5461" y="4876"/>
                  </a:lnTo>
                  <a:lnTo>
                    <a:pt x="5524" y="4980"/>
                  </a:lnTo>
                  <a:lnTo>
                    <a:pt x="5566" y="4938"/>
                  </a:lnTo>
                  <a:lnTo>
                    <a:pt x="5691" y="4980"/>
                  </a:lnTo>
                  <a:lnTo>
                    <a:pt x="5775" y="5043"/>
                  </a:lnTo>
                  <a:lnTo>
                    <a:pt x="5880" y="5043"/>
                  </a:lnTo>
                  <a:lnTo>
                    <a:pt x="5963" y="4980"/>
                  </a:lnTo>
                  <a:lnTo>
                    <a:pt x="6047" y="4980"/>
                  </a:lnTo>
                  <a:lnTo>
                    <a:pt x="6173" y="5085"/>
                  </a:lnTo>
                  <a:lnTo>
                    <a:pt x="6214" y="5148"/>
                  </a:lnTo>
                  <a:lnTo>
                    <a:pt x="6277" y="5210"/>
                  </a:lnTo>
                  <a:lnTo>
                    <a:pt x="6319" y="5148"/>
                  </a:lnTo>
                  <a:lnTo>
                    <a:pt x="6486" y="5127"/>
                  </a:lnTo>
                  <a:lnTo>
                    <a:pt x="6570" y="5022"/>
                  </a:lnTo>
                  <a:lnTo>
                    <a:pt x="6591" y="4938"/>
                  </a:lnTo>
                  <a:lnTo>
                    <a:pt x="6675" y="4896"/>
                  </a:lnTo>
                  <a:lnTo>
                    <a:pt x="6633" y="4813"/>
                  </a:lnTo>
                  <a:lnTo>
                    <a:pt x="6821" y="4708"/>
                  </a:lnTo>
                  <a:lnTo>
                    <a:pt x="7030" y="4666"/>
                  </a:lnTo>
                  <a:lnTo>
                    <a:pt x="7051" y="4604"/>
                  </a:lnTo>
                  <a:lnTo>
                    <a:pt x="7135" y="4520"/>
                  </a:lnTo>
                  <a:lnTo>
                    <a:pt x="7240" y="4499"/>
                  </a:lnTo>
                  <a:lnTo>
                    <a:pt x="7261" y="4373"/>
                  </a:lnTo>
                  <a:lnTo>
                    <a:pt x="7261" y="4206"/>
                  </a:lnTo>
                  <a:lnTo>
                    <a:pt x="7407" y="4080"/>
                  </a:lnTo>
                  <a:lnTo>
                    <a:pt x="7407" y="3955"/>
                  </a:lnTo>
                  <a:lnTo>
                    <a:pt x="7344" y="3892"/>
                  </a:lnTo>
                  <a:lnTo>
                    <a:pt x="7365" y="3850"/>
                  </a:lnTo>
                  <a:lnTo>
                    <a:pt x="7428" y="3829"/>
                  </a:lnTo>
                  <a:lnTo>
                    <a:pt x="7470" y="3767"/>
                  </a:lnTo>
                  <a:lnTo>
                    <a:pt x="7637" y="3725"/>
                  </a:lnTo>
                  <a:lnTo>
                    <a:pt x="7679" y="3725"/>
                  </a:lnTo>
                  <a:lnTo>
                    <a:pt x="7846" y="3620"/>
                  </a:lnTo>
                  <a:lnTo>
                    <a:pt x="7993" y="3557"/>
                  </a:lnTo>
                  <a:lnTo>
                    <a:pt x="8098" y="3641"/>
                  </a:lnTo>
                  <a:lnTo>
                    <a:pt x="8244" y="3620"/>
                  </a:lnTo>
                  <a:lnTo>
                    <a:pt x="8265" y="3641"/>
                  </a:lnTo>
                  <a:lnTo>
                    <a:pt x="8286" y="3641"/>
                  </a:lnTo>
                  <a:lnTo>
                    <a:pt x="8265" y="3369"/>
                  </a:lnTo>
                  <a:lnTo>
                    <a:pt x="8265" y="3223"/>
                  </a:lnTo>
                  <a:lnTo>
                    <a:pt x="8056" y="3097"/>
                  </a:lnTo>
                  <a:lnTo>
                    <a:pt x="7972" y="3097"/>
                  </a:lnTo>
                  <a:lnTo>
                    <a:pt x="7888" y="3013"/>
                  </a:lnTo>
                  <a:lnTo>
                    <a:pt x="7574" y="2992"/>
                  </a:lnTo>
                  <a:lnTo>
                    <a:pt x="7198" y="2699"/>
                  </a:lnTo>
                  <a:lnTo>
                    <a:pt x="6779" y="2511"/>
                  </a:lnTo>
                  <a:lnTo>
                    <a:pt x="6382" y="2218"/>
                  </a:lnTo>
                  <a:lnTo>
                    <a:pt x="6005" y="1988"/>
                  </a:lnTo>
                  <a:lnTo>
                    <a:pt x="5796" y="1904"/>
                  </a:lnTo>
                  <a:lnTo>
                    <a:pt x="5670" y="1653"/>
                  </a:lnTo>
                  <a:lnTo>
                    <a:pt x="5629" y="1528"/>
                  </a:lnTo>
                  <a:lnTo>
                    <a:pt x="5524" y="1423"/>
                  </a:lnTo>
                  <a:lnTo>
                    <a:pt x="5419" y="1067"/>
                  </a:lnTo>
                  <a:lnTo>
                    <a:pt x="5168" y="921"/>
                  </a:lnTo>
                  <a:lnTo>
                    <a:pt x="5043" y="900"/>
                  </a:lnTo>
                  <a:lnTo>
                    <a:pt x="4959" y="942"/>
                  </a:lnTo>
                  <a:lnTo>
                    <a:pt x="4624" y="795"/>
                  </a:lnTo>
                  <a:lnTo>
                    <a:pt x="4185" y="544"/>
                  </a:lnTo>
                  <a:lnTo>
                    <a:pt x="4164" y="419"/>
                  </a:lnTo>
                  <a:lnTo>
                    <a:pt x="3808" y="210"/>
                  </a:lnTo>
                  <a:lnTo>
                    <a:pt x="3432" y="21"/>
                  </a:lnTo>
                  <a:lnTo>
                    <a:pt x="316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77" name="Google Shape;1877;p60"/>
            <p:cNvGrpSpPr/>
            <p:nvPr/>
          </p:nvGrpSpPr>
          <p:grpSpPr>
            <a:xfrm>
              <a:off x="4295710" y="3079670"/>
              <a:ext cx="14968" cy="27135"/>
              <a:chOff x="4842300" y="3099950"/>
              <a:chExt cx="31425" cy="59650"/>
            </a:xfrm>
          </p:grpSpPr>
          <p:sp>
            <p:nvSpPr>
              <p:cNvPr id="1878" name="Google Shape;1878;p60"/>
              <p:cNvSpPr/>
              <p:nvPr/>
            </p:nvSpPr>
            <p:spPr>
              <a:xfrm>
                <a:off x="4842300" y="3122950"/>
                <a:ext cx="2125" cy="6825"/>
              </a:xfrm>
              <a:custGeom>
                <a:rect b="b" l="l" r="r" t="t"/>
                <a:pathLst>
                  <a:path extrusionOk="0" h="273" w="85">
                    <a:moveTo>
                      <a:pt x="84" y="1"/>
                    </a:moveTo>
                    <a:lnTo>
                      <a:pt x="1" y="22"/>
                    </a:lnTo>
                    <a:lnTo>
                      <a:pt x="43" y="126"/>
                    </a:lnTo>
                    <a:lnTo>
                      <a:pt x="1" y="273"/>
                    </a:lnTo>
                    <a:lnTo>
                      <a:pt x="64" y="126"/>
                    </a:lnTo>
                    <a:lnTo>
                      <a:pt x="43" y="22"/>
                    </a:lnTo>
                    <a:lnTo>
                      <a:pt x="84" y="22"/>
                    </a:lnTo>
                    <a:lnTo>
                      <a:pt x="8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60"/>
              <p:cNvSpPr/>
              <p:nvPr/>
            </p:nvSpPr>
            <p:spPr>
              <a:xfrm>
                <a:off x="4842300" y="3106225"/>
                <a:ext cx="31425" cy="53375"/>
              </a:xfrm>
              <a:custGeom>
                <a:rect b="b" l="l" r="r" t="t"/>
                <a:pathLst>
                  <a:path extrusionOk="0" h="2135" w="1257">
                    <a:moveTo>
                      <a:pt x="273" y="0"/>
                    </a:moveTo>
                    <a:lnTo>
                      <a:pt x="273" y="21"/>
                    </a:lnTo>
                    <a:lnTo>
                      <a:pt x="294" y="42"/>
                    </a:lnTo>
                    <a:lnTo>
                      <a:pt x="273" y="63"/>
                    </a:lnTo>
                    <a:lnTo>
                      <a:pt x="252" y="105"/>
                    </a:lnTo>
                    <a:lnTo>
                      <a:pt x="252" y="126"/>
                    </a:lnTo>
                    <a:lnTo>
                      <a:pt x="252" y="209"/>
                    </a:lnTo>
                    <a:lnTo>
                      <a:pt x="189" y="314"/>
                    </a:lnTo>
                    <a:lnTo>
                      <a:pt x="147" y="272"/>
                    </a:lnTo>
                    <a:lnTo>
                      <a:pt x="84" y="230"/>
                    </a:lnTo>
                    <a:lnTo>
                      <a:pt x="1" y="230"/>
                    </a:lnTo>
                    <a:lnTo>
                      <a:pt x="1" y="251"/>
                    </a:lnTo>
                    <a:lnTo>
                      <a:pt x="84" y="272"/>
                    </a:lnTo>
                    <a:lnTo>
                      <a:pt x="105" y="335"/>
                    </a:lnTo>
                    <a:lnTo>
                      <a:pt x="84" y="356"/>
                    </a:lnTo>
                    <a:lnTo>
                      <a:pt x="147" y="461"/>
                    </a:lnTo>
                    <a:lnTo>
                      <a:pt x="147" y="628"/>
                    </a:lnTo>
                    <a:lnTo>
                      <a:pt x="84" y="691"/>
                    </a:lnTo>
                    <a:lnTo>
                      <a:pt x="64" y="942"/>
                    </a:lnTo>
                    <a:lnTo>
                      <a:pt x="84" y="1005"/>
                    </a:lnTo>
                    <a:lnTo>
                      <a:pt x="43" y="1046"/>
                    </a:lnTo>
                    <a:lnTo>
                      <a:pt x="84" y="1277"/>
                    </a:lnTo>
                    <a:lnTo>
                      <a:pt x="84" y="1360"/>
                    </a:lnTo>
                    <a:lnTo>
                      <a:pt x="168" y="1611"/>
                    </a:lnTo>
                    <a:lnTo>
                      <a:pt x="252" y="1925"/>
                    </a:lnTo>
                    <a:lnTo>
                      <a:pt x="315" y="2051"/>
                    </a:lnTo>
                    <a:lnTo>
                      <a:pt x="461" y="2134"/>
                    </a:lnTo>
                    <a:lnTo>
                      <a:pt x="587" y="2113"/>
                    </a:lnTo>
                    <a:lnTo>
                      <a:pt x="775" y="2093"/>
                    </a:lnTo>
                    <a:lnTo>
                      <a:pt x="942" y="2030"/>
                    </a:lnTo>
                    <a:lnTo>
                      <a:pt x="1131" y="1821"/>
                    </a:lnTo>
                    <a:lnTo>
                      <a:pt x="1214" y="1674"/>
                    </a:lnTo>
                    <a:lnTo>
                      <a:pt x="1256" y="1569"/>
                    </a:lnTo>
                    <a:lnTo>
                      <a:pt x="1235" y="1486"/>
                    </a:lnTo>
                    <a:lnTo>
                      <a:pt x="1256" y="1423"/>
                    </a:lnTo>
                    <a:lnTo>
                      <a:pt x="1256" y="1277"/>
                    </a:lnTo>
                    <a:lnTo>
                      <a:pt x="1235" y="1214"/>
                    </a:lnTo>
                    <a:lnTo>
                      <a:pt x="1256" y="1109"/>
                    </a:lnTo>
                    <a:lnTo>
                      <a:pt x="1152" y="1046"/>
                    </a:lnTo>
                    <a:lnTo>
                      <a:pt x="1089" y="795"/>
                    </a:lnTo>
                    <a:lnTo>
                      <a:pt x="1005" y="628"/>
                    </a:lnTo>
                    <a:lnTo>
                      <a:pt x="900" y="628"/>
                    </a:lnTo>
                    <a:lnTo>
                      <a:pt x="900" y="586"/>
                    </a:lnTo>
                    <a:lnTo>
                      <a:pt x="796" y="586"/>
                    </a:lnTo>
                    <a:lnTo>
                      <a:pt x="921" y="544"/>
                    </a:lnTo>
                    <a:lnTo>
                      <a:pt x="900" y="481"/>
                    </a:lnTo>
                    <a:lnTo>
                      <a:pt x="838" y="461"/>
                    </a:lnTo>
                    <a:lnTo>
                      <a:pt x="775" y="335"/>
                    </a:lnTo>
                    <a:lnTo>
                      <a:pt x="712" y="335"/>
                    </a:lnTo>
                    <a:lnTo>
                      <a:pt x="691" y="230"/>
                    </a:lnTo>
                    <a:lnTo>
                      <a:pt x="670" y="168"/>
                    </a:lnTo>
                    <a:lnTo>
                      <a:pt x="670" y="126"/>
                    </a:lnTo>
                    <a:lnTo>
                      <a:pt x="482" y="42"/>
                    </a:lnTo>
                    <a:lnTo>
                      <a:pt x="461" y="105"/>
                    </a:lnTo>
                    <a:lnTo>
                      <a:pt x="377" y="63"/>
                    </a:lnTo>
                    <a:lnTo>
                      <a:pt x="398" y="21"/>
                    </a:lnTo>
                    <a:lnTo>
                      <a:pt x="27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60"/>
              <p:cNvSpPr/>
              <p:nvPr/>
            </p:nvSpPr>
            <p:spPr>
              <a:xfrm>
                <a:off x="4844400" y="3099950"/>
                <a:ext cx="5250" cy="4725"/>
              </a:xfrm>
              <a:custGeom>
                <a:rect b="b" l="l" r="r" t="t"/>
                <a:pathLst>
                  <a:path extrusionOk="0" h="189" w="210">
                    <a:moveTo>
                      <a:pt x="189" y="0"/>
                    </a:moveTo>
                    <a:lnTo>
                      <a:pt x="0" y="42"/>
                    </a:lnTo>
                    <a:lnTo>
                      <a:pt x="0" y="105"/>
                    </a:lnTo>
                    <a:lnTo>
                      <a:pt x="126" y="188"/>
                    </a:lnTo>
                    <a:lnTo>
                      <a:pt x="126" y="147"/>
                    </a:lnTo>
                    <a:lnTo>
                      <a:pt x="168" y="147"/>
                    </a:lnTo>
                    <a:lnTo>
                      <a:pt x="210" y="42"/>
                    </a:lnTo>
                    <a:lnTo>
                      <a:pt x="1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60"/>
              <p:cNvSpPr/>
              <p:nvPr/>
            </p:nvSpPr>
            <p:spPr>
              <a:xfrm>
                <a:off x="4849625" y="3101500"/>
                <a:ext cx="7875" cy="6300"/>
              </a:xfrm>
              <a:custGeom>
                <a:rect b="b" l="l" r="r" t="t"/>
                <a:pathLst>
                  <a:path extrusionOk="0" h="252" w="315">
                    <a:moveTo>
                      <a:pt x="43" y="1"/>
                    </a:moveTo>
                    <a:lnTo>
                      <a:pt x="43" y="43"/>
                    </a:lnTo>
                    <a:lnTo>
                      <a:pt x="84" y="85"/>
                    </a:lnTo>
                    <a:lnTo>
                      <a:pt x="1" y="85"/>
                    </a:lnTo>
                    <a:lnTo>
                      <a:pt x="1" y="105"/>
                    </a:lnTo>
                    <a:lnTo>
                      <a:pt x="126" y="147"/>
                    </a:lnTo>
                    <a:lnTo>
                      <a:pt x="189" y="210"/>
                    </a:lnTo>
                    <a:lnTo>
                      <a:pt x="273" y="210"/>
                    </a:lnTo>
                    <a:lnTo>
                      <a:pt x="315" y="252"/>
                    </a:lnTo>
                    <a:lnTo>
                      <a:pt x="294" y="210"/>
                    </a:lnTo>
                    <a:lnTo>
                      <a:pt x="168" y="105"/>
                    </a:lnTo>
                    <a:lnTo>
                      <a:pt x="168" y="22"/>
                    </a:lnTo>
                    <a:lnTo>
                      <a:pt x="4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82" name="Google Shape;1882;p60"/>
            <p:cNvSpPr/>
            <p:nvPr/>
          </p:nvSpPr>
          <p:spPr>
            <a:xfrm>
              <a:off x="4210500" y="2911903"/>
              <a:ext cx="193104" cy="180152"/>
            </a:xfrm>
            <a:custGeom>
              <a:rect b="b" l="l" r="r" t="t"/>
              <a:pathLst>
                <a:path extrusionOk="0" h="15841" w="16217">
                  <a:moveTo>
                    <a:pt x="6906" y="15150"/>
                  </a:moveTo>
                  <a:lnTo>
                    <a:pt x="6927" y="15212"/>
                  </a:lnTo>
                  <a:lnTo>
                    <a:pt x="6927" y="15171"/>
                  </a:lnTo>
                  <a:lnTo>
                    <a:pt x="6906" y="15150"/>
                  </a:lnTo>
                  <a:close/>
                  <a:moveTo>
                    <a:pt x="3997" y="1"/>
                  </a:moveTo>
                  <a:lnTo>
                    <a:pt x="3914" y="147"/>
                  </a:lnTo>
                  <a:lnTo>
                    <a:pt x="3788" y="147"/>
                  </a:lnTo>
                  <a:lnTo>
                    <a:pt x="3600" y="294"/>
                  </a:lnTo>
                  <a:lnTo>
                    <a:pt x="3453" y="587"/>
                  </a:lnTo>
                  <a:lnTo>
                    <a:pt x="3391" y="629"/>
                  </a:lnTo>
                  <a:lnTo>
                    <a:pt x="3286" y="733"/>
                  </a:lnTo>
                  <a:lnTo>
                    <a:pt x="3223" y="733"/>
                  </a:lnTo>
                  <a:lnTo>
                    <a:pt x="3119" y="817"/>
                  </a:lnTo>
                  <a:lnTo>
                    <a:pt x="3014" y="838"/>
                  </a:lnTo>
                  <a:lnTo>
                    <a:pt x="2826" y="1026"/>
                  </a:lnTo>
                  <a:lnTo>
                    <a:pt x="2846" y="1089"/>
                  </a:lnTo>
                  <a:lnTo>
                    <a:pt x="2930" y="1298"/>
                  </a:lnTo>
                  <a:lnTo>
                    <a:pt x="2867" y="1570"/>
                  </a:lnTo>
                  <a:lnTo>
                    <a:pt x="2867" y="1717"/>
                  </a:lnTo>
                  <a:lnTo>
                    <a:pt x="2763" y="1779"/>
                  </a:lnTo>
                  <a:lnTo>
                    <a:pt x="2616" y="1968"/>
                  </a:lnTo>
                  <a:lnTo>
                    <a:pt x="2700" y="2031"/>
                  </a:lnTo>
                  <a:lnTo>
                    <a:pt x="2700" y="2135"/>
                  </a:lnTo>
                  <a:lnTo>
                    <a:pt x="2637" y="2261"/>
                  </a:lnTo>
                  <a:lnTo>
                    <a:pt x="2428" y="2365"/>
                  </a:lnTo>
                  <a:lnTo>
                    <a:pt x="2323" y="2554"/>
                  </a:lnTo>
                  <a:lnTo>
                    <a:pt x="2302" y="2721"/>
                  </a:lnTo>
                  <a:lnTo>
                    <a:pt x="2219" y="2867"/>
                  </a:lnTo>
                  <a:lnTo>
                    <a:pt x="1968" y="3035"/>
                  </a:lnTo>
                  <a:lnTo>
                    <a:pt x="1863" y="3391"/>
                  </a:lnTo>
                  <a:lnTo>
                    <a:pt x="1675" y="3600"/>
                  </a:lnTo>
                  <a:lnTo>
                    <a:pt x="1361" y="3600"/>
                  </a:lnTo>
                  <a:lnTo>
                    <a:pt x="1152" y="3725"/>
                  </a:lnTo>
                  <a:lnTo>
                    <a:pt x="1068" y="3704"/>
                  </a:lnTo>
                  <a:lnTo>
                    <a:pt x="1047" y="3600"/>
                  </a:lnTo>
                  <a:lnTo>
                    <a:pt x="922" y="3537"/>
                  </a:lnTo>
                  <a:lnTo>
                    <a:pt x="838" y="3600"/>
                  </a:lnTo>
                  <a:lnTo>
                    <a:pt x="733" y="3642"/>
                  </a:lnTo>
                  <a:lnTo>
                    <a:pt x="691" y="3746"/>
                  </a:lnTo>
                  <a:lnTo>
                    <a:pt x="545" y="3956"/>
                  </a:lnTo>
                  <a:lnTo>
                    <a:pt x="461" y="3976"/>
                  </a:lnTo>
                  <a:lnTo>
                    <a:pt x="357" y="4228"/>
                  </a:lnTo>
                  <a:lnTo>
                    <a:pt x="357" y="4374"/>
                  </a:lnTo>
                  <a:lnTo>
                    <a:pt x="461" y="4353"/>
                  </a:lnTo>
                  <a:lnTo>
                    <a:pt x="608" y="4395"/>
                  </a:lnTo>
                  <a:lnTo>
                    <a:pt x="670" y="4374"/>
                  </a:lnTo>
                  <a:lnTo>
                    <a:pt x="775" y="4374"/>
                  </a:lnTo>
                  <a:lnTo>
                    <a:pt x="859" y="4562"/>
                  </a:lnTo>
                  <a:lnTo>
                    <a:pt x="838" y="4688"/>
                  </a:lnTo>
                  <a:lnTo>
                    <a:pt x="859" y="4897"/>
                  </a:lnTo>
                  <a:lnTo>
                    <a:pt x="1068" y="5023"/>
                  </a:lnTo>
                  <a:lnTo>
                    <a:pt x="1173" y="5023"/>
                  </a:lnTo>
                  <a:lnTo>
                    <a:pt x="1256" y="5085"/>
                  </a:lnTo>
                  <a:lnTo>
                    <a:pt x="1214" y="5169"/>
                  </a:lnTo>
                  <a:lnTo>
                    <a:pt x="1340" y="5316"/>
                  </a:lnTo>
                  <a:lnTo>
                    <a:pt x="1466" y="5692"/>
                  </a:lnTo>
                  <a:lnTo>
                    <a:pt x="1445" y="5755"/>
                  </a:lnTo>
                  <a:lnTo>
                    <a:pt x="1486" y="5818"/>
                  </a:lnTo>
                  <a:lnTo>
                    <a:pt x="1382" y="5860"/>
                  </a:lnTo>
                  <a:lnTo>
                    <a:pt x="1256" y="5943"/>
                  </a:lnTo>
                  <a:lnTo>
                    <a:pt x="1194" y="5860"/>
                  </a:lnTo>
                  <a:lnTo>
                    <a:pt x="1256" y="5797"/>
                  </a:lnTo>
                  <a:lnTo>
                    <a:pt x="1256" y="5797"/>
                  </a:lnTo>
                  <a:lnTo>
                    <a:pt x="1131" y="5818"/>
                  </a:lnTo>
                  <a:lnTo>
                    <a:pt x="1068" y="5860"/>
                  </a:lnTo>
                  <a:lnTo>
                    <a:pt x="838" y="5964"/>
                  </a:lnTo>
                  <a:lnTo>
                    <a:pt x="440" y="5943"/>
                  </a:lnTo>
                  <a:lnTo>
                    <a:pt x="336" y="6006"/>
                  </a:lnTo>
                  <a:lnTo>
                    <a:pt x="252" y="5964"/>
                  </a:lnTo>
                  <a:lnTo>
                    <a:pt x="210" y="6111"/>
                  </a:lnTo>
                  <a:lnTo>
                    <a:pt x="126" y="6132"/>
                  </a:lnTo>
                  <a:lnTo>
                    <a:pt x="22" y="6215"/>
                  </a:lnTo>
                  <a:lnTo>
                    <a:pt x="1" y="6362"/>
                  </a:lnTo>
                  <a:lnTo>
                    <a:pt x="168" y="6257"/>
                  </a:lnTo>
                  <a:lnTo>
                    <a:pt x="336" y="6236"/>
                  </a:lnTo>
                  <a:lnTo>
                    <a:pt x="210" y="6320"/>
                  </a:lnTo>
                  <a:lnTo>
                    <a:pt x="106" y="6445"/>
                  </a:lnTo>
                  <a:lnTo>
                    <a:pt x="85" y="6571"/>
                  </a:lnTo>
                  <a:lnTo>
                    <a:pt x="147" y="6592"/>
                  </a:lnTo>
                  <a:lnTo>
                    <a:pt x="336" y="6780"/>
                  </a:lnTo>
                  <a:lnTo>
                    <a:pt x="691" y="6906"/>
                  </a:lnTo>
                  <a:lnTo>
                    <a:pt x="817" y="6885"/>
                  </a:lnTo>
                  <a:lnTo>
                    <a:pt x="963" y="6885"/>
                  </a:lnTo>
                  <a:lnTo>
                    <a:pt x="1194" y="6780"/>
                  </a:lnTo>
                  <a:lnTo>
                    <a:pt x="1194" y="6738"/>
                  </a:lnTo>
                  <a:lnTo>
                    <a:pt x="1194" y="6697"/>
                  </a:lnTo>
                  <a:lnTo>
                    <a:pt x="1214" y="6697"/>
                  </a:lnTo>
                  <a:lnTo>
                    <a:pt x="1340" y="6738"/>
                  </a:lnTo>
                  <a:lnTo>
                    <a:pt x="1298" y="6843"/>
                  </a:lnTo>
                  <a:lnTo>
                    <a:pt x="1256" y="6843"/>
                  </a:lnTo>
                  <a:lnTo>
                    <a:pt x="1152" y="6989"/>
                  </a:lnTo>
                  <a:lnTo>
                    <a:pt x="1068" y="6989"/>
                  </a:lnTo>
                  <a:lnTo>
                    <a:pt x="838" y="7178"/>
                  </a:lnTo>
                  <a:lnTo>
                    <a:pt x="838" y="7220"/>
                  </a:lnTo>
                  <a:lnTo>
                    <a:pt x="754" y="7199"/>
                  </a:lnTo>
                  <a:lnTo>
                    <a:pt x="733" y="7199"/>
                  </a:lnTo>
                  <a:lnTo>
                    <a:pt x="650" y="7261"/>
                  </a:lnTo>
                  <a:lnTo>
                    <a:pt x="566" y="7220"/>
                  </a:lnTo>
                  <a:lnTo>
                    <a:pt x="566" y="7115"/>
                  </a:lnTo>
                  <a:lnTo>
                    <a:pt x="503" y="7115"/>
                  </a:lnTo>
                  <a:lnTo>
                    <a:pt x="461" y="7094"/>
                  </a:lnTo>
                  <a:lnTo>
                    <a:pt x="419" y="7094"/>
                  </a:lnTo>
                  <a:lnTo>
                    <a:pt x="398" y="7178"/>
                  </a:lnTo>
                  <a:lnTo>
                    <a:pt x="419" y="7261"/>
                  </a:lnTo>
                  <a:lnTo>
                    <a:pt x="650" y="7492"/>
                  </a:lnTo>
                  <a:lnTo>
                    <a:pt x="733" y="7533"/>
                  </a:lnTo>
                  <a:lnTo>
                    <a:pt x="775" y="7533"/>
                  </a:lnTo>
                  <a:lnTo>
                    <a:pt x="817" y="7575"/>
                  </a:lnTo>
                  <a:lnTo>
                    <a:pt x="984" y="7826"/>
                  </a:lnTo>
                  <a:lnTo>
                    <a:pt x="1403" y="8161"/>
                  </a:lnTo>
                  <a:lnTo>
                    <a:pt x="1612" y="8224"/>
                  </a:lnTo>
                  <a:lnTo>
                    <a:pt x="1779" y="8161"/>
                  </a:lnTo>
                  <a:lnTo>
                    <a:pt x="2072" y="7994"/>
                  </a:lnTo>
                  <a:lnTo>
                    <a:pt x="2261" y="7889"/>
                  </a:lnTo>
                  <a:lnTo>
                    <a:pt x="2261" y="7826"/>
                  </a:lnTo>
                  <a:lnTo>
                    <a:pt x="2344" y="7722"/>
                  </a:lnTo>
                  <a:lnTo>
                    <a:pt x="2386" y="7513"/>
                  </a:lnTo>
                  <a:lnTo>
                    <a:pt x="2302" y="7408"/>
                  </a:lnTo>
                  <a:lnTo>
                    <a:pt x="2386" y="7199"/>
                  </a:lnTo>
                  <a:lnTo>
                    <a:pt x="2386" y="7094"/>
                  </a:lnTo>
                  <a:lnTo>
                    <a:pt x="2407" y="7010"/>
                  </a:lnTo>
                  <a:lnTo>
                    <a:pt x="2428" y="7094"/>
                  </a:lnTo>
                  <a:lnTo>
                    <a:pt x="2595" y="7094"/>
                  </a:lnTo>
                  <a:lnTo>
                    <a:pt x="2637" y="7115"/>
                  </a:lnTo>
                  <a:lnTo>
                    <a:pt x="2742" y="7073"/>
                  </a:lnTo>
                  <a:lnTo>
                    <a:pt x="2721" y="7115"/>
                  </a:lnTo>
                  <a:lnTo>
                    <a:pt x="2616" y="7220"/>
                  </a:lnTo>
                  <a:lnTo>
                    <a:pt x="2533" y="7199"/>
                  </a:lnTo>
                  <a:lnTo>
                    <a:pt x="2512" y="7220"/>
                  </a:lnTo>
                  <a:lnTo>
                    <a:pt x="2491" y="7366"/>
                  </a:lnTo>
                  <a:lnTo>
                    <a:pt x="2533" y="7429"/>
                  </a:lnTo>
                  <a:lnTo>
                    <a:pt x="2533" y="7533"/>
                  </a:lnTo>
                  <a:lnTo>
                    <a:pt x="2595" y="7575"/>
                  </a:lnTo>
                  <a:lnTo>
                    <a:pt x="2742" y="7533"/>
                  </a:lnTo>
                  <a:lnTo>
                    <a:pt x="2826" y="7575"/>
                  </a:lnTo>
                  <a:lnTo>
                    <a:pt x="2742" y="7575"/>
                  </a:lnTo>
                  <a:lnTo>
                    <a:pt x="2700" y="7617"/>
                  </a:lnTo>
                  <a:lnTo>
                    <a:pt x="2554" y="7701"/>
                  </a:lnTo>
                  <a:lnTo>
                    <a:pt x="2616" y="7952"/>
                  </a:lnTo>
                  <a:lnTo>
                    <a:pt x="2700" y="8015"/>
                  </a:lnTo>
                  <a:lnTo>
                    <a:pt x="2742" y="8203"/>
                  </a:lnTo>
                  <a:lnTo>
                    <a:pt x="2742" y="8349"/>
                  </a:lnTo>
                  <a:lnTo>
                    <a:pt x="2700" y="8475"/>
                  </a:lnTo>
                  <a:lnTo>
                    <a:pt x="2700" y="8580"/>
                  </a:lnTo>
                  <a:lnTo>
                    <a:pt x="2784" y="8642"/>
                  </a:lnTo>
                  <a:lnTo>
                    <a:pt x="2700" y="8684"/>
                  </a:lnTo>
                  <a:lnTo>
                    <a:pt x="2721" y="8873"/>
                  </a:lnTo>
                  <a:lnTo>
                    <a:pt x="2867" y="9186"/>
                  </a:lnTo>
                  <a:lnTo>
                    <a:pt x="2909" y="9291"/>
                  </a:lnTo>
                  <a:lnTo>
                    <a:pt x="2951" y="9375"/>
                  </a:lnTo>
                  <a:lnTo>
                    <a:pt x="2867" y="9396"/>
                  </a:lnTo>
                  <a:lnTo>
                    <a:pt x="2867" y="9521"/>
                  </a:lnTo>
                  <a:lnTo>
                    <a:pt x="3035" y="9730"/>
                  </a:lnTo>
                  <a:lnTo>
                    <a:pt x="2909" y="9730"/>
                  </a:lnTo>
                  <a:lnTo>
                    <a:pt x="3035" y="9919"/>
                  </a:lnTo>
                  <a:lnTo>
                    <a:pt x="3035" y="10086"/>
                  </a:lnTo>
                  <a:lnTo>
                    <a:pt x="3265" y="10546"/>
                  </a:lnTo>
                  <a:lnTo>
                    <a:pt x="3265" y="10860"/>
                  </a:lnTo>
                  <a:lnTo>
                    <a:pt x="3370" y="11132"/>
                  </a:lnTo>
                  <a:lnTo>
                    <a:pt x="3453" y="11174"/>
                  </a:lnTo>
                  <a:lnTo>
                    <a:pt x="3495" y="11342"/>
                  </a:lnTo>
                  <a:lnTo>
                    <a:pt x="3579" y="11383"/>
                  </a:lnTo>
                  <a:lnTo>
                    <a:pt x="3579" y="11467"/>
                  </a:lnTo>
                  <a:lnTo>
                    <a:pt x="3704" y="11697"/>
                  </a:lnTo>
                  <a:lnTo>
                    <a:pt x="3767" y="11718"/>
                  </a:lnTo>
                  <a:lnTo>
                    <a:pt x="3767" y="11781"/>
                  </a:lnTo>
                  <a:lnTo>
                    <a:pt x="3893" y="11969"/>
                  </a:lnTo>
                  <a:lnTo>
                    <a:pt x="3955" y="11969"/>
                  </a:lnTo>
                  <a:lnTo>
                    <a:pt x="3955" y="12178"/>
                  </a:lnTo>
                  <a:lnTo>
                    <a:pt x="3997" y="12241"/>
                  </a:lnTo>
                  <a:lnTo>
                    <a:pt x="4081" y="12388"/>
                  </a:lnTo>
                  <a:lnTo>
                    <a:pt x="4102" y="12555"/>
                  </a:lnTo>
                  <a:lnTo>
                    <a:pt x="4207" y="12827"/>
                  </a:lnTo>
                  <a:lnTo>
                    <a:pt x="4269" y="12932"/>
                  </a:lnTo>
                  <a:lnTo>
                    <a:pt x="4290" y="13162"/>
                  </a:lnTo>
                  <a:lnTo>
                    <a:pt x="4332" y="13225"/>
                  </a:lnTo>
                  <a:lnTo>
                    <a:pt x="4416" y="13371"/>
                  </a:lnTo>
                  <a:lnTo>
                    <a:pt x="4583" y="13539"/>
                  </a:lnTo>
                  <a:lnTo>
                    <a:pt x="4604" y="13539"/>
                  </a:lnTo>
                  <a:lnTo>
                    <a:pt x="4709" y="13685"/>
                  </a:lnTo>
                  <a:lnTo>
                    <a:pt x="4876" y="13894"/>
                  </a:lnTo>
                  <a:lnTo>
                    <a:pt x="4939" y="14083"/>
                  </a:lnTo>
                  <a:lnTo>
                    <a:pt x="5002" y="14229"/>
                  </a:lnTo>
                  <a:lnTo>
                    <a:pt x="5043" y="14271"/>
                  </a:lnTo>
                  <a:lnTo>
                    <a:pt x="5043" y="14375"/>
                  </a:lnTo>
                  <a:lnTo>
                    <a:pt x="5169" y="14606"/>
                  </a:lnTo>
                  <a:lnTo>
                    <a:pt x="5232" y="14815"/>
                  </a:lnTo>
                  <a:lnTo>
                    <a:pt x="5232" y="15045"/>
                  </a:lnTo>
                  <a:lnTo>
                    <a:pt x="5441" y="15484"/>
                  </a:lnTo>
                  <a:lnTo>
                    <a:pt x="5629" y="15673"/>
                  </a:lnTo>
                  <a:lnTo>
                    <a:pt x="5776" y="15798"/>
                  </a:lnTo>
                  <a:lnTo>
                    <a:pt x="5985" y="15840"/>
                  </a:lnTo>
                  <a:lnTo>
                    <a:pt x="6194" y="15673"/>
                  </a:lnTo>
                  <a:lnTo>
                    <a:pt x="6257" y="15547"/>
                  </a:lnTo>
                  <a:lnTo>
                    <a:pt x="6215" y="15484"/>
                  </a:lnTo>
                  <a:lnTo>
                    <a:pt x="6257" y="15464"/>
                  </a:lnTo>
                  <a:lnTo>
                    <a:pt x="6278" y="15422"/>
                  </a:lnTo>
                  <a:lnTo>
                    <a:pt x="6320" y="15317"/>
                  </a:lnTo>
                  <a:lnTo>
                    <a:pt x="6529" y="15212"/>
                  </a:lnTo>
                  <a:lnTo>
                    <a:pt x="6571" y="15212"/>
                  </a:lnTo>
                  <a:lnTo>
                    <a:pt x="6822" y="15129"/>
                  </a:lnTo>
                  <a:lnTo>
                    <a:pt x="6906" y="15150"/>
                  </a:lnTo>
                  <a:lnTo>
                    <a:pt x="6717" y="15045"/>
                  </a:lnTo>
                  <a:lnTo>
                    <a:pt x="6696" y="14961"/>
                  </a:lnTo>
                  <a:lnTo>
                    <a:pt x="6738" y="14919"/>
                  </a:lnTo>
                  <a:lnTo>
                    <a:pt x="6906" y="14710"/>
                  </a:lnTo>
                  <a:lnTo>
                    <a:pt x="6885" y="14647"/>
                  </a:lnTo>
                  <a:lnTo>
                    <a:pt x="6927" y="14543"/>
                  </a:lnTo>
                  <a:lnTo>
                    <a:pt x="7094" y="14522"/>
                  </a:lnTo>
                  <a:lnTo>
                    <a:pt x="7136" y="14543"/>
                  </a:lnTo>
                  <a:lnTo>
                    <a:pt x="7261" y="14522"/>
                  </a:lnTo>
                  <a:lnTo>
                    <a:pt x="7261" y="14375"/>
                  </a:lnTo>
                  <a:lnTo>
                    <a:pt x="7220" y="13894"/>
                  </a:lnTo>
                  <a:lnTo>
                    <a:pt x="7157" y="13811"/>
                  </a:lnTo>
                  <a:lnTo>
                    <a:pt x="7157" y="13580"/>
                  </a:lnTo>
                  <a:lnTo>
                    <a:pt x="7303" y="13329"/>
                  </a:lnTo>
                  <a:lnTo>
                    <a:pt x="7429" y="12953"/>
                  </a:lnTo>
                  <a:lnTo>
                    <a:pt x="7429" y="12660"/>
                  </a:lnTo>
                  <a:lnTo>
                    <a:pt x="7261" y="12618"/>
                  </a:lnTo>
                  <a:lnTo>
                    <a:pt x="7261" y="12178"/>
                  </a:lnTo>
                  <a:lnTo>
                    <a:pt x="7240" y="12011"/>
                  </a:lnTo>
                  <a:lnTo>
                    <a:pt x="7345" y="11906"/>
                  </a:lnTo>
                  <a:lnTo>
                    <a:pt x="7240" y="11614"/>
                  </a:lnTo>
                  <a:lnTo>
                    <a:pt x="7240" y="11404"/>
                  </a:lnTo>
                  <a:lnTo>
                    <a:pt x="7303" y="11300"/>
                  </a:lnTo>
                  <a:lnTo>
                    <a:pt x="7492" y="11132"/>
                  </a:lnTo>
                  <a:lnTo>
                    <a:pt x="7533" y="11132"/>
                  </a:lnTo>
                  <a:lnTo>
                    <a:pt x="7617" y="11195"/>
                  </a:lnTo>
                  <a:lnTo>
                    <a:pt x="7680" y="11237"/>
                  </a:lnTo>
                  <a:lnTo>
                    <a:pt x="7847" y="11028"/>
                  </a:lnTo>
                  <a:lnTo>
                    <a:pt x="7847" y="10881"/>
                  </a:lnTo>
                  <a:lnTo>
                    <a:pt x="7952" y="10818"/>
                  </a:lnTo>
                  <a:lnTo>
                    <a:pt x="8203" y="10839"/>
                  </a:lnTo>
                  <a:lnTo>
                    <a:pt x="8349" y="10756"/>
                  </a:lnTo>
                  <a:lnTo>
                    <a:pt x="8454" y="10609"/>
                  </a:lnTo>
                  <a:lnTo>
                    <a:pt x="8412" y="10463"/>
                  </a:lnTo>
                  <a:lnTo>
                    <a:pt x="8454" y="10358"/>
                  </a:lnTo>
                  <a:lnTo>
                    <a:pt x="8600" y="10212"/>
                  </a:lnTo>
                  <a:lnTo>
                    <a:pt x="8810" y="10149"/>
                  </a:lnTo>
                  <a:lnTo>
                    <a:pt x="8935" y="10023"/>
                  </a:lnTo>
                  <a:lnTo>
                    <a:pt x="9019" y="9877"/>
                  </a:lnTo>
                  <a:lnTo>
                    <a:pt x="9542" y="9479"/>
                  </a:lnTo>
                  <a:lnTo>
                    <a:pt x="9626" y="9186"/>
                  </a:lnTo>
                  <a:lnTo>
                    <a:pt x="10023" y="8852"/>
                  </a:lnTo>
                  <a:lnTo>
                    <a:pt x="9961" y="8831"/>
                  </a:lnTo>
                  <a:lnTo>
                    <a:pt x="9940" y="8852"/>
                  </a:lnTo>
                  <a:lnTo>
                    <a:pt x="9856" y="8893"/>
                  </a:lnTo>
                  <a:lnTo>
                    <a:pt x="9877" y="8747"/>
                  </a:lnTo>
                  <a:lnTo>
                    <a:pt x="9940" y="8747"/>
                  </a:lnTo>
                  <a:lnTo>
                    <a:pt x="10044" y="8663"/>
                  </a:lnTo>
                  <a:lnTo>
                    <a:pt x="10065" y="8663"/>
                  </a:lnTo>
                  <a:lnTo>
                    <a:pt x="10086" y="8684"/>
                  </a:lnTo>
                  <a:lnTo>
                    <a:pt x="10086" y="8747"/>
                  </a:lnTo>
                  <a:lnTo>
                    <a:pt x="10149" y="8789"/>
                  </a:lnTo>
                  <a:lnTo>
                    <a:pt x="10463" y="8621"/>
                  </a:lnTo>
                  <a:lnTo>
                    <a:pt x="10463" y="8559"/>
                  </a:lnTo>
                  <a:lnTo>
                    <a:pt x="10672" y="8412"/>
                  </a:lnTo>
                  <a:lnTo>
                    <a:pt x="10630" y="8329"/>
                  </a:lnTo>
                  <a:lnTo>
                    <a:pt x="10714" y="8329"/>
                  </a:lnTo>
                  <a:lnTo>
                    <a:pt x="10756" y="8224"/>
                  </a:lnTo>
                  <a:lnTo>
                    <a:pt x="10881" y="8119"/>
                  </a:lnTo>
                  <a:lnTo>
                    <a:pt x="10818" y="8098"/>
                  </a:lnTo>
                  <a:lnTo>
                    <a:pt x="10860" y="8057"/>
                  </a:lnTo>
                  <a:lnTo>
                    <a:pt x="10777" y="7931"/>
                  </a:lnTo>
                  <a:lnTo>
                    <a:pt x="10777" y="7847"/>
                  </a:lnTo>
                  <a:lnTo>
                    <a:pt x="10818" y="7743"/>
                  </a:lnTo>
                  <a:lnTo>
                    <a:pt x="10860" y="7680"/>
                  </a:lnTo>
                  <a:lnTo>
                    <a:pt x="10902" y="7617"/>
                  </a:lnTo>
                  <a:lnTo>
                    <a:pt x="11279" y="7492"/>
                  </a:lnTo>
                  <a:lnTo>
                    <a:pt x="11341" y="7387"/>
                  </a:lnTo>
                  <a:lnTo>
                    <a:pt x="11341" y="7303"/>
                  </a:lnTo>
                  <a:lnTo>
                    <a:pt x="11404" y="7220"/>
                  </a:lnTo>
                  <a:lnTo>
                    <a:pt x="11425" y="7178"/>
                  </a:lnTo>
                  <a:lnTo>
                    <a:pt x="11383" y="7115"/>
                  </a:lnTo>
                  <a:lnTo>
                    <a:pt x="11321" y="7115"/>
                  </a:lnTo>
                  <a:lnTo>
                    <a:pt x="11300" y="7073"/>
                  </a:lnTo>
                  <a:lnTo>
                    <a:pt x="11404" y="7073"/>
                  </a:lnTo>
                  <a:lnTo>
                    <a:pt x="11488" y="7157"/>
                  </a:lnTo>
                  <a:lnTo>
                    <a:pt x="11488" y="7261"/>
                  </a:lnTo>
                  <a:lnTo>
                    <a:pt x="11509" y="7387"/>
                  </a:lnTo>
                  <a:lnTo>
                    <a:pt x="11593" y="7408"/>
                  </a:lnTo>
                  <a:lnTo>
                    <a:pt x="11676" y="7408"/>
                  </a:lnTo>
                  <a:lnTo>
                    <a:pt x="11718" y="7366"/>
                  </a:lnTo>
                  <a:lnTo>
                    <a:pt x="11739" y="7387"/>
                  </a:lnTo>
                  <a:lnTo>
                    <a:pt x="11739" y="7324"/>
                  </a:lnTo>
                  <a:lnTo>
                    <a:pt x="11760" y="7282"/>
                  </a:lnTo>
                  <a:lnTo>
                    <a:pt x="11802" y="7324"/>
                  </a:lnTo>
                  <a:lnTo>
                    <a:pt x="11823" y="7492"/>
                  </a:lnTo>
                  <a:lnTo>
                    <a:pt x="11906" y="7513"/>
                  </a:lnTo>
                  <a:lnTo>
                    <a:pt x="11906" y="7429"/>
                  </a:lnTo>
                  <a:lnTo>
                    <a:pt x="11969" y="7533"/>
                  </a:lnTo>
                  <a:lnTo>
                    <a:pt x="12032" y="7429"/>
                  </a:lnTo>
                  <a:lnTo>
                    <a:pt x="11969" y="7303"/>
                  </a:lnTo>
                  <a:lnTo>
                    <a:pt x="12011" y="7303"/>
                  </a:lnTo>
                  <a:lnTo>
                    <a:pt x="11969" y="7115"/>
                  </a:lnTo>
                  <a:lnTo>
                    <a:pt x="11948" y="7010"/>
                  </a:lnTo>
                  <a:lnTo>
                    <a:pt x="11948" y="6864"/>
                  </a:lnTo>
                  <a:lnTo>
                    <a:pt x="11760" y="6634"/>
                  </a:lnTo>
                  <a:lnTo>
                    <a:pt x="11739" y="6445"/>
                  </a:lnTo>
                  <a:lnTo>
                    <a:pt x="11760" y="6341"/>
                  </a:lnTo>
                  <a:lnTo>
                    <a:pt x="11718" y="6215"/>
                  </a:lnTo>
                  <a:lnTo>
                    <a:pt x="11718" y="6027"/>
                  </a:lnTo>
                  <a:lnTo>
                    <a:pt x="11551" y="5839"/>
                  </a:lnTo>
                  <a:lnTo>
                    <a:pt x="11425" y="5797"/>
                  </a:lnTo>
                  <a:lnTo>
                    <a:pt x="11300" y="5629"/>
                  </a:lnTo>
                  <a:lnTo>
                    <a:pt x="11300" y="5399"/>
                  </a:lnTo>
                  <a:lnTo>
                    <a:pt x="11404" y="5378"/>
                  </a:lnTo>
                  <a:lnTo>
                    <a:pt x="11446" y="5211"/>
                  </a:lnTo>
                  <a:lnTo>
                    <a:pt x="11530" y="5169"/>
                  </a:lnTo>
                  <a:lnTo>
                    <a:pt x="11613" y="5190"/>
                  </a:lnTo>
                  <a:lnTo>
                    <a:pt x="11676" y="5127"/>
                  </a:lnTo>
                  <a:lnTo>
                    <a:pt x="11634" y="4981"/>
                  </a:lnTo>
                  <a:lnTo>
                    <a:pt x="11655" y="4918"/>
                  </a:lnTo>
                  <a:lnTo>
                    <a:pt x="11530" y="4897"/>
                  </a:lnTo>
                  <a:lnTo>
                    <a:pt x="11425" y="4960"/>
                  </a:lnTo>
                  <a:lnTo>
                    <a:pt x="11132" y="4855"/>
                  </a:lnTo>
                  <a:lnTo>
                    <a:pt x="11153" y="4709"/>
                  </a:lnTo>
                  <a:lnTo>
                    <a:pt x="11279" y="4583"/>
                  </a:lnTo>
                  <a:lnTo>
                    <a:pt x="11321" y="4437"/>
                  </a:lnTo>
                  <a:lnTo>
                    <a:pt x="11279" y="4374"/>
                  </a:lnTo>
                  <a:lnTo>
                    <a:pt x="11279" y="4290"/>
                  </a:lnTo>
                  <a:lnTo>
                    <a:pt x="11321" y="4290"/>
                  </a:lnTo>
                  <a:lnTo>
                    <a:pt x="11341" y="4228"/>
                  </a:lnTo>
                  <a:lnTo>
                    <a:pt x="11404" y="4269"/>
                  </a:lnTo>
                  <a:lnTo>
                    <a:pt x="11488" y="4374"/>
                  </a:lnTo>
                  <a:lnTo>
                    <a:pt x="11488" y="4437"/>
                  </a:lnTo>
                  <a:lnTo>
                    <a:pt x="11551" y="4541"/>
                  </a:lnTo>
                  <a:lnTo>
                    <a:pt x="11676" y="4562"/>
                  </a:lnTo>
                  <a:lnTo>
                    <a:pt x="11739" y="4541"/>
                  </a:lnTo>
                  <a:lnTo>
                    <a:pt x="11655" y="4479"/>
                  </a:lnTo>
                  <a:lnTo>
                    <a:pt x="11676" y="4395"/>
                  </a:lnTo>
                  <a:lnTo>
                    <a:pt x="11739" y="4395"/>
                  </a:lnTo>
                  <a:lnTo>
                    <a:pt x="11823" y="4479"/>
                  </a:lnTo>
                  <a:lnTo>
                    <a:pt x="11865" y="4541"/>
                  </a:lnTo>
                  <a:lnTo>
                    <a:pt x="11969" y="4583"/>
                  </a:lnTo>
                  <a:lnTo>
                    <a:pt x="12011" y="4541"/>
                  </a:lnTo>
                  <a:lnTo>
                    <a:pt x="12053" y="4541"/>
                  </a:lnTo>
                  <a:lnTo>
                    <a:pt x="12137" y="4667"/>
                  </a:lnTo>
                  <a:lnTo>
                    <a:pt x="12158" y="4792"/>
                  </a:lnTo>
                  <a:lnTo>
                    <a:pt x="12158" y="4876"/>
                  </a:lnTo>
                  <a:lnTo>
                    <a:pt x="12199" y="5002"/>
                  </a:lnTo>
                  <a:lnTo>
                    <a:pt x="12199" y="5085"/>
                  </a:lnTo>
                  <a:lnTo>
                    <a:pt x="12325" y="5127"/>
                  </a:lnTo>
                  <a:lnTo>
                    <a:pt x="12430" y="5106"/>
                  </a:lnTo>
                  <a:lnTo>
                    <a:pt x="12555" y="5169"/>
                  </a:lnTo>
                  <a:lnTo>
                    <a:pt x="12911" y="5169"/>
                  </a:lnTo>
                  <a:lnTo>
                    <a:pt x="13099" y="5190"/>
                  </a:lnTo>
                  <a:lnTo>
                    <a:pt x="13308" y="5169"/>
                  </a:lnTo>
                  <a:lnTo>
                    <a:pt x="13392" y="5169"/>
                  </a:lnTo>
                  <a:lnTo>
                    <a:pt x="13434" y="5190"/>
                  </a:lnTo>
                  <a:lnTo>
                    <a:pt x="13497" y="5169"/>
                  </a:lnTo>
                  <a:lnTo>
                    <a:pt x="13601" y="5274"/>
                  </a:lnTo>
                  <a:lnTo>
                    <a:pt x="13643" y="5295"/>
                  </a:lnTo>
                  <a:lnTo>
                    <a:pt x="13601" y="5420"/>
                  </a:lnTo>
                  <a:lnTo>
                    <a:pt x="13580" y="5546"/>
                  </a:lnTo>
                  <a:lnTo>
                    <a:pt x="13497" y="5755"/>
                  </a:lnTo>
                  <a:lnTo>
                    <a:pt x="13434" y="5797"/>
                  </a:lnTo>
                  <a:lnTo>
                    <a:pt x="13434" y="5860"/>
                  </a:lnTo>
                  <a:lnTo>
                    <a:pt x="13392" y="5922"/>
                  </a:lnTo>
                  <a:lnTo>
                    <a:pt x="13308" y="5922"/>
                  </a:lnTo>
                  <a:lnTo>
                    <a:pt x="13287" y="5860"/>
                  </a:lnTo>
                  <a:lnTo>
                    <a:pt x="13183" y="5943"/>
                  </a:lnTo>
                  <a:lnTo>
                    <a:pt x="13162" y="6027"/>
                  </a:lnTo>
                  <a:lnTo>
                    <a:pt x="13099" y="6048"/>
                  </a:lnTo>
                  <a:lnTo>
                    <a:pt x="13099" y="6132"/>
                  </a:lnTo>
                  <a:lnTo>
                    <a:pt x="13162" y="6278"/>
                  </a:lnTo>
                  <a:lnTo>
                    <a:pt x="13225" y="6341"/>
                  </a:lnTo>
                  <a:lnTo>
                    <a:pt x="13225" y="6383"/>
                  </a:lnTo>
                  <a:lnTo>
                    <a:pt x="13329" y="6487"/>
                  </a:lnTo>
                  <a:lnTo>
                    <a:pt x="13413" y="6592"/>
                  </a:lnTo>
                  <a:lnTo>
                    <a:pt x="13497" y="6592"/>
                  </a:lnTo>
                  <a:lnTo>
                    <a:pt x="13497" y="6529"/>
                  </a:lnTo>
                  <a:lnTo>
                    <a:pt x="13476" y="6466"/>
                  </a:lnTo>
                  <a:lnTo>
                    <a:pt x="13518" y="6383"/>
                  </a:lnTo>
                  <a:lnTo>
                    <a:pt x="13518" y="6341"/>
                  </a:lnTo>
                  <a:lnTo>
                    <a:pt x="13538" y="6278"/>
                  </a:lnTo>
                  <a:lnTo>
                    <a:pt x="13518" y="6236"/>
                  </a:lnTo>
                  <a:lnTo>
                    <a:pt x="13580" y="6173"/>
                  </a:lnTo>
                  <a:lnTo>
                    <a:pt x="13643" y="6236"/>
                  </a:lnTo>
                  <a:lnTo>
                    <a:pt x="13727" y="6236"/>
                  </a:lnTo>
                  <a:lnTo>
                    <a:pt x="13769" y="6278"/>
                  </a:lnTo>
                  <a:lnTo>
                    <a:pt x="13831" y="6362"/>
                  </a:lnTo>
                  <a:lnTo>
                    <a:pt x="13852" y="6529"/>
                  </a:lnTo>
                  <a:lnTo>
                    <a:pt x="13852" y="6655"/>
                  </a:lnTo>
                  <a:lnTo>
                    <a:pt x="13915" y="6738"/>
                  </a:lnTo>
                  <a:lnTo>
                    <a:pt x="13936" y="6969"/>
                  </a:lnTo>
                  <a:lnTo>
                    <a:pt x="13999" y="7115"/>
                  </a:lnTo>
                  <a:lnTo>
                    <a:pt x="14020" y="7199"/>
                  </a:lnTo>
                  <a:lnTo>
                    <a:pt x="14041" y="7261"/>
                  </a:lnTo>
                  <a:lnTo>
                    <a:pt x="14041" y="7303"/>
                  </a:lnTo>
                  <a:lnTo>
                    <a:pt x="14062" y="7366"/>
                  </a:lnTo>
                  <a:lnTo>
                    <a:pt x="14103" y="7387"/>
                  </a:lnTo>
                  <a:lnTo>
                    <a:pt x="14103" y="7303"/>
                  </a:lnTo>
                  <a:lnTo>
                    <a:pt x="14124" y="7199"/>
                  </a:lnTo>
                  <a:lnTo>
                    <a:pt x="14166" y="7220"/>
                  </a:lnTo>
                  <a:lnTo>
                    <a:pt x="14250" y="7199"/>
                  </a:lnTo>
                  <a:lnTo>
                    <a:pt x="14292" y="6989"/>
                  </a:lnTo>
                  <a:lnTo>
                    <a:pt x="14271" y="6885"/>
                  </a:lnTo>
                  <a:lnTo>
                    <a:pt x="14292" y="6759"/>
                  </a:lnTo>
                  <a:lnTo>
                    <a:pt x="14271" y="6592"/>
                  </a:lnTo>
                  <a:lnTo>
                    <a:pt x="14417" y="6592"/>
                  </a:lnTo>
                  <a:lnTo>
                    <a:pt x="14417" y="6383"/>
                  </a:lnTo>
                  <a:lnTo>
                    <a:pt x="14417" y="6257"/>
                  </a:lnTo>
                  <a:lnTo>
                    <a:pt x="14354" y="5964"/>
                  </a:lnTo>
                  <a:lnTo>
                    <a:pt x="14459" y="5964"/>
                  </a:lnTo>
                  <a:lnTo>
                    <a:pt x="14564" y="6006"/>
                  </a:lnTo>
                  <a:lnTo>
                    <a:pt x="14731" y="6006"/>
                  </a:lnTo>
                  <a:lnTo>
                    <a:pt x="14794" y="5797"/>
                  </a:lnTo>
                  <a:lnTo>
                    <a:pt x="14857" y="5546"/>
                  </a:lnTo>
                  <a:lnTo>
                    <a:pt x="14982" y="5232"/>
                  </a:lnTo>
                  <a:lnTo>
                    <a:pt x="14857" y="5190"/>
                  </a:lnTo>
                  <a:lnTo>
                    <a:pt x="14857" y="5085"/>
                  </a:lnTo>
                  <a:lnTo>
                    <a:pt x="15003" y="4813"/>
                  </a:lnTo>
                  <a:lnTo>
                    <a:pt x="15087" y="4583"/>
                  </a:lnTo>
                  <a:lnTo>
                    <a:pt x="15045" y="4541"/>
                  </a:lnTo>
                  <a:lnTo>
                    <a:pt x="15066" y="4374"/>
                  </a:lnTo>
                  <a:lnTo>
                    <a:pt x="15254" y="4081"/>
                  </a:lnTo>
                  <a:lnTo>
                    <a:pt x="15380" y="4039"/>
                  </a:lnTo>
                  <a:lnTo>
                    <a:pt x="15505" y="3872"/>
                  </a:lnTo>
                  <a:lnTo>
                    <a:pt x="15568" y="3725"/>
                  </a:lnTo>
                  <a:lnTo>
                    <a:pt x="15777" y="3663"/>
                  </a:lnTo>
                  <a:lnTo>
                    <a:pt x="15924" y="3558"/>
                  </a:lnTo>
                  <a:lnTo>
                    <a:pt x="16007" y="3642"/>
                  </a:lnTo>
                  <a:lnTo>
                    <a:pt x="16133" y="3704"/>
                  </a:lnTo>
                  <a:lnTo>
                    <a:pt x="16112" y="3600"/>
                  </a:lnTo>
                  <a:lnTo>
                    <a:pt x="16112" y="3432"/>
                  </a:lnTo>
                  <a:lnTo>
                    <a:pt x="16217" y="3328"/>
                  </a:lnTo>
                  <a:lnTo>
                    <a:pt x="16196" y="3244"/>
                  </a:lnTo>
                  <a:lnTo>
                    <a:pt x="16154" y="3223"/>
                  </a:lnTo>
                  <a:lnTo>
                    <a:pt x="16091" y="3119"/>
                  </a:lnTo>
                  <a:lnTo>
                    <a:pt x="15987" y="3077"/>
                  </a:lnTo>
                  <a:lnTo>
                    <a:pt x="15903" y="3119"/>
                  </a:lnTo>
                  <a:lnTo>
                    <a:pt x="15777" y="3098"/>
                  </a:lnTo>
                  <a:lnTo>
                    <a:pt x="15735" y="2993"/>
                  </a:lnTo>
                  <a:lnTo>
                    <a:pt x="15840" y="2888"/>
                  </a:lnTo>
                  <a:lnTo>
                    <a:pt x="15840" y="2805"/>
                  </a:lnTo>
                  <a:lnTo>
                    <a:pt x="15777" y="2700"/>
                  </a:lnTo>
                  <a:lnTo>
                    <a:pt x="15735" y="2616"/>
                  </a:lnTo>
                  <a:lnTo>
                    <a:pt x="15673" y="2658"/>
                  </a:lnTo>
                  <a:lnTo>
                    <a:pt x="15589" y="2658"/>
                  </a:lnTo>
                  <a:lnTo>
                    <a:pt x="15526" y="2575"/>
                  </a:lnTo>
                  <a:lnTo>
                    <a:pt x="15610" y="2407"/>
                  </a:lnTo>
                  <a:lnTo>
                    <a:pt x="15589" y="2365"/>
                  </a:lnTo>
                  <a:lnTo>
                    <a:pt x="15505" y="2365"/>
                  </a:lnTo>
                  <a:lnTo>
                    <a:pt x="15463" y="2282"/>
                  </a:lnTo>
                  <a:lnTo>
                    <a:pt x="15380" y="2261"/>
                  </a:lnTo>
                  <a:lnTo>
                    <a:pt x="15108" y="2407"/>
                  </a:lnTo>
                  <a:lnTo>
                    <a:pt x="15150" y="2512"/>
                  </a:lnTo>
                  <a:lnTo>
                    <a:pt x="15066" y="2575"/>
                  </a:lnTo>
                  <a:lnTo>
                    <a:pt x="14857" y="2491"/>
                  </a:lnTo>
                  <a:lnTo>
                    <a:pt x="14689" y="2554"/>
                  </a:lnTo>
                  <a:lnTo>
                    <a:pt x="14585" y="2386"/>
                  </a:lnTo>
                  <a:lnTo>
                    <a:pt x="14459" y="2491"/>
                  </a:lnTo>
                  <a:lnTo>
                    <a:pt x="14375" y="2491"/>
                  </a:lnTo>
                  <a:lnTo>
                    <a:pt x="14375" y="2616"/>
                  </a:lnTo>
                  <a:lnTo>
                    <a:pt x="14271" y="2784"/>
                  </a:lnTo>
                  <a:lnTo>
                    <a:pt x="14041" y="2826"/>
                  </a:lnTo>
                  <a:lnTo>
                    <a:pt x="13936" y="2867"/>
                  </a:lnTo>
                  <a:lnTo>
                    <a:pt x="13831" y="2972"/>
                  </a:lnTo>
                  <a:lnTo>
                    <a:pt x="13769" y="3098"/>
                  </a:lnTo>
                  <a:lnTo>
                    <a:pt x="13685" y="3119"/>
                  </a:lnTo>
                  <a:lnTo>
                    <a:pt x="13685" y="3202"/>
                  </a:lnTo>
                  <a:lnTo>
                    <a:pt x="13580" y="3181"/>
                  </a:lnTo>
                  <a:lnTo>
                    <a:pt x="13497" y="3223"/>
                  </a:lnTo>
                  <a:lnTo>
                    <a:pt x="13434" y="3391"/>
                  </a:lnTo>
                  <a:lnTo>
                    <a:pt x="13329" y="3391"/>
                  </a:lnTo>
                  <a:lnTo>
                    <a:pt x="13120" y="3432"/>
                  </a:lnTo>
                  <a:lnTo>
                    <a:pt x="13057" y="3432"/>
                  </a:lnTo>
                  <a:lnTo>
                    <a:pt x="13015" y="3600"/>
                  </a:lnTo>
                  <a:lnTo>
                    <a:pt x="13015" y="3704"/>
                  </a:lnTo>
                  <a:lnTo>
                    <a:pt x="13204" y="3767"/>
                  </a:lnTo>
                  <a:lnTo>
                    <a:pt x="13204" y="3935"/>
                  </a:lnTo>
                  <a:lnTo>
                    <a:pt x="13204" y="4039"/>
                  </a:lnTo>
                  <a:lnTo>
                    <a:pt x="12974" y="4123"/>
                  </a:lnTo>
                  <a:lnTo>
                    <a:pt x="12806" y="4081"/>
                  </a:lnTo>
                  <a:lnTo>
                    <a:pt x="12597" y="4144"/>
                  </a:lnTo>
                  <a:lnTo>
                    <a:pt x="12492" y="4081"/>
                  </a:lnTo>
                  <a:lnTo>
                    <a:pt x="12367" y="4123"/>
                  </a:lnTo>
                  <a:lnTo>
                    <a:pt x="12262" y="4248"/>
                  </a:lnTo>
                  <a:lnTo>
                    <a:pt x="12116" y="4248"/>
                  </a:lnTo>
                  <a:lnTo>
                    <a:pt x="11823" y="4081"/>
                  </a:lnTo>
                  <a:lnTo>
                    <a:pt x="11739" y="4144"/>
                  </a:lnTo>
                  <a:lnTo>
                    <a:pt x="11530" y="4123"/>
                  </a:lnTo>
                  <a:lnTo>
                    <a:pt x="11425" y="3935"/>
                  </a:lnTo>
                  <a:lnTo>
                    <a:pt x="11488" y="3830"/>
                  </a:lnTo>
                  <a:lnTo>
                    <a:pt x="11488" y="3704"/>
                  </a:lnTo>
                  <a:lnTo>
                    <a:pt x="11383" y="3621"/>
                  </a:lnTo>
                  <a:lnTo>
                    <a:pt x="11341" y="3453"/>
                  </a:lnTo>
                  <a:lnTo>
                    <a:pt x="11300" y="3349"/>
                  </a:lnTo>
                  <a:lnTo>
                    <a:pt x="11153" y="3349"/>
                  </a:lnTo>
                  <a:lnTo>
                    <a:pt x="11069" y="3453"/>
                  </a:lnTo>
                  <a:lnTo>
                    <a:pt x="11028" y="3453"/>
                  </a:lnTo>
                  <a:lnTo>
                    <a:pt x="11090" y="3600"/>
                  </a:lnTo>
                  <a:lnTo>
                    <a:pt x="11028" y="3851"/>
                  </a:lnTo>
                  <a:lnTo>
                    <a:pt x="11132" y="4081"/>
                  </a:lnTo>
                  <a:lnTo>
                    <a:pt x="11090" y="4353"/>
                  </a:lnTo>
                  <a:lnTo>
                    <a:pt x="10756" y="4437"/>
                  </a:lnTo>
                  <a:lnTo>
                    <a:pt x="10505" y="4290"/>
                  </a:lnTo>
                  <a:lnTo>
                    <a:pt x="10400" y="4374"/>
                  </a:lnTo>
                  <a:lnTo>
                    <a:pt x="9919" y="4186"/>
                  </a:lnTo>
                  <a:lnTo>
                    <a:pt x="9709" y="4186"/>
                  </a:lnTo>
                  <a:lnTo>
                    <a:pt x="9584" y="4248"/>
                  </a:lnTo>
                  <a:lnTo>
                    <a:pt x="9291" y="4165"/>
                  </a:lnTo>
                  <a:lnTo>
                    <a:pt x="9124" y="4039"/>
                  </a:lnTo>
                  <a:lnTo>
                    <a:pt x="9103" y="3872"/>
                  </a:lnTo>
                  <a:lnTo>
                    <a:pt x="8810" y="3830"/>
                  </a:lnTo>
                  <a:lnTo>
                    <a:pt x="8517" y="3914"/>
                  </a:lnTo>
                  <a:lnTo>
                    <a:pt x="8412" y="3830"/>
                  </a:lnTo>
                  <a:lnTo>
                    <a:pt x="8140" y="3830"/>
                  </a:lnTo>
                  <a:lnTo>
                    <a:pt x="7952" y="3725"/>
                  </a:lnTo>
                  <a:lnTo>
                    <a:pt x="7784" y="3725"/>
                  </a:lnTo>
                  <a:lnTo>
                    <a:pt x="7680" y="3642"/>
                  </a:lnTo>
                  <a:lnTo>
                    <a:pt x="7450" y="3600"/>
                  </a:lnTo>
                  <a:lnTo>
                    <a:pt x="7261" y="3391"/>
                  </a:lnTo>
                  <a:lnTo>
                    <a:pt x="7010" y="3202"/>
                  </a:lnTo>
                  <a:lnTo>
                    <a:pt x="6801" y="3139"/>
                  </a:lnTo>
                  <a:lnTo>
                    <a:pt x="6717" y="3077"/>
                  </a:lnTo>
                  <a:lnTo>
                    <a:pt x="6613" y="3077"/>
                  </a:lnTo>
                  <a:lnTo>
                    <a:pt x="6508" y="2993"/>
                  </a:lnTo>
                  <a:lnTo>
                    <a:pt x="6383" y="2972"/>
                  </a:lnTo>
                  <a:lnTo>
                    <a:pt x="6362" y="2826"/>
                  </a:lnTo>
                  <a:lnTo>
                    <a:pt x="6487" y="2616"/>
                  </a:lnTo>
                  <a:lnTo>
                    <a:pt x="6487" y="2449"/>
                  </a:lnTo>
                  <a:lnTo>
                    <a:pt x="6571" y="2135"/>
                  </a:lnTo>
                  <a:lnTo>
                    <a:pt x="6571" y="1926"/>
                  </a:lnTo>
                  <a:lnTo>
                    <a:pt x="6529" y="1947"/>
                  </a:lnTo>
                  <a:lnTo>
                    <a:pt x="6508" y="1842"/>
                  </a:lnTo>
                  <a:lnTo>
                    <a:pt x="6404" y="1842"/>
                  </a:lnTo>
                  <a:lnTo>
                    <a:pt x="6320" y="1675"/>
                  </a:lnTo>
                  <a:lnTo>
                    <a:pt x="6257" y="1654"/>
                  </a:lnTo>
                  <a:lnTo>
                    <a:pt x="6152" y="1549"/>
                  </a:lnTo>
                  <a:lnTo>
                    <a:pt x="6006" y="1528"/>
                  </a:lnTo>
                  <a:lnTo>
                    <a:pt x="5964" y="1445"/>
                  </a:lnTo>
                  <a:lnTo>
                    <a:pt x="5839" y="1445"/>
                  </a:lnTo>
                  <a:lnTo>
                    <a:pt x="5755" y="1549"/>
                  </a:lnTo>
                  <a:lnTo>
                    <a:pt x="5629" y="1507"/>
                  </a:lnTo>
                  <a:lnTo>
                    <a:pt x="5587" y="1361"/>
                  </a:lnTo>
                  <a:lnTo>
                    <a:pt x="5546" y="1361"/>
                  </a:lnTo>
                  <a:lnTo>
                    <a:pt x="5546" y="1256"/>
                  </a:lnTo>
                  <a:lnTo>
                    <a:pt x="5462" y="1152"/>
                  </a:lnTo>
                  <a:lnTo>
                    <a:pt x="5399" y="1131"/>
                  </a:lnTo>
                  <a:lnTo>
                    <a:pt x="5441" y="1047"/>
                  </a:lnTo>
                  <a:lnTo>
                    <a:pt x="5378" y="943"/>
                  </a:lnTo>
                  <a:lnTo>
                    <a:pt x="5399" y="712"/>
                  </a:lnTo>
                  <a:lnTo>
                    <a:pt x="5253" y="629"/>
                  </a:lnTo>
                  <a:lnTo>
                    <a:pt x="5232" y="566"/>
                  </a:lnTo>
                  <a:lnTo>
                    <a:pt x="5211" y="482"/>
                  </a:lnTo>
                  <a:lnTo>
                    <a:pt x="4960" y="357"/>
                  </a:lnTo>
                  <a:lnTo>
                    <a:pt x="4813" y="357"/>
                  </a:lnTo>
                  <a:lnTo>
                    <a:pt x="4751" y="189"/>
                  </a:lnTo>
                  <a:lnTo>
                    <a:pt x="4604" y="106"/>
                  </a:lnTo>
                  <a:lnTo>
                    <a:pt x="4437" y="210"/>
                  </a:lnTo>
                  <a:lnTo>
                    <a:pt x="412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60"/>
            <p:cNvSpPr/>
            <p:nvPr/>
          </p:nvSpPr>
          <p:spPr>
            <a:xfrm>
              <a:off x="4286244" y="2933329"/>
              <a:ext cx="56823" cy="29034"/>
            </a:xfrm>
            <a:custGeom>
              <a:rect b="b" l="l" r="r" t="t"/>
              <a:pathLst>
                <a:path extrusionOk="0" h="2553" w="4772">
                  <a:moveTo>
                    <a:pt x="231" y="0"/>
                  </a:moveTo>
                  <a:lnTo>
                    <a:pt x="210" y="42"/>
                  </a:lnTo>
                  <a:lnTo>
                    <a:pt x="210" y="251"/>
                  </a:lnTo>
                  <a:lnTo>
                    <a:pt x="126" y="565"/>
                  </a:lnTo>
                  <a:lnTo>
                    <a:pt x="126" y="732"/>
                  </a:lnTo>
                  <a:lnTo>
                    <a:pt x="1" y="942"/>
                  </a:lnTo>
                  <a:lnTo>
                    <a:pt x="22" y="1088"/>
                  </a:lnTo>
                  <a:lnTo>
                    <a:pt x="147" y="1109"/>
                  </a:lnTo>
                  <a:lnTo>
                    <a:pt x="252" y="1193"/>
                  </a:lnTo>
                  <a:lnTo>
                    <a:pt x="356" y="1193"/>
                  </a:lnTo>
                  <a:lnTo>
                    <a:pt x="440" y="1255"/>
                  </a:lnTo>
                  <a:lnTo>
                    <a:pt x="649" y="1318"/>
                  </a:lnTo>
                  <a:lnTo>
                    <a:pt x="900" y="1507"/>
                  </a:lnTo>
                  <a:lnTo>
                    <a:pt x="1089" y="1716"/>
                  </a:lnTo>
                  <a:lnTo>
                    <a:pt x="1319" y="1758"/>
                  </a:lnTo>
                  <a:lnTo>
                    <a:pt x="1423" y="1841"/>
                  </a:lnTo>
                  <a:lnTo>
                    <a:pt x="1591" y="1841"/>
                  </a:lnTo>
                  <a:lnTo>
                    <a:pt x="1779" y="1946"/>
                  </a:lnTo>
                  <a:lnTo>
                    <a:pt x="2051" y="1946"/>
                  </a:lnTo>
                  <a:lnTo>
                    <a:pt x="2156" y="2030"/>
                  </a:lnTo>
                  <a:lnTo>
                    <a:pt x="2449" y="1946"/>
                  </a:lnTo>
                  <a:lnTo>
                    <a:pt x="2742" y="1988"/>
                  </a:lnTo>
                  <a:lnTo>
                    <a:pt x="2763" y="2155"/>
                  </a:lnTo>
                  <a:lnTo>
                    <a:pt x="2930" y="2281"/>
                  </a:lnTo>
                  <a:lnTo>
                    <a:pt x="3223" y="2364"/>
                  </a:lnTo>
                  <a:lnTo>
                    <a:pt x="3348" y="2302"/>
                  </a:lnTo>
                  <a:lnTo>
                    <a:pt x="3558" y="2302"/>
                  </a:lnTo>
                  <a:lnTo>
                    <a:pt x="4039" y="2490"/>
                  </a:lnTo>
                  <a:lnTo>
                    <a:pt x="4144" y="2406"/>
                  </a:lnTo>
                  <a:lnTo>
                    <a:pt x="4395" y="2553"/>
                  </a:lnTo>
                  <a:lnTo>
                    <a:pt x="4729" y="2469"/>
                  </a:lnTo>
                  <a:lnTo>
                    <a:pt x="4771" y="2197"/>
                  </a:lnTo>
                  <a:lnTo>
                    <a:pt x="4667" y="1967"/>
                  </a:lnTo>
                  <a:lnTo>
                    <a:pt x="4729" y="1716"/>
                  </a:lnTo>
                  <a:lnTo>
                    <a:pt x="4667" y="1569"/>
                  </a:lnTo>
                  <a:lnTo>
                    <a:pt x="4562" y="1569"/>
                  </a:lnTo>
                  <a:lnTo>
                    <a:pt x="4416" y="1632"/>
                  </a:lnTo>
                  <a:lnTo>
                    <a:pt x="4353" y="1611"/>
                  </a:lnTo>
                  <a:lnTo>
                    <a:pt x="4206" y="1653"/>
                  </a:lnTo>
                  <a:lnTo>
                    <a:pt x="4123" y="1632"/>
                  </a:lnTo>
                  <a:lnTo>
                    <a:pt x="3997" y="1465"/>
                  </a:lnTo>
                  <a:lnTo>
                    <a:pt x="3830" y="1402"/>
                  </a:lnTo>
                  <a:lnTo>
                    <a:pt x="3788" y="1255"/>
                  </a:lnTo>
                  <a:lnTo>
                    <a:pt x="3662" y="1193"/>
                  </a:lnTo>
                  <a:lnTo>
                    <a:pt x="3453" y="1193"/>
                  </a:lnTo>
                  <a:lnTo>
                    <a:pt x="3348" y="1297"/>
                  </a:lnTo>
                  <a:lnTo>
                    <a:pt x="3202" y="1318"/>
                  </a:lnTo>
                  <a:lnTo>
                    <a:pt x="3139" y="1402"/>
                  </a:lnTo>
                  <a:lnTo>
                    <a:pt x="2972" y="1318"/>
                  </a:lnTo>
                  <a:lnTo>
                    <a:pt x="2867" y="1339"/>
                  </a:lnTo>
                  <a:lnTo>
                    <a:pt x="2825" y="1193"/>
                  </a:lnTo>
                  <a:lnTo>
                    <a:pt x="2846" y="942"/>
                  </a:lnTo>
                  <a:lnTo>
                    <a:pt x="2700" y="942"/>
                  </a:lnTo>
                  <a:lnTo>
                    <a:pt x="2532" y="1004"/>
                  </a:lnTo>
                  <a:lnTo>
                    <a:pt x="2365" y="879"/>
                  </a:lnTo>
                  <a:lnTo>
                    <a:pt x="2365" y="711"/>
                  </a:lnTo>
                  <a:lnTo>
                    <a:pt x="2239" y="628"/>
                  </a:lnTo>
                  <a:lnTo>
                    <a:pt x="2114" y="628"/>
                  </a:lnTo>
                  <a:lnTo>
                    <a:pt x="2093" y="586"/>
                  </a:lnTo>
                  <a:lnTo>
                    <a:pt x="2009" y="628"/>
                  </a:lnTo>
                  <a:lnTo>
                    <a:pt x="2009" y="816"/>
                  </a:lnTo>
                  <a:lnTo>
                    <a:pt x="1947" y="837"/>
                  </a:lnTo>
                  <a:lnTo>
                    <a:pt x="1905" y="711"/>
                  </a:lnTo>
                  <a:lnTo>
                    <a:pt x="1800" y="586"/>
                  </a:lnTo>
                  <a:lnTo>
                    <a:pt x="1737" y="523"/>
                  </a:lnTo>
                  <a:lnTo>
                    <a:pt x="1612" y="460"/>
                  </a:lnTo>
                  <a:lnTo>
                    <a:pt x="1486" y="460"/>
                  </a:lnTo>
                  <a:lnTo>
                    <a:pt x="1319" y="272"/>
                  </a:lnTo>
                  <a:lnTo>
                    <a:pt x="1214" y="209"/>
                  </a:lnTo>
                  <a:lnTo>
                    <a:pt x="1089" y="209"/>
                  </a:lnTo>
                  <a:lnTo>
                    <a:pt x="1047" y="147"/>
                  </a:lnTo>
                  <a:lnTo>
                    <a:pt x="838" y="63"/>
                  </a:lnTo>
                  <a:lnTo>
                    <a:pt x="670" y="84"/>
                  </a:lnTo>
                  <a:lnTo>
                    <a:pt x="607" y="188"/>
                  </a:lnTo>
                  <a:lnTo>
                    <a:pt x="545" y="167"/>
                  </a:lnTo>
                  <a:lnTo>
                    <a:pt x="440" y="167"/>
                  </a:lnTo>
                  <a:lnTo>
                    <a:pt x="377" y="84"/>
                  </a:lnTo>
                  <a:lnTo>
                    <a:pt x="23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60"/>
            <p:cNvSpPr/>
            <p:nvPr/>
          </p:nvSpPr>
          <p:spPr>
            <a:xfrm>
              <a:off x="4155440" y="2884541"/>
              <a:ext cx="95439" cy="100431"/>
            </a:xfrm>
            <a:custGeom>
              <a:rect b="b" l="l" r="r" t="t"/>
              <a:pathLst>
                <a:path extrusionOk="0" h="8831" w="8015">
                  <a:moveTo>
                    <a:pt x="5901" y="1"/>
                  </a:moveTo>
                  <a:lnTo>
                    <a:pt x="5713" y="105"/>
                  </a:lnTo>
                  <a:lnTo>
                    <a:pt x="5587" y="252"/>
                  </a:lnTo>
                  <a:lnTo>
                    <a:pt x="5441" y="252"/>
                  </a:lnTo>
                  <a:lnTo>
                    <a:pt x="5315" y="377"/>
                  </a:lnTo>
                  <a:lnTo>
                    <a:pt x="5232" y="482"/>
                  </a:lnTo>
                  <a:lnTo>
                    <a:pt x="5462" y="838"/>
                  </a:lnTo>
                  <a:lnTo>
                    <a:pt x="5483" y="1110"/>
                  </a:lnTo>
                  <a:lnTo>
                    <a:pt x="5232" y="1444"/>
                  </a:lnTo>
                  <a:lnTo>
                    <a:pt x="5357" y="1570"/>
                  </a:lnTo>
                  <a:lnTo>
                    <a:pt x="5357" y="1737"/>
                  </a:lnTo>
                  <a:lnTo>
                    <a:pt x="5190" y="1968"/>
                  </a:lnTo>
                  <a:lnTo>
                    <a:pt x="4981" y="1968"/>
                  </a:lnTo>
                  <a:lnTo>
                    <a:pt x="4771" y="1884"/>
                  </a:lnTo>
                  <a:lnTo>
                    <a:pt x="4646" y="1968"/>
                  </a:lnTo>
                  <a:lnTo>
                    <a:pt x="4709" y="2135"/>
                  </a:lnTo>
                  <a:lnTo>
                    <a:pt x="4834" y="2198"/>
                  </a:lnTo>
                  <a:lnTo>
                    <a:pt x="4876" y="2365"/>
                  </a:lnTo>
                  <a:lnTo>
                    <a:pt x="4855" y="2449"/>
                  </a:lnTo>
                  <a:lnTo>
                    <a:pt x="4730" y="2512"/>
                  </a:lnTo>
                  <a:lnTo>
                    <a:pt x="4604" y="2553"/>
                  </a:lnTo>
                  <a:lnTo>
                    <a:pt x="4562" y="2616"/>
                  </a:lnTo>
                  <a:lnTo>
                    <a:pt x="4541" y="2825"/>
                  </a:lnTo>
                  <a:lnTo>
                    <a:pt x="4499" y="2972"/>
                  </a:lnTo>
                  <a:lnTo>
                    <a:pt x="4499" y="3035"/>
                  </a:lnTo>
                  <a:lnTo>
                    <a:pt x="4457" y="3097"/>
                  </a:lnTo>
                  <a:lnTo>
                    <a:pt x="4499" y="3328"/>
                  </a:lnTo>
                  <a:lnTo>
                    <a:pt x="4395" y="3537"/>
                  </a:lnTo>
                  <a:lnTo>
                    <a:pt x="4248" y="3390"/>
                  </a:lnTo>
                  <a:lnTo>
                    <a:pt x="4206" y="3390"/>
                  </a:lnTo>
                  <a:lnTo>
                    <a:pt x="4185" y="3453"/>
                  </a:lnTo>
                  <a:lnTo>
                    <a:pt x="4039" y="3453"/>
                  </a:lnTo>
                  <a:lnTo>
                    <a:pt x="3997" y="3411"/>
                  </a:lnTo>
                  <a:lnTo>
                    <a:pt x="3830" y="3432"/>
                  </a:lnTo>
                  <a:lnTo>
                    <a:pt x="3809" y="3495"/>
                  </a:lnTo>
                  <a:lnTo>
                    <a:pt x="3600" y="3662"/>
                  </a:lnTo>
                  <a:lnTo>
                    <a:pt x="3683" y="3704"/>
                  </a:lnTo>
                  <a:lnTo>
                    <a:pt x="3621" y="3767"/>
                  </a:lnTo>
                  <a:lnTo>
                    <a:pt x="3411" y="3872"/>
                  </a:lnTo>
                  <a:lnTo>
                    <a:pt x="3349" y="3830"/>
                  </a:lnTo>
                  <a:lnTo>
                    <a:pt x="3202" y="3851"/>
                  </a:lnTo>
                  <a:lnTo>
                    <a:pt x="3160" y="3934"/>
                  </a:lnTo>
                  <a:lnTo>
                    <a:pt x="3139" y="4039"/>
                  </a:lnTo>
                  <a:lnTo>
                    <a:pt x="3035" y="4060"/>
                  </a:lnTo>
                  <a:lnTo>
                    <a:pt x="2951" y="4165"/>
                  </a:lnTo>
                  <a:lnTo>
                    <a:pt x="2951" y="4332"/>
                  </a:lnTo>
                  <a:lnTo>
                    <a:pt x="2993" y="4499"/>
                  </a:lnTo>
                  <a:lnTo>
                    <a:pt x="2993" y="4646"/>
                  </a:lnTo>
                  <a:lnTo>
                    <a:pt x="3035" y="4750"/>
                  </a:lnTo>
                  <a:lnTo>
                    <a:pt x="3035" y="4855"/>
                  </a:lnTo>
                  <a:lnTo>
                    <a:pt x="2784" y="4960"/>
                  </a:lnTo>
                  <a:lnTo>
                    <a:pt x="2574" y="4960"/>
                  </a:lnTo>
                  <a:lnTo>
                    <a:pt x="2407" y="4981"/>
                  </a:lnTo>
                  <a:lnTo>
                    <a:pt x="2093" y="4981"/>
                  </a:lnTo>
                  <a:lnTo>
                    <a:pt x="1905" y="5022"/>
                  </a:lnTo>
                  <a:lnTo>
                    <a:pt x="1821" y="5106"/>
                  </a:lnTo>
                  <a:lnTo>
                    <a:pt x="1633" y="5085"/>
                  </a:lnTo>
                  <a:lnTo>
                    <a:pt x="1465" y="5127"/>
                  </a:lnTo>
                  <a:lnTo>
                    <a:pt x="775" y="5169"/>
                  </a:lnTo>
                  <a:lnTo>
                    <a:pt x="1" y="4918"/>
                  </a:lnTo>
                  <a:lnTo>
                    <a:pt x="273" y="5336"/>
                  </a:lnTo>
                  <a:lnTo>
                    <a:pt x="356" y="5483"/>
                  </a:lnTo>
                  <a:lnTo>
                    <a:pt x="524" y="5629"/>
                  </a:lnTo>
                  <a:lnTo>
                    <a:pt x="649" y="5713"/>
                  </a:lnTo>
                  <a:lnTo>
                    <a:pt x="691" y="5755"/>
                  </a:lnTo>
                  <a:lnTo>
                    <a:pt x="880" y="5797"/>
                  </a:lnTo>
                  <a:lnTo>
                    <a:pt x="984" y="5818"/>
                  </a:lnTo>
                  <a:lnTo>
                    <a:pt x="1005" y="5901"/>
                  </a:lnTo>
                  <a:lnTo>
                    <a:pt x="1172" y="5901"/>
                  </a:lnTo>
                  <a:lnTo>
                    <a:pt x="1172" y="6110"/>
                  </a:lnTo>
                  <a:lnTo>
                    <a:pt x="1214" y="6236"/>
                  </a:lnTo>
                  <a:lnTo>
                    <a:pt x="1214" y="6382"/>
                  </a:lnTo>
                  <a:lnTo>
                    <a:pt x="1256" y="6487"/>
                  </a:lnTo>
                  <a:lnTo>
                    <a:pt x="1403" y="6466"/>
                  </a:lnTo>
                  <a:lnTo>
                    <a:pt x="1528" y="6571"/>
                  </a:lnTo>
                  <a:lnTo>
                    <a:pt x="1570" y="6801"/>
                  </a:lnTo>
                  <a:lnTo>
                    <a:pt x="1486" y="6885"/>
                  </a:lnTo>
                  <a:lnTo>
                    <a:pt x="1319" y="6843"/>
                  </a:lnTo>
                  <a:lnTo>
                    <a:pt x="1068" y="6906"/>
                  </a:lnTo>
                  <a:lnTo>
                    <a:pt x="984" y="6968"/>
                  </a:lnTo>
                  <a:lnTo>
                    <a:pt x="838" y="7052"/>
                  </a:lnTo>
                  <a:lnTo>
                    <a:pt x="754" y="7157"/>
                  </a:lnTo>
                  <a:lnTo>
                    <a:pt x="796" y="7261"/>
                  </a:lnTo>
                  <a:lnTo>
                    <a:pt x="691" y="7387"/>
                  </a:lnTo>
                  <a:lnTo>
                    <a:pt x="754" y="7512"/>
                  </a:lnTo>
                  <a:lnTo>
                    <a:pt x="733" y="7722"/>
                  </a:lnTo>
                  <a:lnTo>
                    <a:pt x="733" y="7805"/>
                  </a:lnTo>
                  <a:lnTo>
                    <a:pt x="796" y="7805"/>
                  </a:lnTo>
                  <a:lnTo>
                    <a:pt x="796" y="7889"/>
                  </a:lnTo>
                  <a:lnTo>
                    <a:pt x="859" y="7910"/>
                  </a:lnTo>
                  <a:lnTo>
                    <a:pt x="1005" y="7805"/>
                  </a:lnTo>
                  <a:lnTo>
                    <a:pt x="1131" y="7805"/>
                  </a:lnTo>
                  <a:lnTo>
                    <a:pt x="1172" y="7847"/>
                  </a:lnTo>
                  <a:lnTo>
                    <a:pt x="1193" y="7826"/>
                  </a:lnTo>
                  <a:lnTo>
                    <a:pt x="1298" y="7784"/>
                  </a:lnTo>
                  <a:lnTo>
                    <a:pt x="1403" y="7784"/>
                  </a:lnTo>
                  <a:lnTo>
                    <a:pt x="1465" y="7805"/>
                  </a:lnTo>
                  <a:lnTo>
                    <a:pt x="1570" y="7784"/>
                  </a:lnTo>
                  <a:lnTo>
                    <a:pt x="1696" y="7784"/>
                  </a:lnTo>
                  <a:lnTo>
                    <a:pt x="1717" y="7722"/>
                  </a:lnTo>
                  <a:lnTo>
                    <a:pt x="1779" y="7638"/>
                  </a:lnTo>
                  <a:lnTo>
                    <a:pt x="1884" y="7722"/>
                  </a:lnTo>
                  <a:lnTo>
                    <a:pt x="1947" y="7722"/>
                  </a:lnTo>
                  <a:lnTo>
                    <a:pt x="1989" y="7701"/>
                  </a:lnTo>
                  <a:lnTo>
                    <a:pt x="2030" y="7701"/>
                  </a:lnTo>
                  <a:lnTo>
                    <a:pt x="2051" y="7784"/>
                  </a:lnTo>
                  <a:lnTo>
                    <a:pt x="2156" y="7784"/>
                  </a:lnTo>
                  <a:lnTo>
                    <a:pt x="2240" y="7826"/>
                  </a:lnTo>
                  <a:lnTo>
                    <a:pt x="2323" y="7826"/>
                  </a:lnTo>
                  <a:lnTo>
                    <a:pt x="2449" y="7701"/>
                  </a:lnTo>
                  <a:lnTo>
                    <a:pt x="2616" y="7701"/>
                  </a:lnTo>
                  <a:lnTo>
                    <a:pt x="2700" y="7722"/>
                  </a:lnTo>
                  <a:lnTo>
                    <a:pt x="2784" y="7680"/>
                  </a:lnTo>
                  <a:lnTo>
                    <a:pt x="2867" y="7680"/>
                  </a:lnTo>
                  <a:lnTo>
                    <a:pt x="2888" y="7617"/>
                  </a:lnTo>
                  <a:lnTo>
                    <a:pt x="2951" y="7638"/>
                  </a:lnTo>
                  <a:lnTo>
                    <a:pt x="3097" y="7680"/>
                  </a:lnTo>
                  <a:lnTo>
                    <a:pt x="3223" y="7617"/>
                  </a:lnTo>
                  <a:lnTo>
                    <a:pt x="3411" y="7617"/>
                  </a:lnTo>
                  <a:lnTo>
                    <a:pt x="3558" y="7722"/>
                  </a:lnTo>
                  <a:lnTo>
                    <a:pt x="3579" y="7847"/>
                  </a:lnTo>
                  <a:lnTo>
                    <a:pt x="3579" y="7931"/>
                  </a:lnTo>
                  <a:lnTo>
                    <a:pt x="3579" y="7952"/>
                  </a:lnTo>
                  <a:lnTo>
                    <a:pt x="3558" y="7952"/>
                  </a:lnTo>
                  <a:lnTo>
                    <a:pt x="3558" y="8014"/>
                  </a:lnTo>
                  <a:lnTo>
                    <a:pt x="3662" y="8014"/>
                  </a:lnTo>
                  <a:lnTo>
                    <a:pt x="3809" y="7931"/>
                  </a:lnTo>
                  <a:lnTo>
                    <a:pt x="3809" y="8056"/>
                  </a:lnTo>
                  <a:lnTo>
                    <a:pt x="3934" y="8203"/>
                  </a:lnTo>
                  <a:lnTo>
                    <a:pt x="3997" y="8412"/>
                  </a:lnTo>
                  <a:lnTo>
                    <a:pt x="3997" y="8433"/>
                  </a:lnTo>
                  <a:lnTo>
                    <a:pt x="3997" y="8517"/>
                  </a:lnTo>
                  <a:lnTo>
                    <a:pt x="3934" y="8538"/>
                  </a:lnTo>
                  <a:lnTo>
                    <a:pt x="4039" y="8538"/>
                  </a:lnTo>
                  <a:lnTo>
                    <a:pt x="4081" y="8663"/>
                  </a:lnTo>
                  <a:lnTo>
                    <a:pt x="4353" y="8663"/>
                  </a:lnTo>
                  <a:lnTo>
                    <a:pt x="4541" y="8747"/>
                  </a:lnTo>
                  <a:lnTo>
                    <a:pt x="4541" y="8831"/>
                  </a:lnTo>
                  <a:lnTo>
                    <a:pt x="4625" y="8768"/>
                  </a:lnTo>
                  <a:lnTo>
                    <a:pt x="4646" y="8621"/>
                  </a:lnTo>
                  <a:lnTo>
                    <a:pt x="4750" y="8538"/>
                  </a:lnTo>
                  <a:lnTo>
                    <a:pt x="4834" y="8517"/>
                  </a:lnTo>
                  <a:lnTo>
                    <a:pt x="4876" y="8370"/>
                  </a:lnTo>
                  <a:lnTo>
                    <a:pt x="4960" y="8412"/>
                  </a:lnTo>
                  <a:lnTo>
                    <a:pt x="5064" y="8349"/>
                  </a:lnTo>
                  <a:lnTo>
                    <a:pt x="5462" y="8370"/>
                  </a:lnTo>
                  <a:lnTo>
                    <a:pt x="5692" y="8266"/>
                  </a:lnTo>
                  <a:lnTo>
                    <a:pt x="5755" y="8224"/>
                  </a:lnTo>
                  <a:lnTo>
                    <a:pt x="5880" y="8203"/>
                  </a:lnTo>
                  <a:lnTo>
                    <a:pt x="5880" y="8203"/>
                  </a:lnTo>
                  <a:lnTo>
                    <a:pt x="5818" y="8266"/>
                  </a:lnTo>
                  <a:lnTo>
                    <a:pt x="5880" y="8349"/>
                  </a:lnTo>
                  <a:lnTo>
                    <a:pt x="6006" y="8266"/>
                  </a:lnTo>
                  <a:lnTo>
                    <a:pt x="6110" y="8224"/>
                  </a:lnTo>
                  <a:lnTo>
                    <a:pt x="6069" y="8161"/>
                  </a:lnTo>
                  <a:lnTo>
                    <a:pt x="6090" y="8098"/>
                  </a:lnTo>
                  <a:lnTo>
                    <a:pt x="5964" y="7722"/>
                  </a:lnTo>
                  <a:lnTo>
                    <a:pt x="5838" y="7575"/>
                  </a:lnTo>
                  <a:lnTo>
                    <a:pt x="5880" y="7491"/>
                  </a:lnTo>
                  <a:lnTo>
                    <a:pt x="5797" y="7429"/>
                  </a:lnTo>
                  <a:lnTo>
                    <a:pt x="5692" y="7429"/>
                  </a:lnTo>
                  <a:lnTo>
                    <a:pt x="5483" y="7303"/>
                  </a:lnTo>
                  <a:lnTo>
                    <a:pt x="5462" y="7094"/>
                  </a:lnTo>
                  <a:lnTo>
                    <a:pt x="5483" y="6968"/>
                  </a:lnTo>
                  <a:lnTo>
                    <a:pt x="5399" y="6780"/>
                  </a:lnTo>
                  <a:lnTo>
                    <a:pt x="5294" y="6780"/>
                  </a:lnTo>
                  <a:lnTo>
                    <a:pt x="5232" y="6801"/>
                  </a:lnTo>
                  <a:lnTo>
                    <a:pt x="5085" y="6759"/>
                  </a:lnTo>
                  <a:lnTo>
                    <a:pt x="4981" y="6780"/>
                  </a:lnTo>
                  <a:lnTo>
                    <a:pt x="4981" y="6634"/>
                  </a:lnTo>
                  <a:lnTo>
                    <a:pt x="5085" y="6382"/>
                  </a:lnTo>
                  <a:lnTo>
                    <a:pt x="5169" y="6362"/>
                  </a:lnTo>
                  <a:lnTo>
                    <a:pt x="5315" y="6152"/>
                  </a:lnTo>
                  <a:lnTo>
                    <a:pt x="5357" y="6048"/>
                  </a:lnTo>
                  <a:lnTo>
                    <a:pt x="5462" y="6006"/>
                  </a:lnTo>
                  <a:lnTo>
                    <a:pt x="5546" y="5943"/>
                  </a:lnTo>
                  <a:lnTo>
                    <a:pt x="5671" y="6006"/>
                  </a:lnTo>
                  <a:lnTo>
                    <a:pt x="5692" y="6110"/>
                  </a:lnTo>
                  <a:lnTo>
                    <a:pt x="5776" y="6131"/>
                  </a:lnTo>
                  <a:lnTo>
                    <a:pt x="5985" y="6006"/>
                  </a:lnTo>
                  <a:lnTo>
                    <a:pt x="6299" y="6006"/>
                  </a:lnTo>
                  <a:lnTo>
                    <a:pt x="6487" y="5797"/>
                  </a:lnTo>
                  <a:lnTo>
                    <a:pt x="6592" y="5441"/>
                  </a:lnTo>
                  <a:lnTo>
                    <a:pt x="6843" y="5273"/>
                  </a:lnTo>
                  <a:lnTo>
                    <a:pt x="6926" y="5127"/>
                  </a:lnTo>
                  <a:lnTo>
                    <a:pt x="6947" y="4960"/>
                  </a:lnTo>
                  <a:lnTo>
                    <a:pt x="7052" y="4771"/>
                  </a:lnTo>
                  <a:lnTo>
                    <a:pt x="7261" y="4667"/>
                  </a:lnTo>
                  <a:lnTo>
                    <a:pt x="7324" y="4541"/>
                  </a:lnTo>
                  <a:lnTo>
                    <a:pt x="7324" y="4437"/>
                  </a:lnTo>
                  <a:lnTo>
                    <a:pt x="7240" y="4374"/>
                  </a:lnTo>
                  <a:lnTo>
                    <a:pt x="7387" y="4185"/>
                  </a:lnTo>
                  <a:lnTo>
                    <a:pt x="7491" y="4123"/>
                  </a:lnTo>
                  <a:lnTo>
                    <a:pt x="7491" y="3976"/>
                  </a:lnTo>
                  <a:lnTo>
                    <a:pt x="7554" y="3704"/>
                  </a:lnTo>
                  <a:lnTo>
                    <a:pt x="7470" y="3495"/>
                  </a:lnTo>
                  <a:lnTo>
                    <a:pt x="7450" y="3432"/>
                  </a:lnTo>
                  <a:lnTo>
                    <a:pt x="7638" y="3244"/>
                  </a:lnTo>
                  <a:lnTo>
                    <a:pt x="7743" y="3223"/>
                  </a:lnTo>
                  <a:lnTo>
                    <a:pt x="7847" y="3139"/>
                  </a:lnTo>
                  <a:lnTo>
                    <a:pt x="7910" y="3139"/>
                  </a:lnTo>
                  <a:lnTo>
                    <a:pt x="8015" y="3035"/>
                  </a:lnTo>
                  <a:lnTo>
                    <a:pt x="8015" y="2909"/>
                  </a:lnTo>
                  <a:lnTo>
                    <a:pt x="7868" y="2867"/>
                  </a:lnTo>
                  <a:lnTo>
                    <a:pt x="7743" y="2909"/>
                  </a:lnTo>
                  <a:lnTo>
                    <a:pt x="7554" y="2888"/>
                  </a:lnTo>
                  <a:lnTo>
                    <a:pt x="7491" y="2721"/>
                  </a:lnTo>
                  <a:lnTo>
                    <a:pt x="7282" y="2658"/>
                  </a:lnTo>
                  <a:lnTo>
                    <a:pt x="7073" y="2595"/>
                  </a:lnTo>
                  <a:lnTo>
                    <a:pt x="6864" y="2407"/>
                  </a:lnTo>
                  <a:lnTo>
                    <a:pt x="6843" y="2240"/>
                  </a:lnTo>
                  <a:lnTo>
                    <a:pt x="6738" y="1863"/>
                  </a:lnTo>
                  <a:lnTo>
                    <a:pt x="6634" y="1675"/>
                  </a:lnTo>
                  <a:lnTo>
                    <a:pt x="6634" y="1507"/>
                  </a:lnTo>
                  <a:lnTo>
                    <a:pt x="6738" y="1465"/>
                  </a:lnTo>
                  <a:lnTo>
                    <a:pt x="6738" y="1340"/>
                  </a:lnTo>
                  <a:lnTo>
                    <a:pt x="6885" y="1235"/>
                  </a:lnTo>
                  <a:lnTo>
                    <a:pt x="6885" y="1110"/>
                  </a:lnTo>
                  <a:lnTo>
                    <a:pt x="6738" y="1047"/>
                  </a:lnTo>
                  <a:lnTo>
                    <a:pt x="6717" y="921"/>
                  </a:lnTo>
                  <a:lnTo>
                    <a:pt x="6550" y="838"/>
                  </a:lnTo>
                  <a:lnTo>
                    <a:pt x="6403" y="712"/>
                  </a:lnTo>
                  <a:lnTo>
                    <a:pt x="6278" y="566"/>
                  </a:lnTo>
                  <a:lnTo>
                    <a:pt x="6173" y="608"/>
                  </a:lnTo>
                  <a:lnTo>
                    <a:pt x="6090" y="628"/>
                  </a:lnTo>
                  <a:lnTo>
                    <a:pt x="6006" y="566"/>
                  </a:lnTo>
                  <a:lnTo>
                    <a:pt x="5985" y="315"/>
                  </a:lnTo>
                  <a:lnTo>
                    <a:pt x="6236" y="147"/>
                  </a:lnTo>
                  <a:lnTo>
                    <a:pt x="6215" y="64"/>
                  </a:lnTo>
                  <a:lnTo>
                    <a:pt x="6027" y="84"/>
                  </a:lnTo>
                  <a:lnTo>
                    <a:pt x="590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60"/>
            <p:cNvSpPr/>
            <p:nvPr/>
          </p:nvSpPr>
          <p:spPr>
            <a:xfrm>
              <a:off x="4148462" y="2870746"/>
              <a:ext cx="91200" cy="72579"/>
            </a:xfrm>
            <a:custGeom>
              <a:rect b="b" l="l" r="r" t="t"/>
              <a:pathLst>
                <a:path extrusionOk="0" h="6382" w="7659">
                  <a:moveTo>
                    <a:pt x="5295" y="0"/>
                  </a:moveTo>
                  <a:lnTo>
                    <a:pt x="5232" y="105"/>
                  </a:lnTo>
                  <a:lnTo>
                    <a:pt x="5211" y="272"/>
                  </a:lnTo>
                  <a:lnTo>
                    <a:pt x="5127" y="335"/>
                  </a:lnTo>
                  <a:lnTo>
                    <a:pt x="5106" y="419"/>
                  </a:lnTo>
                  <a:lnTo>
                    <a:pt x="5127" y="565"/>
                  </a:lnTo>
                  <a:lnTo>
                    <a:pt x="5043" y="691"/>
                  </a:lnTo>
                  <a:lnTo>
                    <a:pt x="4918" y="691"/>
                  </a:lnTo>
                  <a:lnTo>
                    <a:pt x="4897" y="649"/>
                  </a:lnTo>
                  <a:lnTo>
                    <a:pt x="4834" y="649"/>
                  </a:lnTo>
                  <a:lnTo>
                    <a:pt x="4792" y="691"/>
                  </a:lnTo>
                  <a:lnTo>
                    <a:pt x="4667" y="732"/>
                  </a:lnTo>
                  <a:lnTo>
                    <a:pt x="4667" y="837"/>
                  </a:lnTo>
                  <a:lnTo>
                    <a:pt x="4709" y="879"/>
                  </a:lnTo>
                  <a:lnTo>
                    <a:pt x="4709" y="963"/>
                  </a:lnTo>
                  <a:lnTo>
                    <a:pt x="4520" y="942"/>
                  </a:lnTo>
                  <a:lnTo>
                    <a:pt x="4458" y="858"/>
                  </a:lnTo>
                  <a:lnTo>
                    <a:pt x="4395" y="837"/>
                  </a:lnTo>
                  <a:lnTo>
                    <a:pt x="4332" y="879"/>
                  </a:lnTo>
                  <a:lnTo>
                    <a:pt x="4269" y="900"/>
                  </a:lnTo>
                  <a:lnTo>
                    <a:pt x="4207" y="984"/>
                  </a:lnTo>
                  <a:lnTo>
                    <a:pt x="4081" y="1067"/>
                  </a:lnTo>
                  <a:lnTo>
                    <a:pt x="3893" y="1088"/>
                  </a:lnTo>
                  <a:lnTo>
                    <a:pt x="3788" y="1067"/>
                  </a:lnTo>
                  <a:lnTo>
                    <a:pt x="3683" y="900"/>
                  </a:lnTo>
                  <a:lnTo>
                    <a:pt x="3579" y="879"/>
                  </a:lnTo>
                  <a:lnTo>
                    <a:pt x="3474" y="984"/>
                  </a:lnTo>
                  <a:lnTo>
                    <a:pt x="3411" y="984"/>
                  </a:lnTo>
                  <a:lnTo>
                    <a:pt x="3328" y="879"/>
                  </a:lnTo>
                  <a:lnTo>
                    <a:pt x="3223" y="795"/>
                  </a:lnTo>
                  <a:lnTo>
                    <a:pt x="3014" y="858"/>
                  </a:lnTo>
                  <a:lnTo>
                    <a:pt x="2993" y="837"/>
                  </a:lnTo>
                  <a:lnTo>
                    <a:pt x="2847" y="858"/>
                  </a:lnTo>
                  <a:lnTo>
                    <a:pt x="2742" y="774"/>
                  </a:lnTo>
                  <a:lnTo>
                    <a:pt x="2595" y="837"/>
                  </a:lnTo>
                  <a:lnTo>
                    <a:pt x="2428" y="942"/>
                  </a:lnTo>
                  <a:lnTo>
                    <a:pt x="2386" y="942"/>
                  </a:lnTo>
                  <a:lnTo>
                    <a:pt x="2219" y="984"/>
                  </a:lnTo>
                  <a:lnTo>
                    <a:pt x="2177" y="1046"/>
                  </a:lnTo>
                  <a:lnTo>
                    <a:pt x="2114" y="1067"/>
                  </a:lnTo>
                  <a:lnTo>
                    <a:pt x="2093" y="1109"/>
                  </a:lnTo>
                  <a:lnTo>
                    <a:pt x="2156" y="1172"/>
                  </a:lnTo>
                  <a:lnTo>
                    <a:pt x="2156" y="1297"/>
                  </a:lnTo>
                  <a:lnTo>
                    <a:pt x="2010" y="1423"/>
                  </a:lnTo>
                  <a:lnTo>
                    <a:pt x="2010" y="1590"/>
                  </a:lnTo>
                  <a:lnTo>
                    <a:pt x="1989" y="1716"/>
                  </a:lnTo>
                  <a:lnTo>
                    <a:pt x="1884" y="1737"/>
                  </a:lnTo>
                  <a:lnTo>
                    <a:pt x="1800" y="1821"/>
                  </a:lnTo>
                  <a:lnTo>
                    <a:pt x="1779" y="1883"/>
                  </a:lnTo>
                  <a:lnTo>
                    <a:pt x="1570" y="1925"/>
                  </a:lnTo>
                  <a:lnTo>
                    <a:pt x="1382" y="2030"/>
                  </a:lnTo>
                  <a:lnTo>
                    <a:pt x="1424" y="2113"/>
                  </a:lnTo>
                  <a:lnTo>
                    <a:pt x="1340" y="2155"/>
                  </a:lnTo>
                  <a:lnTo>
                    <a:pt x="1319" y="2239"/>
                  </a:lnTo>
                  <a:lnTo>
                    <a:pt x="1235" y="2344"/>
                  </a:lnTo>
                  <a:lnTo>
                    <a:pt x="1068" y="2365"/>
                  </a:lnTo>
                  <a:lnTo>
                    <a:pt x="1026" y="2427"/>
                  </a:lnTo>
                  <a:lnTo>
                    <a:pt x="963" y="2365"/>
                  </a:lnTo>
                  <a:lnTo>
                    <a:pt x="922" y="2302"/>
                  </a:lnTo>
                  <a:lnTo>
                    <a:pt x="796" y="2197"/>
                  </a:lnTo>
                  <a:lnTo>
                    <a:pt x="712" y="2197"/>
                  </a:lnTo>
                  <a:lnTo>
                    <a:pt x="629" y="2260"/>
                  </a:lnTo>
                  <a:lnTo>
                    <a:pt x="524" y="2260"/>
                  </a:lnTo>
                  <a:lnTo>
                    <a:pt x="440" y="2197"/>
                  </a:lnTo>
                  <a:lnTo>
                    <a:pt x="315" y="2155"/>
                  </a:lnTo>
                  <a:lnTo>
                    <a:pt x="273" y="2197"/>
                  </a:lnTo>
                  <a:lnTo>
                    <a:pt x="273" y="2365"/>
                  </a:lnTo>
                  <a:lnTo>
                    <a:pt x="273" y="2448"/>
                  </a:lnTo>
                  <a:lnTo>
                    <a:pt x="210" y="2532"/>
                  </a:lnTo>
                  <a:lnTo>
                    <a:pt x="294" y="2637"/>
                  </a:lnTo>
                  <a:lnTo>
                    <a:pt x="273" y="2657"/>
                  </a:lnTo>
                  <a:lnTo>
                    <a:pt x="273" y="2741"/>
                  </a:lnTo>
                  <a:lnTo>
                    <a:pt x="126" y="2846"/>
                  </a:lnTo>
                  <a:lnTo>
                    <a:pt x="1" y="2867"/>
                  </a:lnTo>
                  <a:lnTo>
                    <a:pt x="64" y="2950"/>
                  </a:lnTo>
                  <a:lnTo>
                    <a:pt x="168" y="3034"/>
                  </a:lnTo>
                  <a:lnTo>
                    <a:pt x="22" y="3181"/>
                  </a:lnTo>
                  <a:lnTo>
                    <a:pt x="85" y="3181"/>
                  </a:lnTo>
                  <a:lnTo>
                    <a:pt x="106" y="3390"/>
                  </a:lnTo>
                  <a:lnTo>
                    <a:pt x="106" y="3515"/>
                  </a:lnTo>
                  <a:lnTo>
                    <a:pt x="294" y="3557"/>
                  </a:lnTo>
                  <a:lnTo>
                    <a:pt x="336" y="3557"/>
                  </a:lnTo>
                  <a:lnTo>
                    <a:pt x="189" y="3787"/>
                  </a:lnTo>
                  <a:lnTo>
                    <a:pt x="126" y="3934"/>
                  </a:lnTo>
                  <a:lnTo>
                    <a:pt x="294" y="4227"/>
                  </a:lnTo>
                  <a:lnTo>
                    <a:pt x="378" y="4499"/>
                  </a:lnTo>
                  <a:lnTo>
                    <a:pt x="336" y="4562"/>
                  </a:lnTo>
                  <a:lnTo>
                    <a:pt x="398" y="4666"/>
                  </a:lnTo>
                  <a:lnTo>
                    <a:pt x="419" y="4875"/>
                  </a:lnTo>
                  <a:lnTo>
                    <a:pt x="922" y="4917"/>
                  </a:lnTo>
                  <a:lnTo>
                    <a:pt x="1005" y="5085"/>
                  </a:lnTo>
                  <a:lnTo>
                    <a:pt x="1005" y="5252"/>
                  </a:lnTo>
                  <a:lnTo>
                    <a:pt x="1047" y="5482"/>
                  </a:lnTo>
                  <a:lnTo>
                    <a:pt x="1005" y="5566"/>
                  </a:lnTo>
                  <a:lnTo>
                    <a:pt x="587" y="6131"/>
                  </a:lnTo>
                  <a:lnTo>
                    <a:pt x="1361" y="6382"/>
                  </a:lnTo>
                  <a:lnTo>
                    <a:pt x="2051" y="6340"/>
                  </a:lnTo>
                  <a:lnTo>
                    <a:pt x="2219" y="6298"/>
                  </a:lnTo>
                  <a:lnTo>
                    <a:pt x="2407" y="6319"/>
                  </a:lnTo>
                  <a:lnTo>
                    <a:pt x="2491" y="6235"/>
                  </a:lnTo>
                  <a:lnTo>
                    <a:pt x="2679" y="6194"/>
                  </a:lnTo>
                  <a:lnTo>
                    <a:pt x="2993" y="6194"/>
                  </a:lnTo>
                  <a:lnTo>
                    <a:pt x="3160" y="6173"/>
                  </a:lnTo>
                  <a:lnTo>
                    <a:pt x="3370" y="6173"/>
                  </a:lnTo>
                  <a:lnTo>
                    <a:pt x="3621" y="6068"/>
                  </a:lnTo>
                  <a:lnTo>
                    <a:pt x="3621" y="5963"/>
                  </a:lnTo>
                  <a:lnTo>
                    <a:pt x="3579" y="5859"/>
                  </a:lnTo>
                  <a:lnTo>
                    <a:pt x="3579" y="5712"/>
                  </a:lnTo>
                  <a:lnTo>
                    <a:pt x="3537" y="5545"/>
                  </a:lnTo>
                  <a:lnTo>
                    <a:pt x="3537" y="5378"/>
                  </a:lnTo>
                  <a:lnTo>
                    <a:pt x="3621" y="5273"/>
                  </a:lnTo>
                  <a:lnTo>
                    <a:pt x="3725" y="5252"/>
                  </a:lnTo>
                  <a:lnTo>
                    <a:pt x="3746" y="5147"/>
                  </a:lnTo>
                  <a:lnTo>
                    <a:pt x="3788" y="5064"/>
                  </a:lnTo>
                  <a:lnTo>
                    <a:pt x="3935" y="5043"/>
                  </a:lnTo>
                  <a:lnTo>
                    <a:pt x="3997" y="5085"/>
                  </a:lnTo>
                  <a:lnTo>
                    <a:pt x="4207" y="4980"/>
                  </a:lnTo>
                  <a:lnTo>
                    <a:pt x="4269" y="4917"/>
                  </a:lnTo>
                  <a:lnTo>
                    <a:pt x="4186" y="4875"/>
                  </a:lnTo>
                  <a:lnTo>
                    <a:pt x="4395" y="4708"/>
                  </a:lnTo>
                  <a:lnTo>
                    <a:pt x="4416" y="4645"/>
                  </a:lnTo>
                  <a:lnTo>
                    <a:pt x="4583" y="4624"/>
                  </a:lnTo>
                  <a:lnTo>
                    <a:pt x="4625" y="4666"/>
                  </a:lnTo>
                  <a:lnTo>
                    <a:pt x="4771" y="4666"/>
                  </a:lnTo>
                  <a:lnTo>
                    <a:pt x="4792" y="4603"/>
                  </a:lnTo>
                  <a:lnTo>
                    <a:pt x="4834" y="4603"/>
                  </a:lnTo>
                  <a:lnTo>
                    <a:pt x="4981" y="4750"/>
                  </a:lnTo>
                  <a:lnTo>
                    <a:pt x="5085" y="4541"/>
                  </a:lnTo>
                  <a:lnTo>
                    <a:pt x="5043" y="4310"/>
                  </a:lnTo>
                  <a:lnTo>
                    <a:pt x="5085" y="4248"/>
                  </a:lnTo>
                  <a:lnTo>
                    <a:pt x="5085" y="4185"/>
                  </a:lnTo>
                  <a:lnTo>
                    <a:pt x="5127" y="4038"/>
                  </a:lnTo>
                  <a:lnTo>
                    <a:pt x="5148" y="3829"/>
                  </a:lnTo>
                  <a:lnTo>
                    <a:pt x="5190" y="3766"/>
                  </a:lnTo>
                  <a:lnTo>
                    <a:pt x="5316" y="3725"/>
                  </a:lnTo>
                  <a:lnTo>
                    <a:pt x="5441" y="3662"/>
                  </a:lnTo>
                  <a:lnTo>
                    <a:pt x="5462" y="3578"/>
                  </a:lnTo>
                  <a:lnTo>
                    <a:pt x="5420" y="3411"/>
                  </a:lnTo>
                  <a:lnTo>
                    <a:pt x="5295" y="3348"/>
                  </a:lnTo>
                  <a:lnTo>
                    <a:pt x="5232" y="3181"/>
                  </a:lnTo>
                  <a:lnTo>
                    <a:pt x="5357" y="3097"/>
                  </a:lnTo>
                  <a:lnTo>
                    <a:pt x="5567" y="3181"/>
                  </a:lnTo>
                  <a:lnTo>
                    <a:pt x="5776" y="3181"/>
                  </a:lnTo>
                  <a:lnTo>
                    <a:pt x="5943" y="2950"/>
                  </a:lnTo>
                  <a:lnTo>
                    <a:pt x="5943" y="2783"/>
                  </a:lnTo>
                  <a:lnTo>
                    <a:pt x="5818" y="2657"/>
                  </a:lnTo>
                  <a:lnTo>
                    <a:pt x="6069" y="2323"/>
                  </a:lnTo>
                  <a:lnTo>
                    <a:pt x="6048" y="2051"/>
                  </a:lnTo>
                  <a:lnTo>
                    <a:pt x="5818" y="1695"/>
                  </a:lnTo>
                  <a:lnTo>
                    <a:pt x="5901" y="1590"/>
                  </a:lnTo>
                  <a:lnTo>
                    <a:pt x="6027" y="1465"/>
                  </a:lnTo>
                  <a:lnTo>
                    <a:pt x="6173" y="1465"/>
                  </a:lnTo>
                  <a:lnTo>
                    <a:pt x="6299" y="1318"/>
                  </a:lnTo>
                  <a:lnTo>
                    <a:pt x="6487" y="1214"/>
                  </a:lnTo>
                  <a:lnTo>
                    <a:pt x="6613" y="1297"/>
                  </a:lnTo>
                  <a:lnTo>
                    <a:pt x="6801" y="1277"/>
                  </a:lnTo>
                  <a:lnTo>
                    <a:pt x="7199" y="1172"/>
                  </a:lnTo>
                  <a:lnTo>
                    <a:pt x="7450" y="1067"/>
                  </a:lnTo>
                  <a:lnTo>
                    <a:pt x="7596" y="879"/>
                  </a:lnTo>
                  <a:lnTo>
                    <a:pt x="7471" y="858"/>
                  </a:lnTo>
                  <a:lnTo>
                    <a:pt x="7659" y="691"/>
                  </a:lnTo>
                  <a:lnTo>
                    <a:pt x="7638" y="586"/>
                  </a:lnTo>
                  <a:lnTo>
                    <a:pt x="7387" y="586"/>
                  </a:lnTo>
                  <a:lnTo>
                    <a:pt x="7324" y="691"/>
                  </a:lnTo>
                  <a:lnTo>
                    <a:pt x="7094" y="732"/>
                  </a:lnTo>
                  <a:lnTo>
                    <a:pt x="7073" y="586"/>
                  </a:lnTo>
                  <a:lnTo>
                    <a:pt x="6906" y="649"/>
                  </a:lnTo>
                  <a:lnTo>
                    <a:pt x="6655" y="795"/>
                  </a:lnTo>
                  <a:lnTo>
                    <a:pt x="6571" y="858"/>
                  </a:lnTo>
                  <a:lnTo>
                    <a:pt x="6550" y="984"/>
                  </a:lnTo>
                  <a:lnTo>
                    <a:pt x="6424" y="1067"/>
                  </a:lnTo>
                  <a:lnTo>
                    <a:pt x="6257" y="1151"/>
                  </a:lnTo>
                  <a:lnTo>
                    <a:pt x="6236" y="1193"/>
                  </a:lnTo>
                  <a:lnTo>
                    <a:pt x="6132" y="1277"/>
                  </a:lnTo>
                  <a:lnTo>
                    <a:pt x="5985" y="1277"/>
                  </a:lnTo>
                  <a:lnTo>
                    <a:pt x="5880" y="1256"/>
                  </a:lnTo>
                  <a:lnTo>
                    <a:pt x="5880" y="1172"/>
                  </a:lnTo>
                  <a:lnTo>
                    <a:pt x="5776" y="1046"/>
                  </a:lnTo>
                  <a:lnTo>
                    <a:pt x="5776" y="837"/>
                  </a:lnTo>
                  <a:lnTo>
                    <a:pt x="5755" y="691"/>
                  </a:lnTo>
                  <a:lnTo>
                    <a:pt x="5776" y="565"/>
                  </a:lnTo>
                  <a:lnTo>
                    <a:pt x="5734" y="460"/>
                  </a:lnTo>
                  <a:lnTo>
                    <a:pt x="5629" y="460"/>
                  </a:lnTo>
                  <a:lnTo>
                    <a:pt x="5608" y="356"/>
                  </a:lnTo>
                  <a:lnTo>
                    <a:pt x="5629" y="209"/>
                  </a:lnTo>
                  <a:lnTo>
                    <a:pt x="5629" y="126"/>
                  </a:lnTo>
                  <a:lnTo>
                    <a:pt x="5525" y="63"/>
                  </a:lnTo>
                  <a:lnTo>
                    <a:pt x="542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60"/>
            <p:cNvSpPr/>
            <p:nvPr/>
          </p:nvSpPr>
          <p:spPr>
            <a:xfrm>
              <a:off x="3884115" y="2761763"/>
              <a:ext cx="113133" cy="67348"/>
            </a:xfrm>
            <a:custGeom>
              <a:rect b="b" l="l" r="r" t="t"/>
              <a:pathLst>
                <a:path extrusionOk="0" h="5922" w="9501">
                  <a:moveTo>
                    <a:pt x="5064" y="0"/>
                  </a:moveTo>
                  <a:lnTo>
                    <a:pt x="4960" y="84"/>
                  </a:lnTo>
                  <a:lnTo>
                    <a:pt x="5002" y="209"/>
                  </a:lnTo>
                  <a:lnTo>
                    <a:pt x="4855" y="230"/>
                  </a:lnTo>
                  <a:lnTo>
                    <a:pt x="4751" y="209"/>
                  </a:lnTo>
                  <a:lnTo>
                    <a:pt x="4730" y="209"/>
                  </a:lnTo>
                  <a:lnTo>
                    <a:pt x="4500" y="272"/>
                  </a:lnTo>
                  <a:lnTo>
                    <a:pt x="4332" y="293"/>
                  </a:lnTo>
                  <a:lnTo>
                    <a:pt x="4228" y="502"/>
                  </a:lnTo>
                  <a:lnTo>
                    <a:pt x="4228" y="712"/>
                  </a:lnTo>
                  <a:lnTo>
                    <a:pt x="4102" y="712"/>
                  </a:lnTo>
                  <a:lnTo>
                    <a:pt x="3997" y="628"/>
                  </a:lnTo>
                  <a:lnTo>
                    <a:pt x="3851" y="691"/>
                  </a:lnTo>
                  <a:lnTo>
                    <a:pt x="3746" y="607"/>
                  </a:lnTo>
                  <a:lnTo>
                    <a:pt x="3642" y="628"/>
                  </a:lnTo>
                  <a:lnTo>
                    <a:pt x="3537" y="753"/>
                  </a:lnTo>
                  <a:lnTo>
                    <a:pt x="3432" y="732"/>
                  </a:lnTo>
                  <a:lnTo>
                    <a:pt x="3391" y="607"/>
                  </a:lnTo>
                  <a:lnTo>
                    <a:pt x="3244" y="607"/>
                  </a:lnTo>
                  <a:lnTo>
                    <a:pt x="3056" y="712"/>
                  </a:lnTo>
                  <a:lnTo>
                    <a:pt x="2972" y="649"/>
                  </a:lnTo>
                  <a:lnTo>
                    <a:pt x="2805" y="628"/>
                  </a:lnTo>
                  <a:lnTo>
                    <a:pt x="2763" y="691"/>
                  </a:lnTo>
                  <a:lnTo>
                    <a:pt x="2700" y="691"/>
                  </a:lnTo>
                  <a:lnTo>
                    <a:pt x="2595" y="607"/>
                  </a:lnTo>
                  <a:lnTo>
                    <a:pt x="2386" y="691"/>
                  </a:lnTo>
                  <a:lnTo>
                    <a:pt x="2344" y="628"/>
                  </a:lnTo>
                  <a:lnTo>
                    <a:pt x="2219" y="544"/>
                  </a:lnTo>
                  <a:lnTo>
                    <a:pt x="1884" y="502"/>
                  </a:lnTo>
                  <a:lnTo>
                    <a:pt x="1759" y="419"/>
                  </a:lnTo>
                  <a:lnTo>
                    <a:pt x="1675" y="419"/>
                  </a:lnTo>
                  <a:lnTo>
                    <a:pt x="1570" y="523"/>
                  </a:lnTo>
                  <a:lnTo>
                    <a:pt x="1382" y="523"/>
                  </a:lnTo>
                  <a:lnTo>
                    <a:pt x="963" y="586"/>
                  </a:lnTo>
                  <a:lnTo>
                    <a:pt x="859" y="628"/>
                  </a:lnTo>
                  <a:lnTo>
                    <a:pt x="671" y="544"/>
                  </a:lnTo>
                  <a:lnTo>
                    <a:pt x="608" y="544"/>
                  </a:lnTo>
                  <a:lnTo>
                    <a:pt x="566" y="649"/>
                  </a:lnTo>
                  <a:lnTo>
                    <a:pt x="608" y="921"/>
                  </a:lnTo>
                  <a:lnTo>
                    <a:pt x="650" y="1004"/>
                  </a:lnTo>
                  <a:lnTo>
                    <a:pt x="733" y="1151"/>
                  </a:lnTo>
                  <a:lnTo>
                    <a:pt x="859" y="1235"/>
                  </a:lnTo>
                  <a:lnTo>
                    <a:pt x="817" y="1318"/>
                  </a:lnTo>
                  <a:lnTo>
                    <a:pt x="838" y="1381"/>
                  </a:lnTo>
                  <a:lnTo>
                    <a:pt x="880" y="1465"/>
                  </a:lnTo>
                  <a:lnTo>
                    <a:pt x="838" y="1653"/>
                  </a:lnTo>
                  <a:lnTo>
                    <a:pt x="754" y="1653"/>
                  </a:lnTo>
                  <a:lnTo>
                    <a:pt x="650" y="1737"/>
                  </a:lnTo>
                  <a:lnTo>
                    <a:pt x="629" y="1904"/>
                  </a:lnTo>
                  <a:lnTo>
                    <a:pt x="252" y="2302"/>
                  </a:lnTo>
                  <a:lnTo>
                    <a:pt x="294" y="2469"/>
                  </a:lnTo>
                  <a:lnTo>
                    <a:pt x="294" y="2637"/>
                  </a:lnTo>
                  <a:lnTo>
                    <a:pt x="147" y="2616"/>
                  </a:lnTo>
                  <a:lnTo>
                    <a:pt x="43" y="2888"/>
                  </a:lnTo>
                  <a:lnTo>
                    <a:pt x="22" y="3097"/>
                  </a:lnTo>
                  <a:lnTo>
                    <a:pt x="1" y="3097"/>
                  </a:lnTo>
                  <a:lnTo>
                    <a:pt x="126" y="3222"/>
                  </a:lnTo>
                  <a:lnTo>
                    <a:pt x="294" y="3327"/>
                  </a:lnTo>
                  <a:lnTo>
                    <a:pt x="315" y="3432"/>
                  </a:lnTo>
                  <a:lnTo>
                    <a:pt x="440" y="3432"/>
                  </a:lnTo>
                  <a:lnTo>
                    <a:pt x="524" y="3348"/>
                  </a:lnTo>
                  <a:lnTo>
                    <a:pt x="629" y="3348"/>
                  </a:lnTo>
                  <a:lnTo>
                    <a:pt x="838" y="3453"/>
                  </a:lnTo>
                  <a:lnTo>
                    <a:pt x="984" y="3473"/>
                  </a:lnTo>
                  <a:lnTo>
                    <a:pt x="1152" y="3536"/>
                  </a:lnTo>
                  <a:lnTo>
                    <a:pt x="1194" y="3641"/>
                  </a:lnTo>
                  <a:lnTo>
                    <a:pt x="1340" y="3683"/>
                  </a:lnTo>
                  <a:lnTo>
                    <a:pt x="1487" y="3641"/>
                  </a:lnTo>
                  <a:lnTo>
                    <a:pt x="1612" y="3641"/>
                  </a:lnTo>
                  <a:lnTo>
                    <a:pt x="1717" y="3515"/>
                  </a:lnTo>
                  <a:lnTo>
                    <a:pt x="2114" y="3453"/>
                  </a:lnTo>
                  <a:lnTo>
                    <a:pt x="2240" y="3369"/>
                  </a:lnTo>
                  <a:lnTo>
                    <a:pt x="2386" y="3348"/>
                  </a:lnTo>
                  <a:lnTo>
                    <a:pt x="2344" y="3201"/>
                  </a:lnTo>
                  <a:lnTo>
                    <a:pt x="2386" y="3139"/>
                  </a:lnTo>
                  <a:lnTo>
                    <a:pt x="2344" y="2992"/>
                  </a:lnTo>
                  <a:lnTo>
                    <a:pt x="2428" y="3013"/>
                  </a:lnTo>
                  <a:lnTo>
                    <a:pt x="2449" y="2992"/>
                  </a:lnTo>
                  <a:lnTo>
                    <a:pt x="2554" y="3034"/>
                  </a:lnTo>
                  <a:lnTo>
                    <a:pt x="2616" y="2992"/>
                  </a:lnTo>
                  <a:lnTo>
                    <a:pt x="2742" y="2992"/>
                  </a:lnTo>
                  <a:lnTo>
                    <a:pt x="2763" y="2929"/>
                  </a:lnTo>
                  <a:lnTo>
                    <a:pt x="2867" y="3055"/>
                  </a:lnTo>
                  <a:lnTo>
                    <a:pt x="3014" y="3055"/>
                  </a:lnTo>
                  <a:lnTo>
                    <a:pt x="3181" y="3243"/>
                  </a:lnTo>
                  <a:lnTo>
                    <a:pt x="3370" y="3243"/>
                  </a:lnTo>
                  <a:lnTo>
                    <a:pt x="3391" y="3201"/>
                  </a:lnTo>
                  <a:lnTo>
                    <a:pt x="3453" y="3201"/>
                  </a:lnTo>
                  <a:lnTo>
                    <a:pt x="3642" y="3369"/>
                  </a:lnTo>
                  <a:lnTo>
                    <a:pt x="3788" y="3453"/>
                  </a:lnTo>
                  <a:lnTo>
                    <a:pt x="3809" y="3641"/>
                  </a:lnTo>
                  <a:lnTo>
                    <a:pt x="3809" y="3787"/>
                  </a:lnTo>
                  <a:lnTo>
                    <a:pt x="3956" y="3850"/>
                  </a:lnTo>
                  <a:lnTo>
                    <a:pt x="3956" y="3892"/>
                  </a:lnTo>
                  <a:lnTo>
                    <a:pt x="4102" y="4038"/>
                  </a:lnTo>
                  <a:lnTo>
                    <a:pt x="4269" y="4143"/>
                  </a:lnTo>
                  <a:lnTo>
                    <a:pt x="4290" y="4248"/>
                  </a:lnTo>
                  <a:lnTo>
                    <a:pt x="4269" y="4352"/>
                  </a:lnTo>
                  <a:lnTo>
                    <a:pt x="4332" y="4457"/>
                  </a:lnTo>
                  <a:lnTo>
                    <a:pt x="4311" y="4499"/>
                  </a:lnTo>
                  <a:lnTo>
                    <a:pt x="4123" y="4499"/>
                  </a:lnTo>
                  <a:lnTo>
                    <a:pt x="4060" y="4415"/>
                  </a:lnTo>
                  <a:lnTo>
                    <a:pt x="3893" y="4478"/>
                  </a:lnTo>
                  <a:lnTo>
                    <a:pt x="3788" y="4478"/>
                  </a:lnTo>
                  <a:lnTo>
                    <a:pt x="3767" y="4687"/>
                  </a:lnTo>
                  <a:lnTo>
                    <a:pt x="3767" y="4834"/>
                  </a:lnTo>
                  <a:lnTo>
                    <a:pt x="3704" y="4813"/>
                  </a:lnTo>
                  <a:lnTo>
                    <a:pt x="3600" y="5022"/>
                  </a:lnTo>
                  <a:lnTo>
                    <a:pt x="3600" y="5126"/>
                  </a:lnTo>
                  <a:lnTo>
                    <a:pt x="3495" y="5106"/>
                  </a:lnTo>
                  <a:lnTo>
                    <a:pt x="3432" y="5147"/>
                  </a:lnTo>
                  <a:lnTo>
                    <a:pt x="3537" y="5315"/>
                  </a:lnTo>
                  <a:lnTo>
                    <a:pt x="3684" y="5357"/>
                  </a:lnTo>
                  <a:lnTo>
                    <a:pt x="3893" y="5357"/>
                  </a:lnTo>
                  <a:lnTo>
                    <a:pt x="3976" y="5294"/>
                  </a:lnTo>
                  <a:lnTo>
                    <a:pt x="4165" y="5294"/>
                  </a:lnTo>
                  <a:lnTo>
                    <a:pt x="4269" y="5357"/>
                  </a:lnTo>
                  <a:lnTo>
                    <a:pt x="4290" y="5252"/>
                  </a:lnTo>
                  <a:lnTo>
                    <a:pt x="4228" y="5189"/>
                  </a:lnTo>
                  <a:lnTo>
                    <a:pt x="4228" y="5106"/>
                  </a:lnTo>
                  <a:lnTo>
                    <a:pt x="4228" y="5022"/>
                  </a:lnTo>
                  <a:lnTo>
                    <a:pt x="4290" y="5106"/>
                  </a:lnTo>
                  <a:lnTo>
                    <a:pt x="4374" y="5106"/>
                  </a:lnTo>
                  <a:lnTo>
                    <a:pt x="4583" y="4834"/>
                  </a:lnTo>
                  <a:lnTo>
                    <a:pt x="4541" y="4771"/>
                  </a:lnTo>
                  <a:lnTo>
                    <a:pt x="4604" y="4771"/>
                  </a:lnTo>
                  <a:lnTo>
                    <a:pt x="4730" y="4603"/>
                  </a:lnTo>
                  <a:lnTo>
                    <a:pt x="4730" y="4478"/>
                  </a:lnTo>
                  <a:lnTo>
                    <a:pt x="4813" y="4394"/>
                  </a:lnTo>
                  <a:lnTo>
                    <a:pt x="4939" y="4394"/>
                  </a:lnTo>
                  <a:lnTo>
                    <a:pt x="5064" y="4269"/>
                  </a:lnTo>
                  <a:lnTo>
                    <a:pt x="5127" y="4310"/>
                  </a:lnTo>
                  <a:lnTo>
                    <a:pt x="5127" y="4352"/>
                  </a:lnTo>
                  <a:lnTo>
                    <a:pt x="5232" y="4352"/>
                  </a:lnTo>
                  <a:lnTo>
                    <a:pt x="5274" y="4289"/>
                  </a:lnTo>
                  <a:lnTo>
                    <a:pt x="5336" y="4206"/>
                  </a:lnTo>
                  <a:lnTo>
                    <a:pt x="5357" y="4269"/>
                  </a:lnTo>
                  <a:lnTo>
                    <a:pt x="5441" y="4310"/>
                  </a:lnTo>
                  <a:lnTo>
                    <a:pt x="5525" y="4352"/>
                  </a:lnTo>
                  <a:lnTo>
                    <a:pt x="5692" y="4310"/>
                  </a:lnTo>
                  <a:lnTo>
                    <a:pt x="5567" y="4373"/>
                  </a:lnTo>
                  <a:lnTo>
                    <a:pt x="5483" y="4415"/>
                  </a:lnTo>
                  <a:lnTo>
                    <a:pt x="5378" y="4394"/>
                  </a:lnTo>
                  <a:lnTo>
                    <a:pt x="5211" y="4415"/>
                  </a:lnTo>
                  <a:lnTo>
                    <a:pt x="5064" y="4415"/>
                  </a:lnTo>
                  <a:lnTo>
                    <a:pt x="5127" y="4478"/>
                  </a:lnTo>
                  <a:lnTo>
                    <a:pt x="5336" y="4478"/>
                  </a:lnTo>
                  <a:lnTo>
                    <a:pt x="5483" y="4561"/>
                  </a:lnTo>
                  <a:lnTo>
                    <a:pt x="5462" y="4582"/>
                  </a:lnTo>
                  <a:lnTo>
                    <a:pt x="5420" y="4624"/>
                  </a:lnTo>
                  <a:lnTo>
                    <a:pt x="5483" y="4708"/>
                  </a:lnTo>
                  <a:lnTo>
                    <a:pt x="5567" y="4708"/>
                  </a:lnTo>
                  <a:lnTo>
                    <a:pt x="5671" y="4771"/>
                  </a:lnTo>
                  <a:lnTo>
                    <a:pt x="5797" y="4708"/>
                  </a:lnTo>
                  <a:lnTo>
                    <a:pt x="5943" y="4687"/>
                  </a:lnTo>
                  <a:lnTo>
                    <a:pt x="6069" y="4729"/>
                  </a:lnTo>
                  <a:lnTo>
                    <a:pt x="6173" y="4792"/>
                  </a:lnTo>
                  <a:lnTo>
                    <a:pt x="6194" y="4708"/>
                  </a:lnTo>
                  <a:lnTo>
                    <a:pt x="6257" y="4729"/>
                  </a:lnTo>
                  <a:lnTo>
                    <a:pt x="6278" y="4875"/>
                  </a:lnTo>
                  <a:lnTo>
                    <a:pt x="6362" y="4938"/>
                  </a:lnTo>
                  <a:lnTo>
                    <a:pt x="6299" y="4980"/>
                  </a:lnTo>
                  <a:lnTo>
                    <a:pt x="6111" y="5022"/>
                  </a:lnTo>
                  <a:lnTo>
                    <a:pt x="5943" y="5126"/>
                  </a:lnTo>
                  <a:lnTo>
                    <a:pt x="5797" y="5315"/>
                  </a:lnTo>
                  <a:lnTo>
                    <a:pt x="5901" y="5357"/>
                  </a:lnTo>
                  <a:lnTo>
                    <a:pt x="5985" y="5294"/>
                  </a:lnTo>
                  <a:lnTo>
                    <a:pt x="6111" y="5357"/>
                  </a:lnTo>
                  <a:lnTo>
                    <a:pt x="6173" y="5336"/>
                  </a:lnTo>
                  <a:lnTo>
                    <a:pt x="6362" y="5503"/>
                  </a:lnTo>
                  <a:lnTo>
                    <a:pt x="6383" y="5566"/>
                  </a:lnTo>
                  <a:lnTo>
                    <a:pt x="6299" y="5775"/>
                  </a:lnTo>
                  <a:lnTo>
                    <a:pt x="6278" y="5838"/>
                  </a:lnTo>
                  <a:lnTo>
                    <a:pt x="6383" y="5922"/>
                  </a:lnTo>
                  <a:lnTo>
                    <a:pt x="6592" y="5922"/>
                  </a:lnTo>
                  <a:lnTo>
                    <a:pt x="6780" y="5817"/>
                  </a:lnTo>
                  <a:lnTo>
                    <a:pt x="7031" y="5629"/>
                  </a:lnTo>
                  <a:lnTo>
                    <a:pt x="7220" y="5629"/>
                  </a:lnTo>
                  <a:lnTo>
                    <a:pt x="7324" y="5503"/>
                  </a:lnTo>
                  <a:lnTo>
                    <a:pt x="7450" y="5419"/>
                  </a:lnTo>
                  <a:lnTo>
                    <a:pt x="7680" y="5440"/>
                  </a:lnTo>
                  <a:lnTo>
                    <a:pt x="7889" y="5440"/>
                  </a:lnTo>
                  <a:lnTo>
                    <a:pt x="7952" y="5336"/>
                  </a:lnTo>
                  <a:lnTo>
                    <a:pt x="7889" y="5231"/>
                  </a:lnTo>
                  <a:lnTo>
                    <a:pt x="7952" y="5210"/>
                  </a:lnTo>
                  <a:lnTo>
                    <a:pt x="7994" y="5126"/>
                  </a:lnTo>
                  <a:lnTo>
                    <a:pt x="7847" y="5106"/>
                  </a:lnTo>
                  <a:lnTo>
                    <a:pt x="7659" y="5126"/>
                  </a:lnTo>
                  <a:lnTo>
                    <a:pt x="7638" y="5252"/>
                  </a:lnTo>
                  <a:lnTo>
                    <a:pt x="7513" y="5189"/>
                  </a:lnTo>
                  <a:lnTo>
                    <a:pt x="7450" y="5189"/>
                  </a:lnTo>
                  <a:lnTo>
                    <a:pt x="7345" y="5294"/>
                  </a:lnTo>
                  <a:lnTo>
                    <a:pt x="7303" y="5252"/>
                  </a:lnTo>
                  <a:lnTo>
                    <a:pt x="7010" y="4938"/>
                  </a:lnTo>
                  <a:lnTo>
                    <a:pt x="6948" y="4813"/>
                  </a:lnTo>
                  <a:lnTo>
                    <a:pt x="6885" y="4687"/>
                  </a:lnTo>
                  <a:lnTo>
                    <a:pt x="6822" y="4708"/>
                  </a:lnTo>
                  <a:lnTo>
                    <a:pt x="6885" y="4875"/>
                  </a:lnTo>
                  <a:lnTo>
                    <a:pt x="7094" y="5106"/>
                  </a:lnTo>
                  <a:lnTo>
                    <a:pt x="7261" y="5294"/>
                  </a:lnTo>
                  <a:lnTo>
                    <a:pt x="7220" y="5315"/>
                  </a:lnTo>
                  <a:lnTo>
                    <a:pt x="7094" y="5294"/>
                  </a:lnTo>
                  <a:lnTo>
                    <a:pt x="7031" y="5210"/>
                  </a:lnTo>
                  <a:lnTo>
                    <a:pt x="7010" y="5085"/>
                  </a:lnTo>
                  <a:lnTo>
                    <a:pt x="6927" y="5043"/>
                  </a:lnTo>
                  <a:lnTo>
                    <a:pt x="6885" y="5106"/>
                  </a:lnTo>
                  <a:lnTo>
                    <a:pt x="6885" y="5022"/>
                  </a:lnTo>
                  <a:lnTo>
                    <a:pt x="6822" y="5022"/>
                  </a:lnTo>
                  <a:lnTo>
                    <a:pt x="6780" y="5043"/>
                  </a:lnTo>
                  <a:lnTo>
                    <a:pt x="6780" y="5001"/>
                  </a:lnTo>
                  <a:lnTo>
                    <a:pt x="6822" y="4917"/>
                  </a:lnTo>
                  <a:lnTo>
                    <a:pt x="6801" y="4875"/>
                  </a:lnTo>
                  <a:lnTo>
                    <a:pt x="6717" y="4896"/>
                  </a:lnTo>
                  <a:lnTo>
                    <a:pt x="6676" y="4834"/>
                  </a:lnTo>
                  <a:lnTo>
                    <a:pt x="6592" y="4771"/>
                  </a:lnTo>
                  <a:lnTo>
                    <a:pt x="6404" y="4792"/>
                  </a:lnTo>
                  <a:lnTo>
                    <a:pt x="6320" y="4729"/>
                  </a:lnTo>
                  <a:lnTo>
                    <a:pt x="6362" y="4687"/>
                  </a:lnTo>
                  <a:lnTo>
                    <a:pt x="6487" y="4708"/>
                  </a:lnTo>
                  <a:lnTo>
                    <a:pt x="6529" y="4624"/>
                  </a:lnTo>
                  <a:lnTo>
                    <a:pt x="6634" y="4708"/>
                  </a:lnTo>
                  <a:lnTo>
                    <a:pt x="6738" y="4708"/>
                  </a:lnTo>
                  <a:lnTo>
                    <a:pt x="6780" y="4624"/>
                  </a:lnTo>
                  <a:lnTo>
                    <a:pt x="6885" y="4603"/>
                  </a:lnTo>
                  <a:lnTo>
                    <a:pt x="7052" y="4415"/>
                  </a:lnTo>
                  <a:lnTo>
                    <a:pt x="7052" y="4373"/>
                  </a:lnTo>
                  <a:lnTo>
                    <a:pt x="7136" y="4394"/>
                  </a:lnTo>
                  <a:lnTo>
                    <a:pt x="7136" y="4457"/>
                  </a:lnTo>
                  <a:lnTo>
                    <a:pt x="7031" y="4582"/>
                  </a:lnTo>
                  <a:lnTo>
                    <a:pt x="6989" y="4603"/>
                  </a:lnTo>
                  <a:lnTo>
                    <a:pt x="7010" y="4666"/>
                  </a:lnTo>
                  <a:lnTo>
                    <a:pt x="7094" y="4624"/>
                  </a:lnTo>
                  <a:lnTo>
                    <a:pt x="7220" y="4457"/>
                  </a:lnTo>
                  <a:lnTo>
                    <a:pt x="7241" y="4373"/>
                  </a:lnTo>
                  <a:lnTo>
                    <a:pt x="7157" y="4289"/>
                  </a:lnTo>
                  <a:lnTo>
                    <a:pt x="7136" y="4248"/>
                  </a:lnTo>
                  <a:lnTo>
                    <a:pt x="7199" y="4206"/>
                  </a:lnTo>
                  <a:lnTo>
                    <a:pt x="7261" y="4352"/>
                  </a:lnTo>
                  <a:lnTo>
                    <a:pt x="7345" y="4373"/>
                  </a:lnTo>
                  <a:lnTo>
                    <a:pt x="7450" y="4289"/>
                  </a:lnTo>
                  <a:lnTo>
                    <a:pt x="7617" y="4310"/>
                  </a:lnTo>
                  <a:lnTo>
                    <a:pt x="7722" y="4248"/>
                  </a:lnTo>
                  <a:lnTo>
                    <a:pt x="7868" y="4248"/>
                  </a:lnTo>
                  <a:lnTo>
                    <a:pt x="7973" y="4101"/>
                  </a:lnTo>
                  <a:lnTo>
                    <a:pt x="8057" y="4038"/>
                  </a:lnTo>
                  <a:lnTo>
                    <a:pt x="8182" y="4038"/>
                  </a:lnTo>
                  <a:lnTo>
                    <a:pt x="8203" y="3934"/>
                  </a:lnTo>
                  <a:lnTo>
                    <a:pt x="8287" y="3871"/>
                  </a:lnTo>
                  <a:lnTo>
                    <a:pt x="8454" y="3871"/>
                  </a:lnTo>
                  <a:lnTo>
                    <a:pt x="8580" y="3829"/>
                  </a:lnTo>
                  <a:lnTo>
                    <a:pt x="8663" y="3829"/>
                  </a:lnTo>
                  <a:lnTo>
                    <a:pt x="8663" y="3892"/>
                  </a:lnTo>
                  <a:lnTo>
                    <a:pt x="8768" y="3850"/>
                  </a:lnTo>
                  <a:lnTo>
                    <a:pt x="8789" y="3578"/>
                  </a:lnTo>
                  <a:lnTo>
                    <a:pt x="8873" y="3557"/>
                  </a:lnTo>
                  <a:lnTo>
                    <a:pt x="8998" y="3348"/>
                  </a:lnTo>
                  <a:lnTo>
                    <a:pt x="9291" y="3327"/>
                  </a:lnTo>
                  <a:lnTo>
                    <a:pt x="9396" y="3243"/>
                  </a:lnTo>
                  <a:lnTo>
                    <a:pt x="9354" y="3118"/>
                  </a:lnTo>
                  <a:lnTo>
                    <a:pt x="9438" y="2909"/>
                  </a:lnTo>
                  <a:lnTo>
                    <a:pt x="9417" y="2720"/>
                  </a:lnTo>
                  <a:lnTo>
                    <a:pt x="9228" y="2616"/>
                  </a:lnTo>
                  <a:lnTo>
                    <a:pt x="9291" y="2365"/>
                  </a:lnTo>
                  <a:lnTo>
                    <a:pt x="9396" y="2323"/>
                  </a:lnTo>
                  <a:lnTo>
                    <a:pt x="9500" y="2197"/>
                  </a:lnTo>
                  <a:lnTo>
                    <a:pt x="9500" y="2072"/>
                  </a:lnTo>
                  <a:lnTo>
                    <a:pt x="9417" y="2009"/>
                  </a:lnTo>
                  <a:lnTo>
                    <a:pt x="9354" y="1883"/>
                  </a:lnTo>
                  <a:lnTo>
                    <a:pt x="9291" y="1967"/>
                  </a:lnTo>
                  <a:lnTo>
                    <a:pt x="9103" y="1946"/>
                  </a:lnTo>
                  <a:lnTo>
                    <a:pt x="8935" y="1841"/>
                  </a:lnTo>
                  <a:lnTo>
                    <a:pt x="8810" y="1862"/>
                  </a:lnTo>
                  <a:lnTo>
                    <a:pt x="8705" y="1800"/>
                  </a:lnTo>
                  <a:lnTo>
                    <a:pt x="8559" y="1779"/>
                  </a:lnTo>
                  <a:lnTo>
                    <a:pt x="8349" y="1758"/>
                  </a:lnTo>
                  <a:lnTo>
                    <a:pt x="8266" y="1841"/>
                  </a:lnTo>
                  <a:lnTo>
                    <a:pt x="8203" y="1695"/>
                  </a:lnTo>
                  <a:lnTo>
                    <a:pt x="8057" y="1590"/>
                  </a:lnTo>
                  <a:lnTo>
                    <a:pt x="7931" y="1318"/>
                  </a:lnTo>
                  <a:lnTo>
                    <a:pt x="7826" y="1339"/>
                  </a:lnTo>
                  <a:lnTo>
                    <a:pt x="7638" y="1465"/>
                  </a:lnTo>
                  <a:lnTo>
                    <a:pt x="7513" y="1444"/>
                  </a:lnTo>
                  <a:lnTo>
                    <a:pt x="7366" y="1486"/>
                  </a:lnTo>
                  <a:lnTo>
                    <a:pt x="7220" y="1423"/>
                  </a:lnTo>
                  <a:lnTo>
                    <a:pt x="7115" y="1528"/>
                  </a:lnTo>
                  <a:lnTo>
                    <a:pt x="6843" y="1256"/>
                  </a:lnTo>
                  <a:lnTo>
                    <a:pt x="6780" y="1067"/>
                  </a:lnTo>
                  <a:lnTo>
                    <a:pt x="6780" y="921"/>
                  </a:lnTo>
                  <a:lnTo>
                    <a:pt x="6676" y="921"/>
                  </a:lnTo>
                  <a:lnTo>
                    <a:pt x="6676" y="795"/>
                  </a:lnTo>
                  <a:lnTo>
                    <a:pt x="6529" y="691"/>
                  </a:lnTo>
                  <a:lnTo>
                    <a:pt x="6215" y="732"/>
                  </a:lnTo>
                  <a:lnTo>
                    <a:pt x="6069" y="523"/>
                  </a:lnTo>
                  <a:lnTo>
                    <a:pt x="6111" y="398"/>
                  </a:lnTo>
                  <a:lnTo>
                    <a:pt x="6006" y="293"/>
                  </a:lnTo>
                  <a:lnTo>
                    <a:pt x="5901" y="21"/>
                  </a:lnTo>
                  <a:lnTo>
                    <a:pt x="5776" y="21"/>
                  </a:lnTo>
                  <a:lnTo>
                    <a:pt x="5650" y="105"/>
                  </a:lnTo>
                  <a:lnTo>
                    <a:pt x="5357" y="105"/>
                  </a:lnTo>
                  <a:lnTo>
                    <a:pt x="506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60"/>
            <p:cNvSpPr/>
            <p:nvPr/>
          </p:nvSpPr>
          <p:spPr>
            <a:xfrm>
              <a:off x="3912027" y="2795073"/>
              <a:ext cx="23684" cy="25236"/>
            </a:xfrm>
            <a:custGeom>
              <a:rect b="b" l="l" r="r" t="t"/>
              <a:pathLst>
                <a:path extrusionOk="0" h="2219" w="1989">
                  <a:moveTo>
                    <a:pt x="419" y="0"/>
                  </a:moveTo>
                  <a:lnTo>
                    <a:pt x="398" y="63"/>
                  </a:lnTo>
                  <a:lnTo>
                    <a:pt x="272" y="63"/>
                  </a:lnTo>
                  <a:lnTo>
                    <a:pt x="210" y="105"/>
                  </a:lnTo>
                  <a:lnTo>
                    <a:pt x="105" y="63"/>
                  </a:lnTo>
                  <a:lnTo>
                    <a:pt x="84" y="84"/>
                  </a:lnTo>
                  <a:lnTo>
                    <a:pt x="0" y="63"/>
                  </a:lnTo>
                  <a:lnTo>
                    <a:pt x="42" y="210"/>
                  </a:lnTo>
                  <a:lnTo>
                    <a:pt x="0" y="272"/>
                  </a:lnTo>
                  <a:lnTo>
                    <a:pt x="42" y="419"/>
                  </a:lnTo>
                  <a:lnTo>
                    <a:pt x="251" y="377"/>
                  </a:lnTo>
                  <a:lnTo>
                    <a:pt x="314" y="628"/>
                  </a:lnTo>
                  <a:lnTo>
                    <a:pt x="565" y="837"/>
                  </a:lnTo>
                  <a:lnTo>
                    <a:pt x="586" y="942"/>
                  </a:lnTo>
                  <a:lnTo>
                    <a:pt x="900" y="1214"/>
                  </a:lnTo>
                  <a:lnTo>
                    <a:pt x="921" y="1360"/>
                  </a:lnTo>
                  <a:lnTo>
                    <a:pt x="1026" y="1528"/>
                  </a:lnTo>
                  <a:lnTo>
                    <a:pt x="1005" y="2072"/>
                  </a:lnTo>
                  <a:lnTo>
                    <a:pt x="1088" y="2218"/>
                  </a:lnTo>
                  <a:lnTo>
                    <a:pt x="1151" y="2177"/>
                  </a:lnTo>
                  <a:lnTo>
                    <a:pt x="1256" y="2197"/>
                  </a:lnTo>
                  <a:lnTo>
                    <a:pt x="1256" y="2093"/>
                  </a:lnTo>
                  <a:lnTo>
                    <a:pt x="1360" y="1884"/>
                  </a:lnTo>
                  <a:lnTo>
                    <a:pt x="1423" y="1905"/>
                  </a:lnTo>
                  <a:lnTo>
                    <a:pt x="1423" y="1758"/>
                  </a:lnTo>
                  <a:lnTo>
                    <a:pt x="1444" y="1549"/>
                  </a:lnTo>
                  <a:lnTo>
                    <a:pt x="1549" y="1549"/>
                  </a:lnTo>
                  <a:lnTo>
                    <a:pt x="1716" y="1486"/>
                  </a:lnTo>
                  <a:lnTo>
                    <a:pt x="1779" y="1570"/>
                  </a:lnTo>
                  <a:lnTo>
                    <a:pt x="1967" y="1570"/>
                  </a:lnTo>
                  <a:lnTo>
                    <a:pt x="1988" y="1528"/>
                  </a:lnTo>
                  <a:lnTo>
                    <a:pt x="1925" y="1423"/>
                  </a:lnTo>
                  <a:lnTo>
                    <a:pt x="1946" y="1319"/>
                  </a:lnTo>
                  <a:lnTo>
                    <a:pt x="1925" y="1214"/>
                  </a:lnTo>
                  <a:lnTo>
                    <a:pt x="1758" y="1109"/>
                  </a:lnTo>
                  <a:lnTo>
                    <a:pt x="1612" y="963"/>
                  </a:lnTo>
                  <a:lnTo>
                    <a:pt x="1612" y="921"/>
                  </a:lnTo>
                  <a:lnTo>
                    <a:pt x="1465" y="858"/>
                  </a:lnTo>
                  <a:lnTo>
                    <a:pt x="1465" y="712"/>
                  </a:lnTo>
                  <a:lnTo>
                    <a:pt x="1444" y="524"/>
                  </a:lnTo>
                  <a:lnTo>
                    <a:pt x="1298" y="440"/>
                  </a:lnTo>
                  <a:lnTo>
                    <a:pt x="1109" y="272"/>
                  </a:lnTo>
                  <a:lnTo>
                    <a:pt x="1047" y="272"/>
                  </a:lnTo>
                  <a:lnTo>
                    <a:pt x="1026" y="314"/>
                  </a:lnTo>
                  <a:lnTo>
                    <a:pt x="837" y="314"/>
                  </a:lnTo>
                  <a:lnTo>
                    <a:pt x="670" y="126"/>
                  </a:lnTo>
                  <a:lnTo>
                    <a:pt x="523" y="126"/>
                  </a:lnTo>
                  <a:lnTo>
                    <a:pt x="41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60"/>
            <p:cNvSpPr/>
            <p:nvPr/>
          </p:nvSpPr>
          <p:spPr>
            <a:xfrm>
              <a:off x="3874161" y="2799361"/>
              <a:ext cx="60800" cy="37131"/>
            </a:xfrm>
            <a:custGeom>
              <a:rect b="b" l="l" r="r" t="t"/>
              <a:pathLst>
                <a:path extrusionOk="0" h="3265" w="5106">
                  <a:moveTo>
                    <a:pt x="3431" y="0"/>
                  </a:moveTo>
                  <a:lnTo>
                    <a:pt x="3076" y="63"/>
                  </a:lnTo>
                  <a:lnTo>
                    <a:pt x="2950" y="147"/>
                  </a:lnTo>
                  <a:lnTo>
                    <a:pt x="2553" y="209"/>
                  </a:lnTo>
                  <a:lnTo>
                    <a:pt x="2448" y="335"/>
                  </a:lnTo>
                  <a:lnTo>
                    <a:pt x="2323" y="335"/>
                  </a:lnTo>
                  <a:lnTo>
                    <a:pt x="2176" y="377"/>
                  </a:lnTo>
                  <a:lnTo>
                    <a:pt x="2030" y="335"/>
                  </a:lnTo>
                  <a:lnTo>
                    <a:pt x="1988" y="230"/>
                  </a:lnTo>
                  <a:lnTo>
                    <a:pt x="1820" y="167"/>
                  </a:lnTo>
                  <a:lnTo>
                    <a:pt x="1674" y="147"/>
                  </a:lnTo>
                  <a:lnTo>
                    <a:pt x="1465" y="42"/>
                  </a:lnTo>
                  <a:lnTo>
                    <a:pt x="1360" y="42"/>
                  </a:lnTo>
                  <a:lnTo>
                    <a:pt x="1276" y="126"/>
                  </a:lnTo>
                  <a:lnTo>
                    <a:pt x="1151" y="126"/>
                  </a:lnTo>
                  <a:lnTo>
                    <a:pt x="1172" y="147"/>
                  </a:lnTo>
                  <a:lnTo>
                    <a:pt x="1130" y="272"/>
                  </a:lnTo>
                  <a:lnTo>
                    <a:pt x="962" y="314"/>
                  </a:lnTo>
                  <a:lnTo>
                    <a:pt x="858" y="544"/>
                  </a:lnTo>
                  <a:lnTo>
                    <a:pt x="732" y="879"/>
                  </a:lnTo>
                  <a:lnTo>
                    <a:pt x="523" y="1193"/>
                  </a:lnTo>
                  <a:lnTo>
                    <a:pt x="544" y="1297"/>
                  </a:lnTo>
                  <a:lnTo>
                    <a:pt x="439" y="1402"/>
                  </a:lnTo>
                  <a:lnTo>
                    <a:pt x="293" y="1381"/>
                  </a:lnTo>
                  <a:lnTo>
                    <a:pt x="230" y="1486"/>
                  </a:lnTo>
                  <a:lnTo>
                    <a:pt x="126" y="1507"/>
                  </a:lnTo>
                  <a:lnTo>
                    <a:pt x="0" y="1632"/>
                  </a:lnTo>
                  <a:lnTo>
                    <a:pt x="126" y="1674"/>
                  </a:lnTo>
                  <a:lnTo>
                    <a:pt x="146" y="1737"/>
                  </a:lnTo>
                  <a:lnTo>
                    <a:pt x="335" y="1946"/>
                  </a:lnTo>
                  <a:lnTo>
                    <a:pt x="356" y="2051"/>
                  </a:lnTo>
                  <a:lnTo>
                    <a:pt x="523" y="2134"/>
                  </a:lnTo>
                  <a:lnTo>
                    <a:pt x="670" y="2260"/>
                  </a:lnTo>
                  <a:lnTo>
                    <a:pt x="607" y="2406"/>
                  </a:lnTo>
                  <a:lnTo>
                    <a:pt x="628" y="2448"/>
                  </a:lnTo>
                  <a:lnTo>
                    <a:pt x="837" y="2532"/>
                  </a:lnTo>
                  <a:lnTo>
                    <a:pt x="879" y="2616"/>
                  </a:lnTo>
                  <a:lnTo>
                    <a:pt x="983" y="2574"/>
                  </a:lnTo>
                  <a:lnTo>
                    <a:pt x="1088" y="2657"/>
                  </a:lnTo>
                  <a:lnTo>
                    <a:pt x="1172" y="2532"/>
                  </a:lnTo>
                  <a:lnTo>
                    <a:pt x="1381" y="2553"/>
                  </a:lnTo>
                  <a:lnTo>
                    <a:pt x="1276" y="2678"/>
                  </a:lnTo>
                  <a:lnTo>
                    <a:pt x="1297" y="2762"/>
                  </a:lnTo>
                  <a:lnTo>
                    <a:pt x="1339" y="2888"/>
                  </a:lnTo>
                  <a:lnTo>
                    <a:pt x="1486" y="2888"/>
                  </a:lnTo>
                  <a:lnTo>
                    <a:pt x="1569" y="2971"/>
                  </a:lnTo>
                  <a:lnTo>
                    <a:pt x="1569" y="3055"/>
                  </a:lnTo>
                  <a:lnTo>
                    <a:pt x="1507" y="3097"/>
                  </a:lnTo>
                  <a:lnTo>
                    <a:pt x="1590" y="3201"/>
                  </a:lnTo>
                  <a:lnTo>
                    <a:pt x="1716" y="3139"/>
                  </a:lnTo>
                  <a:lnTo>
                    <a:pt x="1883" y="3139"/>
                  </a:lnTo>
                  <a:lnTo>
                    <a:pt x="1925" y="3201"/>
                  </a:lnTo>
                  <a:lnTo>
                    <a:pt x="1988" y="3180"/>
                  </a:lnTo>
                  <a:lnTo>
                    <a:pt x="2197" y="3264"/>
                  </a:lnTo>
                  <a:lnTo>
                    <a:pt x="2343" y="3180"/>
                  </a:lnTo>
                  <a:lnTo>
                    <a:pt x="2490" y="3201"/>
                  </a:lnTo>
                  <a:lnTo>
                    <a:pt x="2553" y="3160"/>
                  </a:lnTo>
                  <a:lnTo>
                    <a:pt x="2699" y="3201"/>
                  </a:lnTo>
                  <a:lnTo>
                    <a:pt x="2804" y="3201"/>
                  </a:lnTo>
                  <a:lnTo>
                    <a:pt x="3013" y="3243"/>
                  </a:lnTo>
                  <a:lnTo>
                    <a:pt x="3076" y="3180"/>
                  </a:lnTo>
                  <a:lnTo>
                    <a:pt x="3222" y="3139"/>
                  </a:lnTo>
                  <a:lnTo>
                    <a:pt x="3264" y="3055"/>
                  </a:lnTo>
                  <a:lnTo>
                    <a:pt x="3599" y="2888"/>
                  </a:lnTo>
                  <a:lnTo>
                    <a:pt x="3766" y="2867"/>
                  </a:lnTo>
                  <a:lnTo>
                    <a:pt x="3955" y="2888"/>
                  </a:lnTo>
                  <a:lnTo>
                    <a:pt x="4122" y="2971"/>
                  </a:lnTo>
                  <a:lnTo>
                    <a:pt x="4185" y="3034"/>
                  </a:lnTo>
                  <a:lnTo>
                    <a:pt x="4289" y="2992"/>
                  </a:lnTo>
                  <a:lnTo>
                    <a:pt x="4436" y="3055"/>
                  </a:lnTo>
                  <a:lnTo>
                    <a:pt x="4478" y="3139"/>
                  </a:lnTo>
                  <a:lnTo>
                    <a:pt x="4603" y="3139"/>
                  </a:lnTo>
                  <a:lnTo>
                    <a:pt x="4582" y="2992"/>
                  </a:lnTo>
                  <a:lnTo>
                    <a:pt x="4624" y="2888"/>
                  </a:lnTo>
                  <a:lnTo>
                    <a:pt x="4624" y="2720"/>
                  </a:lnTo>
                  <a:lnTo>
                    <a:pt x="4603" y="2636"/>
                  </a:lnTo>
                  <a:lnTo>
                    <a:pt x="4645" y="2553"/>
                  </a:lnTo>
                  <a:lnTo>
                    <a:pt x="4708" y="2427"/>
                  </a:lnTo>
                  <a:lnTo>
                    <a:pt x="4896" y="2427"/>
                  </a:lnTo>
                  <a:lnTo>
                    <a:pt x="5022" y="2406"/>
                  </a:lnTo>
                  <a:lnTo>
                    <a:pt x="5105" y="2239"/>
                  </a:lnTo>
                  <a:lnTo>
                    <a:pt x="5105" y="2155"/>
                  </a:lnTo>
                  <a:lnTo>
                    <a:pt x="5043" y="2113"/>
                  </a:lnTo>
                  <a:lnTo>
                    <a:pt x="5105" y="2051"/>
                  </a:lnTo>
                  <a:lnTo>
                    <a:pt x="5001" y="1988"/>
                  </a:lnTo>
                  <a:lnTo>
                    <a:pt x="4812" y="1988"/>
                  </a:lnTo>
                  <a:lnTo>
                    <a:pt x="4729" y="2051"/>
                  </a:lnTo>
                  <a:lnTo>
                    <a:pt x="4520" y="2051"/>
                  </a:lnTo>
                  <a:lnTo>
                    <a:pt x="4373" y="2009"/>
                  </a:lnTo>
                  <a:lnTo>
                    <a:pt x="4268" y="1841"/>
                  </a:lnTo>
                  <a:lnTo>
                    <a:pt x="4185" y="1695"/>
                  </a:lnTo>
                  <a:lnTo>
                    <a:pt x="4206" y="1151"/>
                  </a:lnTo>
                  <a:lnTo>
                    <a:pt x="4101" y="983"/>
                  </a:lnTo>
                  <a:lnTo>
                    <a:pt x="4080" y="837"/>
                  </a:lnTo>
                  <a:lnTo>
                    <a:pt x="3766" y="565"/>
                  </a:lnTo>
                  <a:lnTo>
                    <a:pt x="3745" y="460"/>
                  </a:lnTo>
                  <a:lnTo>
                    <a:pt x="3494" y="251"/>
                  </a:lnTo>
                  <a:lnTo>
                    <a:pt x="343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60"/>
            <p:cNvSpPr/>
            <p:nvPr/>
          </p:nvSpPr>
          <p:spPr>
            <a:xfrm>
              <a:off x="3889355" y="2831954"/>
              <a:ext cx="39878" cy="24041"/>
            </a:xfrm>
            <a:custGeom>
              <a:rect b="b" l="l" r="r" t="t"/>
              <a:pathLst>
                <a:path extrusionOk="0" h="2114" w="3349">
                  <a:moveTo>
                    <a:pt x="2490" y="1"/>
                  </a:moveTo>
                  <a:lnTo>
                    <a:pt x="2323" y="22"/>
                  </a:lnTo>
                  <a:lnTo>
                    <a:pt x="1988" y="189"/>
                  </a:lnTo>
                  <a:lnTo>
                    <a:pt x="1946" y="273"/>
                  </a:lnTo>
                  <a:lnTo>
                    <a:pt x="1800" y="314"/>
                  </a:lnTo>
                  <a:lnTo>
                    <a:pt x="1737" y="377"/>
                  </a:lnTo>
                  <a:lnTo>
                    <a:pt x="1528" y="335"/>
                  </a:lnTo>
                  <a:lnTo>
                    <a:pt x="1423" y="335"/>
                  </a:lnTo>
                  <a:lnTo>
                    <a:pt x="1277" y="294"/>
                  </a:lnTo>
                  <a:lnTo>
                    <a:pt x="1214" y="335"/>
                  </a:lnTo>
                  <a:lnTo>
                    <a:pt x="1067" y="314"/>
                  </a:lnTo>
                  <a:lnTo>
                    <a:pt x="921" y="398"/>
                  </a:lnTo>
                  <a:lnTo>
                    <a:pt x="712" y="314"/>
                  </a:lnTo>
                  <a:lnTo>
                    <a:pt x="649" y="335"/>
                  </a:lnTo>
                  <a:lnTo>
                    <a:pt x="607" y="273"/>
                  </a:lnTo>
                  <a:lnTo>
                    <a:pt x="440" y="273"/>
                  </a:lnTo>
                  <a:lnTo>
                    <a:pt x="314" y="335"/>
                  </a:lnTo>
                  <a:lnTo>
                    <a:pt x="231" y="231"/>
                  </a:lnTo>
                  <a:lnTo>
                    <a:pt x="293" y="189"/>
                  </a:lnTo>
                  <a:lnTo>
                    <a:pt x="293" y="105"/>
                  </a:lnTo>
                  <a:lnTo>
                    <a:pt x="210" y="22"/>
                  </a:lnTo>
                  <a:lnTo>
                    <a:pt x="63" y="22"/>
                  </a:lnTo>
                  <a:lnTo>
                    <a:pt x="84" y="126"/>
                  </a:lnTo>
                  <a:lnTo>
                    <a:pt x="0" y="210"/>
                  </a:lnTo>
                  <a:lnTo>
                    <a:pt x="63" y="440"/>
                  </a:lnTo>
                  <a:lnTo>
                    <a:pt x="231" y="628"/>
                  </a:lnTo>
                  <a:lnTo>
                    <a:pt x="314" y="754"/>
                  </a:lnTo>
                  <a:lnTo>
                    <a:pt x="272" y="900"/>
                  </a:lnTo>
                  <a:lnTo>
                    <a:pt x="63" y="1068"/>
                  </a:lnTo>
                  <a:lnTo>
                    <a:pt x="84" y="1172"/>
                  </a:lnTo>
                  <a:lnTo>
                    <a:pt x="168" y="1277"/>
                  </a:lnTo>
                  <a:lnTo>
                    <a:pt x="105" y="1382"/>
                  </a:lnTo>
                  <a:lnTo>
                    <a:pt x="335" y="1570"/>
                  </a:lnTo>
                  <a:lnTo>
                    <a:pt x="503" y="1842"/>
                  </a:lnTo>
                  <a:lnTo>
                    <a:pt x="523" y="1988"/>
                  </a:lnTo>
                  <a:lnTo>
                    <a:pt x="523" y="2093"/>
                  </a:lnTo>
                  <a:lnTo>
                    <a:pt x="607" y="2114"/>
                  </a:lnTo>
                  <a:lnTo>
                    <a:pt x="795" y="2114"/>
                  </a:lnTo>
                  <a:lnTo>
                    <a:pt x="942" y="2093"/>
                  </a:lnTo>
                  <a:lnTo>
                    <a:pt x="1026" y="1988"/>
                  </a:lnTo>
                  <a:lnTo>
                    <a:pt x="1172" y="2009"/>
                  </a:lnTo>
                  <a:lnTo>
                    <a:pt x="1319" y="2009"/>
                  </a:lnTo>
                  <a:lnTo>
                    <a:pt x="1339" y="2114"/>
                  </a:lnTo>
                  <a:lnTo>
                    <a:pt x="1444" y="2114"/>
                  </a:lnTo>
                  <a:lnTo>
                    <a:pt x="1528" y="2051"/>
                  </a:lnTo>
                  <a:lnTo>
                    <a:pt x="1653" y="2051"/>
                  </a:lnTo>
                  <a:lnTo>
                    <a:pt x="1737" y="2114"/>
                  </a:lnTo>
                  <a:lnTo>
                    <a:pt x="1863" y="2072"/>
                  </a:lnTo>
                  <a:lnTo>
                    <a:pt x="2093" y="2072"/>
                  </a:lnTo>
                  <a:lnTo>
                    <a:pt x="2176" y="2009"/>
                  </a:lnTo>
                  <a:lnTo>
                    <a:pt x="2114" y="1905"/>
                  </a:lnTo>
                  <a:lnTo>
                    <a:pt x="2114" y="1779"/>
                  </a:lnTo>
                  <a:lnTo>
                    <a:pt x="2281" y="1675"/>
                  </a:lnTo>
                  <a:lnTo>
                    <a:pt x="2323" y="1675"/>
                  </a:lnTo>
                  <a:lnTo>
                    <a:pt x="2427" y="1570"/>
                  </a:lnTo>
                  <a:lnTo>
                    <a:pt x="2511" y="1570"/>
                  </a:lnTo>
                  <a:lnTo>
                    <a:pt x="2595" y="1486"/>
                  </a:lnTo>
                  <a:lnTo>
                    <a:pt x="2741" y="1486"/>
                  </a:lnTo>
                  <a:lnTo>
                    <a:pt x="2909" y="1633"/>
                  </a:lnTo>
                  <a:lnTo>
                    <a:pt x="3013" y="1549"/>
                  </a:lnTo>
                  <a:lnTo>
                    <a:pt x="3118" y="1570"/>
                  </a:lnTo>
                  <a:lnTo>
                    <a:pt x="3034" y="1444"/>
                  </a:lnTo>
                  <a:lnTo>
                    <a:pt x="2930" y="1256"/>
                  </a:lnTo>
                  <a:lnTo>
                    <a:pt x="2825" y="1256"/>
                  </a:lnTo>
                  <a:lnTo>
                    <a:pt x="2804" y="1172"/>
                  </a:lnTo>
                  <a:lnTo>
                    <a:pt x="2951" y="1068"/>
                  </a:lnTo>
                  <a:lnTo>
                    <a:pt x="3013" y="942"/>
                  </a:lnTo>
                  <a:lnTo>
                    <a:pt x="2992" y="712"/>
                  </a:lnTo>
                  <a:lnTo>
                    <a:pt x="3139" y="545"/>
                  </a:lnTo>
                  <a:lnTo>
                    <a:pt x="3244" y="586"/>
                  </a:lnTo>
                  <a:lnTo>
                    <a:pt x="3327" y="503"/>
                  </a:lnTo>
                  <a:lnTo>
                    <a:pt x="3348" y="294"/>
                  </a:lnTo>
                  <a:lnTo>
                    <a:pt x="3327" y="273"/>
                  </a:lnTo>
                  <a:lnTo>
                    <a:pt x="3202" y="273"/>
                  </a:lnTo>
                  <a:lnTo>
                    <a:pt x="3160" y="189"/>
                  </a:lnTo>
                  <a:lnTo>
                    <a:pt x="3013" y="126"/>
                  </a:lnTo>
                  <a:lnTo>
                    <a:pt x="2909" y="168"/>
                  </a:lnTo>
                  <a:lnTo>
                    <a:pt x="2846" y="105"/>
                  </a:lnTo>
                  <a:lnTo>
                    <a:pt x="2679" y="22"/>
                  </a:lnTo>
                  <a:lnTo>
                    <a:pt x="249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90" name="Google Shape;1890;p60"/>
            <p:cNvGrpSpPr/>
            <p:nvPr/>
          </p:nvGrpSpPr>
          <p:grpSpPr>
            <a:xfrm>
              <a:off x="3831056" y="2816010"/>
              <a:ext cx="37378" cy="27612"/>
              <a:chOff x="3866750" y="2520350"/>
              <a:chExt cx="78475" cy="60700"/>
            </a:xfrm>
          </p:grpSpPr>
          <p:sp>
            <p:nvSpPr>
              <p:cNvPr id="1891" name="Google Shape;1891;p60"/>
              <p:cNvSpPr/>
              <p:nvPr/>
            </p:nvSpPr>
            <p:spPr>
              <a:xfrm>
                <a:off x="3877200" y="2546500"/>
                <a:ext cx="4725" cy="6300"/>
              </a:xfrm>
              <a:custGeom>
                <a:rect b="b" l="l" r="r" t="t"/>
                <a:pathLst>
                  <a:path extrusionOk="0" h="252" w="189">
                    <a:moveTo>
                      <a:pt x="1" y="1"/>
                    </a:moveTo>
                    <a:lnTo>
                      <a:pt x="84" y="126"/>
                    </a:lnTo>
                    <a:lnTo>
                      <a:pt x="63" y="147"/>
                    </a:lnTo>
                    <a:lnTo>
                      <a:pt x="168" y="252"/>
                    </a:lnTo>
                    <a:lnTo>
                      <a:pt x="189" y="252"/>
                    </a:lnTo>
                    <a:lnTo>
                      <a:pt x="168" y="106"/>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60"/>
              <p:cNvSpPr/>
              <p:nvPr/>
            </p:nvSpPr>
            <p:spPr>
              <a:xfrm>
                <a:off x="3882425" y="2554350"/>
                <a:ext cx="2650" cy="3175"/>
              </a:xfrm>
              <a:custGeom>
                <a:rect b="b" l="l" r="r" t="t"/>
                <a:pathLst>
                  <a:path extrusionOk="0" h="127" w="106">
                    <a:moveTo>
                      <a:pt x="1" y="1"/>
                    </a:moveTo>
                    <a:lnTo>
                      <a:pt x="106" y="126"/>
                    </a:lnTo>
                    <a:lnTo>
                      <a:pt x="85" y="43"/>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60"/>
              <p:cNvSpPr/>
              <p:nvPr/>
            </p:nvSpPr>
            <p:spPr>
              <a:xfrm>
                <a:off x="3866750" y="2520350"/>
                <a:ext cx="78475" cy="60700"/>
              </a:xfrm>
              <a:custGeom>
                <a:rect b="b" l="l" r="r" t="t"/>
                <a:pathLst>
                  <a:path extrusionOk="0" h="2428" w="3139">
                    <a:moveTo>
                      <a:pt x="1653" y="1"/>
                    </a:moveTo>
                    <a:lnTo>
                      <a:pt x="1653" y="22"/>
                    </a:lnTo>
                    <a:lnTo>
                      <a:pt x="1402" y="22"/>
                    </a:lnTo>
                    <a:lnTo>
                      <a:pt x="1046" y="210"/>
                    </a:lnTo>
                    <a:lnTo>
                      <a:pt x="1025" y="356"/>
                    </a:lnTo>
                    <a:lnTo>
                      <a:pt x="837" y="440"/>
                    </a:lnTo>
                    <a:lnTo>
                      <a:pt x="816" y="649"/>
                    </a:lnTo>
                    <a:lnTo>
                      <a:pt x="691" y="649"/>
                    </a:lnTo>
                    <a:lnTo>
                      <a:pt x="481" y="545"/>
                    </a:lnTo>
                    <a:lnTo>
                      <a:pt x="356" y="587"/>
                    </a:lnTo>
                    <a:lnTo>
                      <a:pt x="209" y="691"/>
                    </a:lnTo>
                    <a:lnTo>
                      <a:pt x="0" y="691"/>
                    </a:lnTo>
                    <a:lnTo>
                      <a:pt x="0" y="733"/>
                    </a:lnTo>
                    <a:lnTo>
                      <a:pt x="42" y="942"/>
                    </a:lnTo>
                    <a:lnTo>
                      <a:pt x="168" y="1068"/>
                    </a:lnTo>
                    <a:lnTo>
                      <a:pt x="168" y="1110"/>
                    </a:lnTo>
                    <a:lnTo>
                      <a:pt x="209" y="1152"/>
                    </a:lnTo>
                    <a:lnTo>
                      <a:pt x="356" y="942"/>
                    </a:lnTo>
                    <a:lnTo>
                      <a:pt x="377" y="796"/>
                    </a:lnTo>
                    <a:lnTo>
                      <a:pt x="461" y="691"/>
                    </a:lnTo>
                    <a:lnTo>
                      <a:pt x="607" y="691"/>
                    </a:lnTo>
                    <a:lnTo>
                      <a:pt x="628" y="796"/>
                    </a:lnTo>
                    <a:lnTo>
                      <a:pt x="733" y="900"/>
                    </a:lnTo>
                    <a:lnTo>
                      <a:pt x="774" y="1068"/>
                    </a:lnTo>
                    <a:lnTo>
                      <a:pt x="879" y="1256"/>
                    </a:lnTo>
                    <a:lnTo>
                      <a:pt x="1025" y="1403"/>
                    </a:lnTo>
                    <a:lnTo>
                      <a:pt x="1088" y="1403"/>
                    </a:lnTo>
                    <a:lnTo>
                      <a:pt x="1193" y="1507"/>
                    </a:lnTo>
                    <a:lnTo>
                      <a:pt x="1088" y="1486"/>
                    </a:lnTo>
                    <a:lnTo>
                      <a:pt x="1005" y="1507"/>
                    </a:lnTo>
                    <a:lnTo>
                      <a:pt x="942" y="1591"/>
                    </a:lnTo>
                    <a:lnTo>
                      <a:pt x="1005" y="1696"/>
                    </a:lnTo>
                    <a:lnTo>
                      <a:pt x="1130" y="1696"/>
                    </a:lnTo>
                    <a:lnTo>
                      <a:pt x="1256" y="1821"/>
                    </a:lnTo>
                    <a:lnTo>
                      <a:pt x="1360" y="1842"/>
                    </a:lnTo>
                    <a:lnTo>
                      <a:pt x="1423" y="1947"/>
                    </a:lnTo>
                    <a:lnTo>
                      <a:pt x="1465" y="2030"/>
                    </a:lnTo>
                    <a:lnTo>
                      <a:pt x="1611" y="2009"/>
                    </a:lnTo>
                    <a:lnTo>
                      <a:pt x="1862" y="2030"/>
                    </a:lnTo>
                    <a:lnTo>
                      <a:pt x="1988" y="2093"/>
                    </a:lnTo>
                    <a:lnTo>
                      <a:pt x="2281" y="2365"/>
                    </a:lnTo>
                    <a:lnTo>
                      <a:pt x="2197" y="2407"/>
                    </a:lnTo>
                    <a:lnTo>
                      <a:pt x="2072" y="2323"/>
                    </a:lnTo>
                    <a:lnTo>
                      <a:pt x="2155" y="2407"/>
                    </a:lnTo>
                    <a:lnTo>
                      <a:pt x="2260" y="2428"/>
                    </a:lnTo>
                    <a:lnTo>
                      <a:pt x="2302" y="2344"/>
                    </a:lnTo>
                    <a:lnTo>
                      <a:pt x="1925" y="1884"/>
                    </a:lnTo>
                    <a:lnTo>
                      <a:pt x="1444" y="1486"/>
                    </a:lnTo>
                    <a:lnTo>
                      <a:pt x="1423" y="1403"/>
                    </a:lnTo>
                    <a:lnTo>
                      <a:pt x="1465" y="1382"/>
                    </a:lnTo>
                    <a:lnTo>
                      <a:pt x="1402" y="1277"/>
                    </a:lnTo>
                    <a:lnTo>
                      <a:pt x="1360" y="1172"/>
                    </a:lnTo>
                    <a:lnTo>
                      <a:pt x="1235" y="1047"/>
                    </a:lnTo>
                    <a:lnTo>
                      <a:pt x="1193" y="1047"/>
                    </a:lnTo>
                    <a:lnTo>
                      <a:pt x="1151" y="963"/>
                    </a:lnTo>
                    <a:lnTo>
                      <a:pt x="1214" y="900"/>
                    </a:lnTo>
                    <a:lnTo>
                      <a:pt x="1214" y="775"/>
                    </a:lnTo>
                    <a:lnTo>
                      <a:pt x="1256" y="733"/>
                    </a:lnTo>
                    <a:lnTo>
                      <a:pt x="1402" y="838"/>
                    </a:lnTo>
                    <a:lnTo>
                      <a:pt x="1444" y="900"/>
                    </a:lnTo>
                    <a:lnTo>
                      <a:pt x="1528" y="880"/>
                    </a:lnTo>
                    <a:lnTo>
                      <a:pt x="1528" y="796"/>
                    </a:lnTo>
                    <a:lnTo>
                      <a:pt x="1632" y="775"/>
                    </a:lnTo>
                    <a:lnTo>
                      <a:pt x="1716" y="796"/>
                    </a:lnTo>
                    <a:lnTo>
                      <a:pt x="1758" y="733"/>
                    </a:lnTo>
                    <a:lnTo>
                      <a:pt x="1841" y="775"/>
                    </a:lnTo>
                    <a:lnTo>
                      <a:pt x="1883" y="733"/>
                    </a:lnTo>
                    <a:lnTo>
                      <a:pt x="1988" y="754"/>
                    </a:lnTo>
                    <a:lnTo>
                      <a:pt x="2051" y="859"/>
                    </a:lnTo>
                    <a:lnTo>
                      <a:pt x="2093" y="796"/>
                    </a:lnTo>
                    <a:lnTo>
                      <a:pt x="2239" y="859"/>
                    </a:lnTo>
                    <a:lnTo>
                      <a:pt x="2344" y="796"/>
                    </a:lnTo>
                    <a:lnTo>
                      <a:pt x="2365" y="859"/>
                    </a:lnTo>
                    <a:lnTo>
                      <a:pt x="2490" y="838"/>
                    </a:lnTo>
                    <a:lnTo>
                      <a:pt x="2616" y="880"/>
                    </a:lnTo>
                    <a:lnTo>
                      <a:pt x="2699" y="859"/>
                    </a:lnTo>
                    <a:lnTo>
                      <a:pt x="2804" y="963"/>
                    </a:lnTo>
                    <a:lnTo>
                      <a:pt x="2971" y="963"/>
                    </a:lnTo>
                    <a:lnTo>
                      <a:pt x="2992" y="984"/>
                    </a:lnTo>
                    <a:lnTo>
                      <a:pt x="2971" y="880"/>
                    </a:lnTo>
                    <a:lnTo>
                      <a:pt x="3097" y="859"/>
                    </a:lnTo>
                    <a:lnTo>
                      <a:pt x="3139" y="859"/>
                    </a:lnTo>
                    <a:lnTo>
                      <a:pt x="3139" y="796"/>
                    </a:lnTo>
                    <a:lnTo>
                      <a:pt x="3034" y="775"/>
                    </a:lnTo>
                    <a:lnTo>
                      <a:pt x="2971" y="733"/>
                    </a:lnTo>
                    <a:lnTo>
                      <a:pt x="2930" y="566"/>
                    </a:lnTo>
                    <a:lnTo>
                      <a:pt x="2888" y="419"/>
                    </a:lnTo>
                    <a:lnTo>
                      <a:pt x="2804" y="356"/>
                    </a:lnTo>
                    <a:lnTo>
                      <a:pt x="2699" y="482"/>
                    </a:lnTo>
                    <a:lnTo>
                      <a:pt x="2490" y="419"/>
                    </a:lnTo>
                    <a:lnTo>
                      <a:pt x="2197" y="356"/>
                    </a:lnTo>
                    <a:lnTo>
                      <a:pt x="2093" y="273"/>
                    </a:lnTo>
                    <a:lnTo>
                      <a:pt x="1988" y="231"/>
                    </a:lnTo>
                    <a:lnTo>
                      <a:pt x="1737" y="22"/>
                    </a:lnTo>
                    <a:lnTo>
                      <a:pt x="165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60"/>
              <p:cNvSpPr/>
              <p:nvPr/>
            </p:nvSpPr>
            <p:spPr>
              <a:xfrm>
                <a:off x="3886100" y="2558550"/>
                <a:ext cx="3675" cy="5250"/>
              </a:xfrm>
              <a:custGeom>
                <a:rect b="b" l="l" r="r" t="t"/>
                <a:pathLst>
                  <a:path extrusionOk="0" h="210" w="147">
                    <a:moveTo>
                      <a:pt x="0" y="0"/>
                    </a:moveTo>
                    <a:lnTo>
                      <a:pt x="147" y="209"/>
                    </a:lnTo>
                    <a:lnTo>
                      <a:pt x="126" y="105"/>
                    </a:lnTo>
                    <a:lnTo>
                      <a:pt x="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95" name="Google Shape;1895;p60"/>
            <p:cNvSpPr/>
            <p:nvPr/>
          </p:nvSpPr>
          <p:spPr>
            <a:xfrm>
              <a:off x="3799155" y="2842190"/>
              <a:ext cx="6990" cy="13340"/>
            </a:xfrm>
            <a:custGeom>
              <a:rect b="b" l="l" r="r" t="t"/>
              <a:pathLst>
                <a:path extrusionOk="0" h="1173" w="587">
                  <a:moveTo>
                    <a:pt x="461" y="0"/>
                  </a:moveTo>
                  <a:lnTo>
                    <a:pt x="440" y="105"/>
                  </a:lnTo>
                  <a:lnTo>
                    <a:pt x="482" y="147"/>
                  </a:lnTo>
                  <a:lnTo>
                    <a:pt x="461" y="251"/>
                  </a:lnTo>
                  <a:lnTo>
                    <a:pt x="419" y="251"/>
                  </a:lnTo>
                  <a:lnTo>
                    <a:pt x="357" y="210"/>
                  </a:lnTo>
                  <a:lnTo>
                    <a:pt x="273" y="251"/>
                  </a:lnTo>
                  <a:lnTo>
                    <a:pt x="106" y="335"/>
                  </a:lnTo>
                  <a:lnTo>
                    <a:pt x="22" y="461"/>
                  </a:lnTo>
                  <a:lnTo>
                    <a:pt x="106" y="523"/>
                  </a:lnTo>
                  <a:lnTo>
                    <a:pt x="64" y="565"/>
                  </a:lnTo>
                  <a:lnTo>
                    <a:pt x="1" y="565"/>
                  </a:lnTo>
                  <a:lnTo>
                    <a:pt x="22" y="649"/>
                  </a:lnTo>
                  <a:lnTo>
                    <a:pt x="106" y="691"/>
                  </a:lnTo>
                  <a:lnTo>
                    <a:pt x="106" y="754"/>
                  </a:lnTo>
                  <a:lnTo>
                    <a:pt x="64" y="775"/>
                  </a:lnTo>
                  <a:lnTo>
                    <a:pt x="106" y="837"/>
                  </a:lnTo>
                  <a:lnTo>
                    <a:pt x="168" y="879"/>
                  </a:lnTo>
                  <a:lnTo>
                    <a:pt x="168" y="963"/>
                  </a:lnTo>
                  <a:lnTo>
                    <a:pt x="210" y="963"/>
                  </a:lnTo>
                  <a:lnTo>
                    <a:pt x="252" y="1005"/>
                  </a:lnTo>
                  <a:lnTo>
                    <a:pt x="210" y="984"/>
                  </a:lnTo>
                  <a:lnTo>
                    <a:pt x="147" y="1067"/>
                  </a:lnTo>
                  <a:lnTo>
                    <a:pt x="210" y="1109"/>
                  </a:lnTo>
                  <a:lnTo>
                    <a:pt x="357" y="1172"/>
                  </a:lnTo>
                  <a:lnTo>
                    <a:pt x="461" y="1109"/>
                  </a:lnTo>
                  <a:lnTo>
                    <a:pt x="545" y="942"/>
                  </a:lnTo>
                  <a:lnTo>
                    <a:pt x="545" y="795"/>
                  </a:lnTo>
                  <a:lnTo>
                    <a:pt x="587" y="544"/>
                  </a:lnTo>
                  <a:lnTo>
                    <a:pt x="545" y="314"/>
                  </a:lnTo>
                  <a:lnTo>
                    <a:pt x="545" y="147"/>
                  </a:lnTo>
                  <a:lnTo>
                    <a:pt x="52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60"/>
            <p:cNvSpPr/>
            <p:nvPr/>
          </p:nvSpPr>
          <p:spPr>
            <a:xfrm>
              <a:off x="3688535" y="2836242"/>
              <a:ext cx="76506" cy="61161"/>
            </a:xfrm>
            <a:custGeom>
              <a:rect b="b" l="l" r="r" t="t"/>
              <a:pathLst>
                <a:path extrusionOk="0" h="5378" w="6425">
                  <a:moveTo>
                    <a:pt x="817" y="0"/>
                  </a:moveTo>
                  <a:lnTo>
                    <a:pt x="733" y="42"/>
                  </a:lnTo>
                  <a:lnTo>
                    <a:pt x="712" y="21"/>
                  </a:lnTo>
                  <a:lnTo>
                    <a:pt x="503" y="126"/>
                  </a:lnTo>
                  <a:lnTo>
                    <a:pt x="524" y="209"/>
                  </a:lnTo>
                  <a:lnTo>
                    <a:pt x="608" y="251"/>
                  </a:lnTo>
                  <a:lnTo>
                    <a:pt x="524" y="335"/>
                  </a:lnTo>
                  <a:lnTo>
                    <a:pt x="336" y="356"/>
                  </a:lnTo>
                  <a:lnTo>
                    <a:pt x="252" y="335"/>
                  </a:lnTo>
                  <a:lnTo>
                    <a:pt x="43" y="419"/>
                  </a:lnTo>
                  <a:lnTo>
                    <a:pt x="1" y="544"/>
                  </a:lnTo>
                  <a:lnTo>
                    <a:pt x="43" y="670"/>
                  </a:lnTo>
                  <a:lnTo>
                    <a:pt x="126" y="649"/>
                  </a:lnTo>
                  <a:lnTo>
                    <a:pt x="126" y="691"/>
                  </a:lnTo>
                  <a:lnTo>
                    <a:pt x="189" y="733"/>
                  </a:lnTo>
                  <a:lnTo>
                    <a:pt x="147" y="879"/>
                  </a:lnTo>
                  <a:lnTo>
                    <a:pt x="210" y="900"/>
                  </a:lnTo>
                  <a:lnTo>
                    <a:pt x="294" y="837"/>
                  </a:lnTo>
                  <a:lnTo>
                    <a:pt x="252" y="963"/>
                  </a:lnTo>
                  <a:lnTo>
                    <a:pt x="315" y="1005"/>
                  </a:lnTo>
                  <a:lnTo>
                    <a:pt x="252" y="1088"/>
                  </a:lnTo>
                  <a:lnTo>
                    <a:pt x="357" y="1109"/>
                  </a:lnTo>
                  <a:lnTo>
                    <a:pt x="231" y="1256"/>
                  </a:lnTo>
                  <a:lnTo>
                    <a:pt x="231" y="1277"/>
                  </a:lnTo>
                  <a:lnTo>
                    <a:pt x="482" y="1214"/>
                  </a:lnTo>
                  <a:lnTo>
                    <a:pt x="587" y="1256"/>
                  </a:lnTo>
                  <a:lnTo>
                    <a:pt x="566" y="1381"/>
                  </a:lnTo>
                  <a:lnTo>
                    <a:pt x="629" y="1465"/>
                  </a:lnTo>
                  <a:lnTo>
                    <a:pt x="796" y="1360"/>
                  </a:lnTo>
                  <a:lnTo>
                    <a:pt x="1110" y="1423"/>
                  </a:lnTo>
                  <a:lnTo>
                    <a:pt x="1214" y="1318"/>
                  </a:lnTo>
                  <a:lnTo>
                    <a:pt x="1486" y="1360"/>
                  </a:lnTo>
                  <a:lnTo>
                    <a:pt x="1507" y="1486"/>
                  </a:lnTo>
                  <a:lnTo>
                    <a:pt x="1612" y="1632"/>
                  </a:lnTo>
                  <a:lnTo>
                    <a:pt x="1591" y="1737"/>
                  </a:lnTo>
                  <a:lnTo>
                    <a:pt x="1445" y="1737"/>
                  </a:lnTo>
                  <a:lnTo>
                    <a:pt x="1235" y="1946"/>
                  </a:lnTo>
                  <a:lnTo>
                    <a:pt x="1256" y="2114"/>
                  </a:lnTo>
                  <a:lnTo>
                    <a:pt x="1235" y="2469"/>
                  </a:lnTo>
                  <a:lnTo>
                    <a:pt x="1089" y="2616"/>
                  </a:lnTo>
                  <a:lnTo>
                    <a:pt x="1194" y="2720"/>
                  </a:lnTo>
                  <a:lnTo>
                    <a:pt x="1047" y="2930"/>
                  </a:lnTo>
                  <a:lnTo>
                    <a:pt x="942" y="2888"/>
                  </a:lnTo>
                  <a:lnTo>
                    <a:pt x="817" y="2930"/>
                  </a:lnTo>
                  <a:lnTo>
                    <a:pt x="963" y="3202"/>
                  </a:lnTo>
                  <a:lnTo>
                    <a:pt x="1089" y="3285"/>
                  </a:lnTo>
                  <a:lnTo>
                    <a:pt x="1089" y="3515"/>
                  </a:lnTo>
                  <a:lnTo>
                    <a:pt x="922" y="3704"/>
                  </a:lnTo>
                  <a:lnTo>
                    <a:pt x="984" y="3871"/>
                  </a:lnTo>
                  <a:lnTo>
                    <a:pt x="1131" y="3871"/>
                  </a:lnTo>
                  <a:lnTo>
                    <a:pt x="1089" y="3976"/>
                  </a:lnTo>
                  <a:lnTo>
                    <a:pt x="963" y="4080"/>
                  </a:lnTo>
                  <a:lnTo>
                    <a:pt x="838" y="4331"/>
                  </a:lnTo>
                  <a:lnTo>
                    <a:pt x="922" y="4457"/>
                  </a:lnTo>
                  <a:lnTo>
                    <a:pt x="922" y="4603"/>
                  </a:lnTo>
                  <a:lnTo>
                    <a:pt x="1026" y="4624"/>
                  </a:lnTo>
                  <a:lnTo>
                    <a:pt x="1173" y="4645"/>
                  </a:lnTo>
                  <a:lnTo>
                    <a:pt x="1403" y="4875"/>
                  </a:lnTo>
                  <a:lnTo>
                    <a:pt x="1382" y="4917"/>
                  </a:lnTo>
                  <a:lnTo>
                    <a:pt x="1486" y="5168"/>
                  </a:lnTo>
                  <a:lnTo>
                    <a:pt x="1675" y="5357"/>
                  </a:lnTo>
                  <a:lnTo>
                    <a:pt x="1842" y="5378"/>
                  </a:lnTo>
                  <a:lnTo>
                    <a:pt x="2010" y="5273"/>
                  </a:lnTo>
                  <a:lnTo>
                    <a:pt x="2010" y="5168"/>
                  </a:lnTo>
                  <a:lnTo>
                    <a:pt x="2093" y="5085"/>
                  </a:lnTo>
                  <a:lnTo>
                    <a:pt x="2303" y="5064"/>
                  </a:lnTo>
                  <a:lnTo>
                    <a:pt x="2470" y="4875"/>
                  </a:lnTo>
                  <a:lnTo>
                    <a:pt x="2679" y="4855"/>
                  </a:lnTo>
                  <a:lnTo>
                    <a:pt x="2784" y="4813"/>
                  </a:lnTo>
                  <a:lnTo>
                    <a:pt x="3035" y="4875"/>
                  </a:lnTo>
                  <a:lnTo>
                    <a:pt x="3181" y="4917"/>
                  </a:lnTo>
                  <a:lnTo>
                    <a:pt x="3202" y="4855"/>
                  </a:lnTo>
                  <a:lnTo>
                    <a:pt x="3307" y="4855"/>
                  </a:lnTo>
                  <a:lnTo>
                    <a:pt x="3411" y="4938"/>
                  </a:lnTo>
                  <a:lnTo>
                    <a:pt x="3495" y="4855"/>
                  </a:lnTo>
                  <a:lnTo>
                    <a:pt x="3558" y="4750"/>
                  </a:lnTo>
                  <a:lnTo>
                    <a:pt x="3663" y="4855"/>
                  </a:lnTo>
                  <a:lnTo>
                    <a:pt x="3788" y="4917"/>
                  </a:lnTo>
                  <a:lnTo>
                    <a:pt x="3914" y="4708"/>
                  </a:lnTo>
                  <a:lnTo>
                    <a:pt x="3914" y="4603"/>
                  </a:lnTo>
                  <a:lnTo>
                    <a:pt x="4248" y="4436"/>
                  </a:lnTo>
                  <a:lnTo>
                    <a:pt x="4458" y="4436"/>
                  </a:lnTo>
                  <a:lnTo>
                    <a:pt x="4520" y="4352"/>
                  </a:lnTo>
                  <a:lnTo>
                    <a:pt x="4458" y="4311"/>
                  </a:lnTo>
                  <a:lnTo>
                    <a:pt x="4499" y="4143"/>
                  </a:lnTo>
                  <a:lnTo>
                    <a:pt x="4667" y="3892"/>
                  </a:lnTo>
                  <a:lnTo>
                    <a:pt x="4667" y="3766"/>
                  </a:lnTo>
                  <a:lnTo>
                    <a:pt x="4855" y="3704"/>
                  </a:lnTo>
                  <a:lnTo>
                    <a:pt x="4981" y="3578"/>
                  </a:lnTo>
                  <a:lnTo>
                    <a:pt x="4855" y="3390"/>
                  </a:lnTo>
                  <a:lnTo>
                    <a:pt x="4771" y="3348"/>
                  </a:lnTo>
                  <a:lnTo>
                    <a:pt x="4751" y="3243"/>
                  </a:lnTo>
                  <a:lnTo>
                    <a:pt x="4646" y="3076"/>
                  </a:lnTo>
                  <a:lnTo>
                    <a:pt x="4730" y="2992"/>
                  </a:lnTo>
                  <a:lnTo>
                    <a:pt x="4960" y="2637"/>
                  </a:lnTo>
                  <a:lnTo>
                    <a:pt x="5064" y="2574"/>
                  </a:lnTo>
                  <a:lnTo>
                    <a:pt x="5232" y="2302"/>
                  </a:lnTo>
                  <a:lnTo>
                    <a:pt x="5274" y="2323"/>
                  </a:lnTo>
                  <a:lnTo>
                    <a:pt x="5253" y="2344"/>
                  </a:lnTo>
                  <a:lnTo>
                    <a:pt x="5253" y="2365"/>
                  </a:lnTo>
                  <a:lnTo>
                    <a:pt x="5336" y="2323"/>
                  </a:lnTo>
                  <a:lnTo>
                    <a:pt x="5357" y="2197"/>
                  </a:lnTo>
                  <a:lnTo>
                    <a:pt x="5295" y="2134"/>
                  </a:lnTo>
                  <a:lnTo>
                    <a:pt x="5441" y="2051"/>
                  </a:lnTo>
                  <a:lnTo>
                    <a:pt x="5567" y="1946"/>
                  </a:lnTo>
                  <a:lnTo>
                    <a:pt x="5776" y="1946"/>
                  </a:lnTo>
                  <a:lnTo>
                    <a:pt x="5964" y="1883"/>
                  </a:lnTo>
                  <a:lnTo>
                    <a:pt x="6069" y="1737"/>
                  </a:lnTo>
                  <a:lnTo>
                    <a:pt x="6278" y="1611"/>
                  </a:lnTo>
                  <a:lnTo>
                    <a:pt x="6320" y="1507"/>
                  </a:lnTo>
                  <a:lnTo>
                    <a:pt x="6341" y="1381"/>
                  </a:lnTo>
                  <a:lnTo>
                    <a:pt x="6320" y="1193"/>
                  </a:lnTo>
                  <a:lnTo>
                    <a:pt x="6424" y="1151"/>
                  </a:lnTo>
                  <a:lnTo>
                    <a:pt x="6424" y="1088"/>
                  </a:lnTo>
                  <a:lnTo>
                    <a:pt x="6341" y="1067"/>
                  </a:lnTo>
                  <a:lnTo>
                    <a:pt x="6215" y="879"/>
                  </a:lnTo>
                  <a:lnTo>
                    <a:pt x="5964" y="900"/>
                  </a:lnTo>
                  <a:lnTo>
                    <a:pt x="5797" y="837"/>
                  </a:lnTo>
                  <a:lnTo>
                    <a:pt x="5629" y="837"/>
                  </a:lnTo>
                  <a:lnTo>
                    <a:pt x="5525" y="774"/>
                  </a:lnTo>
                  <a:lnTo>
                    <a:pt x="5253" y="774"/>
                  </a:lnTo>
                  <a:lnTo>
                    <a:pt x="5148" y="879"/>
                  </a:lnTo>
                  <a:lnTo>
                    <a:pt x="5064" y="837"/>
                  </a:lnTo>
                  <a:lnTo>
                    <a:pt x="4918" y="837"/>
                  </a:lnTo>
                  <a:lnTo>
                    <a:pt x="4792" y="691"/>
                  </a:lnTo>
                  <a:lnTo>
                    <a:pt x="4688" y="753"/>
                  </a:lnTo>
                  <a:lnTo>
                    <a:pt x="4583" y="649"/>
                  </a:lnTo>
                  <a:lnTo>
                    <a:pt x="4332" y="565"/>
                  </a:lnTo>
                  <a:lnTo>
                    <a:pt x="4186" y="586"/>
                  </a:lnTo>
                  <a:lnTo>
                    <a:pt x="4207" y="523"/>
                  </a:lnTo>
                  <a:lnTo>
                    <a:pt x="4186" y="377"/>
                  </a:lnTo>
                  <a:lnTo>
                    <a:pt x="4102" y="377"/>
                  </a:lnTo>
                  <a:lnTo>
                    <a:pt x="4102" y="356"/>
                  </a:lnTo>
                  <a:lnTo>
                    <a:pt x="3997" y="314"/>
                  </a:lnTo>
                  <a:lnTo>
                    <a:pt x="3955" y="335"/>
                  </a:lnTo>
                  <a:lnTo>
                    <a:pt x="3872" y="335"/>
                  </a:lnTo>
                  <a:lnTo>
                    <a:pt x="3809" y="419"/>
                  </a:lnTo>
                  <a:lnTo>
                    <a:pt x="3495" y="230"/>
                  </a:lnTo>
                  <a:lnTo>
                    <a:pt x="3391" y="230"/>
                  </a:lnTo>
                  <a:lnTo>
                    <a:pt x="3286" y="335"/>
                  </a:lnTo>
                  <a:lnTo>
                    <a:pt x="3077" y="272"/>
                  </a:lnTo>
                  <a:lnTo>
                    <a:pt x="3035" y="168"/>
                  </a:lnTo>
                  <a:lnTo>
                    <a:pt x="2826" y="147"/>
                  </a:lnTo>
                  <a:lnTo>
                    <a:pt x="2533" y="272"/>
                  </a:lnTo>
                  <a:lnTo>
                    <a:pt x="2344" y="230"/>
                  </a:lnTo>
                  <a:lnTo>
                    <a:pt x="1926" y="168"/>
                  </a:lnTo>
                  <a:lnTo>
                    <a:pt x="1779" y="105"/>
                  </a:lnTo>
                  <a:lnTo>
                    <a:pt x="1758" y="42"/>
                  </a:lnTo>
                  <a:lnTo>
                    <a:pt x="1570" y="105"/>
                  </a:lnTo>
                  <a:lnTo>
                    <a:pt x="1403" y="147"/>
                  </a:lnTo>
                  <a:lnTo>
                    <a:pt x="1277" y="105"/>
                  </a:lnTo>
                  <a:lnTo>
                    <a:pt x="1173" y="105"/>
                  </a:lnTo>
                  <a:lnTo>
                    <a:pt x="1068" y="168"/>
                  </a:lnTo>
                  <a:lnTo>
                    <a:pt x="942" y="21"/>
                  </a:lnTo>
                  <a:lnTo>
                    <a:pt x="81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60"/>
            <p:cNvSpPr/>
            <p:nvPr/>
          </p:nvSpPr>
          <p:spPr>
            <a:xfrm>
              <a:off x="4036603" y="2865264"/>
              <a:ext cx="11967" cy="9064"/>
            </a:xfrm>
            <a:custGeom>
              <a:rect b="b" l="l" r="r" t="t"/>
              <a:pathLst>
                <a:path extrusionOk="0" h="797" w="1005">
                  <a:moveTo>
                    <a:pt x="189" y="1"/>
                  </a:moveTo>
                  <a:lnTo>
                    <a:pt x="84" y="64"/>
                  </a:lnTo>
                  <a:lnTo>
                    <a:pt x="0" y="64"/>
                  </a:lnTo>
                  <a:lnTo>
                    <a:pt x="0" y="106"/>
                  </a:lnTo>
                  <a:lnTo>
                    <a:pt x="42" y="106"/>
                  </a:lnTo>
                  <a:lnTo>
                    <a:pt x="105" y="189"/>
                  </a:lnTo>
                  <a:lnTo>
                    <a:pt x="189" y="189"/>
                  </a:lnTo>
                  <a:lnTo>
                    <a:pt x="251" y="294"/>
                  </a:lnTo>
                  <a:lnTo>
                    <a:pt x="209" y="378"/>
                  </a:lnTo>
                  <a:lnTo>
                    <a:pt x="481" y="503"/>
                  </a:lnTo>
                  <a:lnTo>
                    <a:pt x="502" y="629"/>
                  </a:lnTo>
                  <a:lnTo>
                    <a:pt x="670" y="712"/>
                  </a:lnTo>
                  <a:lnTo>
                    <a:pt x="795" y="712"/>
                  </a:lnTo>
                  <a:lnTo>
                    <a:pt x="984" y="796"/>
                  </a:lnTo>
                  <a:lnTo>
                    <a:pt x="1005" y="712"/>
                  </a:lnTo>
                  <a:lnTo>
                    <a:pt x="733" y="315"/>
                  </a:lnTo>
                  <a:lnTo>
                    <a:pt x="586" y="273"/>
                  </a:lnTo>
                  <a:lnTo>
                    <a:pt x="502" y="85"/>
                  </a:lnTo>
                  <a:lnTo>
                    <a:pt x="398" y="85"/>
                  </a:lnTo>
                  <a:lnTo>
                    <a:pt x="356" y="126"/>
                  </a:lnTo>
                  <a:lnTo>
                    <a:pt x="18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60"/>
            <p:cNvSpPr/>
            <p:nvPr/>
          </p:nvSpPr>
          <p:spPr>
            <a:xfrm>
              <a:off x="4033614" y="2866458"/>
              <a:ext cx="140532" cy="108039"/>
            </a:xfrm>
            <a:custGeom>
              <a:rect b="b" l="l" r="r" t="t"/>
              <a:pathLst>
                <a:path extrusionOk="0" h="9500" w="11802">
                  <a:moveTo>
                    <a:pt x="502" y="1863"/>
                  </a:moveTo>
                  <a:lnTo>
                    <a:pt x="502" y="1884"/>
                  </a:lnTo>
                  <a:lnTo>
                    <a:pt x="506" y="1864"/>
                  </a:lnTo>
                  <a:lnTo>
                    <a:pt x="506" y="1864"/>
                  </a:lnTo>
                  <a:lnTo>
                    <a:pt x="502" y="1863"/>
                  </a:lnTo>
                  <a:close/>
                  <a:moveTo>
                    <a:pt x="251" y="1"/>
                  </a:moveTo>
                  <a:lnTo>
                    <a:pt x="209" y="63"/>
                  </a:lnTo>
                  <a:lnTo>
                    <a:pt x="147" y="210"/>
                  </a:lnTo>
                  <a:lnTo>
                    <a:pt x="0" y="210"/>
                  </a:lnTo>
                  <a:lnTo>
                    <a:pt x="0" y="273"/>
                  </a:lnTo>
                  <a:lnTo>
                    <a:pt x="42" y="398"/>
                  </a:lnTo>
                  <a:lnTo>
                    <a:pt x="105" y="607"/>
                  </a:lnTo>
                  <a:lnTo>
                    <a:pt x="105" y="712"/>
                  </a:lnTo>
                  <a:lnTo>
                    <a:pt x="105" y="858"/>
                  </a:lnTo>
                  <a:lnTo>
                    <a:pt x="230" y="900"/>
                  </a:lnTo>
                  <a:lnTo>
                    <a:pt x="251" y="942"/>
                  </a:lnTo>
                  <a:lnTo>
                    <a:pt x="188" y="1130"/>
                  </a:lnTo>
                  <a:lnTo>
                    <a:pt x="209" y="1277"/>
                  </a:lnTo>
                  <a:lnTo>
                    <a:pt x="188" y="1361"/>
                  </a:lnTo>
                  <a:lnTo>
                    <a:pt x="335" y="1423"/>
                  </a:lnTo>
                  <a:lnTo>
                    <a:pt x="460" y="1654"/>
                  </a:lnTo>
                  <a:lnTo>
                    <a:pt x="523" y="1779"/>
                  </a:lnTo>
                  <a:lnTo>
                    <a:pt x="506" y="1864"/>
                  </a:lnTo>
                  <a:lnTo>
                    <a:pt x="506" y="1864"/>
                  </a:lnTo>
                  <a:lnTo>
                    <a:pt x="607" y="1884"/>
                  </a:lnTo>
                  <a:lnTo>
                    <a:pt x="670" y="2009"/>
                  </a:lnTo>
                  <a:lnTo>
                    <a:pt x="649" y="2114"/>
                  </a:lnTo>
                  <a:lnTo>
                    <a:pt x="712" y="2260"/>
                  </a:lnTo>
                  <a:lnTo>
                    <a:pt x="816" y="2260"/>
                  </a:lnTo>
                  <a:lnTo>
                    <a:pt x="858" y="2365"/>
                  </a:lnTo>
                  <a:lnTo>
                    <a:pt x="921" y="2490"/>
                  </a:lnTo>
                  <a:lnTo>
                    <a:pt x="1025" y="2532"/>
                  </a:lnTo>
                  <a:lnTo>
                    <a:pt x="1088" y="2574"/>
                  </a:lnTo>
                  <a:lnTo>
                    <a:pt x="1297" y="2679"/>
                  </a:lnTo>
                  <a:lnTo>
                    <a:pt x="1381" y="2700"/>
                  </a:lnTo>
                  <a:lnTo>
                    <a:pt x="1507" y="2679"/>
                  </a:lnTo>
                  <a:lnTo>
                    <a:pt x="1590" y="2721"/>
                  </a:lnTo>
                  <a:lnTo>
                    <a:pt x="1653" y="2742"/>
                  </a:lnTo>
                  <a:lnTo>
                    <a:pt x="1590" y="2783"/>
                  </a:lnTo>
                  <a:lnTo>
                    <a:pt x="1486" y="2825"/>
                  </a:lnTo>
                  <a:lnTo>
                    <a:pt x="1402" y="2825"/>
                  </a:lnTo>
                  <a:lnTo>
                    <a:pt x="1444" y="2993"/>
                  </a:lnTo>
                  <a:lnTo>
                    <a:pt x="1486" y="3014"/>
                  </a:lnTo>
                  <a:lnTo>
                    <a:pt x="1486" y="3223"/>
                  </a:lnTo>
                  <a:lnTo>
                    <a:pt x="1402" y="3244"/>
                  </a:lnTo>
                  <a:lnTo>
                    <a:pt x="1339" y="3244"/>
                  </a:lnTo>
                  <a:lnTo>
                    <a:pt x="1297" y="3432"/>
                  </a:lnTo>
                  <a:lnTo>
                    <a:pt x="1256" y="3474"/>
                  </a:lnTo>
                  <a:lnTo>
                    <a:pt x="1256" y="3683"/>
                  </a:lnTo>
                  <a:lnTo>
                    <a:pt x="1235" y="3767"/>
                  </a:lnTo>
                  <a:lnTo>
                    <a:pt x="1256" y="3830"/>
                  </a:lnTo>
                  <a:lnTo>
                    <a:pt x="1193" y="3871"/>
                  </a:lnTo>
                  <a:lnTo>
                    <a:pt x="1193" y="3955"/>
                  </a:lnTo>
                  <a:lnTo>
                    <a:pt x="1276" y="3976"/>
                  </a:lnTo>
                  <a:lnTo>
                    <a:pt x="1360" y="4060"/>
                  </a:lnTo>
                  <a:lnTo>
                    <a:pt x="1465" y="4081"/>
                  </a:lnTo>
                  <a:lnTo>
                    <a:pt x="1486" y="4164"/>
                  </a:lnTo>
                  <a:lnTo>
                    <a:pt x="1611" y="4269"/>
                  </a:lnTo>
                  <a:lnTo>
                    <a:pt x="1569" y="4394"/>
                  </a:lnTo>
                  <a:lnTo>
                    <a:pt x="1590" y="4415"/>
                  </a:lnTo>
                  <a:lnTo>
                    <a:pt x="1590" y="4499"/>
                  </a:lnTo>
                  <a:lnTo>
                    <a:pt x="1695" y="4583"/>
                  </a:lnTo>
                  <a:lnTo>
                    <a:pt x="1758" y="4562"/>
                  </a:lnTo>
                  <a:lnTo>
                    <a:pt x="1862" y="4520"/>
                  </a:lnTo>
                  <a:lnTo>
                    <a:pt x="2302" y="4813"/>
                  </a:lnTo>
                  <a:lnTo>
                    <a:pt x="2344" y="4792"/>
                  </a:lnTo>
                  <a:lnTo>
                    <a:pt x="2427" y="4834"/>
                  </a:lnTo>
                  <a:lnTo>
                    <a:pt x="2532" y="5043"/>
                  </a:lnTo>
                  <a:lnTo>
                    <a:pt x="2636" y="5106"/>
                  </a:lnTo>
                  <a:lnTo>
                    <a:pt x="2762" y="5357"/>
                  </a:lnTo>
                  <a:lnTo>
                    <a:pt x="2636" y="5462"/>
                  </a:lnTo>
                  <a:lnTo>
                    <a:pt x="2636" y="5650"/>
                  </a:lnTo>
                  <a:lnTo>
                    <a:pt x="2657" y="5817"/>
                  </a:lnTo>
                  <a:lnTo>
                    <a:pt x="2846" y="5817"/>
                  </a:lnTo>
                  <a:lnTo>
                    <a:pt x="2909" y="6152"/>
                  </a:lnTo>
                  <a:lnTo>
                    <a:pt x="3013" y="6236"/>
                  </a:lnTo>
                  <a:lnTo>
                    <a:pt x="3118" y="6278"/>
                  </a:lnTo>
                  <a:lnTo>
                    <a:pt x="3160" y="6299"/>
                  </a:lnTo>
                  <a:lnTo>
                    <a:pt x="3222" y="6278"/>
                  </a:lnTo>
                  <a:lnTo>
                    <a:pt x="3222" y="6340"/>
                  </a:lnTo>
                  <a:lnTo>
                    <a:pt x="3285" y="6445"/>
                  </a:lnTo>
                  <a:lnTo>
                    <a:pt x="3369" y="6445"/>
                  </a:lnTo>
                  <a:lnTo>
                    <a:pt x="3432" y="6382"/>
                  </a:lnTo>
                  <a:lnTo>
                    <a:pt x="3453" y="6257"/>
                  </a:lnTo>
                  <a:lnTo>
                    <a:pt x="3348" y="6194"/>
                  </a:lnTo>
                  <a:lnTo>
                    <a:pt x="3494" y="6194"/>
                  </a:lnTo>
                  <a:lnTo>
                    <a:pt x="3536" y="6173"/>
                  </a:lnTo>
                  <a:lnTo>
                    <a:pt x="3494" y="6236"/>
                  </a:lnTo>
                  <a:lnTo>
                    <a:pt x="3494" y="6299"/>
                  </a:lnTo>
                  <a:lnTo>
                    <a:pt x="3641" y="6361"/>
                  </a:lnTo>
                  <a:lnTo>
                    <a:pt x="3683" y="6340"/>
                  </a:lnTo>
                  <a:lnTo>
                    <a:pt x="3745" y="6445"/>
                  </a:lnTo>
                  <a:lnTo>
                    <a:pt x="3787" y="6445"/>
                  </a:lnTo>
                  <a:lnTo>
                    <a:pt x="3976" y="6299"/>
                  </a:lnTo>
                  <a:lnTo>
                    <a:pt x="4017" y="6340"/>
                  </a:lnTo>
                  <a:lnTo>
                    <a:pt x="4164" y="6487"/>
                  </a:lnTo>
                  <a:lnTo>
                    <a:pt x="4164" y="6591"/>
                  </a:lnTo>
                  <a:lnTo>
                    <a:pt x="4373" y="6863"/>
                  </a:lnTo>
                  <a:lnTo>
                    <a:pt x="4394" y="7031"/>
                  </a:lnTo>
                  <a:lnTo>
                    <a:pt x="4436" y="7073"/>
                  </a:lnTo>
                  <a:lnTo>
                    <a:pt x="4541" y="7073"/>
                  </a:lnTo>
                  <a:lnTo>
                    <a:pt x="4603" y="7177"/>
                  </a:lnTo>
                  <a:lnTo>
                    <a:pt x="4541" y="7177"/>
                  </a:lnTo>
                  <a:lnTo>
                    <a:pt x="4520" y="7135"/>
                  </a:lnTo>
                  <a:lnTo>
                    <a:pt x="4499" y="7177"/>
                  </a:lnTo>
                  <a:lnTo>
                    <a:pt x="4603" y="7240"/>
                  </a:lnTo>
                  <a:lnTo>
                    <a:pt x="4645" y="7219"/>
                  </a:lnTo>
                  <a:lnTo>
                    <a:pt x="4687" y="7324"/>
                  </a:lnTo>
                  <a:lnTo>
                    <a:pt x="4833" y="7721"/>
                  </a:lnTo>
                  <a:lnTo>
                    <a:pt x="4959" y="7763"/>
                  </a:lnTo>
                  <a:lnTo>
                    <a:pt x="5168" y="7763"/>
                  </a:lnTo>
                  <a:lnTo>
                    <a:pt x="5315" y="7805"/>
                  </a:lnTo>
                  <a:lnTo>
                    <a:pt x="5377" y="7868"/>
                  </a:lnTo>
                  <a:lnTo>
                    <a:pt x="5566" y="7868"/>
                  </a:lnTo>
                  <a:lnTo>
                    <a:pt x="5587" y="7931"/>
                  </a:lnTo>
                  <a:lnTo>
                    <a:pt x="5691" y="7931"/>
                  </a:lnTo>
                  <a:lnTo>
                    <a:pt x="5733" y="7972"/>
                  </a:lnTo>
                  <a:lnTo>
                    <a:pt x="5649" y="8035"/>
                  </a:lnTo>
                  <a:lnTo>
                    <a:pt x="5796" y="8224"/>
                  </a:lnTo>
                  <a:lnTo>
                    <a:pt x="5963" y="8244"/>
                  </a:lnTo>
                  <a:lnTo>
                    <a:pt x="6047" y="8328"/>
                  </a:lnTo>
                  <a:lnTo>
                    <a:pt x="6152" y="8328"/>
                  </a:lnTo>
                  <a:lnTo>
                    <a:pt x="6319" y="8496"/>
                  </a:lnTo>
                  <a:lnTo>
                    <a:pt x="6403" y="8475"/>
                  </a:lnTo>
                  <a:lnTo>
                    <a:pt x="6528" y="8454"/>
                  </a:lnTo>
                  <a:lnTo>
                    <a:pt x="6717" y="8496"/>
                  </a:lnTo>
                  <a:lnTo>
                    <a:pt x="6947" y="8663"/>
                  </a:lnTo>
                  <a:lnTo>
                    <a:pt x="7135" y="8475"/>
                  </a:lnTo>
                  <a:lnTo>
                    <a:pt x="7407" y="8349"/>
                  </a:lnTo>
                  <a:lnTo>
                    <a:pt x="7407" y="8328"/>
                  </a:lnTo>
                  <a:lnTo>
                    <a:pt x="7533" y="8328"/>
                  </a:lnTo>
                  <a:lnTo>
                    <a:pt x="7679" y="8224"/>
                  </a:lnTo>
                  <a:lnTo>
                    <a:pt x="7784" y="8161"/>
                  </a:lnTo>
                  <a:lnTo>
                    <a:pt x="7993" y="8182"/>
                  </a:lnTo>
                  <a:lnTo>
                    <a:pt x="7993" y="8244"/>
                  </a:lnTo>
                  <a:lnTo>
                    <a:pt x="8056" y="8244"/>
                  </a:lnTo>
                  <a:lnTo>
                    <a:pt x="8056" y="8286"/>
                  </a:lnTo>
                  <a:lnTo>
                    <a:pt x="8160" y="8454"/>
                  </a:lnTo>
                  <a:lnTo>
                    <a:pt x="8244" y="8663"/>
                  </a:lnTo>
                  <a:lnTo>
                    <a:pt x="8349" y="8872"/>
                  </a:lnTo>
                  <a:lnTo>
                    <a:pt x="8349" y="9019"/>
                  </a:lnTo>
                  <a:lnTo>
                    <a:pt x="8411" y="9081"/>
                  </a:lnTo>
                  <a:lnTo>
                    <a:pt x="8453" y="9123"/>
                  </a:lnTo>
                  <a:lnTo>
                    <a:pt x="8872" y="9123"/>
                  </a:lnTo>
                  <a:lnTo>
                    <a:pt x="8976" y="9207"/>
                  </a:lnTo>
                  <a:lnTo>
                    <a:pt x="9102" y="9081"/>
                  </a:lnTo>
                  <a:lnTo>
                    <a:pt x="9144" y="9102"/>
                  </a:lnTo>
                  <a:lnTo>
                    <a:pt x="9311" y="9228"/>
                  </a:lnTo>
                  <a:lnTo>
                    <a:pt x="9625" y="9207"/>
                  </a:lnTo>
                  <a:lnTo>
                    <a:pt x="9813" y="9291"/>
                  </a:lnTo>
                  <a:lnTo>
                    <a:pt x="10064" y="9312"/>
                  </a:lnTo>
                  <a:lnTo>
                    <a:pt x="10169" y="9332"/>
                  </a:lnTo>
                  <a:lnTo>
                    <a:pt x="10232" y="9312"/>
                  </a:lnTo>
                  <a:lnTo>
                    <a:pt x="10295" y="9395"/>
                  </a:lnTo>
                  <a:lnTo>
                    <a:pt x="10315" y="9395"/>
                  </a:lnTo>
                  <a:lnTo>
                    <a:pt x="10357" y="9291"/>
                  </a:lnTo>
                  <a:lnTo>
                    <a:pt x="10441" y="9291"/>
                  </a:lnTo>
                  <a:lnTo>
                    <a:pt x="10483" y="9374"/>
                  </a:lnTo>
                  <a:lnTo>
                    <a:pt x="10608" y="9416"/>
                  </a:lnTo>
                  <a:lnTo>
                    <a:pt x="10818" y="9500"/>
                  </a:lnTo>
                  <a:lnTo>
                    <a:pt x="10901" y="9437"/>
                  </a:lnTo>
                  <a:lnTo>
                    <a:pt x="10922" y="9395"/>
                  </a:lnTo>
                  <a:lnTo>
                    <a:pt x="10964" y="9395"/>
                  </a:lnTo>
                  <a:lnTo>
                    <a:pt x="10964" y="9312"/>
                  </a:lnTo>
                  <a:lnTo>
                    <a:pt x="10985" y="9102"/>
                  </a:lnTo>
                  <a:lnTo>
                    <a:pt x="10922" y="8977"/>
                  </a:lnTo>
                  <a:lnTo>
                    <a:pt x="11027" y="8851"/>
                  </a:lnTo>
                  <a:lnTo>
                    <a:pt x="10985" y="8747"/>
                  </a:lnTo>
                  <a:lnTo>
                    <a:pt x="11069" y="8642"/>
                  </a:lnTo>
                  <a:lnTo>
                    <a:pt x="11215" y="8558"/>
                  </a:lnTo>
                  <a:lnTo>
                    <a:pt x="11299" y="8496"/>
                  </a:lnTo>
                  <a:lnTo>
                    <a:pt x="11550" y="8433"/>
                  </a:lnTo>
                  <a:lnTo>
                    <a:pt x="11717" y="8475"/>
                  </a:lnTo>
                  <a:lnTo>
                    <a:pt x="11801" y="8391"/>
                  </a:lnTo>
                  <a:lnTo>
                    <a:pt x="11759" y="8161"/>
                  </a:lnTo>
                  <a:lnTo>
                    <a:pt x="11634" y="8056"/>
                  </a:lnTo>
                  <a:lnTo>
                    <a:pt x="11487" y="8077"/>
                  </a:lnTo>
                  <a:lnTo>
                    <a:pt x="11445" y="7972"/>
                  </a:lnTo>
                  <a:lnTo>
                    <a:pt x="11445" y="7826"/>
                  </a:lnTo>
                  <a:lnTo>
                    <a:pt x="11403" y="7700"/>
                  </a:lnTo>
                  <a:lnTo>
                    <a:pt x="11403" y="7491"/>
                  </a:lnTo>
                  <a:lnTo>
                    <a:pt x="11236" y="7491"/>
                  </a:lnTo>
                  <a:lnTo>
                    <a:pt x="11215" y="7408"/>
                  </a:lnTo>
                  <a:lnTo>
                    <a:pt x="11111" y="7387"/>
                  </a:lnTo>
                  <a:lnTo>
                    <a:pt x="10922" y="7345"/>
                  </a:lnTo>
                  <a:lnTo>
                    <a:pt x="10880" y="7303"/>
                  </a:lnTo>
                  <a:lnTo>
                    <a:pt x="10755" y="7219"/>
                  </a:lnTo>
                  <a:lnTo>
                    <a:pt x="10587" y="7073"/>
                  </a:lnTo>
                  <a:lnTo>
                    <a:pt x="10504" y="6926"/>
                  </a:lnTo>
                  <a:lnTo>
                    <a:pt x="10232" y="6508"/>
                  </a:lnTo>
                  <a:lnTo>
                    <a:pt x="10650" y="5943"/>
                  </a:lnTo>
                  <a:lnTo>
                    <a:pt x="10692" y="5859"/>
                  </a:lnTo>
                  <a:lnTo>
                    <a:pt x="10650" y="5629"/>
                  </a:lnTo>
                  <a:lnTo>
                    <a:pt x="10650" y="5462"/>
                  </a:lnTo>
                  <a:lnTo>
                    <a:pt x="10567" y="5294"/>
                  </a:lnTo>
                  <a:lnTo>
                    <a:pt x="10064" y="5252"/>
                  </a:lnTo>
                  <a:lnTo>
                    <a:pt x="10043" y="5043"/>
                  </a:lnTo>
                  <a:lnTo>
                    <a:pt x="9981" y="4939"/>
                  </a:lnTo>
                  <a:lnTo>
                    <a:pt x="10023" y="4876"/>
                  </a:lnTo>
                  <a:lnTo>
                    <a:pt x="9939" y="4604"/>
                  </a:lnTo>
                  <a:lnTo>
                    <a:pt x="9771" y="4311"/>
                  </a:lnTo>
                  <a:lnTo>
                    <a:pt x="9834" y="4164"/>
                  </a:lnTo>
                  <a:lnTo>
                    <a:pt x="9981" y="3934"/>
                  </a:lnTo>
                  <a:lnTo>
                    <a:pt x="9939" y="3934"/>
                  </a:lnTo>
                  <a:lnTo>
                    <a:pt x="9751" y="3892"/>
                  </a:lnTo>
                  <a:lnTo>
                    <a:pt x="9751" y="3767"/>
                  </a:lnTo>
                  <a:lnTo>
                    <a:pt x="9730" y="3558"/>
                  </a:lnTo>
                  <a:lnTo>
                    <a:pt x="9667" y="3558"/>
                  </a:lnTo>
                  <a:lnTo>
                    <a:pt x="9813" y="3411"/>
                  </a:lnTo>
                  <a:lnTo>
                    <a:pt x="9709" y="3327"/>
                  </a:lnTo>
                  <a:lnTo>
                    <a:pt x="9646" y="3244"/>
                  </a:lnTo>
                  <a:lnTo>
                    <a:pt x="9771" y="3223"/>
                  </a:lnTo>
                  <a:lnTo>
                    <a:pt x="9918" y="3118"/>
                  </a:lnTo>
                  <a:lnTo>
                    <a:pt x="9918" y="3034"/>
                  </a:lnTo>
                  <a:lnTo>
                    <a:pt x="9939" y="3014"/>
                  </a:lnTo>
                  <a:lnTo>
                    <a:pt x="9855" y="2909"/>
                  </a:lnTo>
                  <a:lnTo>
                    <a:pt x="9918" y="2825"/>
                  </a:lnTo>
                  <a:lnTo>
                    <a:pt x="9918" y="2742"/>
                  </a:lnTo>
                  <a:lnTo>
                    <a:pt x="9918" y="2574"/>
                  </a:lnTo>
                  <a:lnTo>
                    <a:pt x="9855" y="2470"/>
                  </a:lnTo>
                  <a:lnTo>
                    <a:pt x="9855" y="2386"/>
                  </a:lnTo>
                  <a:lnTo>
                    <a:pt x="9813" y="2260"/>
                  </a:lnTo>
                  <a:lnTo>
                    <a:pt x="9855" y="2156"/>
                  </a:lnTo>
                  <a:lnTo>
                    <a:pt x="9751" y="1988"/>
                  </a:lnTo>
                  <a:lnTo>
                    <a:pt x="9625" y="1946"/>
                  </a:lnTo>
                  <a:lnTo>
                    <a:pt x="9353" y="1905"/>
                  </a:lnTo>
                  <a:lnTo>
                    <a:pt x="9123" y="1591"/>
                  </a:lnTo>
                  <a:lnTo>
                    <a:pt x="8914" y="1549"/>
                  </a:lnTo>
                  <a:lnTo>
                    <a:pt x="8788" y="1570"/>
                  </a:lnTo>
                  <a:lnTo>
                    <a:pt x="8725" y="1528"/>
                  </a:lnTo>
                  <a:lnTo>
                    <a:pt x="8704" y="1361"/>
                  </a:lnTo>
                  <a:lnTo>
                    <a:pt x="8579" y="1340"/>
                  </a:lnTo>
                  <a:lnTo>
                    <a:pt x="8349" y="1235"/>
                  </a:lnTo>
                  <a:lnTo>
                    <a:pt x="8265" y="1319"/>
                  </a:lnTo>
                  <a:lnTo>
                    <a:pt x="8160" y="1319"/>
                  </a:lnTo>
                  <a:lnTo>
                    <a:pt x="7826" y="1109"/>
                  </a:lnTo>
                  <a:lnTo>
                    <a:pt x="7658" y="1047"/>
                  </a:lnTo>
                  <a:lnTo>
                    <a:pt x="7449" y="858"/>
                  </a:lnTo>
                  <a:lnTo>
                    <a:pt x="7323" y="900"/>
                  </a:lnTo>
                  <a:lnTo>
                    <a:pt x="7198" y="837"/>
                  </a:lnTo>
                  <a:lnTo>
                    <a:pt x="7093" y="858"/>
                  </a:lnTo>
                  <a:lnTo>
                    <a:pt x="7030" y="1005"/>
                  </a:lnTo>
                  <a:lnTo>
                    <a:pt x="6821" y="942"/>
                  </a:lnTo>
                  <a:lnTo>
                    <a:pt x="6591" y="1005"/>
                  </a:lnTo>
                  <a:lnTo>
                    <a:pt x="6361" y="1214"/>
                  </a:lnTo>
                  <a:lnTo>
                    <a:pt x="6256" y="1214"/>
                  </a:lnTo>
                  <a:lnTo>
                    <a:pt x="6173" y="1319"/>
                  </a:lnTo>
                  <a:lnTo>
                    <a:pt x="6110" y="1465"/>
                  </a:lnTo>
                  <a:lnTo>
                    <a:pt x="5838" y="1465"/>
                  </a:lnTo>
                  <a:lnTo>
                    <a:pt x="5733" y="1549"/>
                  </a:lnTo>
                  <a:lnTo>
                    <a:pt x="5775" y="1695"/>
                  </a:lnTo>
                  <a:lnTo>
                    <a:pt x="5859" y="1842"/>
                  </a:lnTo>
                  <a:lnTo>
                    <a:pt x="5838" y="1967"/>
                  </a:lnTo>
                  <a:lnTo>
                    <a:pt x="5691" y="1967"/>
                  </a:lnTo>
                  <a:lnTo>
                    <a:pt x="5357" y="1905"/>
                  </a:lnTo>
                  <a:lnTo>
                    <a:pt x="5064" y="1967"/>
                  </a:lnTo>
                  <a:lnTo>
                    <a:pt x="4708" y="2072"/>
                  </a:lnTo>
                  <a:lnTo>
                    <a:pt x="4520" y="2072"/>
                  </a:lnTo>
                  <a:lnTo>
                    <a:pt x="4185" y="1967"/>
                  </a:lnTo>
                  <a:lnTo>
                    <a:pt x="4059" y="1967"/>
                  </a:lnTo>
                  <a:lnTo>
                    <a:pt x="3766" y="1842"/>
                  </a:lnTo>
                  <a:lnTo>
                    <a:pt x="3662" y="1737"/>
                  </a:lnTo>
                  <a:lnTo>
                    <a:pt x="3641" y="1591"/>
                  </a:lnTo>
                  <a:lnTo>
                    <a:pt x="3557" y="1591"/>
                  </a:lnTo>
                  <a:lnTo>
                    <a:pt x="3432" y="1528"/>
                  </a:lnTo>
                  <a:lnTo>
                    <a:pt x="3264" y="1570"/>
                  </a:lnTo>
                  <a:lnTo>
                    <a:pt x="3181" y="1528"/>
                  </a:lnTo>
                  <a:lnTo>
                    <a:pt x="3055" y="1528"/>
                  </a:lnTo>
                  <a:lnTo>
                    <a:pt x="2929" y="1423"/>
                  </a:lnTo>
                  <a:lnTo>
                    <a:pt x="2846" y="1381"/>
                  </a:lnTo>
                  <a:lnTo>
                    <a:pt x="2804" y="1340"/>
                  </a:lnTo>
                  <a:lnTo>
                    <a:pt x="2825" y="1214"/>
                  </a:lnTo>
                  <a:lnTo>
                    <a:pt x="2825" y="1068"/>
                  </a:lnTo>
                  <a:lnTo>
                    <a:pt x="2741" y="942"/>
                  </a:lnTo>
                  <a:lnTo>
                    <a:pt x="2741" y="921"/>
                  </a:lnTo>
                  <a:lnTo>
                    <a:pt x="2699" y="942"/>
                  </a:lnTo>
                  <a:lnTo>
                    <a:pt x="2595" y="921"/>
                  </a:lnTo>
                  <a:lnTo>
                    <a:pt x="2553" y="858"/>
                  </a:lnTo>
                  <a:lnTo>
                    <a:pt x="2448" y="817"/>
                  </a:lnTo>
                  <a:lnTo>
                    <a:pt x="2281" y="607"/>
                  </a:lnTo>
                  <a:lnTo>
                    <a:pt x="2448" y="482"/>
                  </a:lnTo>
                  <a:lnTo>
                    <a:pt x="2323" y="398"/>
                  </a:lnTo>
                  <a:lnTo>
                    <a:pt x="2302" y="335"/>
                  </a:lnTo>
                  <a:lnTo>
                    <a:pt x="2344" y="293"/>
                  </a:lnTo>
                  <a:lnTo>
                    <a:pt x="2281" y="210"/>
                  </a:lnTo>
                  <a:lnTo>
                    <a:pt x="2218" y="105"/>
                  </a:lnTo>
                  <a:lnTo>
                    <a:pt x="2176" y="105"/>
                  </a:lnTo>
                  <a:lnTo>
                    <a:pt x="2176" y="84"/>
                  </a:lnTo>
                  <a:lnTo>
                    <a:pt x="2113" y="84"/>
                  </a:lnTo>
                  <a:lnTo>
                    <a:pt x="1988" y="168"/>
                  </a:lnTo>
                  <a:lnTo>
                    <a:pt x="1904" y="168"/>
                  </a:lnTo>
                  <a:lnTo>
                    <a:pt x="1862" y="273"/>
                  </a:lnTo>
                  <a:lnTo>
                    <a:pt x="1779" y="293"/>
                  </a:lnTo>
                  <a:lnTo>
                    <a:pt x="1674" y="419"/>
                  </a:lnTo>
                  <a:lnTo>
                    <a:pt x="1611" y="440"/>
                  </a:lnTo>
                  <a:lnTo>
                    <a:pt x="1569" y="503"/>
                  </a:lnTo>
                  <a:lnTo>
                    <a:pt x="1569" y="545"/>
                  </a:lnTo>
                  <a:lnTo>
                    <a:pt x="1465" y="607"/>
                  </a:lnTo>
                  <a:lnTo>
                    <a:pt x="1381" y="586"/>
                  </a:lnTo>
                  <a:lnTo>
                    <a:pt x="1256" y="607"/>
                  </a:lnTo>
                  <a:lnTo>
                    <a:pt x="1235" y="691"/>
                  </a:lnTo>
                  <a:lnTo>
                    <a:pt x="1046" y="607"/>
                  </a:lnTo>
                  <a:lnTo>
                    <a:pt x="921" y="607"/>
                  </a:lnTo>
                  <a:lnTo>
                    <a:pt x="753" y="524"/>
                  </a:lnTo>
                  <a:lnTo>
                    <a:pt x="732" y="398"/>
                  </a:lnTo>
                  <a:lnTo>
                    <a:pt x="460" y="273"/>
                  </a:lnTo>
                  <a:lnTo>
                    <a:pt x="502" y="189"/>
                  </a:lnTo>
                  <a:lnTo>
                    <a:pt x="440" y="84"/>
                  </a:lnTo>
                  <a:lnTo>
                    <a:pt x="356" y="84"/>
                  </a:lnTo>
                  <a:lnTo>
                    <a:pt x="2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60"/>
            <p:cNvSpPr/>
            <p:nvPr/>
          </p:nvSpPr>
          <p:spPr>
            <a:xfrm>
              <a:off x="4026636" y="2853369"/>
              <a:ext cx="24672" cy="20004"/>
            </a:xfrm>
            <a:custGeom>
              <a:rect b="b" l="l" r="r" t="t"/>
              <a:pathLst>
                <a:path extrusionOk="0" h="1759" w="2072">
                  <a:moveTo>
                    <a:pt x="419" y="1"/>
                  </a:moveTo>
                  <a:lnTo>
                    <a:pt x="168" y="64"/>
                  </a:lnTo>
                  <a:lnTo>
                    <a:pt x="0" y="105"/>
                  </a:lnTo>
                  <a:lnTo>
                    <a:pt x="84" y="210"/>
                  </a:lnTo>
                  <a:lnTo>
                    <a:pt x="84" y="294"/>
                  </a:lnTo>
                  <a:lnTo>
                    <a:pt x="189" y="315"/>
                  </a:lnTo>
                  <a:lnTo>
                    <a:pt x="272" y="419"/>
                  </a:lnTo>
                  <a:lnTo>
                    <a:pt x="209" y="608"/>
                  </a:lnTo>
                  <a:lnTo>
                    <a:pt x="251" y="838"/>
                  </a:lnTo>
                  <a:lnTo>
                    <a:pt x="398" y="942"/>
                  </a:lnTo>
                  <a:lnTo>
                    <a:pt x="691" y="942"/>
                  </a:lnTo>
                  <a:lnTo>
                    <a:pt x="795" y="1026"/>
                  </a:lnTo>
                  <a:lnTo>
                    <a:pt x="837" y="1110"/>
                  </a:lnTo>
                  <a:lnTo>
                    <a:pt x="921" y="1110"/>
                  </a:lnTo>
                  <a:lnTo>
                    <a:pt x="1026" y="1047"/>
                  </a:lnTo>
                  <a:lnTo>
                    <a:pt x="1193" y="1172"/>
                  </a:lnTo>
                  <a:lnTo>
                    <a:pt x="1235" y="1131"/>
                  </a:lnTo>
                  <a:lnTo>
                    <a:pt x="1339" y="1131"/>
                  </a:lnTo>
                  <a:lnTo>
                    <a:pt x="1423" y="1319"/>
                  </a:lnTo>
                  <a:lnTo>
                    <a:pt x="1570" y="1361"/>
                  </a:lnTo>
                  <a:lnTo>
                    <a:pt x="1842" y="1758"/>
                  </a:lnTo>
                  <a:lnTo>
                    <a:pt x="1967" y="1737"/>
                  </a:lnTo>
                  <a:lnTo>
                    <a:pt x="1967" y="1591"/>
                  </a:lnTo>
                  <a:lnTo>
                    <a:pt x="1988" y="1549"/>
                  </a:lnTo>
                  <a:lnTo>
                    <a:pt x="1925" y="1382"/>
                  </a:lnTo>
                  <a:lnTo>
                    <a:pt x="2072" y="1361"/>
                  </a:lnTo>
                  <a:lnTo>
                    <a:pt x="1946" y="1235"/>
                  </a:lnTo>
                  <a:lnTo>
                    <a:pt x="1758" y="1235"/>
                  </a:lnTo>
                  <a:lnTo>
                    <a:pt x="1507" y="1110"/>
                  </a:lnTo>
                  <a:lnTo>
                    <a:pt x="1423" y="921"/>
                  </a:lnTo>
                  <a:lnTo>
                    <a:pt x="1507" y="838"/>
                  </a:lnTo>
                  <a:lnTo>
                    <a:pt x="1507" y="712"/>
                  </a:lnTo>
                  <a:lnTo>
                    <a:pt x="1256" y="524"/>
                  </a:lnTo>
                  <a:lnTo>
                    <a:pt x="1256" y="419"/>
                  </a:lnTo>
                  <a:lnTo>
                    <a:pt x="1298" y="294"/>
                  </a:lnTo>
                  <a:lnTo>
                    <a:pt x="1193" y="168"/>
                  </a:lnTo>
                  <a:lnTo>
                    <a:pt x="984" y="126"/>
                  </a:lnTo>
                  <a:lnTo>
                    <a:pt x="83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60"/>
            <p:cNvSpPr/>
            <p:nvPr/>
          </p:nvSpPr>
          <p:spPr>
            <a:xfrm>
              <a:off x="3915766" y="2848615"/>
              <a:ext cx="124088" cy="48788"/>
            </a:xfrm>
            <a:custGeom>
              <a:rect b="b" l="l" r="r" t="t"/>
              <a:pathLst>
                <a:path extrusionOk="0" h="4290" w="10421">
                  <a:moveTo>
                    <a:pt x="4708" y="0"/>
                  </a:moveTo>
                  <a:lnTo>
                    <a:pt x="4562" y="63"/>
                  </a:lnTo>
                  <a:lnTo>
                    <a:pt x="4373" y="63"/>
                  </a:lnTo>
                  <a:lnTo>
                    <a:pt x="4290" y="21"/>
                  </a:lnTo>
                  <a:lnTo>
                    <a:pt x="4185" y="63"/>
                  </a:lnTo>
                  <a:lnTo>
                    <a:pt x="3913" y="63"/>
                  </a:lnTo>
                  <a:lnTo>
                    <a:pt x="3766" y="84"/>
                  </a:lnTo>
                  <a:lnTo>
                    <a:pt x="3494" y="189"/>
                  </a:lnTo>
                  <a:lnTo>
                    <a:pt x="3390" y="210"/>
                  </a:lnTo>
                  <a:lnTo>
                    <a:pt x="3181" y="230"/>
                  </a:lnTo>
                  <a:lnTo>
                    <a:pt x="3097" y="335"/>
                  </a:lnTo>
                  <a:lnTo>
                    <a:pt x="2992" y="377"/>
                  </a:lnTo>
                  <a:lnTo>
                    <a:pt x="2909" y="440"/>
                  </a:lnTo>
                  <a:lnTo>
                    <a:pt x="2867" y="502"/>
                  </a:lnTo>
                  <a:lnTo>
                    <a:pt x="2804" y="628"/>
                  </a:lnTo>
                  <a:lnTo>
                    <a:pt x="2762" y="649"/>
                  </a:lnTo>
                  <a:lnTo>
                    <a:pt x="2762" y="733"/>
                  </a:lnTo>
                  <a:lnTo>
                    <a:pt x="2553" y="733"/>
                  </a:lnTo>
                  <a:lnTo>
                    <a:pt x="2239" y="628"/>
                  </a:lnTo>
                  <a:lnTo>
                    <a:pt x="2155" y="628"/>
                  </a:lnTo>
                  <a:lnTo>
                    <a:pt x="2072" y="691"/>
                  </a:lnTo>
                  <a:lnTo>
                    <a:pt x="1946" y="649"/>
                  </a:lnTo>
                  <a:lnTo>
                    <a:pt x="1779" y="691"/>
                  </a:lnTo>
                  <a:lnTo>
                    <a:pt x="1674" y="649"/>
                  </a:lnTo>
                  <a:lnTo>
                    <a:pt x="1549" y="712"/>
                  </a:lnTo>
                  <a:lnTo>
                    <a:pt x="1528" y="795"/>
                  </a:lnTo>
                  <a:lnTo>
                    <a:pt x="1632" y="942"/>
                  </a:lnTo>
                  <a:lnTo>
                    <a:pt x="1779" y="963"/>
                  </a:lnTo>
                  <a:lnTo>
                    <a:pt x="1925" y="963"/>
                  </a:lnTo>
                  <a:lnTo>
                    <a:pt x="1883" y="1046"/>
                  </a:lnTo>
                  <a:lnTo>
                    <a:pt x="1653" y="1046"/>
                  </a:lnTo>
                  <a:lnTo>
                    <a:pt x="1444" y="1109"/>
                  </a:lnTo>
                  <a:lnTo>
                    <a:pt x="1402" y="1214"/>
                  </a:lnTo>
                  <a:lnTo>
                    <a:pt x="1423" y="1256"/>
                  </a:lnTo>
                  <a:lnTo>
                    <a:pt x="1528" y="1235"/>
                  </a:lnTo>
                  <a:lnTo>
                    <a:pt x="1570" y="1277"/>
                  </a:lnTo>
                  <a:lnTo>
                    <a:pt x="1507" y="1318"/>
                  </a:lnTo>
                  <a:lnTo>
                    <a:pt x="1214" y="1339"/>
                  </a:lnTo>
                  <a:lnTo>
                    <a:pt x="1109" y="1256"/>
                  </a:lnTo>
                  <a:lnTo>
                    <a:pt x="984" y="1339"/>
                  </a:lnTo>
                  <a:lnTo>
                    <a:pt x="900" y="1235"/>
                  </a:lnTo>
                  <a:lnTo>
                    <a:pt x="837" y="1235"/>
                  </a:lnTo>
                  <a:lnTo>
                    <a:pt x="733" y="1339"/>
                  </a:lnTo>
                  <a:lnTo>
                    <a:pt x="628" y="1339"/>
                  </a:lnTo>
                  <a:lnTo>
                    <a:pt x="502" y="1235"/>
                  </a:lnTo>
                  <a:lnTo>
                    <a:pt x="377" y="1235"/>
                  </a:lnTo>
                  <a:lnTo>
                    <a:pt x="105" y="1444"/>
                  </a:lnTo>
                  <a:lnTo>
                    <a:pt x="63" y="1549"/>
                  </a:lnTo>
                  <a:lnTo>
                    <a:pt x="0" y="1653"/>
                  </a:lnTo>
                  <a:lnTo>
                    <a:pt x="63" y="1695"/>
                  </a:lnTo>
                  <a:lnTo>
                    <a:pt x="63" y="1842"/>
                  </a:lnTo>
                  <a:lnTo>
                    <a:pt x="0" y="1883"/>
                  </a:lnTo>
                  <a:lnTo>
                    <a:pt x="63" y="1946"/>
                  </a:lnTo>
                  <a:lnTo>
                    <a:pt x="209" y="1883"/>
                  </a:lnTo>
                  <a:lnTo>
                    <a:pt x="251" y="1904"/>
                  </a:lnTo>
                  <a:lnTo>
                    <a:pt x="377" y="1883"/>
                  </a:lnTo>
                  <a:lnTo>
                    <a:pt x="502" y="1883"/>
                  </a:lnTo>
                  <a:lnTo>
                    <a:pt x="377" y="2009"/>
                  </a:lnTo>
                  <a:lnTo>
                    <a:pt x="398" y="2093"/>
                  </a:lnTo>
                  <a:lnTo>
                    <a:pt x="461" y="2197"/>
                  </a:lnTo>
                  <a:lnTo>
                    <a:pt x="461" y="2281"/>
                  </a:lnTo>
                  <a:lnTo>
                    <a:pt x="419" y="2302"/>
                  </a:lnTo>
                  <a:lnTo>
                    <a:pt x="481" y="2323"/>
                  </a:lnTo>
                  <a:lnTo>
                    <a:pt x="586" y="2281"/>
                  </a:lnTo>
                  <a:lnTo>
                    <a:pt x="586" y="2323"/>
                  </a:lnTo>
                  <a:lnTo>
                    <a:pt x="502" y="2406"/>
                  </a:lnTo>
                  <a:lnTo>
                    <a:pt x="377" y="2490"/>
                  </a:lnTo>
                  <a:lnTo>
                    <a:pt x="419" y="2532"/>
                  </a:lnTo>
                  <a:lnTo>
                    <a:pt x="502" y="2532"/>
                  </a:lnTo>
                  <a:lnTo>
                    <a:pt x="419" y="2595"/>
                  </a:lnTo>
                  <a:lnTo>
                    <a:pt x="377" y="2699"/>
                  </a:lnTo>
                  <a:lnTo>
                    <a:pt x="293" y="2699"/>
                  </a:lnTo>
                  <a:lnTo>
                    <a:pt x="251" y="2532"/>
                  </a:lnTo>
                  <a:lnTo>
                    <a:pt x="189" y="2511"/>
                  </a:lnTo>
                  <a:lnTo>
                    <a:pt x="189" y="2616"/>
                  </a:lnTo>
                  <a:lnTo>
                    <a:pt x="209" y="2720"/>
                  </a:lnTo>
                  <a:lnTo>
                    <a:pt x="168" y="2783"/>
                  </a:lnTo>
                  <a:lnTo>
                    <a:pt x="189" y="2846"/>
                  </a:lnTo>
                  <a:lnTo>
                    <a:pt x="293" y="2930"/>
                  </a:lnTo>
                  <a:lnTo>
                    <a:pt x="293" y="2888"/>
                  </a:lnTo>
                  <a:lnTo>
                    <a:pt x="419" y="2950"/>
                  </a:lnTo>
                  <a:lnTo>
                    <a:pt x="502" y="2950"/>
                  </a:lnTo>
                  <a:lnTo>
                    <a:pt x="628" y="3034"/>
                  </a:lnTo>
                  <a:lnTo>
                    <a:pt x="670" y="3160"/>
                  </a:lnTo>
                  <a:lnTo>
                    <a:pt x="586" y="3243"/>
                  </a:lnTo>
                  <a:lnTo>
                    <a:pt x="670" y="3327"/>
                  </a:lnTo>
                  <a:lnTo>
                    <a:pt x="670" y="3411"/>
                  </a:lnTo>
                  <a:lnTo>
                    <a:pt x="733" y="3411"/>
                  </a:lnTo>
                  <a:lnTo>
                    <a:pt x="879" y="3536"/>
                  </a:lnTo>
                  <a:lnTo>
                    <a:pt x="816" y="3641"/>
                  </a:lnTo>
                  <a:lnTo>
                    <a:pt x="733" y="3620"/>
                  </a:lnTo>
                  <a:lnTo>
                    <a:pt x="712" y="3662"/>
                  </a:lnTo>
                  <a:lnTo>
                    <a:pt x="795" y="3683"/>
                  </a:lnTo>
                  <a:lnTo>
                    <a:pt x="942" y="3662"/>
                  </a:lnTo>
                  <a:lnTo>
                    <a:pt x="1214" y="3662"/>
                  </a:lnTo>
                  <a:lnTo>
                    <a:pt x="1193" y="3725"/>
                  </a:lnTo>
                  <a:lnTo>
                    <a:pt x="1130" y="3767"/>
                  </a:lnTo>
                  <a:lnTo>
                    <a:pt x="1005" y="3829"/>
                  </a:lnTo>
                  <a:lnTo>
                    <a:pt x="816" y="3829"/>
                  </a:lnTo>
                  <a:lnTo>
                    <a:pt x="774" y="3871"/>
                  </a:lnTo>
                  <a:lnTo>
                    <a:pt x="837" y="3892"/>
                  </a:lnTo>
                  <a:lnTo>
                    <a:pt x="942" y="3871"/>
                  </a:lnTo>
                  <a:lnTo>
                    <a:pt x="1088" y="3871"/>
                  </a:lnTo>
                  <a:lnTo>
                    <a:pt x="1130" y="3829"/>
                  </a:lnTo>
                  <a:lnTo>
                    <a:pt x="1130" y="3934"/>
                  </a:lnTo>
                  <a:lnTo>
                    <a:pt x="1151" y="3955"/>
                  </a:lnTo>
                  <a:lnTo>
                    <a:pt x="1235" y="3871"/>
                  </a:lnTo>
                  <a:lnTo>
                    <a:pt x="1318" y="3767"/>
                  </a:lnTo>
                  <a:lnTo>
                    <a:pt x="1402" y="3767"/>
                  </a:lnTo>
                  <a:lnTo>
                    <a:pt x="1444" y="3829"/>
                  </a:lnTo>
                  <a:lnTo>
                    <a:pt x="1528" y="3829"/>
                  </a:lnTo>
                  <a:lnTo>
                    <a:pt x="1632" y="3892"/>
                  </a:lnTo>
                  <a:lnTo>
                    <a:pt x="1674" y="3829"/>
                  </a:lnTo>
                  <a:lnTo>
                    <a:pt x="1758" y="3850"/>
                  </a:lnTo>
                  <a:lnTo>
                    <a:pt x="1758" y="3892"/>
                  </a:lnTo>
                  <a:lnTo>
                    <a:pt x="1716" y="3934"/>
                  </a:lnTo>
                  <a:lnTo>
                    <a:pt x="1758" y="3997"/>
                  </a:lnTo>
                  <a:lnTo>
                    <a:pt x="1779" y="4080"/>
                  </a:lnTo>
                  <a:lnTo>
                    <a:pt x="1883" y="4185"/>
                  </a:lnTo>
                  <a:lnTo>
                    <a:pt x="1946" y="4164"/>
                  </a:lnTo>
                  <a:lnTo>
                    <a:pt x="2072" y="4206"/>
                  </a:lnTo>
                  <a:lnTo>
                    <a:pt x="2197" y="4185"/>
                  </a:lnTo>
                  <a:lnTo>
                    <a:pt x="2281" y="4143"/>
                  </a:lnTo>
                  <a:lnTo>
                    <a:pt x="2386" y="4143"/>
                  </a:lnTo>
                  <a:lnTo>
                    <a:pt x="2469" y="4080"/>
                  </a:lnTo>
                  <a:lnTo>
                    <a:pt x="2574" y="4143"/>
                  </a:lnTo>
                  <a:lnTo>
                    <a:pt x="2616" y="4080"/>
                  </a:lnTo>
                  <a:lnTo>
                    <a:pt x="2616" y="3955"/>
                  </a:lnTo>
                  <a:lnTo>
                    <a:pt x="2658" y="3871"/>
                  </a:lnTo>
                  <a:lnTo>
                    <a:pt x="2616" y="3767"/>
                  </a:lnTo>
                  <a:lnTo>
                    <a:pt x="2867" y="3746"/>
                  </a:lnTo>
                  <a:lnTo>
                    <a:pt x="3076" y="3746"/>
                  </a:lnTo>
                  <a:lnTo>
                    <a:pt x="3348" y="3892"/>
                  </a:lnTo>
                  <a:lnTo>
                    <a:pt x="3453" y="3892"/>
                  </a:lnTo>
                  <a:lnTo>
                    <a:pt x="3641" y="4143"/>
                  </a:lnTo>
                  <a:lnTo>
                    <a:pt x="3808" y="4248"/>
                  </a:lnTo>
                  <a:lnTo>
                    <a:pt x="4331" y="4185"/>
                  </a:lnTo>
                  <a:lnTo>
                    <a:pt x="4478" y="4101"/>
                  </a:lnTo>
                  <a:lnTo>
                    <a:pt x="4541" y="4101"/>
                  </a:lnTo>
                  <a:lnTo>
                    <a:pt x="4562" y="4143"/>
                  </a:lnTo>
                  <a:lnTo>
                    <a:pt x="4603" y="4080"/>
                  </a:lnTo>
                  <a:lnTo>
                    <a:pt x="4645" y="3976"/>
                  </a:lnTo>
                  <a:lnTo>
                    <a:pt x="4896" y="3725"/>
                  </a:lnTo>
                  <a:lnTo>
                    <a:pt x="4959" y="3683"/>
                  </a:lnTo>
                  <a:lnTo>
                    <a:pt x="5189" y="3767"/>
                  </a:lnTo>
                  <a:lnTo>
                    <a:pt x="5336" y="3850"/>
                  </a:lnTo>
                  <a:lnTo>
                    <a:pt x="5524" y="3787"/>
                  </a:lnTo>
                  <a:lnTo>
                    <a:pt x="5524" y="3746"/>
                  </a:lnTo>
                  <a:lnTo>
                    <a:pt x="5650" y="3662"/>
                  </a:lnTo>
                  <a:lnTo>
                    <a:pt x="5754" y="3683"/>
                  </a:lnTo>
                  <a:lnTo>
                    <a:pt x="5754" y="3767"/>
                  </a:lnTo>
                  <a:lnTo>
                    <a:pt x="5691" y="3934"/>
                  </a:lnTo>
                  <a:lnTo>
                    <a:pt x="5545" y="3997"/>
                  </a:lnTo>
                  <a:lnTo>
                    <a:pt x="5587" y="4059"/>
                  </a:lnTo>
                  <a:lnTo>
                    <a:pt x="5691" y="4185"/>
                  </a:lnTo>
                  <a:lnTo>
                    <a:pt x="5650" y="4269"/>
                  </a:lnTo>
                  <a:lnTo>
                    <a:pt x="5754" y="4290"/>
                  </a:lnTo>
                  <a:lnTo>
                    <a:pt x="5901" y="4269"/>
                  </a:lnTo>
                  <a:lnTo>
                    <a:pt x="6005" y="4206"/>
                  </a:lnTo>
                  <a:lnTo>
                    <a:pt x="5963" y="4080"/>
                  </a:lnTo>
                  <a:lnTo>
                    <a:pt x="6047" y="4059"/>
                  </a:lnTo>
                  <a:lnTo>
                    <a:pt x="6047" y="3829"/>
                  </a:lnTo>
                  <a:lnTo>
                    <a:pt x="6110" y="3746"/>
                  </a:lnTo>
                  <a:lnTo>
                    <a:pt x="6256" y="3787"/>
                  </a:lnTo>
                  <a:lnTo>
                    <a:pt x="6361" y="3829"/>
                  </a:lnTo>
                  <a:lnTo>
                    <a:pt x="6654" y="3683"/>
                  </a:lnTo>
                  <a:lnTo>
                    <a:pt x="6696" y="3683"/>
                  </a:lnTo>
                  <a:lnTo>
                    <a:pt x="6780" y="3641"/>
                  </a:lnTo>
                  <a:lnTo>
                    <a:pt x="7093" y="3620"/>
                  </a:lnTo>
                  <a:lnTo>
                    <a:pt x="7198" y="3641"/>
                  </a:lnTo>
                  <a:lnTo>
                    <a:pt x="7261" y="3683"/>
                  </a:lnTo>
                  <a:lnTo>
                    <a:pt x="7428" y="3746"/>
                  </a:lnTo>
                  <a:lnTo>
                    <a:pt x="7700" y="3746"/>
                  </a:lnTo>
                  <a:lnTo>
                    <a:pt x="7721" y="3683"/>
                  </a:lnTo>
                  <a:lnTo>
                    <a:pt x="7888" y="3641"/>
                  </a:lnTo>
                  <a:lnTo>
                    <a:pt x="7951" y="3557"/>
                  </a:lnTo>
                  <a:lnTo>
                    <a:pt x="8160" y="3474"/>
                  </a:lnTo>
                  <a:lnTo>
                    <a:pt x="8307" y="3474"/>
                  </a:lnTo>
                  <a:lnTo>
                    <a:pt x="8432" y="3453"/>
                  </a:lnTo>
                  <a:lnTo>
                    <a:pt x="8725" y="3474"/>
                  </a:lnTo>
                  <a:lnTo>
                    <a:pt x="8956" y="3411"/>
                  </a:lnTo>
                  <a:lnTo>
                    <a:pt x="9102" y="3411"/>
                  </a:lnTo>
                  <a:lnTo>
                    <a:pt x="9165" y="3432"/>
                  </a:lnTo>
                  <a:lnTo>
                    <a:pt x="9311" y="3306"/>
                  </a:lnTo>
                  <a:lnTo>
                    <a:pt x="9458" y="3306"/>
                  </a:lnTo>
                  <a:lnTo>
                    <a:pt x="9500" y="3264"/>
                  </a:lnTo>
                  <a:lnTo>
                    <a:pt x="9730" y="3264"/>
                  </a:lnTo>
                  <a:lnTo>
                    <a:pt x="9939" y="3327"/>
                  </a:lnTo>
                  <a:lnTo>
                    <a:pt x="10085" y="3264"/>
                  </a:lnTo>
                  <a:lnTo>
                    <a:pt x="10148" y="3327"/>
                  </a:lnTo>
                  <a:lnTo>
                    <a:pt x="10148" y="3432"/>
                  </a:lnTo>
                  <a:lnTo>
                    <a:pt x="10253" y="3474"/>
                  </a:lnTo>
                  <a:lnTo>
                    <a:pt x="10399" y="3453"/>
                  </a:lnTo>
                  <a:lnTo>
                    <a:pt x="10420" y="3348"/>
                  </a:lnTo>
                  <a:lnTo>
                    <a:pt x="10357" y="3223"/>
                  </a:lnTo>
                  <a:lnTo>
                    <a:pt x="10232" y="2992"/>
                  </a:lnTo>
                  <a:lnTo>
                    <a:pt x="10085" y="2930"/>
                  </a:lnTo>
                  <a:lnTo>
                    <a:pt x="10106" y="2846"/>
                  </a:lnTo>
                  <a:lnTo>
                    <a:pt x="10085" y="2699"/>
                  </a:lnTo>
                  <a:lnTo>
                    <a:pt x="10148" y="2511"/>
                  </a:lnTo>
                  <a:lnTo>
                    <a:pt x="10127" y="2469"/>
                  </a:lnTo>
                  <a:lnTo>
                    <a:pt x="10002" y="2427"/>
                  </a:lnTo>
                  <a:lnTo>
                    <a:pt x="10002" y="2281"/>
                  </a:lnTo>
                  <a:lnTo>
                    <a:pt x="10002" y="2176"/>
                  </a:lnTo>
                  <a:lnTo>
                    <a:pt x="9939" y="1967"/>
                  </a:lnTo>
                  <a:lnTo>
                    <a:pt x="9897" y="1842"/>
                  </a:lnTo>
                  <a:lnTo>
                    <a:pt x="9897" y="1779"/>
                  </a:lnTo>
                  <a:lnTo>
                    <a:pt x="10044" y="1779"/>
                  </a:lnTo>
                  <a:lnTo>
                    <a:pt x="10106" y="1632"/>
                  </a:lnTo>
                  <a:lnTo>
                    <a:pt x="10148" y="1570"/>
                  </a:lnTo>
                  <a:lnTo>
                    <a:pt x="10148" y="1528"/>
                  </a:lnTo>
                  <a:lnTo>
                    <a:pt x="10106" y="1444"/>
                  </a:lnTo>
                  <a:lnTo>
                    <a:pt x="10002" y="1360"/>
                  </a:lnTo>
                  <a:lnTo>
                    <a:pt x="9709" y="1360"/>
                  </a:lnTo>
                  <a:lnTo>
                    <a:pt x="9562" y="1256"/>
                  </a:lnTo>
                  <a:lnTo>
                    <a:pt x="9520" y="1026"/>
                  </a:lnTo>
                  <a:lnTo>
                    <a:pt x="9583" y="837"/>
                  </a:lnTo>
                  <a:lnTo>
                    <a:pt x="9500" y="733"/>
                  </a:lnTo>
                  <a:lnTo>
                    <a:pt x="9395" y="712"/>
                  </a:lnTo>
                  <a:lnTo>
                    <a:pt x="9395" y="628"/>
                  </a:lnTo>
                  <a:lnTo>
                    <a:pt x="9290" y="523"/>
                  </a:lnTo>
                  <a:lnTo>
                    <a:pt x="9186" y="502"/>
                  </a:lnTo>
                  <a:lnTo>
                    <a:pt x="8956" y="293"/>
                  </a:lnTo>
                  <a:lnTo>
                    <a:pt x="8851" y="272"/>
                  </a:lnTo>
                  <a:lnTo>
                    <a:pt x="8767" y="335"/>
                  </a:lnTo>
                  <a:lnTo>
                    <a:pt x="8725" y="335"/>
                  </a:lnTo>
                  <a:lnTo>
                    <a:pt x="8558" y="293"/>
                  </a:lnTo>
                  <a:lnTo>
                    <a:pt x="8516" y="377"/>
                  </a:lnTo>
                  <a:lnTo>
                    <a:pt x="8432" y="335"/>
                  </a:lnTo>
                  <a:lnTo>
                    <a:pt x="8412" y="230"/>
                  </a:lnTo>
                  <a:lnTo>
                    <a:pt x="8349" y="230"/>
                  </a:lnTo>
                  <a:lnTo>
                    <a:pt x="8328" y="272"/>
                  </a:lnTo>
                  <a:lnTo>
                    <a:pt x="8244" y="419"/>
                  </a:lnTo>
                  <a:lnTo>
                    <a:pt x="8098" y="502"/>
                  </a:lnTo>
                  <a:lnTo>
                    <a:pt x="7909" y="607"/>
                  </a:lnTo>
                  <a:lnTo>
                    <a:pt x="7888" y="691"/>
                  </a:lnTo>
                  <a:lnTo>
                    <a:pt x="7700" y="712"/>
                  </a:lnTo>
                  <a:lnTo>
                    <a:pt x="7616" y="754"/>
                  </a:lnTo>
                  <a:lnTo>
                    <a:pt x="7386" y="712"/>
                  </a:lnTo>
                  <a:lnTo>
                    <a:pt x="7324" y="649"/>
                  </a:lnTo>
                  <a:lnTo>
                    <a:pt x="7219" y="649"/>
                  </a:lnTo>
                  <a:lnTo>
                    <a:pt x="7198" y="628"/>
                  </a:lnTo>
                  <a:lnTo>
                    <a:pt x="7093" y="691"/>
                  </a:lnTo>
                  <a:lnTo>
                    <a:pt x="6884" y="691"/>
                  </a:lnTo>
                  <a:lnTo>
                    <a:pt x="6633" y="795"/>
                  </a:lnTo>
                  <a:lnTo>
                    <a:pt x="6445" y="754"/>
                  </a:lnTo>
                  <a:lnTo>
                    <a:pt x="6319" y="649"/>
                  </a:lnTo>
                  <a:lnTo>
                    <a:pt x="6235" y="712"/>
                  </a:lnTo>
                  <a:lnTo>
                    <a:pt x="6026" y="607"/>
                  </a:lnTo>
                  <a:lnTo>
                    <a:pt x="5901" y="586"/>
                  </a:lnTo>
                  <a:lnTo>
                    <a:pt x="5712" y="440"/>
                  </a:lnTo>
                  <a:lnTo>
                    <a:pt x="5629" y="440"/>
                  </a:lnTo>
                  <a:lnTo>
                    <a:pt x="5587" y="523"/>
                  </a:lnTo>
                  <a:lnTo>
                    <a:pt x="5503" y="502"/>
                  </a:lnTo>
                  <a:lnTo>
                    <a:pt x="5399" y="377"/>
                  </a:lnTo>
                  <a:lnTo>
                    <a:pt x="5378" y="210"/>
                  </a:lnTo>
                  <a:lnTo>
                    <a:pt x="5273" y="126"/>
                  </a:lnTo>
                  <a:lnTo>
                    <a:pt x="5210" y="168"/>
                  </a:lnTo>
                  <a:lnTo>
                    <a:pt x="5085" y="293"/>
                  </a:lnTo>
                  <a:lnTo>
                    <a:pt x="5022" y="272"/>
                  </a:lnTo>
                  <a:lnTo>
                    <a:pt x="4980" y="314"/>
                  </a:lnTo>
                  <a:lnTo>
                    <a:pt x="4771" y="105"/>
                  </a:lnTo>
                  <a:lnTo>
                    <a:pt x="475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60"/>
            <p:cNvSpPr/>
            <p:nvPr/>
          </p:nvSpPr>
          <p:spPr>
            <a:xfrm>
              <a:off x="3914265" y="2848854"/>
              <a:ext cx="18945" cy="15956"/>
            </a:xfrm>
            <a:custGeom>
              <a:rect b="b" l="l" r="r" t="t"/>
              <a:pathLst>
                <a:path extrusionOk="0" h="1403" w="1591">
                  <a:moveTo>
                    <a:pt x="503" y="0"/>
                  </a:moveTo>
                  <a:lnTo>
                    <a:pt x="419" y="84"/>
                  </a:lnTo>
                  <a:lnTo>
                    <a:pt x="335" y="84"/>
                  </a:lnTo>
                  <a:lnTo>
                    <a:pt x="231" y="189"/>
                  </a:lnTo>
                  <a:lnTo>
                    <a:pt x="210" y="356"/>
                  </a:lnTo>
                  <a:lnTo>
                    <a:pt x="335" y="398"/>
                  </a:lnTo>
                  <a:lnTo>
                    <a:pt x="335" y="523"/>
                  </a:lnTo>
                  <a:lnTo>
                    <a:pt x="189" y="628"/>
                  </a:lnTo>
                  <a:lnTo>
                    <a:pt x="210" y="733"/>
                  </a:lnTo>
                  <a:lnTo>
                    <a:pt x="126" y="879"/>
                  </a:lnTo>
                  <a:lnTo>
                    <a:pt x="1" y="921"/>
                  </a:lnTo>
                  <a:lnTo>
                    <a:pt x="22" y="921"/>
                  </a:lnTo>
                  <a:lnTo>
                    <a:pt x="84" y="1025"/>
                  </a:lnTo>
                  <a:lnTo>
                    <a:pt x="168" y="1088"/>
                  </a:lnTo>
                  <a:lnTo>
                    <a:pt x="231" y="1046"/>
                  </a:lnTo>
                  <a:lnTo>
                    <a:pt x="294" y="1088"/>
                  </a:lnTo>
                  <a:lnTo>
                    <a:pt x="398" y="1046"/>
                  </a:lnTo>
                  <a:lnTo>
                    <a:pt x="294" y="1130"/>
                  </a:lnTo>
                  <a:lnTo>
                    <a:pt x="231" y="1130"/>
                  </a:lnTo>
                  <a:lnTo>
                    <a:pt x="168" y="1318"/>
                  </a:lnTo>
                  <a:lnTo>
                    <a:pt x="189" y="1402"/>
                  </a:lnTo>
                  <a:lnTo>
                    <a:pt x="419" y="1193"/>
                  </a:lnTo>
                  <a:lnTo>
                    <a:pt x="712" y="1025"/>
                  </a:lnTo>
                  <a:lnTo>
                    <a:pt x="796" y="879"/>
                  </a:lnTo>
                  <a:lnTo>
                    <a:pt x="900" y="816"/>
                  </a:lnTo>
                  <a:lnTo>
                    <a:pt x="1110" y="837"/>
                  </a:lnTo>
                  <a:lnTo>
                    <a:pt x="1152" y="795"/>
                  </a:lnTo>
                  <a:lnTo>
                    <a:pt x="1277" y="795"/>
                  </a:lnTo>
                  <a:lnTo>
                    <a:pt x="1361" y="816"/>
                  </a:lnTo>
                  <a:lnTo>
                    <a:pt x="1486" y="837"/>
                  </a:lnTo>
                  <a:lnTo>
                    <a:pt x="1591" y="733"/>
                  </a:lnTo>
                  <a:lnTo>
                    <a:pt x="1591" y="670"/>
                  </a:lnTo>
                  <a:lnTo>
                    <a:pt x="1486" y="607"/>
                  </a:lnTo>
                  <a:lnTo>
                    <a:pt x="1361" y="481"/>
                  </a:lnTo>
                  <a:lnTo>
                    <a:pt x="1235" y="461"/>
                  </a:lnTo>
                  <a:lnTo>
                    <a:pt x="1047" y="293"/>
                  </a:lnTo>
                  <a:lnTo>
                    <a:pt x="1026" y="84"/>
                  </a:lnTo>
                  <a:lnTo>
                    <a:pt x="921" y="63"/>
                  </a:lnTo>
                  <a:lnTo>
                    <a:pt x="817" y="147"/>
                  </a:lnTo>
                  <a:lnTo>
                    <a:pt x="64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60"/>
            <p:cNvSpPr/>
            <p:nvPr/>
          </p:nvSpPr>
          <p:spPr>
            <a:xfrm>
              <a:off x="4004703" y="2885735"/>
              <a:ext cx="66539" cy="61161"/>
            </a:xfrm>
            <a:custGeom>
              <a:rect b="b" l="l" r="r" t="t"/>
              <a:pathLst>
                <a:path extrusionOk="0" h="5378" w="5588">
                  <a:moveTo>
                    <a:pt x="2031" y="0"/>
                  </a:moveTo>
                  <a:lnTo>
                    <a:pt x="1989" y="42"/>
                  </a:lnTo>
                  <a:lnTo>
                    <a:pt x="1842" y="42"/>
                  </a:lnTo>
                  <a:lnTo>
                    <a:pt x="1696" y="168"/>
                  </a:lnTo>
                  <a:lnTo>
                    <a:pt x="1717" y="189"/>
                  </a:lnTo>
                  <a:lnTo>
                    <a:pt x="1633" y="314"/>
                  </a:lnTo>
                  <a:lnTo>
                    <a:pt x="1591" y="314"/>
                  </a:lnTo>
                  <a:lnTo>
                    <a:pt x="1466" y="419"/>
                  </a:lnTo>
                  <a:lnTo>
                    <a:pt x="1215" y="482"/>
                  </a:lnTo>
                  <a:lnTo>
                    <a:pt x="1110" y="670"/>
                  </a:lnTo>
                  <a:lnTo>
                    <a:pt x="1110" y="837"/>
                  </a:lnTo>
                  <a:lnTo>
                    <a:pt x="1215" y="1047"/>
                  </a:lnTo>
                  <a:lnTo>
                    <a:pt x="1215" y="1235"/>
                  </a:lnTo>
                  <a:lnTo>
                    <a:pt x="1110" y="1444"/>
                  </a:lnTo>
                  <a:lnTo>
                    <a:pt x="1173" y="1549"/>
                  </a:lnTo>
                  <a:lnTo>
                    <a:pt x="1152" y="1716"/>
                  </a:lnTo>
                  <a:lnTo>
                    <a:pt x="1068" y="1842"/>
                  </a:lnTo>
                  <a:lnTo>
                    <a:pt x="1005" y="1925"/>
                  </a:lnTo>
                  <a:lnTo>
                    <a:pt x="1" y="2658"/>
                  </a:lnTo>
                  <a:lnTo>
                    <a:pt x="273" y="3411"/>
                  </a:lnTo>
                  <a:lnTo>
                    <a:pt x="775" y="3453"/>
                  </a:lnTo>
                  <a:lnTo>
                    <a:pt x="3474" y="5336"/>
                  </a:lnTo>
                  <a:lnTo>
                    <a:pt x="4562" y="5378"/>
                  </a:lnTo>
                  <a:lnTo>
                    <a:pt x="4709" y="5106"/>
                  </a:lnTo>
                  <a:lnTo>
                    <a:pt x="4834" y="4855"/>
                  </a:lnTo>
                  <a:lnTo>
                    <a:pt x="5085" y="4708"/>
                  </a:lnTo>
                  <a:lnTo>
                    <a:pt x="5274" y="4792"/>
                  </a:lnTo>
                  <a:lnTo>
                    <a:pt x="5399" y="4750"/>
                  </a:lnTo>
                  <a:lnTo>
                    <a:pt x="5462" y="4771"/>
                  </a:lnTo>
                  <a:lnTo>
                    <a:pt x="5546" y="4645"/>
                  </a:lnTo>
                  <a:lnTo>
                    <a:pt x="5588" y="4604"/>
                  </a:lnTo>
                  <a:lnTo>
                    <a:pt x="5546" y="4583"/>
                  </a:lnTo>
                  <a:lnTo>
                    <a:pt x="5441" y="4541"/>
                  </a:lnTo>
                  <a:lnTo>
                    <a:pt x="5337" y="4457"/>
                  </a:lnTo>
                  <a:lnTo>
                    <a:pt x="5274" y="4122"/>
                  </a:lnTo>
                  <a:lnTo>
                    <a:pt x="5085" y="4122"/>
                  </a:lnTo>
                  <a:lnTo>
                    <a:pt x="5064" y="3955"/>
                  </a:lnTo>
                  <a:lnTo>
                    <a:pt x="5064" y="3767"/>
                  </a:lnTo>
                  <a:lnTo>
                    <a:pt x="5190" y="3662"/>
                  </a:lnTo>
                  <a:lnTo>
                    <a:pt x="5064" y="3411"/>
                  </a:lnTo>
                  <a:lnTo>
                    <a:pt x="4960" y="3348"/>
                  </a:lnTo>
                  <a:lnTo>
                    <a:pt x="4855" y="3139"/>
                  </a:lnTo>
                  <a:lnTo>
                    <a:pt x="4772" y="3097"/>
                  </a:lnTo>
                  <a:lnTo>
                    <a:pt x="4730" y="3118"/>
                  </a:lnTo>
                  <a:lnTo>
                    <a:pt x="4290" y="2825"/>
                  </a:lnTo>
                  <a:lnTo>
                    <a:pt x="4186" y="2867"/>
                  </a:lnTo>
                  <a:lnTo>
                    <a:pt x="4123" y="2888"/>
                  </a:lnTo>
                  <a:lnTo>
                    <a:pt x="4018" y="2804"/>
                  </a:lnTo>
                  <a:lnTo>
                    <a:pt x="4018" y="2720"/>
                  </a:lnTo>
                  <a:lnTo>
                    <a:pt x="3997" y="2699"/>
                  </a:lnTo>
                  <a:lnTo>
                    <a:pt x="4039" y="2574"/>
                  </a:lnTo>
                  <a:lnTo>
                    <a:pt x="3914" y="2469"/>
                  </a:lnTo>
                  <a:lnTo>
                    <a:pt x="3893" y="2386"/>
                  </a:lnTo>
                  <a:lnTo>
                    <a:pt x="3788" y="2365"/>
                  </a:lnTo>
                  <a:lnTo>
                    <a:pt x="3704" y="2281"/>
                  </a:lnTo>
                  <a:lnTo>
                    <a:pt x="3621" y="2260"/>
                  </a:lnTo>
                  <a:lnTo>
                    <a:pt x="3621" y="2176"/>
                  </a:lnTo>
                  <a:lnTo>
                    <a:pt x="3684" y="2135"/>
                  </a:lnTo>
                  <a:lnTo>
                    <a:pt x="3663" y="2072"/>
                  </a:lnTo>
                  <a:lnTo>
                    <a:pt x="3684" y="1988"/>
                  </a:lnTo>
                  <a:lnTo>
                    <a:pt x="3684" y="1779"/>
                  </a:lnTo>
                  <a:lnTo>
                    <a:pt x="3725" y="1737"/>
                  </a:lnTo>
                  <a:lnTo>
                    <a:pt x="3767" y="1549"/>
                  </a:lnTo>
                  <a:lnTo>
                    <a:pt x="3830" y="1549"/>
                  </a:lnTo>
                  <a:lnTo>
                    <a:pt x="3914" y="1528"/>
                  </a:lnTo>
                  <a:lnTo>
                    <a:pt x="3914" y="1319"/>
                  </a:lnTo>
                  <a:lnTo>
                    <a:pt x="3872" y="1298"/>
                  </a:lnTo>
                  <a:lnTo>
                    <a:pt x="3830" y="1130"/>
                  </a:lnTo>
                  <a:lnTo>
                    <a:pt x="3914" y="1130"/>
                  </a:lnTo>
                  <a:lnTo>
                    <a:pt x="4018" y="1088"/>
                  </a:lnTo>
                  <a:lnTo>
                    <a:pt x="4081" y="1047"/>
                  </a:lnTo>
                  <a:lnTo>
                    <a:pt x="4018" y="1026"/>
                  </a:lnTo>
                  <a:lnTo>
                    <a:pt x="3935" y="984"/>
                  </a:lnTo>
                  <a:lnTo>
                    <a:pt x="3809" y="1005"/>
                  </a:lnTo>
                  <a:lnTo>
                    <a:pt x="3725" y="984"/>
                  </a:lnTo>
                  <a:lnTo>
                    <a:pt x="3516" y="879"/>
                  </a:lnTo>
                  <a:lnTo>
                    <a:pt x="3453" y="837"/>
                  </a:lnTo>
                  <a:lnTo>
                    <a:pt x="3349" y="795"/>
                  </a:lnTo>
                  <a:lnTo>
                    <a:pt x="3286" y="670"/>
                  </a:lnTo>
                  <a:lnTo>
                    <a:pt x="3244" y="565"/>
                  </a:lnTo>
                  <a:lnTo>
                    <a:pt x="3140" y="565"/>
                  </a:lnTo>
                  <a:lnTo>
                    <a:pt x="3077" y="419"/>
                  </a:lnTo>
                  <a:lnTo>
                    <a:pt x="3098" y="314"/>
                  </a:lnTo>
                  <a:lnTo>
                    <a:pt x="3035" y="189"/>
                  </a:lnTo>
                  <a:lnTo>
                    <a:pt x="2930" y="168"/>
                  </a:lnTo>
                  <a:lnTo>
                    <a:pt x="2784" y="210"/>
                  </a:lnTo>
                  <a:lnTo>
                    <a:pt x="2679" y="168"/>
                  </a:lnTo>
                  <a:lnTo>
                    <a:pt x="2679" y="63"/>
                  </a:lnTo>
                  <a:lnTo>
                    <a:pt x="2616" y="0"/>
                  </a:lnTo>
                  <a:lnTo>
                    <a:pt x="2470" y="63"/>
                  </a:lnTo>
                  <a:lnTo>
                    <a:pt x="226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60"/>
            <p:cNvSpPr/>
            <p:nvPr/>
          </p:nvSpPr>
          <p:spPr>
            <a:xfrm>
              <a:off x="4059025" y="2939277"/>
              <a:ext cx="11967" cy="11668"/>
            </a:xfrm>
            <a:custGeom>
              <a:rect b="b" l="l" r="r" t="t"/>
              <a:pathLst>
                <a:path extrusionOk="0" h="1026" w="1005">
                  <a:moveTo>
                    <a:pt x="523" y="0"/>
                  </a:moveTo>
                  <a:lnTo>
                    <a:pt x="272" y="147"/>
                  </a:lnTo>
                  <a:lnTo>
                    <a:pt x="147" y="398"/>
                  </a:lnTo>
                  <a:lnTo>
                    <a:pt x="0" y="670"/>
                  </a:lnTo>
                  <a:lnTo>
                    <a:pt x="84" y="670"/>
                  </a:lnTo>
                  <a:lnTo>
                    <a:pt x="607" y="816"/>
                  </a:lnTo>
                  <a:lnTo>
                    <a:pt x="628" y="1025"/>
                  </a:lnTo>
                  <a:lnTo>
                    <a:pt x="1005" y="879"/>
                  </a:lnTo>
                  <a:lnTo>
                    <a:pt x="942" y="795"/>
                  </a:lnTo>
                  <a:lnTo>
                    <a:pt x="942" y="774"/>
                  </a:lnTo>
                  <a:lnTo>
                    <a:pt x="984" y="774"/>
                  </a:lnTo>
                  <a:lnTo>
                    <a:pt x="921" y="691"/>
                  </a:lnTo>
                  <a:lnTo>
                    <a:pt x="921" y="607"/>
                  </a:lnTo>
                  <a:lnTo>
                    <a:pt x="879" y="502"/>
                  </a:lnTo>
                  <a:lnTo>
                    <a:pt x="837" y="565"/>
                  </a:lnTo>
                  <a:lnTo>
                    <a:pt x="607" y="419"/>
                  </a:lnTo>
                  <a:lnTo>
                    <a:pt x="942" y="356"/>
                  </a:lnTo>
                  <a:lnTo>
                    <a:pt x="900" y="84"/>
                  </a:lnTo>
                  <a:lnTo>
                    <a:pt x="900" y="63"/>
                  </a:lnTo>
                  <a:lnTo>
                    <a:pt x="837" y="42"/>
                  </a:lnTo>
                  <a:lnTo>
                    <a:pt x="712" y="84"/>
                  </a:lnTo>
                  <a:lnTo>
                    <a:pt x="52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60"/>
            <p:cNvSpPr/>
            <p:nvPr/>
          </p:nvSpPr>
          <p:spPr>
            <a:xfrm>
              <a:off x="3959359" y="2899768"/>
              <a:ext cx="15468" cy="8347"/>
            </a:xfrm>
            <a:custGeom>
              <a:rect b="b" l="l" r="r" t="t"/>
              <a:pathLst>
                <a:path extrusionOk="0" h="734" w="1299">
                  <a:moveTo>
                    <a:pt x="1194" y="1"/>
                  </a:moveTo>
                  <a:lnTo>
                    <a:pt x="1005" y="105"/>
                  </a:lnTo>
                  <a:lnTo>
                    <a:pt x="775" y="210"/>
                  </a:lnTo>
                  <a:lnTo>
                    <a:pt x="608" y="210"/>
                  </a:lnTo>
                  <a:lnTo>
                    <a:pt x="482" y="168"/>
                  </a:lnTo>
                  <a:lnTo>
                    <a:pt x="378" y="168"/>
                  </a:lnTo>
                  <a:lnTo>
                    <a:pt x="378" y="231"/>
                  </a:lnTo>
                  <a:lnTo>
                    <a:pt x="357" y="315"/>
                  </a:lnTo>
                  <a:lnTo>
                    <a:pt x="273" y="336"/>
                  </a:lnTo>
                  <a:lnTo>
                    <a:pt x="147" y="294"/>
                  </a:lnTo>
                  <a:lnTo>
                    <a:pt x="85" y="377"/>
                  </a:lnTo>
                  <a:lnTo>
                    <a:pt x="1" y="398"/>
                  </a:lnTo>
                  <a:lnTo>
                    <a:pt x="1" y="524"/>
                  </a:lnTo>
                  <a:lnTo>
                    <a:pt x="85" y="629"/>
                  </a:lnTo>
                  <a:lnTo>
                    <a:pt x="210" y="712"/>
                  </a:lnTo>
                  <a:lnTo>
                    <a:pt x="378" y="691"/>
                  </a:lnTo>
                  <a:lnTo>
                    <a:pt x="461" y="733"/>
                  </a:lnTo>
                  <a:lnTo>
                    <a:pt x="503" y="691"/>
                  </a:lnTo>
                  <a:lnTo>
                    <a:pt x="629" y="649"/>
                  </a:lnTo>
                  <a:lnTo>
                    <a:pt x="775" y="545"/>
                  </a:lnTo>
                  <a:lnTo>
                    <a:pt x="838" y="503"/>
                  </a:lnTo>
                  <a:lnTo>
                    <a:pt x="1005" y="524"/>
                  </a:lnTo>
                  <a:lnTo>
                    <a:pt x="1005" y="419"/>
                  </a:lnTo>
                  <a:lnTo>
                    <a:pt x="984" y="315"/>
                  </a:lnTo>
                  <a:lnTo>
                    <a:pt x="1110" y="168"/>
                  </a:lnTo>
                  <a:lnTo>
                    <a:pt x="1235" y="85"/>
                  </a:lnTo>
                  <a:lnTo>
                    <a:pt x="1298" y="22"/>
                  </a:lnTo>
                  <a:lnTo>
                    <a:pt x="125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60"/>
            <p:cNvSpPr/>
            <p:nvPr/>
          </p:nvSpPr>
          <p:spPr>
            <a:xfrm>
              <a:off x="3982281" y="2887395"/>
              <a:ext cx="42867" cy="36426"/>
            </a:xfrm>
            <a:custGeom>
              <a:rect b="b" l="l" r="r" t="t"/>
              <a:pathLst>
                <a:path extrusionOk="0" h="3203" w="3600">
                  <a:moveTo>
                    <a:pt x="3370" y="1"/>
                  </a:moveTo>
                  <a:lnTo>
                    <a:pt x="3139" y="64"/>
                  </a:lnTo>
                  <a:lnTo>
                    <a:pt x="2846" y="43"/>
                  </a:lnTo>
                  <a:lnTo>
                    <a:pt x="2721" y="64"/>
                  </a:lnTo>
                  <a:lnTo>
                    <a:pt x="2574" y="64"/>
                  </a:lnTo>
                  <a:lnTo>
                    <a:pt x="2365" y="147"/>
                  </a:lnTo>
                  <a:lnTo>
                    <a:pt x="2302" y="231"/>
                  </a:lnTo>
                  <a:lnTo>
                    <a:pt x="2135" y="273"/>
                  </a:lnTo>
                  <a:lnTo>
                    <a:pt x="2114" y="336"/>
                  </a:lnTo>
                  <a:lnTo>
                    <a:pt x="1842" y="336"/>
                  </a:lnTo>
                  <a:lnTo>
                    <a:pt x="1675" y="273"/>
                  </a:lnTo>
                  <a:lnTo>
                    <a:pt x="1612" y="231"/>
                  </a:lnTo>
                  <a:lnTo>
                    <a:pt x="1507" y="210"/>
                  </a:lnTo>
                  <a:lnTo>
                    <a:pt x="1194" y="231"/>
                  </a:lnTo>
                  <a:lnTo>
                    <a:pt x="1110" y="273"/>
                  </a:lnTo>
                  <a:lnTo>
                    <a:pt x="1068" y="273"/>
                  </a:lnTo>
                  <a:lnTo>
                    <a:pt x="775" y="419"/>
                  </a:lnTo>
                  <a:lnTo>
                    <a:pt x="670" y="377"/>
                  </a:lnTo>
                  <a:lnTo>
                    <a:pt x="524" y="336"/>
                  </a:lnTo>
                  <a:lnTo>
                    <a:pt x="461" y="419"/>
                  </a:lnTo>
                  <a:lnTo>
                    <a:pt x="461" y="649"/>
                  </a:lnTo>
                  <a:lnTo>
                    <a:pt x="377" y="670"/>
                  </a:lnTo>
                  <a:lnTo>
                    <a:pt x="419" y="796"/>
                  </a:lnTo>
                  <a:lnTo>
                    <a:pt x="315" y="859"/>
                  </a:lnTo>
                  <a:lnTo>
                    <a:pt x="168" y="880"/>
                  </a:lnTo>
                  <a:lnTo>
                    <a:pt x="64" y="859"/>
                  </a:lnTo>
                  <a:lnTo>
                    <a:pt x="1" y="901"/>
                  </a:lnTo>
                  <a:lnTo>
                    <a:pt x="22" y="1068"/>
                  </a:lnTo>
                  <a:lnTo>
                    <a:pt x="105" y="1277"/>
                  </a:lnTo>
                  <a:lnTo>
                    <a:pt x="147" y="1403"/>
                  </a:lnTo>
                  <a:lnTo>
                    <a:pt x="126" y="1528"/>
                  </a:lnTo>
                  <a:lnTo>
                    <a:pt x="105" y="1779"/>
                  </a:lnTo>
                  <a:lnTo>
                    <a:pt x="336" y="1779"/>
                  </a:lnTo>
                  <a:lnTo>
                    <a:pt x="377" y="1905"/>
                  </a:lnTo>
                  <a:lnTo>
                    <a:pt x="482" y="1947"/>
                  </a:lnTo>
                  <a:lnTo>
                    <a:pt x="482" y="2114"/>
                  </a:lnTo>
                  <a:lnTo>
                    <a:pt x="545" y="2198"/>
                  </a:lnTo>
                  <a:lnTo>
                    <a:pt x="461" y="2219"/>
                  </a:lnTo>
                  <a:lnTo>
                    <a:pt x="419" y="2219"/>
                  </a:lnTo>
                  <a:lnTo>
                    <a:pt x="315" y="2302"/>
                  </a:lnTo>
                  <a:lnTo>
                    <a:pt x="252" y="2449"/>
                  </a:lnTo>
                  <a:lnTo>
                    <a:pt x="168" y="2574"/>
                  </a:lnTo>
                  <a:lnTo>
                    <a:pt x="147" y="2574"/>
                  </a:lnTo>
                  <a:lnTo>
                    <a:pt x="168" y="2616"/>
                  </a:lnTo>
                  <a:lnTo>
                    <a:pt x="252" y="2679"/>
                  </a:lnTo>
                  <a:lnTo>
                    <a:pt x="273" y="2888"/>
                  </a:lnTo>
                  <a:lnTo>
                    <a:pt x="252" y="2993"/>
                  </a:lnTo>
                  <a:lnTo>
                    <a:pt x="315" y="2993"/>
                  </a:lnTo>
                  <a:lnTo>
                    <a:pt x="482" y="3077"/>
                  </a:lnTo>
                  <a:lnTo>
                    <a:pt x="629" y="3181"/>
                  </a:lnTo>
                  <a:lnTo>
                    <a:pt x="649" y="3181"/>
                  </a:lnTo>
                  <a:lnTo>
                    <a:pt x="733" y="3202"/>
                  </a:lnTo>
                  <a:lnTo>
                    <a:pt x="1884" y="2512"/>
                  </a:lnTo>
                  <a:lnTo>
                    <a:pt x="2888" y="1779"/>
                  </a:lnTo>
                  <a:lnTo>
                    <a:pt x="2951" y="1696"/>
                  </a:lnTo>
                  <a:lnTo>
                    <a:pt x="3035" y="1570"/>
                  </a:lnTo>
                  <a:lnTo>
                    <a:pt x="3056" y="1403"/>
                  </a:lnTo>
                  <a:lnTo>
                    <a:pt x="2993" y="1298"/>
                  </a:lnTo>
                  <a:lnTo>
                    <a:pt x="3098" y="1089"/>
                  </a:lnTo>
                  <a:lnTo>
                    <a:pt x="3098" y="901"/>
                  </a:lnTo>
                  <a:lnTo>
                    <a:pt x="2993" y="691"/>
                  </a:lnTo>
                  <a:lnTo>
                    <a:pt x="2993" y="524"/>
                  </a:lnTo>
                  <a:lnTo>
                    <a:pt x="3098" y="336"/>
                  </a:lnTo>
                  <a:lnTo>
                    <a:pt x="3349" y="273"/>
                  </a:lnTo>
                  <a:lnTo>
                    <a:pt x="3474" y="168"/>
                  </a:lnTo>
                  <a:lnTo>
                    <a:pt x="3516" y="168"/>
                  </a:lnTo>
                  <a:lnTo>
                    <a:pt x="3600" y="43"/>
                  </a:lnTo>
                  <a:lnTo>
                    <a:pt x="3579" y="22"/>
                  </a:lnTo>
                  <a:lnTo>
                    <a:pt x="351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60"/>
            <p:cNvSpPr/>
            <p:nvPr/>
          </p:nvSpPr>
          <p:spPr>
            <a:xfrm>
              <a:off x="3973565" y="2916668"/>
              <a:ext cx="10479" cy="29045"/>
            </a:xfrm>
            <a:custGeom>
              <a:rect b="b" l="l" r="r" t="t"/>
              <a:pathLst>
                <a:path extrusionOk="0" h="2554" w="880">
                  <a:moveTo>
                    <a:pt x="837" y="0"/>
                  </a:moveTo>
                  <a:lnTo>
                    <a:pt x="754" y="105"/>
                  </a:lnTo>
                  <a:lnTo>
                    <a:pt x="565" y="147"/>
                  </a:lnTo>
                  <a:lnTo>
                    <a:pt x="524" y="105"/>
                  </a:lnTo>
                  <a:lnTo>
                    <a:pt x="377" y="252"/>
                  </a:lnTo>
                  <a:lnTo>
                    <a:pt x="335" y="670"/>
                  </a:lnTo>
                  <a:lnTo>
                    <a:pt x="168" y="1005"/>
                  </a:lnTo>
                  <a:lnTo>
                    <a:pt x="1" y="1235"/>
                  </a:lnTo>
                  <a:lnTo>
                    <a:pt x="63" y="1256"/>
                  </a:lnTo>
                  <a:lnTo>
                    <a:pt x="168" y="1444"/>
                  </a:lnTo>
                  <a:lnTo>
                    <a:pt x="231" y="1653"/>
                  </a:lnTo>
                  <a:lnTo>
                    <a:pt x="377" y="1884"/>
                  </a:lnTo>
                  <a:lnTo>
                    <a:pt x="524" y="2197"/>
                  </a:lnTo>
                  <a:lnTo>
                    <a:pt x="461" y="2344"/>
                  </a:lnTo>
                  <a:lnTo>
                    <a:pt x="545" y="2553"/>
                  </a:lnTo>
                  <a:lnTo>
                    <a:pt x="628" y="2448"/>
                  </a:lnTo>
                  <a:lnTo>
                    <a:pt x="628" y="2407"/>
                  </a:lnTo>
                  <a:lnTo>
                    <a:pt x="628" y="2344"/>
                  </a:lnTo>
                  <a:lnTo>
                    <a:pt x="670" y="2281"/>
                  </a:lnTo>
                  <a:lnTo>
                    <a:pt x="670" y="2156"/>
                  </a:lnTo>
                  <a:lnTo>
                    <a:pt x="733" y="1988"/>
                  </a:lnTo>
                  <a:lnTo>
                    <a:pt x="691" y="1842"/>
                  </a:lnTo>
                  <a:lnTo>
                    <a:pt x="754" y="1821"/>
                  </a:lnTo>
                  <a:lnTo>
                    <a:pt x="754" y="1674"/>
                  </a:lnTo>
                  <a:lnTo>
                    <a:pt x="775" y="1549"/>
                  </a:lnTo>
                  <a:lnTo>
                    <a:pt x="775" y="1465"/>
                  </a:lnTo>
                  <a:lnTo>
                    <a:pt x="775" y="1214"/>
                  </a:lnTo>
                  <a:lnTo>
                    <a:pt x="754" y="1235"/>
                  </a:lnTo>
                  <a:lnTo>
                    <a:pt x="670" y="1235"/>
                  </a:lnTo>
                  <a:lnTo>
                    <a:pt x="565" y="1298"/>
                  </a:lnTo>
                  <a:lnTo>
                    <a:pt x="524" y="1235"/>
                  </a:lnTo>
                  <a:lnTo>
                    <a:pt x="545" y="1047"/>
                  </a:lnTo>
                  <a:lnTo>
                    <a:pt x="545" y="796"/>
                  </a:lnTo>
                  <a:lnTo>
                    <a:pt x="524" y="712"/>
                  </a:lnTo>
                  <a:lnTo>
                    <a:pt x="545" y="565"/>
                  </a:lnTo>
                  <a:lnTo>
                    <a:pt x="670" y="565"/>
                  </a:lnTo>
                  <a:lnTo>
                    <a:pt x="691" y="670"/>
                  </a:lnTo>
                  <a:lnTo>
                    <a:pt x="754" y="670"/>
                  </a:lnTo>
                  <a:lnTo>
                    <a:pt x="837" y="607"/>
                  </a:lnTo>
                  <a:lnTo>
                    <a:pt x="837" y="524"/>
                  </a:lnTo>
                  <a:lnTo>
                    <a:pt x="796" y="482"/>
                  </a:lnTo>
                  <a:lnTo>
                    <a:pt x="775" y="377"/>
                  </a:lnTo>
                  <a:lnTo>
                    <a:pt x="837" y="210"/>
                  </a:lnTo>
                  <a:lnTo>
                    <a:pt x="858" y="63"/>
                  </a:lnTo>
                  <a:lnTo>
                    <a:pt x="87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60"/>
            <p:cNvSpPr/>
            <p:nvPr/>
          </p:nvSpPr>
          <p:spPr>
            <a:xfrm>
              <a:off x="3982781" y="2916668"/>
              <a:ext cx="2751" cy="5959"/>
            </a:xfrm>
            <a:custGeom>
              <a:rect b="b" l="l" r="r" t="t"/>
              <a:pathLst>
                <a:path extrusionOk="0" h="524" w="231">
                  <a:moveTo>
                    <a:pt x="105" y="0"/>
                  </a:moveTo>
                  <a:lnTo>
                    <a:pt x="84" y="63"/>
                  </a:lnTo>
                  <a:lnTo>
                    <a:pt x="63" y="210"/>
                  </a:lnTo>
                  <a:lnTo>
                    <a:pt x="1" y="377"/>
                  </a:lnTo>
                  <a:lnTo>
                    <a:pt x="22" y="482"/>
                  </a:lnTo>
                  <a:lnTo>
                    <a:pt x="63" y="524"/>
                  </a:lnTo>
                  <a:lnTo>
                    <a:pt x="84" y="524"/>
                  </a:lnTo>
                  <a:lnTo>
                    <a:pt x="126" y="482"/>
                  </a:lnTo>
                  <a:lnTo>
                    <a:pt x="210" y="419"/>
                  </a:lnTo>
                  <a:lnTo>
                    <a:pt x="231" y="314"/>
                  </a:lnTo>
                  <a:lnTo>
                    <a:pt x="210" y="105"/>
                  </a:lnTo>
                  <a:lnTo>
                    <a:pt x="126" y="42"/>
                  </a:lnTo>
                  <a:lnTo>
                    <a:pt x="10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60"/>
            <p:cNvSpPr/>
            <p:nvPr/>
          </p:nvSpPr>
          <p:spPr>
            <a:xfrm>
              <a:off x="3979792" y="2923093"/>
              <a:ext cx="3751" cy="8336"/>
            </a:xfrm>
            <a:custGeom>
              <a:rect b="b" l="l" r="r" t="t"/>
              <a:pathLst>
                <a:path extrusionOk="0" h="733" w="315">
                  <a:moveTo>
                    <a:pt x="22" y="0"/>
                  </a:moveTo>
                  <a:lnTo>
                    <a:pt x="1" y="147"/>
                  </a:lnTo>
                  <a:lnTo>
                    <a:pt x="22" y="231"/>
                  </a:lnTo>
                  <a:lnTo>
                    <a:pt x="22" y="482"/>
                  </a:lnTo>
                  <a:lnTo>
                    <a:pt x="1" y="670"/>
                  </a:lnTo>
                  <a:lnTo>
                    <a:pt x="42" y="733"/>
                  </a:lnTo>
                  <a:lnTo>
                    <a:pt x="147" y="670"/>
                  </a:lnTo>
                  <a:lnTo>
                    <a:pt x="231" y="670"/>
                  </a:lnTo>
                  <a:lnTo>
                    <a:pt x="252" y="649"/>
                  </a:lnTo>
                  <a:lnTo>
                    <a:pt x="273" y="440"/>
                  </a:lnTo>
                  <a:lnTo>
                    <a:pt x="273" y="356"/>
                  </a:lnTo>
                  <a:lnTo>
                    <a:pt x="314" y="210"/>
                  </a:lnTo>
                  <a:lnTo>
                    <a:pt x="314" y="147"/>
                  </a:lnTo>
                  <a:lnTo>
                    <a:pt x="314" y="63"/>
                  </a:lnTo>
                  <a:lnTo>
                    <a:pt x="314" y="42"/>
                  </a:lnTo>
                  <a:lnTo>
                    <a:pt x="231" y="105"/>
                  </a:lnTo>
                  <a:lnTo>
                    <a:pt x="168" y="105"/>
                  </a:lnTo>
                  <a:lnTo>
                    <a:pt x="1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60"/>
            <p:cNvSpPr/>
            <p:nvPr/>
          </p:nvSpPr>
          <p:spPr>
            <a:xfrm>
              <a:off x="3979792" y="2907627"/>
              <a:ext cx="8978" cy="10713"/>
            </a:xfrm>
            <a:custGeom>
              <a:rect b="b" l="l" r="r" t="t"/>
              <a:pathLst>
                <a:path extrusionOk="0" h="942" w="754">
                  <a:moveTo>
                    <a:pt x="314" y="0"/>
                  </a:moveTo>
                  <a:lnTo>
                    <a:pt x="314" y="21"/>
                  </a:lnTo>
                  <a:lnTo>
                    <a:pt x="231" y="21"/>
                  </a:lnTo>
                  <a:lnTo>
                    <a:pt x="210" y="440"/>
                  </a:lnTo>
                  <a:lnTo>
                    <a:pt x="105" y="586"/>
                  </a:lnTo>
                  <a:lnTo>
                    <a:pt x="1" y="733"/>
                  </a:lnTo>
                  <a:lnTo>
                    <a:pt x="1" y="879"/>
                  </a:lnTo>
                  <a:lnTo>
                    <a:pt x="1" y="900"/>
                  </a:lnTo>
                  <a:lnTo>
                    <a:pt x="42" y="942"/>
                  </a:lnTo>
                  <a:lnTo>
                    <a:pt x="231" y="900"/>
                  </a:lnTo>
                  <a:lnTo>
                    <a:pt x="314" y="795"/>
                  </a:lnTo>
                  <a:lnTo>
                    <a:pt x="377" y="795"/>
                  </a:lnTo>
                  <a:lnTo>
                    <a:pt x="461" y="670"/>
                  </a:lnTo>
                  <a:lnTo>
                    <a:pt x="524" y="523"/>
                  </a:lnTo>
                  <a:lnTo>
                    <a:pt x="628" y="440"/>
                  </a:lnTo>
                  <a:lnTo>
                    <a:pt x="670" y="440"/>
                  </a:lnTo>
                  <a:lnTo>
                    <a:pt x="754" y="419"/>
                  </a:lnTo>
                  <a:lnTo>
                    <a:pt x="691" y="335"/>
                  </a:lnTo>
                  <a:lnTo>
                    <a:pt x="691" y="168"/>
                  </a:lnTo>
                  <a:lnTo>
                    <a:pt x="586" y="126"/>
                  </a:lnTo>
                  <a:lnTo>
                    <a:pt x="54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60"/>
            <p:cNvSpPr/>
            <p:nvPr/>
          </p:nvSpPr>
          <p:spPr>
            <a:xfrm>
              <a:off x="3980292" y="2915952"/>
              <a:ext cx="27661" cy="32616"/>
            </a:xfrm>
            <a:custGeom>
              <a:rect b="b" l="l" r="r" t="t"/>
              <a:pathLst>
                <a:path extrusionOk="0" h="2868" w="2323">
                  <a:moveTo>
                    <a:pt x="2051" y="1"/>
                  </a:moveTo>
                  <a:lnTo>
                    <a:pt x="900" y="691"/>
                  </a:lnTo>
                  <a:lnTo>
                    <a:pt x="816" y="670"/>
                  </a:lnTo>
                  <a:lnTo>
                    <a:pt x="796" y="670"/>
                  </a:lnTo>
                  <a:lnTo>
                    <a:pt x="649" y="566"/>
                  </a:lnTo>
                  <a:lnTo>
                    <a:pt x="482" y="482"/>
                  </a:lnTo>
                  <a:lnTo>
                    <a:pt x="419" y="482"/>
                  </a:lnTo>
                  <a:lnTo>
                    <a:pt x="335" y="545"/>
                  </a:lnTo>
                  <a:lnTo>
                    <a:pt x="293" y="587"/>
                  </a:lnTo>
                  <a:lnTo>
                    <a:pt x="272" y="587"/>
                  </a:lnTo>
                  <a:lnTo>
                    <a:pt x="272" y="670"/>
                  </a:lnTo>
                  <a:lnTo>
                    <a:pt x="272" y="691"/>
                  </a:lnTo>
                  <a:lnTo>
                    <a:pt x="272" y="775"/>
                  </a:lnTo>
                  <a:lnTo>
                    <a:pt x="272" y="838"/>
                  </a:lnTo>
                  <a:lnTo>
                    <a:pt x="231" y="984"/>
                  </a:lnTo>
                  <a:lnTo>
                    <a:pt x="231" y="1068"/>
                  </a:lnTo>
                  <a:lnTo>
                    <a:pt x="210" y="1528"/>
                  </a:lnTo>
                  <a:lnTo>
                    <a:pt x="210" y="1612"/>
                  </a:lnTo>
                  <a:lnTo>
                    <a:pt x="189" y="1737"/>
                  </a:lnTo>
                  <a:lnTo>
                    <a:pt x="189" y="1884"/>
                  </a:lnTo>
                  <a:lnTo>
                    <a:pt x="126" y="1905"/>
                  </a:lnTo>
                  <a:lnTo>
                    <a:pt x="168" y="2051"/>
                  </a:lnTo>
                  <a:lnTo>
                    <a:pt x="105" y="2219"/>
                  </a:lnTo>
                  <a:lnTo>
                    <a:pt x="105" y="2344"/>
                  </a:lnTo>
                  <a:lnTo>
                    <a:pt x="63" y="2407"/>
                  </a:lnTo>
                  <a:lnTo>
                    <a:pt x="63" y="2470"/>
                  </a:lnTo>
                  <a:lnTo>
                    <a:pt x="63" y="2553"/>
                  </a:lnTo>
                  <a:lnTo>
                    <a:pt x="0" y="2679"/>
                  </a:lnTo>
                  <a:lnTo>
                    <a:pt x="0" y="2721"/>
                  </a:lnTo>
                  <a:lnTo>
                    <a:pt x="189" y="2721"/>
                  </a:lnTo>
                  <a:lnTo>
                    <a:pt x="754" y="2867"/>
                  </a:lnTo>
                  <a:lnTo>
                    <a:pt x="1172" y="2449"/>
                  </a:lnTo>
                  <a:lnTo>
                    <a:pt x="1633" y="2407"/>
                  </a:lnTo>
                  <a:lnTo>
                    <a:pt x="1653" y="2219"/>
                  </a:lnTo>
                  <a:lnTo>
                    <a:pt x="1884" y="1926"/>
                  </a:lnTo>
                  <a:lnTo>
                    <a:pt x="1235" y="1214"/>
                  </a:lnTo>
                  <a:lnTo>
                    <a:pt x="2093" y="963"/>
                  </a:lnTo>
                  <a:lnTo>
                    <a:pt x="2302" y="754"/>
                  </a:lnTo>
                  <a:lnTo>
                    <a:pt x="2323" y="754"/>
                  </a:lnTo>
                  <a:lnTo>
                    <a:pt x="205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60"/>
            <p:cNvSpPr/>
            <p:nvPr/>
          </p:nvSpPr>
          <p:spPr>
            <a:xfrm>
              <a:off x="3979792" y="2924515"/>
              <a:ext cx="142521" cy="114714"/>
            </a:xfrm>
            <a:custGeom>
              <a:rect b="b" l="l" r="r" t="t"/>
              <a:pathLst>
                <a:path extrusionOk="0" h="10087" w="11969">
                  <a:moveTo>
                    <a:pt x="2344" y="1"/>
                  </a:moveTo>
                  <a:lnTo>
                    <a:pt x="2135" y="210"/>
                  </a:lnTo>
                  <a:lnTo>
                    <a:pt x="1277" y="461"/>
                  </a:lnTo>
                  <a:lnTo>
                    <a:pt x="1926" y="1173"/>
                  </a:lnTo>
                  <a:lnTo>
                    <a:pt x="1695" y="1466"/>
                  </a:lnTo>
                  <a:lnTo>
                    <a:pt x="1675" y="1654"/>
                  </a:lnTo>
                  <a:lnTo>
                    <a:pt x="1214" y="1696"/>
                  </a:lnTo>
                  <a:lnTo>
                    <a:pt x="796" y="2114"/>
                  </a:lnTo>
                  <a:lnTo>
                    <a:pt x="231" y="1968"/>
                  </a:lnTo>
                  <a:lnTo>
                    <a:pt x="42" y="1968"/>
                  </a:lnTo>
                  <a:lnTo>
                    <a:pt x="42" y="2177"/>
                  </a:lnTo>
                  <a:lnTo>
                    <a:pt x="42" y="2407"/>
                  </a:lnTo>
                  <a:lnTo>
                    <a:pt x="1" y="2595"/>
                  </a:lnTo>
                  <a:lnTo>
                    <a:pt x="1" y="2637"/>
                  </a:lnTo>
                  <a:lnTo>
                    <a:pt x="63" y="2616"/>
                  </a:lnTo>
                  <a:lnTo>
                    <a:pt x="105" y="2637"/>
                  </a:lnTo>
                  <a:lnTo>
                    <a:pt x="168" y="2595"/>
                  </a:lnTo>
                  <a:lnTo>
                    <a:pt x="314" y="2658"/>
                  </a:lnTo>
                  <a:lnTo>
                    <a:pt x="273" y="2700"/>
                  </a:lnTo>
                  <a:lnTo>
                    <a:pt x="524" y="2972"/>
                  </a:lnTo>
                  <a:lnTo>
                    <a:pt x="545" y="3119"/>
                  </a:lnTo>
                  <a:lnTo>
                    <a:pt x="628" y="3139"/>
                  </a:lnTo>
                  <a:lnTo>
                    <a:pt x="628" y="3244"/>
                  </a:lnTo>
                  <a:lnTo>
                    <a:pt x="754" y="3349"/>
                  </a:lnTo>
                  <a:lnTo>
                    <a:pt x="838" y="3370"/>
                  </a:lnTo>
                  <a:lnTo>
                    <a:pt x="984" y="3663"/>
                  </a:lnTo>
                  <a:lnTo>
                    <a:pt x="984" y="3746"/>
                  </a:lnTo>
                  <a:lnTo>
                    <a:pt x="1047" y="3851"/>
                  </a:lnTo>
                  <a:lnTo>
                    <a:pt x="1110" y="3851"/>
                  </a:lnTo>
                  <a:lnTo>
                    <a:pt x="1151" y="3997"/>
                  </a:lnTo>
                  <a:lnTo>
                    <a:pt x="1193" y="4081"/>
                  </a:lnTo>
                  <a:lnTo>
                    <a:pt x="1319" y="4123"/>
                  </a:lnTo>
                  <a:lnTo>
                    <a:pt x="1423" y="4416"/>
                  </a:lnTo>
                  <a:lnTo>
                    <a:pt x="1528" y="4479"/>
                  </a:lnTo>
                  <a:lnTo>
                    <a:pt x="1570" y="4625"/>
                  </a:lnTo>
                  <a:lnTo>
                    <a:pt x="1528" y="4709"/>
                  </a:lnTo>
                  <a:lnTo>
                    <a:pt x="1528" y="4792"/>
                  </a:lnTo>
                  <a:lnTo>
                    <a:pt x="1633" y="4897"/>
                  </a:lnTo>
                  <a:lnTo>
                    <a:pt x="1633" y="4960"/>
                  </a:lnTo>
                  <a:lnTo>
                    <a:pt x="1716" y="5023"/>
                  </a:lnTo>
                  <a:lnTo>
                    <a:pt x="1821" y="4939"/>
                  </a:lnTo>
                  <a:lnTo>
                    <a:pt x="1926" y="5043"/>
                  </a:lnTo>
                  <a:lnTo>
                    <a:pt x="2114" y="5127"/>
                  </a:lnTo>
                  <a:lnTo>
                    <a:pt x="2260" y="5274"/>
                  </a:lnTo>
                  <a:lnTo>
                    <a:pt x="2323" y="5378"/>
                  </a:lnTo>
                  <a:lnTo>
                    <a:pt x="2344" y="5420"/>
                  </a:lnTo>
                  <a:lnTo>
                    <a:pt x="2365" y="5546"/>
                  </a:lnTo>
                  <a:lnTo>
                    <a:pt x="2428" y="5588"/>
                  </a:lnTo>
                  <a:lnTo>
                    <a:pt x="2470" y="5797"/>
                  </a:lnTo>
                  <a:lnTo>
                    <a:pt x="2574" y="5880"/>
                  </a:lnTo>
                  <a:lnTo>
                    <a:pt x="2637" y="6090"/>
                  </a:lnTo>
                  <a:lnTo>
                    <a:pt x="2658" y="6173"/>
                  </a:lnTo>
                  <a:lnTo>
                    <a:pt x="2616" y="6362"/>
                  </a:lnTo>
                  <a:lnTo>
                    <a:pt x="2574" y="6383"/>
                  </a:lnTo>
                  <a:lnTo>
                    <a:pt x="2616" y="6487"/>
                  </a:lnTo>
                  <a:lnTo>
                    <a:pt x="2658" y="6696"/>
                  </a:lnTo>
                  <a:lnTo>
                    <a:pt x="2679" y="6906"/>
                  </a:lnTo>
                  <a:lnTo>
                    <a:pt x="2783" y="7010"/>
                  </a:lnTo>
                  <a:lnTo>
                    <a:pt x="2825" y="7094"/>
                  </a:lnTo>
                  <a:lnTo>
                    <a:pt x="3097" y="7408"/>
                  </a:lnTo>
                  <a:lnTo>
                    <a:pt x="3202" y="7429"/>
                  </a:lnTo>
                  <a:lnTo>
                    <a:pt x="3307" y="7450"/>
                  </a:lnTo>
                  <a:lnTo>
                    <a:pt x="3390" y="7554"/>
                  </a:lnTo>
                  <a:lnTo>
                    <a:pt x="3474" y="7554"/>
                  </a:lnTo>
                  <a:lnTo>
                    <a:pt x="3620" y="7680"/>
                  </a:lnTo>
                  <a:lnTo>
                    <a:pt x="3620" y="7784"/>
                  </a:lnTo>
                  <a:lnTo>
                    <a:pt x="3788" y="7826"/>
                  </a:lnTo>
                  <a:lnTo>
                    <a:pt x="3767" y="7889"/>
                  </a:lnTo>
                  <a:lnTo>
                    <a:pt x="3830" y="7931"/>
                  </a:lnTo>
                  <a:lnTo>
                    <a:pt x="3976" y="8412"/>
                  </a:lnTo>
                  <a:lnTo>
                    <a:pt x="4102" y="8496"/>
                  </a:lnTo>
                  <a:lnTo>
                    <a:pt x="4102" y="8663"/>
                  </a:lnTo>
                  <a:lnTo>
                    <a:pt x="4541" y="9082"/>
                  </a:lnTo>
                  <a:lnTo>
                    <a:pt x="4604" y="9082"/>
                  </a:lnTo>
                  <a:lnTo>
                    <a:pt x="4646" y="9333"/>
                  </a:lnTo>
                  <a:lnTo>
                    <a:pt x="4834" y="9396"/>
                  </a:lnTo>
                  <a:lnTo>
                    <a:pt x="4939" y="9668"/>
                  </a:lnTo>
                  <a:lnTo>
                    <a:pt x="5043" y="9709"/>
                  </a:lnTo>
                  <a:lnTo>
                    <a:pt x="5127" y="9730"/>
                  </a:lnTo>
                  <a:lnTo>
                    <a:pt x="5169" y="9626"/>
                  </a:lnTo>
                  <a:lnTo>
                    <a:pt x="5336" y="9521"/>
                  </a:lnTo>
                  <a:lnTo>
                    <a:pt x="5232" y="9312"/>
                  </a:lnTo>
                  <a:lnTo>
                    <a:pt x="5294" y="9040"/>
                  </a:lnTo>
                  <a:lnTo>
                    <a:pt x="5462" y="8977"/>
                  </a:lnTo>
                  <a:lnTo>
                    <a:pt x="5650" y="9124"/>
                  </a:lnTo>
                  <a:lnTo>
                    <a:pt x="5985" y="9124"/>
                  </a:lnTo>
                  <a:lnTo>
                    <a:pt x="6487" y="9333"/>
                  </a:lnTo>
                  <a:lnTo>
                    <a:pt x="7010" y="9563"/>
                  </a:lnTo>
                  <a:lnTo>
                    <a:pt x="7031" y="10086"/>
                  </a:lnTo>
                  <a:lnTo>
                    <a:pt x="8077" y="8684"/>
                  </a:lnTo>
                  <a:lnTo>
                    <a:pt x="10253" y="8036"/>
                  </a:lnTo>
                  <a:lnTo>
                    <a:pt x="11885" y="7554"/>
                  </a:lnTo>
                  <a:lnTo>
                    <a:pt x="11969" y="6299"/>
                  </a:lnTo>
                  <a:lnTo>
                    <a:pt x="11843" y="5839"/>
                  </a:lnTo>
                  <a:lnTo>
                    <a:pt x="11655" y="5985"/>
                  </a:lnTo>
                  <a:lnTo>
                    <a:pt x="9960" y="5755"/>
                  </a:lnTo>
                  <a:lnTo>
                    <a:pt x="9835" y="5274"/>
                  </a:lnTo>
                  <a:lnTo>
                    <a:pt x="9688" y="5127"/>
                  </a:lnTo>
                  <a:lnTo>
                    <a:pt x="9688" y="4939"/>
                  </a:lnTo>
                  <a:lnTo>
                    <a:pt x="9688" y="4918"/>
                  </a:lnTo>
                  <a:lnTo>
                    <a:pt x="9667" y="4939"/>
                  </a:lnTo>
                  <a:lnTo>
                    <a:pt x="9625" y="4855"/>
                  </a:lnTo>
                  <a:lnTo>
                    <a:pt x="9625" y="4792"/>
                  </a:lnTo>
                  <a:lnTo>
                    <a:pt x="9667" y="4730"/>
                  </a:lnTo>
                  <a:lnTo>
                    <a:pt x="9563" y="4730"/>
                  </a:lnTo>
                  <a:lnTo>
                    <a:pt x="9563" y="4709"/>
                  </a:lnTo>
                  <a:lnTo>
                    <a:pt x="9458" y="4709"/>
                  </a:lnTo>
                  <a:lnTo>
                    <a:pt x="9270" y="4604"/>
                  </a:lnTo>
                  <a:lnTo>
                    <a:pt x="9249" y="4541"/>
                  </a:lnTo>
                  <a:lnTo>
                    <a:pt x="9228" y="4583"/>
                  </a:lnTo>
                  <a:lnTo>
                    <a:pt x="9123" y="4437"/>
                  </a:lnTo>
                  <a:lnTo>
                    <a:pt x="9102" y="4290"/>
                  </a:lnTo>
                  <a:lnTo>
                    <a:pt x="8809" y="3914"/>
                  </a:lnTo>
                  <a:lnTo>
                    <a:pt x="8726" y="3788"/>
                  </a:lnTo>
                  <a:lnTo>
                    <a:pt x="8809" y="3788"/>
                  </a:lnTo>
                  <a:lnTo>
                    <a:pt x="8809" y="3746"/>
                  </a:lnTo>
                  <a:lnTo>
                    <a:pt x="8705" y="3453"/>
                  </a:lnTo>
                  <a:lnTo>
                    <a:pt x="8705" y="3391"/>
                  </a:lnTo>
                  <a:lnTo>
                    <a:pt x="8621" y="3265"/>
                  </a:lnTo>
                  <a:lnTo>
                    <a:pt x="8579" y="3265"/>
                  </a:lnTo>
                  <a:lnTo>
                    <a:pt x="8391" y="3014"/>
                  </a:lnTo>
                  <a:lnTo>
                    <a:pt x="8307" y="3014"/>
                  </a:lnTo>
                  <a:lnTo>
                    <a:pt x="8224" y="2909"/>
                  </a:lnTo>
                  <a:lnTo>
                    <a:pt x="8224" y="2867"/>
                  </a:lnTo>
                  <a:lnTo>
                    <a:pt x="8286" y="2867"/>
                  </a:lnTo>
                  <a:lnTo>
                    <a:pt x="8307" y="2909"/>
                  </a:lnTo>
                  <a:lnTo>
                    <a:pt x="8286" y="2826"/>
                  </a:lnTo>
                  <a:lnTo>
                    <a:pt x="8182" y="2805"/>
                  </a:lnTo>
                  <a:lnTo>
                    <a:pt x="7973" y="2763"/>
                  </a:lnTo>
                  <a:lnTo>
                    <a:pt x="7868" y="2449"/>
                  </a:lnTo>
                  <a:lnTo>
                    <a:pt x="7805" y="2323"/>
                  </a:lnTo>
                  <a:lnTo>
                    <a:pt x="7742" y="2303"/>
                  </a:lnTo>
                  <a:lnTo>
                    <a:pt x="7742" y="2198"/>
                  </a:lnTo>
                  <a:lnTo>
                    <a:pt x="7701" y="2219"/>
                  </a:lnTo>
                  <a:lnTo>
                    <a:pt x="7659" y="2177"/>
                  </a:lnTo>
                  <a:lnTo>
                    <a:pt x="7282" y="2323"/>
                  </a:lnTo>
                  <a:lnTo>
                    <a:pt x="7261" y="2114"/>
                  </a:lnTo>
                  <a:lnTo>
                    <a:pt x="6738" y="1968"/>
                  </a:lnTo>
                  <a:lnTo>
                    <a:pt x="6654" y="1968"/>
                  </a:lnTo>
                  <a:lnTo>
                    <a:pt x="5566" y="1926"/>
                  </a:lnTo>
                  <a:lnTo>
                    <a:pt x="2867" y="43"/>
                  </a:lnTo>
                  <a:lnTo>
                    <a:pt x="234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1912" name="Google Shape;1912;p60"/>
            <p:cNvSpPr/>
            <p:nvPr/>
          </p:nvSpPr>
          <p:spPr>
            <a:xfrm>
              <a:off x="4089663" y="2967116"/>
              <a:ext cx="5251" cy="10952"/>
            </a:xfrm>
            <a:custGeom>
              <a:rect b="b" l="l" r="r" t="t"/>
              <a:pathLst>
                <a:path extrusionOk="0" h="963" w="441">
                  <a:moveTo>
                    <a:pt x="147" y="0"/>
                  </a:moveTo>
                  <a:lnTo>
                    <a:pt x="147" y="42"/>
                  </a:lnTo>
                  <a:lnTo>
                    <a:pt x="106" y="42"/>
                  </a:lnTo>
                  <a:lnTo>
                    <a:pt x="106" y="105"/>
                  </a:lnTo>
                  <a:lnTo>
                    <a:pt x="43" y="126"/>
                  </a:lnTo>
                  <a:lnTo>
                    <a:pt x="85" y="209"/>
                  </a:lnTo>
                  <a:lnTo>
                    <a:pt x="43" y="209"/>
                  </a:lnTo>
                  <a:lnTo>
                    <a:pt x="85" y="377"/>
                  </a:lnTo>
                  <a:lnTo>
                    <a:pt x="43" y="356"/>
                  </a:lnTo>
                  <a:lnTo>
                    <a:pt x="1" y="356"/>
                  </a:lnTo>
                  <a:lnTo>
                    <a:pt x="1" y="544"/>
                  </a:lnTo>
                  <a:lnTo>
                    <a:pt x="22" y="628"/>
                  </a:lnTo>
                  <a:lnTo>
                    <a:pt x="43" y="670"/>
                  </a:lnTo>
                  <a:lnTo>
                    <a:pt x="43" y="795"/>
                  </a:lnTo>
                  <a:lnTo>
                    <a:pt x="22" y="795"/>
                  </a:lnTo>
                  <a:lnTo>
                    <a:pt x="43" y="858"/>
                  </a:lnTo>
                  <a:lnTo>
                    <a:pt x="231" y="963"/>
                  </a:lnTo>
                  <a:lnTo>
                    <a:pt x="336" y="963"/>
                  </a:lnTo>
                  <a:lnTo>
                    <a:pt x="398" y="942"/>
                  </a:lnTo>
                  <a:lnTo>
                    <a:pt x="440" y="670"/>
                  </a:lnTo>
                  <a:lnTo>
                    <a:pt x="398" y="544"/>
                  </a:lnTo>
                  <a:lnTo>
                    <a:pt x="336" y="544"/>
                  </a:lnTo>
                  <a:lnTo>
                    <a:pt x="315" y="356"/>
                  </a:lnTo>
                  <a:lnTo>
                    <a:pt x="336" y="356"/>
                  </a:lnTo>
                  <a:lnTo>
                    <a:pt x="398" y="168"/>
                  </a:lnTo>
                  <a:lnTo>
                    <a:pt x="357" y="126"/>
                  </a:lnTo>
                  <a:lnTo>
                    <a:pt x="315" y="126"/>
                  </a:lnTo>
                  <a:lnTo>
                    <a:pt x="315" y="63"/>
                  </a:lnTo>
                  <a:lnTo>
                    <a:pt x="21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60"/>
            <p:cNvSpPr/>
            <p:nvPr/>
          </p:nvSpPr>
          <p:spPr>
            <a:xfrm>
              <a:off x="4095152" y="2967833"/>
              <a:ext cx="32900" cy="24758"/>
            </a:xfrm>
            <a:custGeom>
              <a:rect b="b" l="l" r="r" t="t"/>
              <a:pathLst>
                <a:path extrusionOk="0" h="2177" w="2763">
                  <a:moveTo>
                    <a:pt x="2490" y="0"/>
                  </a:moveTo>
                  <a:lnTo>
                    <a:pt x="2490" y="84"/>
                  </a:lnTo>
                  <a:lnTo>
                    <a:pt x="2469" y="146"/>
                  </a:lnTo>
                  <a:lnTo>
                    <a:pt x="2093" y="356"/>
                  </a:lnTo>
                  <a:lnTo>
                    <a:pt x="2093" y="502"/>
                  </a:lnTo>
                  <a:lnTo>
                    <a:pt x="1779" y="795"/>
                  </a:lnTo>
                  <a:lnTo>
                    <a:pt x="1737" y="879"/>
                  </a:lnTo>
                  <a:lnTo>
                    <a:pt x="1779" y="900"/>
                  </a:lnTo>
                  <a:lnTo>
                    <a:pt x="1821" y="983"/>
                  </a:lnTo>
                  <a:lnTo>
                    <a:pt x="1653" y="1130"/>
                  </a:lnTo>
                  <a:lnTo>
                    <a:pt x="1611" y="1046"/>
                  </a:lnTo>
                  <a:lnTo>
                    <a:pt x="1549" y="1088"/>
                  </a:lnTo>
                  <a:lnTo>
                    <a:pt x="1465" y="1088"/>
                  </a:lnTo>
                  <a:lnTo>
                    <a:pt x="1507" y="1193"/>
                  </a:lnTo>
                  <a:lnTo>
                    <a:pt x="1444" y="1193"/>
                  </a:lnTo>
                  <a:lnTo>
                    <a:pt x="1423" y="1234"/>
                  </a:lnTo>
                  <a:lnTo>
                    <a:pt x="1256" y="1255"/>
                  </a:lnTo>
                  <a:lnTo>
                    <a:pt x="1130" y="1297"/>
                  </a:lnTo>
                  <a:lnTo>
                    <a:pt x="1088" y="1214"/>
                  </a:lnTo>
                  <a:lnTo>
                    <a:pt x="837" y="1214"/>
                  </a:lnTo>
                  <a:lnTo>
                    <a:pt x="628" y="1151"/>
                  </a:lnTo>
                  <a:lnTo>
                    <a:pt x="398" y="1339"/>
                  </a:lnTo>
                  <a:lnTo>
                    <a:pt x="314" y="1318"/>
                  </a:lnTo>
                  <a:lnTo>
                    <a:pt x="251" y="1318"/>
                  </a:lnTo>
                  <a:lnTo>
                    <a:pt x="147" y="1360"/>
                  </a:lnTo>
                  <a:lnTo>
                    <a:pt x="105" y="1109"/>
                  </a:lnTo>
                  <a:lnTo>
                    <a:pt x="63" y="1151"/>
                  </a:lnTo>
                  <a:lnTo>
                    <a:pt x="0" y="1130"/>
                  </a:lnTo>
                  <a:lnTo>
                    <a:pt x="0" y="1318"/>
                  </a:lnTo>
                  <a:lnTo>
                    <a:pt x="147" y="1465"/>
                  </a:lnTo>
                  <a:lnTo>
                    <a:pt x="272" y="1946"/>
                  </a:lnTo>
                  <a:lnTo>
                    <a:pt x="1967" y="2176"/>
                  </a:lnTo>
                  <a:lnTo>
                    <a:pt x="2155" y="2030"/>
                  </a:lnTo>
                  <a:lnTo>
                    <a:pt x="2658" y="502"/>
                  </a:lnTo>
                  <a:lnTo>
                    <a:pt x="2762" y="481"/>
                  </a:lnTo>
                  <a:lnTo>
                    <a:pt x="2762" y="314"/>
                  </a:lnTo>
                  <a:lnTo>
                    <a:pt x="2720" y="251"/>
                  </a:lnTo>
                  <a:lnTo>
                    <a:pt x="2678" y="272"/>
                  </a:lnTo>
                  <a:lnTo>
                    <a:pt x="2658" y="251"/>
                  </a:lnTo>
                  <a:lnTo>
                    <a:pt x="2595" y="209"/>
                  </a:lnTo>
                  <a:lnTo>
                    <a:pt x="2574" y="42"/>
                  </a:lnTo>
                  <a:lnTo>
                    <a:pt x="249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60"/>
            <p:cNvSpPr/>
            <p:nvPr/>
          </p:nvSpPr>
          <p:spPr>
            <a:xfrm>
              <a:off x="4101380" y="2973303"/>
              <a:ext cx="51583" cy="60684"/>
            </a:xfrm>
            <a:custGeom>
              <a:rect b="b" l="l" r="r" t="t"/>
              <a:pathLst>
                <a:path extrusionOk="0" h="5336" w="4332">
                  <a:moveTo>
                    <a:pt x="2239" y="0"/>
                  </a:moveTo>
                  <a:lnTo>
                    <a:pt x="2135" y="21"/>
                  </a:lnTo>
                  <a:lnTo>
                    <a:pt x="1632" y="1549"/>
                  </a:lnTo>
                  <a:lnTo>
                    <a:pt x="1758" y="2009"/>
                  </a:lnTo>
                  <a:lnTo>
                    <a:pt x="1674" y="3264"/>
                  </a:lnTo>
                  <a:lnTo>
                    <a:pt x="42" y="3746"/>
                  </a:lnTo>
                  <a:lnTo>
                    <a:pt x="0" y="4018"/>
                  </a:lnTo>
                  <a:lnTo>
                    <a:pt x="523" y="4708"/>
                  </a:lnTo>
                  <a:lnTo>
                    <a:pt x="461" y="4938"/>
                  </a:lnTo>
                  <a:lnTo>
                    <a:pt x="795" y="5336"/>
                  </a:lnTo>
                  <a:lnTo>
                    <a:pt x="879" y="5315"/>
                  </a:lnTo>
                  <a:lnTo>
                    <a:pt x="900" y="5336"/>
                  </a:lnTo>
                  <a:lnTo>
                    <a:pt x="1005" y="5336"/>
                  </a:lnTo>
                  <a:lnTo>
                    <a:pt x="1088" y="5231"/>
                  </a:lnTo>
                  <a:lnTo>
                    <a:pt x="1214" y="5231"/>
                  </a:lnTo>
                  <a:lnTo>
                    <a:pt x="1423" y="5127"/>
                  </a:lnTo>
                  <a:lnTo>
                    <a:pt x="1528" y="5127"/>
                  </a:lnTo>
                  <a:lnTo>
                    <a:pt x="1632" y="5106"/>
                  </a:lnTo>
                  <a:lnTo>
                    <a:pt x="1716" y="5147"/>
                  </a:lnTo>
                  <a:lnTo>
                    <a:pt x="1779" y="5147"/>
                  </a:lnTo>
                  <a:lnTo>
                    <a:pt x="1925" y="4938"/>
                  </a:lnTo>
                  <a:lnTo>
                    <a:pt x="1925" y="4917"/>
                  </a:lnTo>
                  <a:lnTo>
                    <a:pt x="1946" y="4917"/>
                  </a:lnTo>
                  <a:lnTo>
                    <a:pt x="1946" y="4834"/>
                  </a:lnTo>
                  <a:lnTo>
                    <a:pt x="1883" y="4813"/>
                  </a:lnTo>
                  <a:lnTo>
                    <a:pt x="1925" y="4750"/>
                  </a:lnTo>
                  <a:lnTo>
                    <a:pt x="1883" y="4687"/>
                  </a:lnTo>
                  <a:lnTo>
                    <a:pt x="1967" y="4603"/>
                  </a:lnTo>
                  <a:lnTo>
                    <a:pt x="2030" y="4541"/>
                  </a:lnTo>
                  <a:lnTo>
                    <a:pt x="2239" y="4541"/>
                  </a:lnTo>
                  <a:lnTo>
                    <a:pt x="2365" y="4520"/>
                  </a:lnTo>
                  <a:lnTo>
                    <a:pt x="2448" y="4583"/>
                  </a:lnTo>
                  <a:lnTo>
                    <a:pt x="2553" y="4436"/>
                  </a:lnTo>
                  <a:lnTo>
                    <a:pt x="2595" y="4415"/>
                  </a:lnTo>
                  <a:lnTo>
                    <a:pt x="2595" y="4227"/>
                  </a:lnTo>
                  <a:lnTo>
                    <a:pt x="2804" y="3976"/>
                  </a:lnTo>
                  <a:lnTo>
                    <a:pt x="2930" y="3955"/>
                  </a:lnTo>
                  <a:lnTo>
                    <a:pt x="3013" y="3976"/>
                  </a:lnTo>
                  <a:lnTo>
                    <a:pt x="3076" y="3913"/>
                  </a:lnTo>
                  <a:lnTo>
                    <a:pt x="3348" y="3913"/>
                  </a:lnTo>
                  <a:lnTo>
                    <a:pt x="3390" y="3850"/>
                  </a:lnTo>
                  <a:lnTo>
                    <a:pt x="3327" y="3808"/>
                  </a:lnTo>
                  <a:lnTo>
                    <a:pt x="3285" y="3599"/>
                  </a:lnTo>
                  <a:lnTo>
                    <a:pt x="3306" y="3599"/>
                  </a:lnTo>
                  <a:lnTo>
                    <a:pt x="3244" y="3494"/>
                  </a:lnTo>
                  <a:lnTo>
                    <a:pt x="3223" y="3474"/>
                  </a:lnTo>
                  <a:lnTo>
                    <a:pt x="3244" y="3390"/>
                  </a:lnTo>
                  <a:lnTo>
                    <a:pt x="3244" y="3285"/>
                  </a:lnTo>
                  <a:lnTo>
                    <a:pt x="3348" y="3118"/>
                  </a:lnTo>
                  <a:lnTo>
                    <a:pt x="3432" y="3076"/>
                  </a:lnTo>
                  <a:lnTo>
                    <a:pt x="3390" y="3013"/>
                  </a:lnTo>
                  <a:lnTo>
                    <a:pt x="3411" y="3013"/>
                  </a:lnTo>
                  <a:lnTo>
                    <a:pt x="3495" y="2867"/>
                  </a:lnTo>
                  <a:lnTo>
                    <a:pt x="3536" y="2846"/>
                  </a:lnTo>
                  <a:lnTo>
                    <a:pt x="3599" y="2846"/>
                  </a:lnTo>
                  <a:lnTo>
                    <a:pt x="3557" y="2909"/>
                  </a:lnTo>
                  <a:lnTo>
                    <a:pt x="3536" y="2971"/>
                  </a:lnTo>
                  <a:lnTo>
                    <a:pt x="3620" y="3013"/>
                  </a:lnTo>
                  <a:lnTo>
                    <a:pt x="3662" y="3013"/>
                  </a:lnTo>
                  <a:lnTo>
                    <a:pt x="3746" y="2804"/>
                  </a:lnTo>
                  <a:lnTo>
                    <a:pt x="3808" y="2741"/>
                  </a:lnTo>
                  <a:lnTo>
                    <a:pt x="3871" y="2616"/>
                  </a:lnTo>
                  <a:lnTo>
                    <a:pt x="4018" y="2490"/>
                  </a:lnTo>
                  <a:lnTo>
                    <a:pt x="4227" y="2134"/>
                  </a:lnTo>
                  <a:lnTo>
                    <a:pt x="4248" y="2072"/>
                  </a:lnTo>
                  <a:lnTo>
                    <a:pt x="4248" y="1988"/>
                  </a:lnTo>
                  <a:lnTo>
                    <a:pt x="4290" y="1862"/>
                  </a:lnTo>
                  <a:lnTo>
                    <a:pt x="4332" y="1758"/>
                  </a:lnTo>
                  <a:lnTo>
                    <a:pt x="4269" y="1695"/>
                  </a:lnTo>
                  <a:lnTo>
                    <a:pt x="4164" y="1674"/>
                  </a:lnTo>
                  <a:lnTo>
                    <a:pt x="3955" y="1507"/>
                  </a:lnTo>
                  <a:lnTo>
                    <a:pt x="3913" y="1402"/>
                  </a:lnTo>
                  <a:lnTo>
                    <a:pt x="3808" y="1298"/>
                  </a:lnTo>
                  <a:lnTo>
                    <a:pt x="3767" y="1151"/>
                  </a:lnTo>
                  <a:lnTo>
                    <a:pt x="3599" y="942"/>
                  </a:lnTo>
                  <a:lnTo>
                    <a:pt x="3516" y="942"/>
                  </a:lnTo>
                  <a:lnTo>
                    <a:pt x="3390" y="963"/>
                  </a:lnTo>
                  <a:lnTo>
                    <a:pt x="3118" y="921"/>
                  </a:lnTo>
                  <a:lnTo>
                    <a:pt x="3013" y="942"/>
                  </a:lnTo>
                  <a:lnTo>
                    <a:pt x="2930" y="963"/>
                  </a:lnTo>
                  <a:lnTo>
                    <a:pt x="2804" y="921"/>
                  </a:lnTo>
                  <a:lnTo>
                    <a:pt x="2469" y="649"/>
                  </a:lnTo>
                  <a:lnTo>
                    <a:pt x="2469" y="565"/>
                  </a:lnTo>
                  <a:lnTo>
                    <a:pt x="2260" y="335"/>
                  </a:lnTo>
                  <a:lnTo>
                    <a:pt x="223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60"/>
            <p:cNvSpPr/>
            <p:nvPr/>
          </p:nvSpPr>
          <p:spPr>
            <a:xfrm>
              <a:off x="4124802" y="2964728"/>
              <a:ext cx="2751" cy="5971"/>
            </a:xfrm>
            <a:custGeom>
              <a:rect b="b" l="l" r="r" t="t"/>
              <a:pathLst>
                <a:path extrusionOk="0" h="525" w="231">
                  <a:moveTo>
                    <a:pt x="209" y="1"/>
                  </a:moveTo>
                  <a:lnTo>
                    <a:pt x="168" y="22"/>
                  </a:lnTo>
                  <a:lnTo>
                    <a:pt x="105" y="22"/>
                  </a:lnTo>
                  <a:lnTo>
                    <a:pt x="84" y="168"/>
                  </a:lnTo>
                  <a:lnTo>
                    <a:pt x="63" y="210"/>
                  </a:lnTo>
                  <a:lnTo>
                    <a:pt x="21" y="168"/>
                  </a:lnTo>
                  <a:lnTo>
                    <a:pt x="0" y="231"/>
                  </a:lnTo>
                  <a:lnTo>
                    <a:pt x="0" y="273"/>
                  </a:lnTo>
                  <a:lnTo>
                    <a:pt x="84" y="315"/>
                  </a:lnTo>
                  <a:lnTo>
                    <a:pt x="105" y="482"/>
                  </a:lnTo>
                  <a:lnTo>
                    <a:pt x="168" y="524"/>
                  </a:lnTo>
                  <a:lnTo>
                    <a:pt x="168" y="440"/>
                  </a:lnTo>
                  <a:lnTo>
                    <a:pt x="209" y="336"/>
                  </a:lnTo>
                  <a:lnTo>
                    <a:pt x="209" y="168"/>
                  </a:lnTo>
                  <a:lnTo>
                    <a:pt x="188" y="168"/>
                  </a:lnTo>
                  <a:lnTo>
                    <a:pt x="209" y="106"/>
                  </a:lnTo>
                  <a:lnTo>
                    <a:pt x="188" y="64"/>
                  </a:lnTo>
                  <a:lnTo>
                    <a:pt x="209" y="43"/>
                  </a:lnTo>
                  <a:lnTo>
                    <a:pt x="230" y="43"/>
                  </a:lnTo>
                  <a:lnTo>
                    <a:pt x="2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60"/>
            <p:cNvSpPr/>
            <p:nvPr/>
          </p:nvSpPr>
          <p:spPr>
            <a:xfrm>
              <a:off x="4037591" y="3015893"/>
              <a:ext cx="73267" cy="45456"/>
            </a:xfrm>
            <a:custGeom>
              <a:rect b="b" l="l" r="r" t="t"/>
              <a:pathLst>
                <a:path extrusionOk="0" h="3997" w="6153">
                  <a:moveTo>
                    <a:pt x="5399" y="1"/>
                  </a:moveTo>
                  <a:lnTo>
                    <a:pt x="3223" y="649"/>
                  </a:lnTo>
                  <a:lnTo>
                    <a:pt x="2177" y="2051"/>
                  </a:lnTo>
                  <a:lnTo>
                    <a:pt x="2156" y="1528"/>
                  </a:lnTo>
                  <a:lnTo>
                    <a:pt x="1633" y="1298"/>
                  </a:lnTo>
                  <a:lnTo>
                    <a:pt x="1131" y="1089"/>
                  </a:lnTo>
                  <a:lnTo>
                    <a:pt x="796" y="1089"/>
                  </a:lnTo>
                  <a:lnTo>
                    <a:pt x="608" y="942"/>
                  </a:lnTo>
                  <a:lnTo>
                    <a:pt x="440" y="1005"/>
                  </a:lnTo>
                  <a:lnTo>
                    <a:pt x="378" y="1277"/>
                  </a:lnTo>
                  <a:lnTo>
                    <a:pt x="482" y="1486"/>
                  </a:lnTo>
                  <a:lnTo>
                    <a:pt x="315" y="1591"/>
                  </a:lnTo>
                  <a:lnTo>
                    <a:pt x="273" y="1695"/>
                  </a:lnTo>
                  <a:lnTo>
                    <a:pt x="189" y="1674"/>
                  </a:lnTo>
                  <a:lnTo>
                    <a:pt x="85" y="1633"/>
                  </a:lnTo>
                  <a:lnTo>
                    <a:pt x="106" y="1737"/>
                  </a:lnTo>
                  <a:lnTo>
                    <a:pt x="168" y="2030"/>
                  </a:lnTo>
                  <a:lnTo>
                    <a:pt x="168" y="2218"/>
                  </a:lnTo>
                  <a:lnTo>
                    <a:pt x="85" y="2218"/>
                  </a:lnTo>
                  <a:lnTo>
                    <a:pt x="85" y="2260"/>
                  </a:lnTo>
                  <a:lnTo>
                    <a:pt x="1" y="2239"/>
                  </a:lnTo>
                  <a:lnTo>
                    <a:pt x="1" y="2239"/>
                  </a:lnTo>
                  <a:lnTo>
                    <a:pt x="22" y="2344"/>
                  </a:lnTo>
                  <a:lnTo>
                    <a:pt x="106" y="2344"/>
                  </a:lnTo>
                  <a:lnTo>
                    <a:pt x="106" y="2428"/>
                  </a:lnTo>
                  <a:lnTo>
                    <a:pt x="231" y="2616"/>
                  </a:lnTo>
                  <a:lnTo>
                    <a:pt x="315" y="3139"/>
                  </a:lnTo>
                  <a:lnTo>
                    <a:pt x="482" y="3265"/>
                  </a:lnTo>
                  <a:lnTo>
                    <a:pt x="482" y="3453"/>
                  </a:lnTo>
                  <a:lnTo>
                    <a:pt x="419" y="3474"/>
                  </a:lnTo>
                  <a:lnTo>
                    <a:pt x="482" y="3620"/>
                  </a:lnTo>
                  <a:lnTo>
                    <a:pt x="608" y="3767"/>
                  </a:lnTo>
                  <a:lnTo>
                    <a:pt x="608" y="3913"/>
                  </a:lnTo>
                  <a:lnTo>
                    <a:pt x="650" y="3997"/>
                  </a:lnTo>
                  <a:lnTo>
                    <a:pt x="796" y="3997"/>
                  </a:lnTo>
                  <a:lnTo>
                    <a:pt x="817" y="3934"/>
                  </a:lnTo>
                  <a:lnTo>
                    <a:pt x="963" y="3997"/>
                  </a:lnTo>
                  <a:lnTo>
                    <a:pt x="1068" y="3976"/>
                  </a:lnTo>
                  <a:lnTo>
                    <a:pt x="1173" y="3871"/>
                  </a:lnTo>
                  <a:lnTo>
                    <a:pt x="1319" y="3871"/>
                  </a:lnTo>
                  <a:lnTo>
                    <a:pt x="1361" y="3934"/>
                  </a:lnTo>
                  <a:lnTo>
                    <a:pt x="1466" y="3892"/>
                  </a:lnTo>
                  <a:lnTo>
                    <a:pt x="1570" y="3725"/>
                  </a:lnTo>
                  <a:lnTo>
                    <a:pt x="1633" y="3725"/>
                  </a:lnTo>
                  <a:lnTo>
                    <a:pt x="1696" y="3579"/>
                  </a:lnTo>
                  <a:lnTo>
                    <a:pt x="1842" y="3495"/>
                  </a:lnTo>
                  <a:lnTo>
                    <a:pt x="1905" y="3474"/>
                  </a:lnTo>
                  <a:lnTo>
                    <a:pt x="2010" y="3474"/>
                  </a:lnTo>
                  <a:lnTo>
                    <a:pt x="2051" y="3495"/>
                  </a:lnTo>
                  <a:lnTo>
                    <a:pt x="2198" y="3495"/>
                  </a:lnTo>
                  <a:lnTo>
                    <a:pt x="2219" y="3558"/>
                  </a:lnTo>
                  <a:lnTo>
                    <a:pt x="2365" y="3579"/>
                  </a:lnTo>
                  <a:lnTo>
                    <a:pt x="2616" y="3474"/>
                  </a:lnTo>
                  <a:lnTo>
                    <a:pt x="2826" y="3453"/>
                  </a:lnTo>
                  <a:lnTo>
                    <a:pt x="2909" y="3369"/>
                  </a:lnTo>
                  <a:lnTo>
                    <a:pt x="2930" y="3307"/>
                  </a:lnTo>
                  <a:lnTo>
                    <a:pt x="3119" y="3160"/>
                  </a:lnTo>
                  <a:lnTo>
                    <a:pt x="3223" y="3160"/>
                  </a:lnTo>
                  <a:lnTo>
                    <a:pt x="3307" y="3202"/>
                  </a:lnTo>
                  <a:lnTo>
                    <a:pt x="3370" y="3181"/>
                  </a:lnTo>
                  <a:lnTo>
                    <a:pt x="3432" y="3139"/>
                  </a:lnTo>
                  <a:lnTo>
                    <a:pt x="3453" y="3181"/>
                  </a:lnTo>
                  <a:lnTo>
                    <a:pt x="3537" y="3181"/>
                  </a:lnTo>
                  <a:lnTo>
                    <a:pt x="3725" y="3034"/>
                  </a:lnTo>
                  <a:lnTo>
                    <a:pt x="3830" y="2846"/>
                  </a:lnTo>
                  <a:lnTo>
                    <a:pt x="3935" y="2783"/>
                  </a:lnTo>
                  <a:lnTo>
                    <a:pt x="3997" y="2783"/>
                  </a:lnTo>
                  <a:lnTo>
                    <a:pt x="4625" y="2616"/>
                  </a:lnTo>
                  <a:lnTo>
                    <a:pt x="4688" y="2532"/>
                  </a:lnTo>
                  <a:lnTo>
                    <a:pt x="5043" y="2470"/>
                  </a:lnTo>
                  <a:lnTo>
                    <a:pt x="5253" y="2365"/>
                  </a:lnTo>
                  <a:lnTo>
                    <a:pt x="5399" y="2260"/>
                  </a:lnTo>
                  <a:lnTo>
                    <a:pt x="5629" y="2218"/>
                  </a:lnTo>
                  <a:lnTo>
                    <a:pt x="5608" y="2135"/>
                  </a:lnTo>
                  <a:lnTo>
                    <a:pt x="5629" y="2114"/>
                  </a:lnTo>
                  <a:lnTo>
                    <a:pt x="5567" y="2051"/>
                  </a:lnTo>
                  <a:lnTo>
                    <a:pt x="5608" y="1905"/>
                  </a:lnTo>
                  <a:lnTo>
                    <a:pt x="5776" y="1674"/>
                  </a:lnTo>
                  <a:lnTo>
                    <a:pt x="6027" y="1612"/>
                  </a:lnTo>
                  <a:lnTo>
                    <a:pt x="6152" y="1591"/>
                  </a:lnTo>
                  <a:lnTo>
                    <a:pt x="5818" y="1193"/>
                  </a:lnTo>
                  <a:lnTo>
                    <a:pt x="5880" y="963"/>
                  </a:lnTo>
                  <a:lnTo>
                    <a:pt x="5357" y="273"/>
                  </a:lnTo>
                  <a:lnTo>
                    <a:pt x="539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60"/>
            <p:cNvSpPr/>
            <p:nvPr/>
          </p:nvSpPr>
          <p:spPr>
            <a:xfrm>
              <a:off x="3911526" y="2929280"/>
              <a:ext cx="85972" cy="69020"/>
            </a:xfrm>
            <a:custGeom>
              <a:rect b="b" l="l" r="r" t="t"/>
              <a:pathLst>
                <a:path extrusionOk="0" h="6069" w="7220">
                  <a:moveTo>
                    <a:pt x="503" y="0"/>
                  </a:moveTo>
                  <a:lnTo>
                    <a:pt x="210" y="21"/>
                  </a:lnTo>
                  <a:lnTo>
                    <a:pt x="147" y="21"/>
                  </a:lnTo>
                  <a:lnTo>
                    <a:pt x="126" y="126"/>
                  </a:lnTo>
                  <a:lnTo>
                    <a:pt x="84" y="356"/>
                  </a:lnTo>
                  <a:lnTo>
                    <a:pt x="126" y="523"/>
                  </a:lnTo>
                  <a:lnTo>
                    <a:pt x="126" y="649"/>
                  </a:lnTo>
                  <a:lnTo>
                    <a:pt x="42" y="858"/>
                  </a:lnTo>
                  <a:lnTo>
                    <a:pt x="1" y="1047"/>
                  </a:lnTo>
                  <a:lnTo>
                    <a:pt x="42" y="1193"/>
                  </a:lnTo>
                  <a:lnTo>
                    <a:pt x="126" y="1486"/>
                  </a:lnTo>
                  <a:lnTo>
                    <a:pt x="314" y="6068"/>
                  </a:lnTo>
                  <a:lnTo>
                    <a:pt x="7219" y="6005"/>
                  </a:lnTo>
                  <a:lnTo>
                    <a:pt x="7219" y="5985"/>
                  </a:lnTo>
                  <a:lnTo>
                    <a:pt x="7115" y="5964"/>
                  </a:lnTo>
                  <a:lnTo>
                    <a:pt x="6989" y="5796"/>
                  </a:lnTo>
                  <a:lnTo>
                    <a:pt x="6947" y="5754"/>
                  </a:lnTo>
                  <a:lnTo>
                    <a:pt x="6822" y="5692"/>
                  </a:lnTo>
                  <a:lnTo>
                    <a:pt x="6738" y="5566"/>
                  </a:lnTo>
                  <a:lnTo>
                    <a:pt x="6675" y="5587"/>
                  </a:lnTo>
                  <a:lnTo>
                    <a:pt x="6571" y="5587"/>
                  </a:lnTo>
                  <a:lnTo>
                    <a:pt x="6403" y="5461"/>
                  </a:lnTo>
                  <a:lnTo>
                    <a:pt x="6299" y="5169"/>
                  </a:lnTo>
                  <a:lnTo>
                    <a:pt x="6319" y="5106"/>
                  </a:lnTo>
                  <a:lnTo>
                    <a:pt x="6319" y="4938"/>
                  </a:lnTo>
                  <a:lnTo>
                    <a:pt x="6278" y="4855"/>
                  </a:lnTo>
                  <a:lnTo>
                    <a:pt x="6299" y="4813"/>
                  </a:lnTo>
                  <a:lnTo>
                    <a:pt x="6319" y="4855"/>
                  </a:lnTo>
                  <a:lnTo>
                    <a:pt x="6508" y="4855"/>
                  </a:lnTo>
                  <a:lnTo>
                    <a:pt x="6424" y="4792"/>
                  </a:lnTo>
                  <a:lnTo>
                    <a:pt x="6382" y="4792"/>
                  </a:lnTo>
                  <a:lnTo>
                    <a:pt x="6299" y="4624"/>
                  </a:lnTo>
                  <a:lnTo>
                    <a:pt x="6257" y="4604"/>
                  </a:lnTo>
                  <a:lnTo>
                    <a:pt x="6257" y="4645"/>
                  </a:lnTo>
                  <a:lnTo>
                    <a:pt x="6173" y="4583"/>
                  </a:lnTo>
                  <a:lnTo>
                    <a:pt x="6110" y="4415"/>
                  </a:lnTo>
                  <a:lnTo>
                    <a:pt x="5901" y="4080"/>
                  </a:lnTo>
                  <a:lnTo>
                    <a:pt x="5796" y="4018"/>
                  </a:lnTo>
                  <a:lnTo>
                    <a:pt x="5775" y="3871"/>
                  </a:lnTo>
                  <a:lnTo>
                    <a:pt x="5420" y="3327"/>
                  </a:lnTo>
                  <a:lnTo>
                    <a:pt x="5420" y="3223"/>
                  </a:lnTo>
                  <a:lnTo>
                    <a:pt x="5357" y="3118"/>
                  </a:lnTo>
                  <a:lnTo>
                    <a:pt x="5336" y="2867"/>
                  </a:lnTo>
                  <a:lnTo>
                    <a:pt x="5273" y="2825"/>
                  </a:lnTo>
                  <a:lnTo>
                    <a:pt x="5273" y="2741"/>
                  </a:lnTo>
                  <a:lnTo>
                    <a:pt x="5064" y="2532"/>
                  </a:lnTo>
                  <a:lnTo>
                    <a:pt x="5064" y="2448"/>
                  </a:lnTo>
                  <a:lnTo>
                    <a:pt x="5106" y="2344"/>
                  </a:lnTo>
                  <a:lnTo>
                    <a:pt x="5043" y="2281"/>
                  </a:lnTo>
                  <a:lnTo>
                    <a:pt x="4708" y="1988"/>
                  </a:lnTo>
                  <a:lnTo>
                    <a:pt x="4687" y="1884"/>
                  </a:lnTo>
                  <a:lnTo>
                    <a:pt x="4478" y="1653"/>
                  </a:lnTo>
                  <a:lnTo>
                    <a:pt x="4478" y="1507"/>
                  </a:lnTo>
                  <a:lnTo>
                    <a:pt x="4332" y="1360"/>
                  </a:lnTo>
                  <a:lnTo>
                    <a:pt x="4374" y="1277"/>
                  </a:lnTo>
                  <a:lnTo>
                    <a:pt x="4374" y="1193"/>
                  </a:lnTo>
                  <a:lnTo>
                    <a:pt x="4395" y="1151"/>
                  </a:lnTo>
                  <a:lnTo>
                    <a:pt x="4395" y="1193"/>
                  </a:lnTo>
                  <a:lnTo>
                    <a:pt x="4478" y="1193"/>
                  </a:lnTo>
                  <a:lnTo>
                    <a:pt x="4499" y="1339"/>
                  </a:lnTo>
                  <a:lnTo>
                    <a:pt x="4541" y="1402"/>
                  </a:lnTo>
                  <a:lnTo>
                    <a:pt x="4583" y="1465"/>
                  </a:lnTo>
                  <a:lnTo>
                    <a:pt x="4792" y="1674"/>
                  </a:lnTo>
                  <a:lnTo>
                    <a:pt x="4792" y="1779"/>
                  </a:lnTo>
                  <a:lnTo>
                    <a:pt x="4834" y="1884"/>
                  </a:lnTo>
                  <a:lnTo>
                    <a:pt x="5001" y="1967"/>
                  </a:lnTo>
                  <a:lnTo>
                    <a:pt x="5022" y="2072"/>
                  </a:lnTo>
                  <a:lnTo>
                    <a:pt x="5315" y="2344"/>
                  </a:lnTo>
                  <a:lnTo>
                    <a:pt x="5462" y="2428"/>
                  </a:lnTo>
                  <a:lnTo>
                    <a:pt x="5462" y="2490"/>
                  </a:lnTo>
                  <a:lnTo>
                    <a:pt x="5483" y="2407"/>
                  </a:lnTo>
                  <a:lnTo>
                    <a:pt x="5566" y="2323"/>
                  </a:lnTo>
                  <a:lnTo>
                    <a:pt x="5629" y="2114"/>
                  </a:lnTo>
                  <a:lnTo>
                    <a:pt x="5566" y="2072"/>
                  </a:lnTo>
                  <a:lnTo>
                    <a:pt x="5650" y="1904"/>
                  </a:lnTo>
                  <a:lnTo>
                    <a:pt x="5650" y="1779"/>
                  </a:lnTo>
                  <a:lnTo>
                    <a:pt x="5734" y="1465"/>
                  </a:lnTo>
                  <a:lnTo>
                    <a:pt x="5755" y="1444"/>
                  </a:lnTo>
                  <a:lnTo>
                    <a:pt x="5671" y="1235"/>
                  </a:lnTo>
                  <a:lnTo>
                    <a:pt x="5734" y="1088"/>
                  </a:lnTo>
                  <a:lnTo>
                    <a:pt x="5587" y="775"/>
                  </a:lnTo>
                  <a:lnTo>
                    <a:pt x="5441" y="544"/>
                  </a:lnTo>
                  <a:lnTo>
                    <a:pt x="5378" y="335"/>
                  </a:lnTo>
                  <a:lnTo>
                    <a:pt x="5273" y="147"/>
                  </a:lnTo>
                  <a:lnTo>
                    <a:pt x="5211" y="126"/>
                  </a:lnTo>
                  <a:lnTo>
                    <a:pt x="5127" y="231"/>
                  </a:lnTo>
                  <a:lnTo>
                    <a:pt x="4959" y="293"/>
                  </a:lnTo>
                  <a:lnTo>
                    <a:pt x="4604" y="231"/>
                  </a:lnTo>
                  <a:lnTo>
                    <a:pt x="4311" y="314"/>
                  </a:lnTo>
                  <a:lnTo>
                    <a:pt x="4102" y="147"/>
                  </a:lnTo>
                  <a:lnTo>
                    <a:pt x="4081" y="251"/>
                  </a:lnTo>
                  <a:lnTo>
                    <a:pt x="4164" y="398"/>
                  </a:lnTo>
                  <a:lnTo>
                    <a:pt x="4164" y="461"/>
                  </a:lnTo>
                  <a:lnTo>
                    <a:pt x="4081" y="335"/>
                  </a:lnTo>
                  <a:lnTo>
                    <a:pt x="3976" y="293"/>
                  </a:lnTo>
                  <a:lnTo>
                    <a:pt x="3955" y="189"/>
                  </a:lnTo>
                  <a:lnTo>
                    <a:pt x="3997" y="147"/>
                  </a:lnTo>
                  <a:lnTo>
                    <a:pt x="3955" y="105"/>
                  </a:lnTo>
                  <a:lnTo>
                    <a:pt x="3850" y="105"/>
                  </a:lnTo>
                  <a:lnTo>
                    <a:pt x="3746" y="84"/>
                  </a:lnTo>
                  <a:lnTo>
                    <a:pt x="3537" y="21"/>
                  </a:lnTo>
                  <a:lnTo>
                    <a:pt x="3495" y="42"/>
                  </a:lnTo>
                  <a:lnTo>
                    <a:pt x="3578" y="84"/>
                  </a:lnTo>
                  <a:lnTo>
                    <a:pt x="3599" y="105"/>
                  </a:lnTo>
                  <a:lnTo>
                    <a:pt x="3495" y="126"/>
                  </a:lnTo>
                  <a:lnTo>
                    <a:pt x="3390" y="105"/>
                  </a:lnTo>
                  <a:lnTo>
                    <a:pt x="3265" y="147"/>
                  </a:lnTo>
                  <a:lnTo>
                    <a:pt x="3223" y="126"/>
                  </a:lnTo>
                  <a:lnTo>
                    <a:pt x="3223" y="105"/>
                  </a:lnTo>
                  <a:lnTo>
                    <a:pt x="3348" y="84"/>
                  </a:lnTo>
                  <a:lnTo>
                    <a:pt x="3432" y="42"/>
                  </a:lnTo>
                  <a:lnTo>
                    <a:pt x="3327" y="42"/>
                  </a:lnTo>
                  <a:lnTo>
                    <a:pt x="3139" y="84"/>
                  </a:lnTo>
                  <a:lnTo>
                    <a:pt x="3076" y="126"/>
                  </a:lnTo>
                  <a:lnTo>
                    <a:pt x="2930" y="210"/>
                  </a:lnTo>
                  <a:lnTo>
                    <a:pt x="2846" y="231"/>
                  </a:lnTo>
                  <a:lnTo>
                    <a:pt x="2700" y="293"/>
                  </a:lnTo>
                  <a:lnTo>
                    <a:pt x="2595" y="419"/>
                  </a:lnTo>
                  <a:lnTo>
                    <a:pt x="2553" y="461"/>
                  </a:lnTo>
                  <a:lnTo>
                    <a:pt x="2386" y="461"/>
                  </a:lnTo>
                  <a:lnTo>
                    <a:pt x="2177" y="335"/>
                  </a:lnTo>
                  <a:lnTo>
                    <a:pt x="2009" y="314"/>
                  </a:lnTo>
                  <a:lnTo>
                    <a:pt x="1821" y="335"/>
                  </a:lnTo>
                  <a:lnTo>
                    <a:pt x="1674" y="231"/>
                  </a:lnTo>
                  <a:lnTo>
                    <a:pt x="1591" y="231"/>
                  </a:lnTo>
                  <a:lnTo>
                    <a:pt x="1507" y="251"/>
                  </a:lnTo>
                  <a:lnTo>
                    <a:pt x="1361" y="147"/>
                  </a:lnTo>
                  <a:lnTo>
                    <a:pt x="1172" y="105"/>
                  </a:lnTo>
                  <a:lnTo>
                    <a:pt x="733" y="84"/>
                  </a:lnTo>
                  <a:lnTo>
                    <a:pt x="50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60"/>
            <p:cNvSpPr/>
            <p:nvPr/>
          </p:nvSpPr>
          <p:spPr>
            <a:xfrm>
              <a:off x="3896332" y="2997572"/>
              <a:ext cx="113621" cy="124461"/>
            </a:xfrm>
            <a:custGeom>
              <a:rect b="b" l="l" r="r" t="t"/>
              <a:pathLst>
                <a:path extrusionOk="0" h="10944" w="9542">
                  <a:moveTo>
                    <a:pt x="8495" y="0"/>
                  </a:moveTo>
                  <a:lnTo>
                    <a:pt x="1590" y="63"/>
                  </a:lnTo>
                  <a:lnTo>
                    <a:pt x="1632" y="1193"/>
                  </a:lnTo>
                  <a:lnTo>
                    <a:pt x="1088" y="1235"/>
                  </a:lnTo>
                  <a:lnTo>
                    <a:pt x="1088" y="1444"/>
                  </a:lnTo>
                  <a:lnTo>
                    <a:pt x="1151" y="3725"/>
                  </a:lnTo>
                  <a:lnTo>
                    <a:pt x="1046" y="3746"/>
                  </a:lnTo>
                  <a:lnTo>
                    <a:pt x="942" y="3829"/>
                  </a:lnTo>
                  <a:lnTo>
                    <a:pt x="837" y="3767"/>
                  </a:lnTo>
                  <a:lnTo>
                    <a:pt x="691" y="3767"/>
                  </a:lnTo>
                  <a:lnTo>
                    <a:pt x="586" y="3850"/>
                  </a:lnTo>
                  <a:lnTo>
                    <a:pt x="586" y="3976"/>
                  </a:lnTo>
                  <a:lnTo>
                    <a:pt x="649" y="4060"/>
                  </a:lnTo>
                  <a:lnTo>
                    <a:pt x="586" y="4185"/>
                  </a:lnTo>
                  <a:lnTo>
                    <a:pt x="377" y="4457"/>
                  </a:lnTo>
                  <a:lnTo>
                    <a:pt x="335" y="4457"/>
                  </a:lnTo>
                  <a:lnTo>
                    <a:pt x="230" y="4541"/>
                  </a:lnTo>
                  <a:lnTo>
                    <a:pt x="251" y="4645"/>
                  </a:lnTo>
                  <a:lnTo>
                    <a:pt x="314" y="4687"/>
                  </a:lnTo>
                  <a:lnTo>
                    <a:pt x="251" y="4813"/>
                  </a:lnTo>
                  <a:lnTo>
                    <a:pt x="126" y="4897"/>
                  </a:lnTo>
                  <a:lnTo>
                    <a:pt x="105" y="4980"/>
                  </a:lnTo>
                  <a:lnTo>
                    <a:pt x="209" y="5022"/>
                  </a:lnTo>
                  <a:lnTo>
                    <a:pt x="230" y="5127"/>
                  </a:lnTo>
                  <a:lnTo>
                    <a:pt x="168" y="5231"/>
                  </a:lnTo>
                  <a:lnTo>
                    <a:pt x="0" y="5420"/>
                  </a:lnTo>
                  <a:lnTo>
                    <a:pt x="0" y="5545"/>
                  </a:lnTo>
                  <a:lnTo>
                    <a:pt x="63" y="5629"/>
                  </a:lnTo>
                  <a:lnTo>
                    <a:pt x="209" y="5524"/>
                  </a:lnTo>
                  <a:lnTo>
                    <a:pt x="251" y="5545"/>
                  </a:lnTo>
                  <a:lnTo>
                    <a:pt x="251" y="5629"/>
                  </a:lnTo>
                  <a:lnTo>
                    <a:pt x="209" y="5692"/>
                  </a:lnTo>
                  <a:lnTo>
                    <a:pt x="272" y="5734"/>
                  </a:lnTo>
                  <a:lnTo>
                    <a:pt x="230" y="5817"/>
                  </a:lnTo>
                  <a:lnTo>
                    <a:pt x="272" y="5922"/>
                  </a:lnTo>
                  <a:lnTo>
                    <a:pt x="272" y="6047"/>
                  </a:lnTo>
                  <a:lnTo>
                    <a:pt x="314" y="6152"/>
                  </a:lnTo>
                  <a:lnTo>
                    <a:pt x="544" y="6236"/>
                  </a:lnTo>
                  <a:lnTo>
                    <a:pt x="586" y="6319"/>
                  </a:lnTo>
                  <a:lnTo>
                    <a:pt x="544" y="6382"/>
                  </a:lnTo>
                  <a:lnTo>
                    <a:pt x="544" y="6466"/>
                  </a:lnTo>
                  <a:lnTo>
                    <a:pt x="523" y="6487"/>
                  </a:lnTo>
                  <a:lnTo>
                    <a:pt x="586" y="6570"/>
                  </a:lnTo>
                  <a:lnTo>
                    <a:pt x="586" y="6654"/>
                  </a:lnTo>
                  <a:lnTo>
                    <a:pt x="544" y="6675"/>
                  </a:lnTo>
                  <a:lnTo>
                    <a:pt x="670" y="6780"/>
                  </a:lnTo>
                  <a:lnTo>
                    <a:pt x="691" y="6863"/>
                  </a:lnTo>
                  <a:lnTo>
                    <a:pt x="858" y="7052"/>
                  </a:lnTo>
                  <a:lnTo>
                    <a:pt x="963" y="7282"/>
                  </a:lnTo>
                  <a:lnTo>
                    <a:pt x="984" y="7366"/>
                  </a:lnTo>
                  <a:lnTo>
                    <a:pt x="963" y="7491"/>
                  </a:lnTo>
                  <a:lnTo>
                    <a:pt x="942" y="7533"/>
                  </a:lnTo>
                  <a:lnTo>
                    <a:pt x="879" y="7638"/>
                  </a:lnTo>
                  <a:lnTo>
                    <a:pt x="879" y="7826"/>
                  </a:lnTo>
                  <a:lnTo>
                    <a:pt x="984" y="7910"/>
                  </a:lnTo>
                  <a:lnTo>
                    <a:pt x="1109" y="7910"/>
                  </a:lnTo>
                  <a:lnTo>
                    <a:pt x="1172" y="7847"/>
                  </a:lnTo>
                  <a:lnTo>
                    <a:pt x="1318" y="7847"/>
                  </a:lnTo>
                  <a:lnTo>
                    <a:pt x="1402" y="7889"/>
                  </a:lnTo>
                  <a:lnTo>
                    <a:pt x="1360" y="7951"/>
                  </a:lnTo>
                  <a:lnTo>
                    <a:pt x="1381" y="8098"/>
                  </a:lnTo>
                  <a:lnTo>
                    <a:pt x="1465" y="8140"/>
                  </a:lnTo>
                  <a:lnTo>
                    <a:pt x="1590" y="8223"/>
                  </a:lnTo>
                  <a:lnTo>
                    <a:pt x="1695" y="8223"/>
                  </a:lnTo>
                  <a:lnTo>
                    <a:pt x="1779" y="8265"/>
                  </a:lnTo>
                  <a:lnTo>
                    <a:pt x="1821" y="8349"/>
                  </a:lnTo>
                  <a:lnTo>
                    <a:pt x="1925" y="8412"/>
                  </a:lnTo>
                  <a:lnTo>
                    <a:pt x="2030" y="8412"/>
                  </a:lnTo>
                  <a:lnTo>
                    <a:pt x="2093" y="8475"/>
                  </a:lnTo>
                  <a:lnTo>
                    <a:pt x="2051" y="8558"/>
                  </a:lnTo>
                  <a:lnTo>
                    <a:pt x="1988" y="8621"/>
                  </a:lnTo>
                  <a:lnTo>
                    <a:pt x="1946" y="8663"/>
                  </a:lnTo>
                  <a:lnTo>
                    <a:pt x="1904" y="8726"/>
                  </a:lnTo>
                  <a:lnTo>
                    <a:pt x="2030" y="8830"/>
                  </a:lnTo>
                  <a:lnTo>
                    <a:pt x="2134" y="8851"/>
                  </a:lnTo>
                  <a:lnTo>
                    <a:pt x="2155" y="8830"/>
                  </a:lnTo>
                  <a:lnTo>
                    <a:pt x="2260" y="8872"/>
                  </a:lnTo>
                  <a:lnTo>
                    <a:pt x="2323" y="8851"/>
                  </a:lnTo>
                  <a:lnTo>
                    <a:pt x="2511" y="8977"/>
                  </a:lnTo>
                  <a:lnTo>
                    <a:pt x="2532" y="9039"/>
                  </a:lnTo>
                  <a:lnTo>
                    <a:pt x="2553" y="9207"/>
                  </a:lnTo>
                  <a:lnTo>
                    <a:pt x="2616" y="9270"/>
                  </a:lnTo>
                  <a:lnTo>
                    <a:pt x="2720" y="9291"/>
                  </a:lnTo>
                  <a:lnTo>
                    <a:pt x="2762" y="9353"/>
                  </a:lnTo>
                  <a:lnTo>
                    <a:pt x="2741" y="9458"/>
                  </a:lnTo>
                  <a:lnTo>
                    <a:pt x="2783" y="9521"/>
                  </a:lnTo>
                  <a:lnTo>
                    <a:pt x="2992" y="9563"/>
                  </a:lnTo>
                  <a:lnTo>
                    <a:pt x="3076" y="9625"/>
                  </a:lnTo>
                  <a:lnTo>
                    <a:pt x="3076" y="9688"/>
                  </a:lnTo>
                  <a:lnTo>
                    <a:pt x="3076" y="9876"/>
                  </a:lnTo>
                  <a:lnTo>
                    <a:pt x="3160" y="9918"/>
                  </a:lnTo>
                  <a:lnTo>
                    <a:pt x="3264" y="9981"/>
                  </a:lnTo>
                  <a:lnTo>
                    <a:pt x="3306" y="10044"/>
                  </a:lnTo>
                  <a:lnTo>
                    <a:pt x="3306" y="10086"/>
                  </a:lnTo>
                  <a:lnTo>
                    <a:pt x="3348" y="10190"/>
                  </a:lnTo>
                  <a:lnTo>
                    <a:pt x="3390" y="10232"/>
                  </a:lnTo>
                  <a:lnTo>
                    <a:pt x="3474" y="10253"/>
                  </a:lnTo>
                  <a:lnTo>
                    <a:pt x="3515" y="10337"/>
                  </a:lnTo>
                  <a:lnTo>
                    <a:pt x="3662" y="10420"/>
                  </a:lnTo>
                  <a:lnTo>
                    <a:pt x="3766" y="10462"/>
                  </a:lnTo>
                  <a:lnTo>
                    <a:pt x="3829" y="10441"/>
                  </a:lnTo>
                  <a:lnTo>
                    <a:pt x="3871" y="10399"/>
                  </a:lnTo>
                  <a:lnTo>
                    <a:pt x="3934" y="10337"/>
                  </a:lnTo>
                  <a:lnTo>
                    <a:pt x="4143" y="10337"/>
                  </a:lnTo>
                  <a:lnTo>
                    <a:pt x="4185" y="10399"/>
                  </a:lnTo>
                  <a:lnTo>
                    <a:pt x="4227" y="10399"/>
                  </a:lnTo>
                  <a:lnTo>
                    <a:pt x="4331" y="10337"/>
                  </a:lnTo>
                  <a:lnTo>
                    <a:pt x="4394" y="10295"/>
                  </a:lnTo>
                  <a:lnTo>
                    <a:pt x="4436" y="10211"/>
                  </a:lnTo>
                  <a:lnTo>
                    <a:pt x="4562" y="10211"/>
                  </a:lnTo>
                  <a:lnTo>
                    <a:pt x="4624" y="10232"/>
                  </a:lnTo>
                  <a:lnTo>
                    <a:pt x="4708" y="10399"/>
                  </a:lnTo>
                  <a:lnTo>
                    <a:pt x="4750" y="10462"/>
                  </a:lnTo>
                  <a:lnTo>
                    <a:pt x="4813" y="10525"/>
                  </a:lnTo>
                  <a:lnTo>
                    <a:pt x="4938" y="10567"/>
                  </a:lnTo>
                  <a:lnTo>
                    <a:pt x="5022" y="10630"/>
                  </a:lnTo>
                  <a:lnTo>
                    <a:pt x="5043" y="10734"/>
                  </a:lnTo>
                  <a:lnTo>
                    <a:pt x="5085" y="10755"/>
                  </a:lnTo>
                  <a:lnTo>
                    <a:pt x="5126" y="10839"/>
                  </a:lnTo>
                  <a:lnTo>
                    <a:pt x="5126" y="10923"/>
                  </a:lnTo>
                  <a:lnTo>
                    <a:pt x="5294" y="10923"/>
                  </a:lnTo>
                  <a:lnTo>
                    <a:pt x="5336" y="10944"/>
                  </a:lnTo>
                  <a:lnTo>
                    <a:pt x="5357" y="10923"/>
                  </a:lnTo>
                  <a:lnTo>
                    <a:pt x="5336" y="10860"/>
                  </a:lnTo>
                  <a:lnTo>
                    <a:pt x="5336" y="10776"/>
                  </a:lnTo>
                  <a:lnTo>
                    <a:pt x="5398" y="10713"/>
                  </a:lnTo>
                  <a:lnTo>
                    <a:pt x="5503" y="10755"/>
                  </a:lnTo>
                  <a:lnTo>
                    <a:pt x="5671" y="10818"/>
                  </a:lnTo>
                  <a:lnTo>
                    <a:pt x="5754" y="10776"/>
                  </a:lnTo>
                  <a:lnTo>
                    <a:pt x="5859" y="10818"/>
                  </a:lnTo>
                  <a:lnTo>
                    <a:pt x="5859" y="10923"/>
                  </a:lnTo>
                  <a:lnTo>
                    <a:pt x="6005" y="10944"/>
                  </a:lnTo>
                  <a:lnTo>
                    <a:pt x="6068" y="10944"/>
                  </a:lnTo>
                  <a:lnTo>
                    <a:pt x="6068" y="10860"/>
                  </a:lnTo>
                  <a:lnTo>
                    <a:pt x="6131" y="10776"/>
                  </a:lnTo>
                  <a:lnTo>
                    <a:pt x="6215" y="10818"/>
                  </a:lnTo>
                  <a:lnTo>
                    <a:pt x="6235" y="10776"/>
                  </a:lnTo>
                  <a:lnTo>
                    <a:pt x="6340" y="10776"/>
                  </a:lnTo>
                  <a:lnTo>
                    <a:pt x="6487" y="10734"/>
                  </a:lnTo>
                  <a:lnTo>
                    <a:pt x="6696" y="10713"/>
                  </a:lnTo>
                  <a:lnTo>
                    <a:pt x="6821" y="10755"/>
                  </a:lnTo>
                  <a:lnTo>
                    <a:pt x="6947" y="10713"/>
                  </a:lnTo>
                  <a:lnTo>
                    <a:pt x="7010" y="10609"/>
                  </a:lnTo>
                  <a:lnTo>
                    <a:pt x="7135" y="10525"/>
                  </a:lnTo>
                  <a:lnTo>
                    <a:pt x="7219" y="10420"/>
                  </a:lnTo>
                  <a:lnTo>
                    <a:pt x="7261" y="10399"/>
                  </a:lnTo>
                  <a:lnTo>
                    <a:pt x="7323" y="10337"/>
                  </a:lnTo>
                  <a:lnTo>
                    <a:pt x="7428" y="10232"/>
                  </a:lnTo>
                  <a:lnTo>
                    <a:pt x="7470" y="10232"/>
                  </a:lnTo>
                  <a:lnTo>
                    <a:pt x="7595" y="10023"/>
                  </a:lnTo>
                  <a:lnTo>
                    <a:pt x="7805" y="9814"/>
                  </a:lnTo>
                  <a:lnTo>
                    <a:pt x="7763" y="9604"/>
                  </a:lnTo>
                  <a:lnTo>
                    <a:pt x="7700" y="9563"/>
                  </a:lnTo>
                  <a:lnTo>
                    <a:pt x="7679" y="9353"/>
                  </a:lnTo>
                  <a:lnTo>
                    <a:pt x="7595" y="9249"/>
                  </a:lnTo>
                  <a:lnTo>
                    <a:pt x="7554" y="9144"/>
                  </a:lnTo>
                  <a:lnTo>
                    <a:pt x="7470" y="9060"/>
                  </a:lnTo>
                  <a:lnTo>
                    <a:pt x="7365" y="9060"/>
                  </a:lnTo>
                  <a:lnTo>
                    <a:pt x="7323" y="8998"/>
                  </a:lnTo>
                  <a:lnTo>
                    <a:pt x="7323" y="8956"/>
                  </a:lnTo>
                  <a:lnTo>
                    <a:pt x="7219" y="8893"/>
                  </a:lnTo>
                  <a:lnTo>
                    <a:pt x="7114" y="8726"/>
                  </a:lnTo>
                  <a:lnTo>
                    <a:pt x="7072" y="8684"/>
                  </a:lnTo>
                  <a:lnTo>
                    <a:pt x="7051" y="8621"/>
                  </a:lnTo>
                  <a:lnTo>
                    <a:pt x="6947" y="8516"/>
                  </a:lnTo>
                  <a:lnTo>
                    <a:pt x="6905" y="8433"/>
                  </a:lnTo>
                  <a:lnTo>
                    <a:pt x="6633" y="8433"/>
                  </a:lnTo>
                  <a:lnTo>
                    <a:pt x="6549" y="8412"/>
                  </a:lnTo>
                  <a:lnTo>
                    <a:pt x="6507" y="8328"/>
                  </a:lnTo>
                  <a:lnTo>
                    <a:pt x="6591" y="8203"/>
                  </a:lnTo>
                  <a:lnTo>
                    <a:pt x="6654" y="8161"/>
                  </a:lnTo>
                  <a:lnTo>
                    <a:pt x="6654" y="8035"/>
                  </a:lnTo>
                  <a:lnTo>
                    <a:pt x="6800" y="8056"/>
                  </a:lnTo>
                  <a:lnTo>
                    <a:pt x="6905" y="8035"/>
                  </a:lnTo>
                  <a:lnTo>
                    <a:pt x="6947" y="8098"/>
                  </a:lnTo>
                  <a:lnTo>
                    <a:pt x="7031" y="8098"/>
                  </a:lnTo>
                  <a:lnTo>
                    <a:pt x="7051" y="8035"/>
                  </a:lnTo>
                  <a:lnTo>
                    <a:pt x="7135" y="7951"/>
                  </a:lnTo>
                  <a:lnTo>
                    <a:pt x="7156" y="7700"/>
                  </a:lnTo>
                  <a:lnTo>
                    <a:pt x="7135" y="7470"/>
                  </a:lnTo>
                  <a:lnTo>
                    <a:pt x="7177" y="7303"/>
                  </a:lnTo>
                  <a:lnTo>
                    <a:pt x="7282" y="7177"/>
                  </a:lnTo>
                  <a:lnTo>
                    <a:pt x="7282" y="7052"/>
                  </a:lnTo>
                  <a:lnTo>
                    <a:pt x="7240" y="6968"/>
                  </a:lnTo>
                  <a:lnTo>
                    <a:pt x="7282" y="6863"/>
                  </a:lnTo>
                  <a:lnTo>
                    <a:pt x="7386" y="6696"/>
                  </a:lnTo>
                  <a:lnTo>
                    <a:pt x="7428" y="6633"/>
                  </a:lnTo>
                  <a:lnTo>
                    <a:pt x="7470" y="6633"/>
                  </a:lnTo>
                  <a:lnTo>
                    <a:pt x="7533" y="6654"/>
                  </a:lnTo>
                  <a:lnTo>
                    <a:pt x="7658" y="6215"/>
                  </a:lnTo>
                  <a:lnTo>
                    <a:pt x="7700" y="6026"/>
                  </a:lnTo>
                  <a:lnTo>
                    <a:pt x="7888" y="5922"/>
                  </a:lnTo>
                  <a:lnTo>
                    <a:pt x="7888" y="5817"/>
                  </a:lnTo>
                  <a:lnTo>
                    <a:pt x="8014" y="5608"/>
                  </a:lnTo>
                  <a:lnTo>
                    <a:pt x="8056" y="5503"/>
                  </a:lnTo>
                  <a:lnTo>
                    <a:pt x="8160" y="5482"/>
                  </a:lnTo>
                  <a:lnTo>
                    <a:pt x="8202" y="5482"/>
                  </a:lnTo>
                  <a:lnTo>
                    <a:pt x="8265" y="5294"/>
                  </a:lnTo>
                  <a:lnTo>
                    <a:pt x="8412" y="5022"/>
                  </a:lnTo>
                  <a:lnTo>
                    <a:pt x="8412" y="4813"/>
                  </a:lnTo>
                  <a:lnTo>
                    <a:pt x="8495" y="4666"/>
                  </a:lnTo>
                  <a:lnTo>
                    <a:pt x="8516" y="4604"/>
                  </a:lnTo>
                  <a:lnTo>
                    <a:pt x="8495" y="4604"/>
                  </a:lnTo>
                  <a:lnTo>
                    <a:pt x="8474" y="4478"/>
                  </a:lnTo>
                  <a:lnTo>
                    <a:pt x="8391" y="4248"/>
                  </a:lnTo>
                  <a:lnTo>
                    <a:pt x="8412" y="4122"/>
                  </a:lnTo>
                  <a:lnTo>
                    <a:pt x="8474" y="4039"/>
                  </a:lnTo>
                  <a:lnTo>
                    <a:pt x="8474" y="3934"/>
                  </a:lnTo>
                  <a:lnTo>
                    <a:pt x="8579" y="3809"/>
                  </a:lnTo>
                  <a:lnTo>
                    <a:pt x="8621" y="3516"/>
                  </a:lnTo>
                  <a:lnTo>
                    <a:pt x="8684" y="3327"/>
                  </a:lnTo>
                  <a:lnTo>
                    <a:pt x="8725" y="3285"/>
                  </a:lnTo>
                  <a:lnTo>
                    <a:pt x="8684" y="3223"/>
                  </a:lnTo>
                  <a:lnTo>
                    <a:pt x="8621" y="3202"/>
                  </a:lnTo>
                  <a:lnTo>
                    <a:pt x="8704" y="3076"/>
                  </a:lnTo>
                  <a:lnTo>
                    <a:pt x="8704" y="2930"/>
                  </a:lnTo>
                  <a:lnTo>
                    <a:pt x="8746" y="2909"/>
                  </a:lnTo>
                  <a:lnTo>
                    <a:pt x="8914" y="2909"/>
                  </a:lnTo>
                  <a:lnTo>
                    <a:pt x="8914" y="2825"/>
                  </a:lnTo>
                  <a:lnTo>
                    <a:pt x="8914" y="2783"/>
                  </a:lnTo>
                  <a:lnTo>
                    <a:pt x="8914" y="2721"/>
                  </a:lnTo>
                  <a:lnTo>
                    <a:pt x="9018" y="2700"/>
                  </a:lnTo>
                  <a:lnTo>
                    <a:pt x="9102" y="2658"/>
                  </a:lnTo>
                  <a:lnTo>
                    <a:pt x="9228" y="2658"/>
                  </a:lnTo>
                  <a:lnTo>
                    <a:pt x="9248" y="2574"/>
                  </a:lnTo>
                  <a:lnTo>
                    <a:pt x="9353" y="2553"/>
                  </a:lnTo>
                  <a:lnTo>
                    <a:pt x="9458" y="2490"/>
                  </a:lnTo>
                  <a:lnTo>
                    <a:pt x="9541" y="2386"/>
                  </a:lnTo>
                  <a:lnTo>
                    <a:pt x="9479" y="2386"/>
                  </a:lnTo>
                  <a:lnTo>
                    <a:pt x="9479" y="2302"/>
                  </a:lnTo>
                  <a:lnTo>
                    <a:pt x="9353" y="2239"/>
                  </a:lnTo>
                  <a:lnTo>
                    <a:pt x="9248" y="2239"/>
                  </a:lnTo>
                  <a:lnTo>
                    <a:pt x="9248" y="2135"/>
                  </a:lnTo>
                  <a:lnTo>
                    <a:pt x="8997" y="1946"/>
                  </a:lnTo>
                  <a:lnTo>
                    <a:pt x="8914" y="1946"/>
                  </a:lnTo>
                  <a:lnTo>
                    <a:pt x="8809" y="1737"/>
                  </a:lnTo>
                  <a:lnTo>
                    <a:pt x="8725" y="1507"/>
                  </a:lnTo>
                  <a:lnTo>
                    <a:pt x="8746" y="1256"/>
                  </a:lnTo>
                  <a:lnTo>
                    <a:pt x="8725" y="1047"/>
                  </a:lnTo>
                  <a:lnTo>
                    <a:pt x="8579" y="628"/>
                  </a:lnTo>
                  <a:lnTo>
                    <a:pt x="8579" y="524"/>
                  </a:lnTo>
                  <a:lnTo>
                    <a:pt x="8600" y="503"/>
                  </a:lnTo>
                  <a:lnTo>
                    <a:pt x="8621" y="565"/>
                  </a:lnTo>
                  <a:lnTo>
                    <a:pt x="8642" y="607"/>
                  </a:lnTo>
                  <a:lnTo>
                    <a:pt x="8684" y="607"/>
                  </a:lnTo>
                  <a:lnTo>
                    <a:pt x="8684" y="565"/>
                  </a:lnTo>
                  <a:lnTo>
                    <a:pt x="8579" y="419"/>
                  </a:lnTo>
                  <a:lnTo>
                    <a:pt x="8516" y="252"/>
                  </a:lnTo>
                  <a:lnTo>
                    <a:pt x="8495" y="210"/>
                  </a:lnTo>
                  <a:lnTo>
                    <a:pt x="8495" y="189"/>
                  </a:lnTo>
                  <a:lnTo>
                    <a:pt x="8495" y="168"/>
                  </a:lnTo>
                  <a:lnTo>
                    <a:pt x="8495" y="147"/>
                  </a:lnTo>
                  <a:lnTo>
                    <a:pt x="8474" y="84"/>
                  </a:lnTo>
                  <a:lnTo>
                    <a:pt x="8495" y="42"/>
                  </a:lnTo>
                  <a:lnTo>
                    <a:pt x="849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60"/>
            <p:cNvSpPr/>
            <p:nvPr/>
          </p:nvSpPr>
          <p:spPr>
            <a:xfrm>
              <a:off x="3973815" y="3045871"/>
              <a:ext cx="104655" cy="75923"/>
            </a:xfrm>
            <a:custGeom>
              <a:rect b="b" l="l" r="r" t="t"/>
              <a:pathLst>
                <a:path extrusionOk="0" h="6676" w="8789">
                  <a:moveTo>
                    <a:pt x="2511" y="1"/>
                  </a:moveTo>
                  <a:lnTo>
                    <a:pt x="2344" y="336"/>
                  </a:lnTo>
                  <a:lnTo>
                    <a:pt x="2239" y="336"/>
                  </a:lnTo>
                  <a:lnTo>
                    <a:pt x="2218" y="419"/>
                  </a:lnTo>
                  <a:lnTo>
                    <a:pt x="2093" y="398"/>
                  </a:lnTo>
                  <a:lnTo>
                    <a:pt x="2009" y="357"/>
                  </a:lnTo>
                  <a:lnTo>
                    <a:pt x="1988" y="419"/>
                  </a:lnTo>
                  <a:lnTo>
                    <a:pt x="1905" y="566"/>
                  </a:lnTo>
                  <a:lnTo>
                    <a:pt x="1905" y="775"/>
                  </a:lnTo>
                  <a:lnTo>
                    <a:pt x="1758" y="1047"/>
                  </a:lnTo>
                  <a:lnTo>
                    <a:pt x="1695" y="1235"/>
                  </a:lnTo>
                  <a:lnTo>
                    <a:pt x="1653" y="1235"/>
                  </a:lnTo>
                  <a:lnTo>
                    <a:pt x="1549" y="1256"/>
                  </a:lnTo>
                  <a:lnTo>
                    <a:pt x="1507" y="1361"/>
                  </a:lnTo>
                  <a:lnTo>
                    <a:pt x="1381" y="1570"/>
                  </a:lnTo>
                  <a:lnTo>
                    <a:pt x="1381" y="1675"/>
                  </a:lnTo>
                  <a:lnTo>
                    <a:pt x="1193" y="1779"/>
                  </a:lnTo>
                  <a:lnTo>
                    <a:pt x="1151" y="1968"/>
                  </a:lnTo>
                  <a:lnTo>
                    <a:pt x="1026" y="2407"/>
                  </a:lnTo>
                  <a:lnTo>
                    <a:pt x="963" y="2386"/>
                  </a:lnTo>
                  <a:lnTo>
                    <a:pt x="921" y="2386"/>
                  </a:lnTo>
                  <a:lnTo>
                    <a:pt x="879" y="2449"/>
                  </a:lnTo>
                  <a:lnTo>
                    <a:pt x="775" y="2616"/>
                  </a:lnTo>
                  <a:lnTo>
                    <a:pt x="733" y="2721"/>
                  </a:lnTo>
                  <a:lnTo>
                    <a:pt x="775" y="2805"/>
                  </a:lnTo>
                  <a:lnTo>
                    <a:pt x="775" y="2930"/>
                  </a:lnTo>
                  <a:lnTo>
                    <a:pt x="670" y="3056"/>
                  </a:lnTo>
                  <a:lnTo>
                    <a:pt x="628" y="3223"/>
                  </a:lnTo>
                  <a:lnTo>
                    <a:pt x="649" y="3453"/>
                  </a:lnTo>
                  <a:lnTo>
                    <a:pt x="628" y="3704"/>
                  </a:lnTo>
                  <a:lnTo>
                    <a:pt x="544" y="3788"/>
                  </a:lnTo>
                  <a:lnTo>
                    <a:pt x="524" y="3851"/>
                  </a:lnTo>
                  <a:lnTo>
                    <a:pt x="440" y="3851"/>
                  </a:lnTo>
                  <a:lnTo>
                    <a:pt x="398" y="3788"/>
                  </a:lnTo>
                  <a:lnTo>
                    <a:pt x="293" y="3809"/>
                  </a:lnTo>
                  <a:lnTo>
                    <a:pt x="147" y="3788"/>
                  </a:lnTo>
                  <a:lnTo>
                    <a:pt x="147" y="3914"/>
                  </a:lnTo>
                  <a:lnTo>
                    <a:pt x="84" y="3956"/>
                  </a:lnTo>
                  <a:lnTo>
                    <a:pt x="0" y="4081"/>
                  </a:lnTo>
                  <a:lnTo>
                    <a:pt x="42" y="4165"/>
                  </a:lnTo>
                  <a:lnTo>
                    <a:pt x="126" y="4186"/>
                  </a:lnTo>
                  <a:lnTo>
                    <a:pt x="398" y="4186"/>
                  </a:lnTo>
                  <a:lnTo>
                    <a:pt x="440" y="4269"/>
                  </a:lnTo>
                  <a:lnTo>
                    <a:pt x="544" y="4374"/>
                  </a:lnTo>
                  <a:lnTo>
                    <a:pt x="565" y="4437"/>
                  </a:lnTo>
                  <a:lnTo>
                    <a:pt x="607" y="4479"/>
                  </a:lnTo>
                  <a:lnTo>
                    <a:pt x="712" y="4646"/>
                  </a:lnTo>
                  <a:lnTo>
                    <a:pt x="816" y="4709"/>
                  </a:lnTo>
                  <a:lnTo>
                    <a:pt x="816" y="4751"/>
                  </a:lnTo>
                  <a:lnTo>
                    <a:pt x="858" y="4813"/>
                  </a:lnTo>
                  <a:lnTo>
                    <a:pt x="963" y="4813"/>
                  </a:lnTo>
                  <a:lnTo>
                    <a:pt x="1047" y="4897"/>
                  </a:lnTo>
                  <a:lnTo>
                    <a:pt x="1088" y="5002"/>
                  </a:lnTo>
                  <a:lnTo>
                    <a:pt x="1172" y="5106"/>
                  </a:lnTo>
                  <a:lnTo>
                    <a:pt x="1193" y="5316"/>
                  </a:lnTo>
                  <a:lnTo>
                    <a:pt x="1256" y="5357"/>
                  </a:lnTo>
                  <a:lnTo>
                    <a:pt x="1298" y="5567"/>
                  </a:lnTo>
                  <a:lnTo>
                    <a:pt x="1340" y="5525"/>
                  </a:lnTo>
                  <a:lnTo>
                    <a:pt x="1402" y="5629"/>
                  </a:lnTo>
                  <a:lnTo>
                    <a:pt x="1507" y="5588"/>
                  </a:lnTo>
                  <a:lnTo>
                    <a:pt x="1612" y="5629"/>
                  </a:lnTo>
                  <a:lnTo>
                    <a:pt x="1612" y="5964"/>
                  </a:lnTo>
                  <a:lnTo>
                    <a:pt x="1695" y="6069"/>
                  </a:lnTo>
                  <a:lnTo>
                    <a:pt x="1821" y="6090"/>
                  </a:lnTo>
                  <a:lnTo>
                    <a:pt x="1967" y="6048"/>
                  </a:lnTo>
                  <a:lnTo>
                    <a:pt x="2093" y="6090"/>
                  </a:lnTo>
                  <a:lnTo>
                    <a:pt x="2386" y="6069"/>
                  </a:lnTo>
                  <a:lnTo>
                    <a:pt x="2490" y="6152"/>
                  </a:lnTo>
                  <a:lnTo>
                    <a:pt x="2721" y="6383"/>
                  </a:lnTo>
                  <a:lnTo>
                    <a:pt x="2867" y="6466"/>
                  </a:lnTo>
                  <a:lnTo>
                    <a:pt x="2951" y="6571"/>
                  </a:lnTo>
                  <a:lnTo>
                    <a:pt x="3055" y="6613"/>
                  </a:lnTo>
                  <a:lnTo>
                    <a:pt x="3244" y="6613"/>
                  </a:lnTo>
                  <a:lnTo>
                    <a:pt x="3369" y="6676"/>
                  </a:lnTo>
                  <a:lnTo>
                    <a:pt x="3537" y="6634"/>
                  </a:lnTo>
                  <a:lnTo>
                    <a:pt x="3641" y="6676"/>
                  </a:lnTo>
                  <a:lnTo>
                    <a:pt x="3850" y="6676"/>
                  </a:lnTo>
                  <a:lnTo>
                    <a:pt x="3997" y="6424"/>
                  </a:lnTo>
                  <a:lnTo>
                    <a:pt x="4060" y="6362"/>
                  </a:lnTo>
                  <a:lnTo>
                    <a:pt x="4164" y="6299"/>
                  </a:lnTo>
                  <a:lnTo>
                    <a:pt x="4269" y="6299"/>
                  </a:lnTo>
                  <a:lnTo>
                    <a:pt x="4311" y="6278"/>
                  </a:lnTo>
                  <a:lnTo>
                    <a:pt x="4583" y="6257"/>
                  </a:lnTo>
                  <a:lnTo>
                    <a:pt x="4645" y="6278"/>
                  </a:lnTo>
                  <a:lnTo>
                    <a:pt x="4729" y="6404"/>
                  </a:lnTo>
                  <a:lnTo>
                    <a:pt x="4834" y="6466"/>
                  </a:lnTo>
                  <a:lnTo>
                    <a:pt x="5043" y="6424"/>
                  </a:lnTo>
                  <a:lnTo>
                    <a:pt x="5210" y="6424"/>
                  </a:lnTo>
                  <a:lnTo>
                    <a:pt x="5252" y="6320"/>
                  </a:lnTo>
                  <a:lnTo>
                    <a:pt x="5441" y="6257"/>
                  </a:lnTo>
                  <a:lnTo>
                    <a:pt x="5629" y="6215"/>
                  </a:lnTo>
                  <a:lnTo>
                    <a:pt x="5775" y="6152"/>
                  </a:lnTo>
                  <a:lnTo>
                    <a:pt x="5880" y="6069"/>
                  </a:lnTo>
                  <a:lnTo>
                    <a:pt x="5943" y="5964"/>
                  </a:lnTo>
                  <a:lnTo>
                    <a:pt x="6068" y="5880"/>
                  </a:lnTo>
                  <a:lnTo>
                    <a:pt x="6173" y="5880"/>
                  </a:lnTo>
                  <a:lnTo>
                    <a:pt x="6278" y="5797"/>
                  </a:lnTo>
                  <a:lnTo>
                    <a:pt x="7010" y="5797"/>
                  </a:lnTo>
                  <a:lnTo>
                    <a:pt x="8788" y="4018"/>
                  </a:lnTo>
                  <a:lnTo>
                    <a:pt x="8056" y="4018"/>
                  </a:lnTo>
                  <a:lnTo>
                    <a:pt x="6361" y="3495"/>
                  </a:lnTo>
                  <a:lnTo>
                    <a:pt x="6215" y="3370"/>
                  </a:lnTo>
                  <a:lnTo>
                    <a:pt x="6006" y="3349"/>
                  </a:lnTo>
                  <a:lnTo>
                    <a:pt x="5943" y="3160"/>
                  </a:lnTo>
                  <a:lnTo>
                    <a:pt x="5964" y="3014"/>
                  </a:lnTo>
                  <a:lnTo>
                    <a:pt x="5796" y="2930"/>
                  </a:lnTo>
                  <a:lnTo>
                    <a:pt x="5692" y="2616"/>
                  </a:lnTo>
                  <a:lnTo>
                    <a:pt x="5650" y="2386"/>
                  </a:lnTo>
                  <a:lnTo>
                    <a:pt x="5692" y="2323"/>
                  </a:lnTo>
                  <a:lnTo>
                    <a:pt x="5587" y="2282"/>
                  </a:lnTo>
                  <a:lnTo>
                    <a:pt x="5441" y="2303"/>
                  </a:lnTo>
                  <a:lnTo>
                    <a:pt x="5315" y="2386"/>
                  </a:lnTo>
                  <a:lnTo>
                    <a:pt x="5106" y="2386"/>
                  </a:lnTo>
                  <a:lnTo>
                    <a:pt x="5022" y="2323"/>
                  </a:lnTo>
                  <a:lnTo>
                    <a:pt x="5127" y="2198"/>
                  </a:lnTo>
                  <a:lnTo>
                    <a:pt x="5127" y="2093"/>
                  </a:lnTo>
                  <a:lnTo>
                    <a:pt x="5169" y="1989"/>
                  </a:lnTo>
                  <a:lnTo>
                    <a:pt x="5169" y="1821"/>
                  </a:lnTo>
                  <a:lnTo>
                    <a:pt x="5210" y="1717"/>
                  </a:lnTo>
                  <a:lnTo>
                    <a:pt x="5252" y="1591"/>
                  </a:lnTo>
                  <a:lnTo>
                    <a:pt x="5357" y="1570"/>
                  </a:lnTo>
                  <a:lnTo>
                    <a:pt x="5210" y="1361"/>
                  </a:lnTo>
                  <a:lnTo>
                    <a:pt x="5127" y="1361"/>
                  </a:lnTo>
                  <a:lnTo>
                    <a:pt x="5106" y="1277"/>
                  </a:lnTo>
                  <a:lnTo>
                    <a:pt x="5064" y="1173"/>
                  </a:lnTo>
                  <a:lnTo>
                    <a:pt x="4959" y="1026"/>
                  </a:lnTo>
                  <a:lnTo>
                    <a:pt x="4855" y="984"/>
                  </a:lnTo>
                  <a:lnTo>
                    <a:pt x="4687" y="838"/>
                  </a:lnTo>
                  <a:lnTo>
                    <a:pt x="4541" y="733"/>
                  </a:lnTo>
                  <a:lnTo>
                    <a:pt x="4520" y="671"/>
                  </a:lnTo>
                  <a:lnTo>
                    <a:pt x="4415" y="671"/>
                  </a:lnTo>
                  <a:lnTo>
                    <a:pt x="4394" y="629"/>
                  </a:lnTo>
                  <a:lnTo>
                    <a:pt x="4227" y="629"/>
                  </a:lnTo>
                  <a:lnTo>
                    <a:pt x="4185" y="524"/>
                  </a:lnTo>
                  <a:lnTo>
                    <a:pt x="3976" y="336"/>
                  </a:lnTo>
                  <a:lnTo>
                    <a:pt x="3871" y="315"/>
                  </a:lnTo>
                  <a:lnTo>
                    <a:pt x="3788" y="231"/>
                  </a:lnTo>
                  <a:lnTo>
                    <a:pt x="3662" y="210"/>
                  </a:lnTo>
                  <a:lnTo>
                    <a:pt x="3578" y="231"/>
                  </a:lnTo>
                  <a:lnTo>
                    <a:pt x="3557" y="252"/>
                  </a:lnTo>
                  <a:lnTo>
                    <a:pt x="3369" y="106"/>
                  </a:lnTo>
                  <a:lnTo>
                    <a:pt x="3265" y="106"/>
                  </a:lnTo>
                  <a:lnTo>
                    <a:pt x="3223" y="147"/>
                  </a:lnTo>
                  <a:lnTo>
                    <a:pt x="3139" y="85"/>
                  </a:lnTo>
                  <a:lnTo>
                    <a:pt x="3034" y="106"/>
                  </a:lnTo>
                  <a:lnTo>
                    <a:pt x="2930" y="189"/>
                  </a:lnTo>
                  <a:lnTo>
                    <a:pt x="2825" y="189"/>
                  </a:lnTo>
                  <a:lnTo>
                    <a:pt x="2595" y="106"/>
                  </a:lnTo>
                  <a:lnTo>
                    <a:pt x="2553" y="43"/>
                  </a:lnTo>
                  <a:lnTo>
                    <a:pt x="251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60"/>
            <p:cNvSpPr/>
            <p:nvPr/>
          </p:nvSpPr>
          <p:spPr>
            <a:xfrm>
              <a:off x="3996236" y="3024695"/>
              <a:ext cx="46106" cy="39042"/>
            </a:xfrm>
            <a:custGeom>
              <a:rect b="b" l="l" r="r" t="t"/>
              <a:pathLst>
                <a:path extrusionOk="0" h="3433" w="3872">
                  <a:moveTo>
                    <a:pt x="1151" y="1"/>
                  </a:moveTo>
                  <a:lnTo>
                    <a:pt x="1068" y="105"/>
                  </a:lnTo>
                  <a:lnTo>
                    <a:pt x="963" y="168"/>
                  </a:lnTo>
                  <a:lnTo>
                    <a:pt x="858" y="189"/>
                  </a:lnTo>
                  <a:lnTo>
                    <a:pt x="838" y="273"/>
                  </a:lnTo>
                  <a:lnTo>
                    <a:pt x="712" y="273"/>
                  </a:lnTo>
                  <a:lnTo>
                    <a:pt x="628" y="315"/>
                  </a:lnTo>
                  <a:lnTo>
                    <a:pt x="524" y="336"/>
                  </a:lnTo>
                  <a:lnTo>
                    <a:pt x="524" y="398"/>
                  </a:lnTo>
                  <a:lnTo>
                    <a:pt x="524" y="440"/>
                  </a:lnTo>
                  <a:lnTo>
                    <a:pt x="524" y="524"/>
                  </a:lnTo>
                  <a:lnTo>
                    <a:pt x="356" y="524"/>
                  </a:lnTo>
                  <a:lnTo>
                    <a:pt x="314" y="545"/>
                  </a:lnTo>
                  <a:lnTo>
                    <a:pt x="314" y="691"/>
                  </a:lnTo>
                  <a:lnTo>
                    <a:pt x="231" y="817"/>
                  </a:lnTo>
                  <a:lnTo>
                    <a:pt x="294" y="838"/>
                  </a:lnTo>
                  <a:lnTo>
                    <a:pt x="335" y="900"/>
                  </a:lnTo>
                  <a:lnTo>
                    <a:pt x="294" y="942"/>
                  </a:lnTo>
                  <a:lnTo>
                    <a:pt x="231" y="1131"/>
                  </a:lnTo>
                  <a:lnTo>
                    <a:pt x="189" y="1424"/>
                  </a:lnTo>
                  <a:lnTo>
                    <a:pt x="84" y="1549"/>
                  </a:lnTo>
                  <a:lnTo>
                    <a:pt x="84" y="1654"/>
                  </a:lnTo>
                  <a:lnTo>
                    <a:pt x="22" y="1737"/>
                  </a:lnTo>
                  <a:lnTo>
                    <a:pt x="1" y="1863"/>
                  </a:lnTo>
                  <a:lnTo>
                    <a:pt x="84" y="2093"/>
                  </a:lnTo>
                  <a:lnTo>
                    <a:pt x="105" y="2219"/>
                  </a:lnTo>
                  <a:lnTo>
                    <a:pt x="126" y="2219"/>
                  </a:lnTo>
                  <a:lnTo>
                    <a:pt x="210" y="2260"/>
                  </a:lnTo>
                  <a:lnTo>
                    <a:pt x="335" y="2281"/>
                  </a:lnTo>
                  <a:lnTo>
                    <a:pt x="356" y="2198"/>
                  </a:lnTo>
                  <a:lnTo>
                    <a:pt x="461" y="2198"/>
                  </a:lnTo>
                  <a:lnTo>
                    <a:pt x="628" y="1863"/>
                  </a:lnTo>
                  <a:lnTo>
                    <a:pt x="670" y="1905"/>
                  </a:lnTo>
                  <a:lnTo>
                    <a:pt x="712" y="1968"/>
                  </a:lnTo>
                  <a:lnTo>
                    <a:pt x="942" y="2051"/>
                  </a:lnTo>
                  <a:lnTo>
                    <a:pt x="1047" y="2051"/>
                  </a:lnTo>
                  <a:lnTo>
                    <a:pt x="1151" y="1968"/>
                  </a:lnTo>
                  <a:lnTo>
                    <a:pt x="1256" y="1947"/>
                  </a:lnTo>
                  <a:lnTo>
                    <a:pt x="1340" y="2009"/>
                  </a:lnTo>
                  <a:lnTo>
                    <a:pt x="1382" y="1968"/>
                  </a:lnTo>
                  <a:lnTo>
                    <a:pt x="1486" y="1968"/>
                  </a:lnTo>
                  <a:lnTo>
                    <a:pt x="1674" y="2114"/>
                  </a:lnTo>
                  <a:lnTo>
                    <a:pt x="1695" y="2093"/>
                  </a:lnTo>
                  <a:lnTo>
                    <a:pt x="1779" y="2072"/>
                  </a:lnTo>
                  <a:lnTo>
                    <a:pt x="1905" y="2093"/>
                  </a:lnTo>
                  <a:lnTo>
                    <a:pt x="1988" y="2177"/>
                  </a:lnTo>
                  <a:lnTo>
                    <a:pt x="2093" y="2198"/>
                  </a:lnTo>
                  <a:lnTo>
                    <a:pt x="2302" y="2386"/>
                  </a:lnTo>
                  <a:lnTo>
                    <a:pt x="2344" y="2491"/>
                  </a:lnTo>
                  <a:lnTo>
                    <a:pt x="2511" y="2491"/>
                  </a:lnTo>
                  <a:lnTo>
                    <a:pt x="2532" y="2533"/>
                  </a:lnTo>
                  <a:lnTo>
                    <a:pt x="2637" y="2533"/>
                  </a:lnTo>
                  <a:lnTo>
                    <a:pt x="2658" y="2595"/>
                  </a:lnTo>
                  <a:lnTo>
                    <a:pt x="2804" y="2700"/>
                  </a:lnTo>
                  <a:lnTo>
                    <a:pt x="2972" y="2846"/>
                  </a:lnTo>
                  <a:lnTo>
                    <a:pt x="3076" y="2888"/>
                  </a:lnTo>
                  <a:lnTo>
                    <a:pt x="3181" y="3035"/>
                  </a:lnTo>
                  <a:lnTo>
                    <a:pt x="3223" y="3139"/>
                  </a:lnTo>
                  <a:lnTo>
                    <a:pt x="3244" y="3223"/>
                  </a:lnTo>
                  <a:lnTo>
                    <a:pt x="3327" y="3223"/>
                  </a:lnTo>
                  <a:lnTo>
                    <a:pt x="3474" y="3432"/>
                  </a:lnTo>
                  <a:lnTo>
                    <a:pt x="3599" y="3369"/>
                  </a:lnTo>
                  <a:lnTo>
                    <a:pt x="3662" y="3328"/>
                  </a:lnTo>
                  <a:lnTo>
                    <a:pt x="3746" y="3307"/>
                  </a:lnTo>
                  <a:lnTo>
                    <a:pt x="3871" y="3202"/>
                  </a:lnTo>
                  <a:lnTo>
                    <a:pt x="3809" y="3160"/>
                  </a:lnTo>
                  <a:lnTo>
                    <a:pt x="3809" y="3139"/>
                  </a:lnTo>
                  <a:lnTo>
                    <a:pt x="3767" y="3202"/>
                  </a:lnTo>
                  <a:lnTo>
                    <a:pt x="3683" y="3139"/>
                  </a:lnTo>
                  <a:lnTo>
                    <a:pt x="3641" y="3139"/>
                  </a:lnTo>
                  <a:lnTo>
                    <a:pt x="3579" y="3035"/>
                  </a:lnTo>
                  <a:lnTo>
                    <a:pt x="3599" y="3014"/>
                  </a:lnTo>
                  <a:lnTo>
                    <a:pt x="3537" y="2909"/>
                  </a:lnTo>
                  <a:lnTo>
                    <a:pt x="3453" y="2888"/>
                  </a:lnTo>
                  <a:lnTo>
                    <a:pt x="3348" y="2637"/>
                  </a:lnTo>
                  <a:lnTo>
                    <a:pt x="3327" y="2595"/>
                  </a:lnTo>
                  <a:lnTo>
                    <a:pt x="3327" y="2616"/>
                  </a:lnTo>
                  <a:lnTo>
                    <a:pt x="3265" y="2616"/>
                  </a:lnTo>
                  <a:lnTo>
                    <a:pt x="3181" y="2512"/>
                  </a:lnTo>
                  <a:lnTo>
                    <a:pt x="3055" y="2470"/>
                  </a:lnTo>
                  <a:lnTo>
                    <a:pt x="2972" y="2323"/>
                  </a:lnTo>
                  <a:lnTo>
                    <a:pt x="2804" y="2093"/>
                  </a:lnTo>
                  <a:lnTo>
                    <a:pt x="2742" y="2051"/>
                  </a:lnTo>
                  <a:lnTo>
                    <a:pt x="2595" y="2009"/>
                  </a:lnTo>
                  <a:lnTo>
                    <a:pt x="2532" y="1947"/>
                  </a:lnTo>
                  <a:lnTo>
                    <a:pt x="2428" y="1800"/>
                  </a:lnTo>
                  <a:lnTo>
                    <a:pt x="2344" y="1842"/>
                  </a:lnTo>
                  <a:lnTo>
                    <a:pt x="2218" y="1842"/>
                  </a:lnTo>
                  <a:lnTo>
                    <a:pt x="2177" y="1863"/>
                  </a:lnTo>
                  <a:lnTo>
                    <a:pt x="2114" y="1800"/>
                  </a:lnTo>
                  <a:lnTo>
                    <a:pt x="2009" y="1654"/>
                  </a:lnTo>
                  <a:lnTo>
                    <a:pt x="2072" y="1633"/>
                  </a:lnTo>
                  <a:lnTo>
                    <a:pt x="1967" y="1465"/>
                  </a:lnTo>
                  <a:lnTo>
                    <a:pt x="1905" y="1486"/>
                  </a:lnTo>
                  <a:lnTo>
                    <a:pt x="1905" y="1591"/>
                  </a:lnTo>
                  <a:lnTo>
                    <a:pt x="1926" y="1591"/>
                  </a:lnTo>
                  <a:lnTo>
                    <a:pt x="1926" y="1758"/>
                  </a:lnTo>
                  <a:lnTo>
                    <a:pt x="1821" y="1737"/>
                  </a:lnTo>
                  <a:lnTo>
                    <a:pt x="1800" y="1549"/>
                  </a:lnTo>
                  <a:lnTo>
                    <a:pt x="1758" y="1444"/>
                  </a:lnTo>
                  <a:lnTo>
                    <a:pt x="1674" y="1424"/>
                  </a:lnTo>
                  <a:lnTo>
                    <a:pt x="1674" y="1361"/>
                  </a:lnTo>
                  <a:lnTo>
                    <a:pt x="1654" y="1214"/>
                  </a:lnTo>
                  <a:lnTo>
                    <a:pt x="1591" y="1172"/>
                  </a:lnTo>
                  <a:lnTo>
                    <a:pt x="1507" y="754"/>
                  </a:lnTo>
                  <a:lnTo>
                    <a:pt x="1277" y="126"/>
                  </a:lnTo>
                  <a:lnTo>
                    <a:pt x="115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60"/>
            <p:cNvSpPr/>
            <p:nvPr/>
          </p:nvSpPr>
          <p:spPr>
            <a:xfrm>
              <a:off x="4033614" y="3061110"/>
              <a:ext cx="10467" cy="11907"/>
            </a:xfrm>
            <a:custGeom>
              <a:rect b="b" l="l" r="r" t="t"/>
              <a:pathLst>
                <a:path extrusionOk="0" h="1047" w="879">
                  <a:moveTo>
                    <a:pt x="732" y="0"/>
                  </a:moveTo>
                  <a:lnTo>
                    <a:pt x="607" y="105"/>
                  </a:lnTo>
                  <a:lnTo>
                    <a:pt x="523" y="126"/>
                  </a:lnTo>
                  <a:lnTo>
                    <a:pt x="460" y="167"/>
                  </a:lnTo>
                  <a:lnTo>
                    <a:pt x="230" y="251"/>
                  </a:lnTo>
                  <a:lnTo>
                    <a:pt x="188" y="377"/>
                  </a:lnTo>
                  <a:lnTo>
                    <a:pt x="147" y="481"/>
                  </a:lnTo>
                  <a:lnTo>
                    <a:pt x="147" y="649"/>
                  </a:lnTo>
                  <a:lnTo>
                    <a:pt x="105" y="753"/>
                  </a:lnTo>
                  <a:lnTo>
                    <a:pt x="105" y="858"/>
                  </a:lnTo>
                  <a:lnTo>
                    <a:pt x="0" y="983"/>
                  </a:lnTo>
                  <a:lnTo>
                    <a:pt x="84" y="1046"/>
                  </a:lnTo>
                  <a:lnTo>
                    <a:pt x="293" y="1046"/>
                  </a:lnTo>
                  <a:lnTo>
                    <a:pt x="419" y="963"/>
                  </a:lnTo>
                  <a:lnTo>
                    <a:pt x="565" y="942"/>
                  </a:lnTo>
                  <a:lnTo>
                    <a:pt x="670" y="983"/>
                  </a:lnTo>
                  <a:lnTo>
                    <a:pt x="670" y="963"/>
                  </a:lnTo>
                  <a:lnTo>
                    <a:pt x="837" y="732"/>
                  </a:lnTo>
                  <a:lnTo>
                    <a:pt x="816" y="670"/>
                  </a:lnTo>
                  <a:lnTo>
                    <a:pt x="649" y="670"/>
                  </a:lnTo>
                  <a:lnTo>
                    <a:pt x="565" y="732"/>
                  </a:lnTo>
                  <a:lnTo>
                    <a:pt x="523" y="691"/>
                  </a:lnTo>
                  <a:lnTo>
                    <a:pt x="460" y="628"/>
                  </a:lnTo>
                  <a:lnTo>
                    <a:pt x="565" y="628"/>
                  </a:lnTo>
                  <a:lnTo>
                    <a:pt x="649" y="544"/>
                  </a:lnTo>
                  <a:lnTo>
                    <a:pt x="732" y="544"/>
                  </a:lnTo>
                  <a:lnTo>
                    <a:pt x="837" y="419"/>
                  </a:lnTo>
                  <a:lnTo>
                    <a:pt x="879" y="377"/>
                  </a:lnTo>
                  <a:lnTo>
                    <a:pt x="858" y="230"/>
                  </a:lnTo>
                  <a:lnTo>
                    <a:pt x="879" y="147"/>
                  </a:lnTo>
                  <a:lnTo>
                    <a:pt x="858" y="147"/>
                  </a:lnTo>
                  <a:lnTo>
                    <a:pt x="732" y="21"/>
                  </a:lnTo>
                  <a:lnTo>
                    <a:pt x="73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60"/>
            <p:cNvSpPr/>
            <p:nvPr/>
          </p:nvSpPr>
          <p:spPr>
            <a:xfrm>
              <a:off x="4029125" y="3065864"/>
              <a:ext cx="70516" cy="89240"/>
            </a:xfrm>
            <a:custGeom>
              <a:rect b="b" l="l" r="r" t="t"/>
              <a:pathLst>
                <a:path extrusionOk="0" h="7847" w="5922">
                  <a:moveTo>
                    <a:pt x="5587" y="1"/>
                  </a:moveTo>
                  <a:lnTo>
                    <a:pt x="5587" y="21"/>
                  </a:lnTo>
                  <a:lnTo>
                    <a:pt x="5545" y="21"/>
                  </a:lnTo>
                  <a:lnTo>
                    <a:pt x="5482" y="105"/>
                  </a:lnTo>
                  <a:lnTo>
                    <a:pt x="5441" y="210"/>
                  </a:lnTo>
                  <a:lnTo>
                    <a:pt x="5420" y="168"/>
                  </a:lnTo>
                  <a:lnTo>
                    <a:pt x="5315" y="273"/>
                  </a:lnTo>
                  <a:lnTo>
                    <a:pt x="5127" y="314"/>
                  </a:lnTo>
                  <a:lnTo>
                    <a:pt x="5127" y="335"/>
                  </a:lnTo>
                  <a:lnTo>
                    <a:pt x="5085" y="314"/>
                  </a:lnTo>
                  <a:lnTo>
                    <a:pt x="4897" y="335"/>
                  </a:lnTo>
                  <a:lnTo>
                    <a:pt x="4792" y="419"/>
                  </a:lnTo>
                  <a:lnTo>
                    <a:pt x="4499" y="461"/>
                  </a:lnTo>
                  <a:lnTo>
                    <a:pt x="4457" y="461"/>
                  </a:lnTo>
                  <a:lnTo>
                    <a:pt x="4394" y="440"/>
                  </a:lnTo>
                  <a:lnTo>
                    <a:pt x="4227" y="440"/>
                  </a:lnTo>
                  <a:lnTo>
                    <a:pt x="4060" y="524"/>
                  </a:lnTo>
                  <a:lnTo>
                    <a:pt x="3913" y="524"/>
                  </a:lnTo>
                  <a:lnTo>
                    <a:pt x="3830" y="545"/>
                  </a:lnTo>
                  <a:lnTo>
                    <a:pt x="3704" y="482"/>
                  </a:lnTo>
                  <a:lnTo>
                    <a:pt x="3599" y="524"/>
                  </a:lnTo>
                  <a:lnTo>
                    <a:pt x="3244" y="733"/>
                  </a:lnTo>
                  <a:lnTo>
                    <a:pt x="3076" y="754"/>
                  </a:lnTo>
                  <a:lnTo>
                    <a:pt x="2972" y="691"/>
                  </a:lnTo>
                  <a:lnTo>
                    <a:pt x="2909" y="733"/>
                  </a:lnTo>
                  <a:lnTo>
                    <a:pt x="2762" y="733"/>
                  </a:lnTo>
                  <a:lnTo>
                    <a:pt x="2700" y="691"/>
                  </a:lnTo>
                  <a:lnTo>
                    <a:pt x="2658" y="691"/>
                  </a:lnTo>
                  <a:lnTo>
                    <a:pt x="2469" y="858"/>
                  </a:lnTo>
                  <a:lnTo>
                    <a:pt x="2365" y="858"/>
                  </a:lnTo>
                  <a:lnTo>
                    <a:pt x="2239" y="942"/>
                  </a:lnTo>
                  <a:lnTo>
                    <a:pt x="2177" y="1005"/>
                  </a:lnTo>
                  <a:lnTo>
                    <a:pt x="1988" y="1047"/>
                  </a:lnTo>
                  <a:lnTo>
                    <a:pt x="1863" y="984"/>
                  </a:lnTo>
                  <a:lnTo>
                    <a:pt x="1716" y="858"/>
                  </a:lnTo>
                  <a:lnTo>
                    <a:pt x="1653" y="858"/>
                  </a:lnTo>
                  <a:lnTo>
                    <a:pt x="1633" y="754"/>
                  </a:lnTo>
                  <a:lnTo>
                    <a:pt x="1256" y="377"/>
                  </a:lnTo>
                  <a:lnTo>
                    <a:pt x="1235" y="356"/>
                  </a:lnTo>
                  <a:lnTo>
                    <a:pt x="1214" y="314"/>
                  </a:lnTo>
                  <a:lnTo>
                    <a:pt x="1047" y="545"/>
                  </a:lnTo>
                  <a:lnTo>
                    <a:pt x="1005" y="628"/>
                  </a:lnTo>
                  <a:lnTo>
                    <a:pt x="1047" y="858"/>
                  </a:lnTo>
                  <a:lnTo>
                    <a:pt x="1151" y="1172"/>
                  </a:lnTo>
                  <a:lnTo>
                    <a:pt x="1319" y="1256"/>
                  </a:lnTo>
                  <a:lnTo>
                    <a:pt x="1298" y="1402"/>
                  </a:lnTo>
                  <a:lnTo>
                    <a:pt x="1361" y="1591"/>
                  </a:lnTo>
                  <a:lnTo>
                    <a:pt x="1570" y="1612"/>
                  </a:lnTo>
                  <a:lnTo>
                    <a:pt x="1716" y="1737"/>
                  </a:lnTo>
                  <a:lnTo>
                    <a:pt x="3411" y="2260"/>
                  </a:lnTo>
                  <a:lnTo>
                    <a:pt x="4143" y="2260"/>
                  </a:lnTo>
                  <a:lnTo>
                    <a:pt x="2365" y="4039"/>
                  </a:lnTo>
                  <a:lnTo>
                    <a:pt x="1633" y="4039"/>
                  </a:lnTo>
                  <a:lnTo>
                    <a:pt x="1528" y="4122"/>
                  </a:lnTo>
                  <a:lnTo>
                    <a:pt x="1423" y="4122"/>
                  </a:lnTo>
                  <a:lnTo>
                    <a:pt x="1298" y="4206"/>
                  </a:lnTo>
                  <a:lnTo>
                    <a:pt x="1235" y="4311"/>
                  </a:lnTo>
                  <a:lnTo>
                    <a:pt x="1130" y="4394"/>
                  </a:lnTo>
                  <a:lnTo>
                    <a:pt x="984" y="4457"/>
                  </a:lnTo>
                  <a:lnTo>
                    <a:pt x="796" y="4499"/>
                  </a:lnTo>
                  <a:lnTo>
                    <a:pt x="607" y="4562"/>
                  </a:lnTo>
                  <a:lnTo>
                    <a:pt x="565" y="4666"/>
                  </a:lnTo>
                  <a:lnTo>
                    <a:pt x="0" y="5169"/>
                  </a:lnTo>
                  <a:lnTo>
                    <a:pt x="0" y="7449"/>
                  </a:lnTo>
                  <a:lnTo>
                    <a:pt x="419" y="7847"/>
                  </a:lnTo>
                  <a:lnTo>
                    <a:pt x="419" y="7805"/>
                  </a:lnTo>
                  <a:lnTo>
                    <a:pt x="900" y="7261"/>
                  </a:lnTo>
                  <a:lnTo>
                    <a:pt x="942" y="7156"/>
                  </a:lnTo>
                  <a:lnTo>
                    <a:pt x="1089" y="7031"/>
                  </a:lnTo>
                  <a:lnTo>
                    <a:pt x="1193" y="7010"/>
                  </a:lnTo>
                  <a:lnTo>
                    <a:pt x="1235" y="6926"/>
                  </a:lnTo>
                  <a:lnTo>
                    <a:pt x="1298" y="6905"/>
                  </a:lnTo>
                  <a:lnTo>
                    <a:pt x="1633" y="6529"/>
                  </a:lnTo>
                  <a:lnTo>
                    <a:pt x="1716" y="6508"/>
                  </a:lnTo>
                  <a:lnTo>
                    <a:pt x="2093" y="6089"/>
                  </a:lnTo>
                  <a:lnTo>
                    <a:pt x="2302" y="5922"/>
                  </a:lnTo>
                  <a:lnTo>
                    <a:pt x="2469" y="5817"/>
                  </a:lnTo>
                  <a:lnTo>
                    <a:pt x="2658" y="5796"/>
                  </a:lnTo>
                  <a:lnTo>
                    <a:pt x="2930" y="5566"/>
                  </a:lnTo>
                  <a:lnTo>
                    <a:pt x="3558" y="4980"/>
                  </a:lnTo>
                  <a:lnTo>
                    <a:pt x="3871" y="4625"/>
                  </a:lnTo>
                  <a:lnTo>
                    <a:pt x="4060" y="4436"/>
                  </a:lnTo>
                  <a:lnTo>
                    <a:pt x="4081" y="4311"/>
                  </a:lnTo>
                  <a:lnTo>
                    <a:pt x="4478" y="3788"/>
                  </a:lnTo>
                  <a:lnTo>
                    <a:pt x="4478" y="3683"/>
                  </a:lnTo>
                  <a:lnTo>
                    <a:pt x="4687" y="3390"/>
                  </a:lnTo>
                  <a:lnTo>
                    <a:pt x="4708" y="3202"/>
                  </a:lnTo>
                  <a:lnTo>
                    <a:pt x="5022" y="2574"/>
                  </a:lnTo>
                  <a:lnTo>
                    <a:pt x="5106" y="2532"/>
                  </a:lnTo>
                  <a:lnTo>
                    <a:pt x="5064" y="2449"/>
                  </a:lnTo>
                  <a:lnTo>
                    <a:pt x="5064" y="2365"/>
                  </a:lnTo>
                  <a:lnTo>
                    <a:pt x="5190" y="2239"/>
                  </a:lnTo>
                  <a:lnTo>
                    <a:pt x="5231" y="2239"/>
                  </a:lnTo>
                  <a:lnTo>
                    <a:pt x="5315" y="2135"/>
                  </a:lnTo>
                  <a:lnTo>
                    <a:pt x="5441" y="1842"/>
                  </a:lnTo>
                  <a:lnTo>
                    <a:pt x="5650" y="1591"/>
                  </a:lnTo>
                  <a:lnTo>
                    <a:pt x="5650" y="1423"/>
                  </a:lnTo>
                  <a:lnTo>
                    <a:pt x="5692" y="1381"/>
                  </a:lnTo>
                  <a:lnTo>
                    <a:pt x="5713" y="1214"/>
                  </a:lnTo>
                  <a:lnTo>
                    <a:pt x="5650" y="1151"/>
                  </a:lnTo>
                  <a:lnTo>
                    <a:pt x="5734" y="1005"/>
                  </a:lnTo>
                  <a:lnTo>
                    <a:pt x="5796" y="984"/>
                  </a:lnTo>
                  <a:lnTo>
                    <a:pt x="5859" y="984"/>
                  </a:lnTo>
                  <a:lnTo>
                    <a:pt x="5901" y="1005"/>
                  </a:lnTo>
                  <a:lnTo>
                    <a:pt x="5922" y="1005"/>
                  </a:lnTo>
                  <a:lnTo>
                    <a:pt x="5901" y="942"/>
                  </a:lnTo>
                  <a:lnTo>
                    <a:pt x="5838" y="942"/>
                  </a:lnTo>
                  <a:lnTo>
                    <a:pt x="5859" y="963"/>
                  </a:lnTo>
                  <a:lnTo>
                    <a:pt x="5796" y="963"/>
                  </a:lnTo>
                  <a:lnTo>
                    <a:pt x="5817" y="879"/>
                  </a:lnTo>
                  <a:lnTo>
                    <a:pt x="5817" y="775"/>
                  </a:lnTo>
                  <a:lnTo>
                    <a:pt x="5754" y="691"/>
                  </a:lnTo>
                  <a:lnTo>
                    <a:pt x="5817" y="586"/>
                  </a:lnTo>
                  <a:lnTo>
                    <a:pt x="5859" y="545"/>
                  </a:lnTo>
                  <a:lnTo>
                    <a:pt x="5859" y="482"/>
                  </a:lnTo>
                  <a:lnTo>
                    <a:pt x="5796" y="482"/>
                  </a:lnTo>
                  <a:lnTo>
                    <a:pt x="5754" y="440"/>
                  </a:lnTo>
                  <a:lnTo>
                    <a:pt x="5796" y="377"/>
                  </a:lnTo>
                  <a:lnTo>
                    <a:pt x="5796" y="314"/>
                  </a:lnTo>
                  <a:lnTo>
                    <a:pt x="5838" y="210"/>
                  </a:lnTo>
                  <a:lnTo>
                    <a:pt x="5901" y="126"/>
                  </a:lnTo>
                  <a:lnTo>
                    <a:pt x="5859" y="105"/>
                  </a:lnTo>
                  <a:lnTo>
                    <a:pt x="5796" y="105"/>
                  </a:lnTo>
                  <a:lnTo>
                    <a:pt x="5650" y="42"/>
                  </a:lnTo>
                  <a:lnTo>
                    <a:pt x="558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60"/>
            <p:cNvSpPr/>
            <p:nvPr/>
          </p:nvSpPr>
          <p:spPr>
            <a:xfrm>
              <a:off x="3978054" y="3108693"/>
              <a:ext cx="57811" cy="66882"/>
            </a:xfrm>
            <a:custGeom>
              <a:rect b="b" l="l" r="r" t="t"/>
              <a:pathLst>
                <a:path extrusionOk="0" h="5881" w="4855">
                  <a:moveTo>
                    <a:pt x="984" y="1"/>
                  </a:moveTo>
                  <a:lnTo>
                    <a:pt x="942" y="43"/>
                  </a:lnTo>
                  <a:lnTo>
                    <a:pt x="732" y="252"/>
                  </a:lnTo>
                  <a:lnTo>
                    <a:pt x="607" y="461"/>
                  </a:lnTo>
                  <a:lnTo>
                    <a:pt x="565" y="461"/>
                  </a:lnTo>
                  <a:lnTo>
                    <a:pt x="460" y="566"/>
                  </a:lnTo>
                  <a:lnTo>
                    <a:pt x="398" y="628"/>
                  </a:lnTo>
                  <a:lnTo>
                    <a:pt x="356" y="649"/>
                  </a:lnTo>
                  <a:lnTo>
                    <a:pt x="272" y="754"/>
                  </a:lnTo>
                  <a:lnTo>
                    <a:pt x="293" y="733"/>
                  </a:lnTo>
                  <a:lnTo>
                    <a:pt x="356" y="796"/>
                  </a:lnTo>
                  <a:lnTo>
                    <a:pt x="377" y="963"/>
                  </a:lnTo>
                  <a:lnTo>
                    <a:pt x="419" y="984"/>
                  </a:lnTo>
                  <a:lnTo>
                    <a:pt x="419" y="1089"/>
                  </a:lnTo>
                  <a:lnTo>
                    <a:pt x="502" y="1089"/>
                  </a:lnTo>
                  <a:lnTo>
                    <a:pt x="523" y="1214"/>
                  </a:lnTo>
                  <a:lnTo>
                    <a:pt x="523" y="1361"/>
                  </a:lnTo>
                  <a:lnTo>
                    <a:pt x="670" y="1486"/>
                  </a:lnTo>
                  <a:lnTo>
                    <a:pt x="732" y="1633"/>
                  </a:lnTo>
                  <a:lnTo>
                    <a:pt x="816" y="1696"/>
                  </a:lnTo>
                  <a:lnTo>
                    <a:pt x="900" y="1737"/>
                  </a:lnTo>
                  <a:lnTo>
                    <a:pt x="837" y="1800"/>
                  </a:lnTo>
                  <a:lnTo>
                    <a:pt x="921" y="1884"/>
                  </a:lnTo>
                  <a:lnTo>
                    <a:pt x="942" y="2009"/>
                  </a:lnTo>
                  <a:lnTo>
                    <a:pt x="942" y="2114"/>
                  </a:lnTo>
                  <a:lnTo>
                    <a:pt x="816" y="2261"/>
                  </a:lnTo>
                  <a:lnTo>
                    <a:pt x="816" y="2365"/>
                  </a:lnTo>
                  <a:lnTo>
                    <a:pt x="774" y="2512"/>
                  </a:lnTo>
                  <a:lnTo>
                    <a:pt x="565" y="2512"/>
                  </a:lnTo>
                  <a:lnTo>
                    <a:pt x="565" y="2553"/>
                  </a:lnTo>
                  <a:lnTo>
                    <a:pt x="502" y="2616"/>
                  </a:lnTo>
                  <a:lnTo>
                    <a:pt x="460" y="2721"/>
                  </a:lnTo>
                  <a:lnTo>
                    <a:pt x="377" y="2784"/>
                  </a:lnTo>
                  <a:lnTo>
                    <a:pt x="293" y="2930"/>
                  </a:lnTo>
                  <a:lnTo>
                    <a:pt x="188" y="3056"/>
                  </a:lnTo>
                  <a:lnTo>
                    <a:pt x="168" y="3202"/>
                  </a:lnTo>
                  <a:lnTo>
                    <a:pt x="0" y="3767"/>
                  </a:lnTo>
                  <a:lnTo>
                    <a:pt x="188" y="3767"/>
                  </a:lnTo>
                  <a:lnTo>
                    <a:pt x="2281" y="4981"/>
                  </a:lnTo>
                  <a:lnTo>
                    <a:pt x="2406" y="5169"/>
                  </a:lnTo>
                  <a:lnTo>
                    <a:pt x="2385" y="5253"/>
                  </a:lnTo>
                  <a:lnTo>
                    <a:pt x="2406" y="5294"/>
                  </a:lnTo>
                  <a:lnTo>
                    <a:pt x="2469" y="5378"/>
                  </a:lnTo>
                  <a:lnTo>
                    <a:pt x="3181" y="5880"/>
                  </a:lnTo>
                  <a:lnTo>
                    <a:pt x="3222" y="5880"/>
                  </a:lnTo>
                  <a:lnTo>
                    <a:pt x="3327" y="5818"/>
                  </a:lnTo>
                  <a:lnTo>
                    <a:pt x="3536" y="5546"/>
                  </a:lnTo>
                  <a:lnTo>
                    <a:pt x="3641" y="5357"/>
                  </a:lnTo>
                  <a:lnTo>
                    <a:pt x="3641" y="5232"/>
                  </a:lnTo>
                  <a:lnTo>
                    <a:pt x="3725" y="5085"/>
                  </a:lnTo>
                  <a:lnTo>
                    <a:pt x="3829" y="4939"/>
                  </a:lnTo>
                  <a:lnTo>
                    <a:pt x="3808" y="4918"/>
                  </a:lnTo>
                  <a:lnTo>
                    <a:pt x="3808" y="4855"/>
                  </a:lnTo>
                  <a:lnTo>
                    <a:pt x="3871" y="4750"/>
                  </a:lnTo>
                  <a:lnTo>
                    <a:pt x="3871" y="4730"/>
                  </a:lnTo>
                  <a:lnTo>
                    <a:pt x="3955" y="4709"/>
                  </a:lnTo>
                  <a:lnTo>
                    <a:pt x="4122" y="4709"/>
                  </a:lnTo>
                  <a:lnTo>
                    <a:pt x="4227" y="4541"/>
                  </a:lnTo>
                  <a:lnTo>
                    <a:pt x="4436" y="4458"/>
                  </a:lnTo>
                  <a:lnTo>
                    <a:pt x="4394" y="4416"/>
                  </a:lnTo>
                  <a:lnTo>
                    <a:pt x="4457" y="4332"/>
                  </a:lnTo>
                  <a:lnTo>
                    <a:pt x="4499" y="4332"/>
                  </a:lnTo>
                  <a:lnTo>
                    <a:pt x="4687" y="4102"/>
                  </a:lnTo>
                  <a:lnTo>
                    <a:pt x="4708" y="4081"/>
                  </a:lnTo>
                  <a:lnTo>
                    <a:pt x="4289" y="3683"/>
                  </a:lnTo>
                  <a:lnTo>
                    <a:pt x="4289" y="1403"/>
                  </a:lnTo>
                  <a:lnTo>
                    <a:pt x="4854" y="900"/>
                  </a:lnTo>
                  <a:lnTo>
                    <a:pt x="4687" y="900"/>
                  </a:lnTo>
                  <a:lnTo>
                    <a:pt x="4478" y="942"/>
                  </a:lnTo>
                  <a:lnTo>
                    <a:pt x="4373" y="880"/>
                  </a:lnTo>
                  <a:lnTo>
                    <a:pt x="4289" y="754"/>
                  </a:lnTo>
                  <a:lnTo>
                    <a:pt x="4227" y="733"/>
                  </a:lnTo>
                  <a:lnTo>
                    <a:pt x="3955" y="754"/>
                  </a:lnTo>
                  <a:lnTo>
                    <a:pt x="3913" y="775"/>
                  </a:lnTo>
                  <a:lnTo>
                    <a:pt x="3808" y="775"/>
                  </a:lnTo>
                  <a:lnTo>
                    <a:pt x="3704" y="838"/>
                  </a:lnTo>
                  <a:lnTo>
                    <a:pt x="3641" y="900"/>
                  </a:lnTo>
                  <a:lnTo>
                    <a:pt x="3494" y="1152"/>
                  </a:lnTo>
                  <a:lnTo>
                    <a:pt x="3285" y="1152"/>
                  </a:lnTo>
                  <a:lnTo>
                    <a:pt x="3181" y="1110"/>
                  </a:lnTo>
                  <a:lnTo>
                    <a:pt x="3013" y="1152"/>
                  </a:lnTo>
                  <a:lnTo>
                    <a:pt x="2888" y="1089"/>
                  </a:lnTo>
                  <a:lnTo>
                    <a:pt x="2699" y="1089"/>
                  </a:lnTo>
                  <a:lnTo>
                    <a:pt x="2595" y="1047"/>
                  </a:lnTo>
                  <a:lnTo>
                    <a:pt x="2511" y="942"/>
                  </a:lnTo>
                  <a:lnTo>
                    <a:pt x="2365" y="859"/>
                  </a:lnTo>
                  <a:lnTo>
                    <a:pt x="2134" y="628"/>
                  </a:lnTo>
                  <a:lnTo>
                    <a:pt x="2030" y="545"/>
                  </a:lnTo>
                  <a:lnTo>
                    <a:pt x="1737" y="566"/>
                  </a:lnTo>
                  <a:lnTo>
                    <a:pt x="1611" y="524"/>
                  </a:lnTo>
                  <a:lnTo>
                    <a:pt x="1465" y="566"/>
                  </a:lnTo>
                  <a:lnTo>
                    <a:pt x="1339" y="545"/>
                  </a:lnTo>
                  <a:lnTo>
                    <a:pt x="1256" y="440"/>
                  </a:lnTo>
                  <a:lnTo>
                    <a:pt x="1256" y="105"/>
                  </a:lnTo>
                  <a:lnTo>
                    <a:pt x="1151" y="64"/>
                  </a:lnTo>
                  <a:lnTo>
                    <a:pt x="1046" y="105"/>
                  </a:lnTo>
                  <a:lnTo>
                    <a:pt x="98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1924" name="Google Shape;1924;p60"/>
            <p:cNvSpPr/>
            <p:nvPr/>
          </p:nvSpPr>
          <p:spPr>
            <a:xfrm>
              <a:off x="3963598" y="3151999"/>
              <a:ext cx="5239" cy="11"/>
            </a:xfrm>
            <a:custGeom>
              <a:rect b="b" l="l" r="r" t="t"/>
              <a:pathLst>
                <a:path extrusionOk="0" h="1" w="440">
                  <a:moveTo>
                    <a:pt x="1" y="1"/>
                  </a:moveTo>
                  <a:lnTo>
                    <a:pt x="210" y="1"/>
                  </a:lnTo>
                  <a:lnTo>
                    <a:pt x="440" y="1"/>
                  </a:lnTo>
                  <a:lnTo>
                    <a:pt x="2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60"/>
            <p:cNvSpPr/>
            <p:nvPr/>
          </p:nvSpPr>
          <p:spPr>
            <a:xfrm>
              <a:off x="3949392" y="3117029"/>
              <a:ext cx="39878" cy="37609"/>
            </a:xfrm>
            <a:custGeom>
              <a:rect b="b" l="l" r="r" t="t"/>
              <a:pathLst>
                <a:path extrusionOk="0" h="3307" w="3349">
                  <a:moveTo>
                    <a:pt x="2700" y="0"/>
                  </a:moveTo>
                  <a:lnTo>
                    <a:pt x="2679" y="21"/>
                  </a:lnTo>
                  <a:lnTo>
                    <a:pt x="2554" y="105"/>
                  </a:lnTo>
                  <a:lnTo>
                    <a:pt x="2491" y="209"/>
                  </a:lnTo>
                  <a:lnTo>
                    <a:pt x="2365" y="251"/>
                  </a:lnTo>
                  <a:lnTo>
                    <a:pt x="2240" y="209"/>
                  </a:lnTo>
                  <a:lnTo>
                    <a:pt x="2031" y="230"/>
                  </a:lnTo>
                  <a:lnTo>
                    <a:pt x="1884" y="272"/>
                  </a:lnTo>
                  <a:lnTo>
                    <a:pt x="1779" y="272"/>
                  </a:lnTo>
                  <a:lnTo>
                    <a:pt x="1759" y="314"/>
                  </a:lnTo>
                  <a:lnTo>
                    <a:pt x="1675" y="272"/>
                  </a:lnTo>
                  <a:lnTo>
                    <a:pt x="1612" y="356"/>
                  </a:lnTo>
                  <a:lnTo>
                    <a:pt x="1612" y="440"/>
                  </a:lnTo>
                  <a:lnTo>
                    <a:pt x="1549" y="440"/>
                  </a:lnTo>
                  <a:lnTo>
                    <a:pt x="1403" y="419"/>
                  </a:lnTo>
                  <a:lnTo>
                    <a:pt x="1403" y="314"/>
                  </a:lnTo>
                  <a:lnTo>
                    <a:pt x="1298" y="272"/>
                  </a:lnTo>
                  <a:lnTo>
                    <a:pt x="1215" y="314"/>
                  </a:lnTo>
                  <a:lnTo>
                    <a:pt x="1047" y="251"/>
                  </a:lnTo>
                  <a:lnTo>
                    <a:pt x="942" y="209"/>
                  </a:lnTo>
                  <a:lnTo>
                    <a:pt x="880" y="272"/>
                  </a:lnTo>
                  <a:lnTo>
                    <a:pt x="880" y="356"/>
                  </a:lnTo>
                  <a:lnTo>
                    <a:pt x="901" y="419"/>
                  </a:lnTo>
                  <a:lnTo>
                    <a:pt x="880" y="440"/>
                  </a:lnTo>
                  <a:lnTo>
                    <a:pt x="838" y="544"/>
                  </a:lnTo>
                  <a:lnTo>
                    <a:pt x="796" y="628"/>
                  </a:lnTo>
                  <a:lnTo>
                    <a:pt x="796" y="774"/>
                  </a:lnTo>
                  <a:lnTo>
                    <a:pt x="775" y="984"/>
                  </a:lnTo>
                  <a:lnTo>
                    <a:pt x="733" y="1109"/>
                  </a:lnTo>
                  <a:lnTo>
                    <a:pt x="817" y="1172"/>
                  </a:lnTo>
                  <a:lnTo>
                    <a:pt x="880" y="1256"/>
                  </a:lnTo>
                  <a:lnTo>
                    <a:pt x="922" y="1318"/>
                  </a:lnTo>
                  <a:lnTo>
                    <a:pt x="901" y="1402"/>
                  </a:lnTo>
                  <a:lnTo>
                    <a:pt x="608" y="1800"/>
                  </a:lnTo>
                  <a:lnTo>
                    <a:pt x="419" y="2009"/>
                  </a:lnTo>
                  <a:lnTo>
                    <a:pt x="378" y="2092"/>
                  </a:lnTo>
                  <a:lnTo>
                    <a:pt x="147" y="2511"/>
                  </a:lnTo>
                  <a:lnTo>
                    <a:pt x="106" y="2553"/>
                  </a:lnTo>
                  <a:lnTo>
                    <a:pt x="106" y="2720"/>
                  </a:lnTo>
                  <a:lnTo>
                    <a:pt x="85" y="2929"/>
                  </a:lnTo>
                  <a:lnTo>
                    <a:pt x="1" y="3139"/>
                  </a:lnTo>
                  <a:lnTo>
                    <a:pt x="43" y="3264"/>
                  </a:lnTo>
                  <a:lnTo>
                    <a:pt x="1" y="3285"/>
                  </a:lnTo>
                  <a:lnTo>
                    <a:pt x="43" y="3306"/>
                  </a:lnTo>
                  <a:lnTo>
                    <a:pt x="106" y="3285"/>
                  </a:lnTo>
                  <a:lnTo>
                    <a:pt x="210" y="3201"/>
                  </a:lnTo>
                  <a:lnTo>
                    <a:pt x="273" y="3243"/>
                  </a:lnTo>
                  <a:lnTo>
                    <a:pt x="315" y="3285"/>
                  </a:lnTo>
                  <a:lnTo>
                    <a:pt x="398" y="3285"/>
                  </a:lnTo>
                  <a:lnTo>
                    <a:pt x="461" y="3243"/>
                  </a:lnTo>
                  <a:lnTo>
                    <a:pt x="461" y="3160"/>
                  </a:lnTo>
                  <a:lnTo>
                    <a:pt x="566" y="3160"/>
                  </a:lnTo>
                  <a:lnTo>
                    <a:pt x="566" y="3180"/>
                  </a:lnTo>
                  <a:lnTo>
                    <a:pt x="608" y="3139"/>
                  </a:lnTo>
                  <a:lnTo>
                    <a:pt x="670" y="3139"/>
                  </a:lnTo>
                  <a:lnTo>
                    <a:pt x="712" y="3076"/>
                  </a:lnTo>
                  <a:lnTo>
                    <a:pt x="1633" y="3076"/>
                  </a:lnTo>
                  <a:lnTo>
                    <a:pt x="2407" y="3034"/>
                  </a:lnTo>
                  <a:lnTo>
                    <a:pt x="2575" y="2469"/>
                  </a:lnTo>
                  <a:lnTo>
                    <a:pt x="2595" y="2323"/>
                  </a:lnTo>
                  <a:lnTo>
                    <a:pt x="2700" y="2197"/>
                  </a:lnTo>
                  <a:lnTo>
                    <a:pt x="2784" y="2051"/>
                  </a:lnTo>
                  <a:lnTo>
                    <a:pt x="2867" y="1988"/>
                  </a:lnTo>
                  <a:lnTo>
                    <a:pt x="2909" y="1883"/>
                  </a:lnTo>
                  <a:lnTo>
                    <a:pt x="2972" y="1820"/>
                  </a:lnTo>
                  <a:lnTo>
                    <a:pt x="2972" y="1779"/>
                  </a:lnTo>
                  <a:lnTo>
                    <a:pt x="3181" y="1779"/>
                  </a:lnTo>
                  <a:lnTo>
                    <a:pt x="3223" y="1632"/>
                  </a:lnTo>
                  <a:lnTo>
                    <a:pt x="3223" y="1528"/>
                  </a:lnTo>
                  <a:lnTo>
                    <a:pt x="3349" y="1381"/>
                  </a:lnTo>
                  <a:lnTo>
                    <a:pt x="3349" y="1276"/>
                  </a:lnTo>
                  <a:lnTo>
                    <a:pt x="3328" y="1151"/>
                  </a:lnTo>
                  <a:lnTo>
                    <a:pt x="3244" y="1067"/>
                  </a:lnTo>
                  <a:lnTo>
                    <a:pt x="3307" y="1004"/>
                  </a:lnTo>
                  <a:lnTo>
                    <a:pt x="3223" y="963"/>
                  </a:lnTo>
                  <a:lnTo>
                    <a:pt x="3139" y="900"/>
                  </a:lnTo>
                  <a:lnTo>
                    <a:pt x="3077" y="753"/>
                  </a:lnTo>
                  <a:lnTo>
                    <a:pt x="2930" y="628"/>
                  </a:lnTo>
                  <a:lnTo>
                    <a:pt x="2930" y="481"/>
                  </a:lnTo>
                  <a:lnTo>
                    <a:pt x="2909" y="356"/>
                  </a:lnTo>
                  <a:lnTo>
                    <a:pt x="2826" y="356"/>
                  </a:lnTo>
                  <a:lnTo>
                    <a:pt x="2826" y="251"/>
                  </a:lnTo>
                  <a:lnTo>
                    <a:pt x="2784" y="230"/>
                  </a:lnTo>
                  <a:lnTo>
                    <a:pt x="2763" y="63"/>
                  </a:lnTo>
                  <a:lnTo>
                    <a:pt x="270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60"/>
            <p:cNvSpPr/>
            <p:nvPr/>
          </p:nvSpPr>
          <p:spPr>
            <a:xfrm>
              <a:off x="3845999" y="3071334"/>
              <a:ext cx="89711" cy="57841"/>
            </a:xfrm>
            <a:custGeom>
              <a:rect b="b" l="l" r="r" t="t"/>
              <a:pathLst>
                <a:path extrusionOk="0" h="5086" w="7534">
                  <a:moveTo>
                    <a:pt x="4750" y="1"/>
                  </a:moveTo>
                  <a:lnTo>
                    <a:pt x="4708" y="64"/>
                  </a:lnTo>
                  <a:lnTo>
                    <a:pt x="4583" y="147"/>
                  </a:lnTo>
                  <a:lnTo>
                    <a:pt x="4499" y="84"/>
                  </a:lnTo>
                  <a:lnTo>
                    <a:pt x="4374" y="84"/>
                  </a:lnTo>
                  <a:lnTo>
                    <a:pt x="4269" y="168"/>
                  </a:lnTo>
                  <a:lnTo>
                    <a:pt x="4123" y="252"/>
                  </a:lnTo>
                  <a:lnTo>
                    <a:pt x="4081" y="315"/>
                  </a:lnTo>
                  <a:lnTo>
                    <a:pt x="4123" y="398"/>
                  </a:lnTo>
                  <a:lnTo>
                    <a:pt x="4039" y="419"/>
                  </a:lnTo>
                  <a:lnTo>
                    <a:pt x="3934" y="587"/>
                  </a:lnTo>
                  <a:lnTo>
                    <a:pt x="3872" y="587"/>
                  </a:lnTo>
                  <a:lnTo>
                    <a:pt x="3830" y="566"/>
                  </a:lnTo>
                  <a:lnTo>
                    <a:pt x="3746" y="670"/>
                  </a:lnTo>
                  <a:lnTo>
                    <a:pt x="3746" y="733"/>
                  </a:lnTo>
                  <a:lnTo>
                    <a:pt x="3662" y="796"/>
                  </a:lnTo>
                  <a:lnTo>
                    <a:pt x="3641" y="900"/>
                  </a:lnTo>
                  <a:lnTo>
                    <a:pt x="3662" y="984"/>
                  </a:lnTo>
                  <a:lnTo>
                    <a:pt x="3641" y="1089"/>
                  </a:lnTo>
                  <a:lnTo>
                    <a:pt x="3537" y="1131"/>
                  </a:lnTo>
                  <a:lnTo>
                    <a:pt x="3432" y="1214"/>
                  </a:lnTo>
                  <a:lnTo>
                    <a:pt x="3202" y="1235"/>
                  </a:lnTo>
                  <a:lnTo>
                    <a:pt x="3035" y="1256"/>
                  </a:lnTo>
                  <a:lnTo>
                    <a:pt x="2909" y="1235"/>
                  </a:lnTo>
                  <a:lnTo>
                    <a:pt x="2804" y="1193"/>
                  </a:lnTo>
                  <a:lnTo>
                    <a:pt x="2679" y="1214"/>
                  </a:lnTo>
                  <a:lnTo>
                    <a:pt x="2595" y="1193"/>
                  </a:lnTo>
                  <a:lnTo>
                    <a:pt x="2511" y="1235"/>
                  </a:lnTo>
                  <a:lnTo>
                    <a:pt x="2491" y="1340"/>
                  </a:lnTo>
                  <a:lnTo>
                    <a:pt x="2595" y="1445"/>
                  </a:lnTo>
                  <a:lnTo>
                    <a:pt x="2658" y="1445"/>
                  </a:lnTo>
                  <a:lnTo>
                    <a:pt x="2679" y="1528"/>
                  </a:lnTo>
                  <a:lnTo>
                    <a:pt x="2511" y="1633"/>
                  </a:lnTo>
                  <a:lnTo>
                    <a:pt x="2449" y="1737"/>
                  </a:lnTo>
                  <a:lnTo>
                    <a:pt x="2281" y="1737"/>
                  </a:lnTo>
                  <a:lnTo>
                    <a:pt x="1947" y="1821"/>
                  </a:lnTo>
                  <a:lnTo>
                    <a:pt x="1821" y="1926"/>
                  </a:lnTo>
                  <a:lnTo>
                    <a:pt x="1633" y="1968"/>
                  </a:lnTo>
                  <a:lnTo>
                    <a:pt x="1507" y="2072"/>
                  </a:lnTo>
                  <a:lnTo>
                    <a:pt x="1403" y="2093"/>
                  </a:lnTo>
                  <a:lnTo>
                    <a:pt x="1340" y="2051"/>
                  </a:lnTo>
                  <a:lnTo>
                    <a:pt x="1298" y="1926"/>
                  </a:lnTo>
                  <a:lnTo>
                    <a:pt x="1235" y="1863"/>
                  </a:lnTo>
                  <a:lnTo>
                    <a:pt x="1151" y="1926"/>
                  </a:lnTo>
                  <a:lnTo>
                    <a:pt x="1151" y="2051"/>
                  </a:lnTo>
                  <a:lnTo>
                    <a:pt x="1110" y="2177"/>
                  </a:lnTo>
                  <a:lnTo>
                    <a:pt x="942" y="2177"/>
                  </a:lnTo>
                  <a:lnTo>
                    <a:pt x="838" y="2198"/>
                  </a:lnTo>
                  <a:lnTo>
                    <a:pt x="733" y="2198"/>
                  </a:lnTo>
                  <a:lnTo>
                    <a:pt x="712" y="2072"/>
                  </a:lnTo>
                  <a:lnTo>
                    <a:pt x="670" y="2030"/>
                  </a:lnTo>
                  <a:lnTo>
                    <a:pt x="670" y="2051"/>
                  </a:lnTo>
                  <a:lnTo>
                    <a:pt x="566" y="2198"/>
                  </a:lnTo>
                  <a:lnTo>
                    <a:pt x="461" y="2240"/>
                  </a:lnTo>
                  <a:lnTo>
                    <a:pt x="398" y="2365"/>
                  </a:lnTo>
                  <a:lnTo>
                    <a:pt x="294" y="2553"/>
                  </a:lnTo>
                  <a:lnTo>
                    <a:pt x="252" y="2679"/>
                  </a:lnTo>
                  <a:lnTo>
                    <a:pt x="147" y="2867"/>
                  </a:lnTo>
                  <a:lnTo>
                    <a:pt x="63" y="2867"/>
                  </a:lnTo>
                  <a:lnTo>
                    <a:pt x="1" y="2930"/>
                  </a:lnTo>
                  <a:lnTo>
                    <a:pt x="42" y="3077"/>
                  </a:lnTo>
                  <a:lnTo>
                    <a:pt x="84" y="3223"/>
                  </a:lnTo>
                  <a:lnTo>
                    <a:pt x="63" y="3349"/>
                  </a:lnTo>
                  <a:lnTo>
                    <a:pt x="84" y="3516"/>
                  </a:lnTo>
                  <a:lnTo>
                    <a:pt x="105" y="3641"/>
                  </a:lnTo>
                  <a:lnTo>
                    <a:pt x="105" y="3872"/>
                  </a:lnTo>
                  <a:lnTo>
                    <a:pt x="168" y="3934"/>
                  </a:lnTo>
                  <a:lnTo>
                    <a:pt x="314" y="4018"/>
                  </a:lnTo>
                  <a:lnTo>
                    <a:pt x="419" y="4123"/>
                  </a:lnTo>
                  <a:lnTo>
                    <a:pt x="461" y="4248"/>
                  </a:lnTo>
                  <a:lnTo>
                    <a:pt x="607" y="4458"/>
                  </a:lnTo>
                  <a:lnTo>
                    <a:pt x="691" y="4604"/>
                  </a:lnTo>
                  <a:lnTo>
                    <a:pt x="775" y="4688"/>
                  </a:lnTo>
                  <a:lnTo>
                    <a:pt x="942" y="4813"/>
                  </a:lnTo>
                  <a:lnTo>
                    <a:pt x="942" y="4960"/>
                  </a:lnTo>
                  <a:lnTo>
                    <a:pt x="942" y="5022"/>
                  </a:lnTo>
                  <a:lnTo>
                    <a:pt x="984" y="5085"/>
                  </a:lnTo>
                  <a:lnTo>
                    <a:pt x="1005" y="5085"/>
                  </a:lnTo>
                  <a:lnTo>
                    <a:pt x="1256" y="4667"/>
                  </a:lnTo>
                  <a:lnTo>
                    <a:pt x="1403" y="4499"/>
                  </a:lnTo>
                  <a:lnTo>
                    <a:pt x="1507" y="4478"/>
                  </a:lnTo>
                  <a:lnTo>
                    <a:pt x="1549" y="4437"/>
                  </a:lnTo>
                  <a:lnTo>
                    <a:pt x="1779" y="4332"/>
                  </a:lnTo>
                  <a:lnTo>
                    <a:pt x="1884" y="4353"/>
                  </a:lnTo>
                  <a:lnTo>
                    <a:pt x="1947" y="4290"/>
                  </a:lnTo>
                  <a:lnTo>
                    <a:pt x="2135" y="4290"/>
                  </a:lnTo>
                  <a:lnTo>
                    <a:pt x="2156" y="4353"/>
                  </a:lnTo>
                  <a:lnTo>
                    <a:pt x="2260" y="4395"/>
                  </a:lnTo>
                  <a:lnTo>
                    <a:pt x="2302" y="4374"/>
                  </a:lnTo>
                  <a:lnTo>
                    <a:pt x="2386" y="4353"/>
                  </a:lnTo>
                  <a:lnTo>
                    <a:pt x="2386" y="4269"/>
                  </a:lnTo>
                  <a:lnTo>
                    <a:pt x="2407" y="4185"/>
                  </a:lnTo>
                  <a:lnTo>
                    <a:pt x="2470" y="4144"/>
                  </a:lnTo>
                  <a:lnTo>
                    <a:pt x="2365" y="4018"/>
                  </a:lnTo>
                  <a:lnTo>
                    <a:pt x="2365" y="3955"/>
                  </a:lnTo>
                  <a:lnTo>
                    <a:pt x="2449" y="3955"/>
                  </a:lnTo>
                  <a:lnTo>
                    <a:pt x="2491" y="3913"/>
                  </a:lnTo>
                  <a:lnTo>
                    <a:pt x="2491" y="3851"/>
                  </a:lnTo>
                  <a:lnTo>
                    <a:pt x="2553" y="3767"/>
                  </a:lnTo>
                  <a:lnTo>
                    <a:pt x="2553" y="3704"/>
                  </a:lnTo>
                  <a:lnTo>
                    <a:pt x="2595" y="3662"/>
                  </a:lnTo>
                  <a:lnTo>
                    <a:pt x="2679" y="3662"/>
                  </a:lnTo>
                  <a:lnTo>
                    <a:pt x="2763" y="3558"/>
                  </a:lnTo>
                  <a:lnTo>
                    <a:pt x="2867" y="3600"/>
                  </a:lnTo>
                  <a:lnTo>
                    <a:pt x="2867" y="3537"/>
                  </a:lnTo>
                  <a:lnTo>
                    <a:pt x="2930" y="3537"/>
                  </a:lnTo>
                  <a:lnTo>
                    <a:pt x="3014" y="3600"/>
                  </a:lnTo>
                  <a:lnTo>
                    <a:pt x="3076" y="3621"/>
                  </a:lnTo>
                  <a:lnTo>
                    <a:pt x="3244" y="3746"/>
                  </a:lnTo>
                  <a:lnTo>
                    <a:pt x="3327" y="3767"/>
                  </a:lnTo>
                  <a:lnTo>
                    <a:pt x="3495" y="3913"/>
                  </a:lnTo>
                  <a:lnTo>
                    <a:pt x="3516" y="3955"/>
                  </a:lnTo>
                  <a:lnTo>
                    <a:pt x="3641" y="3934"/>
                  </a:lnTo>
                  <a:lnTo>
                    <a:pt x="3767" y="4018"/>
                  </a:lnTo>
                  <a:lnTo>
                    <a:pt x="3913" y="4018"/>
                  </a:lnTo>
                  <a:lnTo>
                    <a:pt x="3976" y="4039"/>
                  </a:lnTo>
                  <a:lnTo>
                    <a:pt x="4060" y="3976"/>
                  </a:lnTo>
                  <a:lnTo>
                    <a:pt x="4144" y="3976"/>
                  </a:lnTo>
                  <a:lnTo>
                    <a:pt x="4248" y="4039"/>
                  </a:lnTo>
                  <a:lnTo>
                    <a:pt x="4374" y="4060"/>
                  </a:lnTo>
                  <a:lnTo>
                    <a:pt x="4436" y="4081"/>
                  </a:lnTo>
                  <a:lnTo>
                    <a:pt x="4562" y="4060"/>
                  </a:lnTo>
                  <a:lnTo>
                    <a:pt x="4583" y="4018"/>
                  </a:lnTo>
                  <a:lnTo>
                    <a:pt x="4541" y="3955"/>
                  </a:lnTo>
                  <a:lnTo>
                    <a:pt x="4499" y="3913"/>
                  </a:lnTo>
                  <a:lnTo>
                    <a:pt x="4604" y="3809"/>
                  </a:lnTo>
                  <a:lnTo>
                    <a:pt x="4688" y="3704"/>
                  </a:lnTo>
                  <a:lnTo>
                    <a:pt x="4792" y="3704"/>
                  </a:lnTo>
                  <a:lnTo>
                    <a:pt x="4897" y="3725"/>
                  </a:lnTo>
                  <a:lnTo>
                    <a:pt x="4980" y="3809"/>
                  </a:lnTo>
                  <a:lnTo>
                    <a:pt x="5064" y="3767"/>
                  </a:lnTo>
                  <a:lnTo>
                    <a:pt x="5294" y="3746"/>
                  </a:lnTo>
                  <a:lnTo>
                    <a:pt x="5336" y="3704"/>
                  </a:lnTo>
                  <a:lnTo>
                    <a:pt x="5420" y="3641"/>
                  </a:lnTo>
                  <a:lnTo>
                    <a:pt x="5650" y="3537"/>
                  </a:lnTo>
                  <a:lnTo>
                    <a:pt x="5734" y="3558"/>
                  </a:lnTo>
                  <a:lnTo>
                    <a:pt x="5755" y="3600"/>
                  </a:lnTo>
                  <a:lnTo>
                    <a:pt x="5796" y="3600"/>
                  </a:lnTo>
                  <a:lnTo>
                    <a:pt x="5817" y="3662"/>
                  </a:lnTo>
                  <a:lnTo>
                    <a:pt x="5859" y="3662"/>
                  </a:lnTo>
                  <a:lnTo>
                    <a:pt x="5943" y="3621"/>
                  </a:lnTo>
                  <a:lnTo>
                    <a:pt x="6068" y="3621"/>
                  </a:lnTo>
                  <a:lnTo>
                    <a:pt x="6152" y="3600"/>
                  </a:lnTo>
                  <a:lnTo>
                    <a:pt x="6236" y="3600"/>
                  </a:lnTo>
                  <a:lnTo>
                    <a:pt x="6320" y="3495"/>
                  </a:lnTo>
                  <a:lnTo>
                    <a:pt x="6278" y="3453"/>
                  </a:lnTo>
                  <a:lnTo>
                    <a:pt x="6278" y="3411"/>
                  </a:lnTo>
                  <a:lnTo>
                    <a:pt x="6361" y="3411"/>
                  </a:lnTo>
                  <a:lnTo>
                    <a:pt x="6445" y="3453"/>
                  </a:lnTo>
                  <a:lnTo>
                    <a:pt x="6633" y="3453"/>
                  </a:lnTo>
                  <a:lnTo>
                    <a:pt x="6675" y="3495"/>
                  </a:lnTo>
                  <a:lnTo>
                    <a:pt x="6759" y="3516"/>
                  </a:lnTo>
                  <a:lnTo>
                    <a:pt x="6843" y="3558"/>
                  </a:lnTo>
                  <a:lnTo>
                    <a:pt x="7073" y="3558"/>
                  </a:lnTo>
                  <a:lnTo>
                    <a:pt x="7094" y="3600"/>
                  </a:lnTo>
                  <a:lnTo>
                    <a:pt x="7282" y="3516"/>
                  </a:lnTo>
                  <a:lnTo>
                    <a:pt x="7408" y="3516"/>
                  </a:lnTo>
                  <a:lnTo>
                    <a:pt x="7512" y="3558"/>
                  </a:lnTo>
                  <a:lnTo>
                    <a:pt x="7533" y="3600"/>
                  </a:lnTo>
                  <a:lnTo>
                    <a:pt x="7533" y="3558"/>
                  </a:lnTo>
                  <a:lnTo>
                    <a:pt x="7491" y="3495"/>
                  </a:lnTo>
                  <a:lnTo>
                    <a:pt x="7387" y="3432"/>
                  </a:lnTo>
                  <a:lnTo>
                    <a:pt x="7303" y="3390"/>
                  </a:lnTo>
                  <a:lnTo>
                    <a:pt x="7303" y="3202"/>
                  </a:lnTo>
                  <a:lnTo>
                    <a:pt x="7303" y="3139"/>
                  </a:lnTo>
                  <a:lnTo>
                    <a:pt x="7219" y="3077"/>
                  </a:lnTo>
                  <a:lnTo>
                    <a:pt x="7010" y="3035"/>
                  </a:lnTo>
                  <a:lnTo>
                    <a:pt x="6968" y="2972"/>
                  </a:lnTo>
                  <a:lnTo>
                    <a:pt x="6989" y="2867"/>
                  </a:lnTo>
                  <a:lnTo>
                    <a:pt x="6947" y="2805"/>
                  </a:lnTo>
                  <a:lnTo>
                    <a:pt x="6843" y="2784"/>
                  </a:lnTo>
                  <a:lnTo>
                    <a:pt x="6780" y="2721"/>
                  </a:lnTo>
                  <a:lnTo>
                    <a:pt x="6759" y="2553"/>
                  </a:lnTo>
                  <a:lnTo>
                    <a:pt x="6738" y="2491"/>
                  </a:lnTo>
                  <a:lnTo>
                    <a:pt x="6550" y="2365"/>
                  </a:lnTo>
                  <a:lnTo>
                    <a:pt x="6487" y="2386"/>
                  </a:lnTo>
                  <a:lnTo>
                    <a:pt x="6382" y="2344"/>
                  </a:lnTo>
                  <a:lnTo>
                    <a:pt x="6361" y="2365"/>
                  </a:lnTo>
                  <a:lnTo>
                    <a:pt x="6257" y="2344"/>
                  </a:lnTo>
                  <a:lnTo>
                    <a:pt x="6131" y="2240"/>
                  </a:lnTo>
                  <a:lnTo>
                    <a:pt x="6173" y="2177"/>
                  </a:lnTo>
                  <a:lnTo>
                    <a:pt x="6215" y="2135"/>
                  </a:lnTo>
                  <a:lnTo>
                    <a:pt x="6278" y="2072"/>
                  </a:lnTo>
                  <a:lnTo>
                    <a:pt x="6320" y="1989"/>
                  </a:lnTo>
                  <a:lnTo>
                    <a:pt x="6257" y="1926"/>
                  </a:lnTo>
                  <a:lnTo>
                    <a:pt x="6152" y="1926"/>
                  </a:lnTo>
                  <a:lnTo>
                    <a:pt x="6048" y="1863"/>
                  </a:lnTo>
                  <a:lnTo>
                    <a:pt x="6006" y="1779"/>
                  </a:lnTo>
                  <a:lnTo>
                    <a:pt x="5922" y="1737"/>
                  </a:lnTo>
                  <a:lnTo>
                    <a:pt x="5817" y="1737"/>
                  </a:lnTo>
                  <a:lnTo>
                    <a:pt x="5692" y="1654"/>
                  </a:lnTo>
                  <a:lnTo>
                    <a:pt x="5608" y="1612"/>
                  </a:lnTo>
                  <a:lnTo>
                    <a:pt x="5587" y="1465"/>
                  </a:lnTo>
                  <a:lnTo>
                    <a:pt x="5629" y="1403"/>
                  </a:lnTo>
                  <a:lnTo>
                    <a:pt x="5545" y="1361"/>
                  </a:lnTo>
                  <a:lnTo>
                    <a:pt x="5399" y="1361"/>
                  </a:lnTo>
                  <a:lnTo>
                    <a:pt x="5336" y="1424"/>
                  </a:lnTo>
                  <a:lnTo>
                    <a:pt x="5211" y="1424"/>
                  </a:lnTo>
                  <a:lnTo>
                    <a:pt x="5106" y="1340"/>
                  </a:lnTo>
                  <a:lnTo>
                    <a:pt x="5106" y="1152"/>
                  </a:lnTo>
                  <a:lnTo>
                    <a:pt x="5169" y="1047"/>
                  </a:lnTo>
                  <a:lnTo>
                    <a:pt x="5190" y="1005"/>
                  </a:lnTo>
                  <a:lnTo>
                    <a:pt x="5211" y="880"/>
                  </a:lnTo>
                  <a:lnTo>
                    <a:pt x="5190" y="796"/>
                  </a:lnTo>
                  <a:lnTo>
                    <a:pt x="5085" y="566"/>
                  </a:lnTo>
                  <a:lnTo>
                    <a:pt x="4918" y="377"/>
                  </a:lnTo>
                  <a:lnTo>
                    <a:pt x="4897" y="294"/>
                  </a:lnTo>
                  <a:lnTo>
                    <a:pt x="4771" y="189"/>
                  </a:lnTo>
                  <a:lnTo>
                    <a:pt x="4813" y="168"/>
                  </a:lnTo>
                  <a:lnTo>
                    <a:pt x="4813" y="84"/>
                  </a:lnTo>
                  <a:lnTo>
                    <a:pt x="475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60"/>
            <p:cNvSpPr/>
            <p:nvPr/>
          </p:nvSpPr>
          <p:spPr>
            <a:xfrm>
              <a:off x="3809372" y="2919523"/>
              <a:ext cx="106405" cy="94483"/>
            </a:xfrm>
            <a:custGeom>
              <a:rect b="b" l="l" r="r" t="t"/>
              <a:pathLst>
                <a:path extrusionOk="0" h="8308" w="8936">
                  <a:moveTo>
                    <a:pt x="1068" y="1"/>
                  </a:moveTo>
                  <a:lnTo>
                    <a:pt x="1047" y="42"/>
                  </a:lnTo>
                  <a:lnTo>
                    <a:pt x="1089" y="252"/>
                  </a:lnTo>
                  <a:lnTo>
                    <a:pt x="1152" y="314"/>
                  </a:lnTo>
                  <a:lnTo>
                    <a:pt x="1026" y="482"/>
                  </a:lnTo>
                  <a:lnTo>
                    <a:pt x="670" y="691"/>
                  </a:lnTo>
                  <a:lnTo>
                    <a:pt x="670" y="775"/>
                  </a:lnTo>
                  <a:lnTo>
                    <a:pt x="566" y="900"/>
                  </a:lnTo>
                  <a:lnTo>
                    <a:pt x="440" y="900"/>
                  </a:lnTo>
                  <a:lnTo>
                    <a:pt x="357" y="963"/>
                  </a:lnTo>
                  <a:lnTo>
                    <a:pt x="357" y="1047"/>
                  </a:lnTo>
                  <a:lnTo>
                    <a:pt x="336" y="1109"/>
                  </a:lnTo>
                  <a:lnTo>
                    <a:pt x="398" y="1298"/>
                  </a:lnTo>
                  <a:lnTo>
                    <a:pt x="398" y="1423"/>
                  </a:lnTo>
                  <a:lnTo>
                    <a:pt x="357" y="1465"/>
                  </a:lnTo>
                  <a:lnTo>
                    <a:pt x="357" y="1507"/>
                  </a:lnTo>
                  <a:lnTo>
                    <a:pt x="336" y="1570"/>
                  </a:lnTo>
                  <a:lnTo>
                    <a:pt x="294" y="1674"/>
                  </a:lnTo>
                  <a:lnTo>
                    <a:pt x="189" y="1716"/>
                  </a:lnTo>
                  <a:lnTo>
                    <a:pt x="147" y="1737"/>
                  </a:lnTo>
                  <a:lnTo>
                    <a:pt x="85" y="1737"/>
                  </a:lnTo>
                  <a:lnTo>
                    <a:pt x="22" y="1800"/>
                  </a:lnTo>
                  <a:lnTo>
                    <a:pt x="22" y="2009"/>
                  </a:lnTo>
                  <a:lnTo>
                    <a:pt x="85" y="2030"/>
                  </a:lnTo>
                  <a:lnTo>
                    <a:pt x="147" y="2156"/>
                  </a:lnTo>
                  <a:lnTo>
                    <a:pt x="147" y="2553"/>
                  </a:lnTo>
                  <a:lnTo>
                    <a:pt x="189" y="2762"/>
                  </a:lnTo>
                  <a:lnTo>
                    <a:pt x="189" y="2825"/>
                  </a:lnTo>
                  <a:lnTo>
                    <a:pt x="189" y="3139"/>
                  </a:lnTo>
                  <a:lnTo>
                    <a:pt x="252" y="3286"/>
                  </a:lnTo>
                  <a:lnTo>
                    <a:pt x="210" y="3599"/>
                  </a:lnTo>
                  <a:lnTo>
                    <a:pt x="189" y="3662"/>
                  </a:lnTo>
                  <a:lnTo>
                    <a:pt x="231" y="3788"/>
                  </a:lnTo>
                  <a:lnTo>
                    <a:pt x="252" y="3997"/>
                  </a:lnTo>
                  <a:lnTo>
                    <a:pt x="210" y="4081"/>
                  </a:lnTo>
                  <a:lnTo>
                    <a:pt x="85" y="4185"/>
                  </a:lnTo>
                  <a:lnTo>
                    <a:pt x="43" y="4227"/>
                  </a:lnTo>
                  <a:lnTo>
                    <a:pt x="1" y="4290"/>
                  </a:lnTo>
                  <a:lnTo>
                    <a:pt x="85" y="4353"/>
                  </a:lnTo>
                  <a:lnTo>
                    <a:pt x="210" y="4541"/>
                  </a:lnTo>
                  <a:lnTo>
                    <a:pt x="315" y="4771"/>
                  </a:lnTo>
                  <a:lnTo>
                    <a:pt x="357" y="4813"/>
                  </a:lnTo>
                  <a:lnTo>
                    <a:pt x="398" y="4938"/>
                  </a:lnTo>
                  <a:lnTo>
                    <a:pt x="357" y="5022"/>
                  </a:lnTo>
                  <a:lnTo>
                    <a:pt x="398" y="5169"/>
                  </a:lnTo>
                  <a:lnTo>
                    <a:pt x="440" y="5252"/>
                  </a:lnTo>
                  <a:lnTo>
                    <a:pt x="461" y="5357"/>
                  </a:lnTo>
                  <a:lnTo>
                    <a:pt x="545" y="5441"/>
                  </a:lnTo>
                  <a:lnTo>
                    <a:pt x="984" y="5441"/>
                  </a:lnTo>
                  <a:lnTo>
                    <a:pt x="1089" y="5503"/>
                  </a:lnTo>
                  <a:lnTo>
                    <a:pt x="1173" y="5650"/>
                  </a:lnTo>
                  <a:lnTo>
                    <a:pt x="1277" y="5880"/>
                  </a:lnTo>
                  <a:lnTo>
                    <a:pt x="1340" y="5922"/>
                  </a:lnTo>
                  <a:lnTo>
                    <a:pt x="1403" y="6006"/>
                  </a:lnTo>
                  <a:lnTo>
                    <a:pt x="1486" y="6089"/>
                  </a:lnTo>
                  <a:lnTo>
                    <a:pt x="2491" y="6319"/>
                  </a:lnTo>
                  <a:lnTo>
                    <a:pt x="2595" y="6424"/>
                  </a:lnTo>
                  <a:lnTo>
                    <a:pt x="3118" y="6215"/>
                  </a:lnTo>
                  <a:lnTo>
                    <a:pt x="3746" y="5964"/>
                  </a:lnTo>
                  <a:lnTo>
                    <a:pt x="8391" y="8307"/>
                  </a:lnTo>
                  <a:lnTo>
                    <a:pt x="8391" y="8098"/>
                  </a:lnTo>
                  <a:lnTo>
                    <a:pt x="8935" y="8056"/>
                  </a:lnTo>
                  <a:lnTo>
                    <a:pt x="8705" y="2344"/>
                  </a:lnTo>
                  <a:lnTo>
                    <a:pt x="8621" y="2051"/>
                  </a:lnTo>
                  <a:lnTo>
                    <a:pt x="8580" y="1905"/>
                  </a:lnTo>
                  <a:lnTo>
                    <a:pt x="8621" y="1716"/>
                  </a:lnTo>
                  <a:lnTo>
                    <a:pt x="8705" y="1507"/>
                  </a:lnTo>
                  <a:lnTo>
                    <a:pt x="8705" y="1381"/>
                  </a:lnTo>
                  <a:lnTo>
                    <a:pt x="8663" y="1214"/>
                  </a:lnTo>
                  <a:lnTo>
                    <a:pt x="8705" y="984"/>
                  </a:lnTo>
                  <a:lnTo>
                    <a:pt x="8726" y="879"/>
                  </a:lnTo>
                  <a:lnTo>
                    <a:pt x="8684" y="733"/>
                  </a:lnTo>
                  <a:lnTo>
                    <a:pt x="8600" y="649"/>
                  </a:lnTo>
                  <a:lnTo>
                    <a:pt x="8496" y="628"/>
                  </a:lnTo>
                  <a:lnTo>
                    <a:pt x="8391" y="649"/>
                  </a:lnTo>
                  <a:lnTo>
                    <a:pt x="7994" y="586"/>
                  </a:lnTo>
                  <a:lnTo>
                    <a:pt x="7931" y="524"/>
                  </a:lnTo>
                  <a:lnTo>
                    <a:pt x="7764" y="524"/>
                  </a:lnTo>
                  <a:lnTo>
                    <a:pt x="7575" y="461"/>
                  </a:lnTo>
                  <a:lnTo>
                    <a:pt x="7533" y="377"/>
                  </a:lnTo>
                  <a:lnTo>
                    <a:pt x="7575" y="356"/>
                  </a:lnTo>
                  <a:lnTo>
                    <a:pt x="7554" y="314"/>
                  </a:lnTo>
                  <a:lnTo>
                    <a:pt x="7324" y="168"/>
                  </a:lnTo>
                  <a:lnTo>
                    <a:pt x="7199" y="168"/>
                  </a:lnTo>
                  <a:lnTo>
                    <a:pt x="7010" y="126"/>
                  </a:lnTo>
                  <a:lnTo>
                    <a:pt x="6948" y="105"/>
                  </a:lnTo>
                  <a:lnTo>
                    <a:pt x="6885" y="147"/>
                  </a:lnTo>
                  <a:lnTo>
                    <a:pt x="6780" y="63"/>
                  </a:lnTo>
                  <a:lnTo>
                    <a:pt x="6717" y="63"/>
                  </a:lnTo>
                  <a:lnTo>
                    <a:pt x="6529" y="168"/>
                  </a:lnTo>
                  <a:lnTo>
                    <a:pt x="6257" y="210"/>
                  </a:lnTo>
                  <a:lnTo>
                    <a:pt x="6006" y="314"/>
                  </a:lnTo>
                  <a:lnTo>
                    <a:pt x="5880" y="440"/>
                  </a:lnTo>
                  <a:lnTo>
                    <a:pt x="5839" y="586"/>
                  </a:lnTo>
                  <a:lnTo>
                    <a:pt x="5776" y="670"/>
                  </a:lnTo>
                  <a:lnTo>
                    <a:pt x="5755" y="963"/>
                  </a:lnTo>
                  <a:lnTo>
                    <a:pt x="5859" y="1109"/>
                  </a:lnTo>
                  <a:lnTo>
                    <a:pt x="5943" y="1361"/>
                  </a:lnTo>
                  <a:lnTo>
                    <a:pt x="5880" y="1486"/>
                  </a:lnTo>
                  <a:lnTo>
                    <a:pt x="5734" y="1633"/>
                  </a:lnTo>
                  <a:lnTo>
                    <a:pt x="5692" y="1695"/>
                  </a:lnTo>
                  <a:lnTo>
                    <a:pt x="5525" y="1842"/>
                  </a:lnTo>
                  <a:lnTo>
                    <a:pt x="5378" y="1905"/>
                  </a:lnTo>
                  <a:lnTo>
                    <a:pt x="5148" y="1800"/>
                  </a:lnTo>
                  <a:lnTo>
                    <a:pt x="4918" y="1612"/>
                  </a:lnTo>
                  <a:lnTo>
                    <a:pt x="4730" y="1486"/>
                  </a:lnTo>
                  <a:lnTo>
                    <a:pt x="4479" y="1319"/>
                  </a:lnTo>
                  <a:lnTo>
                    <a:pt x="4060" y="1172"/>
                  </a:lnTo>
                  <a:lnTo>
                    <a:pt x="3872" y="1151"/>
                  </a:lnTo>
                  <a:lnTo>
                    <a:pt x="3788" y="1172"/>
                  </a:lnTo>
                  <a:lnTo>
                    <a:pt x="3579" y="1172"/>
                  </a:lnTo>
                  <a:lnTo>
                    <a:pt x="3390" y="1068"/>
                  </a:lnTo>
                  <a:lnTo>
                    <a:pt x="3223" y="733"/>
                  </a:lnTo>
                  <a:lnTo>
                    <a:pt x="3223" y="545"/>
                  </a:lnTo>
                  <a:lnTo>
                    <a:pt x="3056" y="356"/>
                  </a:lnTo>
                  <a:lnTo>
                    <a:pt x="2700" y="314"/>
                  </a:lnTo>
                  <a:lnTo>
                    <a:pt x="2512" y="168"/>
                  </a:lnTo>
                  <a:lnTo>
                    <a:pt x="2198" y="168"/>
                  </a:lnTo>
                  <a:lnTo>
                    <a:pt x="2010" y="105"/>
                  </a:lnTo>
                  <a:lnTo>
                    <a:pt x="1591" y="168"/>
                  </a:lnTo>
                  <a:lnTo>
                    <a:pt x="1298" y="126"/>
                  </a:lnTo>
                  <a:lnTo>
                    <a:pt x="1194" y="21"/>
                  </a:lnTo>
                  <a:lnTo>
                    <a:pt x="10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60"/>
            <p:cNvSpPr/>
            <p:nvPr/>
          </p:nvSpPr>
          <p:spPr>
            <a:xfrm>
              <a:off x="3795917" y="2888589"/>
              <a:ext cx="27173" cy="50699"/>
            </a:xfrm>
            <a:custGeom>
              <a:rect b="b" l="l" r="r" t="t"/>
              <a:pathLst>
                <a:path extrusionOk="0" h="4458" w="2282">
                  <a:moveTo>
                    <a:pt x="1235" y="0"/>
                  </a:moveTo>
                  <a:lnTo>
                    <a:pt x="1110" y="21"/>
                  </a:lnTo>
                  <a:lnTo>
                    <a:pt x="1110" y="105"/>
                  </a:lnTo>
                  <a:lnTo>
                    <a:pt x="1026" y="21"/>
                  </a:lnTo>
                  <a:lnTo>
                    <a:pt x="859" y="42"/>
                  </a:lnTo>
                  <a:lnTo>
                    <a:pt x="650" y="147"/>
                  </a:lnTo>
                  <a:lnTo>
                    <a:pt x="524" y="272"/>
                  </a:lnTo>
                  <a:lnTo>
                    <a:pt x="503" y="356"/>
                  </a:lnTo>
                  <a:lnTo>
                    <a:pt x="524" y="440"/>
                  </a:lnTo>
                  <a:lnTo>
                    <a:pt x="503" y="586"/>
                  </a:lnTo>
                  <a:lnTo>
                    <a:pt x="503" y="775"/>
                  </a:lnTo>
                  <a:lnTo>
                    <a:pt x="399" y="1047"/>
                  </a:lnTo>
                  <a:lnTo>
                    <a:pt x="440" y="1193"/>
                  </a:lnTo>
                  <a:lnTo>
                    <a:pt x="503" y="1298"/>
                  </a:lnTo>
                  <a:lnTo>
                    <a:pt x="524" y="1319"/>
                  </a:lnTo>
                  <a:lnTo>
                    <a:pt x="482" y="1381"/>
                  </a:lnTo>
                  <a:lnTo>
                    <a:pt x="419" y="1465"/>
                  </a:lnTo>
                  <a:lnTo>
                    <a:pt x="503" y="1528"/>
                  </a:lnTo>
                  <a:lnTo>
                    <a:pt x="440" y="1591"/>
                  </a:lnTo>
                  <a:lnTo>
                    <a:pt x="419" y="1800"/>
                  </a:lnTo>
                  <a:lnTo>
                    <a:pt x="336" y="1842"/>
                  </a:lnTo>
                  <a:lnTo>
                    <a:pt x="294" y="1925"/>
                  </a:lnTo>
                  <a:lnTo>
                    <a:pt x="210" y="1946"/>
                  </a:lnTo>
                  <a:lnTo>
                    <a:pt x="85" y="2114"/>
                  </a:lnTo>
                  <a:lnTo>
                    <a:pt x="1" y="2365"/>
                  </a:lnTo>
                  <a:lnTo>
                    <a:pt x="64" y="2407"/>
                  </a:lnTo>
                  <a:lnTo>
                    <a:pt x="106" y="2553"/>
                  </a:lnTo>
                  <a:lnTo>
                    <a:pt x="85" y="2616"/>
                  </a:lnTo>
                  <a:lnTo>
                    <a:pt x="168" y="2741"/>
                  </a:lnTo>
                  <a:lnTo>
                    <a:pt x="210" y="2741"/>
                  </a:lnTo>
                  <a:lnTo>
                    <a:pt x="399" y="2888"/>
                  </a:lnTo>
                  <a:lnTo>
                    <a:pt x="419" y="3034"/>
                  </a:lnTo>
                  <a:lnTo>
                    <a:pt x="545" y="3076"/>
                  </a:lnTo>
                  <a:lnTo>
                    <a:pt x="608" y="3139"/>
                  </a:lnTo>
                  <a:lnTo>
                    <a:pt x="712" y="3160"/>
                  </a:lnTo>
                  <a:lnTo>
                    <a:pt x="838" y="3306"/>
                  </a:lnTo>
                  <a:lnTo>
                    <a:pt x="1215" y="4457"/>
                  </a:lnTo>
                  <a:lnTo>
                    <a:pt x="1277" y="4457"/>
                  </a:lnTo>
                  <a:lnTo>
                    <a:pt x="1319" y="4436"/>
                  </a:lnTo>
                  <a:lnTo>
                    <a:pt x="1424" y="4394"/>
                  </a:lnTo>
                  <a:lnTo>
                    <a:pt x="1466" y="4290"/>
                  </a:lnTo>
                  <a:lnTo>
                    <a:pt x="1487" y="4227"/>
                  </a:lnTo>
                  <a:lnTo>
                    <a:pt x="1487" y="4185"/>
                  </a:lnTo>
                  <a:lnTo>
                    <a:pt x="1528" y="4143"/>
                  </a:lnTo>
                  <a:lnTo>
                    <a:pt x="1528" y="4018"/>
                  </a:lnTo>
                  <a:lnTo>
                    <a:pt x="1466" y="3829"/>
                  </a:lnTo>
                  <a:lnTo>
                    <a:pt x="1487" y="3767"/>
                  </a:lnTo>
                  <a:lnTo>
                    <a:pt x="1487" y="3683"/>
                  </a:lnTo>
                  <a:lnTo>
                    <a:pt x="1570" y="3620"/>
                  </a:lnTo>
                  <a:lnTo>
                    <a:pt x="1696" y="3620"/>
                  </a:lnTo>
                  <a:lnTo>
                    <a:pt x="1800" y="3495"/>
                  </a:lnTo>
                  <a:lnTo>
                    <a:pt x="1800" y="3411"/>
                  </a:lnTo>
                  <a:lnTo>
                    <a:pt x="2156" y="3202"/>
                  </a:lnTo>
                  <a:lnTo>
                    <a:pt x="2282" y="3034"/>
                  </a:lnTo>
                  <a:lnTo>
                    <a:pt x="2219" y="2972"/>
                  </a:lnTo>
                  <a:lnTo>
                    <a:pt x="2177" y="2762"/>
                  </a:lnTo>
                  <a:lnTo>
                    <a:pt x="2198" y="2721"/>
                  </a:lnTo>
                  <a:lnTo>
                    <a:pt x="2156" y="2679"/>
                  </a:lnTo>
                  <a:lnTo>
                    <a:pt x="1968" y="2574"/>
                  </a:lnTo>
                  <a:lnTo>
                    <a:pt x="1947" y="2532"/>
                  </a:lnTo>
                  <a:lnTo>
                    <a:pt x="1947" y="2448"/>
                  </a:lnTo>
                  <a:lnTo>
                    <a:pt x="1863" y="2407"/>
                  </a:lnTo>
                  <a:lnTo>
                    <a:pt x="1842" y="2428"/>
                  </a:lnTo>
                  <a:lnTo>
                    <a:pt x="1842" y="2469"/>
                  </a:lnTo>
                  <a:lnTo>
                    <a:pt x="1779" y="2511"/>
                  </a:lnTo>
                  <a:lnTo>
                    <a:pt x="1696" y="2469"/>
                  </a:lnTo>
                  <a:lnTo>
                    <a:pt x="1675" y="2365"/>
                  </a:lnTo>
                  <a:lnTo>
                    <a:pt x="1591" y="2407"/>
                  </a:lnTo>
                  <a:lnTo>
                    <a:pt x="1424" y="2260"/>
                  </a:lnTo>
                  <a:lnTo>
                    <a:pt x="1340" y="2114"/>
                  </a:lnTo>
                  <a:lnTo>
                    <a:pt x="1382" y="1925"/>
                  </a:lnTo>
                  <a:lnTo>
                    <a:pt x="1675" y="1737"/>
                  </a:lnTo>
                  <a:lnTo>
                    <a:pt x="1842" y="1570"/>
                  </a:lnTo>
                  <a:lnTo>
                    <a:pt x="1884" y="1507"/>
                  </a:lnTo>
                  <a:lnTo>
                    <a:pt x="1842" y="1465"/>
                  </a:lnTo>
                  <a:lnTo>
                    <a:pt x="1884" y="1381"/>
                  </a:lnTo>
                  <a:lnTo>
                    <a:pt x="1863" y="1298"/>
                  </a:lnTo>
                  <a:lnTo>
                    <a:pt x="1842" y="1277"/>
                  </a:lnTo>
                  <a:lnTo>
                    <a:pt x="1842" y="1088"/>
                  </a:lnTo>
                  <a:lnTo>
                    <a:pt x="1654" y="1005"/>
                  </a:lnTo>
                  <a:lnTo>
                    <a:pt x="1528" y="837"/>
                  </a:lnTo>
                  <a:lnTo>
                    <a:pt x="1549" y="670"/>
                  </a:lnTo>
                  <a:lnTo>
                    <a:pt x="1675" y="586"/>
                  </a:lnTo>
                  <a:lnTo>
                    <a:pt x="1696" y="482"/>
                  </a:lnTo>
                  <a:lnTo>
                    <a:pt x="1800" y="314"/>
                  </a:lnTo>
                  <a:lnTo>
                    <a:pt x="1800" y="210"/>
                  </a:lnTo>
                  <a:lnTo>
                    <a:pt x="1759" y="147"/>
                  </a:lnTo>
                  <a:lnTo>
                    <a:pt x="1549" y="335"/>
                  </a:lnTo>
                  <a:lnTo>
                    <a:pt x="1487" y="419"/>
                  </a:lnTo>
                  <a:lnTo>
                    <a:pt x="1424" y="377"/>
                  </a:lnTo>
                  <a:lnTo>
                    <a:pt x="1340" y="168"/>
                  </a:lnTo>
                  <a:lnTo>
                    <a:pt x="1277" y="168"/>
                  </a:lnTo>
                  <a:lnTo>
                    <a:pt x="1277" y="63"/>
                  </a:lnTo>
                  <a:lnTo>
                    <a:pt x="123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60"/>
            <p:cNvSpPr/>
            <p:nvPr/>
          </p:nvSpPr>
          <p:spPr>
            <a:xfrm>
              <a:off x="3689035" y="2890250"/>
              <a:ext cx="138044" cy="127554"/>
            </a:xfrm>
            <a:custGeom>
              <a:rect b="b" l="l" r="r" t="t"/>
              <a:pathLst>
                <a:path extrusionOk="0" h="11216" w="11593">
                  <a:moveTo>
                    <a:pt x="8307" y="1"/>
                  </a:moveTo>
                  <a:lnTo>
                    <a:pt x="8161" y="22"/>
                  </a:lnTo>
                  <a:lnTo>
                    <a:pt x="8140" y="106"/>
                  </a:lnTo>
                  <a:lnTo>
                    <a:pt x="8035" y="126"/>
                  </a:lnTo>
                  <a:lnTo>
                    <a:pt x="7994" y="210"/>
                  </a:lnTo>
                  <a:lnTo>
                    <a:pt x="7910" y="189"/>
                  </a:lnTo>
                  <a:lnTo>
                    <a:pt x="7805" y="189"/>
                  </a:lnTo>
                  <a:lnTo>
                    <a:pt x="7701" y="294"/>
                  </a:lnTo>
                  <a:lnTo>
                    <a:pt x="7575" y="294"/>
                  </a:lnTo>
                  <a:lnTo>
                    <a:pt x="7491" y="168"/>
                  </a:lnTo>
                  <a:lnTo>
                    <a:pt x="7324" y="168"/>
                  </a:lnTo>
                  <a:lnTo>
                    <a:pt x="7261" y="126"/>
                  </a:lnTo>
                  <a:lnTo>
                    <a:pt x="7115" y="168"/>
                  </a:lnTo>
                  <a:lnTo>
                    <a:pt x="6989" y="126"/>
                  </a:lnTo>
                  <a:lnTo>
                    <a:pt x="6947" y="168"/>
                  </a:lnTo>
                  <a:lnTo>
                    <a:pt x="6843" y="106"/>
                  </a:lnTo>
                  <a:lnTo>
                    <a:pt x="6759" y="126"/>
                  </a:lnTo>
                  <a:lnTo>
                    <a:pt x="6696" y="273"/>
                  </a:lnTo>
                  <a:lnTo>
                    <a:pt x="6571" y="273"/>
                  </a:lnTo>
                  <a:lnTo>
                    <a:pt x="6466" y="210"/>
                  </a:lnTo>
                  <a:lnTo>
                    <a:pt x="6320" y="336"/>
                  </a:lnTo>
                  <a:lnTo>
                    <a:pt x="6236" y="336"/>
                  </a:lnTo>
                  <a:lnTo>
                    <a:pt x="6110" y="273"/>
                  </a:lnTo>
                  <a:lnTo>
                    <a:pt x="5964" y="315"/>
                  </a:lnTo>
                  <a:lnTo>
                    <a:pt x="5629" y="315"/>
                  </a:lnTo>
                  <a:lnTo>
                    <a:pt x="5336" y="524"/>
                  </a:lnTo>
                  <a:lnTo>
                    <a:pt x="5190" y="545"/>
                  </a:lnTo>
                  <a:lnTo>
                    <a:pt x="5106" y="545"/>
                  </a:lnTo>
                  <a:lnTo>
                    <a:pt x="4981" y="629"/>
                  </a:lnTo>
                  <a:lnTo>
                    <a:pt x="4960" y="712"/>
                  </a:lnTo>
                  <a:lnTo>
                    <a:pt x="4897" y="817"/>
                  </a:lnTo>
                  <a:lnTo>
                    <a:pt x="4813" y="817"/>
                  </a:lnTo>
                  <a:lnTo>
                    <a:pt x="4792" y="796"/>
                  </a:lnTo>
                  <a:lnTo>
                    <a:pt x="4709" y="796"/>
                  </a:lnTo>
                  <a:lnTo>
                    <a:pt x="4646" y="817"/>
                  </a:lnTo>
                  <a:lnTo>
                    <a:pt x="4604" y="859"/>
                  </a:lnTo>
                  <a:lnTo>
                    <a:pt x="4457" y="901"/>
                  </a:lnTo>
                  <a:lnTo>
                    <a:pt x="4332" y="942"/>
                  </a:lnTo>
                  <a:lnTo>
                    <a:pt x="4248" y="1026"/>
                  </a:lnTo>
                  <a:lnTo>
                    <a:pt x="4227" y="1068"/>
                  </a:lnTo>
                  <a:lnTo>
                    <a:pt x="4123" y="1214"/>
                  </a:lnTo>
                  <a:lnTo>
                    <a:pt x="3934" y="1256"/>
                  </a:lnTo>
                  <a:lnTo>
                    <a:pt x="3767" y="1256"/>
                  </a:lnTo>
                  <a:lnTo>
                    <a:pt x="3830" y="1340"/>
                  </a:lnTo>
                  <a:lnTo>
                    <a:pt x="3851" y="1382"/>
                  </a:lnTo>
                  <a:lnTo>
                    <a:pt x="3913" y="1486"/>
                  </a:lnTo>
                  <a:lnTo>
                    <a:pt x="3934" y="1591"/>
                  </a:lnTo>
                  <a:lnTo>
                    <a:pt x="3955" y="1633"/>
                  </a:lnTo>
                  <a:lnTo>
                    <a:pt x="3955" y="1800"/>
                  </a:lnTo>
                  <a:lnTo>
                    <a:pt x="3955" y="2051"/>
                  </a:lnTo>
                  <a:lnTo>
                    <a:pt x="3976" y="2114"/>
                  </a:lnTo>
                  <a:lnTo>
                    <a:pt x="4039" y="2575"/>
                  </a:lnTo>
                  <a:lnTo>
                    <a:pt x="4123" y="2721"/>
                  </a:lnTo>
                  <a:lnTo>
                    <a:pt x="4144" y="2847"/>
                  </a:lnTo>
                  <a:lnTo>
                    <a:pt x="4227" y="2847"/>
                  </a:lnTo>
                  <a:lnTo>
                    <a:pt x="4269" y="2909"/>
                  </a:lnTo>
                  <a:lnTo>
                    <a:pt x="4353" y="2930"/>
                  </a:lnTo>
                  <a:lnTo>
                    <a:pt x="4395" y="2951"/>
                  </a:lnTo>
                  <a:lnTo>
                    <a:pt x="4332" y="3119"/>
                  </a:lnTo>
                  <a:lnTo>
                    <a:pt x="4353" y="3160"/>
                  </a:lnTo>
                  <a:lnTo>
                    <a:pt x="4269" y="3265"/>
                  </a:lnTo>
                  <a:lnTo>
                    <a:pt x="3600" y="3265"/>
                  </a:lnTo>
                  <a:lnTo>
                    <a:pt x="3453" y="3307"/>
                  </a:lnTo>
                  <a:lnTo>
                    <a:pt x="3307" y="3516"/>
                  </a:lnTo>
                  <a:lnTo>
                    <a:pt x="3202" y="3621"/>
                  </a:lnTo>
                  <a:lnTo>
                    <a:pt x="3118" y="3746"/>
                  </a:lnTo>
                  <a:lnTo>
                    <a:pt x="3139" y="3935"/>
                  </a:lnTo>
                  <a:lnTo>
                    <a:pt x="3097" y="4060"/>
                  </a:lnTo>
                  <a:lnTo>
                    <a:pt x="2700" y="4311"/>
                  </a:lnTo>
                  <a:lnTo>
                    <a:pt x="2072" y="4688"/>
                  </a:lnTo>
                  <a:lnTo>
                    <a:pt x="1612" y="4939"/>
                  </a:lnTo>
                  <a:lnTo>
                    <a:pt x="1361" y="5002"/>
                  </a:lnTo>
                  <a:lnTo>
                    <a:pt x="1152" y="5002"/>
                  </a:lnTo>
                  <a:lnTo>
                    <a:pt x="1047" y="5043"/>
                  </a:lnTo>
                  <a:lnTo>
                    <a:pt x="880" y="5043"/>
                  </a:lnTo>
                  <a:lnTo>
                    <a:pt x="587" y="5106"/>
                  </a:lnTo>
                  <a:lnTo>
                    <a:pt x="398" y="5211"/>
                  </a:lnTo>
                  <a:lnTo>
                    <a:pt x="294" y="5357"/>
                  </a:lnTo>
                  <a:lnTo>
                    <a:pt x="43" y="5546"/>
                  </a:lnTo>
                  <a:lnTo>
                    <a:pt x="43" y="6048"/>
                  </a:lnTo>
                  <a:lnTo>
                    <a:pt x="1" y="6194"/>
                  </a:lnTo>
                  <a:lnTo>
                    <a:pt x="2093" y="7617"/>
                  </a:lnTo>
                  <a:lnTo>
                    <a:pt x="5901" y="10128"/>
                  </a:lnTo>
                  <a:lnTo>
                    <a:pt x="5943" y="10379"/>
                  </a:lnTo>
                  <a:lnTo>
                    <a:pt x="6069" y="10484"/>
                  </a:lnTo>
                  <a:lnTo>
                    <a:pt x="6278" y="10484"/>
                  </a:lnTo>
                  <a:lnTo>
                    <a:pt x="6445" y="10546"/>
                  </a:lnTo>
                  <a:lnTo>
                    <a:pt x="6550" y="10672"/>
                  </a:lnTo>
                  <a:lnTo>
                    <a:pt x="6696" y="10735"/>
                  </a:lnTo>
                  <a:lnTo>
                    <a:pt x="6801" y="10797"/>
                  </a:lnTo>
                  <a:lnTo>
                    <a:pt x="6801" y="10902"/>
                  </a:lnTo>
                  <a:lnTo>
                    <a:pt x="6738" y="11090"/>
                  </a:lnTo>
                  <a:lnTo>
                    <a:pt x="6780" y="11174"/>
                  </a:lnTo>
                  <a:lnTo>
                    <a:pt x="6906" y="11216"/>
                  </a:lnTo>
                  <a:lnTo>
                    <a:pt x="7178" y="11195"/>
                  </a:lnTo>
                  <a:lnTo>
                    <a:pt x="7408" y="11111"/>
                  </a:lnTo>
                  <a:lnTo>
                    <a:pt x="8266" y="10902"/>
                  </a:lnTo>
                  <a:lnTo>
                    <a:pt x="8998" y="10253"/>
                  </a:lnTo>
                  <a:lnTo>
                    <a:pt x="11592" y="8663"/>
                  </a:lnTo>
                  <a:lnTo>
                    <a:pt x="11509" y="8580"/>
                  </a:lnTo>
                  <a:lnTo>
                    <a:pt x="11446" y="8496"/>
                  </a:lnTo>
                  <a:lnTo>
                    <a:pt x="11383" y="8454"/>
                  </a:lnTo>
                  <a:lnTo>
                    <a:pt x="11279" y="8224"/>
                  </a:lnTo>
                  <a:lnTo>
                    <a:pt x="11195" y="8077"/>
                  </a:lnTo>
                  <a:lnTo>
                    <a:pt x="11090" y="8015"/>
                  </a:lnTo>
                  <a:lnTo>
                    <a:pt x="10651" y="8015"/>
                  </a:lnTo>
                  <a:lnTo>
                    <a:pt x="10567" y="7931"/>
                  </a:lnTo>
                  <a:lnTo>
                    <a:pt x="10546" y="7826"/>
                  </a:lnTo>
                  <a:lnTo>
                    <a:pt x="10504" y="7743"/>
                  </a:lnTo>
                  <a:lnTo>
                    <a:pt x="10463" y="7596"/>
                  </a:lnTo>
                  <a:lnTo>
                    <a:pt x="10504" y="7512"/>
                  </a:lnTo>
                  <a:lnTo>
                    <a:pt x="10463" y="7387"/>
                  </a:lnTo>
                  <a:lnTo>
                    <a:pt x="10421" y="7345"/>
                  </a:lnTo>
                  <a:lnTo>
                    <a:pt x="10316" y="7115"/>
                  </a:lnTo>
                  <a:lnTo>
                    <a:pt x="10191" y="6927"/>
                  </a:lnTo>
                  <a:lnTo>
                    <a:pt x="10107" y="6864"/>
                  </a:lnTo>
                  <a:lnTo>
                    <a:pt x="10149" y="6801"/>
                  </a:lnTo>
                  <a:lnTo>
                    <a:pt x="10191" y="6759"/>
                  </a:lnTo>
                  <a:lnTo>
                    <a:pt x="10316" y="6655"/>
                  </a:lnTo>
                  <a:lnTo>
                    <a:pt x="10358" y="6571"/>
                  </a:lnTo>
                  <a:lnTo>
                    <a:pt x="10337" y="6362"/>
                  </a:lnTo>
                  <a:lnTo>
                    <a:pt x="10295" y="6236"/>
                  </a:lnTo>
                  <a:lnTo>
                    <a:pt x="10316" y="6173"/>
                  </a:lnTo>
                  <a:lnTo>
                    <a:pt x="10358" y="5860"/>
                  </a:lnTo>
                  <a:lnTo>
                    <a:pt x="10295" y="5713"/>
                  </a:lnTo>
                  <a:lnTo>
                    <a:pt x="10295" y="5399"/>
                  </a:lnTo>
                  <a:lnTo>
                    <a:pt x="10295" y="5336"/>
                  </a:lnTo>
                  <a:lnTo>
                    <a:pt x="10253" y="5127"/>
                  </a:lnTo>
                  <a:lnTo>
                    <a:pt x="10253" y="4730"/>
                  </a:lnTo>
                  <a:lnTo>
                    <a:pt x="10191" y="4604"/>
                  </a:lnTo>
                  <a:lnTo>
                    <a:pt x="10128" y="4583"/>
                  </a:lnTo>
                  <a:lnTo>
                    <a:pt x="10128" y="4374"/>
                  </a:lnTo>
                  <a:lnTo>
                    <a:pt x="10191" y="4311"/>
                  </a:lnTo>
                  <a:lnTo>
                    <a:pt x="9814" y="3160"/>
                  </a:lnTo>
                  <a:lnTo>
                    <a:pt x="9688" y="3014"/>
                  </a:lnTo>
                  <a:lnTo>
                    <a:pt x="9584" y="2993"/>
                  </a:lnTo>
                  <a:lnTo>
                    <a:pt x="9521" y="2930"/>
                  </a:lnTo>
                  <a:lnTo>
                    <a:pt x="9395" y="2888"/>
                  </a:lnTo>
                  <a:lnTo>
                    <a:pt x="9375" y="2742"/>
                  </a:lnTo>
                  <a:lnTo>
                    <a:pt x="9186" y="2595"/>
                  </a:lnTo>
                  <a:lnTo>
                    <a:pt x="9144" y="2595"/>
                  </a:lnTo>
                  <a:lnTo>
                    <a:pt x="9061" y="2470"/>
                  </a:lnTo>
                  <a:lnTo>
                    <a:pt x="9082" y="2407"/>
                  </a:lnTo>
                  <a:lnTo>
                    <a:pt x="9040" y="2261"/>
                  </a:lnTo>
                  <a:lnTo>
                    <a:pt x="8977" y="2219"/>
                  </a:lnTo>
                  <a:lnTo>
                    <a:pt x="9061" y="1968"/>
                  </a:lnTo>
                  <a:lnTo>
                    <a:pt x="9186" y="1800"/>
                  </a:lnTo>
                  <a:lnTo>
                    <a:pt x="9270" y="1779"/>
                  </a:lnTo>
                  <a:lnTo>
                    <a:pt x="9312" y="1696"/>
                  </a:lnTo>
                  <a:lnTo>
                    <a:pt x="9395" y="1654"/>
                  </a:lnTo>
                  <a:lnTo>
                    <a:pt x="9416" y="1445"/>
                  </a:lnTo>
                  <a:lnTo>
                    <a:pt x="9479" y="1382"/>
                  </a:lnTo>
                  <a:lnTo>
                    <a:pt x="9395" y="1319"/>
                  </a:lnTo>
                  <a:lnTo>
                    <a:pt x="9458" y="1235"/>
                  </a:lnTo>
                  <a:lnTo>
                    <a:pt x="9500" y="1173"/>
                  </a:lnTo>
                  <a:lnTo>
                    <a:pt x="9479" y="1152"/>
                  </a:lnTo>
                  <a:lnTo>
                    <a:pt x="9416" y="1047"/>
                  </a:lnTo>
                  <a:lnTo>
                    <a:pt x="9375" y="901"/>
                  </a:lnTo>
                  <a:lnTo>
                    <a:pt x="9479" y="629"/>
                  </a:lnTo>
                  <a:lnTo>
                    <a:pt x="9479" y="440"/>
                  </a:lnTo>
                  <a:lnTo>
                    <a:pt x="9500" y="294"/>
                  </a:lnTo>
                  <a:lnTo>
                    <a:pt x="9479" y="210"/>
                  </a:lnTo>
                  <a:lnTo>
                    <a:pt x="9500" y="126"/>
                  </a:lnTo>
                  <a:lnTo>
                    <a:pt x="9479" y="106"/>
                  </a:lnTo>
                  <a:lnTo>
                    <a:pt x="9291" y="126"/>
                  </a:lnTo>
                  <a:lnTo>
                    <a:pt x="9207" y="106"/>
                  </a:lnTo>
                  <a:lnTo>
                    <a:pt x="8977" y="189"/>
                  </a:lnTo>
                  <a:lnTo>
                    <a:pt x="8851" y="85"/>
                  </a:lnTo>
                  <a:lnTo>
                    <a:pt x="8684" y="22"/>
                  </a:lnTo>
                  <a:lnTo>
                    <a:pt x="8684" y="85"/>
                  </a:lnTo>
                  <a:lnTo>
                    <a:pt x="8579" y="189"/>
                  </a:lnTo>
                  <a:lnTo>
                    <a:pt x="8370" y="168"/>
                  </a:lnTo>
                  <a:lnTo>
                    <a:pt x="8370" y="64"/>
                  </a:lnTo>
                  <a:lnTo>
                    <a:pt x="83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60"/>
            <p:cNvSpPr/>
            <p:nvPr/>
          </p:nvSpPr>
          <p:spPr>
            <a:xfrm>
              <a:off x="3661636" y="2898825"/>
              <a:ext cx="79733" cy="60206"/>
            </a:xfrm>
            <a:custGeom>
              <a:rect b="b" l="l" r="r" t="t"/>
              <a:pathLst>
                <a:path extrusionOk="0" h="5294" w="6696">
                  <a:moveTo>
                    <a:pt x="4269" y="0"/>
                  </a:moveTo>
                  <a:lnTo>
                    <a:pt x="4164" y="42"/>
                  </a:lnTo>
                  <a:lnTo>
                    <a:pt x="4122" y="84"/>
                  </a:lnTo>
                  <a:lnTo>
                    <a:pt x="4038" y="84"/>
                  </a:lnTo>
                  <a:lnTo>
                    <a:pt x="3913" y="188"/>
                  </a:lnTo>
                  <a:lnTo>
                    <a:pt x="3871" y="502"/>
                  </a:lnTo>
                  <a:lnTo>
                    <a:pt x="3766" y="691"/>
                  </a:lnTo>
                  <a:lnTo>
                    <a:pt x="3745" y="921"/>
                  </a:lnTo>
                  <a:lnTo>
                    <a:pt x="3662" y="1046"/>
                  </a:lnTo>
                  <a:lnTo>
                    <a:pt x="3411" y="1318"/>
                  </a:lnTo>
                  <a:lnTo>
                    <a:pt x="3327" y="1318"/>
                  </a:lnTo>
                  <a:lnTo>
                    <a:pt x="3222" y="1402"/>
                  </a:lnTo>
                  <a:lnTo>
                    <a:pt x="2992" y="1465"/>
                  </a:lnTo>
                  <a:lnTo>
                    <a:pt x="2825" y="1632"/>
                  </a:lnTo>
                  <a:lnTo>
                    <a:pt x="2783" y="1632"/>
                  </a:lnTo>
                  <a:lnTo>
                    <a:pt x="2553" y="1779"/>
                  </a:lnTo>
                  <a:lnTo>
                    <a:pt x="2406" y="1841"/>
                  </a:lnTo>
                  <a:lnTo>
                    <a:pt x="2344" y="1967"/>
                  </a:lnTo>
                  <a:lnTo>
                    <a:pt x="2072" y="2155"/>
                  </a:lnTo>
                  <a:lnTo>
                    <a:pt x="2155" y="2365"/>
                  </a:lnTo>
                  <a:lnTo>
                    <a:pt x="2155" y="2490"/>
                  </a:lnTo>
                  <a:lnTo>
                    <a:pt x="1925" y="2699"/>
                  </a:lnTo>
                  <a:lnTo>
                    <a:pt x="1758" y="3013"/>
                  </a:lnTo>
                  <a:lnTo>
                    <a:pt x="1758" y="3118"/>
                  </a:lnTo>
                  <a:lnTo>
                    <a:pt x="1862" y="3327"/>
                  </a:lnTo>
                  <a:lnTo>
                    <a:pt x="1779" y="3536"/>
                  </a:lnTo>
                  <a:lnTo>
                    <a:pt x="1841" y="3599"/>
                  </a:lnTo>
                  <a:lnTo>
                    <a:pt x="1883" y="3662"/>
                  </a:lnTo>
                  <a:lnTo>
                    <a:pt x="1862" y="3829"/>
                  </a:lnTo>
                  <a:lnTo>
                    <a:pt x="1507" y="4248"/>
                  </a:lnTo>
                  <a:lnTo>
                    <a:pt x="1444" y="4394"/>
                  </a:lnTo>
                  <a:lnTo>
                    <a:pt x="1297" y="4582"/>
                  </a:lnTo>
                  <a:lnTo>
                    <a:pt x="1109" y="4603"/>
                  </a:lnTo>
                  <a:lnTo>
                    <a:pt x="712" y="4959"/>
                  </a:lnTo>
                  <a:lnTo>
                    <a:pt x="147" y="5064"/>
                  </a:lnTo>
                  <a:lnTo>
                    <a:pt x="0" y="5273"/>
                  </a:lnTo>
                  <a:lnTo>
                    <a:pt x="2344" y="5294"/>
                  </a:lnTo>
                  <a:lnTo>
                    <a:pt x="2344" y="4792"/>
                  </a:lnTo>
                  <a:lnTo>
                    <a:pt x="2595" y="4603"/>
                  </a:lnTo>
                  <a:lnTo>
                    <a:pt x="2699" y="4457"/>
                  </a:lnTo>
                  <a:lnTo>
                    <a:pt x="2888" y="4352"/>
                  </a:lnTo>
                  <a:lnTo>
                    <a:pt x="3181" y="4289"/>
                  </a:lnTo>
                  <a:lnTo>
                    <a:pt x="3348" y="4289"/>
                  </a:lnTo>
                  <a:lnTo>
                    <a:pt x="3453" y="4248"/>
                  </a:lnTo>
                  <a:lnTo>
                    <a:pt x="3662" y="4248"/>
                  </a:lnTo>
                  <a:lnTo>
                    <a:pt x="3913" y="4185"/>
                  </a:lnTo>
                  <a:lnTo>
                    <a:pt x="4373" y="3934"/>
                  </a:lnTo>
                  <a:lnTo>
                    <a:pt x="5001" y="3557"/>
                  </a:lnTo>
                  <a:lnTo>
                    <a:pt x="5398" y="3306"/>
                  </a:lnTo>
                  <a:lnTo>
                    <a:pt x="5440" y="3181"/>
                  </a:lnTo>
                  <a:lnTo>
                    <a:pt x="5419" y="2992"/>
                  </a:lnTo>
                  <a:lnTo>
                    <a:pt x="5503" y="2867"/>
                  </a:lnTo>
                  <a:lnTo>
                    <a:pt x="5608" y="2762"/>
                  </a:lnTo>
                  <a:lnTo>
                    <a:pt x="5754" y="2553"/>
                  </a:lnTo>
                  <a:lnTo>
                    <a:pt x="5901" y="2511"/>
                  </a:lnTo>
                  <a:lnTo>
                    <a:pt x="6570" y="2511"/>
                  </a:lnTo>
                  <a:lnTo>
                    <a:pt x="6654" y="2406"/>
                  </a:lnTo>
                  <a:lnTo>
                    <a:pt x="6633" y="2365"/>
                  </a:lnTo>
                  <a:lnTo>
                    <a:pt x="6696" y="2197"/>
                  </a:lnTo>
                  <a:lnTo>
                    <a:pt x="6654" y="2176"/>
                  </a:lnTo>
                  <a:lnTo>
                    <a:pt x="6570" y="2155"/>
                  </a:lnTo>
                  <a:lnTo>
                    <a:pt x="6528" y="2093"/>
                  </a:lnTo>
                  <a:lnTo>
                    <a:pt x="6445" y="2093"/>
                  </a:lnTo>
                  <a:lnTo>
                    <a:pt x="6424" y="1967"/>
                  </a:lnTo>
                  <a:lnTo>
                    <a:pt x="6340" y="1821"/>
                  </a:lnTo>
                  <a:lnTo>
                    <a:pt x="6277" y="1360"/>
                  </a:lnTo>
                  <a:lnTo>
                    <a:pt x="6256" y="1297"/>
                  </a:lnTo>
                  <a:lnTo>
                    <a:pt x="6256" y="1046"/>
                  </a:lnTo>
                  <a:lnTo>
                    <a:pt x="6256" y="879"/>
                  </a:lnTo>
                  <a:lnTo>
                    <a:pt x="6235" y="837"/>
                  </a:lnTo>
                  <a:lnTo>
                    <a:pt x="6214" y="732"/>
                  </a:lnTo>
                  <a:lnTo>
                    <a:pt x="6152" y="628"/>
                  </a:lnTo>
                  <a:lnTo>
                    <a:pt x="6131" y="586"/>
                  </a:lnTo>
                  <a:lnTo>
                    <a:pt x="6068" y="502"/>
                  </a:lnTo>
                  <a:lnTo>
                    <a:pt x="6005" y="523"/>
                  </a:lnTo>
                  <a:lnTo>
                    <a:pt x="5691" y="502"/>
                  </a:lnTo>
                  <a:lnTo>
                    <a:pt x="5608" y="419"/>
                  </a:lnTo>
                  <a:lnTo>
                    <a:pt x="5587" y="314"/>
                  </a:lnTo>
                  <a:lnTo>
                    <a:pt x="5524" y="293"/>
                  </a:lnTo>
                  <a:lnTo>
                    <a:pt x="5419" y="398"/>
                  </a:lnTo>
                  <a:lnTo>
                    <a:pt x="5231" y="460"/>
                  </a:lnTo>
                  <a:lnTo>
                    <a:pt x="5064" y="398"/>
                  </a:lnTo>
                  <a:lnTo>
                    <a:pt x="4959" y="398"/>
                  </a:lnTo>
                  <a:lnTo>
                    <a:pt x="4854" y="460"/>
                  </a:lnTo>
                  <a:lnTo>
                    <a:pt x="4666" y="481"/>
                  </a:lnTo>
                  <a:lnTo>
                    <a:pt x="4541" y="460"/>
                  </a:lnTo>
                  <a:lnTo>
                    <a:pt x="4373" y="293"/>
                  </a:lnTo>
                  <a:lnTo>
                    <a:pt x="4331" y="251"/>
                  </a:lnTo>
                  <a:lnTo>
                    <a:pt x="4290" y="147"/>
                  </a:lnTo>
                  <a:lnTo>
                    <a:pt x="4290" y="84"/>
                  </a:lnTo>
                  <a:lnTo>
                    <a:pt x="4290" y="42"/>
                  </a:lnTo>
                  <a:lnTo>
                    <a:pt x="426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60"/>
            <p:cNvSpPr/>
            <p:nvPr/>
          </p:nvSpPr>
          <p:spPr>
            <a:xfrm>
              <a:off x="3632974" y="2958780"/>
              <a:ext cx="56573" cy="43318"/>
            </a:xfrm>
            <a:custGeom>
              <a:rect b="b" l="l" r="r" t="t"/>
              <a:pathLst>
                <a:path extrusionOk="0" h="3809" w="4751">
                  <a:moveTo>
                    <a:pt x="2407" y="1"/>
                  </a:moveTo>
                  <a:lnTo>
                    <a:pt x="2177" y="315"/>
                  </a:lnTo>
                  <a:lnTo>
                    <a:pt x="2177" y="524"/>
                  </a:lnTo>
                  <a:lnTo>
                    <a:pt x="2072" y="545"/>
                  </a:lnTo>
                  <a:lnTo>
                    <a:pt x="1675" y="754"/>
                  </a:lnTo>
                  <a:lnTo>
                    <a:pt x="1633" y="859"/>
                  </a:lnTo>
                  <a:lnTo>
                    <a:pt x="1466" y="942"/>
                  </a:lnTo>
                  <a:lnTo>
                    <a:pt x="1528" y="1089"/>
                  </a:lnTo>
                  <a:lnTo>
                    <a:pt x="1194" y="1612"/>
                  </a:lnTo>
                  <a:lnTo>
                    <a:pt x="1152" y="1779"/>
                  </a:lnTo>
                  <a:lnTo>
                    <a:pt x="901" y="2030"/>
                  </a:lnTo>
                  <a:lnTo>
                    <a:pt x="796" y="2093"/>
                  </a:lnTo>
                  <a:lnTo>
                    <a:pt x="671" y="2365"/>
                  </a:lnTo>
                  <a:lnTo>
                    <a:pt x="671" y="2470"/>
                  </a:lnTo>
                  <a:lnTo>
                    <a:pt x="461" y="2763"/>
                  </a:lnTo>
                  <a:lnTo>
                    <a:pt x="419" y="2847"/>
                  </a:lnTo>
                  <a:lnTo>
                    <a:pt x="503" y="2888"/>
                  </a:lnTo>
                  <a:lnTo>
                    <a:pt x="398" y="2930"/>
                  </a:lnTo>
                  <a:lnTo>
                    <a:pt x="210" y="3265"/>
                  </a:lnTo>
                  <a:lnTo>
                    <a:pt x="147" y="3286"/>
                  </a:lnTo>
                  <a:lnTo>
                    <a:pt x="64" y="3370"/>
                  </a:lnTo>
                  <a:lnTo>
                    <a:pt x="85" y="3495"/>
                  </a:lnTo>
                  <a:lnTo>
                    <a:pt x="1" y="3621"/>
                  </a:lnTo>
                  <a:lnTo>
                    <a:pt x="43" y="3809"/>
                  </a:lnTo>
                  <a:lnTo>
                    <a:pt x="2344" y="3809"/>
                  </a:lnTo>
                  <a:lnTo>
                    <a:pt x="2303" y="2742"/>
                  </a:lnTo>
                  <a:lnTo>
                    <a:pt x="2386" y="2575"/>
                  </a:lnTo>
                  <a:lnTo>
                    <a:pt x="2512" y="2512"/>
                  </a:lnTo>
                  <a:lnTo>
                    <a:pt x="2658" y="2470"/>
                  </a:lnTo>
                  <a:lnTo>
                    <a:pt x="2867" y="2470"/>
                  </a:lnTo>
                  <a:lnTo>
                    <a:pt x="2888" y="963"/>
                  </a:lnTo>
                  <a:lnTo>
                    <a:pt x="4709" y="984"/>
                  </a:lnTo>
                  <a:lnTo>
                    <a:pt x="4709" y="168"/>
                  </a:lnTo>
                  <a:lnTo>
                    <a:pt x="4751" y="22"/>
                  </a:lnTo>
                  <a:lnTo>
                    <a:pt x="24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60"/>
            <p:cNvSpPr/>
            <p:nvPr/>
          </p:nvSpPr>
          <p:spPr>
            <a:xfrm>
              <a:off x="3632736" y="2960691"/>
              <a:ext cx="81233" cy="85430"/>
            </a:xfrm>
            <a:custGeom>
              <a:rect b="b" l="l" r="r" t="t"/>
              <a:pathLst>
                <a:path extrusionOk="0" h="7512" w="6822">
                  <a:moveTo>
                    <a:pt x="4729" y="0"/>
                  </a:moveTo>
                  <a:lnTo>
                    <a:pt x="4729" y="816"/>
                  </a:lnTo>
                  <a:lnTo>
                    <a:pt x="2908" y="795"/>
                  </a:lnTo>
                  <a:lnTo>
                    <a:pt x="2887" y="2302"/>
                  </a:lnTo>
                  <a:lnTo>
                    <a:pt x="2678" y="2302"/>
                  </a:lnTo>
                  <a:lnTo>
                    <a:pt x="2532" y="2344"/>
                  </a:lnTo>
                  <a:lnTo>
                    <a:pt x="2406" y="2407"/>
                  </a:lnTo>
                  <a:lnTo>
                    <a:pt x="2323" y="2574"/>
                  </a:lnTo>
                  <a:lnTo>
                    <a:pt x="2364" y="3641"/>
                  </a:lnTo>
                  <a:lnTo>
                    <a:pt x="63" y="3641"/>
                  </a:lnTo>
                  <a:lnTo>
                    <a:pt x="63" y="3662"/>
                  </a:lnTo>
                  <a:lnTo>
                    <a:pt x="0" y="3808"/>
                  </a:lnTo>
                  <a:lnTo>
                    <a:pt x="0" y="4039"/>
                  </a:lnTo>
                  <a:lnTo>
                    <a:pt x="126" y="3871"/>
                  </a:lnTo>
                  <a:lnTo>
                    <a:pt x="188" y="4018"/>
                  </a:lnTo>
                  <a:lnTo>
                    <a:pt x="209" y="4039"/>
                  </a:lnTo>
                  <a:lnTo>
                    <a:pt x="293" y="3976"/>
                  </a:lnTo>
                  <a:lnTo>
                    <a:pt x="439" y="4248"/>
                  </a:lnTo>
                  <a:lnTo>
                    <a:pt x="398" y="4331"/>
                  </a:lnTo>
                  <a:lnTo>
                    <a:pt x="418" y="4436"/>
                  </a:lnTo>
                  <a:lnTo>
                    <a:pt x="398" y="4645"/>
                  </a:lnTo>
                  <a:lnTo>
                    <a:pt x="314" y="4645"/>
                  </a:lnTo>
                  <a:lnTo>
                    <a:pt x="230" y="4687"/>
                  </a:lnTo>
                  <a:lnTo>
                    <a:pt x="418" y="4917"/>
                  </a:lnTo>
                  <a:lnTo>
                    <a:pt x="523" y="5524"/>
                  </a:lnTo>
                  <a:lnTo>
                    <a:pt x="481" y="5943"/>
                  </a:lnTo>
                  <a:lnTo>
                    <a:pt x="335" y="6131"/>
                  </a:lnTo>
                  <a:lnTo>
                    <a:pt x="272" y="6487"/>
                  </a:lnTo>
                  <a:lnTo>
                    <a:pt x="209" y="6738"/>
                  </a:lnTo>
                  <a:lnTo>
                    <a:pt x="314" y="6654"/>
                  </a:lnTo>
                  <a:lnTo>
                    <a:pt x="398" y="6654"/>
                  </a:lnTo>
                  <a:lnTo>
                    <a:pt x="523" y="6549"/>
                  </a:lnTo>
                  <a:lnTo>
                    <a:pt x="837" y="6487"/>
                  </a:lnTo>
                  <a:lnTo>
                    <a:pt x="1130" y="6382"/>
                  </a:lnTo>
                  <a:lnTo>
                    <a:pt x="1235" y="6382"/>
                  </a:lnTo>
                  <a:lnTo>
                    <a:pt x="1486" y="6466"/>
                  </a:lnTo>
                  <a:lnTo>
                    <a:pt x="1653" y="6487"/>
                  </a:lnTo>
                  <a:lnTo>
                    <a:pt x="1779" y="6654"/>
                  </a:lnTo>
                  <a:lnTo>
                    <a:pt x="1779" y="6738"/>
                  </a:lnTo>
                  <a:lnTo>
                    <a:pt x="1862" y="6759"/>
                  </a:lnTo>
                  <a:lnTo>
                    <a:pt x="1946" y="6696"/>
                  </a:lnTo>
                  <a:lnTo>
                    <a:pt x="1988" y="6738"/>
                  </a:lnTo>
                  <a:lnTo>
                    <a:pt x="2071" y="6738"/>
                  </a:lnTo>
                  <a:lnTo>
                    <a:pt x="2113" y="6780"/>
                  </a:lnTo>
                  <a:lnTo>
                    <a:pt x="2155" y="6905"/>
                  </a:lnTo>
                  <a:lnTo>
                    <a:pt x="2281" y="7010"/>
                  </a:lnTo>
                  <a:lnTo>
                    <a:pt x="2281" y="7156"/>
                  </a:lnTo>
                  <a:lnTo>
                    <a:pt x="2406" y="7177"/>
                  </a:lnTo>
                  <a:lnTo>
                    <a:pt x="2427" y="7303"/>
                  </a:lnTo>
                  <a:lnTo>
                    <a:pt x="2532" y="7324"/>
                  </a:lnTo>
                  <a:lnTo>
                    <a:pt x="2699" y="7428"/>
                  </a:lnTo>
                  <a:lnTo>
                    <a:pt x="2720" y="7512"/>
                  </a:lnTo>
                  <a:lnTo>
                    <a:pt x="2846" y="7407"/>
                  </a:lnTo>
                  <a:lnTo>
                    <a:pt x="3034" y="7407"/>
                  </a:lnTo>
                  <a:lnTo>
                    <a:pt x="3097" y="7261"/>
                  </a:lnTo>
                  <a:lnTo>
                    <a:pt x="3097" y="7177"/>
                  </a:lnTo>
                  <a:lnTo>
                    <a:pt x="3097" y="6947"/>
                  </a:lnTo>
                  <a:lnTo>
                    <a:pt x="3264" y="6884"/>
                  </a:lnTo>
                  <a:lnTo>
                    <a:pt x="3411" y="6884"/>
                  </a:lnTo>
                  <a:lnTo>
                    <a:pt x="3431" y="7052"/>
                  </a:lnTo>
                  <a:lnTo>
                    <a:pt x="3515" y="7219"/>
                  </a:lnTo>
                  <a:lnTo>
                    <a:pt x="3578" y="7282"/>
                  </a:lnTo>
                  <a:lnTo>
                    <a:pt x="3724" y="6989"/>
                  </a:lnTo>
                  <a:lnTo>
                    <a:pt x="3996" y="6863"/>
                  </a:lnTo>
                  <a:lnTo>
                    <a:pt x="4143" y="6905"/>
                  </a:lnTo>
                  <a:lnTo>
                    <a:pt x="4164" y="7093"/>
                  </a:lnTo>
                  <a:lnTo>
                    <a:pt x="4206" y="7156"/>
                  </a:lnTo>
                  <a:lnTo>
                    <a:pt x="4310" y="7052"/>
                  </a:lnTo>
                  <a:lnTo>
                    <a:pt x="4394" y="7052"/>
                  </a:lnTo>
                  <a:lnTo>
                    <a:pt x="4457" y="7114"/>
                  </a:lnTo>
                  <a:lnTo>
                    <a:pt x="4520" y="7156"/>
                  </a:lnTo>
                  <a:lnTo>
                    <a:pt x="6570" y="7156"/>
                  </a:lnTo>
                  <a:lnTo>
                    <a:pt x="6758" y="6633"/>
                  </a:lnTo>
                  <a:lnTo>
                    <a:pt x="6570" y="6528"/>
                  </a:lnTo>
                  <a:lnTo>
                    <a:pt x="6131" y="1423"/>
                  </a:lnTo>
                  <a:lnTo>
                    <a:pt x="6821" y="1423"/>
                  </a:lnTo>
                  <a:lnTo>
                    <a:pt x="472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60"/>
            <p:cNvSpPr/>
            <p:nvPr/>
          </p:nvSpPr>
          <p:spPr>
            <a:xfrm>
              <a:off x="3665125" y="2976874"/>
              <a:ext cx="112121" cy="99236"/>
            </a:xfrm>
            <a:custGeom>
              <a:rect b="b" l="l" r="r" t="t"/>
              <a:pathLst>
                <a:path extrusionOk="0" h="8726" w="9416">
                  <a:moveTo>
                    <a:pt x="3411" y="0"/>
                  </a:moveTo>
                  <a:lnTo>
                    <a:pt x="3850" y="5105"/>
                  </a:lnTo>
                  <a:lnTo>
                    <a:pt x="4038" y="5210"/>
                  </a:lnTo>
                  <a:lnTo>
                    <a:pt x="3850" y="5733"/>
                  </a:lnTo>
                  <a:lnTo>
                    <a:pt x="1800" y="5733"/>
                  </a:lnTo>
                  <a:lnTo>
                    <a:pt x="1737" y="5691"/>
                  </a:lnTo>
                  <a:lnTo>
                    <a:pt x="1674" y="5629"/>
                  </a:lnTo>
                  <a:lnTo>
                    <a:pt x="1590" y="5629"/>
                  </a:lnTo>
                  <a:lnTo>
                    <a:pt x="1486" y="5733"/>
                  </a:lnTo>
                  <a:lnTo>
                    <a:pt x="1444" y="5670"/>
                  </a:lnTo>
                  <a:lnTo>
                    <a:pt x="1423" y="5482"/>
                  </a:lnTo>
                  <a:lnTo>
                    <a:pt x="1276" y="5440"/>
                  </a:lnTo>
                  <a:lnTo>
                    <a:pt x="1004" y="5566"/>
                  </a:lnTo>
                  <a:lnTo>
                    <a:pt x="858" y="5859"/>
                  </a:lnTo>
                  <a:lnTo>
                    <a:pt x="795" y="5796"/>
                  </a:lnTo>
                  <a:lnTo>
                    <a:pt x="711" y="5629"/>
                  </a:lnTo>
                  <a:lnTo>
                    <a:pt x="691" y="5461"/>
                  </a:lnTo>
                  <a:lnTo>
                    <a:pt x="544" y="5461"/>
                  </a:lnTo>
                  <a:lnTo>
                    <a:pt x="377" y="5524"/>
                  </a:lnTo>
                  <a:lnTo>
                    <a:pt x="377" y="5754"/>
                  </a:lnTo>
                  <a:lnTo>
                    <a:pt x="377" y="5838"/>
                  </a:lnTo>
                  <a:lnTo>
                    <a:pt x="314" y="5984"/>
                  </a:lnTo>
                  <a:lnTo>
                    <a:pt x="126" y="5984"/>
                  </a:lnTo>
                  <a:lnTo>
                    <a:pt x="0" y="6089"/>
                  </a:lnTo>
                  <a:lnTo>
                    <a:pt x="84" y="6173"/>
                  </a:lnTo>
                  <a:lnTo>
                    <a:pt x="84" y="6277"/>
                  </a:lnTo>
                  <a:lnTo>
                    <a:pt x="105" y="6361"/>
                  </a:lnTo>
                  <a:lnTo>
                    <a:pt x="63" y="6591"/>
                  </a:lnTo>
                  <a:lnTo>
                    <a:pt x="84" y="6675"/>
                  </a:lnTo>
                  <a:lnTo>
                    <a:pt x="209" y="6800"/>
                  </a:lnTo>
                  <a:lnTo>
                    <a:pt x="272" y="6926"/>
                  </a:lnTo>
                  <a:lnTo>
                    <a:pt x="335" y="7010"/>
                  </a:lnTo>
                  <a:lnTo>
                    <a:pt x="398" y="6989"/>
                  </a:lnTo>
                  <a:lnTo>
                    <a:pt x="481" y="7030"/>
                  </a:lnTo>
                  <a:lnTo>
                    <a:pt x="502" y="7114"/>
                  </a:lnTo>
                  <a:lnTo>
                    <a:pt x="586" y="7219"/>
                  </a:lnTo>
                  <a:lnTo>
                    <a:pt x="586" y="7261"/>
                  </a:lnTo>
                  <a:lnTo>
                    <a:pt x="523" y="7344"/>
                  </a:lnTo>
                  <a:lnTo>
                    <a:pt x="544" y="7428"/>
                  </a:lnTo>
                  <a:lnTo>
                    <a:pt x="691" y="7512"/>
                  </a:lnTo>
                  <a:lnTo>
                    <a:pt x="691" y="7616"/>
                  </a:lnTo>
                  <a:lnTo>
                    <a:pt x="649" y="7679"/>
                  </a:lnTo>
                  <a:lnTo>
                    <a:pt x="732" y="7721"/>
                  </a:lnTo>
                  <a:lnTo>
                    <a:pt x="837" y="7658"/>
                  </a:lnTo>
                  <a:lnTo>
                    <a:pt x="921" y="7679"/>
                  </a:lnTo>
                  <a:lnTo>
                    <a:pt x="1046" y="7784"/>
                  </a:lnTo>
                  <a:lnTo>
                    <a:pt x="1214" y="7784"/>
                  </a:lnTo>
                  <a:lnTo>
                    <a:pt x="1318" y="7721"/>
                  </a:lnTo>
                  <a:lnTo>
                    <a:pt x="1381" y="7679"/>
                  </a:lnTo>
                  <a:lnTo>
                    <a:pt x="1486" y="7533"/>
                  </a:lnTo>
                  <a:lnTo>
                    <a:pt x="1632" y="7533"/>
                  </a:lnTo>
                  <a:lnTo>
                    <a:pt x="1779" y="7616"/>
                  </a:lnTo>
                  <a:lnTo>
                    <a:pt x="1800" y="7554"/>
                  </a:lnTo>
                  <a:lnTo>
                    <a:pt x="1904" y="7533"/>
                  </a:lnTo>
                  <a:lnTo>
                    <a:pt x="1946" y="7574"/>
                  </a:lnTo>
                  <a:lnTo>
                    <a:pt x="2072" y="7679"/>
                  </a:lnTo>
                  <a:lnTo>
                    <a:pt x="2113" y="7826"/>
                  </a:lnTo>
                  <a:lnTo>
                    <a:pt x="2092" y="7972"/>
                  </a:lnTo>
                  <a:lnTo>
                    <a:pt x="2155" y="8035"/>
                  </a:lnTo>
                  <a:lnTo>
                    <a:pt x="2281" y="8056"/>
                  </a:lnTo>
                  <a:lnTo>
                    <a:pt x="2281" y="8098"/>
                  </a:lnTo>
                  <a:lnTo>
                    <a:pt x="2176" y="8265"/>
                  </a:lnTo>
                  <a:lnTo>
                    <a:pt x="2113" y="8411"/>
                  </a:lnTo>
                  <a:lnTo>
                    <a:pt x="2113" y="8411"/>
                  </a:lnTo>
                  <a:lnTo>
                    <a:pt x="2218" y="8390"/>
                  </a:lnTo>
                  <a:lnTo>
                    <a:pt x="2281" y="8307"/>
                  </a:lnTo>
                  <a:lnTo>
                    <a:pt x="2364" y="8307"/>
                  </a:lnTo>
                  <a:lnTo>
                    <a:pt x="2364" y="8411"/>
                  </a:lnTo>
                  <a:lnTo>
                    <a:pt x="2385" y="8495"/>
                  </a:lnTo>
                  <a:lnTo>
                    <a:pt x="2385" y="8558"/>
                  </a:lnTo>
                  <a:lnTo>
                    <a:pt x="2532" y="8579"/>
                  </a:lnTo>
                  <a:lnTo>
                    <a:pt x="2595" y="8621"/>
                  </a:lnTo>
                  <a:lnTo>
                    <a:pt x="2595" y="8704"/>
                  </a:lnTo>
                  <a:lnTo>
                    <a:pt x="2783" y="8600"/>
                  </a:lnTo>
                  <a:lnTo>
                    <a:pt x="2846" y="8600"/>
                  </a:lnTo>
                  <a:lnTo>
                    <a:pt x="2992" y="8683"/>
                  </a:lnTo>
                  <a:lnTo>
                    <a:pt x="3222" y="8683"/>
                  </a:lnTo>
                  <a:lnTo>
                    <a:pt x="3264" y="8662"/>
                  </a:lnTo>
                  <a:lnTo>
                    <a:pt x="3264" y="8600"/>
                  </a:lnTo>
                  <a:lnTo>
                    <a:pt x="3452" y="8558"/>
                  </a:lnTo>
                  <a:lnTo>
                    <a:pt x="3620" y="8579"/>
                  </a:lnTo>
                  <a:lnTo>
                    <a:pt x="3578" y="8621"/>
                  </a:lnTo>
                  <a:lnTo>
                    <a:pt x="3620" y="8683"/>
                  </a:lnTo>
                  <a:lnTo>
                    <a:pt x="3787" y="8725"/>
                  </a:lnTo>
                  <a:lnTo>
                    <a:pt x="3892" y="8579"/>
                  </a:lnTo>
                  <a:lnTo>
                    <a:pt x="3976" y="8516"/>
                  </a:lnTo>
                  <a:lnTo>
                    <a:pt x="3997" y="8390"/>
                  </a:lnTo>
                  <a:lnTo>
                    <a:pt x="3976" y="8307"/>
                  </a:lnTo>
                  <a:lnTo>
                    <a:pt x="3976" y="8181"/>
                  </a:lnTo>
                  <a:lnTo>
                    <a:pt x="4080" y="8160"/>
                  </a:lnTo>
                  <a:lnTo>
                    <a:pt x="4059" y="7993"/>
                  </a:lnTo>
                  <a:lnTo>
                    <a:pt x="4038" y="7888"/>
                  </a:lnTo>
                  <a:lnTo>
                    <a:pt x="4143" y="7826"/>
                  </a:lnTo>
                  <a:lnTo>
                    <a:pt x="4269" y="7679"/>
                  </a:lnTo>
                  <a:lnTo>
                    <a:pt x="4457" y="7407"/>
                  </a:lnTo>
                  <a:lnTo>
                    <a:pt x="4561" y="7219"/>
                  </a:lnTo>
                  <a:lnTo>
                    <a:pt x="4582" y="7135"/>
                  </a:lnTo>
                  <a:lnTo>
                    <a:pt x="4708" y="6926"/>
                  </a:lnTo>
                  <a:lnTo>
                    <a:pt x="4792" y="6905"/>
                  </a:lnTo>
                  <a:lnTo>
                    <a:pt x="4813" y="6821"/>
                  </a:lnTo>
                  <a:lnTo>
                    <a:pt x="4980" y="6800"/>
                  </a:lnTo>
                  <a:lnTo>
                    <a:pt x="5043" y="6821"/>
                  </a:lnTo>
                  <a:lnTo>
                    <a:pt x="5336" y="6738"/>
                  </a:lnTo>
                  <a:lnTo>
                    <a:pt x="5398" y="6612"/>
                  </a:lnTo>
                  <a:lnTo>
                    <a:pt x="5712" y="6403"/>
                  </a:lnTo>
                  <a:lnTo>
                    <a:pt x="6152" y="6173"/>
                  </a:lnTo>
                  <a:lnTo>
                    <a:pt x="6277" y="6047"/>
                  </a:lnTo>
                  <a:lnTo>
                    <a:pt x="6465" y="5942"/>
                  </a:lnTo>
                  <a:lnTo>
                    <a:pt x="6758" y="5901"/>
                  </a:lnTo>
                  <a:lnTo>
                    <a:pt x="6884" y="5880"/>
                  </a:lnTo>
                  <a:lnTo>
                    <a:pt x="7072" y="5942"/>
                  </a:lnTo>
                  <a:lnTo>
                    <a:pt x="7177" y="5942"/>
                  </a:lnTo>
                  <a:lnTo>
                    <a:pt x="7198" y="5984"/>
                  </a:lnTo>
                  <a:lnTo>
                    <a:pt x="7219" y="5963"/>
                  </a:lnTo>
                  <a:lnTo>
                    <a:pt x="7344" y="5984"/>
                  </a:lnTo>
                  <a:lnTo>
                    <a:pt x="7742" y="5963"/>
                  </a:lnTo>
                  <a:lnTo>
                    <a:pt x="7867" y="5963"/>
                  </a:lnTo>
                  <a:lnTo>
                    <a:pt x="8035" y="5880"/>
                  </a:lnTo>
                  <a:lnTo>
                    <a:pt x="8390" y="5880"/>
                  </a:lnTo>
                  <a:lnTo>
                    <a:pt x="8558" y="5775"/>
                  </a:lnTo>
                  <a:lnTo>
                    <a:pt x="8746" y="5775"/>
                  </a:lnTo>
                  <a:lnTo>
                    <a:pt x="8893" y="5670"/>
                  </a:lnTo>
                  <a:lnTo>
                    <a:pt x="9186" y="5524"/>
                  </a:lnTo>
                  <a:lnTo>
                    <a:pt x="9227" y="5377"/>
                  </a:lnTo>
                  <a:lnTo>
                    <a:pt x="9269" y="5210"/>
                  </a:lnTo>
                  <a:lnTo>
                    <a:pt x="9332" y="5126"/>
                  </a:lnTo>
                  <a:lnTo>
                    <a:pt x="9395" y="4624"/>
                  </a:lnTo>
                  <a:lnTo>
                    <a:pt x="9416" y="3494"/>
                  </a:lnTo>
                  <a:lnTo>
                    <a:pt x="9186" y="3578"/>
                  </a:lnTo>
                  <a:lnTo>
                    <a:pt x="8914" y="3599"/>
                  </a:lnTo>
                  <a:lnTo>
                    <a:pt x="8788" y="3557"/>
                  </a:lnTo>
                  <a:lnTo>
                    <a:pt x="8746" y="3473"/>
                  </a:lnTo>
                  <a:lnTo>
                    <a:pt x="8809" y="3285"/>
                  </a:lnTo>
                  <a:lnTo>
                    <a:pt x="8809" y="3180"/>
                  </a:lnTo>
                  <a:lnTo>
                    <a:pt x="8704" y="3118"/>
                  </a:lnTo>
                  <a:lnTo>
                    <a:pt x="8558" y="3055"/>
                  </a:lnTo>
                  <a:lnTo>
                    <a:pt x="8453" y="2929"/>
                  </a:lnTo>
                  <a:lnTo>
                    <a:pt x="8286" y="2867"/>
                  </a:lnTo>
                  <a:lnTo>
                    <a:pt x="8077" y="2867"/>
                  </a:lnTo>
                  <a:lnTo>
                    <a:pt x="7951" y="2762"/>
                  </a:lnTo>
                  <a:lnTo>
                    <a:pt x="7909" y="2511"/>
                  </a:lnTo>
                  <a:lnTo>
                    <a:pt x="410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60"/>
            <p:cNvSpPr/>
            <p:nvPr/>
          </p:nvSpPr>
          <p:spPr>
            <a:xfrm>
              <a:off x="3712457" y="3043733"/>
              <a:ext cx="51833" cy="35948"/>
            </a:xfrm>
            <a:custGeom>
              <a:rect b="b" l="l" r="r" t="t"/>
              <a:pathLst>
                <a:path extrusionOk="0" h="3161" w="4353">
                  <a:moveTo>
                    <a:pt x="2909" y="1"/>
                  </a:moveTo>
                  <a:lnTo>
                    <a:pt x="2783" y="22"/>
                  </a:lnTo>
                  <a:lnTo>
                    <a:pt x="2490" y="63"/>
                  </a:lnTo>
                  <a:lnTo>
                    <a:pt x="2302" y="168"/>
                  </a:lnTo>
                  <a:lnTo>
                    <a:pt x="2177" y="294"/>
                  </a:lnTo>
                  <a:lnTo>
                    <a:pt x="1737" y="524"/>
                  </a:lnTo>
                  <a:lnTo>
                    <a:pt x="1423" y="733"/>
                  </a:lnTo>
                  <a:lnTo>
                    <a:pt x="1361" y="859"/>
                  </a:lnTo>
                  <a:lnTo>
                    <a:pt x="1068" y="942"/>
                  </a:lnTo>
                  <a:lnTo>
                    <a:pt x="1005" y="921"/>
                  </a:lnTo>
                  <a:lnTo>
                    <a:pt x="838" y="942"/>
                  </a:lnTo>
                  <a:lnTo>
                    <a:pt x="817" y="1026"/>
                  </a:lnTo>
                  <a:lnTo>
                    <a:pt x="733" y="1047"/>
                  </a:lnTo>
                  <a:lnTo>
                    <a:pt x="607" y="1256"/>
                  </a:lnTo>
                  <a:lnTo>
                    <a:pt x="586" y="1340"/>
                  </a:lnTo>
                  <a:lnTo>
                    <a:pt x="482" y="1528"/>
                  </a:lnTo>
                  <a:lnTo>
                    <a:pt x="294" y="1800"/>
                  </a:lnTo>
                  <a:lnTo>
                    <a:pt x="168" y="1947"/>
                  </a:lnTo>
                  <a:lnTo>
                    <a:pt x="63" y="2009"/>
                  </a:lnTo>
                  <a:lnTo>
                    <a:pt x="84" y="2114"/>
                  </a:lnTo>
                  <a:lnTo>
                    <a:pt x="105" y="2281"/>
                  </a:lnTo>
                  <a:lnTo>
                    <a:pt x="1" y="2302"/>
                  </a:lnTo>
                  <a:lnTo>
                    <a:pt x="1" y="2428"/>
                  </a:lnTo>
                  <a:lnTo>
                    <a:pt x="22" y="2511"/>
                  </a:lnTo>
                  <a:lnTo>
                    <a:pt x="1" y="2637"/>
                  </a:lnTo>
                  <a:lnTo>
                    <a:pt x="22" y="2637"/>
                  </a:lnTo>
                  <a:lnTo>
                    <a:pt x="189" y="2783"/>
                  </a:lnTo>
                  <a:lnTo>
                    <a:pt x="398" y="2888"/>
                  </a:lnTo>
                  <a:lnTo>
                    <a:pt x="503" y="2888"/>
                  </a:lnTo>
                  <a:lnTo>
                    <a:pt x="545" y="2930"/>
                  </a:lnTo>
                  <a:lnTo>
                    <a:pt x="649" y="2930"/>
                  </a:lnTo>
                  <a:lnTo>
                    <a:pt x="754" y="2993"/>
                  </a:lnTo>
                  <a:lnTo>
                    <a:pt x="838" y="3097"/>
                  </a:lnTo>
                  <a:lnTo>
                    <a:pt x="1026" y="3160"/>
                  </a:lnTo>
                  <a:lnTo>
                    <a:pt x="1151" y="3139"/>
                  </a:lnTo>
                  <a:lnTo>
                    <a:pt x="1256" y="3055"/>
                  </a:lnTo>
                  <a:lnTo>
                    <a:pt x="1340" y="3055"/>
                  </a:lnTo>
                  <a:lnTo>
                    <a:pt x="1423" y="3139"/>
                  </a:lnTo>
                  <a:lnTo>
                    <a:pt x="1549" y="3139"/>
                  </a:lnTo>
                  <a:lnTo>
                    <a:pt x="1549" y="2993"/>
                  </a:lnTo>
                  <a:lnTo>
                    <a:pt x="1465" y="2825"/>
                  </a:lnTo>
                  <a:lnTo>
                    <a:pt x="1423" y="2783"/>
                  </a:lnTo>
                  <a:lnTo>
                    <a:pt x="1361" y="2595"/>
                  </a:lnTo>
                  <a:lnTo>
                    <a:pt x="1382" y="2470"/>
                  </a:lnTo>
                  <a:lnTo>
                    <a:pt x="1591" y="2428"/>
                  </a:lnTo>
                  <a:lnTo>
                    <a:pt x="2365" y="2428"/>
                  </a:lnTo>
                  <a:lnTo>
                    <a:pt x="2574" y="2386"/>
                  </a:lnTo>
                  <a:lnTo>
                    <a:pt x="2721" y="2386"/>
                  </a:lnTo>
                  <a:lnTo>
                    <a:pt x="2846" y="2323"/>
                  </a:lnTo>
                  <a:lnTo>
                    <a:pt x="2930" y="2323"/>
                  </a:lnTo>
                  <a:lnTo>
                    <a:pt x="3537" y="2491"/>
                  </a:lnTo>
                  <a:lnTo>
                    <a:pt x="3558" y="2428"/>
                  </a:lnTo>
                  <a:lnTo>
                    <a:pt x="3683" y="2386"/>
                  </a:lnTo>
                  <a:lnTo>
                    <a:pt x="3683" y="2281"/>
                  </a:lnTo>
                  <a:lnTo>
                    <a:pt x="3767" y="2198"/>
                  </a:lnTo>
                  <a:lnTo>
                    <a:pt x="3767" y="2093"/>
                  </a:lnTo>
                  <a:lnTo>
                    <a:pt x="3871" y="2051"/>
                  </a:lnTo>
                  <a:lnTo>
                    <a:pt x="3955" y="2072"/>
                  </a:lnTo>
                  <a:lnTo>
                    <a:pt x="4143" y="1967"/>
                  </a:lnTo>
                  <a:lnTo>
                    <a:pt x="4206" y="1967"/>
                  </a:lnTo>
                  <a:lnTo>
                    <a:pt x="4353" y="1800"/>
                  </a:lnTo>
                  <a:lnTo>
                    <a:pt x="4353" y="1737"/>
                  </a:lnTo>
                  <a:lnTo>
                    <a:pt x="4311" y="1737"/>
                  </a:lnTo>
                  <a:lnTo>
                    <a:pt x="4185" y="1570"/>
                  </a:lnTo>
                  <a:lnTo>
                    <a:pt x="4248" y="1465"/>
                  </a:lnTo>
                  <a:lnTo>
                    <a:pt x="4248" y="1361"/>
                  </a:lnTo>
                  <a:lnTo>
                    <a:pt x="4185" y="1319"/>
                  </a:lnTo>
                  <a:lnTo>
                    <a:pt x="4185" y="1256"/>
                  </a:lnTo>
                  <a:lnTo>
                    <a:pt x="4102" y="1214"/>
                  </a:lnTo>
                  <a:lnTo>
                    <a:pt x="3871" y="1340"/>
                  </a:lnTo>
                  <a:lnTo>
                    <a:pt x="3662" y="1214"/>
                  </a:lnTo>
                  <a:lnTo>
                    <a:pt x="3662" y="963"/>
                  </a:lnTo>
                  <a:lnTo>
                    <a:pt x="3118" y="607"/>
                  </a:lnTo>
                  <a:lnTo>
                    <a:pt x="3118" y="419"/>
                  </a:lnTo>
                  <a:lnTo>
                    <a:pt x="3202" y="314"/>
                  </a:lnTo>
                  <a:lnTo>
                    <a:pt x="3202" y="168"/>
                  </a:lnTo>
                  <a:lnTo>
                    <a:pt x="3223" y="105"/>
                  </a:lnTo>
                  <a:lnTo>
                    <a:pt x="3202" y="63"/>
                  </a:lnTo>
                  <a:lnTo>
                    <a:pt x="3097" y="63"/>
                  </a:lnTo>
                  <a:lnTo>
                    <a:pt x="29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60"/>
            <p:cNvSpPr/>
            <p:nvPr/>
          </p:nvSpPr>
          <p:spPr>
            <a:xfrm>
              <a:off x="3628997" y="3033259"/>
              <a:ext cx="44355" cy="30956"/>
            </a:xfrm>
            <a:custGeom>
              <a:rect b="b" l="l" r="r" t="t"/>
              <a:pathLst>
                <a:path extrusionOk="0" h="2722" w="3725">
                  <a:moveTo>
                    <a:pt x="1444" y="1"/>
                  </a:moveTo>
                  <a:lnTo>
                    <a:pt x="1151" y="106"/>
                  </a:lnTo>
                  <a:lnTo>
                    <a:pt x="837" y="168"/>
                  </a:lnTo>
                  <a:lnTo>
                    <a:pt x="712" y="273"/>
                  </a:lnTo>
                  <a:lnTo>
                    <a:pt x="628" y="273"/>
                  </a:lnTo>
                  <a:lnTo>
                    <a:pt x="523" y="357"/>
                  </a:lnTo>
                  <a:lnTo>
                    <a:pt x="502" y="524"/>
                  </a:lnTo>
                  <a:lnTo>
                    <a:pt x="377" y="817"/>
                  </a:lnTo>
                  <a:lnTo>
                    <a:pt x="0" y="1131"/>
                  </a:lnTo>
                  <a:lnTo>
                    <a:pt x="188" y="1298"/>
                  </a:lnTo>
                  <a:lnTo>
                    <a:pt x="314" y="1528"/>
                  </a:lnTo>
                  <a:lnTo>
                    <a:pt x="419" y="1528"/>
                  </a:lnTo>
                  <a:lnTo>
                    <a:pt x="419" y="1654"/>
                  </a:lnTo>
                  <a:lnTo>
                    <a:pt x="398" y="1654"/>
                  </a:lnTo>
                  <a:lnTo>
                    <a:pt x="523" y="1759"/>
                  </a:lnTo>
                  <a:lnTo>
                    <a:pt x="440" y="1821"/>
                  </a:lnTo>
                  <a:lnTo>
                    <a:pt x="481" y="1863"/>
                  </a:lnTo>
                  <a:lnTo>
                    <a:pt x="732" y="1863"/>
                  </a:lnTo>
                  <a:lnTo>
                    <a:pt x="795" y="1842"/>
                  </a:lnTo>
                  <a:lnTo>
                    <a:pt x="900" y="1842"/>
                  </a:lnTo>
                  <a:lnTo>
                    <a:pt x="1109" y="1675"/>
                  </a:lnTo>
                  <a:lnTo>
                    <a:pt x="1256" y="1612"/>
                  </a:lnTo>
                  <a:lnTo>
                    <a:pt x="1360" y="1633"/>
                  </a:lnTo>
                  <a:lnTo>
                    <a:pt x="1486" y="1633"/>
                  </a:lnTo>
                  <a:lnTo>
                    <a:pt x="1674" y="1759"/>
                  </a:lnTo>
                  <a:lnTo>
                    <a:pt x="1779" y="1759"/>
                  </a:lnTo>
                  <a:lnTo>
                    <a:pt x="2051" y="1926"/>
                  </a:lnTo>
                  <a:lnTo>
                    <a:pt x="2093" y="1884"/>
                  </a:lnTo>
                  <a:lnTo>
                    <a:pt x="2155" y="1968"/>
                  </a:lnTo>
                  <a:lnTo>
                    <a:pt x="2093" y="2052"/>
                  </a:lnTo>
                  <a:lnTo>
                    <a:pt x="1967" y="2052"/>
                  </a:lnTo>
                  <a:lnTo>
                    <a:pt x="1779" y="1968"/>
                  </a:lnTo>
                  <a:lnTo>
                    <a:pt x="1632" y="1926"/>
                  </a:lnTo>
                  <a:lnTo>
                    <a:pt x="1528" y="1926"/>
                  </a:lnTo>
                  <a:lnTo>
                    <a:pt x="1381" y="1821"/>
                  </a:lnTo>
                  <a:lnTo>
                    <a:pt x="1318" y="1842"/>
                  </a:lnTo>
                  <a:lnTo>
                    <a:pt x="1235" y="1926"/>
                  </a:lnTo>
                  <a:lnTo>
                    <a:pt x="1214" y="1884"/>
                  </a:lnTo>
                  <a:lnTo>
                    <a:pt x="1130" y="1863"/>
                  </a:lnTo>
                  <a:lnTo>
                    <a:pt x="1005" y="1947"/>
                  </a:lnTo>
                  <a:lnTo>
                    <a:pt x="900" y="1968"/>
                  </a:lnTo>
                  <a:lnTo>
                    <a:pt x="795" y="2093"/>
                  </a:lnTo>
                  <a:lnTo>
                    <a:pt x="419" y="2093"/>
                  </a:lnTo>
                  <a:lnTo>
                    <a:pt x="377" y="2156"/>
                  </a:lnTo>
                  <a:lnTo>
                    <a:pt x="377" y="2282"/>
                  </a:lnTo>
                  <a:lnTo>
                    <a:pt x="314" y="2344"/>
                  </a:lnTo>
                  <a:lnTo>
                    <a:pt x="335" y="2386"/>
                  </a:lnTo>
                  <a:lnTo>
                    <a:pt x="481" y="2303"/>
                  </a:lnTo>
                  <a:lnTo>
                    <a:pt x="691" y="2386"/>
                  </a:lnTo>
                  <a:lnTo>
                    <a:pt x="544" y="2470"/>
                  </a:lnTo>
                  <a:lnTo>
                    <a:pt x="502" y="2449"/>
                  </a:lnTo>
                  <a:lnTo>
                    <a:pt x="398" y="2407"/>
                  </a:lnTo>
                  <a:lnTo>
                    <a:pt x="398" y="2407"/>
                  </a:lnTo>
                  <a:lnTo>
                    <a:pt x="440" y="2470"/>
                  </a:lnTo>
                  <a:lnTo>
                    <a:pt x="419" y="2575"/>
                  </a:lnTo>
                  <a:lnTo>
                    <a:pt x="586" y="2616"/>
                  </a:lnTo>
                  <a:lnTo>
                    <a:pt x="753" y="2512"/>
                  </a:lnTo>
                  <a:lnTo>
                    <a:pt x="1151" y="2554"/>
                  </a:lnTo>
                  <a:lnTo>
                    <a:pt x="1256" y="2407"/>
                  </a:lnTo>
                  <a:lnTo>
                    <a:pt x="1465" y="2344"/>
                  </a:lnTo>
                  <a:lnTo>
                    <a:pt x="1988" y="2344"/>
                  </a:lnTo>
                  <a:lnTo>
                    <a:pt x="2113" y="2386"/>
                  </a:lnTo>
                  <a:lnTo>
                    <a:pt x="2113" y="2365"/>
                  </a:lnTo>
                  <a:lnTo>
                    <a:pt x="2260" y="2344"/>
                  </a:lnTo>
                  <a:lnTo>
                    <a:pt x="2595" y="2365"/>
                  </a:lnTo>
                  <a:lnTo>
                    <a:pt x="2825" y="2470"/>
                  </a:lnTo>
                  <a:lnTo>
                    <a:pt x="2929" y="2554"/>
                  </a:lnTo>
                  <a:lnTo>
                    <a:pt x="3118" y="2554"/>
                  </a:lnTo>
                  <a:lnTo>
                    <a:pt x="3306" y="2616"/>
                  </a:lnTo>
                  <a:lnTo>
                    <a:pt x="3411" y="2554"/>
                  </a:lnTo>
                  <a:lnTo>
                    <a:pt x="3515" y="2575"/>
                  </a:lnTo>
                  <a:lnTo>
                    <a:pt x="3557" y="2616"/>
                  </a:lnTo>
                  <a:lnTo>
                    <a:pt x="3683" y="2616"/>
                  </a:lnTo>
                  <a:lnTo>
                    <a:pt x="3683" y="2721"/>
                  </a:lnTo>
                  <a:lnTo>
                    <a:pt x="3725" y="2658"/>
                  </a:lnTo>
                  <a:lnTo>
                    <a:pt x="3725" y="2554"/>
                  </a:lnTo>
                  <a:lnTo>
                    <a:pt x="3578" y="2470"/>
                  </a:lnTo>
                  <a:lnTo>
                    <a:pt x="3557" y="2386"/>
                  </a:lnTo>
                  <a:lnTo>
                    <a:pt x="3620" y="2303"/>
                  </a:lnTo>
                  <a:lnTo>
                    <a:pt x="3620" y="2261"/>
                  </a:lnTo>
                  <a:lnTo>
                    <a:pt x="3536" y="2156"/>
                  </a:lnTo>
                  <a:lnTo>
                    <a:pt x="3515" y="2072"/>
                  </a:lnTo>
                  <a:lnTo>
                    <a:pt x="3432" y="2031"/>
                  </a:lnTo>
                  <a:lnTo>
                    <a:pt x="3369" y="2052"/>
                  </a:lnTo>
                  <a:lnTo>
                    <a:pt x="3306" y="1968"/>
                  </a:lnTo>
                  <a:lnTo>
                    <a:pt x="3243" y="1842"/>
                  </a:lnTo>
                  <a:lnTo>
                    <a:pt x="3118" y="1717"/>
                  </a:lnTo>
                  <a:lnTo>
                    <a:pt x="3097" y="1633"/>
                  </a:lnTo>
                  <a:lnTo>
                    <a:pt x="3139" y="1403"/>
                  </a:lnTo>
                  <a:lnTo>
                    <a:pt x="3118" y="1319"/>
                  </a:lnTo>
                  <a:lnTo>
                    <a:pt x="3118" y="1215"/>
                  </a:lnTo>
                  <a:lnTo>
                    <a:pt x="3034" y="1131"/>
                  </a:lnTo>
                  <a:lnTo>
                    <a:pt x="3013" y="1047"/>
                  </a:lnTo>
                  <a:lnTo>
                    <a:pt x="2846" y="943"/>
                  </a:lnTo>
                  <a:lnTo>
                    <a:pt x="2741" y="922"/>
                  </a:lnTo>
                  <a:lnTo>
                    <a:pt x="2720" y="796"/>
                  </a:lnTo>
                  <a:lnTo>
                    <a:pt x="2595" y="775"/>
                  </a:lnTo>
                  <a:lnTo>
                    <a:pt x="2595" y="629"/>
                  </a:lnTo>
                  <a:lnTo>
                    <a:pt x="2469" y="524"/>
                  </a:lnTo>
                  <a:lnTo>
                    <a:pt x="2427" y="399"/>
                  </a:lnTo>
                  <a:lnTo>
                    <a:pt x="2385" y="357"/>
                  </a:lnTo>
                  <a:lnTo>
                    <a:pt x="2302" y="357"/>
                  </a:lnTo>
                  <a:lnTo>
                    <a:pt x="2260" y="315"/>
                  </a:lnTo>
                  <a:lnTo>
                    <a:pt x="2176" y="378"/>
                  </a:lnTo>
                  <a:lnTo>
                    <a:pt x="2093" y="357"/>
                  </a:lnTo>
                  <a:lnTo>
                    <a:pt x="2093" y="273"/>
                  </a:lnTo>
                  <a:lnTo>
                    <a:pt x="1967" y="106"/>
                  </a:lnTo>
                  <a:lnTo>
                    <a:pt x="1800" y="85"/>
                  </a:lnTo>
                  <a:lnTo>
                    <a:pt x="154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60"/>
            <p:cNvSpPr/>
            <p:nvPr/>
          </p:nvSpPr>
          <p:spPr>
            <a:xfrm>
              <a:off x="3633975" y="3059916"/>
              <a:ext cx="21195" cy="12146"/>
            </a:xfrm>
            <a:custGeom>
              <a:rect b="b" l="l" r="r" t="t"/>
              <a:pathLst>
                <a:path extrusionOk="0" h="1068" w="1780">
                  <a:moveTo>
                    <a:pt x="1047" y="0"/>
                  </a:moveTo>
                  <a:lnTo>
                    <a:pt x="838" y="63"/>
                  </a:lnTo>
                  <a:lnTo>
                    <a:pt x="733" y="210"/>
                  </a:lnTo>
                  <a:lnTo>
                    <a:pt x="335" y="168"/>
                  </a:lnTo>
                  <a:lnTo>
                    <a:pt x="168" y="272"/>
                  </a:lnTo>
                  <a:lnTo>
                    <a:pt x="1" y="231"/>
                  </a:lnTo>
                  <a:lnTo>
                    <a:pt x="1" y="231"/>
                  </a:lnTo>
                  <a:lnTo>
                    <a:pt x="63" y="314"/>
                  </a:lnTo>
                  <a:lnTo>
                    <a:pt x="273" y="335"/>
                  </a:lnTo>
                  <a:lnTo>
                    <a:pt x="335" y="335"/>
                  </a:lnTo>
                  <a:lnTo>
                    <a:pt x="231" y="419"/>
                  </a:lnTo>
                  <a:lnTo>
                    <a:pt x="335" y="524"/>
                  </a:lnTo>
                  <a:lnTo>
                    <a:pt x="440" y="524"/>
                  </a:lnTo>
                  <a:lnTo>
                    <a:pt x="482" y="586"/>
                  </a:lnTo>
                  <a:lnTo>
                    <a:pt x="545" y="586"/>
                  </a:lnTo>
                  <a:lnTo>
                    <a:pt x="691" y="544"/>
                  </a:lnTo>
                  <a:lnTo>
                    <a:pt x="838" y="524"/>
                  </a:lnTo>
                  <a:lnTo>
                    <a:pt x="1005" y="586"/>
                  </a:lnTo>
                  <a:lnTo>
                    <a:pt x="942" y="649"/>
                  </a:lnTo>
                  <a:lnTo>
                    <a:pt x="649" y="649"/>
                  </a:lnTo>
                  <a:lnTo>
                    <a:pt x="691" y="691"/>
                  </a:lnTo>
                  <a:lnTo>
                    <a:pt x="796" y="691"/>
                  </a:lnTo>
                  <a:lnTo>
                    <a:pt x="838" y="754"/>
                  </a:lnTo>
                  <a:lnTo>
                    <a:pt x="817" y="796"/>
                  </a:lnTo>
                  <a:lnTo>
                    <a:pt x="859" y="796"/>
                  </a:lnTo>
                  <a:lnTo>
                    <a:pt x="733" y="963"/>
                  </a:lnTo>
                  <a:lnTo>
                    <a:pt x="963" y="942"/>
                  </a:lnTo>
                  <a:lnTo>
                    <a:pt x="963" y="1047"/>
                  </a:lnTo>
                  <a:lnTo>
                    <a:pt x="1005" y="1068"/>
                  </a:lnTo>
                  <a:lnTo>
                    <a:pt x="1131" y="1047"/>
                  </a:lnTo>
                  <a:lnTo>
                    <a:pt x="1214" y="879"/>
                  </a:lnTo>
                  <a:lnTo>
                    <a:pt x="1319" y="858"/>
                  </a:lnTo>
                  <a:lnTo>
                    <a:pt x="1465" y="775"/>
                  </a:lnTo>
                  <a:lnTo>
                    <a:pt x="1675" y="733"/>
                  </a:lnTo>
                  <a:lnTo>
                    <a:pt x="1758" y="670"/>
                  </a:lnTo>
                  <a:lnTo>
                    <a:pt x="1779" y="565"/>
                  </a:lnTo>
                  <a:lnTo>
                    <a:pt x="1695" y="482"/>
                  </a:lnTo>
                  <a:lnTo>
                    <a:pt x="1695" y="314"/>
                  </a:lnTo>
                  <a:lnTo>
                    <a:pt x="1737" y="210"/>
                  </a:lnTo>
                  <a:lnTo>
                    <a:pt x="1695" y="42"/>
                  </a:lnTo>
                  <a:lnTo>
                    <a:pt x="157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37" name="Google Shape;1937;p60"/>
            <p:cNvGrpSpPr/>
            <p:nvPr/>
          </p:nvGrpSpPr>
          <p:grpSpPr>
            <a:xfrm>
              <a:off x="3632736" y="3051591"/>
              <a:ext cx="63288" cy="45217"/>
              <a:chOff x="3450375" y="3038225"/>
              <a:chExt cx="132875" cy="99400"/>
            </a:xfrm>
          </p:grpSpPr>
          <p:sp>
            <p:nvSpPr>
              <p:cNvPr id="1938" name="Google Shape;1938;p60"/>
              <p:cNvSpPr/>
              <p:nvPr/>
            </p:nvSpPr>
            <p:spPr>
              <a:xfrm>
                <a:off x="3450375" y="3038225"/>
                <a:ext cx="46050" cy="13625"/>
              </a:xfrm>
              <a:custGeom>
                <a:rect b="b" l="l" r="r" t="t"/>
                <a:pathLst>
                  <a:path extrusionOk="0" h="545" w="1842">
                    <a:moveTo>
                      <a:pt x="942" y="0"/>
                    </a:moveTo>
                    <a:lnTo>
                      <a:pt x="795" y="63"/>
                    </a:lnTo>
                    <a:lnTo>
                      <a:pt x="586" y="230"/>
                    </a:lnTo>
                    <a:lnTo>
                      <a:pt x="481" y="230"/>
                    </a:lnTo>
                    <a:lnTo>
                      <a:pt x="418" y="251"/>
                    </a:lnTo>
                    <a:lnTo>
                      <a:pt x="167" y="251"/>
                    </a:lnTo>
                    <a:lnTo>
                      <a:pt x="188" y="335"/>
                    </a:lnTo>
                    <a:lnTo>
                      <a:pt x="314" y="419"/>
                    </a:lnTo>
                    <a:lnTo>
                      <a:pt x="439" y="377"/>
                    </a:lnTo>
                    <a:lnTo>
                      <a:pt x="439" y="377"/>
                    </a:lnTo>
                    <a:lnTo>
                      <a:pt x="377" y="460"/>
                    </a:lnTo>
                    <a:lnTo>
                      <a:pt x="209" y="460"/>
                    </a:lnTo>
                    <a:lnTo>
                      <a:pt x="105" y="314"/>
                    </a:lnTo>
                    <a:lnTo>
                      <a:pt x="0" y="419"/>
                    </a:lnTo>
                    <a:lnTo>
                      <a:pt x="63" y="481"/>
                    </a:lnTo>
                    <a:lnTo>
                      <a:pt x="63" y="544"/>
                    </a:lnTo>
                    <a:lnTo>
                      <a:pt x="105" y="481"/>
                    </a:lnTo>
                    <a:lnTo>
                      <a:pt x="481" y="481"/>
                    </a:lnTo>
                    <a:lnTo>
                      <a:pt x="586" y="356"/>
                    </a:lnTo>
                    <a:lnTo>
                      <a:pt x="691" y="335"/>
                    </a:lnTo>
                    <a:lnTo>
                      <a:pt x="816" y="251"/>
                    </a:lnTo>
                    <a:lnTo>
                      <a:pt x="900" y="272"/>
                    </a:lnTo>
                    <a:lnTo>
                      <a:pt x="921" y="314"/>
                    </a:lnTo>
                    <a:lnTo>
                      <a:pt x="1004" y="230"/>
                    </a:lnTo>
                    <a:lnTo>
                      <a:pt x="1067" y="209"/>
                    </a:lnTo>
                    <a:lnTo>
                      <a:pt x="1214" y="314"/>
                    </a:lnTo>
                    <a:lnTo>
                      <a:pt x="1318" y="314"/>
                    </a:lnTo>
                    <a:lnTo>
                      <a:pt x="1465" y="356"/>
                    </a:lnTo>
                    <a:lnTo>
                      <a:pt x="1653" y="440"/>
                    </a:lnTo>
                    <a:lnTo>
                      <a:pt x="1779" y="440"/>
                    </a:lnTo>
                    <a:lnTo>
                      <a:pt x="1841" y="356"/>
                    </a:lnTo>
                    <a:lnTo>
                      <a:pt x="1779" y="272"/>
                    </a:lnTo>
                    <a:lnTo>
                      <a:pt x="1737" y="314"/>
                    </a:lnTo>
                    <a:lnTo>
                      <a:pt x="1465" y="147"/>
                    </a:lnTo>
                    <a:lnTo>
                      <a:pt x="1360" y="147"/>
                    </a:lnTo>
                    <a:lnTo>
                      <a:pt x="1172" y="21"/>
                    </a:lnTo>
                    <a:lnTo>
                      <a:pt x="1046" y="21"/>
                    </a:lnTo>
                    <a:lnTo>
                      <a:pt x="94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60"/>
              <p:cNvSpPr/>
              <p:nvPr/>
            </p:nvSpPr>
            <p:spPr>
              <a:xfrm>
                <a:off x="3481225" y="3056525"/>
                <a:ext cx="102025" cy="81100"/>
              </a:xfrm>
              <a:custGeom>
                <a:rect b="b" l="l" r="r" t="t"/>
                <a:pathLst>
                  <a:path extrusionOk="0" h="3244" w="4081">
                    <a:moveTo>
                      <a:pt x="712" y="0"/>
                    </a:moveTo>
                    <a:lnTo>
                      <a:pt x="565" y="21"/>
                    </a:lnTo>
                    <a:lnTo>
                      <a:pt x="565" y="42"/>
                    </a:lnTo>
                    <a:lnTo>
                      <a:pt x="607" y="210"/>
                    </a:lnTo>
                    <a:lnTo>
                      <a:pt x="565" y="314"/>
                    </a:lnTo>
                    <a:lnTo>
                      <a:pt x="565" y="482"/>
                    </a:lnTo>
                    <a:lnTo>
                      <a:pt x="649" y="565"/>
                    </a:lnTo>
                    <a:lnTo>
                      <a:pt x="628" y="670"/>
                    </a:lnTo>
                    <a:lnTo>
                      <a:pt x="545" y="733"/>
                    </a:lnTo>
                    <a:lnTo>
                      <a:pt x="335" y="775"/>
                    </a:lnTo>
                    <a:lnTo>
                      <a:pt x="189" y="858"/>
                    </a:lnTo>
                    <a:lnTo>
                      <a:pt x="84" y="879"/>
                    </a:lnTo>
                    <a:lnTo>
                      <a:pt x="1" y="1046"/>
                    </a:lnTo>
                    <a:lnTo>
                      <a:pt x="21" y="1005"/>
                    </a:lnTo>
                    <a:lnTo>
                      <a:pt x="105" y="1109"/>
                    </a:lnTo>
                    <a:lnTo>
                      <a:pt x="42" y="1319"/>
                    </a:lnTo>
                    <a:lnTo>
                      <a:pt x="189" y="1507"/>
                    </a:lnTo>
                    <a:lnTo>
                      <a:pt x="314" y="1528"/>
                    </a:lnTo>
                    <a:lnTo>
                      <a:pt x="398" y="1570"/>
                    </a:lnTo>
                    <a:lnTo>
                      <a:pt x="440" y="1486"/>
                    </a:lnTo>
                    <a:lnTo>
                      <a:pt x="545" y="1528"/>
                    </a:lnTo>
                    <a:lnTo>
                      <a:pt x="503" y="1570"/>
                    </a:lnTo>
                    <a:lnTo>
                      <a:pt x="503" y="1674"/>
                    </a:lnTo>
                    <a:lnTo>
                      <a:pt x="545" y="1716"/>
                    </a:lnTo>
                    <a:lnTo>
                      <a:pt x="670" y="1716"/>
                    </a:lnTo>
                    <a:lnTo>
                      <a:pt x="733" y="1904"/>
                    </a:lnTo>
                    <a:lnTo>
                      <a:pt x="879" y="1988"/>
                    </a:lnTo>
                    <a:lnTo>
                      <a:pt x="963" y="2051"/>
                    </a:lnTo>
                    <a:lnTo>
                      <a:pt x="1047" y="2030"/>
                    </a:lnTo>
                    <a:lnTo>
                      <a:pt x="1235" y="1946"/>
                    </a:lnTo>
                    <a:lnTo>
                      <a:pt x="1235" y="1884"/>
                    </a:lnTo>
                    <a:lnTo>
                      <a:pt x="1381" y="1716"/>
                    </a:lnTo>
                    <a:lnTo>
                      <a:pt x="1486" y="1632"/>
                    </a:lnTo>
                    <a:lnTo>
                      <a:pt x="1612" y="1570"/>
                    </a:lnTo>
                    <a:lnTo>
                      <a:pt x="2114" y="1570"/>
                    </a:lnTo>
                    <a:lnTo>
                      <a:pt x="2197" y="1716"/>
                    </a:lnTo>
                    <a:lnTo>
                      <a:pt x="2239" y="1821"/>
                    </a:lnTo>
                    <a:lnTo>
                      <a:pt x="2407" y="2093"/>
                    </a:lnTo>
                    <a:lnTo>
                      <a:pt x="2386" y="2156"/>
                    </a:lnTo>
                    <a:lnTo>
                      <a:pt x="2490" y="2260"/>
                    </a:lnTo>
                    <a:lnTo>
                      <a:pt x="2490" y="2365"/>
                    </a:lnTo>
                    <a:lnTo>
                      <a:pt x="2407" y="2407"/>
                    </a:lnTo>
                    <a:lnTo>
                      <a:pt x="2407" y="2511"/>
                    </a:lnTo>
                    <a:lnTo>
                      <a:pt x="2449" y="2532"/>
                    </a:lnTo>
                    <a:lnTo>
                      <a:pt x="2449" y="2574"/>
                    </a:lnTo>
                    <a:lnTo>
                      <a:pt x="2595" y="2532"/>
                    </a:lnTo>
                    <a:lnTo>
                      <a:pt x="2637" y="2532"/>
                    </a:lnTo>
                    <a:lnTo>
                      <a:pt x="2867" y="2449"/>
                    </a:lnTo>
                    <a:lnTo>
                      <a:pt x="3014" y="2511"/>
                    </a:lnTo>
                    <a:lnTo>
                      <a:pt x="3055" y="2637"/>
                    </a:lnTo>
                    <a:lnTo>
                      <a:pt x="3181" y="2721"/>
                    </a:lnTo>
                    <a:lnTo>
                      <a:pt x="3160" y="2930"/>
                    </a:lnTo>
                    <a:lnTo>
                      <a:pt x="3139" y="3055"/>
                    </a:lnTo>
                    <a:lnTo>
                      <a:pt x="3286" y="3202"/>
                    </a:lnTo>
                    <a:lnTo>
                      <a:pt x="3369" y="3202"/>
                    </a:lnTo>
                    <a:lnTo>
                      <a:pt x="3537" y="3076"/>
                    </a:lnTo>
                    <a:lnTo>
                      <a:pt x="3578" y="3076"/>
                    </a:lnTo>
                    <a:lnTo>
                      <a:pt x="3683" y="3181"/>
                    </a:lnTo>
                    <a:lnTo>
                      <a:pt x="3704" y="3244"/>
                    </a:lnTo>
                    <a:lnTo>
                      <a:pt x="3704" y="3202"/>
                    </a:lnTo>
                    <a:lnTo>
                      <a:pt x="3809" y="3181"/>
                    </a:lnTo>
                    <a:lnTo>
                      <a:pt x="3976" y="2846"/>
                    </a:lnTo>
                    <a:lnTo>
                      <a:pt x="3976" y="2721"/>
                    </a:lnTo>
                    <a:lnTo>
                      <a:pt x="3955" y="2658"/>
                    </a:lnTo>
                    <a:lnTo>
                      <a:pt x="3850" y="2553"/>
                    </a:lnTo>
                    <a:lnTo>
                      <a:pt x="3850" y="2469"/>
                    </a:lnTo>
                    <a:lnTo>
                      <a:pt x="3913" y="2428"/>
                    </a:lnTo>
                    <a:lnTo>
                      <a:pt x="3997" y="2449"/>
                    </a:lnTo>
                    <a:lnTo>
                      <a:pt x="4018" y="2365"/>
                    </a:lnTo>
                    <a:lnTo>
                      <a:pt x="3955" y="2239"/>
                    </a:lnTo>
                    <a:lnTo>
                      <a:pt x="3871" y="2218"/>
                    </a:lnTo>
                    <a:lnTo>
                      <a:pt x="3871" y="2009"/>
                    </a:lnTo>
                    <a:lnTo>
                      <a:pt x="3892" y="1925"/>
                    </a:lnTo>
                    <a:lnTo>
                      <a:pt x="3871" y="1674"/>
                    </a:lnTo>
                    <a:lnTo>
                      <a:pt x="3809" y="1612"/>
                    </a:lnTo>
                    <a:lnTo>
                      <a:pt x="3809" y="1507"/>
                    </a:lnTo>
                    <a:lnTo>
                      <a:pt x="4060" y="1423"/>
                    </a:lnTo>
                    <a:lnTo>
                      <a:pt x="4081" y="1402"/>
                    </a:lnTo>
                    <a:lnTo>
                      <a:pt x="4081" y="1319"/>
                    </a:lnTo>
                    <a:lnTo>
                      <a:pt x="4018" y="1277"/>
                    </a:lnTo>
                    <a:lnTo>
                      <a:pt x="3871" y="1256"/>
                    </a:lnTo>
                    <a:lnTo>
                      <a:pt x="3871" y="1193"/>
                    </a:lnTo>
                    <a:lnTo>
                      <a:pt x="3850" y="1109"/>
                    </a:lnTo>
                    <a:lnTo>
                      <a:pt x="3850" y="1005"/>
                    </a:lnTo>
                    <a:lnTo>
                      <a:pt x="3767" y="1005"/>
                    </a:lnTo>
                    <a:lnTo>
                      <a:pt x="3704" y="1088"/>
                    </a:lnTo>
                    <a:lnTo>
                      <a:pt x="3599" y="1109"/>
                    </a:lnTo>
                    <a:lnTo>
                      <a:pt x="3599" y="1109"/>
                    </a:lnTo>
                    <a:lnTo>
                      <a:pt x="3662" y="963"/>
                    </a:lnTo>
                    <a:lnTo>
                      <a:pt x="3767" y="796"/>
                    </a:lnTo>
                    <a:lnTo>
                      <a:pt x="3767" y="754"/>
                    </a:lnTo>
                    <a:lnTo>
                      <a:pt x="3641" y="733"/>
                    </a:lnTo>
                    <a:lnTo>
                      <a:pt x="3578" y="670"/>
                    </a:lnTo>
                    <a:lnTo>
                      <a:pt x="3599" y="524"/>
                    </a:lnTo>
                    <a:lnTo>
                      <a:pt x="3558" y="377"/>
                    </a:lnTo>
                    <a:lnTo>
                      <a:pt x="3432" y="272"/>
                    </a:lnTo>
                    <a:lnTo>
                      <a:pt x="3390" y="231"/>
                    </a:lnTo>
                    <a:lnTo>
                      <a:pt x="3286" y="252"/>
                    </a:lnTo>
                    <a:lnTo>
                      <a:pt x="3265" y="314"/>
                    </a:lnTo>
                    <a:lnTo>
                      <a:pt x="3118" y="231"/>
                    </a:lnTo>
                    <a:lnTo>
                      <a:pt x="2972" y="231"/>
                    </a:lnTo>
                    <a:lnTo>
                      <a:pt x="2867" y="377"/>
                    </a:lnTo>
                    <a:lnTo>
                      <a:pt x="2804" y="419"/>
                    </a:lnTo>
                    <a:lnTo>
                      <a:pt x="2700" y="482"/>
                    </a:lnTo>
                    <a:lnTo>
                      <a:pt x="2532" y="482"/>
                    </a:lnTo>
                    <a:lnTo>
                      <a:pt x="2407" y="377"/>
                    </a:lnTo>
                    <a:lnTo>
                      <a:pt x="2323" y="356"/>
                    </a:lnTo>
                    <a:lnTo>
                      <a:pt x="2218" y="419"/>
                    </a:lnTo>
                    <a:lnTo>
                      <a:pt x="2135" y="377"/>
                    </a:lnTo>
                    <a:lnTo>
                      <a:pt x="2135" y="272"/>
                    </a:lnTo>
                    <a:lnTo>
                      <a:pt x="2009" y="272"/>
                    </a:lnTo>
                    <a:lnTo>
                      <a:pt x="1967" y="231"/>
                    </a:lnTo>
                    <a:lnTo>
                      <a:pt x="1863" y="210"/>
                    </a:lnTo>
                    <a:lnTo>
                      <a:pt x="1758" y="272"/>
                    </a:lnTo>
                    <a:lnTo>
                      <a:pt x="1570" y="210"/>
                    </a:lnTo>
                    <a:lnTo>
                      <a:pt x="1381" y="210"/>
                    </a:lnTo>
                    <a:lnTo>
                      <a:pt x="1277" y="126"/>
                    </a:lnTo>
                    <a:lnTo>
                      <a:pt x="1047" y="21"/>
                    </a:lnTo>
                    <a:lnTo>
                      <a:pt x="71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40" name="Google Shape;1940;p60"/>
            <p:cNvSpPr/>
            <p:nvPr/>
          </p:nvSpPr>
          <p:spPr>
            <a:xfrm>
              <a:off x="3657897" y="3077759"/>
              <a:ext cx="19195" cy="21903"/>
            </a:xfrm>
            <a:custGeom>
              <a:rect b="b" l="l" r="r" t="t"/>
              <a:pathLst>
                <a:path extrusionOk="0" h="1926" w="1612">
                  <a:moveTo>
                    <a:pt x="733" y="1"/>
                  </a:moveTo>
                  <a:lnTo>
                    <a:pt x="607" y="63"/>
                  </a:lnTo>
                  <a:lnTo>
                    <a:pt x="502" y="147"/>
                  </a:lnTo>
                  <a:lnTo>
                    <a:pt x="356" y="315"/>
                  </a:lnTo>
                  <a:lnTo>
                    <a:pt x="356" y="377"/>
                  </a:lnTo>
                  <a:lnTo>
                    <a:pt x="168" y="461"/>
                  </a:lnTo>
                  <a:lnTo>
                    <a:pt x="84" y="482"/>
                  </a:lnTo>
                  <a:lnTo>
                    <a:pt x="42" y="587"/>
                  </a:lnTo>
                  <a:lnTo>
                    <a:pt x="0" y="670"/>
                  </a:lnTo>
                  <a:lnTo>
                    <a:pt x="105" y="733"/>
                  </a:lnTo>
                  <a:lnTo>
                    <a:pt x="42" y="880"/>
                  </a:lnTo>
                  <a:lnTo>
                    <a:pt x="63" y="963"/>
                  </a:lnTo>
                  <a:lnTo>
                    <a:pt x="168" y="984"/>
                  </a:lnTo>
                  <a:lnTo>
                    <a:pt x="251" y="1172"/>
                  </a:lnTo>
                  <a:lnTo>
                    <a:pt x="251" y="1298"/>
                  </a:lnTo>
                  <a:lnTo>
                    <a:pt x="377" y="1424"/>
                  </a:lnTo>
                  <a:lnTo>
                    <a:pt x="482" y="1382"/>
                  </a:lnTo>
                  <a:lnTo>
                    <a:pt x="482" y="1403"/>
                  </a:lnTo>
                  <a:lnTo>
                    <a:pt x="419" y="1507"/>
                  </a:lnTo>
                  <a:lnTo>
                    <a:pt x="502" y="1591"/>
                  </a:lnTo>
                  <a:lnTo>
                    <a:pt x="586" y="1675"/>
                  </a:lnTo>
                  <a:lnTo>
                    <a:pt x="565" y="1737"/>
                  </a:lnTo>
                  <a:lnTo>
                    <a:pt x="691" y="1779"/>
                  </a:lnTo>
                  <a:lnTo>
                    <a:pt x="1005" y="1926"/>
                  </a:lnTo>
                  <a:lnTo>
                    <a:pt x="1046" y="1926"/>
                  </a:lnTo>
                  <a:lnTo>
                    <a:pt x="1088" y="1842"/>
                  </a:lnTo>
                  <a:lnTo>
                    <a:pt x="1151" y="1696"/>
                  </a:lnTo>
                  <a:lnTo>
                    <a:pt x="1298" y="1633"/>
                  </a:lnTo>
                  <a:lnTo>
                    <a:pt x="1402" y="1507"/>
                  </a:lnTo>
                  <a:lnTo>
                    <a:pt x="1402" y="1403"/>
                  </a:lnTo>
                  <a:lnTo>
                    <a:pt x="1444" y="1256"/>
                  </a:lnTo>
                  <a:lnTo>
                    <a:pt x="1528" y="1214"/>
                  </a:lnTo>
                  <a:lnTo>
                    <a:pt x="1528" y="1152"/>
                  </a:lnTo>
                  <a:lnTo>
                    <a:pt x="1549" y="1005"/>
                  </a:lnTo>
                  <a:lnTo>
                    <a:pt x="1570" y="1005"/>
                  </a:lnTo>
                  <a:lnTo>
                    <a:pt x="1570" y="963"/>
                  </a:lnTo>
                  <a:lnTo>
                    <a:pt x="1528" y="942"/>
                  </a:lnTo>
                  <a:lnTo>
                    <a:pt x="1528" y="838"/>
                  </a:lnTo>
                  <a:lnTo>
                    <a:pt x="1611" y="796"/>
                  </a:lnTo>
                  <a:lnTo>
                    <a:pt x="1611" y="691"/>
                  </a:lnTo>
                  <a:lnTo>
                    <a:pt x="1507" y="587"/>
                  </a:lnTo>
                  <a:lnTo>
                    <a:pt x="1528" y="524"/>
                  </a:lnTo>
                  <a:lnTo>
                    <a:pt x="1360" y="252"/>
                  </a:lnTo>
                  <a:lnTo>
                    <a:pt x="1318" y="147"/>
                  </a:lnTo>
                  <a:lnTo>
                    <a:pt x="123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60"/>
            <p:cNvSpPr/>
            <p:nvPr/>
          </p:nvSpPr>
          <p:spPr>
            <a:xfrm>
              <a:off x="3670352" y="3087756"/>
              <a:ext cx="27911" cy="28568"/>
            </a:xfrm>
            <a:custGeom>
              <a:rect b="b" l="l" r="r" t="t"/>
              <a:pathLst>
                <a:path extrusionOk="0" h="2512" w="2344">
                  <a:moveTo>
                    <a:pt x="942" y="1"/>
                  </a:moveTo>
                  <a:lnTo>
                    <a:pt x="712" y="84"/>
                  </a:lnTo>
                  <a:lnTo>
                    <a:pt x="670" y="84"/>
                  </a:lnTo>
                  <a:lnTo>
                    <a:pt x="524" y="126"/>
                  </a:lnTo>
                  <a:lnTo>
                    <a:pt x="503" y="126"/>
                  </a:lnTo>
                  <a:lnTo>
                    <a:pt x="482" y="273"/>
                  </a:lnTo>
                  <a:lnTo>
                    <a:pt x="482" y="335"/>
                  </a:lnTo>
                  <a:lnTo>
                    <a:pt x="398" y="377"/>
                  </a:lnTo>
                  <a:lnTo>
                    <a:pt x="356" y="524"/>
                  </a:lnTo>
                  <a:lnTo>
                    <a:pt x="356" y="628"/>
                  </a:lnTo>
                  <a:lnTo>
                    <a:pt x="252" y="754"/>
                  </a:lnTo>
                  <a:lnTo>
                    <a:pt x="105" y="817"/>
                  </a:lnTo>
                  <a:lnTo>
                    <a:pt x="42" y="963"/>
                  </a:lnTo>
                  <a:lnTo>
                    <a:pt x="0" y="1047"/>
                  </a:lnTo>
                  <a:lnTo>
                    <a:pt x="168" y="1047"/>
                  </a:lnTo>
                  <a:lnTo>
                    <a:pt x="252" y="1109"/>
                  </a:lnTo>
                  <a:lnTo>
                    <a:pt x="210" y="1172"/>
                  </a:lnTo>
                  <a:lnTo>
                    <a:pt x="293" y="1235"/>
                  </a:lnTo>
                  <a:lnTo>
                    <a:pt x="461" y="1444"/>
                  </a:lnTo>
                  <a:lnTo>
                    <a:pt x="524" y="1444"/>
                  </a:lnTo>
                  <a:lnTo>
                    <a:pt x="775" y="1591"/>
                  </a:lnTo>
                  <a:lnTo>
                    <a:pt x="796" y="1591"/>
                  </a:lnTo>
                  <a:lnTo>
                    <a:pt x="1130" y="1967"/>
                  </a:lnTo>
                  <a:lnTo>
                    <a:pt x="1256" y="1988"/>
                  </a:lnTo>
                  <a:lnTo>
                    <a:pt x="1716" y="2302"/>
                  </a:lnTo>
                  <a:lnTo>
                    <a:pt x="2260" y="2511"/>
                  </a:lnTo>
                  <a:lnTo>
                    <a:pt x="2260" y="2386"/>
                  </a:lnTo>
                  <a:lnTo>
                    <a:pt x="2197" y="2281"/>
                  </a:lnTo>
                  <a:lnTo>
                    <a:pt x="2260" y="2156"/>
                  </a:lnTo>
                  <a:lnTo>
                    <a:pt x="2239" y="2072"/>
                  </a:lnTo>
                  <a:lnTo>
                    <a:pt x="2260" y="1967"/>
                  </a:lnTo>
                  <a:lnTo>
                    <a:pt x="2302" y="1884"/>
                  </a:lnTo>
                  <a:lnTo>
                    <a:pt x="2260" y="1800"/>
                  </a:lnTo>
                  <a:lnTo>
                    <a:pt x="2344" y="1758"/>
                  </a:lnTo>
                  <a:lnTo>
                    <a:pt x="2302" y="1653"/>
                  </a:lnTo>
                  <a:lnTo>
                    <a:pt x="2239" y="1633"/>
                  </a:lnTo>
                  <a:lnTo>
                    <a:pt x="2156" y="1570"/>
                  </a:lnTo>
                  <a:lnTo>
                    <a:pt x="2093" y="1465"/>
                  </a:lnTo>
                  <a:lnTo>
                    <a:pt x="2030" y="1444"/>
                  </a:lnTo>
                  <a:lnTo>
                    <a:pt x="1967" y="1444"/>
                  </a:lnTo>
                  <a:lnTo>
                    <a:pt x="1884" y="1361"/>
                  </a:lnTo>
                  <a:lnTo>
                    <a:pt x="1779" y="1361"/>
                  </a:lnTo>
                  <a:lnTo>
                    <a:pt x="1758" y="1381"/>
                  </a:lnTo>
                  <a:lnTo>
                    <a:pt x="1653" y="1361"/>
                  </a:lnTo>
                  <a:lnTo>
                    <a:pt x="1633" y="1256"/>
                  </a:lnTo>
                  <a:lnTo>
                    <a:pt x="1716" y="1151"/>
                  </a:lnTo>
                  <a:lnTo>
                    <a:pt x="1821" y="942"/>
                  </a:lnTo>
                  <a:lnTo>
                    <a:pt x="1758" y="837"/>
                  </a:lnTo>
                  <a:lnTo>
                    <a:pt x="1779" y="796"/>
                  </a:lnTo>
                  <a:lnTo>
                    <a:pt x="1758" y="733"/>
                  </a:lnTo>
                  <a:lnTo>
                    <a:pt x="1653" y="628"/>
                  </a:lnTo>
                  <a:lnTo>
                    <a:pt x="1612" y="628"/>
                  </a:lnTo>
                  <a:lnTo>
                    <a:pt x="1444" y="754"/>
                  </a:lnTo>
                  <a:lnTo>
                    <a:pt x="1361" y="754"/>
                  </a:lnTo>
                  <a:lnTo>
                    <a:pt x="1214" y="607"/>
                  </a:lnTo>
                  <a:lnTo>
                    <a:pt x="1235" y="482"/>
                  </a:lnTo>
                  <a:lnTo>
                    <a:pt x="1256" y="273"/>
                  </a:lnTo>
                  <a:lnTo>
                    <a:pt x="1130" y="189"/>
                  </a:lnTo>
                  <a:lnTo>
                    <a:pt x="1089" y="63"/>
                  </a:lnTo>
                  <a:lnTo>
                    <a:pt x="94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60"/>
            <p:cNvSpPr/>
            <p:nvPr/>
          </p:nvSpPr>
          <p:spPr>
            <a:xfrm>
              <a:off x="3689785" y="3073722"/>
              <a:ext cx="42617" cy="42840"/>
            </a:xfrm>
            <a:custGeom>
              <a:rect b="b" l="l" r="r" t="t"/>
              <a:pathLst>
                <a:path extrusionOk="0" h="3767" w="3579">
                  <a:moveTo>
                    <a:pt x="1905" y="0"/>
                  </a:moveTo>
                  <a:lnTo>
                    <a:pt x="1821" y="63"/>
                  </a:lnTo>
                  <a:lnTo>
                    <a:pt x="1716" y="209"/>
                  </a:lnTo>
                  <a:lnTo>
                    <a:pt x="1549" y="167"/>
                  </a:lnTo>
                  <a:lnTo>
                    <a:pt x="1507" y="105"/>
                  </a:lnTo>
                  <a:lnTo>
                    <a:pt x="1549" y="63"/>
                  </a:lnTo>
                  <a:lnTo>
                    <a:pt x="1381" y="42"/>
                  </a:lnTo>
                  <a:lnTo>
                    <a:pt x="1193" y="84"/>
                  </a:lnTo>
                  <a:lnTo>
                    <a:pt x="1193" y="146"/>
                  </a:lnTo>
                  <a:lnTo>
                    <a:pt x="1151" y="167"/>
                  </a:lnTo>
                  <a:lnTo>
                    <a:pt x="921" y="167"/>
                  </a:lnTo>
                  <a:lnTo>
                    <a:pt x="775" y="84"/>
                  </a:lnTo>
                  <a:lnTo>
                    <a:pt x="712" y="84"/>
                  </a:lnTo>
                  <a:lnTo>
                    <a:pt x="503" y="209"/>
                  </a:lnTo>
                  <a:lnTo>
                    <a:pt x="252" y="293"/>
                  </a:lnTo>
                  <a:lnTo>
                    <a:pt x="252" y="398"/>
                  </a:lnTo>
                  <a:lnTo>
                    <a:pt x="314" y="460"/>
                  </a:lnTo>
                  <a:lnTo>
                    <a:pt x="335" y="711"/>
                  </a:lnTo>
                  <a:lnTo>
                    <a:pt x="314" y="795"/>
                  </a:lnTo>
                  <a:lnTo>
                    <a:pt x="314" y="1004"/>
                  </a:lnTo>
                  <a:lnTo>
                    <a:pt x="398" y="1025"/>
                  </a:lnTo>
                  <a:lnTo>
                    <a:pt x="461" y="1151"/>
                  </a:lnTo>
                  <a:lnTo>
                    <a:pt x="440" y="1235"/>
                  </a:lnTo>
                  <a:lnTo>
                    <a:pt x="356" y="1214"/>
                  </a:lnTo>
                  <a:lnTo>
                    <a:pt x="293" y="1255"/>
                  </a:lnTo>
                  <a:lnTo>
                    <a:pt x="293" y="1339"/>
                  </a:lnTo>
                  <a:lnTo>
                    <a:pt x="398" y="1444"/>
                  </a:lnTo>
                  <a:lnTo>
                    <a:pt x="419" y="1507"/>
                  </a:lnTo>
                  <a:lnTo>
                    <a:pt x="419" y="1632"/>
                  </a:lnTo>
                  <a:lnTo>
                    <a:pt x="252" y="1967"/>
                  </a:lnTo>
                  <a:lnTo>
                    <a:pt x="147" y="1988"/>
                  </a:lnTo>
                  <a:lnTo>
                    <a:pt x="147" y="2030"/>
                  </a:lnTo>
                  <a:lnTo>
                    <a:pt x="126" y="2071"/>
                  </a:lnTo>
                  <a:lnTo>
                    <a:pt x="189" y="2176"/>
                  </a:lnTo>
                  <a:lnTo>
                    <a:pt x="84" y="2385"/>
                  </a:lnTo>
                  <a:lnTo>
                    <a:pt x="1" y="2490"/>
                  </a:lnTo>
                  <a:lnTo>
                    <a:pt x="21" y="2595"/>
                  </a:lnTo>
                  <a:lnTo>
                    <a:pt x="126" y="2615"/>
                  </a:lnTo>
                  <a:lnTo>
                    <a:pt x="147" y="2595"/>
                  </a:lnTo>
                  <a:lnTo>
                    <a:pt x="252" y="2595"/>
                  </a:lnTo>
                  <a:lnTo>
                    <a:pt x="335" y="2678"/>
                  </a:lnTo>
                  <a:lnTo>
                    <a:pt x="398" y="2678"/>
                  </a:lnTo>
                  <a:lnTo>
                    <a:pt x="461" y="2699"/>
                  </a:lnTo>
                  <a:lnTo>
                    <a:pt x="524" y="2804"/>
                  </a:lnTo>
                  <a:lnTo>
                    <a:pt x="607" y="2867"/>
                  </a:lnTo>
                  <a:lnTo>
                    <a:pt x="670" y="2887"/>
                  </a:lnTo>
                  <a:lnTo>
                    <a:pt x="712" y="2992"/>
                  </a:lnTo>
                  <a:lnTo>
                    <a:pt x="628" y="3034"/>
                  </a:lnTo>
                  <a:lnTo>
                    <a:pt x="670" y="3118"/>
                  </a:lnTo>
                  <a:lnTo>
                    <a:pt x="628" y="3201"/>
                  </a:lnTo>
                  <a:lnTo>
                    <a:pt x="607" y="3306"/>
                  </a:lnTo>
                  <a:lnTo>
                    <a:pt x="628" y="3390"/>
                  </a:lnTo>
                  <a:lnTo>
                    <a:pt x="565" y="3515"/>
                  </a:lnTo>
                  <a:lnTo>
                    <a:pt x="628" y="3620"/>
                  </a:lnTo>
                  <a:lnTo>
                    <a:pt x="628" y="3745"/>
                  </a:lnTo>
                  <a:lnTo>
                    <a:pt x="712" y="3766"/>
                  </a:lnTo>
                  <a:lnTo>
                    <a:pt x="879" y="3599"/>
                  </a:lnTo>
                  <a:lnTo>
                    <a:pt x="1026" y="3599"/>
                  </a:lnTo>
                  <a:lnTo>
                    <a:pt x="1068" y="3536"/>
                  </a:lnTo>
                  <a:lnTo>
                    <a:pt x="1465" y="3390"/>
                  </a:lnTo>
                  <a:lnTo>
                    <a:pt x="1465" y="3327"/>
                  </a:lnTo>
                  <a:lnTo>
                    <a:pt x="1674" y="3306"/>
                  </a:lnTo>
                  <a:lnTo>
                    <a:pt x="2449" y="3306"/>
                  </a:lnTo>
                  <a:lnTo>
                    <a:pt x="2742" y="3201"/>
                  </a:lnTo>
                  <a:lnTo>
                    <a:pt x="3014" y="3327"/>
                  </a:lnTo>
                  <a:lnTo>
                    <a:pt x="3034" y="3201"/>
                  </a:lnTo>
                  <a:lnTo>
                    <a:pt x="3139" y="3180"/>
                  </a:lnTo>
                  <a:lnTo>
                    <a:pt x="3223" y="3306"/>
                  </a:lnTo>
                  <a:lnTo>
                    <a:pt x="3244" y="3285"/>
                  </a:lnTo>
                  <a:lnTo>
                    <a:pt x="3348" y="3285"/>
                  </a:lnTo>
                  <a:lnTo>
                    <a:pt x="3453" y="3243"/>
                  </a:lnTo>
                  <a:lnTo>
                    <a:pt x="3453" y="3097"/>
                  </a:lnTo>
                  <a:lnTo>
                    <a:pt x="3390" y="2992"/>
                  </a:lnTo>
                  <a:lnTo>
                    <a:pt x="3265" y="2971"/>
                  </a:lnTo>
                  <a:lnTo>
                    <a:pt x="3244" y="2804"/>
                  </a:lnTo>
                  <a:lnTo>
                    <a:pt x="3160" y="2595"/>
                  </a:lnTo>
                  <a:lnTo>
                    <a:pt x="3076" y="2511"/>
                  </a:lnTo>
                  <a:lnTo>
                    <a:pt x="3118" y="2469"/>
                  </a:lnTo>
                  <a:lnTo>
                    <a:pt x="3139" y="2448"/>
                  </a:lnTo>
                  <a:lnTo>
                    <a:pt x="3139" y="2176"/>
                  </a:lnTo>
                  <a:lnTo>
                    <a:pt x="3181" y="2092"/>
                  </a:lnTo>
                  <a:lnTo>
                    <a:pt x="3223" y="1967"/>
                  </a:lnTo>
                  <a:lnTo>
                    <a:pt x="3244" y="1883"/>
                  </a:lnTo>
                  <a:lnTo>
                    <a:pt x="3244" y="1758"/>
                  </a:lnTo>
                  <a:lnTo>
                    <a:pt x="3432" y="1507"/>
                  </a:lnTo>
                  <a:lnTo>
                    <a:pt x="3537" y="1423"/>
                  </a:lnTo>
                  <a:lnTo>
                    <a:pt x="3537" y="1318"/>
                  </a:lnTo>
                  <a:lnTo>
                    <a:pt x="3578" y="1193"/>
                  </a:lnTo>
                  <a:lnTo>
                    <a:pt x="3537" y="1025"/>
                  </a:lnTo>
                  <a:lnTo>
                    <a:pt x="3453" y="942"/>
                  </a:lnTo>
                  <a:lnTo>
                    <a:pt x="3453" y="879"/>
                  </a:lnTo>
                  <a:lnTo>
                    <a:pt x="3390" y="732"/>
                  </a:lnTo>
                  <a:lnTo>
                    <a:pt x="3453" y="565"/>
                  </a:lnTo>
                  <a:lnTo>
                    <a:pt x="3453" y="502"/>
                  </a:lnTo>
                  <a:lnTo>
                    <a:pt x="3327" y="502"/>
                  </a:lnTo>
                  <a:lnTo>
                    <a:pt x="3244" y="418"/>
                  </a:lnTo>
                  <a:lnTo>
                    <a:pt x="3160" y="418"/>
                  </a:lnTo>
                  <a:lnTo>
                    <a:pt x="3055" y="502"/>
                  </a:lnTo>
                  <a:lnTo>
                    <a:pt x="2930" y="523"/>
                  </a:lnTo>
                  <a:lnTo>
                    <a:pt x="2742" y="460"/>
                  </a:lnTo>
                  <a:lnTo>
                    <a:pt x="2658" y="356"/>
                  </a:lnTo>
                  <a:lnTo>
                    <a:pt x="2553" y="293"/>
                  </a:lnTo>
                  <a:lnTo>
                    <a:pt x="2449" y="293"/>
                  </a:lnTo>
                  <a:lnTo>
                    <a:pt x="2407" y="251"/>
                  </a:lnTo>
                  <a:lnTo>
                    <a:pt x="2302" y="251"/>
                  </a:lnTo>
                  <a:lnTo>
                    <a:pt x="2093" y="146"/>
                  </a:lnTo>
                  <a:lnTo>
                    <a:pt x="192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60"/>
            <p:cNvSpPr/>
            <p:nvPr/>
          </p:nvSpPr>
          <p:spPr>
            <a:xfrm>
              <a:off x="3726412" y="3070151"/>
              <a:ext cx="29161" cy="43557"/>
            </a:xfrm>
            <a:custGeom>
              <a:rect b="b" l="l" r="r" t="t"/>
              <a:pathLst>
                <a:path extrusionOk="0" h="3830" w="2449">
                  <a:moveTo>
                    <a:pt x="1674" y="0"/>
                  </a:moveTo>
                  <a:lnTo>
                    <a:pt x="1549" y="63"/>
                  </a:lnTo>
                  <a:lnTo>
                    <a:pt x="1402" y="63"/>
                  </a:lnTo>
                  <a:lnTo>
                    <a:pt x="1193" y="105"/>
                  </a:lnTo>
                  <a:lnTo>
                    <a:pt x="419" y="105"/>
                  </a:lnTo>
                  <a:lnTo>
                    <a:pt x="210" y="147"/>
                  </a:lnTo>
                  <a:lnTo>
                    <a:pt x="189" y="272"/>
                  </a:lnTo>
                  <a:lnTo>
                    <a:pt x="251" y="460"/>
                  </a:lnTo>
                  <a:lnTo>
                    <a:pt x="293" y="502"/>
                  </a:lnTo>
                  <a:lnTo>
                    <a:pt x="377" y="670"/>
                  </a:lnTo>
                  <a:lnTo>
                    <a:pt x="377" y="816"/>
                  </a:lnTo>
                  <a:lnTo>
                    <a:pt x="377" y="879"/>
                  </a:lnTo>
                  <a:lnTo>
                    <a:pt x="314" y="1046"/>
                  </a:lnTo>
                  <a:lnTo>
                    <a:pt x="377" y="1193"/>
                  </a:lnTo>
                  <a:lnTo>
                    <a:pt x="377" y="1256"/>
                  </a:lnTo>
                  <a:lnTo>
                    <a:pt x="461" y="1339"/>
                  </a:lnTo>
                  <a:lnTo>
                    <a:pt x="502" y="1507"/>
                  </a:lnTo>
                  <a:lnTo>
                    <a:pt x="461" y="1632"/>
                  </a:lnTo>
                  <a:lnTo>
                    <a:pt x="461" y="1737"/>
                  </a:lnTo>
                  <a:lnTo>
                    <a:pt x="356" y="1821"/>
                  </a:lnTo>
                  <a:lnTo>
                    <a:pt x="168" y="2072"/>
                  </a:lnTo>
                  <a:lnTo>
                    <a:pt x="168" y="2197"/>
                  </a:lnTo>
                  <a:lnTo>
                    <a:pt x="147" y="2281"/>
                  </a:lnTo>
                  <a:lnTo>
                    <a:pt x="105" y="2406"/>
                  </a:lnTo>
                  <a:lnTo>
                    <a:pt x="63" y="2490"/>
                  </a:lnTo>
                  <a:lnTo>
                    <a:pt x="63" y="2762"/>
                  </a:lnTo>
                  <a:lnTo>
                    <a:pt x="42" y="2783"/>
                  </a:lnTo>
                  <a:lnTo>
                    <a:pt x="0" y="2825"/>
                  </a:lnTo>
                  <a:lnTo>
                    <a:pt x="84" y="2909"/>
                  </a:lnTo>
                  <a:lnTo>
                    <a:pt x="168" y="3118"/>
                  </a:lnTo>
                  <a:lnTo>
                    <a:pt x="189" y="3285"/>
                  </a:lnTo>
                  <a:lnTo>
                    <a:pt x="314" y="3306"/>
                  </a:lnTo>
                  <a:lnTo>
                    <a:pt x="377" y="3411"/>
                  </a:lnTo>
                  <a:lnTo>
                    <a:pt x="377" y="3557"/>
                  </a:lnTo>
                  <a:lnTo>
                    <a:pt x="272" y="3599"/>
                  </a:lnTo>
                  <a:lnTo>
                    <a:pt x="168" y="3599"/>
                  </a:lnTo>
                  <a:lnTo>
                    <a:pt x="147" y="3620"/>
                  </a:lnTo>
                  <a:lnTo>
                    <a:pt x="168" y="3662"/>
                  </a:lnTo>
                  <a:lnTo>
                    <a:pt x="482" y="3725"/>
                  </a:lnTo>
                  <a:lnTo>
                    <a:pt x="712" y="3829"/>
                  </a:lnTo>
                  <a:lnTo>
                    <a:pt x="1214" y="3599"/>
                  </a:lnTo>
                  <a:lnTo>
                    <a:pt x="1549" y="3557"/>
                  </a:lnTo>
                  <a:lnTo>
                    <a:pt x="1863" y="3306"/>
                  </a:lnTo>
                  <a:lnTo>
                    <a:pt x="2135" y="3181"/>
                  </a:lnTo>
                  <a:lnTo>
                    <a:pt x="2448" y="3118"/>
                  </a:lnTo>
                  <a:lnTo>
                    <a:pt x="2386" y="3034"/>
                  </a:lnTo>
                  <a:lnTo>
                    <a:pt x="2302" y="2971"/>
                  </a:lnTo>
                  <a:lnTo>
                    <a:pt x="2260" y="2929"/>
                  </a:lnTo>
                  <a:lnTo>
                    <a:pt x="2197" y="2804"/>
                  </a:lnTo>
                  <a:lnTo>
                    <a:pt x="2176" y="2657"/>
                  </a:lnTo>
                  <a:lnTo>
                    <a:pt x="2197" y="2490"/>
                  </a:lnTo>
                  <a:lnTo>
                    <a:pt x="2197" y="2448"/>
                  </a:lnTo>
                  <a:lnTo>
                    <a:pt x="2260" y="2302"/>
                  </a:lnTo>
                  <a:lnTo>
                    <a:pt x="2260" y="1967"/>
                  </a:lnTo>
                  <a:lnTo>
                    <a:pt x="2197" y="1883"/>
                  </a:lnTo>
                  <a:lnTo>
                    <a:pt x="2239" y="1674"/>
                  </a:lnTo>
                  <a:lnTo>
                    <a:pt x="2176" y="1611"/>
                  </a:lnTo>
                  <a:lnTo>
                    <a:pt x="2239" y="1528"/>
                  </a:lnTo>
                  <a:lnTo>
                    <a:pt x="2197" y="1423"/>
                  </a:lnTo>
                  <a:lnTo>
                    <a:pt x="2155" y="1360"/>
                  </a:lnTo>
                  <a:lnTo>
                    <a:pt x="2176" y="1297"/>
                  </a:lnTo>
                  <a:lnTo>
                    <a:pt x="2197" y="1214"/>
                  </a:lnTo>
                  <a:lnTo>
                    <a:pt x="2197" y="1004"/>
                  </a:lnTo>
                  <a:lnTo>
                    <a:pt x="2155" y="1004"/>
                  </a:lnTo>
                  <a:lnTo>
                    <a:pt x="2093" y="942"/>
                  </a:lnTo>
                  <a:lnTo>
                    <a:pt x="2093" y="732"/>
                  </a:lnTo>
                  <a:lnTo>
                    <a:pt x="2135" y="586"/>
                  </a:lnTo>
                  <a:lnTo>
                    <a:pt x="1988" y="502"/>
                  </a:lnTo>
                  <a:lnTo>
                    <a:pt x="1946" y="419"/>
                  </a:lnTo>
                  <a:lnTo>
                    <a:pt x="1821" y="293"/>
                  </a:lnTo>
                  <a:lnTo>
                    <a:pt x="1821" y="209"/>
                  </a:lnTo>
                  <a:lnTo>
                    <a:pt x="1758" y="168"/>
                  </a:lnTo>
                  <a:lnTo>
                    <a:pt x="171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60"/>
            <p:cNvSpPr/>
            <p:nvPr/>
          </p:nvSpPr>
          <p:spPr>
            <a:xfrm>
              <a:off x="3746846" y="3070151"/>
              <a:ext cx="13956" cy="35459"/>
            </a:xfrm>
            <a:custGeom>
              <a:rect b="b" l="l" r="r" t="t"/>
              <a:pathLst>
                <a:path extrusionOk="0" h="3118" w="1172">
                  <a:moveTo>
                    <a:pt x="0" y="0"/>
                  </a:moveTo>
                  <a:lnTo>
                    <a:pt x="42" y="168"/>
                  </a:lnTo>
                  <a:lnTo>
                    <a:pt x="105" y="209"/>
                  </a:lnTo>
                  <a:lnTo>
                    <a:pt x="105" y="293"/>
                  </a:lnTo>
                  <a:lnTo>
                    <a:pt x="230" y="419"/>
                  </a:lnTo>
                  <a:lnTo>
                    <a:pt x="272" y="502"/>
                  </a:lnTo>
                  <a:lnTo>
                    <a:pt x="419" y="586"/>
                  </a:lnTo>
                  <a:lnTo>
                    <a:pt x="377" y="732"/>
                  </a:lnTo>
                  <a:lnTo>
                    <a:pt x="377" y="942"/>
                  </a:lnTo>
                  <a:lnTo>
                    <a:pt x="439" y="1004"/>
                  </a:lnTo>
                  <a:lnTo>
                    <a:pt x="481" y="1004"/>
                  </a:lnTo>
                  <a:lnTo>
                    <a:pt x="481" y="1214"/>
                  </a:lnTo>
                  <a:lnTo>
                    <a:pt x="460" y="1297"/>
                  </a:lnTo>
                  <a:lnTo>
                    <a:pt x="439" y="1360"/>
                  </a:lnTo>
                  <a:lnTo>
                    <a:pt x="481" y="1423"/>
                  </a:lnTo>
                  <a:lnTo>
                    <a:pt x="523" y="1528"/>
                  </a:lnTo>
                  <a:lnTo>
                    <a:pt x="460" y="1611"/>
                  </a:lnTo>
                  <a:lnTo>
                    <a:pt x="523" y="1674"/>
                  </a:lnTo>
                  <a:lnTo>
                    <a:pt x="481" y="1883"/>
                  </a:lnTo>
                  <a:lnTo>
                    <a:pt x="544" y="1967"/>
                  </a:lnTo>
                  <a:lnTo>
                    <a:pt x="544" y="2302"/>
                  </a:lnTo>
                  <a:lnTo>
                    <a:pt x="481" y="2448"/>
                  </a:lnTo>
                  <a:lnTo>
                    <a:pt x="481" y="2490"/>
                  </a:lnTo>
                  <a:lnTo>
                    <a:pt x="460" y="2657"/>
                  </a:lnTo>
                  <a:lnTo>
                    <a:pt x="481" y="2804"/>
                  </a:lnTo>
                  <a:lnTo>
                    <a:pt x="544" y="2929"/>
                  </a:lnTo>
                  <a:lnTo>
                    <a:pt x="586" y="2971"/>
                  </a:lnTo>
                  <a:lnTo>
                    <a:pt x="670" y="3034"/>
                  </a:lnTo>
                  <a:lnTo>
                    <a:pt x="732" y="3118"/>
                  </a:lnTo>
                  <a:lnTo>
                    <a:pt x="774" y="3118"/>
                  </a:lnTo>
                  <a:lnTo>
                    <a:pt x="1088" y="2929"/>
                  </a:lnTo>
                  <a:lnTo>
                    <a:pt x="1151" y="2929"/>
                  </a:lnTo>
                  <a:lnTo>
                    <a:pt x="1172" y="2825"/>
                  </a:lnTo>
                  <a:lnTo>
                    <a:pt x="1088" y="2699"/>
                  </a:lnTo>
                  <a:lnTo>
                    <a:pt x="1088" y="2553"/>
                  </a:lnTo>
                  <a:lnTo>
                    <a:pt x="1046" y="2385"/>
                  </a:lnTo>
                  <a:lnTo>
                    <a:pt x="1067" y="1716"/>
                  </a:lnTo>
                  <a:lnTo>
                    <a:pt x="1067" y="1611"/>
                  </a:lnTo>
                  <a:lnTo>
                    <a:pt x="1109" y="1528"/>
                  </a:lnTo>
                  <a:lnTo>
                    <a:pt x="1109" y="1402"/>
                  </a:lnTo>
                  <a:lnTo>
                    <a:pt x="1088" y="1297"/>
                  </a:lnTo>
                  <a:lnTo>
                    <a:pt x="1088" y="1130"/>
                  </a:lnTo>
                  <a:lnTo>
                    <a:pt x="1046" y="900"/>
                  </a:lnTo>
                  <a:lnTo>
                    <a:pt x="900" y="586"/>
                  </a:lnTo>
                  <a:lnTo>
                    <a:pt x="858" y="565"/>
                  </a:lnTo>
                  <a:lnTo>
                    <a:pt x="774" y="481"/>
                  </a:lnTo>
                  <a:lnTo>
                    <a:pt x="649" y="398"/>
                  </a:lnTo>
                  <a:lnTo>
                    <a:pt x="628" y="209"/>
                  </a:lnTo>
                  <a:lnTo>
                    <a:pt x="649" y="168"/>
                  </a:lnTo>
                  <a:lnTo>
                    <a:pt x="4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60"/>
            <p:cNvSpPr/>
            <p:nvPr/>
          </p:nvSpPr>
          <p:spPr>
            <a:xfrm>
              <a:off x="3754312" y="3061110"/>
              <a:ext cx="21445" cy="42840"/>
            </a:xfrm>
            <a:custGeom>
              <a:rect b="b" l="l" r="r" t="t"/>
              <a:pathLst>
                <a:path extrusionOk="0" h="3767" w="1801">
                  <a:moveTo>
                    <a:pt x="1047" y="0"/>
                  </a:moveTo>
                  <a:lnTo>
                    <a:pt x="984" y="105"/>
                  </a:lnTo>
                  <a:lnTo>
                    <a:pt x="1005" y="147"/>
                  </a:lnTo>
                  <a:lnTo>
                    <a:pt x="900" y="209"/>
                  </a:lnTo>
                  <a:lnTo>
                    <a:pt x="838" y="209"/>
                  </a:lnTo>
                  <a:lnTo>
                    <a:pt x="838" y="272"/>
                  </a:lnTo>
                  <a:lnTo>
                    <a:pt x="691" y="439"/>
                  </a:lnTo>
                  <a:lnTo>
                    <a:pt x="628" y="439"/>
                  </a:lnTo>
                  <a:lnTo>
                    <a:pt x="440" y="544"/>
                  </a:lnTo>
                  <a:lnTo>
                    <a:pt x="356" y="523"/>
                  </a:lnTo>
                  <a:lnTo>
                    <a:pt x="252" y="565"/>
                  </a:lnTo>
                  <a:lnTo>
                    <a:pt x="252" y="670"/>
                  </a:lnTo>
                  <a:lnTo>
                    <a:pt x="168" y="753"/>
                  </a:lnTo>
                  <a:lnTo>
                    <a:pt x="168" y="858"/>
                  </a:lnTo>
                  <a:lnTo>
                    <a:pt x="43" y="900"/>
                  </a:lnTo>
                  <a:lnTo>
                    <a:pt x="22" y="963"/>
                  </a:lnTo>
                  <a:lnTo>
                    <a:pt x="1" y="1004"/>
                  </a:lnTo>
                  <a:lnTo>
                    <a:pt x="22" y="1193"/>
                  </a:lnTo>
                  <a:lnTo>
                    <a:pt x="147" y="1276"/>
                  </a:lnTo>
                  <a:lnTo>
                    <a:pt x="231" y="1360"/>
                  </a:lnTo>
                  <a:lnTo>
                    <a:pt x="273" y="1381"/>
                  </a:lnTo>
                  <a:lnTo>
                    <a:pt x="419" y="1695"/>
                  </a:lnTo>
                  <a:lnTo>
                    <a:pt x="461" y="1925"/>
                  </a:lnTo>
                  <a:lnTo>
                    <a:pt x="461" y="2092"/>
                  </a:lnTo>
                  <a:lnTo>
                    <a:pt x="482" y="2197"/>
                  </a:lnTo>
                  <a:lnTo>
                    <a:pt x="482" y="2323"/>
                  </a:lnTo>
                  <a:lnTo>
                    <a:pt x="440" y="2406"/>
                  </a:lnTo>
                  <a:lnTo>
                    <a:pt x="440" y="2511"/>
                  </a:lnTo>
                  <a:lnTo>
                    <a:pt x="419" y="3180"/>
                  </a:lnTo>
                  <a:lnTo>
                    <a:pt x="461" y="3348"/>
                  </a:lnTo>
                  <a:lnTo>
                    <a:pt x="461" y="3494"/>
                  </a:lnTo>
                  <a:lnTo>
                    <a:pt x="545" y="3620"/>
                  </a:lnTo>
                  <a:lnTo>
                    <a:pt x="524" y="3724"/>
                  </a:lnTo>
                  <a:lnTo>
                    <a:pt x="733" y="3766"/>
                  </a:lnTo>
                  <a:lnTo>
                    <a:pt x="1110" y="3620"/>
                  </a:lnTo>
                  <a:lnTo>
                    <a:pt x="1152" y="3620"/>
                  </a:lnTo>
                  <a:lnTo>
                    <a:pt x="1110" y="3515"/>
                  </a:lnTo>
                  <a:lnTo>
                    <a:pt x="1152" y="3243"/>
                  </a:lnTo>
                  <a:lnTo>
                    <a:pt x="1110" y="3139"/>
                  </a:lnTo>
                  <a:lnTo>
                    <a:pt x="1152" y="3055"/>
                  </a:lnTo>
                  <a:lnTo>
                    <a:pt x="1110" y="2825"/>
                  </a:lnTo>
                  <a:lnTo>
                    <a:pt x="1110" y="2720"/>
                  </a:lnTo>
                  <a:lnTo>
                    <a:pt x="1110" y="2657"/>
                  </a:lnTo>
                  <a:lnTo>
                    <a:pt x="1089" y="2616"/>
                  </a:lnTo>
                  <a:lnTo>
                    <a:pt x="1110" y="2553"/>
                  </a:lnTo>
                  <a:lnTo>
                    <a:pt x="1089" y="2469"/>
                  </a:lnTo>
                  <a:lnTo>
                    <a:pt x="1089" y="2427"/>
                  </a:lnTo>
                  <a:lnTo>
                    <a:pt x="1089" y="2302"/>
                  </a:lnTo>
                  <a:lnTo>
                    <a:pt x="1110" y="2218"/>
                  </a:lnTo>
                  <a:lnTo>
                    <a:pt x="1110" y="2113"/>
                  </a:lnTo>
                  <a:lnTo>
                    <a:pt x="1152" y="2051"/>
                  </a:lnTo>
                  <a:lnTo>
                    <a:pt x="1256" y="2009"/>
                  </a:lnTo>
                  <a:lnTo>
                    <a:pt x="1298" y="2009"/>
                  </a:lnTo>
                  <a:lnTo>
                    <a:pt x="1361" y="1946"/>
                  </a:lnTo>
                  <a:lnTo>
                    <a:pt x="1403" y="1841"/>
                  </a:lnTo>
                  <a:lnTo>
                    <a:pt x="1486" y="1716"/>
                  </a:lnTo>
                  <a:lnTo>
                    <a:pt x="1528" y="1611"/>
                  </a:lnTo>
                  <a:lnTo>
                    <a:pt x="1612" y="1569"/>
                  </a:lnTo>
                  <a:lnTo>
                    <a:pt x="1696" y="1569"/>
                  </a:lnTo>
                  <a:lnTo>
                    <a:pt x="1716" y="1507"/>
                  </a:lnTo>
                  <a:lnTo>
                    <a:pt x="1591" y="1381"/>
                  </a:lnTo>
                  <a:lnTo>
                    <a:pt x="1591" y="1318"/>
                  </a:lnTo>
                  <a:lnTo>
                    <a:pt x="1633" y="1255"/>
                  </a:lnTo>
                  <a:lnTo>
                    <a:pt x="1779" y="1255"/>
                  </a:lnTo>
                  <a:lnTo>
                    <a:pt x="1800" y="1172"/>
                  </a:lnTo>
                  <a:lnTo>
                    <a:pt x="1737" y="963"/>
                  </a:lnTo>
                  <a:lnTo>
                    <a:pt x="1716" y="837"/>
                  </a:lnTo>
                  <a:lnTo>
                    <a:pt x="1570" y="691"/>
                  </a:lnTo>
                  <a:lnTo>
                    <a:pt x="1528" y="628"/>
                  </a:lnTo>
                  <a:lnTo>
                    <a:pt x="1570" y="481"/>
                  </a:lnTo>
                  <a:lnTo>
                    <a:pt x="1591" y="481"/>
                  </a:lnTo>
                  <a:lnTo>
                    <a:pt x="1465" y="314"/>
                  </a:lnTo>
                  <a:lnTo>
                    <a:pt x="1319" y="272"/>
                  </a:lnTo>
                  <a:lnTo>
                    <a:pt x="1214" y="147"/>
                  </a:lnTo>
                  <a:lnTo>
                    <a:pt x="10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60"/>
            <p:cNvSpPr/>
            <p:nvPr/>
          </p:nvSpPr>
          <p:spPr>
            <a:xfrm>
              <a:off x="3838283" y="2987337"/>
              <a:ext cx="71755" cy="108994"/>
            </a:xfrm>
            <a:custGeom>
              <a:rect b="b" l="l" r="r" t="t"/>
              <a:pathLst>
                <a:path extrusionOk="0" h="9584" w="6026">
                  <a:moveTo>
                    <a:pt x="1318" y="1"/>
                  </a:moveTo>
                  <a:lnTo>
                    <a:pt x="690" y="252"/>
                  </a:lnTo>
                  <a:lnTo>
                    <a:pt x="732" y="336"/>
                  </a:lnTo>
                  <a:lnTo>
                    <a:pt x="1025" y="1110"/>
                  </a:lnTo>
                  <a:lnTo>
                    <a:pt x="1004" y="1277"/>
                  </a:lnTo>
                  <a:lnTo>
                    <a:pt x="962" y="1361"/>
                  </a:lnTo>
                  <a:lnTo>
                    <a:pt x="1360" y="1821"/>
                  </a:lnTo>
                  <a:lnTo>
                    <a:pt x="1339" y="2030"/>
                  </a:lnTo>
                  <a:lnTo>
                    <a:pt x="1255" y="2114"/>
                  </a:lnTo>
                  <a:lnTo>
                    <a:pt x="1109" y="3202"/>
                  </a:lnTo>
                  <a:lnTo>
                    <a:pt x="1130" y="4039"/>
                  </a:lnTo>
                  <a:lnTo>
                    <a:pt x="167" y="5022"/>
                  </a:lnTo>
                  <a:lnTo>
                    <a:pt x="126" y="5085"/>
                  </a:lnTo>
                  <a:lnTo>
                    <a:pt x="0" y="5085"/>
                  </a:lnTo>
                  <a:lnTo>
                    <a:pt x="0" y="5169"/>
                  </a:lnTo>
                  <a:lnTo>
                    <a:pt x="21" y="5901"/>
                  </a:lnTo>
                  <a:lnTo>
                    <a:pt x="105" y="5922"/>
                  </a:lnTo>
                  <a:lnTo>
                    <a:pt x="272" y="6131"/>
                  </a:lnTo>
                  <a:lnTo>
                    <a:pt x="335" y="6278"/>
                  </a:lnTo>
                  <a:lnTo>
                    <a:pt x="628" y="6424"/>
                  </a:lnTo>
                  <a:lnTo>
                    <a:pt x="753" y="6529"/>
                  </a:lnTo>
                  <a:lnTo>
                    <a:pt x="795" y="6717"/>
                  </a:lnTo>
                  <a:lnTo>
                    <a:pt x="837" y="6759"/>
                  </a:lnTo>
                  <a:lnTo>
                    <a:pt x="858" y="6864"/>
                  </a:lnTo>
                  <a:lnTo>
                    <a:pt x="942" y="7031"/>
                  </a:lnTo>
                  <a:lnTo>
                    <a:pt x="942" y="7115"/>
                  </a:lnTo>
                  <a:lnTo>
                    <a:pt x="921" y="7157"/>
                  </a:lnTo>
                  <a:lnTo>
                    <a:pt x="900" y="7219"/>
                  </a:lnTo>
                  <a:lnTo>
                    <a:pt x="962" y="7282"/>
                  </a:lnTo>
                  <a:lnTo>
                    <a:pt x="921" y="7429"/>
                  </a:lnTo>
                  <a:lnTo>
                    <a:pt x="837" y="7491"/>
                  </a:lnTo>
                  <a:lnTo>
                    <a:pt x="858" y="7596"/>
                  </a:lnTo>
                  <a:lnTo>
                    <a:pt x="962" y="7763"/>
                  </a:lnTo>
                  <a:lnTo>
                    <a:pt x="1046" y="7805"/>
                  </a:lnTo>
                  <a:lnTo>
                    <a:pt x="1067" y="7910"/>
                  </a:lnTo>
                  <a:lnTo>
                    <a:pt x="1234" y="8056"/>
                  </a:lnTo>
                  <a:lnTo>
                    <a:pt x="1276" y="8077"/>
                  </a:lnTo>
                  <a:lnTo>
                    <a:pt x="1234" y="8119"/>
                  </a:lnTo>
                  <a:lnTo>
                    <a:pt x="1151" y="8098"/>
                  </a:lnTo>
                  <a:lnTo>
                    <a:pt x="1067" y="8077"/>
                  </a:lnTo>
                  <a:lnTo>
                    <a:pt x="942" y="8056"/>
                  </a:lnTo>
                  <a:lnTo>
                    <a:pt x="900" y="8077"/>
                  </a:lnTo>
                  <a:lnTo>
                    <a:pt x="795" y="8056"/>
                  </a:lnTo>
                  <a:lnTo>
                    <a:pt x="690" y="8077"/>
                  </a:lnTo>
                  <a:lnTo>
                    <a:pt x="628" y="8056"/>
                  </a:lnTo>
                  <a:lnTo>
                    <a:pt x="439" y="8056"/>
                  </a:lnTo>
                  <a:lnTo>
                    <a:pt x="439" y="8161"/>
                  </a:lnTo>
                  <a:lnTo>
                    <a:pt x="418" y="8203"/>
                  </a:lnTo>
                  <a:lnTo>
                    <a:pt x="418" y="8307"/>
                  </a:lnTo>
                  <a:lnTo>
                    <a:pt x="418" y="8370"/>
                  </a:lnTo>
                  <a:lnTo>
                    <a:pt x="502" y="8412"/>
                  </a:lnTo>
                  <a:lnTo>
                    <a:pt x="502" y="8496"/>
                  </a:lnTo>
                  <a:lnTo>
                    <a:pt x="607" y="8517"/>
                  </a:lnTo>
                  <a:lnTo>
                    <a:pt x="816" y="8705"/>
                  </a:lnTo>
                  <a:lnTo>
                    <a:pt x="1025" y="8914"/>
                  </a:lnTo>
                  <a:lnTo>
                    <a:pt x="1109" y="8998"/>
                  </a:lnTo>
                  <a:lnTo>
                    <a:pt x="1214" y="9144"/>
                  </a:lnTo>
                  <a:lnTo>
                    <a:pt x="1276" y="9312"/>
                  </a:lnTo>
                  <a:lnTo>
                    <a:pt x="1318" y="9416"/>
                  </a:lnTo>
                  <a:lnTo>
                    <a:pt x="1360" y="9458"/>
                  </a:lnTo>
                  <a:lnTo>
                    <a:pt x="1381" y="9584"/>
                  </a:lnTo>
                  <a:lnTo>
                    <a:pt x="1486" y="9584"/>
                  </a:lnTo>
                  <a:lnTo>
                    <a:pt x="1590" y="9563"/>
                  </a:lnTo>
                  <a:lnTo>
                    <a:pt x="1758" y="9563"/>
                  </a:lnTo>
                  <a:lnTo>
                    <a:pt x="1799" y="9437"/>
                  </a:lnTo>
                  <a:lnTo>
                    <a:pt x="1799" y="9312"/>
                  </a:lnTo>
                  <a:lnTo>
                    <a:pt x="1883" y="9249"/>
                  </a:lnTo>
                  <a:lnTo>
                    <a:pt x="1946" y="9312"/>
                  </a:lnTo>
                  <a:lnTo>
                    <a:pt x="1988" y="9437"/>
                  </a:lnTo>
                  <a:lnTo>
                    <a:pt x="2051" y="9479"/>
                  </a:lnTo>
                  <a:lnTo>
                    <a:pt x="2155" y="9458"/>
                  </a:lnTo>
                  <a:lnTo>
                    <a:pt x="2281" y="9354"/>
                  </a:lnTo>
                  <a:lnTo>
                    <a:pt x="2469" y="9312"/>
                  </a:lnTo>
                  <a:lnTo>
                    <a:pt x="2595" y="9207"/>
                  </a:lnTo>
                  <a:lnTo>
                    <a:pt x="2929" y="9123"/>
                  </a:lnTo>
                  <a:lnTo>
                    <a:pt x="3097" y="9123"/>
                  </a:lnTo>
                  <a:lnTo>
                    <a:pt x="3159" y="9019"/>
                  </a:lnTo>
                  <a:lnTo>
                    <a:pt x="3327" y="8914"/>
                  </a:lnTo>
                  <a:lnTo>
                    <a:pt x="3306" y="8831"/>
                  </a:lnTo>
                  <a:lnTo>
                    <a:pt x="3243" y="8831"/>
                  </a:lnTo>
                  <a:lnTo>
                    <a:pt x="3139" y="8726"/>
                  </a:lnTo>
                  <a:lnTo>
                    <a:pt x="3159" y="8621"/>
                  </a:lnTo>
                  <a:lnTo>
                    <a:pt x="3243" y="8579"/>
                  </a:lnTo>
                  <a:lnTo>
                    <a:pt x="3327" y="8600"/>
                  </a:lnTo>
                  <a:lnTo>
                    <a:pt x="3452" y="8579"/>
                  </a:lnTo>
                  <a:lnTo>
                    <a:pt x="3557" y="8621"/>
                  </a:lnTo>
                  <a:lnTo>
                    <a:pt x="3683" y="8642"/>
                  </a:lnTo>
                  <a:lnTo>
                    <a:pt x="3850" y="8621"/>
                  </a:lnTo>
                  <a:lnTo>
                    <a:pt x="4080" y="8600"/>
                  </a:lnTo>
                  <a:lnTo>
                    <a:pt x="4185" y="8517"/>
                  </a:lnTo>
                  <a:lnTo>
                    <a:pt x="4289" y="8475"/>
                  </a:lnTo>
                  <a:lnTo>
                    <a:pt x="4310" y="8370"/>
                  </a:lnTo>
                  <a:lnTo>
                    <a:pt x="4289" y="8286"/>
                  </a:lnTo>
                  <a:lnTo>
                    <a:pt x="4310" y="8182"/>
                  </a:lnTo>
                  <a:lnTo>
                    <a:pt x="4394" y="8119"/>
                  </a:lnTo>
                  <a:lnTo>
                    <a:pt x="4394" y="8056"/>
                  </a:lnTo>
                  <a:lnTo>
                    <a:pt x="4478" y="7952"/>
                  </a:lnTo>
                  <a:lnTo>
                    <a:pt x="4520" y="7973"/>
                  </a:lnTo>
                  <a:lnTo>
                    <a:pt x="4582" y="7973"/>
                  </a:lnTo>
                  <a:lnTo>
                    <a:pt x="4687" y="7805"/>
                  </a:lnTo>
                  <a:lnTo>
                    <a:pt x="4771" y="7784"/>
                  </a:lnTo>
                  <a:lnTo>
                    <a:pt x="4729" y="7701"/>
                  </a:lnTo>
                  <a:lnTo>
                    <a:pt x="4771" y="7638"/>
                  </a:lnTo>
                  <a:lnTo>
                    <a:pt x="4917" y="7554"/>
                  </a:lnTo>
                  <a:lnTo>
                    <a:pt x="5022" y="7470"/>
                  </a:lnTo>
                  <a:lnTo>
                    <a:pt x="5147" y="7470"/>
                  </a:lnTo>
                  <a:lnTo>
                    <a:pt x="5231" y="7533"/>
                  </a:lnTo>
                  <a:lnTo>
                    <a:pt x="5356" y="7450"/>
                  </a:lnTo>
                  <a:lnTo>
                    <a:pt x="5398" y="7387"/>
                  </a:lnTo>
                  <a:lnTo>
                    <a:pt x="5419" y="7366"/>
                  </a:lnTo>
                  <a:lnTo>
                    <a:pt x="5419" y="7282"/>
                  </a:lnTo>
                  <a:lnTo>
                    <a:pt x="5461" y="7219"/>
                  </a:lnTo>
                  <a:lnTo>
                    <a:pt x="5419" y="7136"/>
                  </a:lnTo>
                  <a:lnTo>
                    <a:pt x="5189" y="7052"/>
                  </a:lnTo>
                  <a:lnTo>
                    <a:pt x="5147" y="6947"/>
                  </a:lnTo>
                  <a:lnTo>
                    <a:pt x="5147" y="6822"/>
                  </a:lnTo>
                  <a:lnTo>
                    <a:pt x="5105" y="6717"/>
                  </a:lnTo>
                  <a:lnTo>
                    <a:pt x="5147" y="6634"/>
                  </a:lnTo>
                  <a:lnTo>
                    <a:pt x="5084" y="6592"/>
                  </a:lnTo>
                  <a:lnTo>
                    <a:pt x="5126" y="6529"/>
                  </a:lnTo>
                  <a:lnTo>
                    <a:pt x="5126" y="6445"/>
                  </a:lnTo>
                  <a:lnTo>
                    <a:pt x="5084" y="6424"/>
                  </a:lnTo>
                  <a:lnTo>
                    <a:pt x="4938" y="6529"/>
                  </a:lnTo>
                  <a:lnTo>
                    <a:pt x="4875" y="6445"/>
                  </a:lnTo>
                  <a:lnTo>
                    <a:pt x="4875" y="6320"/>
                  </a:lnTo>
                  <a:lnTo>
                    <a:pt x="5043" y="6131"/>
                  </a:lnTo>
                  <a:lnTo>
                    <a:pt x="5105" y="6027"/>
                  </a:lnTo>
                  <a:lnTo>
                    <a:pt x="5084" y="5922"/>
                  </a:lnTo>
                  <a:lnTo>
                    <a:pt x="4980" y="5880"/>
                  </a:lnTo>
                  <a:lnTo>
                    <a:pt x="5001" y="5797"/>
                  </a:lnTo>
                  <a:lnTo>
                    <a:pt x="5126" y="5713"/>
                  </a:lnTo>
                  <a:lnTo>
                    <a:pt x="5189" y="5587"/>
                  </a:lnTo>
                  <a:lnTo>
                    <a:pt x="5126" y="5545"/>
                  </a:lnTo>
                  <a:lnTo>
                    <a:pt x="5105" y="5441"/>
                  </a:lnTo>
                  <a:lnTo>
                    <a:pt x="5210" y="5357"/>
                  </a:lnTo>
                  <a:lnTo>
                    <a:pt x="5252" y="5357"/>
                  </a:lnTo>
                  <a:lnTo>
                    <a:pt x="5461" y="5085"/>
                  </a:lnTo>
                  <a:lnTo>
                    <a:pt x="5524" y="4960"/>
                  </a:lnTo>
                  <a:lnTo>
                    <a:pt x="5461" y="4876"/>
                  </a:lnTo>
                  <a:lnTo>
                    <a:pt x="5461" y="4750"/>
                  </a:lnTo>
                  <a:lnTo>
                    <a:pt x="5566" y="4667"/>
                  </a:lnTo>
                  <a:lnTo>
                    <a:pt x="5712" y="4667"/>
                  </a:lnTo>
                  <a:lnTo>
                    <a:pt x="5817" y="4729"/>
                  </a:lnTo>
                  <a:lnTo>
                    <a:pt x="5921" y="4646"/>
                  </a:lnTo>
                  <a:lnTo>
                    <a:pt x="6026" y="4625"/>
                  </a:lnTo>
                  <a:lnTo>
                    <a:pt x="5963" y="2344"/>
                  </a:lnTo>
                  <a:lnTo>
                    <a:pt x="131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60"/>
            <p:cNvSpPr/>
            <p:nvPr/>
          </p:nvSpPr>
          <p:spPr>
            <a:xfrm>
              <a:off x="3829555" y="3057778"/>
              <a:ext cx="2251" cy="1194"/>
            </a:xfrm>
            <a:custGeom>
              <a:rect b="b" l="l" r="r" t="t"/>
              <a:pathLst>
                <a:path extrusionOk="0" h="105" w="189">
                  <a:moveTo>
                    <a:pt x="189" y="0"/>
                  </a:moveTo>
                  <a:lnTo>
                    <a:pt x="1" y="42"/>
                  </a:lnTo>
                  <a:lnTo>
                    <a:pt x="63" y="105"/>
                  </a:lnTo>
                  <a:lnTo>
                    <a:pt x="168" y="84"/>
                  </a:lnTo>
                  <a:lnTo>
                    <a:pt x="1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60"/>
            <p:cNvSpPr/>
            <p:nvPr/>
          </p:nvSpPr>
          <p:spPr>
            <a:xfrm>
              <a:off x="3749584" y="2988770"/>
              <a:ext cx="104905" cy="77822"/>
            </a:xfrm>
            <a:custGeom>
              <a:rect b="b" l="l" r="r" t="t"/>
              <a:pathLst>
                <a:path extrusionOk="0" h="6843" w="8810">
                  <a:moveTo>
                    <a:pt x="6507" y="0"/>
                  </a:moveTo>
                  <a:lnTo>
                    <a:pt x="3913" y="1590"/>
                  </a:lnTo>
                  <a:lnTo>
                    <a:pt x="3181" y="2239"/>
                  </a:lnTo>
                  <a:lnTo>
                    <a:pt x="2323" y="2448"/>
                  </a:lnTo>
                  <a:lnTo>
                    <a:pt x="2302" y="3578"/>
                  </a:lnTo>
                  <a:lnTo>
                    <a:pt x="2239" y="4080"/>
                  </a:lnTo>
                  <a:lnTo>
                    <a:pt x="2176" y="4164"/>
                  </a:lnTo>
                  <a:lnTo>
                    <a:pt x="2134" y="4331"/>
                  </a:lnTo>
                  <a:lnTo>
                    <a:pt x="2093" y="4478"/>
                  </a:lnTo>
                  <a:lnTo>
                    <a:pt x="1800" y="4624"/>
                  </a:lnTo>
                  <a:lnTo>
                    <a:pt x="1653" y="4729"/>
                  </a:lnTo>
                  <a:lnTo>
                    <a:pt x="1465" y="4729"/>
                  </a:lnTo>
                  <a:lnTo>
                    <a:pt x="1297" y="4834"/>
                  </a:lnTo>
                  <a:lnTo>
                    <a:pt x="942" y="4834"/>
                  </a:lnTo>
                  <a:lnTo>
                    <a:pt x="774" y="4917"/>
                  </a:lnTo>
                  <a:lnTo>
                    <a:pt x="649" y="4917"/>
                  </a:lnTo>
                  <a:lnTo>
                    <a:pt x="251" y="4938"/>
                  </a:lnTo>
                  <a:lnTo>
                    <a:pt x="126" y="4917"/>
                  </a:lnTo>
                  <a:lnTo>
                    <a:pt x="84" y="5001"/>
                  </a:lnTo>
                  <a:lnTo>
                    <a:pt x="84" y="5147"/>
                  </a:lnTo>
                  <a:lnTo>
                    <a:pt x="0" y="5252"/>
                  </a:lnTo>
                  <a:lnTo>
                    <a:pt x="0" y="5440"/>
                  </a:lnTo>
                  <a:lnTo>
                    <a:pt x="544" y="5796"/>
                  </a:lnTo>
                  <a:lnTo>
                    <a:pt x="544" y="6047"/>
                  </a:lnTo>
                  <a:lnTo>
                    <a:pt x="753" y="6173"/>
                  </a:lnTo>
                  <a:lnTo>
                    <a:pt x="984" y="6047"/>
                  </a:lnTo>
                  <a:lnTo>
                    <a:pt x="1067" y="6089"/>
                  </a:lnTo>
                  <a:lnTo>
                    <a:pt x="1067" y="6152"/>
                  </a:lnTo>
                  <a:lnTo>
                    <a:pt x="1130" y="6194"/>
                  </a:lnTo>
                  <a:lnTo>
                    <a:pt x="1130" y="6298"/>
                  </a:lnTo>
                  <a:lnTo>
                    <a:pt x="1067" y="6403"/>
                  </a:lnTo>
                  <a:lnTo>
                    <a:pt x="1193" y="6570"/>
                  </a:lnTo>
                  <a:lnTo>
                    <a:pt x="1297" y="6570"/>
                  </a:lnTo>
                  <a:lnTo>
                    <a:pt x="1402" y="6508"/>
                  </a:lnTo>
                  <a:lnTo>
                    <a:pt x="1381" y="6466"/>
                  </a:lnTo>
                  <a:lnTo>
                    <a:pt x="1444" y="6361"/>
                  </a:lnTo>
                  <a:lnTo>
                    <a:pt x="1611" y="6508"/>
                  </a:lnTo>
                  <a:lnTo>
                    <a:pt x="1716" y="6633"/>
                  </a:lnTo>
                  <a:lnTo>
                    <a:pt x="1862" y="6675"/>
                  </a:lnTo>
                  <a:lnTo>
                    <a:pt x="1988" y="6842"/>
                  </a:lnTo>
                  <a:lnTo>
                    <a:pt x="2072" y="6780"/>
                  </a:lnTo>
                  <a:lnTo>
                    <a:pt x="2072" y="6717"/>
                  </a:lnTo>
                  <a:lnTo>
                    <a:pt x="2009" y="6696"/>
                  </a:lnTo>
                  <a:lnTo>
                    <a:pt x="1925" y="6528"/>
                  </a:lnTo>
                  <a:lnTo>
                    <a:pt x="1967" y="6487"/>
                  </a:lnTo>
                  <a:lnTo>
                    <a:pt x="1967" y="6403"/>
                  </a:lnTo>
                  <a:lnTo>
                    <a:pt x="2072" y="6298"/>
                  </a:lnTo>
                  <a:lnTo>
                    <a:pt x="2176" y="6298"/>
                  </a:lnTo>
                  <a:lnTo>
                    <a:pt x="2176" y="6215"/>
                  </a:lnTo>
                  <a:lnTo>
                    <a:pt x="2113" y="6173"/>
                  </a:lnTo>
                  <a:lnTo>
                    <a:pt x="2093" y="6068"/>
                  </a:lnTo>
                  <a:lnTo>
                    <a:pt x="2113" y="6005"/>
                  </a:lnTo>
                  <a:lnTo>
                    <a:pt x="2134" y="5984"/>
                  </a:lnTo>
                  <a:lnTo>
                    <a:pt x="2113" y="5943"/>
                  </a:lnTo>
                  <a:lnTo>
                    <a:pt x="2113" y="5880"/>
                  </a:lnTo>
                  <a:lnTo>
                    <a:pt x="2239" y="5775"/>
                  </a:lnTo>
                  <a:lnTo>
                    <a:pt x="2323" y="5754"/>
                  </a:lnTo>
                  <a:lnTo>
                    <a:pt x="2385" y="5733"/>
                  </a:lnTo>
                  <a:lnTo>
                    <a:pt x="2490" y="5692"/>
                  </a:lnTo>
                  <a:lnTo>
                    <a:pt x="2804" y="5692"/>
                  </a:lnTo>
                  <a:lnTo>
                    <a:pt x="2846" y="5650"/>
                  </a:lnTo>
                  <a:lnTo>
                    <a:pt x="2930" y="5650"/>
                  </a:lnTo>
                  <a:lnTo>
                    <a:pt x="3013" y="5671"/>
                  </a:lnTo>
                  <a:lnTo>
                    <a:pt x="3160" y="5692"/>
                  </a:lnTo>
                  <a:lnTo>
                    <a:pt x="3243" y="5733"/>
                  </a:lnTo>
                  <a:lnTo>
                    <a:pt x="3327" y="5754"/>
                  </a:lnTo>
                  <a:lnTo>
                    <a:pt x="3494" y="5796"/>
                  </a:lnTo>
                  <a:lnTo>
                    <a:pt x="3557" y="5880"/>
                  </a:lnTo>
                  <a:lnTo>
                    <a:pt x="3683" y="6068"/>
                  </a:lnTo>
                  <a:lnTo>
                    <a:pt x="3787" y="6152"/>
                  </a:lnTo>
                  <a:lnTo>
                    <a:pt x="3850" y="6110"/>
                  </a:lnTo>
                  <a:lnTo>
                    <a:pt x="3913" y="6047"/>
                  </a:lnTo>
                  <a:lnTo>
                    <a:pt x="3997" y="6005"/>
                  </a:lnTo>
                  <a:lnTo>
                    <a:pt x="4080" y="5984"/>
                  </a:lnTo>
                  <a:lnTo>
                    <a:pt x="4227" y="5964"/>
                  </a:lnTo>
                  <a:lnTo>
                    <a:pt x="4269" y="5943"/>
                  </a:lnTo>
                  <a:lnTo>
                    <a:pt x="4373" y="5943"/>
                  </a:lnTo>
                  <a:lnTo>
                    <a:pt x="4478" y="6005"/>
                  </a:lnTo>
                  <a:lnTo>
                    <a:pt x="4478" y="6068"/>
                  </a:lnTo>
                  <a:lnTo>
                    <a:pt x="4582" y="6089"/>
                  </a:lnTo>
                  <a:lnTo>
                    <a:pt x="4750" y="6194"/>
                  </a:lnTo>
                  <a:lnTo>
                    <a:pt x="4896" y="6215"/>
                  </a:lnTo>
                  <a:lnTo>
                    <a:pt x="5126" y="6298"/>
                  </a:lnTo>
                  <a:lnTo>
                    <a:pt x="5231" y="6319"/>
                  </a:lnTo>
                  <a:lnTo>
                    <a:pt x="5357" y="6256"/>
                  </a:lnTo>
                  <a:lnTo>
                    <a:pt x="5524" y="6047"/>
                  </a:lnTo>
                  <a:lnTo>
                    <a:pt x="5629" y="5984"/>
                  </a:lnTo>
                  <a:lnTo>
                    <a:pt x="5943" y="6005"/>
                  </a:lnTo>
                  <a:lnTo>
                    <a:pt x="6068" y="5964"/>
                  </a:lnTo>
                  <a:lnTo>
                    <a:pt x="6319" y="5984"/>
                  </a:lnTo>
                  <a:lnTo>
                    <a:pt x="6507" y="6068"/>
                  </a:lnTo>
                  <a:lnTo>
                    <a:pt x="6675" y="6089"/>
                  </a:lnTo>
                  <a:lnTo>
                    <a:pt x="6717" y="6110"/>
                  </a:lnTo>
                  <a:lnTo>
                    <a:pt x="6905" y="6068"/>
                  </a:lnTo>
                  <a:lnTo>
                    <a:pt x="6926" y="6047"/>
                  </a:lnTo>
                  <a:lnTo>
                    <a:pt x="7031" y="5984"/>
                  </a:lnTo>
                  <a:lnTo>
                    <a:pt x="7093" y="5943"/>
                  </a:lnTo>
                  <a:lnTo>
                    <a:pt x="7156" y="5901"/>
                  </a:lnTo>
                  <a:lnTo>
                    <a:pt x="7240" y="5943"/>
                  </a:lnTo>
                  <a:lnTo>
                    <a:pt x="7303" y="5901"/>
                  </a:lnTo>
                  <a:lnTo>
                    <a:pt x="7323" y="5838"/>
                  </a:lnTo>
                  <a:lnTo>
                    <a:pt x="7365" y="5733"/>
                  </a:lnTo>
                  <a:lnTo>
                    <a:pt x="7470" y="5775"/>
                  </a:lnTo>
                  <a:lnTo>
                    <a:pt x="7470" y="5775"/>
                  </a:lnTo>
                  <a:lnTo>
                    <a:pt x="7449" y="5043"/>
                  </a:lnTo>
                  <a:lnTo>
                    <a:pt x="7449" y="4959"/>
                  </a:lnTo>
                  <a:lnTo>
                    <a:pt x="7575" y="4959"/>
                  </a:lnTo>
                  <a:lnTo>
                    <a:pt x="7616" y="4896"/>
                  </a:lnTo>
                  <a:lnTo>
                    <a:pt x="8579" y="3913"/>
                  </a:lnTo>
                  <a:lnTo>
                    <a:pt x="8558" y="3076"/>
                  </a:lnTo>
                  <a:lnTo>
                    <a:pt x="8704" y="1988"/>
                  </a:lnTo>
                  <a:lnTo>
                    <a:pt x="8788" y="1904"/>
                  </a:lnTo>
                  <a:lnTo>
                    <a:pt x="8809" y="1695"/>
                  </a:lnTo>
                  <a:lnTo>
                    <a:pt x="8411" y="1235"/>
                  </a:lnTo>
                  <a:lnTo>
                    <a:pt x="8453" y="1151"/>
                  </a:lnTo>
                  <a:lnTo>
                    <a:pt x="8474" y="984"/>
                  </a:lnTo>
                  <a:lnTo>
                    <a:pt x="8181" y="210"/>
                  </a:lnTo>
                  <a:lnTo>
                    <a:pt x="8139" y="126"/>
                  </a:lnTo>
                  <a:lnTo>
                    <a:pt x="7616" y="335"/>
                  </a:lnTo>
                  <a:lnTo>
                    <a:pt x="7512" y="230"/>
                  </a:lnTo>
                  <a:lnTo>
                    <a:pt x="65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1949" name="Google Shape;1949;p60"/>
            <p:cNvSpPr/>
            <p:nvPr/>
          </p:nvSpPr>
          <p:spPr>
            <a:xfrm>
              <a:off x="3767267" y="3053013"/>
              <a:ext cx="78744" cy="64493"/>
            </a:xfrm>
            <a:custGeom>
              <a:rect b="b" l="l" r="r" t="t"/>
              <a:pathLst>
                <a:path extrusionOk="0" h="5671" w="6613">
                  <a:moveTo>
                    <a:pt x="1361" y="1"/>
                  </a:moveTo>
                  <a:lnTo>
                    <a:pt x="1319" y="43"/>
                  </a:lnTo>
                  <a:lnTo>
                    <a:pt x="1005" y="43"/>
                  </a:lnTo>
                  <a:lnTo>
                    <a:pt x="900" y="84"/>
                  </a:lnTo>
                  <a:lnTo>
                    <a:pt x="838" y="105"/>
                  </a:lnTo>
                  <a:lnTo>
                    <a:pt x="754" y="126"/>
                  </a:lnTo>
                  <a:lnTo>
                    <a:pt x="628" y="231"/>
                  </a:lnTo>
                  <a:lnTo>
                    <a:pt x="628" y="294"/>
                  </a:lnTo>
                  <a:lnTo>
                    <a:pt x="649" y="335"/>
                  </a:lnTo>
                  <a:lnTo>
                    <a:pt x="628" y="356"/>
                  </a:lnTo>
                  <a:lnTo>
                    <a:pt x="608" y="419"/>
                  </a:lnTo>
                  <a:lnTo>
                    <a:pt x="628" y="524"/>
                  </a:lnTo>
                  <a:lnTo>
                    <a:pt x="691" y="566"/>
                  </a:lnTo>
                  <a:lnTo>
                    <a:pt x="691" y="649"/>
                  </a:lnTo>
                  <a:lnTo>
                    <a:pt x="587" y="649"/>
                  </a:lnTo>
                  <a:lnTo>
                    <a:pt x="482" y="754"/>
                  </a:lnTo>
                  <a:lnTo>
                    <a:pt x="482" y="838"/>
                  </a:lnTo>
                  <a:lnTo>
                    <a:pt x="440" y="879"/>
                  </a:lnTo>
                  <a:lnTo>
                    <a:pt x="524" y="1047"/>
                  </a:lnTo>
                  <a:lnTo>
                    <a:pt x="587" y="1068"/>
                  </a:lnTo>
                  <a:lnTo>
                    <a:pt x="587" y="1131"/>
                  </a:lnTo>
                  <a:lnTo>
                    <a:pt x="503" y="1193"/>
                  </a:lnTo>
                  <a:lnTo>
                    <a:pt x="482" y="1193"/>
                  </a:lnTo>
                  <a:lnTo>
                    <a:pt x="440" y="1340"/>
                  </a:lnTo>
                  <a:lnTo>
                    <a:pt x="482" y="1403"/>
                  </a:lnTo>
                  <a:lnTo>
                    <a:pt x="628" y="1549"/>
                  </a:lnTo>
                  <a:lnTo>
                    <a:pt x="649" y="1675"/>
                  </a:lnTo>
                  <a:lnTo>
                    <a:pt x="712" y="1884"/>
                  </a:lnTo>
                  <a:lnTo>
                    <a:pt x="691" y="1967"/>
                  </a:lnTo>
                  <a:lnTo>
                    <a:pt x="545" y="1967"/>
                  </a:lnTo>
                  <a:lnTo>
                    <a:pt x="503" y="2030"/>
                  </a:lnTo>
                  <a:lnTo>
                    <a:pt x="503" y="2093"/>
                  </a:lnTo>
                  <a:lnTo>
                    <a:pt x="628" y="2219"/>
                  </a:lnTo>
                  <a:lnTo>
                    <a:pt x="608" y="2281"/>
                  </a:lnTo>
                  <a:lnTo>
                    <a:pt x="524" y="2281"/>
                  </a:lnTo>
                  <a:lnTo>
                    <a:pt x="440" y="2323"/>
                  </a:lnTo>
                  <a:lnTo>
                    <a:pt x="398" y="2428"/>
                  </a:lnTo>
                  <a:lnTo>
                    <a:pt x="315" y="2553"/>
                  </a:lnTo>
                  <a:lnTo>
                    <a:pt x="273" y="2658"/>
                  </a:lnTo>
                  <a:lnTo>
                    <a:pt x="210" y="2721"/>
                  </a:lnTo>
                  <a:lnTo>
                    <a:pt x="168" y="2721"/>
                  </a:lnTo>
                  <a:lnTo>
                    <a:pt x="64" y="2763"/>
                  </a:lnTo>
                  <a:lnTo>
                    <a:pt x="22" y="2825"/>
                  </a:lnTo>
                  <a:lnTo>
                    <a:pt x="22" y="2930"/>
                  </a:lnTo>
                  <a:lnTo>
                    <a:pt x="1" y="3014"/>
                  </a:lnTo>
                  <a:lnTo>
                    <a:pt x="1" y="3139"/>
                  </a:lnTo>
                  <a:lnTo>
                    <a:pt x="1" y="3181"/>
                  </a:lnTo>
                  <a:lnTo>
                    <a:pt x="22" y="3265"/>
                  </a:lnTo>
                  <a:lnTo>
                    <a:pt x="1" y="3328"/>
                  </a:lnTo>
                  <a:lnTo>
                    <a:pt x="22" y="3369"/>
                  </a:lnTo>
                  <a:lnTo>
                    <a:pt x="22" y="3432"/>
                  </a:lnTo>
                  <a:lnTo>
                    <a:pt x="22" y="3537"/>
                  </a:lnTo>
                  <a:lnTo>
                    <a:pt x="64" y="3767"/>
                  </a:lnTo>
                  <a:lnTo>
                    <a:pt x="22" y="3851"/>
                  </a:lnTo>
                  <a:lnTo>
                    <a:pt x="64" y="3955"/>
                  </a:lnTo>
                  <a:lnTo>
                    <a:pt x="22" y="4227"/>
                  </a:lnTo>
                  <a:lnTo>
                    <a:pt x="64" y="4332"/>
                  </a:lnTo>
                  <a:lnTo>
                    <a:pt x="294" y="4395"/>
                  </a:lnTo>
                  <a:lnTo>
                    <a:pt x="482" y="4311"/>
                  </a:lnTo>
                  <a:lnTo>
                    <a:pt x="900" y="4541"/>
                  </a:lnTo>
                  <a:lnTo>
                    <a:pt x="1131" y="4750"/>
                  </a:lnTo>
                  <a:lnTo>
                    <a:pt x="1256" y="5043"/>
                  </a:lnTo>
                  <a:lnTo>
                    <a:pt x="1256" y="5232"/>
                  </a:lnTo>
                  <a:lnTo>
                    <a:pt x="1340" y="5273"/>
                  </a:lnTo>
                  <a:lnTo>
                    <a:pt x="1424" y="5462"/>
                  </a:lnTo>
                  <a:lnTo>
                    <a:pt x="1549" y="5587"/>
                  </a:lnTo>
                  <a:lnTo>
                    <a:pt x="1758" y="5671"/>
                  </a:lnTo>
                  <a:lnTo>
                    <a:pt x="2323" y="5629"/>
                  </a:lnTo>
                  <a:lnTo>
                    <a:pt x="2428" y="5566"/>
                  </a:lnTo>
                  <a:lnTo>
                    <a:pt x="2512" y="5587"/>
                  </a:lnTo>
                  <a:lnTo>
                    <a:pt x="2784" y="5483"/>
                  </a:lnTo>
                  <a:lnTo>
                    <a:pt x="2888" y="5545"/>
                  </a:lnTo>
                  <a:lnTo>
                    <a:pt x="3014" y="5524"/>
                  </a:lnTo>
                  <a:lnTo>
                    <a:pt x="3056" y="5357"/>
                  </a:lnTo>
                  <a:lnTo>
                    <a:pt x="3160" y="5462"/>
                  </a:lnTo>
                  <a:lnTo>
                    <a:pt x="3223" y="5441"/>
                  </a:lnTo>
                  <a:lnTo>
                    <a:pt x="3223" y="5357"/>
                  </a:lnTo>
                  <a:lnTo>
                    <a:pt x="3369" y="5211"/>
                  </a:lnTo>
                  <a:lnTo>
                    <a:pt x="3432" y="5043"/>
                  </a:lnTo>
                  <a:lnTo>
                    <a:pt x="3432" y="4918"/>
                  </a:lnTo>
                  <a:lnTo>
                    <a:pt x="3411" y="4792"/>
                  </a:lnTo>
                  <a:lnTo>
                    <a:pt x="3474" y="4729"/>
                  </a:lnTo>
                  <a:lnTo>
                    <a:pt x="3474" y="4646"/>
                  </a:lnTo>
                  <a:lnTo>
                    <a:pt x="3558" y="4583"/>
                  </a:lnTo>
                  <a:lnTo>
                    <a:pt x="3662" y="4499"/>
                  </a:lnTo>
                  <a:lnTo>
                    <a:pt x="3725" y="4436"/>
                  </a:lnTo>
                  <a:lnTo>
                    <a:pt x="3893" y="4311"/>
                  </a:lnTo>
                  <a:lnTo>
                    <a:pt x="3872" y="4206"/>
                  </a:lnTo>
                  <a:lnTo>
                    <a:pt x="3893" y="4123"/>
                  </a:lnTo>
                  <a:lnTo>
                    <a:pt x="4039" y="4123"/>
                  </a:lnTo>
                  <a:lnTo>
                    <a:pt x="4081" y="4060"/>
                  </a:lnTo>
                  <a:lnTo>
                    <a:pt x="4102" y="4081"/>
                  </a:lnTo>
                  <a:lnTo>
                    <a:pt x="4269" y="4123"/>
                  </a:lnTo>
                  <a:lnTo>
                    <a:pt x="4353" y="4123"/>
                  </a:lnTo>
                  <a:lnTo>
                    <a:pt x="4458" y="4185"/>
                  </a:lnTo>
                  <a:lnTo>
                    <a:pt x="4499" y="4311"/>
                  </a:lnTo>
                  <a:lnTo>
                    <a:pt x="4604" y="4374"/>
                  </a:lnTo>
                  <a:lnTo>
                    <a:pt x="4688" y="4395"/>
                  </a:lnTo>
                  <a:lnTo>
                    <a:pt x="4792" y="4332"/>
                  </a:lnTo>
                  <a:lnTo>
                    <a:pt x="4876" y="4206"/>
                  </a:lnTo>
                  <a:lnTo>
                    <a:pt x="4876" y="4164"/>
                  </a:lnTo>
                  <a:lnTo>
                    <a:pt x="4918" y="4081"/>
                  </a:lnTo>
                  <a:lnTo>
                    <a:pt x="5002" y="4060"/>
                  </a:lnTo>
                  <a:lnTo>
                    <a:pt x="5085" y="3955"/>
                  </a:lnTo>
                  <a:lnTo>
                    <a:pt x="5085" y="3872"/>
                  </a:lnTo>
                  <a:lnTo>
                    <a:pt x="5106" y="3746"/>
                  </a:lnTo>
                  <a:lnTo>
                    <a:pt x="5294" y="3558"/>
                  </a:lnTo>
                  <a:lnTo>
                    <a:pt x="5315" y="3453"/>
                  </a:lnTo>
                  <a:lnTo>
                    <a:pt x="5294" y="3369"/>
                  </a:lnTo>
                  <a:lnTo>
                    <a:pt x="5336" y="3286"/>
                  </a:lnTo>
                  <a:lnTo>
                    <a:pt x="5504" y="3139"/>
                  </a:lnTo>
                  <a:lnTo>
                    <a:pt x="5608" y="3056"/>
                  </a:lnTo>
                  <a:lnTo>
                    <a:pt x="5629" y="2930"/>
                  </a:lnTo>
                  <a:lnTo>
                    <a:pt x="5650" y="2846"/>
                  </a:lnTo>
                  <a:lnTo>
                    <a:pt x="5629" y="2658"/>
                  </a:lnTo>
                  <a:lnTo>
                    <a:pt x="5734" y="2595"/>
                  </a:lnTo>
                  <a:lnTo>
                    <a:pt x="5880" y="2553"/>
                  </a:lnTo>
                  <a:lnTo>
                    <a:pt x="5964" y="2428"/>
                  </a:lnTo>
                  <a:lnTo>
                    <a:pt x="5985" y="2302"/>
                  </a:lnTo>
                  <a:lnTo>
                    <a:pt x="5985" y="2135"/>
                  </a:lnTo>
                  <a:lnTo>
                    <a:pt x="5985" y="2030"/>
                  </a:lnTo>
                  <a:lnTo>
                    <a:pt x="6048" y="1926"/>
                  </a:lnTo>
                  <a:lnTo>
                    <a:pt x="6152" y="1758"/>
                  </a:lnTo>
                  <a:lnTo>
                    <a:pt x="6194" y="1695"/>
                  </a:lnTo>
                  <a:lnTo>
                    <a:pt x="6236" y="1654"/>
                  </a:lnTo>
                  <a:lnTo>
                    <a:pt x="6341" y="1570"/>
                  </a:lnTo>
                  <a:lnTo>
                    <a:pt x="6382" y="1570"/>
                  </a:lnTo>
                  <a:lnTo>
                    <a:pt x="6466" y="1465"/>
                  </a:lnTo>
                  <a:lnTo>
                    <a:pt x="6592" y="1403"/>
                  </a:lnTo>
                  <a:lnTo>
                    <a:pt x="6613" y="1340"/>
                  </a:lnTo>
                  <a:lnTo>
                    <a:pt x="6571" y="1193"/>
                  </a:lnTo>
                  <a:lnTo>
                    <a:pt x="6571" y="1131"/>
                  </a:lnTo>
                  <a:lnTo>
                    <a:pt x="6550" y="1047"/>
                  </a:lnTo>
                  <a:lnTo>
                    <a:pt x="6445" y="984"/>
                  </a:lnTo>
                  <a:lnTo>
                    <a:pt x="6382" y="921"/>
                  </a:lnTo>
                  <a:lnTo>
                    <a:pt x="6382" y="733"/>
                  </a:lnTo>
                  <a:lnTo>
                    <a:pt x="6362" y="628"/>
                  </a:lnTo>
                  <a:lnTo>
                    <a:pt x="6299" y="503"/>
                  </a:lnTo>
                  <a:lnTo>
                    <a:pt x="6236" y="356"/>
                  </a:lnTo>
                  <a:lnTo>
                    <a:pt x="6069" y="147"/>
                  </a:lnTo>
                  <a:lnTo>
                    <a:pt x="5985" y="126"/>
                  </a:lnTo>
                  <a:lnTo>
                    <a:pt x="5880" y="84"/>
                  </a:lnTo>
                  <a:lnTo>
                    <a:pt x="5838" y="189"/>
                  </a:lnTo>
                  <a:lnTo>
                    <a:pt x="5818" y="252"/>
                  </a:lnTo>
                  <a:lnTo>
                    <a:pt x="5755" y="294"/>
                  </a:lnTo>
                  <a:lnTo>
                    <a:pt x="5671" y="252"/>
                  </a:lnTo>
                  <a:lnTo>
                    <a:pt x="5608" y="294"/>
                  </a:lnTo>
                  <a:lnTo>
                    <a:pt x="5546" y="335"/>
                  </a:lnTo>
                  <a:lnTo>
                    <a:pt x="5441" y="398"/>
                  </a:lnTo>
                  <a:lnTo>
                    <a:pt x="5399" y="503"/>
                  </a:lnTo>
                  <a:lnTo>
                    <a:pt x="5294" y="524"/>
                  </a:lnTo>
                  <a:lnTo>
                    <a:pt x="5232" y="461"/>
                  </a:lnTo>
                  <a:lnTo>
                    <a:pt x="5190" y="440"/>
                  </a:lnTo>
                  <a:lnTo>
                    <a:pt x="5022" y="419"/>
                  </a:lnTo>
                  <a:lnTo>
                    <a:pt x="4834" y="335"/>
                  </a:lnTo>
                  <a:lnTo>
                    <a:pt x="4583" y="315"/>
                  </a:lnTo>
                  <a:lnTo>
                    <a:pt x="4458" y="356"/>
                  </a:lnTo>
                  <a:lnTo>
                    <a:pt x="4144" y="335"/>
                  </a:lnTo>
                  <a:lnTo>
                    <a:pt x="4039" y="398"/>
                  </a:lnTo>
                  <a:lnTo>
                    <a:pt x="3872" y="607"/>
                  </a:lnTo>
                  <a:lnTo>
                    <a:pt x="3746" y="670"/>
                  </a:lnTo>
                  <a:lnTo>
                    <a:pt x="3641" y="649"/>
                  </a:lnTo>
                  <a:lnTo>
                    <a:pt x="3411" y="566"/>
                  </a:lnTo>
                  <a:lnTo>
                    <a:pt x="3265" y="545"/>
                  </a:lnTo>
                  <a:lnTo>
                    <a:pt x="3097" y="440"/>
                  </a:lnTo>
                  <a:lnTo>
                    <a:pt x="2993" y="419"/>
                  </a:lnTo>
                  <a:lnTo>
                    <a:pt x="2993" y="356"/>
                  </a:lnTo>
                  <a:lnTo>
                    <a:pt x="2888" y="294"/>
                  </a:lnTo>
                  <a:lnTo>
                    <a:pt x="2784" y="294"/>
                  </a:lnTo>
                  <a:lnTo>
                    <a:pt x="2742" y="315"/>
                  </a:lnTo>
                  <a:lnTo>
                    <a:pt x="2595" y="335"/>
                  </a:lnTo>
                  <a:lnTo>
                    <a:pt x="2512" y="356"/>
                  </a:lnTo>
                  <a:lnTo>
                    <a:pt x="2428" y="398"/>
                  </a:lnTo>
                  <a:lnTo>
                    <a:pt x="2365" y="461"/>
                  </a:lnTo>
                  <a:lnTo>
                    <a:pt x="2302" y="503"/>
                  </a:lnTo>
                  <a:lnTo>
                    <a:pt x="2198" y="419"/>
                  </a:lnTo>
                  <a:lnTo>
                    <a:pt x="2072" y="231"/>
                  </a:lnTo>
                  <a:lnTo>
                    <a:pt x="2009" y="147"/>
                  </a:lnTo>
                  <a:lnTo>
                    <a:pt x="1842" y="105"/>
                  </a:lnTo>
                  <a:lnTo>
                    <a:pt x="1758" y="84"/>
                  </a:lnTo>
                  <a:lnTo>
                    <a:pt x="1675" y="43"/>
                  </a:lnTo>
                  <a:lnTo>
                    <a:pt x="1528" y="22"/>
                  </a:lnTo>
                  <a:lnTo>
                    <a:pt x="144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60"/>
            <p:cNvSpPr/>
            <p:nvPr/>
          </p:nvSpPr>
          <p:spPr>
            <a:xfrm>
              <a:off x="3805645" y="3058722"/>
              <a:ext cx="52322" cy="74968"/>
            </a:xfrm>
            <a:custGeom>
              <a:rect b="b" l="l" r="r" t="t"/>
              <a:pathLst>
                <a:path extrusionOk="0" h="6592" w="4394">
                  <a:moveTo>
                    <a:pt x="3076" y="1"/>
                  </a:moveTo>
                  <a:lnTo>
                    <a:pt x="3139" y="126"/>
                  </a:lnTo>
                  <a:lnTo>
                    <a:pt x="3159" y="231"/>
                  </a:lnTo>
                  <a:lnTo>
                    <a:pt x="3159" y="419"/>
                  </a:lnTo>
                  <a:lnTo>
                    <a:pt x="3222" y="482"/>
                  </a:lnTo>
                  <a:lnTo>
                    <a:pt x="3327" y="545"/>
                  </a:lnTo>
                  <a:lnTo>
                    <a:pt x="3348" y="629"/>
                  </a:lnTo>
                  <a:lnTo>
                    <a:pt x="3348" y="691"/>
                  </a:lnTo>
                  <a:lnTo>
                    <a:pt x="3390" y="838"/>
                  </a:lnTo>
                  <a:lnTo>
                    <a:pt x="3369" y="901"/>
                  </a:lnTo>
                  <a:lnTo>
                    <a:pt x="3243" y="963"/>
                  </a:lnTo>
                  <a:lnTo>
                    <a:pt x="3159" y="1068"/>
                  </a:lnTo>
                  <a:lnTo>
                    <a:pt x="3118" y="1068"/>
                  </a:lnTo>
                  <a:lnTo>
                    <a:pt x="3013" y="1152"/>
                  </a:lnTo>
                  <a:lnTo>
                    <a:pt x="2971" y="1193"/>
                  </a:lnTo>
                  <a:lnTo>
                    <a:pt x="2929" y="1256"/>
                  </a:lnTo>
                  <a:lnTo>
                    <a:pt x="2825" y="1424"/>
                  </a:lnTo>
                  <a:lnTo>
                    <a:pt x="2762" y="1528"/>
                  </a:lnTo>
                  <a:lnTo>
                    <a:pt x="2762" y="1633"/>
                  </a:lnTo>
                  <a:lnTo>
                    <a:pt x="2762" y="1800"/>
                  </a:lnTo>
                  <a:lnTo>
                    <a:pt x="2741" y="1926"/>
                  </a:lnTo>
                  <a:lnTo>
                    <a:pt x="2657" y="2051"/>
                  </a:lnTo>
                  <a:lnTo>
                    <a:pt x="2511" y="2093"/>
                  </a:lnTo>
                  <a:lnTo>
                    <a:pt x="2406" y="2156"/>
                  </a:lnTo>
                  <a:lnTo>
                    <a:pt x="2427" y="2344"/>
                  </a:lnTo>
                  <a:lnTo>
                    <a:pt x="2406" y="2428"/>
                  </a:lnTo>
                  <a:lnTo>
                    <a:pt x="2385" y="2554"/>
                  </a:lnTo>
                  <a:lnTo>
                    <a:pt x="2281" y="2637"/>
                  </a:lnTo>
                  <a:lnTo>
                    <a:pt x="2113" y="2784"/>
                  </a:lnTo>
                  <a:lnTo>
                    <a:pt x="2071" y="2867"/>
                  </a:lnTo>
                  <a:lnTo>
                    <a:pt x="2092" y="2951"/>
                  </a:lnTo>
                  <a:lnTo>
                    <a:pt x="2071" y="3056"/>
                  </a:lnTo>
                  <a:lnTo>
                    <a:pt x="1883" y="3244"/>
                  </a:lnTo>
                  <a:lnTo>
                    <a:pt x="1862" y="3370"/>
                  </a:lnTo>
                  <a:lnTo>
                    <a:pt x="1862" y="3453"/>
                  </a:lnTo>
                  <a:lnTo>
                    <a:pt x="1779" y="3558"/>
                  </a:lnTo>
                  <a:lnTo>
                    <a:pt x="1695" y="3579"/>
                  </a:lnTo>
                  <a:lnTo>
                    <a:pt x="1653" y="3662"/>
                  </a:lnTo>
                  <a:lnTo>
                    <a:pt x="1653" y="3704"/>
                  </a:lnTo>
                  <a:lnTo>
                    <a:pt x="1569" y="3830"/>
                  </a:lnTo>
                  <a:lnTo>
                    <a:pt x="1465" y="3893"/>
                  </a:lnTo>
                  <a:lnTo>
                    <a:pt x="1381" y="3872"/>
                  </a:lnTo>
                  <a:lnTo>
                    <a:pt x="1276" y="3809"/>
                  </a:lnTo>
                  <a:lnTo>
                    <a:pt x="1235" y="3683"/>
                  </a:lnTo>
                  <a:lnTo>
                    <a:pt x="1130" y="3621"/>
                  </a:lnTo>
                  <a:lnTo>
                    <a:pt x="1046" y="3621"/>
                  </a:lnTo>
                  <a:lnTo>
                    <a:pt x="879" y="3579"/>
                  </a:lnTo>
                  <a:lnTo>
                    <a:pt x="858" y="3558"/>
                  </a:lnTo>
                  <a:lnTo>
                    <a:pt x="816" y="3621"/>
                  </a:lnTo>
                  <a:lnTo>
                    <a:pt x="670" y="3621"/>
                  </a:lnTo>
                  <a:lnTo>
                    <a:pt x="649" y="3704"/>
                  </a:lnTo>
                  <a:lnTo>
                    <a:pt x="670" y="3809"/>
                  </a:lnTo>
                  <a:lnTo>
                    <a:pt x="502" y="3934"/>
                  </a:lnTo>
                  <a:lnTo>
                    <a:pt x="439" y="3997"/>
                  </a:lnTo>
                  <a:lnTo>
                    <a:pt x="335" y="4081"/>
                  </a:lnTo>
                  <a:lnTo>
                    <a:pt x="251" y="4144"/>
                  </a:lnTo>
                  <a:lnTo>
                    <a:pt x="251" y="4227"/>
                  </a:lnTo>
                  <a:lnTo>
                    <a:pt x="188" y="4290"/>
                  </a:lnTo>
                  <a:lnTo>
                    <a:pt x="209" y="4416"/>
                  </a:lnTo>
                  <a:lnTo>
                    <a:pt x="209" y="4541"/>
                  </a:lnTo>
                  <a:lnTo>
                    <a:pt x="146" y="4709"/>
                  </a:lnTo>
                  <a:lnTo>
                    <a:pt x="0" y="4855"/>
                  </a:lnTo>
                  <a:lnTo>
                    <a:pt x="0" y="4939"/>
                  </a:lnTo>
                  <a:lnTo>
                    <a:pt x="84" y="4960"/>
                  </a:lnTo>
                  <a:lnTo>
                    <a:pt x="188" y="4918"/>
                  </a:lnTo>
                  <a:lnTo>
                    <a:pt x="230" y="5274"/>
                  </a:lnTo>
                  <a:lnTo>
                    <a:pt x="335" y="5274"/>
                  </a:lnTo>
                  <a:lnTo>
                    <a:pt x="398" y="5357"/>
                  </a:lnTo>
                  <a:lnTo>
                    <a:pt x="565" y="5274"/>
                  </a:lnTo>
                  <a:lnTo>
                    <a:pt x="649" y="5399"/>
                  </a:lnTo>
                  <a:lnTo>
                    <a:pt x="628" y="5483"/>
                  </a:lnTo>
                  <a:lnTo>
                    <a:pt x="628" y="5650"/>
                  </a:lnTo>
                  <a:lnTo>
                    <a:pt x="732" y="5797"/>
                  </a:lnTo>
                  <a:lnTo>
                    <a:pt x="732" y="6006"/>
                  </a:lnTo>
                  <a:lnTo>
                    <a:pt x="649" y="6215"/>
                  </a:lnTo>
                  <a:lnTo>
                    <a:pt x="753" y="6299"/>
                  </a:lnTo>
                  <a:lnTo>
                    <a:pt x="649" y="6403"/>
                  </a:lnTo>
                  <a:lnTo>
                    <a:pt x="649" y="6403"/>
                  </a:lnTo>
                  <a:lnTo>
                    <a:pt x="732" y="6383"/>
                  </a:lnTo>
                  <a:lnTo>
                    <a:pt x="816" y="6383"/>
                  </a:lnTo>
                  <a:lnTo>
                    <a:pt x="837" y="6403"/>
                  </a:lnTo>
                  <a:lnTo>
                    <a:pt x="1507" y="6403"/>
                  </a:lnTo>
                  <a:lnTo>
                    <a:pt x="1548" y="6383"/>
                  </a:lnTo>
                  <a:lnTo>
                    <a:pt x="1590" y="6341"/>
                  </a:lnTo>
                  <a:lnTo>
                    <a:pt x="1653" y="6383"/>
                  </a:lnTo>
                  <a:lnTo>
                    <a:pt x="1695" y="6320"/>
                  </a:lnTo>
                  <a:lnTo>
                    <a:pt x="1862" y="6341"/>
                  </a:lnTo>
                  <a:lnTo>
                    <a:pt x="1904" y="6320"/>
                  </a:lnTo>
                  <a:lnTo>
                    <a:pt x="2092" y="6320"/>
                  </a:lnTo>
                  <a:lnTo>
                    <a:pt x="2134" y="6341"/>
                  </a:lnTo>
                  <a:lnTo>
                    <a:pt x="2239" y="6320"/>
                  </a:lnTo>
                  <a:lnTo>
                    <a:pt x="2323" y="6320"/>
                  </a:lnTo>
                  <a:lnTo>
                    <a:pt x="2323" y="6341"/>
                  </a:lnTo>
                  <a:lnTo>
                    <a:pt x="2490" y="6383"/>
                  </a:lnTo>
                  <a:lnTo>
                    <a:pt x="2511" y="6341"/>
                  </a:lnTo>
                  <a:lnTo>
                    <a:pt x="2553" y="6341"/>
                  </a:lnTo>
                  <a:lnTo>
                    <a:pt x="2595" y="6403"/>
                  </a:lnTo>
                  <a:lnTo>
                    <a:pt x="3327" y="6403"/>
                  </a:lnTo>
                  <a:lnTo>
                    <a:pt x="3390" y="6424"/>
                  </a:lnTo>
                  <a:lnTo>
                    <a:pt x="3431" y="6403"/>
                  </a:lnTo>
                  <a:lnTo>
                    <a:pt x="3452" y="6403"/>
                  </a:lnTo>
                  <a:lnTo>
                    <a:pt x="3536" y="6487"/>
                  </a:lnTo>
                  <a:lnTo>
                    <a:pt x="3578" y="6445"/>
                  </a:lnTo>
                  <a:lnTo>
                    <a:pt x="3662" y="6487"/>
                  </a:lnTo>
                  <a:lnTo>
                    <a:pt x="3683" y="6529"/>
                  </a:lnTo>
                  <a:lnTo>
                    <a:pt x="3745" y="6508"/>
                  </a:lnTo>
                  <a:lnTo>
                    <a:pt x="3766" y="6487"/>
                  </a:lnTo>
                  <a:lnTo>
                    <a:pt x="3808" y="6487"/>
                  </a:lnTo>
                  <a:lnTo>
                    <a:pt x="3892" y="6550"/>
                  </a:lnTo>
                  <a:lnTo>
                    <a:pt x="3955" y="6529"/>
                  </a:lnTo>
                  <a:lnTo>
                    <a:pt x="4059" y="6529"/>
                  </a:lnTo>
                  <a:lnTo>
                    <a:pt x="4101" y="6550"/>
                  </a:lnTo>
                  <a:lnTo>
                    <a:pt x="4206" y="6550"/>
                  </a:lnTo>
                  <a:lnTo>
                    <a:pt x="4206" y="6592"/>
                  </a:lnTo>
                  <a:lnTo>
                    <a:pt x="4289" y="6592"/>
                  </a:lnTo>
                  <a:lnTo>
                    <a:pt x="4310" y="6529"/>
                  </a:lnTo>
                  <a:lnTo>
                    <a:pt x="4268" y="6424"/>
                  </a:lnTo>
                  <a:lnTo>
                    <a:pt x="4268" y="6403"/>
                  </a:lnTo>
                  <a:lnTo>
                    <a:pt x="4331" y="6299"/>
                  </a:lnTo>
                  <a:lnTo>
                    <a:pt x="4373" y="6215"/>
                  </a:lnTo>
                  <a:lnTo>
                    <a:pt x="4394" y="6194"/>
                  </a:lnTo>
                  <a:lnTo>
                    <a:pt x="4373" y="6194"/>
                  </a:lnTo>
                  <a:lnTo>
                    <a:pt x="4331" y="6131"/>
                  </a:lnTo>
                  <a:lnTo>
                    <a:pt x="4331" y="6069"/>
                  </a:lnTo>
                  <a:lnTo>
                    <a:pt x="4331" y="5922"/>
                  </a:lnTo>
                  <a:lnTo>
                    <a:pt x="4164" y="5797"/>
                  </a:lnTo>
                  <a:lnTo>
                    <a:pt x="4080" y="5713"/>
                  </a:lnTo>
                  <a:lnTo>
                    <a:pt x="3996" y="5567"/>
                  </a:lnTo>
                  <a:lnTo>
                    <a:pt x="3850" y="5357"/>
                  </a:lnTo>
                  <a:lnTo>
                    <a:pt x="3808" y="5232"/>
                  </a:lnTo>
                  <a:lnTo>
                    <a:pt x="3703" y="5127"/>
                  </a:lnTo>
                  <a:lnTo>
                    <a:pt x="3557" y="5043"/>
                  </a:lnTo>
                  <a:lnTo>
                    <a:pt x="3494" y="4981"/>
                  </a:lnTo>
                  <a:lnTo>
                    <a:pt x="3494" y="4750"/>
                  </a:lnTo>
                  <a:lnTo>
                    <a:pt x="3473" y="4625"/>
                  </a:lnTo>
                  <a:lnTo>
                    <a:pt x="3452" y="4458"/>
                  </a:lnTo>
                  <a:lnTo>
                    <a:pt x="3473" y="4332"/>
                  </a:lnTo>
                  <a:lnTo>
                    <a:pt x="3431" y="4186"/>
                  </a:lnTo>
                  <a:lnTo>
                    <a:pt x="3390" y="4039"/>
                  </a:lnTo>
                  <a:lnTo>
                    <a:pt x="3452" y="3976"/>
                  </a:lnTo>
                  <a:lnTo>
                    <a:pt x="3536" y="3976"/>
                  </a:lnTo>
                  <a:lnTo>
                    <a:pt x="3641" y="3788"/>
                  </a:lnTo>
                  <a:lnTo>
                    <a:pt x="3683" y="3662"/>
                  </a:lnTo>
                  <a:lnTo>
                    <a:pt x="3787" y="3474"/>
                  </a:lnTo>
                  <a:lnTo>
                    <a:pt x="3850" y="3349"/>
                  </a:lnTo>
                  <a:lnTo>
                    <a:pt x="3955" y="3307"/>
                  </a:lnTo>
                  <a:lnTo>
                    <a:pt x="4059" y="3160"/>
                  </a:lnTo>
                  <a:lnTo>
                    <a:pt x="4059" y="3139"/>
                  </a:lnTo>
                  <a:lnTo>
                    <a:pt x="4017" y="3035"/>
                  </a:lnTo>
                  <a:lnTo>
                    <a:pt x="3955" y="2867"/>
                  </a:lnTo>
                  <a:lnTo>
                    <a:pt x="3850" y="2721"/>
                  </a:lnTo>
                  <a:lnTo>
                    <a:pt x="3766" y="2637"/>
                  </a:lnTo>
                  <a:lnTo>
                    <a:pt x="3557" y="2428"/>
                  </a:lnTo>
                  <a:lnTo>
                    <a:pt x="3348" y="2240"/>
                  </a:lnTo>
                  <a:lnTo>
                    <a:pt x="3243" y="2219"/>
                  </a:lnTo>
                  <a:lnTo>
                    <a:pt x="3243" y="2135"/>
                  </a:lnTo>
                  <a:lnTo>
                    <a:pt x="3159" y="2093"/>
                  </a:lnTo>
                  <a:lnTo>
                    <a:pt x="3159" y="2030"/>
                  </a:lnTo>
                  <a:lnTo>
                    <a:pt x="3159" y="1926"/>
                  </a:lnTo>
                  <a:lnTo>
                    <a:pt x="3180" y="1884"/>
                  </a:lnTo>
                  <a:lnTo>
                    <a:pt x="3180" y="1779"/>
                  </a:lnTo>
                  <a:lnTo>
                    <a:pt x="3369" y="1779"/>
                  </a:lnTo>
                  <a:lnTo>
                    <a:pt x="3431" y="1800"/>
                  </a:lnTo>
                  <a:lnTo>
                    <a:pt x="3536" y="1779"/>
                  </a:lnTo>
                  <a:lnTo>
                    <a:pt x="3641" y="1800"/>
                  </a:lnTo>
                  <a:lnTo>
                    <a:pt x="3683" y="1779"/>
                  </a:lnTo>
                  <a:lnTo>
                    <a:pt x="3808" y="1800"/>
                  </a:lnTo>
                  <a:lnTo>
                    <a:pt x="3892" y="1821"/>
                  </a:lnTo>
                  <a:lnTo>
                    <a:pt x="3975" y="1842"/>
                  </a:lnTo>
                  <a:lnTo>
                    <a:pt x="4017" y="1800"/>
                  </a:lnTo>
                  <a:lnTo>
                    <a:pt x="3975" y="1779"/>
                  </a:lnTo>
                  <a:lnTo>
                    <a:pt x="3808" y="1633"/>
                  </a:lnTo>
                  <a:lnTo>
                    <a:pt x="3787" y="1528"/>
                  </a:lnTo>
                  <a:lnTo>
                    <a:pt x="3703" y="1486"/>
                  </a:lnTo>
                  <a:lnTo>
                    <a:pt x="3599" y="1319"/>
                  </a:lnTo>
                  <a:lnTo>
                    <a:pt x="3578" y="1214"/>
                  </a:lnTo>
                  <a:lnTo>
                    <a:pt x="3662" y="1152"/>
                  </a:lnTo>
                  <a:lnTo>
                    <a:pt x="3703" y="1005"/>
                  </a:lnTo>
                  <a:lnTo>
                    <a:pt x="3641" y="942"/>
                  </a:lnTo>
                  <a:lnTo>
                    <a:pt x="3662" y="880"/>
                  </a:lnTo>
                  <a:lnTo>
                    <a:pt x="3683" y="838"/>
                  </a:lnTo>
                  <a:lnTo>
                    <a:pt x="3683" y="754"/>
                  </a:lnTo>
                  <a:lnTo>
                    <a:pt x="3599" y="587"/>
                  </a:lnTo>
                  <a:lnTo>
                    <a:pt x="3578" y="482"/>
                  </a:lnTo>
                  <a:lnTo>
                    <a:pt x="3536" y="440"/>
                  </a:lnTo>
                  <a:lnTo>
                    <a:pt x="3494" y="252"/>
                  </a:lnTo>
                  <a:lnTo>
                    <a:pt x="3369" y="147"/>
                  </a:lnTo>
                  <a:lnTo>
                    <a:pt x="307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60"/>
            <p:cNvSpPr/>
            <p:nvPr/>
          </p:nvSpPr>
          <p:spPr>
            <a:xfrm>
              <a:off x="3805883" y="3130585"/>
              <a:ext cx="39378" cy="40702"/>
            </a:xfrm>
            <a:custGeom>
              <a:rect b="b" l="l" r="r" t="t"/>
              <a:pathLst>
                <a:path extrusionOk="0" h="3579" w="3307">
                  <a:moveTo>
                    <a:pt x="1675" y="1"/>
                  </a:moveTo>
                  <a:lnTo>
                    <a:pt x="1633" y="64"/>
                  </a:lnTo>
                  <a:lnTo>
                    <a:pt x="1570" y="22"/>
                  </a:lnTo>
                  <a:lnTo>
                    <a:pt x="1528" y="64"/>
                  </a:lnTo>
                  <a:lnTo>
                    <a:pt x="1487" y="84"/>
                  </a:lnTo>
                  <a:lnTo>
                    <a:pt x="1487" y="754"/>
                  </a:lnTo>
                  <a:lnTo>
                    <a:pt x="712" y="754"/>
                  </a:lnTo>
                  <a:lnTo>
                    <a:pt x="691" y="733"/>
                  </a:lnTo>
                  <a:lnTo>
                    <a:pt x="608" y="754"/>
                  </a:lnTo>
                  <a:lnTo>
                    <a:pt x="524" y="817"/>
                  </a:lnTo>
                  <a:lnTo>
                    <a:pt x="482" y="796"/>
                  </a:lnTo>
                  <a:lnTo>
                    <a:pt x="482" y="921"/>
                  </a:lnTo>
                  <a:lnTo>
                    <a:pt x="336" y="942"/>
                  </a:lnTo>
                  <a:lnTo>
                    <a:pt x="440" y="1131"/>
                  </a:lnTo>
                  <a:lnTo>
                    <a:pt x="629" y="1172"/>
                  </a:lnTo>
                  <a:lnTo>
                    <a:pt x="378" y="1235"/>
                  </a:lnTo>
                  <a:lnTo>
                    <a:pt x="315" y="1152"/>
                  </a:lnTo>
                  <a:lnTo>
                    <a:pt x="294" y="1340"/>
                  </a:lnTo>
                  <a:lnTo>
                    <a:pt x="273" y="1654"/>
                  </a:lnTo>
                  <a:lnTo>
                    <a:pt x="168" y="1737"/>
                  </a:lnTo>
                  <a:lnTo>
                    <a:pt x="22" y="1675"/>
                  </a:lnTo>
                  <a:lnTo>
                    <a:pt x="1" y="1758"/>
                  </a:lnTo>
                  <a:lnTo>
                    <a:pt x="126" y="1988"/>
                  </a:lnTo>
                  <a:lnTo>
                    <a:pt x="210" y="2051"/>
                  </a:lnTo>
                  <a:lnTo>
                    <a:pt x="210" y="2156"/>
                  </a:lnTo>
                  <a:lnTo>
                    <a:pt x="315" y="2281"/>
                  </a:lnTo>
                  <a:lnTo>
                    <a:pt x="315" y="2470"/>
                  </a:lnTo>
                  <a:lnTo>
                    <a:pt x="398" y="2533"/>
                  </a:lnTo>
                  <a:lnTo>
                    <a:pt x="440" y="2679"/>
                  </a:lnTo>
                  <a:lnTo>
                    <a:pt x="608" y="2805"/>
                  </a:lnTo>
                  <a:lnTo>
                    <a:pt x="545" y="2825"/>
                  </a:lnTo>
                  <a:lnTo>
                    <a:pt x="712" y="2993"/>
                  </a:lnTo>
                  <a:lnTo>
                    <a:pt x="963" y="3202"/>
                  </a:lnTo>
                  <a:lnTo>
                    <a:pt x="1026" y="3328"/>
                  </a:lnTo>
                  <a:lnTo>
                    <a:pt x="1235" y="3432"/>
                  </a:lnTo>
                  <a:lnTo>
                    <a:pt x="1256" y="3537"/>
                  </a:lnTo>
                  <a:lnTo>
                    <a:pt x="1361" y="3558"/>
                  </a:lnTo>
                  <a:lnTo>
                    <a:pt x="1382" y="3579"/>
                  </a:lnTo>
                  <a:lnTo>
                    <a:pt x="1466" y="3474"/>
                  </a:lnTo>
                  <a:lnTo>
                    <a:pt x="1466" y="3411"/>
                  </a:lnTo>
                  <a:lnTo>
                    <a:pt x="1528" y="3369"/>
                  </a:lnTo>
                  <a:lnTo>
                    <a:pt x="1633" y="3369"/>
                  </a:lnTo>
                  <a:lnTo>
                    <a:pt x="1675" y="3307"/>
                  </a:lnTo>
                  <a:lnTo>
                    <a:pt x="1696" y="3307"/>
                  </a:lnTo>
                  <a:lnTo>
                    <a:pt x="1884" y="3432"/>
                  </a:lnTo>
                  <a:lnTo>
                    <a:pt x="1884" y="3328"/>
                  </a:lnTo>
                  <a:lnTo>
                    <a:pt x="1863" y="3035"/>
                  </a:lnTo>
                  <a:lnTo>
                    <a:pt x="1779" y="2951"/>
                  </a:lnTo>
                  <a:lnTo>
                    <a:pt x="1696" y="2930"/>
                  </a:lnTo>
                  <a:lnTo>
                    <a:pt x="1633" y="2951"/>
                  </a:lnTo>
                  <a:lnTo>
                    <a:pt x="1549" y="2993"/>
                  </a:lnTo>
                  <a:lnTo>
                    <a:pt x="1549" y="2846"/>
                  </a:lnTo>
                  <a:lnTo>
                    <a:pt x="1528" y="2784"/>
                  </a:lnTo>
                  <a:lnTo>
                    <a:pt x="1570" y="2721"/>
                  </a:lnTo>
                  <a:lnTo>
                    <a:pt x="1675" y="2721"/>
                  </a:lnTo>
                  <a:lnTo>
                    <a:pt x="1800" y="2784"/>
                  </a:lnTo>
                  <a:lnTo>
                    <a:pt x="1863" y="2721"/>
                  </a:lnTo>
                  <a:lnTo>
                    <a:pt x="1884" y="2679"/>
                  </a:lnTo>
                  <a:lnTo>
                    <a:pt x="1968" y="2679"/>
                  </a:lnTo>
                  <a:lnTo>
                    <a:pt x="2177" y="2637"/>
                  </a:lnTo>
                  <a:lnTo>
                    <a:pt x="2198" y="2574"/>
                  </a:lnTo>
                  <a:lnTo>
                    <a:pt x="2177" y="2407"/>
                  </a:lnTo>
                  <a:lnTo>
                    <a:pt x="2219" y="2365"/>
                  </a:lnTo>
                  <a:lnTo>
                    <a:pt x="2365" y="2365"/>
                  </a:lnTo>
                  <a:lnTo>
                    <a:pt x="2428" y="2595"/>
                  </a:lnTo>
                  <a:lnTo>
                    <a:pt x="2512" y="2700"/>
                  </a:lnTo>
                  <a:lnTo>
                    <a:pt x="2637" y="2637"/>
                  </a:lnTo>
                  <a:lnTo>
                    <a:pt x="2721" y="2679"/>
                  </a:lnTo>
                  <a:lnTo>
                    <a:pt x="2805" y="2616"/>
                  </a:lnTo>
                  <a:lnTo>
                    <a:pt x="2909" y="2616"/>
                  </a:lnTo>
                  <a:lnTo>
                    <a:pt x="3035" y="2679"/>
                  </a:lnTo>
                  <a:lnTo>
                    <a:pt x="3056" y="2742"/>
                  </a:lnTo>
                  <a:lnTo>
                    <a:pt x="3119" y="2742"/>
                  </a:lnTo>
                  <a:lnTo>
                    <a:pt x="3119" y="2637"/>
                  </a:lnTo>
                  <a:lnTo>
                    <a:pt x="3098" y="2533"/>
                  </a:lnTo>
                  <a:lnTo>
                    <a:pt x="3244" y="2114"/>
                  </a:lnTo>
                  <a:lnTo>
                    <a:pt x="3307" y="1884"/>
                  </a:lnTo>
                  <a:lnTo>
                    <a:pt x="3307" y="1779"/>
                  </a:lnTo>
                  <a:lnTo>
                    <a:pt x="3244" y="1696"/>
                  </a:lnTo>
                  <a:lnTo>
                    <a:pt x="3223" y="1654"/>
                  </a:lnTo>
                  <a:lnTo>
                    <a:pt x="3139" y="1570"/>
                  </a:lnTo>
                  <a:lnTo>
                    <a:pt x="3119" y="1528"/>
                  </a:lnTo>
                  <a:lnTo>
                    <a:pt x="3035" y="1486"/>
                  </a:lnTo>
                  <a:lnTo>
                    <a:pt x="3014" y="1444"/>
                  </a:lnTo>
                  <a:lnTo>
                    <a:pt x="2993" y="1382"/>
                  </a:lnTo>
                  <a:lnTo>
                    <a:pt x="2993" y="1340"/>
                  </a:lnTo>
                  <a:lnTo>
                    <a:pt x="3035" y="1319"/>
                  </a:lnTo>
                  <a:lnTo>
                    <a:pt x="3056" y="1277"/>
                  </a:lnTo>
                  <a:lnTo>
                    <a:pt x="3119" y="1277"/>
                  </a:lnTo>
                  <a:lnTo>
                    <a:pt x="3098" y="1214"/>
                  </a:lnTo>
                  <a:lnTo>
                    <a:pt x="3056" y="1172"/>
                  </a:lnTo>
                  <a:lnTo>
                    <a:pt x="3056" y="1110"/>
                  </a:lnTo>
                  <a:lnTo>
                    <a:pt x="3202" y="1026"/>
                  </a:lnTo>
                  <a:lnTo>
                    <a:pt x="3307" y="1005"/>
                  </a:lnTo>
                  <a:lnTo>
                    <a:pt x="3307" y="900"/>
                  </a:lnTo>
                  <a:lnTo>
                    <a:pt x="3265" y="838"/>
                  </a:lnTo>
                  <a:lnTo>
                    <a:pt x="3307" y="754"/>
                  </a:lnTo>
                  <a:lnTo>
                    <a:pt x="3307" y="587"/>
                  </a:lnTo>
                  <a:lnTo>
                    <a:pt x="3244" y="545"/>
                  </a:lnTo>
                  <a:lnTo>
                    <a:pt x="3056" y="524"/>
                  </a:lnTo>
                  <a:lnTo>
                    <a:pt x="2930" y="587"/>
                  </a:lnTo>
                  <a:lnTo>
                    <a:pt x="2805" y="628"/>
                  </a:lnTo>
                  <a:lnTo>
                    <a:pt x="2721" y="608"/>
                  </a:lnTo>
                  <a:lnTo>
                    <a:pt x="2616" y="649"/>
                  </a:lnTo>
                  <a:lnTo>
                    <a:pt x="2575" y="608"/>
                  </a:lnTo>
                  <a:lnTo>
                    <a:pt x="2595" y="545"/>
                  </a:lnTo>
                  <a:lnTo>
                    <a:pt x="2575" y="440"/>
                  </a:lnTo>
                  <a:lnTo>
                    <a:pt x="2575" y="315"/>
                  </a:lnTo>
                  <a:lnTo>
                    <a:pt x="2533" y="189"/>
                  </a:lnTo>
                  <a:lnTo>
                    <a:pt x="2575" y="84"/>
                  </a:lnTo>
                  <a:lnTo>
                    <a:pt x="2533" y="22"/>
                  </a:lnTo>
                  <a:lnTo>
                    <a:pt x="2491" y="22"/>
                  </a:lnTo>
                  <a:lnTo>
                    <a:pt x="2470" y="64"/>
                  </a:lnTo>
                  <a:lnTo>
                    <a:pt x="2303" y="22"/>
                  </a:lnTo>
                  <a:lnTo>
                    <a:pt x="2303" y="1"/>
                  </a:lnTo>
                  <a:lnTo>
                    <a:pt x="2219" y="1"/>
                  </a:lnTo>
                  <a:lnTo>
                    <a:pt x="2114" y="22"/>
                  </a:lnTo>
                  <a:lnTo>
                    <a:pt x="2072" y="1"/>
                  </a:lnTo>
                  <a:lnTo>
                    <a:pt x="1884" y="1"/>
                  </a:lnTo>
                  <a:lnTo>
                    <a:pt x="1842" y="22"/>
                  </a:lnTo>
                  <a:lnTo>
                    <a:pt x="167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60"/>
            <p:cNvSpPr/>
            <p:nvPr/>
          </p:nvSpPr>
          <p:spPr>
            <a:xfrm>
              <a:off x="3809622" y="3131301"/>
              <a:ext cx="13967" cy="8575"/>
            </a:xfrm>
            <a:custGeom>
              <a:rect b="b" l="l" r="r" t="t"/>
              <a:pathLst>
                <a:path extrusionOk="0" h="754" w="1173">
                  <a:moveTo>
                    <a:pt x="398" y="1"/>
                  </a:moveTo>
                  <a:lnTo>
                    <a:pt x="315" y="21"/>
                  </a:lnTo>
                  <a:lnTo>
                    <a:pt x="294" y="42"/>
                  </a:lnTo>
                  <a:lnTo>
                    <a:pt x="336" y="147"/>
                  </a:lnTo>
                  <a:lnTo>
                    <a:pt x="168" y="335"/>
                  </a:lnTo>
                  <a:lnTo>
                    <a:pt x="1" y="628"/>
                  </a:lnTo>
                  <a:lnTo>
                    <a:pt x="168" y="691"/>
                  </a:lnTo>
                  <a:lnTo>
                    <a:pt x="168" y="733"/>
                  </a:lnTo>
                  <a:lnTo>
                    <a:pt x="210" y="754"/>
                  </a:lnTo>
                  <a:lnTo>
                    <a:pt x="294" y="691"/>
                  </a:lnTo>
                  <a:lnTo>
                    <a:pt x="377" y="670"/>
                  </a:lnTo>
                  <a:lnTo>
                    <a:pt x="398" y="691"/>
                  </a:lnTo>
                  <a:lnTo>
                    <a:pt x="1173" y="691"/>
                  </a:lnTo>
                  <a:lnTo>
                    <a:pt x="1173" y="21"/>
                  </a:lnTo>
                  <a:lnTo>
                    <a:pt x="503" y="21"/>
                  </a:lnTo>
                  <a:lnTo>
                    <a:pt x="48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60"/>
            <p:cNvSpPr/>
            <p:nvPr/>
          </p:nvSpPr>
          <p:spPr>
            <a:xfrm>
              <a:off x="3822327" y="3120122"/>
              <a:ext cx="52834" cy="59023"/>
            </a:xfrm>
            <a:custGeom>
              <a:rect b="b" l="l" r="r" t="t"/>
              <a:pathLst>
                <a:path extrusionOk="0" h="5190" w="4437">
                  <a:moveTo>
                    <a:pt x="3935" y="0"/>
                  </a:moveTo>
                  <a:lnTo>
                    <a:pt x="3872" y="63"/>
                  </a:lnTo>
                  <a:lnTo>
                    <a:pt x="3767" y="42"/>
                  </a:lnTo>
                  <a:lnTo>
                    <a:pt x="3537" y="147"/>
                  </a:lnTo>
                  <a:lnTo>
                    <a:pt x="3495" y="188"/>
                  </a:lnTo>
                  <a:lnTo>
                    <a:pt x="3391" y="209"/>
                  </a:lnTo>
                  <a:lnTo>
                    <a:pt x="3244" y="377"/>
                  </a:lnTo>
                  <a:lnTo>
                    <a:pt x="2972" y="816"/>
                  </a:lnTo>
                  <a:lnTo>
                    <a:pt x="2930" y="900"/>
                  </a:lnTo>
                  <a:lnTo>
                    <a:pt x="2867" y="1004"/>
                  </a:lnTo>
                  <a:lnTo>
                    <a:pt x="2867" y="1025"/>
                  </a:lnTo>
                  <a:lnTo>
                    <a:pt x="2909" y="1130"/>
                  </a:lnTo>
                  <a:lnTo>
                    <a:pt x="2888" y="1193"/>
                  </a:lnTo>
                  <a:lnTo>
                    <a:pt x="2805" y="1193"/>
                  </a:lnTo>
                  <a:lnTo>
                    <a:pt x="2805" y="1151"/>
                  </a:lnTo>
                  <a:lnTo>
                    <a:pt x="2700" y="1151"/>
                  </a:lnTo>
                  <a:lnTo>
                    <a:pt x="2658" y="1130"/>
                  </a:lnTo>
                  <a:lnTo>
                    <a:pt x="2554" y="1130"/>
                  </a:lnTo>
                  <a:lnTo>
                    <a:pt x="2491" y="1151"/>
                  </a:lnTo>
                  <a:lnTo>
                    <a:pt x="2407" y="1088"/>
                  </a:lnTo>
                  <a:lnTo>
                    <a:pt x="2365" y="1088"/>
                  </a:lnTo>
                  <a:lnTo>
                    <a:pt x="2344" y="1109"/>
                  </a:lnTo>
                  <a:lnTo>
                    <a:pt x="2282" y="1130"/>
                  </a:lnTo>
                  <a:lnTo>
                    <a:pt x="2261" y="1088"/>
                  </a:lnTo>
                  <a:lnTo>
                    <a:pt x="2177" y="1046"/>
                  </a:lnTo>
                  <a:lnTo>
                    <a:pt x="2135" y="1088"/>
                  </a:lnTo>
                  <a:lnTo>
                    <a:pt x="2051" y="1004"/>
                  </a:lnTo>
                  <a:lnTo>
                    <a:pt x="2030" y="1004"/>
                  </a:lnTo>
                  <a:lnTo>
                    <a:pt x="1989" y="1025"/>
                  </a:lnTo>
                  <a:lnTo>
                    <a:pt x="1926" y="1004"/>
                  </a:lnTo>
                  <a:lnTo>
                    <a:pt x="1194" y="1004"/>
                  </a:lnTo>
                  <a:lnTo>
                    <a:pt x="1152" y="1109"/>
                  </a:lnTo>
                  <a:lnTo>
                    <a:pt x="1194" y="1235"/>
                  </a:lnTo>
                  <a:lnTo>
                    <a:pt x="1194" y="1360"/>
                  </a:lnTo>
                  <a:lnTo>
                    <a:pt x="1214" y="1465"/>
                  </a:lnTo>
                  <a:lnTo>
                    <a:pt x="1194" y="1528"/>
                  </a:lnTo>
                  <a:lnTo>
                    <a:pt x="1235" y="1569"/>
                  </a:lnTo>
                  <a:lnTo>
                    <a:pt x="1340" y="1528"/>
                  </a:lnTo>
                  <a:lnTo>
                    <a:pt x="1424" y="1548"/>
                  </a:lnTo>
                  <a:lnTo>
                    <a:pt x="1549" y="1507"/>
                  </a:lnTo>
                  <a:lnTo>
                    <a:pt x="1675" y="1444"/>
                  </a:lnTo>
                  <a:lnTo>
                    <a:pt x="1863" y="1465"/>
                  </a:lnTo>
                  <a:lnTo>
                    <a:pt x="1926" y="1507"/>
                  </a:lnTo>
                  <a:lnTo>
                    <a:pt x="1926" y="1674"/>
                  </a:lnTo>
                  <a:lnTo>
                    <a:pt x="1884" y="1758"/>
                  </a:lnTo>
                  <a:lnTo>
                    <a:pt x="1926" y="1820"/>
                  </a:lnTo>
                  <a:lnTo>
                    <a:pt x="1926" y="1925"/>
                  </a:lnTo>
                  <a:lnTo>
                    <a:pt x="1821" y="1946"/>
                  </a:lnTo>
                  <a:lnTo>
                    <a:pt x="1675" y="2030"/>
                  </a:lnTo>
                  <a:lnTo>
                    <a:pt x="1675" y="2092"/>
                  </a:lnTo>
                  <a:lnTo>
                    <a:pt x="1717" y="2134"/>
                  </a:lnTo>
                  <a:lnTo>
                    <a:pt x="1738" y="2197"/>
                  </a:lnTo>
                  <a:lnTo>
                    <a:pt x="1675" y="2197"/>
                  </a:lnTo>
                  <a:lnTo>
                    <a:pt x="1654" y="2239"/>
                  </a:lnTo>
                  <a:lnTo>
                    <a:pt x="1612" y="2260"/>
                  </a:lnTo>
                  <a:lnTo>
                    <a:pt x="1612" y="2302"/>
                  </a:lnTo>
                  <a:lnTo>
                    <a:pt x="1633" y="2364"/>
                  </a:lnTo>
                  <a:lnTo>
                    <a:pt x="1654" y="2406"/>
                  </a:lnTo>
                  <a:lnTo>
                    <a:pt x="1738" y="2448"/>
                  </a:lnTo>
                  <a:lnTo>
                    <a:pt x="1758" y="2490"/>
                  </a:lnTo>
                  <a:lnTo>
                    <a:pt x="1842" y="2574"/>
                  </a:lnTo>
                  <a:lnTo>
                    <a:pt x="1863" y="2616"/>
                  </a:lnTo>
                  <a:lnTo>
                    <a:pt x="1926" y="2699"/>
                  </a:lnTo>
                  <a:lnTo>
                    <a:pt x="1926" y="2804"/>
                  </a:lnTo>
                  <a:lnTo>
                    <a:pt x="1863" y="3034"/>
                  </a:lnTo>
                  <a:lnTo>
                    <a:pt x="1717" y="3453"/>
                  </a:lnTo>
                  <a:lnTo>
                    <a:pt x="1738" y="3557"/>
                  </a:lnTo>
                  <a:lnTo>
                    <a:pt x="1738" y="3662"/>
                  </a:lnTo>
                  <a:lnTo>
                    <a:pt x="1675" y="3662"/>
                  </a:lnTo>
                  <a:lnTo>
                    <a:pt x="1654" y="3599"/>
                  </a:lnTo>
                  <a:lnTo>
                    <a:pt x="1528" y="3536"/>
                  </a:lnTo>
                  <a:lnTo>
                    <a:pt x="1424" y="3536"/>
                  </a:lnTo>
                  <a:lnTo>
                    <a:pt x="1340" y="3599"/>
                  </a:lnTo>
                  <a:lnTo>
                    <a:pt x="1256" y="3557"/>
                  </a:lnTo>
                  <a:lnTo>
                    <a:pt x="1131" y="3620"/>
                  </a:lnTo>
                  <a:lnTo>
                    <a:pt x="1047" y="3515"/>
                  </a:lnTo>
                  <a:lnTo>
                    <a:pt x="984" y="3285"/>
                  </a:lnTo>
                  <a:lnTo>
                    <a:pt x="838" y="3285"/>
                  </a:lnTo>
                  <a:lnTo>
                    <a:pt x="796" y="3327"/>
                  </a:lnTo>
                  <a:lnTo>
                    <a:pt x="817" y="3494"/>
                  </a:lnTo>
                  <a:lnTo>
                    <a:pt x="796" y="3557"/>
                  </a:lnTo>
                  <a:lnTo>
                    <a:pt x="587" y="3599"/>
                  </a:lnTo>
                  <a:lnTo>
                    <a:pt x="503" y="3599"/>
                  </a:lnTo>
                  <a:lnTo>
                    <a:pt x="482" y="3641"/>
                  </a:lnTo>
                  <a:lnTo>
                    <a:pt x="419" y="3704"/>
                  </a:lnTo>
                  <a:lnTo>
                    <a:pt x="294" y="3641"/>
                  </a:lnTo>
                  <a:lnTo>
                    <a:pt x="189" y="3641"/>
                  </a:lnTo>
                  <a:lnTo>
                    <a:pt x="147" y="3704"/>
                  </a:lnTo>
                  <a:lnTo>
                    <a:pt x="168" y="3766"/>
                  </a:lnTo>
                  <a:lnTo>
                    <a:pt x="168" y="3913"/>
                  </a:lnTo>
                  <a:lnTo>
                    <a:pt x="252" y="3871"/>
                  </a:lnTo>
                  <a:lnTo>
                    <a:pt x="315" y="3850"/>
                  </a:lnTo>
                  <a:lnTo>
                    <a:pt x="398" y="3871"/>
                  </a:lnTo>
                  <a:lnTo>
                    <a:pt x="482" y="3955"/>
                  </a:lnTo>
                  <a:lnTo>
                    <a:pt x="503" y="4248"/>
                  </a:lnTo>
                  <a:lnTo>
                    <a:pt x="503" y="4352"/>
                  </a:lnTo>
                  <a:lnTo>
                    <a:pt x="315" y="4227"/>
                  </a:lnTo>
                  <a:lnTo>
                    <a:pt x="294" y="4227"/>
                  </a:lnTo>
                  <a:lnTo>
                    <a:pt x="252" y="4289"/>
                  </a:lnTo>
                  <a:lnTo>
                    <a:pt x="147" y="4289"/>
                  </a:lnTo>
                  <a:lnTo>
                    <a:pt x="85" y="4331"/>
                  </a:lnTo>
                  <a:lnTo>
                    <a:pt x="85" y="4394"/>
                  </a:lnTo>
                  <a:lnTo>
                    <a:pt x="1" y="4499"/>
                  </a:lnTo>
                  <a:lnTo>
                    <a:pt x="106" y="4603"/>
                  </a:lnTo>
                  <a:lnTo>
                    <a:pt x="168" y="4687"/>
                  </a:lnTo>
                  <a:lnTo>
                    <a:pt x="315" y="4792"/>
                  </a:lnTo>
                  <a:lnTo>
                    <a:pt x="315" y="4896"/>
                  </a:lnTo>
                  <a:lnTo>
                    <a:pt x="419" y="5001"/>
                  </a:lnTo>
                  <a:lnTo>
                    <a:pt x="419" y="5126"/>
                  </a:lnTo>
                  <a:lnTo>
                    <a:pt x="482" y="5189"/>
                  </a:lnTo>
                  <a:lnTo>
                    <a:pt x="524" y="5168"/>
                  </a:lnTo>
                  <a:lnTo>
                    <a:pt x="608" y="5022"/>
                  </a:lnTo>
                  <a:lnTo>
                    <a:pt x="629" y="5022"/>
                  </a:lnTo>
                  <a:lnTo>
                    <a:pt x="712" y="4980"/>
                  </a:lnTo>
                  <a:lnTo>
                    <a:pt x="775" y="4875"/>
                  </a:lnTo>
                  <a:lnTo>
                    <a:pt x="838" y="4854"/>
                  </a:lnTo>
                  <a:lnTo>
                    <a:pt x="942" y="4771"/>
                  </a:lnTo>
                  <a:lnTo>
                    <a:pt x="1005" y="4771"/>
                  </a:lnTo>
                  <a:lnTo>
                    <a:pt x="1047" y="4813"/>
                  </a:lnTo>
                  <a:lnTo>
                    <a:pt x="1110" y="4896"/>
                  </a:lnTo>
                  <a:lnTo>
                    <a:pt x="1110" y="5001"/>
                  </a:lnTo>
                  <a:lnTo>
                    <a:pt x="1131" y="4980"/>
                  </a:lnTo>
                  <a:lnTo>
                    <a:pt x="1194" y="5001"/>
                  </a:lnTo>
                  <a:lnTo>
                    <a:pt x="1298" y="4959"/>
                  </a:lnTo>
                  <a:lnTo>
                    <a:pt x="1319" y="5001"/>
                  </a:lnTo>
                  <a:lnTo>
                    <a:pt x="1319" y="5064"/>
                  </a:lnTo>
                  <a:lnTo>
                    <a:pt x="1424" y="5064"/>
                  </a:lnTo>
                  <a:lnTo>
                    <a:pt x="1507" y="4980"/>
                  </a:lnTo>
                  <a:lnTo>
                    <a:pt x="1507" y="4875"/>
                  </a:lnTo>
                  <a:lnTo>
                    <a:pt x="1570" y="4854"/>
                  </a:lnTo>
                  <a:lnTo>
                    <a:pt x="1654" y="4875"/>
                  </a:lnTo>
                  <a:lnTo>
                    <a:pt x="1758" y="4771"/>
                  </a:lnTo>
                  <a:lnTo>
                    <a:pt x="1947" y="4708"/>
                  </a:lnTo>
                  <a:lnTo>
                    <a:pt x="1947" y="4771"/>
                  </a:lnTo>
                  <a:lnTo>
                    <a:pt x="1863" y="4896"/>
                  </a:lnTo>
                  <a:lnTo>
                    <a:pt x="1884" y="4917"/>
                  </a:lnTo>
                  <a:lnTo>
                    <a:pt x="1947" y="5022"/>
                  </a:lnTo>
                  <a:lnTo>
                    <a:pt x="2072" y="5105"/>
                  </a:lnTo>
                  <a:lnTo>
                    <a:pt x="2198" y="5022"/>
                  </a:lnTo>
                  <a:lnTo>
                    <a:pt x="2282" y="4917"/>
                  </a:lnTo>
                  <a:lnTo>
                    <a:pt x="2512" y="4687"/>
                  </a:lnTo>
                  <a:lnTo>
                    <a:pt x="2574" y="4603"/>
                  </a:lnTo>
                  <a:lnTo>
                    <a:pt x="2658" y="4541"/>
                  </a:lnTo>
                  <a:lnTo>
                    <a:pt x="2763" y="4499"/>
                  </a:lnTo>
                  <a:lnTo>
                    <a:pt x="2867" y="4352"/>
                  </a:lnTo>
                  <a:lnTo>
                    <a:pt x="2867" y="4248"/>
                  </a:lnTo>
                  <a:lnTo>
                    <a:pt x="2888" y="4080"/>
                  </a:lnTo>
                  <a:lnTo>
                    <a:pt x="2909" y="3766"/>
                  </a:lnTo>
                  <a:lnTo>
                    <a:pt x="2888" y="3745"/>
                  </a:lnTo>
                  <a:lnTo>
                    <a:pt x="2867" y="3557"/>
                  </a:lnTo>
                  <a:lnTo>
                    <a:pt x="2909" y="3453"/>
                  </a:lnTo>
                  <a:lnTo>
                    <a:pt x="3098" y="3285"/>
                  </a:lnTo>
                  <a:lnTo>
                    <a:pt x="3098" y="3139"/>
                  </a:lnTo>
                  <a:lnTo>
                    <a:pt x="3202" y="3013"/>
                  </a:lnTo>
                  <a:lnTo>
                    <a:pt x="3328" y="2908"/>
                  </a:lnTo>
                  <a:lnTo>
                    <a:pt x="3411" y="2929"/>
                  </a:lnTo>
                  <a:lnTo>
                    <a:pt x="3516" y="2867"/>
                  </a:lnTo>
                  <a:lnTo>
                    <a:pt x="3621" y="2825"/>
                  </a:lnTo>
                  <a:lnTo>
                    <a:pt x="3809" y="2511"/>
                  </a:lnTo>
                  <a:lnTo>
                    <a:pt x="3809" y="2344"/>
                  </a:lnTo>
                  <a:lnTo>
                    <a:pt x="3851" y="2155"/>
                  </a:lnTo>
                  <a:lnTo>
                    <a:pt x="3935" y="2092"/>
                  </a:lnTo>
                  <a:lnTo>
                    <a:pt x="3955" y="1946"/>
                  </a:lnTo>
                  <a:lnTo>
                    <a:pt x="3935" y="1925"/>
                  </a:lnTo>
                  <a:lnTo>
                    <a:pt x="3955" y="1737"/>
                  </a:lnTo>
                  <a:lnTo>
                    <a:pt x="3955" y="1653"/>
                  </a:lnTo>
                  <a:lnTo>
                    <a:pt x="3955" y="1507"/>
                  </a:lnTo>
                  <a:lnTo>
                    <a:pt x="4060" y="1402"/>
                  </a:lnTo>
                  <a:lnTo>
                    <a:pt x="4060" y="1256"/>
                  </a:lnTo>
                  <a:lnTo>
                    <a:pt x="4081" y="1130"/>
                  </a:lnTo>
                  <a:lnTo>
                    <a:pt x="4039" y="921"/>
                  </a:lnTo>
                  <a:lnTo>
                    <a:pt x="4290" y="607"/>
                  </a:lnTo>
                  <a:lnTo>
                    <a:pt x="4332" y="502"/>
                  </a:lnTo>
                  <a:lnTo>
                    <a:pt x="4437" y="460"/>
                  </a:lnTo>
                  <a:lnTo>
                    <a:pt x="4437" y="209"/>
                  </a:lnTo>
                  <a:lnTo>
                    <a:pt x="4374" y="105"/>
                  </a:lnTo>
                  <a:lnTo>
                    <a:pt x="4374" y="63"/>
                  </a:lnTo>
                  <a:lnTo>
                    <a:pt x="4290" y="84"/>
                  </a:lnTo>
                  <a:lnTo>
                    <a:pt x="4248" y="105"/>
                  </a:lnTo>
                  <a:lnTo>
                    <a:pt x="4144" y="63"/>
                  </a:lnTo>
                  <a:lnTo>
                    <a:pt x="412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60"/>
            <p:cNvSpPr/>
            <p:nvPr/>
          </p:nvSpPr>
          <p:spPr>
            <a:xfrm>
              <a:off x="3828067" y="3174369"/>
              <a:ext cx="7478" cy="9769"/>
            </a:xfrm>
            <a:custGeom>
              <a:rect b="b" l="l" r="r" t="t"/>
              <a:pathLst>
                <a:path extrusionOk="0" h="859" w="628">
                  <a:moveTo>
                    <a:pt x="460" y="1"/>
                  </a:moveTo>
                  <a:lnTo>
                    <a:pt x="356" y="84"/>
                  </a:lnTo>
                  <a:lnTo>
                    <a:pt x="293" y="105"/>
                  </a:lnTo>
                  <a:lnTo>
                    <a:pt x="230" y="210"/>
                  </a:lnTo>
                  <a:lnTo>
                    <a:pt x="147" y="252"/>
                  </a:lnTo>
                  <a:lnTo>
                    <a:pt x="126" y="252"/>
                  </a:lnTo>
                  <a:lnTo>
                    <a:pt x="42" y="398"/>
                  </a:lnTo>
                  <a:lnTo>
                    <a:pt x="0" y="419"/>
                  </a:lnTo>
                  <a:lnTo>
                    <a:pt x="84" y="503"/>
                  </a:lnTo>
                  <a:lnTo>
                    <a:pt x="105" y="670"/>
                  </a:lnTo>
                  <a:lnTo>
                    <a:pt x="42" y="775"/>
                  </a:lnTo>
                  <a:lnTo>
                    <a:pt x="84" y="859"/>
                  </a:lnTo>
                  <a:lnTo>
                    <a:pt x="188" y="775"/>
                  </a:lnTo>
                  <a:lnTo>
                    <a:pt x="293" y="775"/>
                  </a:lnTo>
                  <a:lnTo>
                    <a:pt x="356" y="712"/>
                  </a:lnTo>
                  <a:lnTo>
                    <a:pt x="335" y="503"/>
                  </a:lnTo>
                  <a:lnTo>
                    <a:pt x="398" y="440"/>
                  </a:lnTo>
                  <a:lnTo>
                    <a:pt x="523" y="335"/>
                  </a:lnTo>
                  <a:lnTo>
                    <a:pt x="628" y="231"/>
                  </a:lnTo>
                  <a:lnTo>
                    <a:pt x="628" y="126"/>
                  </a:lnTo>
                  <a:lnTo>
                    <a:pt x="565" y="43"/>
                  </a:lnTo>
                  <a:lnTo>
                    <a:pt x="52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60"/>
            <p:cNvSpPr/>
            <p:nvPr/>
          </p:nvSpPr>
          <p:spPr>
            <a:xfrm>
              <a:off x="3947654" y="3151533"/>
              <a:ext cx="76994" cy="74956"/>
            </a:xfrm>
            <a:custGeom>
              <a:rect b="b" l="l" r="r" t="t"/>
              <a:pathLst>
                <a:path extrusionOk="0" h="6591" w="6466">
                  <a:moveTo>
                    <a:pt x="2553" y="0"/>
                  </a:moveTo>
                  <a:lnTo>
                    <a:pt x="1779" y="42"/>
                  </a:lnTo>
                  <a:lnTo>
                    <a:pt x="858" y="42"/>
                  </a:lnTo>
                  <a:lnTo>
                    <a:pt x="816" y="105"/>
                  </a:lnTo>
                  <a:lnTo>
                    <a:pt x="754" y="105"/>
                  </a:lnTo>
                  <a:lnTo>
                    <a:pt x="712" y="146"/>
                  </a:lnTo>
                  <a:lnTo>
                    <a:pt x="775" y="230"/>
                  </a:lnTo>
                  <a:lnTo>
                    <a:pt x="858" y="314"/>
                  </a:lnTo>
                  <a:lnTo>
                    <a:pt x="858" y="356"/>
                  </a:lnTo>
                  <a:lnTo>
                    <a:pt x="921" y="439"/>
                  </a:lnTo>
                  <a:lnTo>
                    <a:pt x="963" y="628"/>
                  </a:lnTo>
                  <a:lnTo>
                    <a:pt x="984" y="732"/>
                  </a:lnTo>
                  <a:lnTo>
                    <a:pt x="942" y="795"/>
                  </a:lnTo>
                  <a:lnTo>
                    <a:pt x="942" y="879"/>
                  </a:lnTo>
                  <a:lnTo>
                    <a:pt x="879" y="942"/>
                  </a:lnTo>
                  <a:lnTo>
                    <a:pt x="816" y="963"/>
                  </a:lnTo>
                  <a:lnTo>
                    <a:pt x="754" y="963"/>
                  </a:lnTo>
                  <a:lnTo>
                    <a:pt x="733" y="942"/>
                  </a:lnTo>
                  <a:lnTo>
                    <a:pt x="733" y="983"/>
                  </a:lnTo>
                  <a:lnTo>
                    <a:pt x="754" y="1046"/>
                  </a:lnTo>
                  <a:lnTo>
                    <a:pt x="754" y="1109"/>
                  </a:lnTo>
                  <a:lnTo>
                    <a:pt x="858" y="1151"/>
                  </a:lnTo>
                  <a:lnTo>
                    <a:pt x="858" y="1214"/>
                  </a:lnTo>
                  <a:lnTo>
                    <a:pt x="942" y="1214"/>
                  </a:lnTo>
                  <a:lnTo>
                    <a:pt x="963" y="1402"/>
                  </a:lnTo>
                  <a:lnTo>
                    <a:pt x="963" y="1486"/>
                  </a:lnTo>
                  <a:lnTo>
                    <a:pt x="858" y="1590"/>
                  </a:lnTo>
                  <a:lnTo>
                    <a:pt x="775" y="1674"/>
                  </a:lnTo>
                  <a:lnTo>
                    <a:pt x="733" y="1716"/>
                  </a:lnTo>
                  <a:lnTo>
                    <a:pt x="565" y="1883"/>
                  </a:lnTo>
                  <a:lnTo>
                    <a:pt x="461" y="2030"/>
                  </a:lnTo>
                  <a:lnTo>
                    <a:pt x="293" y="2092"/>
                  </a:lnTo>
                  <a:lnTo>
                    <a:pt x="0" y="2092"/>
                  </a:lnTo>
                  <a:lnTo>
                    <a:pt x="84" y="2553"/>
                  </a:lnTo>
                  <a:lnTo>
                    <a:pt x="210" y="3243"/>
                  </a:lnTo>
                  <a:lnTo>
                    <a:pt x="628" y="3808"/>
                  </a:lnTo>
                  <a:lnTo>
                    <a:pt x="754" y="4248"/>
                  </a:lnTo>
                  <a:lnTo>
                    <a:pt x="942" y="4352"/>
                  </a:lnTo>
                  <a:lnTo>
                    <a:pt x="1026" y="4352"/>
                  </a:lnTo>
                  <a:lnTo>
                    <a:pt x="1130" y="4394"/>
                  </a:lnTo>
                  <a:lnTo>
                    <a:pt x="1172" y="4394"/>
                  </a:lnTo>
                  <a:lnTo>
                    <a:pt x="1256" y="4436"/>
                  </a:lnTo>
                  <a:lnTo>
                    <a:pt x="1256" y="4499"/>
                  </a:lnTo>
                  <a:lnTo>
                    <a:pt x="1340" y="4561"/>
                  </a:lnTo>
                  <a:lnTo>
                    <a:pt x="1444" y="4561"/>
                  </a:lnTo>
                  <a:lnTo>
                    <a:pt x="1695" y="4645"/>
                  </a:lnTo>
                  <a:lnTo>
                    <a:pt x="1779" y="4645"/>
                  </a:lnTo>
                  <a:lnTo>
                    <a:pt x="1821" y="4708"/>
                  </a:lnTo>
                  <a:lnTo>
                    <a:pt x="1884" y="4729"/>
                  </a:lnTo>
                  <a:lnTo>
                    <a:pt x="1925" y="4812"/>
                  </a:lnTo>
                  <a:lnTo>
                    <a:pt x="2030" y="4917"/>
                  </a:lnTo>
                  <a:lnTo>
                    <a:pt x="2093" y="4917"/>
                  </a:lnTo>
                  <a:lnTo>
                    <a:pt x="2093" y="4938"/>
                  </a:lnTo>
                  <a:lnTo>
                    <a:pt x="2114" y="4917"/>
                  </a:lnTo>
                  <a:lnTo>
                    <a:pt x="2177" y="4917"/>
                  </a:lnTo>
                  <a:lnTo>
                    <a:pt x="2197" y="4980"/>
                  </a:lnTo>
                  <a:lnTo>
                    <a:pt x="2281" y="4980"/>
                  </a:lnTo>
                  <a:lnTo>
                    <a:pt x="2302" y="5022"/>
                  </a:lnTo>
                  <a:lnTo>
                    <a:pt x="2323" y="4980"/>
                  </a:lnTo>
                  <a:lnTo>
                    <a:pt x="2407" y="5022"/>
                  </a:lnTo>
                  <a:lnTo>
                    <a:pt x="2428" y="5043"/>
                  </a:lnTo>
                  <a:lnTo>
                    <a:pt x="2490" y="5043"/>
                  </a:lnTo>
                  <a:lnTo>
                    <a:pt x="2511" y="5084"/>
                  </a:lnTo>
                  <a:lnTo>
                    <a:pt x="2553" y="5126"/>
                  </a:lnTo>
                  <a:lnTo>
                    <a:pt x="2637" y="5189"/>
                  </a:lnTo>
                  <a:lnTo>
                    <a:pt x="2825" y="5398"/>
                  </a:lnTo>
                  <a:lnTo>
                    <a:pt x="2846" y="5608"/>
                  </a:lnTo>
                  <a:lnTo>
                    <a:pt x="2846" y="6591"/>
                  </a:lnTo>
                  <a:lnTo>
                    <a:pt x="2951" y="6193"/>
                  </a:lnTo>
                  <a:lnTo>
                    <a:pt x="3495" y="6173"/>
                  </a:lnTo>
                  <a:lnTo>
                    <a:pt x="3599" y="6131"/>
                  </a:lnTo>
                  <a:lnTo>
                    <a:pt x="3641" y="6110"/>
                  </a:lnTo>
                  <a:lnTo>
                    <a:pt x="3704" y="6089"/>
                  </a:lnTo>
                  <a:lnTo>
                    <a:pt x="3704" y="6131"/>
                  </a:lnTo>
                  <a:lnTo>
                    <a:pt x="3788" y="6173"/>
                  </a:lnTo>
                  <a:lnTo>
                    <a:pt x="3871" y="6214"/>
                  </a:lnTo>
                  <a:lnTo>
                    <a:pt x="3955" y="6214"/>
                  </a:lnTo>
                  <a:lnTo>
                    <a:pt x="3997" y="6298"/>
                  </a:lnTo>
                  <a:lnTo>
                    <a:pt x="3976" y="6319"/>
                  </a:lnTo>
                  <a:lnTo>
                    <a:pt x="4164" y="6298"/>
                  </a:lnTo>
                  <a:lnTo>
                    <a:pt x="4269" y="6193"/>
                  </a:lnTo>
                  <a:lnTo>
                    <a:pt x="4332" y="6193"/>
                  </a:lnTo>
                  <a:lnTo>
                    <a:pt x="4394" y="6131"/>
                  </a:lnTo>
                  <a:lnTo>
                    <a:pt x="4436" y="6173"/>
                  </a:lnTo>
                  <a:lnTo>
                    <a:pt x="4436" y="6214"/>
                  </a:lnTo>
                  <a:lnTo>
                    <a:pt x="4520" y="6214"/>
                  </a:lnTo>
                  <a:lnTo>
                    <a:pt x="4604" y="6277"/>
                  </a:lnTo>
                  <a:lnTo>
                    <a:pt x="4729" y="6214"/>
                  </a:lnTo>
                  <a:lnTo>
                    <a:pt x="4897" y="6193"/>
                  </a:lnTo>
                  <a:lnTo>
                    <a:pt x="4918" y="6110"/>
                  </a:lnTo>
                  <a:lnTo>
                    <a:pt x="4897" y="6068"/>
                  </a:lnTo>
                  <a:lnTo>
                    <a:pt x="4938" y="6005"/>
                  </a:lnTo>
                  <a:lnTo>
                    <a:pt x="5043" y="6026"/>
                  </a:lnTo>
                  <a:lnTo>
                    <a:pt x="5127" y="6026"/>
                  </a:lnTo>
                  <a:lnTo>
                    <a:pt x="5210" y="6089"/>
                  </a:lnTo>
                  <a:lnTo>
                    <a:pt x="5315" y="6068"/>
                  </a:lnTo>
                  <a:lnTo>
                    <a:pt x="5357" y="6026"/>
                  </a:lnTo>
                  <a:lnTo>
                    <a:pt x="5566" y="5963"/>
                  </a:lnTo>
                  <a:lnTo>
                    <a:pt x="5650" y="5984"/>
                  </a:lnTo>
                  <a:lnTo>
                    <a:pt x="5754" y="5963"/>
                  </a:lnTo>
                  <a:lnTo>
                    <a:pt x="5775" y="5900"/>
                  </a:lnTo>
                  <a:lnTo>
                    <a:pt x="5901" y="5900"/>
                  </a:lnTo>
                  <a:lnTo>
                    <a:pt x="5985" y="5817"/>
                  </a:lnTo>
                  <a:lnTo>
                    <a:pt x="6110" y="5796"/>
                  </a:lnTo>
                  <a:lnTo>
                    <a:pt x="6194" y="5712"/>
                  </a:lnTo>
                  <a:lnTo>
                    <a:pt x="6278" y="5649"/>
                  </a:lnTo>
                  <a:lnTo>
                    <a:pt x="6382" y="5670"/>
                  </a:lnTo>
                  <a:lnTo>
                    <a:pt x="6424" y="5608"/>
                  </a:lnTo>
                  <a:lnTo>
                    <a:pt x="6466" y="5587"/>
                  </a:lnTo>
                  <a:lnTo>
                    <a:pt x="6424" y="5587"/>
                  </a:lnTo>
                  <a:lnTo>
                    <a:pt x="6424" y="5545"/>
                  </a:lnTo>
                  <a:lnTo>
                    <a:pt x="6298" y="5440"/>
                  </a:lnTo>
                  <a:lnTo>
                    <a:pt x="6173" y="5398"/>
                  </a:lnTo>
                  <a:lnTo>
                    <a:pt x="5964" y="5189"/>
                  </a:lnTo>
                  <a:lnTo>
                    <a:pt x="5985" y="5126"/>
                  </a:lnTo>
                  <a:lnTo>
                    <a:pt x="5901" y="4938"/>
                  </a:lnTo>
                  <a:lnTo>
                    <a:pt x="5859" y="4875"/>
                  </a:lnTo>
                  <a:lnTo>
                    <a:pt x="5901" y="4771"/>
                  </a:lnTo>
                  <a:lnTo>
                    <a:pt x="5859" y="4729"/>
                  </a:lnTo>
                  <a:lnTo>
                    <a:pt x="5838" y="4624"/>
                  </a:lnTo>
                  <a:lnTo>
                    <a:pt x="5796" y="4540"/>
                  </a:lnTo>
                  <a:lnTo>
                    <a:pt x="5838" y="4540"/>
                  </a:lnTo>
                  <a:lnTo>
                    <a:pt x="5775" y="4394"/>
                  </a:lnTo>
                  <a:lnTo>
                    <a:pt x="5754" y="4248"/>
                  </a:lnTo>
                  <a:lnTo>
                    <a:pt x="5838" y="4206"/>
                  </a:lnTo>
                  <a:lnTo>
                    <a:pt x="5838" y="4038"/>
                  </a:lnTo>
                  <a:lnTo>
                    <a:pt x="5754" y="3976"/>
                  </a:lnTo>
                  <a:lnTo>
                    <a:pt x="5754" y="3766"/>
                  </a:lnTo>
                  <a:lnTo>
                    <a:pt x="5775" y="3620"/>
                  </a:lnTo>
                  <a:lnTo>
                    <a:pt x="5859" y="3578"/>
                  </a:lnTo>
                  <a:lnTo>
                    <a:pt x="5880" y="3599"/>
                  </a:lnTo>
                  <a:lnTo>
                    <a:pt x="5943" y="3515"/>
                  </a:lnTo>
                  <a:lnTo>
                    <a:pt x="5859" y="3306"/>
                  </a:lnTo>
                  <a:lnTo>
                    <a:pt x="5775" y="3306"/>
                  </a:lnTo>
                  <a:lnTo>
                    <a:pt x="5650" y="3180"/>
                  </a:lnTo>
                  <a:lnTo>
                    <a:pt x="5482" y="3055"/>
                  </a:lnTo>
                  <a:lnTo>
                    <a:pt x="5482" y="2929"/>
                  </a:lnTo>
                  <a:lnTo>
                    <a:pt x="5566" y="2657"/>
                  </a:lnTo>
                  <a:lnTo>
                    <a:pt x="5692" y="2302"/>
                  </a:lnTo>
                  <a:lnTo>
                    <a:pt x="5754" y="2239"/>
                  </a:lnTo>
                  <a:lnTo>
                    <a:pt x="5734" y="2134"/>
                  </a:lnTo>
                  <a:lnTo>
                    <a:pt x="5692" y="2113"/>
                  </a:lnTo>
                  <a:lnTo>
                    <a:pt x="5734" y="2113"/>
                  </a:lnTo>
                  <a:lnTo>
                    <a:pt x="5022" y="1611"/>
                  </a:lnTo>
                  <a:lnTo>
                    <a:pt x="4959" y="1527"/>
                  </a:lnTo>
                  <a:lnTo>
                    <a:pt x="4938" y="1486"/>
                  </a:lnTo>
                  <a:lnTo>
                    <a:pt x="4959" y="1402"/>
                  </a:lnTo>
                  <a:lnTo>
                    <a:pt x="4834" y="1214"/>
                  </a:lnTo>
                  <a:lnTo>
                    <a:pt x="274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60"/>
            <p:cNvSpPr/>
            <p:nvPr/>
          </p:nvSpPr>
          <p:spPr>
            <a:xfrm>
              <a:off x="3945415" y="3152954"/>
              <a:ext cx="13956" cy="10963"/>
            </a:xfrm>
            <a:custGeom>
              <a:rect b="b" l="l" r="r" t="t"/>
              <a:pathLst>
                <a:path extrusionOk="0" h="964" w="1172">
                  <a:moveTo>
                    <a:pt x="795" y="1"/>
                  </a:moveTo>
                  <a:lnTo>
                    <a:pt x="795" y="84"/>
                  </a:lnTo>
                  <a:lnTo>
                    <a:pt x="732" y="126"/>
                  </a:lnTo>
                  <a:lnTo>
                    <a:pt x="649" y="126"/>
                  </a:lnTo>
                  <a:lnTo>
                    <a:pt x="607" y="84"/>
                  </a:lnTo>
                  <a:lnTo>
                    <a:pt x="544" y="42"/>
                  </a:lnTo>
                  <a:lnTo>
                    <a:pt x="440" y="126"/>
                  </a:lnTo>
                  <a:lnTo>
                    <a:pt x="377" y="147"/>
                  </a:lnTo>
                  <a:lnTo>
                    <a:pt x="335" y="126"/>
                  </a:lnTo>
                  <a:lnTo>
                    <a:pt x="209" y="231"/>
                  </a:lnTo>
                  <a:lnTo>
                    <a:pt x="105" y="356"/>
                  </a:lnTo>
                  <a:lnTo>
                    <a:pt x="0" y="733"/>
                  </a:lnTo>
                  <a:lnTo>
                    <a:pt x="0" y="817"/>
                  </a:lnTo>
                  <a:lnTo>
                    <a:pt x="209" y="817"/>
                  </a:lnTo>
                  <a:lnTo>
                    <a:pt x="272" y="921"/>
                  </a:lnTo>
                  <a:lnTo>
                    <a:pt x="335" y="963"/>
                  </a:lnTo>
                  <a:lnTo>
                    <a:pt x="398" y="921"/>
                  </a:lnTo>
                  <a:lnTo>
                    <a:pt x="419" y="921"/>
                  </a:lnTo>
                  <a:lnTo>
                    <a:pt x="481" y="963"/>
                  </a:lnTo>
                  <a:lnTo>
                    <a:pt x="607" y="921"/>
                  </a:lnTo>
                  <a:lnTo>
                    <a:pt x="607" y="858"/>
                  </a:lnTo>
                  <a:lnTo>
                    <a:pt x="691" y="670"/>
                  </a:lnTo>
                  <a:lnTo>
                    <a:pt x="649" y="566"/>
                  </a:lnTo>
                  <a:lnTo>
                    <a:pt x="712" y="566"/>
                  </a:lnTo>
                  <a:lnTo>
                    <a:pt x="753" y="628"/>
                  </a:lnTo>
                  <a:lnTo>
                    <a:pt x="816" y="628"/>
                  </a:lnTo>
                  <a:lnTo>
                    <a:pt x="858" y="733"/>
                  </a:lnTo>
                  <a:lnTo>
                    <a:pt x="921" y="754"/>
                  </a:lnTo>
                  <a:lnTo>
                    <a:pt x="921" y="817"/>
                  </a:lnTo>
                  <a:lnTo>
                    <a:pt x="942" y="838"/>
                  </a:lnTo>
                  <a:lnTo>
                    <a:pt x="1004" y="838"/>
                  </a:lnTo>
                  <a:lnTo>
                    <a:pt x="1067" y="817"/>
                  </a:lnTo>
                  <a:lnTo>
                    <a:pt x="1130" y="754"/>
                  </a:lnTo>
                  <a:lnTo>
                    <a:pt x="1130" y="670"/>
                  </a:lnTo>
                  <a:lnTo>
                    <a:pt x="1172" y="607"/>
                  </a:lnTo>
                  <a:lnTo>
                    <a:pt x="1151" y="503"/>
                  </a:lnTo>
                  <a:lnTo>
                    <a:pt x="1109" y="314"/>
                  </a:lnTo>
                  <a:lnTo>
                    <a:pt x="1046" y="231"/>
                  </a:lnTo>
                  <a:lnTo>
                    <a:pt x="1046" y="189"/>
                  </a:lnTo>
                  <a:lnTo>
                    <a:pt x="963" y="105"/>
                  </a:lnTo>
                  <a:lnTo>
                    <a:pt x="900" y="21"/>
                  </a:lnTo>
                  <a:lnTo>
                    <a:pt x="90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60"/>
            <p:cNvSpPr/>
            <p:nvPr/>
          </p:nvSpPr>
          <p:spPr>
            <a:xfrm>
              <a:off x="3945415" y="3159380"/>
              <a:ext cx="13706" cy="15956"/>
            </a:xfrm>
            <a:custGeom>
              <a:rect b="b" l="l" r="r" t="t"/>
              <a:pathLst>
                <a:path extrusionOk="0" h="1403" w="1151">
                  <a:moveTo>
                    <a:pt x="649" y="1"/>
                  </a:moveTo>
                  <a:lnTo>
                    <a:pt x="691" y="105"/>
                  </a:lnTo>
                  <a:lnTo>
                    <a:pt x="607" y="293"/>
                  </a:lnTo>
                  <a:lnTo>
                    <a:pt x="607" y="356"/>
                  </a:lnTo>
                  <a:lnTo>
                    <a:pt x="481" y="398"/>
                  </a:lnTo>
                  <a:lnTo>
                    <a:pt x="419" y="356"/>
                  </a:lnTo>
                  <a:lnTo>
                    <a:pt x="398" y="356"/>
                  </a:lnTo>
                  <a:lnTo>
                    <a:pt x="335" y="398"/>
                  </a:lnTo>
                  <a:lnTo>
                    <a:pt x="272" y="356"/>
                  </a:lnTo>
                  <a:lnTo>
                    <a:pt x="209" y="252"/>
                  </a:lnTo>
                  <a:lnTo>
                    <a:pt x="0" y="252"/>
                  </a:lnTo>
                  <a:lnTo>
                    <a:pt x="0" y="314"/>
                  </a:lnTo>
                  <a:lnTo>
                    <a:pt x="63" y="419"/>
                  </a:lnTo>
                  <a:lnTo>
                    <a:pt x="84" y="565"/>
                  </a:lnTo>
                  <a:lnTo>
                    <a:pt x="84" y="712"/>
                  </a:lnTo>
                  <a:lnTo>
                    <a:pt x="188" y="1402"/>
                  </a:lnTo>
                  <a:lnTo>
                    <a:pt x="481" y="1402"/>
                  </a:lnTo>
                  <a:lnTo>
                    <a:pt x="649" y="1340"/>
                  </a:lnTo>
                  <a:lnTo>
                    <a:pt x="753" y="1193"/>
                  </a:lnTo>
                  <a:lnTo>
                    <a:pt x="921" y="1026"/>
                  </a:lnTo>
                  <a:lnTo>
                    <a:pt x="963" y="984"/>
                  </a:lnTo>
                  <a:lnTo>
                    <a:pt x="1046" y="900"/>
                  </a:lnTo>
                  <a:lnTo>
                    <a:pt x="1151" y="796"/>
                  </a:lnTo>
                  <a:lnTo>
                    <a:pt x="1151" y="712"/>
                  </a:lnTo>
                  <a:lnTo>
                    <a:pt x="1130" y="524"/>
                  </a:lnTo>
                  <a:lnTo>
                    <a:pt x="1046" y="524"/>
                  </a:lnTo>
                  <a:lnTo>
                    <a:pt x="1046" y="461"/>
                  </a:lnTo>
                  <a:lnTo>
                    <a:pt x="942" y="419"/>
                  </a:lnTo>
                  <a:lnTo>
                    <a:pt x="942" y="356"/>
                  </a:lnTo>
                  <a:lnTo>
                    <a:pt x="921" y="293"/>
                  </a:lnTo>
                  <a:lnTo>
                    <a:pt x="921" y="252"/>
                  </a:lnTo>
                  <a:lnTo>
                    <a:pt x="921" y="189"/>
                  </a:lnTo>
                  <a:lnTo>
                    <a:pt x="858" y="168"/>
                  </a:lnTo>
                  <a:lnTo>
                    <a:pt x="816" y="63"/>
                  </a:lnTo>
                  <a:lnTo>
                    <a:pt x="753" y="63"/>
                  </a:lnTo>
                  <a:lnTo>
                    <a:pt x="71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60"/>
            <p:cNvSpPr/>
            <p:nvPr/>
          </p:nvSpPr>
          <p:spPr>
            <a:xfrm>
              <a:off x="3829055" y="3110126"/>
              <a:ext cx="131316" cy="124222"/>
            </a:xfrm>
            <a:custGeom>
              <a:rect b="b" l="l" r="r" t="t"/>
              <a:pathLst>
                <a:path extrusionOk="0" h="10923" w="11028">
                  <a:moveTo>
                    <a:pt x="7701" y="0"/>
                  </a:moveTo>
                  <a:lnTo>
                    <a:pt x="7701" y="42"/>
                  </a:lnTo>
                  <a:lnTo>
                    <a:pt x="7743" y="84"/>
                  </a:lnTo>
                  <a:lnTo>
                    <a:pt x="7659" y="189"/>
                  </a:lnTo>
                  <a:lnTo>
                    <a:pt x="7575" y="189"/>
                  </a:lnTo>
                  <a:lnTo>
                    <a:pt x="7491" y="210"/>
                  </a:lnTo>
                  <a:lnTo>
                    <a:pt x="7366" y="210"/>
                  </a:lnTo>
                  <a:lnTo>
                    <a:pt x="7282" y="251"/>
                  </a:lnTo>
                  <a:lnTo>
                    <a:pt x="7240" y="251"/>
                  </a:lnTo>
                  <a:lnTo>
                    <a:pt x="7219" y="189"/>
                  </a:lnTo>
                  <a:lnTo>
                    <a:pt x="7178" y="189"/>
                  </a:lnTo>
                  <a:lnTo>
                    <a:pt x="7157" y="147"/>
                  </a:lnTo>
                  <a:lnTo>
                    <a:pt x="7073" y="126"/>
                  </a:lnTo>
                  <a:lnTo>
                    <a:pt x="6843" y="230"/>
                  </a:lnTo>
                  <a:lnTo>
                    <a:pt x="6759" y="293"/>
                  </a:lnTo>
                  <a:lnTo>
                    <a:pt x="6717" y="335"/>
                  </a:lnTo>
                  <a:lnTo>
                    <a:pt x="6487" y="356"/>
                  </a:lnTo>
                  <a:lnTo>
                    <a:pt x="6403" y="398"/>
                  </a:lnTo>
                  <a:lnTo>
                    <a:pt x="6320" y="314"/>
                  </a:lnTo>
                  <a:lnTo>
                    <a:pt x="6215" y="293"/>
                  </a:lnTo>
                  <a:lnTo>
                    <a:pt x="6111" y="293"/>
                  </a:lnTo>
                  <a:lnTo>
                    <a:pt x="6027" y="398"/>
                  </a:lnTo>
                  <a:lnTo>
                    <a:pt x="5922" y="502"/>
                  </a:lnTo>
                  <a:lnTo>
                    <a:pt x="5964" y="544"/>
                  </a:lnTo>
                  <a:lnTo>
                    <a:pt x="6006" y="607"/>
                  </a:lnTo>
                  <a:lnTo>
                    <a:pt x="5985" y="649"/>
                  </a:lnTo>
                  <a:lnTo>
                    <a:pt x="5859" y="670"/>
                  </a:lnTo>
                  <a:lnTo>
                    <a:pt x="5797" y="649"/>
                  </a:lnTo>
                  <a:lnTo>
                    <a:pt x="5671" y="628"/>
                  </a:lnTo>
                  <a:lnTo>
                    <a:pt x="5567" y="565"/>
                  </a:lnTo>
                  <a:lnTo>
                    <a:pt x="5483" y="565"/>
                  </a:lnTo>
                  <a:lnTo>
                    <a:pt x="5399" y="628"/>
                  </a:lnTo>
                  <a:lnTo>
                    <a:pt x="5336" y="607"/>
                  </a:lnTo>
                  <a:lnTo>
                    <a:pt x="5190" y="607"/>
                  </a:lnTo>
                  <a:lnTo>
                    <a:pt x="5064" y="523"/>
                  </a:lnTo>
                  <a:lnTo>
                    <a:pt x="4939" y="544"/>
                  </a:lnTo>
                  <a:lnTo>
                    <a:pt x="4918" y="502"/>
                  </a:lnTo>
                  <a:lnTo>
                    <a:pt x="4750" y="356"/>
                  </a:lnTo>
                  <a:lnTo>
                    <a:pt x="4667" y="335"/>
                  </a:lnTo>
                  <a:lnTo>
                    <a:pt x="4499" y="210"/>
                  </a:lnTo>
                  <a:lnTo>
                    <a:pt x="4437" y="189"/>
                  </a:lnTo>
                  <a:lnTo>
                    <a:pt x="4353" y="126"/>
                  </a:lnTo>
                  <a:lnTo>
                    <a:pt x="4290" y="126"/>
                  </a:lnTo>
                  <a:lnTo>
                    <a:pt x="4290" y="189"/>
                  </a:lnTo>
                  <a:lnTo>
                    <a:pt x="4186" y="147"/>
                  </a:lnTo>
                  <a:lnTo>
                    <a:pt x="4102" y="251"/>
                  </a:lnTo>
                  <a:lnTo>
                    <a:pt x="4018" y="251"/>
                  </a:lnTo>
                  <a:lnTo>
                    <a:pt x="3976" y="293"/>
                  </a:lnTo>
                  <a:lnTo>
                    <a:pt x="3976" y="356"/>
                  </a:lnTo>
                  <a:lnTo>
                    <a:pt x="3914" y="440"/>
                  </a:lnTo>
                  <a:lnTo>
                    <a:pt x="3914" y="502"/>
                  </a:lnTo>
                  <a:lnTo>
                    <a:pt x="3872" y="544"/>
                  </a:lnTo>
                  <a:lnTo>
                    <a:pt x="3788" y="544"/>
                  </a:lnTo>
                  <a:lnTo>
                    <a:pt x="3788" y="607"/>
                  </a:lnTo>
                  <a:lnTo>
                    <a:pt x="3893" y="733"/>
                  </a:lnTo>
                  <a:lnTo>
                    <a:pt x="3830" y="774"/>
                  </a:lnTo>
                  <a:lnTo>
                    <a:pt x="3809" y="858"/>
                  </a:lnTo>
                  <a:lnTo>
                    <a:pt x="3809" y="984"/>
                  </a:lnTo>
                  <a:lnTo>
                    <a:pt x="3872" y="1088"/>
                  </a:lnTo>
                  <a:lnTo>
                    <a:pt x="3872" y="1339"/>
                  </a:lnTo>
                  <a:lnTo>
                    <a:pt x="3767" y="1381"/>
                  </a:lnTo>
                  <a:lnTo>
                    <a:pt x="3725" y="1486"/>
                  </a:lnTo>
                  <a:lnTo>
                    <a:pt x="3474" y="1800"/>
                  </a:lnTo>
                  <a:lnTo>
                    <a:pt x="3516" y="2009"/>
                  </a:lnTo>
                  <a:lnTo>
                    <a:pt x="3495" y="2135"/>
                  </a:lnTo>
                  <a:lnTo>
                    <a:pt x="3495" y="2281"/>
                  </a:lnTo>
                  <a:lnTo>
                    <a:pt x="3390" y="2386"/>
                  </a:lnTo>
                  <a:lnTo>
                    <a:pt x="3390" y="2532"/>
                  </a:lnTo>
                  <a:lnTo>
                    <a:pt x="3390" y="2616"/>
                  </a:lnTo>
                  <a:lnTo>
                    <a:pt x="3370" y="2804"/>
                  </a:lnTo>
                  <a:lnTo>
                    <a:pt x="3390" y="2825"/>
                  </a:lnTo>
                  <a:lnTo>
                    <a:pt x="3370" y="2971"/>
                  </a:lnTo>
                  <a:lnTo>
                    <a:pt x="3286" y="3034"/>
                  </a:lnTo>
                  <a:lnTo>
                    <a:pt x="3244" y="3223"/>
                  </a:lnTo>
                  <a:lnTo>
                    <a:pt x="3244" y="3390"/>
                  </a:lnTo>
                  <a:lnTo>
                    <a:pt x="3056" y="3704"/>
                  </a:lnTo>
                  <a:lnTo>
                    <a:pt x="2951" y="3746"/>
                  </a:lnTo>
                  <a:lnTo>
                    <a:pt x="2846" y="3808"/>
                  </a:lnTo>
                  <a:lnTo>
                    <a:pt x="2763" y="3787"/>
                  </a:lnTo>
                  <a:lnTo>
                    <a:pt x="2637" y="3892"/>
                  </a:lnTo>
                  <a:lnTo>
                    <a:pt x="2533" y="4018"/>
                  </a:lnTo>
                  <a:lnTo>
                    <a:pt x="2533" y="4164"/>
                  </a:lnTo>
                  <a:lnTo>
                    <a:pt x="2344" y="4332"/>
                  </a:lnTo>
                  <a:lnTo>
                    <a:pt x="2302" y="4436"/>
                  </a:lnTo>
                  <a:lnTo>
                    <a:pt x="2323" y="4624"/>
                  </a:lnTo>
                  <a:lnTo>
                    <a:pt x="2344" y="4645"/>
                  </a:lnTo>
                  <a:lnTo>
                    <a:pt x="2323" y="4959"/>
                  </a:lnTo>
                  <a:lnTo>
                    <a:pt x="2302" y="5127"/>
                  </a:lnTo>
                  <a:lnTo>
                    <a:pt x="2302" y="5231"/>
                  </a:lnTo>
                  <a:lnTo>
                    <a:pt x="2198" y="5378"/>
                  </a:lnTo>
                  <a:lnTo>
                    <a:pt x="2093" y="5420"/>
                  </a:lnTo>
                  <a:lnTo>
                    <a:pt x="2009" y="5482"/>
                  </a:lnTo>
                  <a:lnTo>
                    <a:pt x="1947" y="5566"/>
                  </a:lnTo>
                  <a:lnTo>
                    <a:pt x="1717" y="5796"/>
                  </a:lnTo>
                  <a:lnTo>
                    <a:pt x="1633" y="5901"/>
                  </a:lnTo>
                  <a:lnTo>
                    <a:pt x="1507" y="5984"/>
                  </a:lnTo>
                  <a:lnTo>
                    <a:pt x="1382" y="5901"/>
                  </a:lnTo>
                  <a:lnTo>
                    <a:pt x="1319" y="5796"/>
                  </a:lnTo>
                  <a:lnTo>
                    <a:pt x="1298" y="5775"/>
                  </a:lnTo>
                  <a:lnTo>
                    <a:pt x="1382" y="5650"/>
                  </a:lnTo>
                  <a:lnTo>
                    <a:pt x="1382" y="5587"/>
                  </a:lnTo>
                  <a:lnTo>
                    <a:pt x="1193" y="5650"/>
                  </a:lnTo>
                  <a:lnTo>
                    <a:pt x="1089" y="5754"/>
                  </a:lnTo>
                  <a:lnTo>
                    <a:pt x="1005" y="5733"/>
                  </a:lnTo>
                  <a:lnTo>
                    <a:pt x="942" y="5754"/>
                  </a:lnTo>
                  <a:lnTo>
                    <a:pt x="942" y="5859"/>
                  </a:lnTo>
                  <a:lnTo>
                    <a:pt x="859" y="5943"/>
                  </a:lnTo>
                  <a:lnTo>
                    <a:pt x="754" y="5943"/>
                  </a:lnTo>
                  <a:lnTo>
                    <a:pt x="754" y="5880"/>
                  </a:lnTo>
                  <a:lnTo>
                    <a:pt x="733" y="5838"/>
                  </a:lnTo>
                  <a:lnTo>
                    <a:pt x="629" y="5880"/>
                  </a:lnTo>
                  <a:lnTo>
                    <a:pt x="566" y="5859"/>
                  </a:lnTo>
                  <a:lnTo>
                    <a:pt x="440" y="5984"/>
                  </a:lnTo>
                  <a:lnTo>
                    <a:pt x="315" y="6089"/>
                  </a:lnTo>
                  <a:lnTo>
                    <a:pt x="252" y="6152"/>
                  </a:lnTo>
                  <a:lnTo>
                    <a:pt x="273" y="6361"/>
                  </a:lnTo>
                  <a:lnTo>
                    <a:pt x="210" y="6424"/>
                  </a:lnTo>
                  <a:lnTo>
                    <a:pt x="105" y="6424"/>
                  </a:lnTo>
                  <a:lnTo>
                    <a:pt x="1" y="6508"/>
                  </a:lnTo>
                  <a:lnTo>
                    <a:pt x="22" y="6570"/>
                  </a:lnTo>
                  <a:lnTo>
                    <a:pt x="210" y="6591"/>
                  </a:lnTo>
                  <a:lnTo>
                    <a:pt x="252" y="6633"/>
                  </a:lnTo>
                  <a:lnTo>
                    <a:pt x="273" y="6633"/>
                  </a:lnTo>
                  <a:lnTo>
                    <a:pt x="273" y="6612"/>
                  </a:lnTo>
                  <a:lnTo>
                    <a:pt x="315" y="6591"/>
                  </a:lnTo>
                  <a:lnTo>
                    <a:pt x="377" y="6591"/>
                  </a:lnTo>
                  <a:lnTo>
                    <a:pt x="482" y="6570"/>
                  </a:lnTo>
                  <a:lnTo>
                    <a:pt x="566" y="6528"/>
                  </a:lnTo>
                  <a:lnTo>
                    <a:pt x="1256" y="6528"/>
                  </a:lnTo>
                  <a:lnTo>
                    <a:pt x="1424" y="6570"/>
                  </a:lnTo>
                  <a:lnTo>
                    <a:pt x="1633" y="6528"/>
                  </a:lnTo>
                  <a:lnTo>
                    <a:pt x="2637" y="6528"/>
                  </a:lnTo>
                  <a:lnTo>
                    <a:pt x="2637" y="6612"/>
                  </a:lnTo>
                  <a:lnTo>
                    <a:pt x="2637" y="6633"/>
                  </a:lnTo>
                  <a:lnTo>
                    <a:pt x="2637" y="6717"/>
                  </a:lnTo>
                  <a:lnTo>
                    <a:pt x="2679" y="6780"/>
                  </a:lnTo>
                  <a:lnTo>
                    <a:pt x="2721" y="6842"/>
                  </a:lnTo>
                  <a:lnTo>
                    <a:pt x="2679" y="6905"/>
                  </a:lnTo>
                  <a:lnTo>
                    <a:pt x="2679" y="6989"/>
                  </a:lnTo>
                  <a:lnTo>
                    <a:pt x="2742" y="7093"/>
                  </a:lnTo>
                  <a:lnTo>
                    <a:pt x="2763" y="7219"/>
                  </a:lnTo>
                  <a:lnTo>
                    <a:pt x="2784" y="7261"/>
                  </a:lnTo>
                  <a:lnTo>
                    <a:pt x="2784" y="7345"/>
                  </a:lnTo>
                  <a:lnTo>
                    <a:pt x="2846" y="7365"/>
                  </a:lnTo>
                  <a:lnTo>
                    <a:pt x="2888" y="7449"/>
                  </a:lnTo>
                  <a:lnTo>
                    <a:pt x="2972" y="7554"/>
                  </a:lnTo>
                  <a:lnTo>
                    <a:pt x="2993" y="7763"/>
                  </a:lnTo>
                  <a:lnTo>
                    <a:pt x="3056" y="7784"/>
                  </a:lnTo>
                  <a:lnTo>
                    <a:pt x="3202" y="7784"/>
                  </a:lnTo>
                  <a:lnTo>
                    <a:pt x="3307" y="7763"/>
                  </a:lnTo>
                  <a:lnTo>
                    <a:pt x="3390" y="7784"/>
                  </a:lnTo>
                  <a:lnTo>
                    <a:pt x="3579" y="7826"/>
                  </a:lnTo>
                  <a:lnTo>
                    <a:pt x="3662" y="7763"/>
                  </a:lnTo>
                  <a:lnTo>
                    <a:pt x="4102" y="7742"/>
                  </a:lnTo>
                  <a:lnTo>
                    <a:pt x="4102" y="7575"/>
                  </a:lnTo>
                  <a:lnTo>
                    <a:pt x="4081" y="7470"/>
                  </a:lnTo>
                  <a:lnTo>
                    <a:pt x="4123" y="7449"/>
                  </a:lnTo>
                  <a:lnTo>
                    <a:pt x="4186" y="7345"/>
                  </a:lnTo>
                  <a:lnTo>
                    <a:pt x="4186" y="7198"/>
                  </a:lnTo>
                  <a:lnTo>
                    <a:pt x="4750" y="7156"/>
                  </a:lnTo>
                  <a:lnTo>
                    <a:pt x="4750" y="7114"/>
                  </a:lnTo>
                  <a:lnTo>
                    <a:pt x="4939" y="7135"/>
                  </a:lnTo>
                  <a:lnTo>
                    <a:pt x="4918" y="7219"/>
                  </a:lnTo>
                  <a:lnTo>
                    <a:pt x="4876" y="7261"/>
                  </a:lnTo>
                  <a:lnTo>
                    <a:pt x="4918" y="7324"/>
                  </a:lnTo>
                  <a:lnTo>
                    <a:pt x="5567" y="7365"/>
                  </a:lnTo>
                  <a:lnTo>
                    <a:pt x="5587" y="7449"/>
                  </a:lnTo>
                  <a:lnTo>
                    <a:pt x="5587" y="7533"/>
                  </a:lnTo>
                  <a:lnTo>
                    <a:pt x="5587" y="7617"/>
                  </a:lnTo>
                  <a:lnTo>
                    <a:pt x="5546" y="7721"/>
                  </a:lnTo>
                  <a:lnTo>
                    <a:pt x="5504" y="7826"/>
                  </a:lnTo>
                  <a:lnTo>
                    <a:pt x="5567" y="7889"/>
                  </a:lnTo>
                  <a:lnTo>
                    <a:pt x="5567" y="7972"/>
                  </a:lnTo>
                  <a:lnTo>
                    <a:pt x="5546" y="8035"/>
                  </a:lnTo>
                  <a:lnTo>
                    <a:pt x="5546" y="8056"/>
                  </a:lnTo>
                  <a:lnTo>
                    <a:pt x="5567" y="8140"/>
                  </a:lnTo>
                  <a:lnTo>
                    <a:pt x="5567" y="8349"/>
                  </a:lnTo>
                  <a:lnTo>
                    <a:pt x="5504" y="8453"/>
                  </a:lnTo>
                  <a:lnTo>
                    <a:pt x="5567" y="8495"/>
                  </a:lnTo>
                  <a:lnTo>
                    <a:pt x="5567" y="8579"/>
                  </a:lnTo>
                  <a:lnTo>
                    <a:pt x="5608" y="8621"/>
                  </a:lnTo>
                  <a:lnTo>
                    <a:pt x="5608" y="8705"/>
                  </a:lnTo>
                  <a:lnTo>
                    <a:pt x="5650" y="8725"/>
                  </a:lnTo>
                  <a:lnTo>
                    <a:pt x="5671" y="8788"/>
                  </a:lnTo>
                  <a:lnTo>
                    <a:pt x="5713" y="8809"/>
                  </a:lnTo>
                  <a:lnTo>
                    <a:pt x="5755" y="8872"/>
                  </a:lnTo>
                  <a:lnTo>
                    <a:pt x="5713" y="8935"/>
                  </a:lnTo>
                  <a:lnTo>
                    <a:pt x="5713" y="9018"/>
                  </a:lnTo>
                  <a:lnTo>
                    <a:pt x="5797" y="9081"/>
                  </a:lnTo>
                  <a:lnTo>
                    <a:pt x="5797" y="9144"/>
                  </a:lnTo>
                  <a:lnTo>
                    <a:pt x="5776" y="9186"/>
                  </a:lnTo>
                  <a:lnTo>
                    <a:pt x="5776" y="9311"/>
                  </a:lnTo>
                  <a:lnTo>
                    <a:pt x="5859" y="9353"/>
                  </a:lnTo>
                  <a:lnTo>
                    <a:pt x="5818" y="9437"/>
                  </a:lnTo>
                  <a:lnTo>
                    <a:pt x="5818" y="9458"/>
                  </a:lnTo>
                  <a:lnTo>
                    <a:pt x="5776" y="9500"/>
                  </a:lnTo>
                  <a:lnTo>
                    <a:pt x="5776" y="9625"/>
                  </a:lnTo>
                  <a:lnTo>
                    <a:pt x="5797" y="9646"/>
                  </a:lnTo>
                  <a:lnTo>
                    <a:pt x="5859" y="9646"/>
                  </a:lnTo>
                  <a:lnTo>
                    <a:pt x="5901" y="9625"/>
                  </a:lnTo>
                  <a:lnTo>
                    <a:pt x="5964" y="9604"/>
                  </a:lnTo>
                  <a:lnTo>
                    <a:pt x="5985" y="9562"/>
                  </a:lnTo>
                  <a:lnTo>
                    <a:pt x="6027" y="9562"/>
                  </a:lnTo>
                  <a:lnTo>
                    <a:pt x="6111" y="9625"/>
                  </a:lnTo>
                  <a:lnTo>
                    <a:pt x="6173" y="9646"/>
                  </a:lnTo>
                  <a:lnTo>
                    <a:pt x="6320" y="9646"/>
                  </a:lnTo>
                  <a:lnTo>
                    <a:pt x="6383" y="9667"/>
                  </a:lnTo>
                  <a:lnTo>
                    <a:pt x="6424" y="9646"/>
                  </a:lnTo>
                  <a:lnTo>
                    <a:pt x="6508" y="9625"/>
                  </a:lnTo>
                  <a:lnTo>
                    <a:pt x="6592" y="9562"/>
                  </a:lnTo>
                  <a:lnTo>
                    <a:pt x="6696" y="9541"/>
                  </a:lnTo>
                  <a:lnTo>
                    <a:pt x="6801" y="9541"/>
                  </a:lnTo>
                  <a:lnTo>
                    <a:pt x="6843" y="9604"/>
                  </a:lnTo>
                  <a:lnTo>
                    <a:pt x="6906" y="9562"/>
                  </a:lnTo>
                  <a:lnTo>
                    <a:pt x="7010" y="9625"/>
                  </a:lnTo>
                  <a:lnTo>
                    <a:pt x="7031" y="9646"/>
                  </a:lnTo>
                  <a:lnTo>
                    <a:pt x="7031" y="9751"/>
                  </a:lnTo>
                  <a:lnTo>
                    <a:pt x="7052" y="9772"/>
                  </a:lnTo>
                  <a:lnTo>
                    <a:pt x="7073" y="9814"/>
                  </a:lnTo>
                  <a:lnTo>
                    <a:pt x="7157" y="9751"/>
                  </a:lnTo>
                  <a:lnTo>
                    <a:pt x="7240" y="9709"/>
                  </a:lnTo>
                  <a:lnTo>
                    <a:pt x="7324" y="9709"/>
                  </a:lnTo>
                  <a:lnTo>
                    <a:pt x="7345" y="9667"/>
                  </a:lnTo>
                  <a:lnTo>
                    <a:pt x="7491" y="9625"/>
                  </a:lnTo>
                  <a:lnTo>
                    <a:pt x="7554" y="9625"/>
                  </a:lnTo>
                  <a:lnTo>
                    <a:pt x="7554" y="9751"/>
                  </a:lnTo>
                  <a:lnTo>
                    <a:pt x="7575" y="9814"/>
                  </a:lnTo>
                  <a:lnTo>
                    <a:pt x="7575" y="9876"/>
                  </a:lnTo>
                  <a:lnTo>
                    <a:pt x="7575" y="9939"/>
                  </a:lnTo>
                  <a:lnTo>
                    <a:pt x="7638" y="9939"/>
                  </a:lnTo>
                  <a:lnTo>
                    <a:pt x="7743" y="9981"/>
                  </a:lnTo>
                  <a:lnTo>
                    <a:pt x="7784" y="9981"/>
                  </a:lnTo>
                  <a:lnTo>
                    <a:pt x="7910" y="10065"/>
                  </a:lnTo>
                  <a:lnTo>
                    <a:pt x="8056" y="10086"/>
                  </a:lnTo>
                  <a:lnTo>
                    <a:pt x="8182" y="10127"/>
                  </a:lnTo>
                  <a:lnTo>
                    <a:pt x="8182" y="10148"/>
                  </a:lnTo>
                  <a:lnTo>
                    <a:pt x="8287" y="10148"/>
                  </a:lnTo>
                  <a:lnTo>
                    <a:pt x="8433" y="10086"/>
                  </a:lnTo>
                  <a:lnTo>
                    <a:pt x="8475" y="10044"/>
                  </a:lnTo>
                  <a:lnTo>
                    <a:pt x="8517" y="9876"/>
                  </a:lnTo>
                  <a:lnTo>
                    <a:pt x="8600" y="9876"/>
                  </a:lnTo>
                  <a:lnTo>
                    <a:pt x="8642" y="9855"/>
                  </a:lnTo>
                  <a:lnTo>
                    <a:pt x="8684" y="9855"/>
                  </a:lnTo>
                  <a:lnTo>
                    <a:pt x="8684" y="10023"/>
                  </a:lnTo>
                  <a:lnTo>
                    <a:pt x="8789" y="10127"/>
                  </a:lnTo>
                  <a:lnTo>
                    <a:pt x="8789" y="10190"/>
                  </a:lnTo>
                  <a:lnTo>
                    <a:pt x="8935" y="10274"/>
                  </a:lnTo>
                  <a:lnTo>
                    <a:pt x="9144" y="10337"/>
                  </a:lnTo>
                  <a:lnTo>
                    <a:pt x="9270" y="10441"/>
                  </a:lnTo>
                  <a:lnTo>
                    <a:pt x="9375" y="10588"/>
                  </a:lnTo>
                  <a:lnTo>
                    <a:pt x="9479" y="10671"/>
                  </a:lnTo>
                  <a:lnTo>
                    <a:pt x="9584" y="10797"/>
                  </a:lnTo>
                  <a:lnTo>
                    <a:pt x="9730" y="10922"/>
                  </a:lnTo>
                  <a:lnTo>
                    <a:pt x="9793" y="10922"/>
                  </a:lnTo>
                  <a:lnTo>
                    <a:pt x="9898" y="10902"/>
                  </a:lnTo>
                  <a:lnTo>
                    <a:pt x="9981" y="10860"/>
                  </a:lnTo>
                  <a:lnTo>
                    <a:pt x="10002" y="10881"/>
                  </a:lnTo>
                  <a:lnTo>
                    <a:pt x="10044" y="10902"/>
                  </a:lnTo>
                  <a:lnTo>
                    <a:pt x="10107" y="10922"/>
                  </a:lnTo>
                  <a:lnTo>
                    <a:pt x="10170" y="10881"/>
                  </a:lnTo>
                  <a:lnTo>
                    <a:pt x="10107" y="10253"/>
                  </a:lnTo>
                  <a:lnTo>
                    <a:pt x="10065" y="10232"/>
                  </a:lnTo>
                  <a:lnTo>
                    <a:pt x="9940" y="10253"/>
                  </a:lnTo>
                  <a:lnTo>
                    <a:pt x="9940" y="10337"/>
                  </a:lnTo>
                  <a:lnTo>
                    <a:pt x="9981" y="10378"/>
                  </a:lnTo>
                  <a:lnTo>
                    <a:pt x="9688" y="10378"/>
                  </a:lnTo>
                  <a:lnTo>
                    <a:pt x="9647" y="10295"/>
                  </a:lnTo>
                  <a:lnTo>
                    <a:pt x="9626" y="10232"/>
                  </a:lnTo>
                  <a:lnTo>
                    <a:pt x="9458" y="10065"/>
                  </a:lnTo>
                  <a:lnTo>
                    <a:pt x="9375" y="9981"/>
                  </a:lnTo>
                  <a:lnTo>
                    <a:pt x="9375" y="9855"/>
                  </a:lnTo>
                  <a:lnTo>
                    <a:pt x="9375" y="9521"/>
                  </a:lnTo>
                  <a:lnTo>
                    <a:pt x="9375" y="9437"/>
                  </a:lnTo>
                  <a:lnTo>
                    <a:pt x="9479" y="9332"/>
                  </a:lnTo>
                  <a:lnTo>
                    <a:pt x="9542" y="9290"/>
                  </a:lnTo>
                  <a:lnTo>
                    <a:pt x="9521" y="9249"/>
                  </a:lnTo>
                  <a:lnTo>
                    <a:pt x="9563" y="9228"/>
                  </a:lnTo>
                  <a:lnTo>
                    <a:pt x="9563" y="9102"/>
                  </a:lnTo>
                  <a:lnTo>
                    <a:pt x="9563" y="9018"/>
                  </a:lnTo>
                  <a:lnTo>
                    <a:pt x="9563" y="8935"/>
                  </a:lnTo>
                  <a:lnTo>
                    <a:pt x="9563" y="8872"/>
                  </a:lnTo>
                  <a:lnTo>
                    <a:pt x="9584" y="8809"/>
                  </a:lnTo>
                  <a:lnTo>
                    <a:pt x="9626" y="8767"/>
                  </a:lnTo>
                  <a:lnTo>
                    <a:pt x="9542" y="8725"/>
                  </a:lnTo>
                  <a:lnTo>
                    <a:pt x="9479" y="8663"/>
                  </a:lnTo>
                  <a:lnTo>
                    <a:pt x="9458" y="8558"/>
                  </a:lnTo>
                  <a:lnTo>
                    <a:pt x="9688" y="8077"/>
                  </a:lnTo>
                  <a:lnTo>
                    <a:pt x="10630" y="7868"/>
                  </a:lnTo>
                  <a:lnTo>
                    <a:pt x="10714" y="7889"/>
                  </a:lnTo>
                  <a:lnTo>
                    <a:pt x="10588" y="7449"/>
                  </a:lnTo>
                  <a:lnTo>
                    <a:pt x="10170" y="6884"/>
                  </a:lnTo>
                  <a:lnTo>
                    <a:pt x="10044" y="6194"/>
                  </a:lnTo>
                  <a:lnTo>
                    <a:pt x="9960" y="5733"/>
                  </a:lnTo>
                  <a:lnTo>
                    <a:pt x="9856" y="5043"/>
                  </a:lnTo>
                  <a:lnTo>
                    <a:pt x="9856" y="4896"/>
                  </a:lnTo>
                  <a:lnTo>
                    <a:pt x="9835" y="4750"/>
                  </a:lnTo>
                  <a:lnTo>
                    <a:pt x="9772" y="4645"/>
                  </a:lnTo>
                  <a:lnTo>
                    <a:pt x="9772" y="4583"/>
                  </a:lnTo>
                  <a:lnTo>
                    <a:pt x="9772" y="4499"/>
                  </a:lnTo>
                  <a:lnTo>
                    <a:pt x="9877" y="4122"/>
                  </a:lnTo>
                  <a:lnTo>
                    <a:pt x="9981" y="3997"/>
                  </a:lnTo>
                  <a:lnTo>
                    <a:pt x="10107" y="3892"/>
                  </a:lnTo>
                  <a:lnTo>
                    <a:pt x="10149" y="3871"/>
                  </a:lnTo>
                  <a:lnTo>
                    <a:pt x="10107" y="3746"/>
                  </a:lnTo>
                  <a:lnTo>
                    <a:pt x="10191" y="3536"/>
                  </a:lnTo>
                  <a:lnTo>
                    <a:pt x="10212" y="3327"/>
                  </a:lnTo>
                  <a:lnTo>
                    <a:pt x="10212" y="3160"/>
                  </a:lnTo>
                  <a:lnTo>
                    <a:pt x="10253" y="3118"/>
                  </a:lnTo>
                  <a:lnTo>
                    <a:pt x="10484" y="2699"/>
                  </a:lnTo>
                  <a:lnTo>
                    <a:pt x="10525" y="2616"/>
                  </a:lnTo>
                  <a:lnTo>
                    <a:pt x="10714" y="2407"/>
                  </a:lnTo>
                  <a:lnTo>
                    <a:pt x="11007" y="2009"/>
                  </a:lnTo>
                  <a:lnTo>
                    <a:pt x="11028" y="1925"/>
                  </a:lnTo>
                  <a:lnTo>
                    <a:pt x="10986" y="1863"/>
                  </a:lnTo>
                  <a:lnTo>
                    <a:pt x="10923" y="1779"/>
                  </a:lnTo>
                  <a:lnTo>
                    <a:pt x="10839" y="1716"/>
                  </a:lnTo>
                  <a:lnTo>
                    <a:pt x="10881" y="1591"/>
                  </a:lnTo>
                  <a:lnTo>
                    <a:pt x="10902" y="1381"/>
                  </a:lnTo>
                  <a:lnTo>
                    <a:pt x="10902" y="1235"/>
                  </a:lnTo>
                  <a:lnTo>
                    <a:pt x="10944" y="1151"/>
                  </a:lnTo>
                  <a:lnTo>
                    <a:pt x="10986" y="1047"/>
                  </a:lnTo>
                  <a:lnTo>
                    <a:pt x="10944" y="1026"/>
                  </a:lnTo>
                  <a:lnTo>
                    <a:pt x="10776" y="1026"/>
                  </a:lnTo>
                  <a:lnTo>
                    <a:pt x="10776" y="942"/>
                  </a:lnTo>
                  <a:lnTo>
                    <a:pt x="10735" y="858"/>
                  </a:lnTo>
                  <a:lnTo>
                    <a:pt x="10693" y="837"/>
                  </a:lnTo>
                  <a:lnTo>
                    <a:pt x="10672" y="733"/>
                  </a:lnTo>
                  <a:lnTo>
                    <a:pt x="10588" y="670"/>
                  </a:lnTo>
                  <a:lnTo>
                    <a:pt x="10463" y="628"/>
                  </a:lnTo>
                  <a:lnTo>
                    <a:pt x="10400" y="565"/>
                  </a:lnTo>
                  <a:lnTo>
                    <a:pt x="10358" y="502"/>
                  </a:lnTo>
                  <a:lnTo>
                    <a:pt x="10274" y="335"/>
                  </a:lnTo>
                  <a:lnTo>
                    <a:pt x="10212" y="314"/>
                  </a:lnTo>
                  <a:lnTo>
                    <a:pt x="10086" y="314"/>
                  </a:lnTo>
                  <a:lnTo>
                    <a:pt x="10044" y="398"/>
                  </a:lnTo>
                  <a:lnTo>
                    <a:pt x="9981" y="440"/>
                  </a:lnTo>
                  <a:lnTo>
                    <a:pt x="9877" y="502"/>
                  </a:lnTo>
                  <a:lnTo>
                    <a:pt x="9835" y="502"/>
                  </a:lnTo>
                  <a:lnTo>
                    <a:pt x="9793" y="440"/>
                  </a:lnTo>
                  <a:lnTo>
                    <a:pt x="9584" y="440"/>
                  </a:lnTo>
                  <a:lnTo>
                    <a:pt x="9521" y="502"/>
                  </a:lnTo>
                  <a:lnTo>
                    <a:pt x="9479" y="544"/>
                  </a:lnTo>
                  <a:lnTo>
                    <a:pt x="9416" y="565"/>
                  </a:lnTo>
                  <a:lnTo>
                    <a:pt x="9312" y="523"/>
                  </a:lnTo>
                  <a:lnTo>
                    <a:pt x="9165" y="440"/>
                  </a:lnTo>
                  <a:lnTo>
                    <a:pt x="9124" y="356"/>
                  </a:lnTo>
                  <a:lnTo>
                    <a:pt x="9040" y="335"/>
                  </a:lnTo>
                  <a:lnTo>
                    <a:pt x="8998" y="293"/>
                  </a:lnTo>
                  <a:lnTo>
                    <a:pt x="8956" y="189"/>
                  </a:lnTo>
                  <a:lnTo>
                    <a:pt x="8935" y="147"/>
                  </a:lnTo>
                  <a:lnTo>
                    <a:pt x="8831" y="105"/>
                  </a:lnTo>
                  <a:lnTo>
                    <a:pt x="8705" y="105"/>
                  </a:lnTo>
                  <a:lnTo>
                    <a:pt x="8517" y="189"/>
                  </a:lnTo>
                  <a:lnTo>
                    <a:pt x="8496" y="147"/>
                  </a:lnTo>
                  <a:lnTo>
                    <a:pt x="8266" y="147"/>
                  </a:lnTo>
                  <a:lnTo>
                    <a:pt x="8182" y="105"/>
                  </a:lnTo>
                  <a:lnTo>
                    <a:pt x="8098" y="84"/>
                  </a:lnTo>
                  <a:lnTo>
                    <a:pt x="8056" y="42"/>
                  </a:lnTo>
                  <a:lnTo>
                    <a:pt x="7868" y="42"/>
                  </a:lnTo>
                  <a:lnTo>
                    <a:pt x="778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1959" name="Google Shape;1959;p60"/>
            <p:cNvSpPr/>
            <p:nvPr/>
          </p:nvSpPr>
          <p:spPr>
            <a:xfrm>
              <a:off x="3970326" y="3207451"/>
              <a:ext cx="21934" cy="52837"/>
            </a:xfrm>
            <a:custGeom>
              <a:rect b="b" l="l" r="r" t="t"/>
              <a:pathLst>
                <a:path extrusionOk="0" h="4646" w="1842">
                  <a:moveTo>
                    <a:pt x="210" y="0"/>
                  </a:moveTo>
                  <a:lnTo>
                    <a:pt x="189" y="21"/>
                  </a:lnTo>
                  <a:lnTo>
                    <a:pt x="210" y="105"/>
                  </a:lnTo>
                  <a:lnTo>
                    <a:pt x="231" y="126"/>
                  </a:lnTo>
                  <a:lnTo>
                    <a:pt x="273" y="209"/>
                  </a:lnTo>
                  <a:lnTo>
                    <a:pt x="377" y="251"/>
                  </a:lnTo>
                  <a:lnTo>
                    <a:pt x="419" y="272"/>
                  </a:lnTo>
                  <a:lnTo>
                    <a:pt x="419" y="314"/>
                  </a:lnTo>
                  <a:lnTo>
                    <a:pt x="377" y="460"/>
                  </a:lnTo>
                  <a:lnTo>
                    <a:pt x="377" y="523"/>
                  </a:lnTo>
                  <a:lnTo>
                    <a:pt x="482" y="586"/>
                  </a:lnTo>
                  <a:lnTo>
                    <a:pt x="503" y="670"/>
                  </a:lnTo>
                  <a:lnTo>
                    <a:pt x="503" y="795"/>
                  </a:lnTo>
                  <a:lnTo>
                    <a:pt x="482" y="837"/>
                  </a:lnTo>
                  <a:lnTo>
                    <a:pt x="482" y="879"/>
                  </a:lnTo>
                  <a:lnTo>
                    <a:pt x="335" y="1004"/>
                  </a:lnTo>
                  <a:lnTo>
                    <a:pt x="335" y="1088"/>
                  </a:lnTo>
                  <a:lnTo>
                    <a:pt x="377" y="1193"/>
                  </a:lnTo>
                  <a:lnTo>
                    <a:pt x="377" y="1276"/>
                  </a:lnTo>
                  <a:lnTo>
                    <a:pt x="398" y="1360"/>
                  </a:lnTo>
                  <a:lnTo>
                    <a:pt x="335" y="1423"/>
                  </a:lnTo>
                  <a:lnTo>
                    <a:pt x="398" y="1507"/>
                  </a:lnTo>
                  <a:lnTo>
                    <a:pt x="398" y="1590"/>
                  </a:lnTo>
                  <a:lnTo>
                    <a:pt x="335" y="1611"/>
                  </a:lnTo>
                  <a:lnTo>
                    <a:pt x="377" y="1695"/>
                  </a:lnTo>
                  <a:lnTo>
                    <a:pt x="398" y="1737"/>
                  </a:lnTo>
                  <a:lnTo>
                    <a:pt x="440" y="1779"/>
                  </a:lnTo>
                  <a:lnTo>
                    <a:pt x="440" y="1820"/>
                  </a:lnTo>
                  <a:lnTo>
                    <a:pt x="398" y="1820"/>
                  </a:lnTo>
                  <a:lnTo>
                    <a:pt x="377" y="1904"/>
                  </a:lnTo>
                  <a:lnTo>
                    <a:pt x="293" y="1925"/>
                  </a:lnTo>
                  <a:lnTo>
                    <a:pt x="168" y="2030"/>
                  </a:lnTo>
                  <a:lnTo>
                    <a:pt x="126" y="2051"/>
                  </a:lnTo>
                  <a:lnTo>
                    <a:pt x="126" y="2134"/>
                  </a:lnTo>
                  <a:lnTo>
                    <a:pt x="168" y="2197"/>
                  </a:lnTo>
                  <a:lnTo>
                    <a:pt x="126" y="2260"/>
                  </a:lnTo>
                  <a:lnTo>
                    <a:pt x="126" y="2344"/>
                  </a:lnTo>
                  <a:lnTo>
                    <a:pt x="63" y="2448"/>
                  </a:lnTo>
                  <a:lnTo>
                    <a:pt x="1" y="2469"/>
                  </a:lnTo>
                  <a:lnTo>
                    <a:pt x="1" y="2532"/>
                  </a:lnTo>
                  <a:lnTo>
                    <a:pt x="84" y="2636"/>
                  </a:lnTo>
                  <a:lnTo>
                    <a:pt x="126" y="2741"/>
                  </a:lnTo>
                  <a:lnTo>
                    <a:pt x="168" y="2783"/>
                  </a:lnTo>
                  <a:lnTo>
                    <a:pt x="314" y="2762"/>
                  </a:lnTo>
                  <a:lnTo>
                    <a:pt x="335" y="2825"/>
                  </a:lnTo>
                  <a:lnTo>
                    <a:pt x="377" y="2867"/>
                  </a:lnTo>
                  <a:lnTo>
                    <a:pt x="419" y="2929"/>
                  </a:lnTo>
                  <a:lnTo>
                    <a:pt x="419" y="2992"/>
                  </a:lnTo>
                  <a:lnTo>
                    <a:pt x="524" y="3055"/>
                  </a:lnTo>
                  <a:lnTo>
                    <a:pt x="586" y="3034"/>
                  </a:lnTo>
                  <a:lnTo>
                    <a:pt x="628" y="3034"/>
                  </a:lnTo>
                  <a:lnTo>
                    <a:pt x="691" y="2971"/>
                  </a:lnTo>
                  <a:lnTo>
                    <a:pt x="817" y="2971"/>
                  </a:lnTo>
                  <a:lnTo>
                    <a:pt x="963" y="2992"/>
                  </a:lnTo>
                  <a:lnTo>
                    <a:pt x="1026" y="3097"/>
                  </a:lnTo>
                  <a:lnTo>
                    <a:pt x="1026" y="3264"/>
                  </a:lnTo>
                  <a:lnTo>
                    <a:pt x="1005" y="3390"/>
                  </a:lnTo>
                  <a:lnTo>
                    <a:pt x="900" y="3515"/>
                  </a:lnTo>
                  <a:lnTo>
                    <a:pt x="837" y="3662"/>
                  </a:lnTo>
                  <a:lnTo>
                    <a:pt x="796" y="3766"/>
                  </a:lnTo>
                  <a:lnTo>
                    <a:pt x="796" y="3871"/>
                  </a:lnTo>
                  <a:lnTo>
                    <a:pt x="837" y="3996"/>
                  </a:lnTo>
                  <a:lnTo>
                    <a:pt x="837" y="4080"/>
                  </a:lnTo>
                  <a:lnTo>
                    <a:pt x="942" y="4206"/>
                  </a:lnTo>
                  <a:lnTo>
                    <a:pt x="1047" y="4289"/>
                  </a:lnTo>
                  <a:lnTo>
                    <a:pt x="1130" y="4331"/>
                  </a:lnTo>
                  <a:lnTo>
                    <a:pt x="1172" y="4394"/>
                  </a:lnTo>
                  <a:lnTo>
                    <a:pt x="1256" y="4499"/>
                  </a:lnTo>
                  <a:lnTo>
                    <a:pt x="1235" y="4541"/>
                  </a:lnTo>
                  <a:lnTo>
                    <a:pt x="1256" y="4645"/>
                  </a:lnTo>
                  <a:lnTo>
                    <a:pt x="1361" y="4624"/>
                  </a:lnTo>
                  <a:lnTo>
                    <a:pt x="1381" y="4499"/>
                  </a:lnTo>
                  <a:lnTo>
                    <a:pt x="1361" y="4352"/>
                  </a:lnTo>
                  <a:lnTo>
                    <a:pt x="1423" y="4248"/>
                  </a:lnTo>
                  <a:lnTo>
                    <a:pt x="1423" y="4143"/>
                  </a:lnTo>
                  <a:lnTo>
                    <a:pt x="1486" y="3996"/>
                  </a:lnTo>
                  <a:lnTo>
                    <a:pt x="1591" y="3976"/>
                  </a:lnTo>
                  <a:lnTo>
                    <a:pt x="1674" y="3913"/>
                  </a:lnTo>
                  <a:lnTo>
                    <a:pt x="1695" y="3808"/>
                  </a:lnTo>
                  <a:lnTo>
                    <a:pt x="1737" y="3599"/>
                  </a:lnTo>
                  <a:lnTo>
                    <a:pt x="1653" y="3515"/>
                  </a:lnTo>
                  <a:lnTo>
                    <a:pt x="1674" y="3473"/>
                  </a:lnTo>
                  <a:lnTo>
                    <a:pt x="1653" y="3452"/>
                  </a:lnTo>
                  <a:lnTo>
                    <a:pt x="1674" y="3390"/>
                  </a:lnTo>
                  <a:lnTo>
                    <a:pt x="1737" y="3390"/>
                  </a:lnTo>
                  <a:lnTo>
                    <a:pt x="1758" y="3306"/>
                  </a:lnTo>
                  <a:lnTo>
                    <a:pt x="1842" y="3306"/>
                  </a:lnTo>
                  <a:lnTo>
                    <a:pt x="1842" y="3243"/>
                  </a:lnTo>
                  <a:lnTo>
                    <a:pt x="1779" y="3160"/>
                  </a:lnTo>
                  <a:lnTo>
                    <a:pt x="1737" y="3034"/>
                  </a:lnTo>
                  <a:lnTo>
                    <a:pt x="1591" y="2846"/>
                  </a:lnTo>
                  <a:lnTo>
                    <a:pt x="1570" y="2741"/>
                  </a:lnTo>
                  <a:lnTo>
                    <a:pt x="1361" y="2553"/>
                  </a:lnTo>
                  <a:lnTo>
                    <a:pt x="1319" y="2532"/>
                  </a:lnTo>
                  <a:lnTo>
                    <a:pt x="1277" y="2469"/>
                  </a:lnTo>
                  <a:lnTo>
                    <a:pt x="1172" y="2406"/>
                  </a:lnTo>
                  <a:lnTo>
                    <a:pt x="1005" y="2323"/>
                  </a:lnTo>
                  <a:lnTo>
                    <a:pt x="921" y="1779"/>
                  </a:lnTo>
                  <a:lnTo>
                    <a:pt x="942" y="1674"/>
                  </a:lnTo>
                  <a:lnTo>
                    <a:pt x="942" y="691"/>
                  </a:lnTo>
                  <a:lnTo>
                    <a:pt x="921" y="481"/>
                  </a:lnTo>
                  <a:lnTo>
                    <a:pt x="733" y="272"/>
                  </a:lnTo>
                  <a:lnTo>
                    <a:pt x="649" y="209"/>
                  </a:lnTo>
                  <a:lnTo>
                    <a:pt x="607" y="167"/>
                  </a:lnTo>
                  <a:lnTo>
                    <a:pt x="586" y="126"/>
                  </a:lnTo>
                  <a:lnTo>
                    <a:pt x="524" y="126"/>
                  </a:lnTo>
                  <a:lnTo>
                    <a:pt x="503" y="105"/>
                  </a:lnTo>
                  <a:lnTo>
                    <a:pt x="419" y="63"/>
                  </a:lnTo>
                  <a:lnTo>
                    <a:pt x="398" y="105"/>
                  </a:lnTo>
                  <a:lnTo>
                    <a:pt x="377" y="63"/>
                  </a:lnTo>
                  <a:lnTo>
                    <a:pt x="293" y="63"/>
                  </a:lnTo>
                  <a:lnTo>
                    <a:pt x="27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60"/>
            <p:cNvSpPr/>
            <p:nvPr/>
          </p:nvSpPr>
          <p:spPr>
            <a:xfrm>
              <a:off x="3895082" y="3199593"/>
              <a:ext cx="81233" cy="66165"/>
            </a:xfrm>
            <a:custGeom>
              <a:rect b="b" l="l" r="r" t="t"/>
              <a:pathLst>
                <a:path extrusionOk="0" h="5818" w="6822">
                  <a:moveTo>
                    <a:pt x="5085" y="1"/>
                  </a:moveTo>
                  <a:lnTo>
                    <a:pt x="4143" y="210"/>
                  </a:lnTo>
                  <a:lnTo>
                    <a:pt x="3913" y="691"/>
                  </a:lnTo>
                  <a:lnTo>
                    <a:pt x="3934" y="796"/>
                  </a:lnTo>
                  <a:lnTo>
                    <a:pt x="3997" y="858"/>
                  </a:lnTo>
                  <a:lnTo>
                    <a:pt x="4081" y="900"/>
                  </a:lnTo>
                  <a:lnTo>
                    <a:pt x="4039" y="942"/>
                  </a:lnTo>
                  <a:lnTo>
                    <a:pt x="4018" y="1005"/>
                  </a:lnTo>
                  <a:lnTo>
                    <a:pt x="4018" y="1068"/>
                  </a:lnTo>
                  <a:lnTo>
                    <a:pt x="4018" y="1151"/>
                  </a:lnTo>
                  <a:lnTo>
                    <a:pt x="4018" y="1235"/>
                  </a:lnTo>
                  <a:lnTo>
                    <a:pt x="4018" y="1361"/>
                  </a:lnTo>
                  <a:lnTo>
                    <a:pt x="3976" y="1382"/>
                  </a:lnTo>
                  <a:lnTo>
                    <a:pt x="3997" y="1423"/>
                  </a:lnTo>
                  <a:lnTo>
                    <a:pt x="3934" y="1465"/>
                  </a:lnTo>
                  <a:lnTo>
                    <a:pt x="3830" y="1570"/>
                  </a:lnTo>
                  <a:lnTo>
                    <a:pt x="3830" y="1654"/>
                  </a:lnTo>
                  <a:lnTo>
                    <a:pt x="3830" y="1988"/>
                  </a:lnTo>
                  <a:lnTo>
                    <a:pt x="3830" y="2114"/>
                  </a:lnTo>
                  <a:lnTo>
                    <a:pt x="3913" y="2198"/>
                  </a:lnTo>
                  <a:lnTo>
                    <a:pt x="4081" y="2365"/>
                  </a:lnTo>
                  <a:lnTo>
                    <a:pt x="4102" y="2428"/>
                  </a:lnTo>
                  <a:lnTo>
                    <a:pt x="4143" y="2511"/>
                  </a:lnTo>
                  <a:lnTo>
                    <a:pt x="4436" y="2511"/>
                  </a:lnTo>
                  <a:lnTo>
                    <a:pt x="4395" y="2470"/>
                  </a:lnTo>
                  <a:lnTo>
                    <a:pt x="4395" y="2386"/>
                  </a:lnTo>
                  <a:lnTo>
                    <a:pt x="4520" y="2365"/>
                  </a:lnTo>
                  <a:lnTo>
                    <a:pt x="4562" y="2386"/>
                  </a:lnTo>
                  <a:lnTo>
                    <a:pt x="4625" y="3014"/>
                  </a:lnTo>
                  <a:lnTo>
                    <a:pt x="4562" y="3055"/>
                  </a:lnTo>
                  <a:lnTo>
                    <a:pt x="4499" y="3035"/>
                  </a:lnTo>
                  <a:lnTo>
                    <a:pt x="4457" y="3014"/>
                  </a:lnTo>
                  <a:lnTo>
                    <a:pt x="4436" y="2993"/>
                  </a:lnTo>
                  <a:lnTo>
                    <a:pt x="4353" y="3035"/>
                  </a:lnTo>
                  <a:lnTo>
                    <a:pt x="4248" y="3055"/>
                  </a:lnTo>
                  <a:lnTo>
                    <a:pt x="4185" y="3055"/>
                  </a:lnTo>
                  <a:lnTo>
                    <a:pt x="4039" y="2930"/>
                  </a:lnTo>
                  <a:lnTo>
                    <a:pt x="3934" y="2804"/>
                  </a:lnTo>
                  <a:lnTo>
                    <a:pt x="3830" y="2721"/>
                  </a:lnTo>
                  <a:lnTo>
                    <a:pt x="3725" y="2574"/>
                  </a:lnTo>
                  <a:lnTo>
                    <a:pt x="3599" y="2470"/>
                  </a:lnTo>
                  <a:lnTo>
                    <a:pt x="3390" y="2407"/>
                  </a:lnTo>
                  <a:lnTo>
                    <a:pt x="3244" y="2323"/>
                  </a:lnTo>
                  <a:lnTo>
                    <a:pt x="3244" y="2260"/>
                  </a:lnTo>
                  <a:lnTo>
                    <a:pt x="3139" y="2156"/>
                  </a:lnTo>
                  <a:lnTo>
                    <a:pt x="3139" y="1988"/>
                  </a:lnTo>
                  <a:lnTo>
                    <a:pt x="3097" y="1988"/>
                  </a:lnTo>
                  <a:lnTo>
                    <a:pt x="3055" y="2009"/>
                  </a:lnTo>
                  <a:lnTo>
                    <a:pt x="2972" y="2009"/>
                  </a:lnTo>
                  <a:lnTo>
                    <a:pt x="2930" y="2177"/>
                  </a:lnTo>
                  <a:lnTo>
                    <a:pt x="2888" y="2219"/>
                  </a:lnTo>
                  <a:lnTo>
                    <a:pt x="2742" y="2281"/>
                  </a:lnTo>
                  <a:lnTo>
                    <a:pt x="2637" y="2281"/>
                  </a:lnTo>
                  <a:lnTo>
                    <a:pt x="2637" y="2260"/>
                  </a:lnTo>
                  <a:lnTo>
                    <a:pt x="2511" y="2219"/>
                  </a:lnTo>
                  <a:lnTo>
                    <a:pt x="2365" y="2198"/>
                  </a:lnTo>
                  <a:lnTo>
                    <a:pt x="2239" y="2114"/>
                  </a:lnTo>
                  <a:lnTo>
                    <a:pt x="2198" y="2114"/>
                  </a:lnTo>
                  <a:lnTo>
                    <a:pt x="2093" y="2072"/>
                  </a:lnTo>
                  <a:lnTo>
                    <a:pt x="2030" y="2072"/>
                  </a:lnTo>
                  <a:lnTo>
                    <a:pt x="2030" y="2009"/>
                  </a:lnTo>
                  <a:lnTo>
                    <a:pt x="2030" y="1947"/>
                  </a:lnTo>
                  <a:lnTo>
                    <a:pt x="2009" y="1884"/>
                  </a:lnTo>
                  <a:lnTo>
                    <a:pt x="2009" y="1758"/>
                  </a:lnTo>
                  <a:lnTo>
                    <a:pt x="1946" y="1758"/>
                  </a:lnTo>
                  <a:lnTo>
                    <a:pt x="1800" y="1800"/>
                  </a:lnTo>
                  <a:lnTo>
                    <a:pt x="1779" y="1842"/>
                  </a:lnTo>
                  <a:lnTo>
                    <a:pt x="1695" y="1842"/>
                  </a:lnTo>
                  <a:lnTo>
                    <a:pt x="1612" y="1884"/>
                  </a:lnTo>
                  <a:lnTo>
                    <a:pt x="1528" y="1947"/>
                  </a:lnTo>
                  <a:lnTo>
                    <a:pt x="1507" y="1905"/>
                  </a:lnTo>
                  <a:lnTo>
                    <a:pt x="1486" y="1884"/>
                  </a:lnTo>
                  <a:lnTo>
                    <a:pt x="1486" y="1779"/>
                  </a:lnTo>
                  <a:lnTo>
                    <a:pt x="1465" y="1758"/>
                  </a:lnTo>
                  <a:lnTo>
                    <a:pt x="1361" y="1695"/>
                  </a:lnTo>
                  <a:lnTo>
                    <a:pt x="1298" y="1737"/>
                  </a:lnTo>
                  <a:lnTo>
                    <a:pt x="1256" y="1674"/>
                  </a:lnTo>
                  <a:lnTo>
                    <a:pt x="1256" y="1695"/>
                  </a:lnTo>
                  <a:lnTo>
                    <a:pt x="1256" y="1758"/>
                  </a:lnTo>
                  <a:lnTo>
                    <a:pt x="1214" y="1779"/>
                  </a:lnTo>
                  <a:lnTo>
                    <a:pt x="1256" y="2009"/>
                  </a:lnTo>
                  <a:lnTo>
                    <a:pt x="1256" y="2219"/>
                  </a:lnTo>
                  <a:lnTo>
                    <a:pt x="1256" y="2365"/>
                  </a:lnTo>
                  <a:lnTo>
                    <a:pt x="1298" y="2470"/>
                  </a:lnTo>
                  <a:lnTo>
                    <a:pt x="1298" y="2574"/>
                  </a:lnTo>
                  <a:lnTo>
                    <a:pt x="1277" y="2616"/>
                  </a:lnTo>
                  <a:lnTo>
                    <a:pt x="1256" y="2783"/>
                  </a:lnTo>
                  <a:lnTo>
                    <a:pt x="1277" y="2825"/>
                  </a:lnTo>
                  <a:lnTo>
                    <a:pt x="42" y="2825"/>
                  </a:lnTo>
                  <a:lnTo>
                    <a:pt x="1" y="4771"/>
                  </a:lnTo>
                  <a:lnTo>
                    <a:pt x="22" y="4813"/>
                  </a:lnTo>
                  <a:lnTo>
                    <a:pt x="105" y="4918"/>
                  </a:lnTo>
                  <a:lnTo>
                    <a:pt x="168" y="4980"/>
                  </a:lnTo>
                  <a:lnTo>
                    <a:pt x="231" y="5043"/>
                  </a:lnTo>
                  <a:lnTo>
                    <a:pt x="314" y="5085"/>
                  </a:lnTo>
                  <a:lnTo>
                    <a:pt x="419" y="5232"/>
                  </a:lnTo>
                  <a:lnTo>
                    <a:pt x="482" y="5294"/>
                  </a:lnTo>
                  <a:lnTo>
                    <a:pt x="566" y="5336"/>
                  </a:lnTo>
                  <a:lnTo>
                    <a:pt x="628" y="5399"/>
                  </a:lnTo>
                  <a:lnTo>
                    <a:pt x="670" y="5462"/>
                  </a:lnTo>
                  <a:lnTo>
                    <a:pt x="754" y="5504"/>
                  </a:lnTo>
                  <a:lnTo>
                    <a:pt x="775" y="5608"/>
                  </a:lnTo>
                  <a:lnTo>
                    <a:pt x="1319" y="5462"/>
                  </a:lnTo>
                  <a:lnTo>
                    <a:pt x="1402" y="5504"/>
                  </a:lnTo>
                  <a:lnTo>
                    <a:pt x="1528" y="5441"/>
                  </a:lnTo>
                  <a:lnTo>
                    <a:pt x="1570" y="5462"/>
                  </a:lnTo>
                  <a:lnTo>
                    <a:pt x="1591" y="5462"/>
                  </a:lnTo>
                  <a:lnTo>
                    <a:pt x="1612" y="5504"/>
                  </a:lnTo>
                  <a:lnTo>
                    <a:pt x="1695" y="5504"/>
                  </a:lnTo>
                  <a:lnTo>
                    <a:pt x="1716" y="5524"/>
                  </a:lnTo>
                  <a:lnTo>
                    <a:pt x="1737" y="5524"/>
                  </a:lnTo>
                  <a:lnTo>
                    <a:pt x="1821" y="5629"/>
                  </a:lnTo>
                  <a:lnTo>
                    <a:pt x="1884" y="5629"/>
                  </a:lnTo>
                  <a:lnTo>
                    <a:pt x="2030" y="5650"/>
                  </a:lnTo>
                  <a:lnTo>
                    <a:pt x="2135" y="5713"/>
                  </a:lnTo>
                  <a:lnTo>
                    <a:pt x="2198" y="5755"/>
                  </a:lnTo>
                  <a:lnTo>
                    <a:pt x="2239" y="5755"/>
                  </a:lnTo>
                  <a:lnTo>
                    <a:pt x="2344" y="5671"/>
                  </a:lnTo>
                  <a:lnTo>
                    <a:pt x="2470" y="5650"/>
                  </a:lnTo>
                  <a:lnTo>
                    <a:pt x="2532" y="5713"/>
                  </a:lnTo>
                  <a:lnTo>
                    <a:pt x="2553" y="5671"/>
                  </a:lnTo>
                  <a:lnTo>
                    <a:pt x="2574" y="5713"/>
                  </a:lnTo>
                  <a:lnTo>
                    <a:pt x="2616" y="5713"/>
                  </a:lnTo>
                  <a:lnTo>
                    <a:pt x="2679" y="5776"/>
                  </a:lnTo>
                  <a:lnTo>
                    <a:pt x="2783" y="5817"/>
                  </a:lnTo>
                  <a:lnTo>
                    <a:pt x="2951" y="5755"/>
                  </a:lnTo>
                  <a:lnTo>
                    <a:pt x="3139" y="5504"/>
                  </a:lnTo>
                  <a:lnTo>
                    <a:pt x="3390" y="5190"/>
                  </a:lnTo>
                  <a:lnTo>
                    <a:pt x="3725" y="4939"/>
                  </a:lnTo>
                  <a:lnTo>
                    <a:pt x="3934" y="4876"/>
                  </a:lnTo>
                  <a:lnTo>
                    <a:pt x="3976" y="4834"/>
                  </a:lnTo>
                  <a:lnTo>
                    <a:pt x="3997" y="4792"/>
                  </a:lnTo>
                  <a:lnTo>
                    <a:pt x="3976" y="4729"/>
                  </a:lnTo>
                  <a:lnTo>
                    <a:pt x="3997" y="4687"/>
                  </a:lnTo>
                  <a:lnTo>
                    <a:pt x="3997" y="4625"/>
                  </a:lnTo>
                  <a:lnTo>
                    <a:pt x="4039" y="4562"/>
                  </a:lnTo>
                  <a:lnTo>
                    <a:pt x="4206" y="4457"/>
                  </a:lnTo>
                  <a:lnTo>
                    <a:pt x="4290" y="4415"/>
                  </a:lnTo>
                  <a:lnTo>
                    <a:pt x="4353" y="4395"/>
                  </a:lnTo>
                  <a:lnTo>
                    <a:pt x="4499" y="4353"/>
                  </a:lnTo>
                  <a:lnTo>
                    <a:pt x="4646" y="4353"/>
                  </a:lnTo>
                  <a:lnTo>
                    <a:pt x="4667" y="4395"/>
                  </a:lnTo>
                  <a:lnTo>
                    <a:pt x="4729" y="4374"/>
                  </a:lnTo>
                  <a:lnTo>
                    <a:pt x="4855" y="4395"/>
                  </a:lnTo>
                  <a:lnTo>
                    <a:pt x="4918" y="4395"/>
                  </a:lnTo>
                  <a:lnTo>
                    <a:pt x="4918" y="4311"/>
                  </a:lnTo>
                  <a:lnTo>
                    <a:pt x="4876" y="4143"/>
                  </a:lnTo>
                  <a:lnTo>
                    <a:pt x="4918" y="4060"/>
                  </a:lnTo>
                  <a:lnTo>
                    <a:pt x="5148" y="3955"/>
                  </a:lnTo>
                  <a:lnTo>
                    <a:pt x="5273" y="3955"/>
                  </a:lnTo>
                  <a:lnTo>
                    <a:pt x="5859" y="3683"/>
                  </a:lnTo>
                  <a:lnTo>
                    <a:pt x="5964" y="3662"/>
                  </a:lnTo>
                  <a:lnTo>
                    <a:pt x="6299" y="3537"/>
                  </a:lnTo>
                  <a:lnTo>
                    <a:pt x="6487" y="3474"/>
                  </a:lnTo>
                  <a:lnTo>
                    <a:pt x="6445" y="3432"/>
                  </a:lnTo>
                  <a:lnTo>
                    <a:pt x="6403" y="3327"/>
                  </a:lnTo>
                  <a:lnTo>
                    <a:pt x="6320" y="3223"/>
                  </a:lnTo>
                  <a:lnTo>
                    <a:pt x="6320" y="3160"/>
                  </a:lnTo>
                  <a:lnTo>
                    <a:pt x="6382" y="3139"/>
                  </a:lnTo>
                  <a:lnTo>
                    <a:pt x="6445" y="3035"/>
                  </a:lnTo>
                  <a:lnTo>
                    <a:pt x="6445" y="2951"/>
                  </a:lnTo>
                  <a:lnTo>
                    <a:pt x="6487" y="2888"/>
                  </a:lnTo>
                  <a:lnTo>
                    <a:pt x="6445" y="2825"/>
                  </a:lnTo>
                  <a:lnTo>
                    <a:pt x="6445" y="2742"/>
                  </a:lnTo>
                  <a:lnTo>
                    <a:pt x="6487" y="2721"/>
                  </a:lnTo>
                  <a:lnTo>
                    <a:pt x="6612" y="2616"/>
                  </a:lnTo>
                  <a:lnTo>
                    <a:pt x="6696" y="2595"/>
                  </a:lnTo>
                  <a:lnTo>
                    <a:pt x="6717" y="2511"/>
                  </a:lnTo>
                  <a:lnTo>
                    <a:pt x="6759" y="2511"/>
                  </a:lnTo>
                  <a:lnTo>
                    <a:pt x="6759" y="2470"/>
                  </a:lnTo>
                  <a:lnTo>
                    <a:pt x="6717" y="2428"/>
                  </a:lnTo>
                  <a:lnTo>
                    <a:pt x="6696" y="2386"/>
                  </a:lnTo>
                  <a:lnTo>
                    <a:pt x="6654" y="2302"/>
                  </a:lnTo>
                  <a:lnTo>
                    <a:pt x="6717" y="2281"/>
                  </a:lnTo>
                  <a:lnTo>
                    <a:pt x="6717" y="2198"/>
                  </a:lnTo>
                  <a:lnTo>
                    <a:pt x="6654" y="2114"/>
                  </a:lnTo>
                  <a:lnTo>
                    <a:pt x="6717" y="2051"/>
                  </a:lnTo>
                  <a:lnTo>
                    <a:pt x="6696" y="1967"/>
                  </a:lnTo>
                  <a:lnTo>
                    <a:pt x="6696" y="1884"/>
                  </a:lnTo>
                  <a:lnTo>
                    <a:pt x="6654" y="1779"/>
                  </a:lnTo>
                  <a:lnTo>
                    <a:pt x="6654" y="1695"/>
                  </a:lnTo>
                  <a:lnTo>
                    <a:pt x="6801" y="1570"/>
                  </a:lnTo>
                  <a:lnTo>
                    <a:pt x="6801" y="1528"/>
                  </a:lnTo>
                  <a:lnTo>
                    <a:pt x="6822" y="1486"/>
                  </a:lnTo>
                  <a:lnTo>
                    <a:pt x="6822" y="1361"/>
                  </a:lnTo>
                  <a:lnTo>
                    <a:pt x="6801" y="1277"/>
                  </a:lnTo>
                  <a:lnTo>
                    <a:pt x="6696" y="1214"/>
                  </a:lnTo>
                  <a:lnTo>
                    <a:pt x="6696" y="1151"/>
                  </a:lnTo>
                  <a:lnTo>
                    <a:pt x="6738" y="1005"/>
                  </a:lnTo>
                  <a:lnTo>
                    <a:pt x="6738" y="963"/>
                  </a:lnTo>
                  <a:lnTo>
                    <a:pt x="6696" y="942"/>
                  </a:lnTo>
                  <a:lnTo>
                    <a:pt x="6592" y="900"/>
                  </a:lnTo>
                  <a:lnTo>
                    <a:pt x="6550" y="817"/>
                  </a:lnTo>
                  <a:lnTo>
                    <a:pt x="6529" y="796"/>
                  </a:lnTo>
                  <a:lnTo>
                    <a:pt x="6508" y="712"/>
                  </a:lnTo>
                  <a:lnTo>
                    <a:pt x="6508" y="691"/>
                  </a:lnTo>
                  <a:lnTo>
                    <a:pt x="6445" y="691"/>
                  </a:lnTo>
                  <a:lnTo>
                    <a:pt x="6340" y="586"/>
                  </a:lnTo>
                  <a:lnTo>
                    <a:pt x="6299" y="503"/>
                  </a:lnTo>
                  <a:lnTo>
                    <a:pt x="6236" y="482"/>
                  </a:lnTo>
                  <a:lnTo>
                    <a:pt x="6194" y="419"/>
                  </a:lnTo>
                  <a:lnTo>
                    <a:pt x="6110" y="419"/>
                  </a:lnTo>
                  <a:lnTo>
                    <a:pt x="5859" y="335"/>
                  </a:lnTo>
                  <a:lnTo>
                    <a:pt x="5755" y="335"/>
                  </a:lnTo>
                  <a:lnTo>
                    <a:pt x="5671" y="273"/>
                  </a:lnTo>
                  <a:lnTo>
                    <a:pt x="5671" y="210"/>
                  </a:lnTo>
                  <a:lnTo>
                    <a:pt x="5587" y="168"/>
                  </a:lnTo>
                  <a:lnTo>
                    <a:pt x="5545" y="168"/>
                  </a:lnTo>
                  <a:lnTo>
                    <a:pt x="5441" y="126"/>
                  </a:lnTo>
                  <a:lnTo>
                    <a:pt x="5357" y="126"/>
                  </a:lnTo>
                  <a:lnTo>
                    <a:pt x="5169" y="22"/>
                  </a:lnTo>
                  <a:lnTo>
                    <a:pt x="508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60"/>
            <p:cNvSpPr/>
            <p:nvPr/>
          </p:nvSpPr>
          <p:spPr>
            <a:xfrm>
              <a:off x="3824328" y="3184365"/>
              <a:ext cx="86210" cy="81393"/>
            </a:xfrm>
            <a:custGeom>
              <a:rect b="b" l="l" r="r" t="t"/>
              <a:pathLst>
                <a:path extrusionOk="0" h="7157" w="7240">
                  <a:moveTo>
                    <a:pt x="963" y="0"/>
                  </a:moveTo>
                  <a:lnTo>
                    <a:pt x="879" y="42"/>
                  </a:lnTo>
                  <a:lnTo>
                    <a:pt x="774" y="63"/>
                  </a:lnTo>
                  <a:lnTo>
                    <a:pt x="712" y="63"/>
                  </a:lnTo>
                  <a:lnTo>
                    <a:pt x="670" y="84"/>
                  </a:lnTo>
                  <a:lnTo>
                    <a:pt x="670" y="105"/>
                  </a:lnTo>
                  <a:lnTo>
                    <a:pt x="649" y="105"/>
                  </a:lnTo>
                  <a:lnTo>
                    <a:pt x="502" y="189"/>
                  </a:lnTo>
                  <a:lnTo>
                    <a:pt x="544" y="273"/>
                  </a:lnTo>
                  <a:lnTo>
                    <a:pt x="544" y="356"/>
                  </a:lnTo>
                  <a:lnTo>
                    <a:pt x="858" y="712"/>
                  </a:lnTo>
                  <a:lnTo>
                    <a:pt x="879" y="1151"/>
                  </a:lnTo>
                  <a:lnTo>
                    <a:pt x="1046" y="1402"/>
                  </a:lnTo>
                  <a:lnTo>
                    <a:pt x="1026" y="1633"/>
                  </a:lnTo>
                  <a:lnTo>
                    <a:pt x="837" y="1863"/>
                  </a:lnTo>
                  <a:lnTo>
                    <a:pt x="942" y="1925"/>
                  </a:lnTo>
                  <a:lnTo>
                    <a:pt x="942" y="2135"/>
                  </a:lnTo>
                  <a:lnTo>
                    <a:pt x="1046" y="2260"/>
                  </a:lnTo>
                  <a:lnTo>
                    <a:pt x="1046" y="2407"/>
                  </a:lnTo>
                  <a:lnTo>
                    <a:pt x="1256" y="2783"/>
                  </a:lnTo>
                  <a:lnTo>
                    <a:pt x="1256" y="2867"/>
                  </a:lnTo>
                  <a:lnTo>
                    <a:pt x="1339" y="2972"/>
                  </a:lnTo>
                  <a:lnTo>
                    <a:pt x="1339" y="3453"/>
                  </a:lnTo>
                  <a:lnTo>
                    <a:pt x="1088" y="3871"/>
                  </a:lnTo>
                  <a:lnTo>
                    <a:pt x="1026" y="3871"/>
                  </a:lnTo>
                  <a:lnTo>
                    <a:pt x="754" y="4081"/>
                  </a:lnTo>
                  <a:lnTo>
                    <a:pt x="754" y="4227"/>
                  </a:lnTo>
                  <a:lnTo>
                    <a:pt x="440" y="4499"/>
                  </a:lnTo>
                  <a:lnTo>
                    <a:pt x="440" y="4687"/>
                  </a:lnTo>
                  <a:lnTo>
                    <a:pt x="398" y="4750"/>
                  </a:lnTo>
                  <a:lnTo>
                    <a:pt x="398" y="5210"/>
                  </a:lnTo>
                  <a:lnTo>
                    <a:pt x="230" y="5399"/>
                  </a:lnTo>
                  <a:lnTo>
                    <a:pt x="210" y="5608"/>
                  </a:lnTo>
                  <a:lnTo>
                    <a:pt x="42" y="5796"/>
                  </a:lnTo>
                  <a:lnTo>
                    <a:pt x="42" y="6006"/>
                  </a:lnTo>
                  <a:lnTo>
                    <a:pt x="21" y="6173"/>
                  </a:lnTo>
                  <a:lnTo>
                    <a:pt x="21" y="6466"/>
                  </a:lnTo>
                  <a:lnTo>
                    <a:pt x="0" y="6654"/>
                  </a:lnTo>
                  <a:lnTo>
                    <a:pt x="21" y="6696"/>
                  </a:lnTo>
                  <a:lnTo>
                    <a:pt x="105" y="6738"/>
                  </a:lnTo>
                  <a:lnTo>
                    <a:pt x="126" y="6759"/>
                  </a:lnTo>
                  <a:lnTo>
                    <a:pt x="189" y="6738"/>
                  </a:lnTo>
                  <a:lnTo>
                    <a:pt x="210" y="6654"/>
                  </a:lnTo>
                  <a:lnTo>
                    <a:pt x="398" y="6654"/>
                  </a:lnTo>
                  <a:lnTo>
                    <a:pt x="461" y="6696"/>
                  </a:lnTo>
                  <a:lnTo>
                    <a:pt x="523" y="6675"/>
                  </a:lnTo>
                  <a:lnTo>
                    <a:pt x="523" y="6591"/>
                  </a:lnTo>
                  <a:lnTo>
                    <a:pt x="712" y="6466"/>
                  </a:lnTo>
                  <a:lnTo>
                    <a:pt x="754" y="6466"/>
                  </a:lnTo>
                  <a:lnTo>
                    <a:pt x="858" y="6529"/>
                  </a:lnTo>
                  <a:lnTo>
                    <a:pt x="879" y="6529"/>
                  </a:lnTo>
                  <a:lnTo>
                    <a:pt x="921" y="6487"/>
                  </a:lnTo>
                  <a:lnTo>
                    <a:pt x="963" y="6466"/>
                  </a:lnTo>
                  <a:lnTo>
                    <a:pt x="1046" y="6529"/>
                  </a:lnTo>
                  <a:lnTo>
                    <a:pt x="1046" y="6550"/>
                  </a:lnTo>
                  <a:lnTo>
                    <a:pt x="1130" y="6571"/>
                  </a:lnTo>
                  <a:lnTo>
                    <a:pt x="1088" y="6633"/>
                  </a:lnTo>
                  <a:lnTo>
                    <a:pt x="1151" y="6654"/>
                  </a:lnTo>
                  <a:lnTo>
                    <a:pt x="1256" y="6759"/>
                  </a:lnTo>
                  <a:lnTo>
                    <a:pt x="1381" y="6801"/>
                  </a:lnTo>
                  <a:lnTo>
                    <a:pt x="1486" y="6759"/>
                  </a:lnTo>
                  <a:lnTo>
                    <a:pt x="1507" y="6759"/>
                  </a:lnTo>
                  <a:lnTo>
                    <a:pt x="1590" y="6696"/>
                  </a:lnTo>
                  <a:lnTo>
                    <a:pt x="1653" y="6696"/>
                  </a:lnTo>
                  <a:lnTo>
                    <a:pt x="1674" y="6738"/>
                  </a:lnTo>
                  <a:lnTo>
                    <a:pt x="3850" y="6738"/>
                  </a:lnTo>
                  <a:lnTo>
                    <a:pt x="3871" y="6759"/>
                  </a:lnTo>
                  <a:lnTo>
                    <a:pt x="3913" y="6863"/>
                  </a:lnTo>
                  <a:lnTo>
                    <a:pt x="3976" y="6905"/>
                  </a:lnTo>
                  <a:lnTo>
                    <a:pt x="4101" y="6968"/>
                  </a:lnTo>
                  <a:lnTo>
                    <a:pt x="4206" y="6989"/>
                  </a:lnTo>
                  <a:lnTo>
                    <a:pt x="4311" y="6968"/>
                  </a:lnTo>
                  <a:lnTo>
                    <a:pt x="4373" y="6989"/>
                  </a:lnTo>
                  <a:lnTo>
                    <a:pt x="4394" y="7052"/>
                  </a:lnTo>
                  <a:lnTo>
                    <a:pt x="4478" y="7073"/>
                  </a:lnTo>
                  <a:lnTo>
                    <a:pt x="4541" y="7010"/>
                  </a:lnTo>
                  <a:lnTo>
                    <a:pt x="4645" y="6989"/>
                  </a:lnTo>
                  <a:lnTo>
                    <a:pt x="4792" y="7010"/>
                  </a:lnTo>
                  <a:lnTo>
                    <a:pt x="4855" y="7010"/>
                  </a:lnTo>
                  <a:lnTo>
                    <a:pt x="4896" y="6947"/>
                  </a:lnTo>
                  <a:lnTo>
                    <a:pt x="4917" y="6968"/>
                  </a:lnTo>
                  <a:lnTo>
                    <a:pt x="4959" y="6968"/>
                  </a:lnTo>
                  <a:lnTo>
                    <a:pt x="5106" y="7094"/>
                  </a:lnTo>
                  <a:lnTo>
                    <a:pt x="5210" y="7115"/>
                  </a:lnTo>
                  <a:lnTo>
                    <a:pt x="5357" y="7115"/>
                  </a:lnTo>
                  <a:lnTo>
                    <a:pt x="5357" y="7073"/>
                  </a:lnTo>
                  <a:lnTo>
                    <a:pt x="5440" y="7052"/>
                  </a:lnTo>
                  <a:lnTo>
                    <a:pt x="5482" y="7073"/>
                  </a:lnTo>
                  <a:lnTo>
                    <a:pt x="5545" y="7094"/>
                  </a:lnTo>
                  <a:lnTo>
                    <a:pt x="5587" y="7073"/>
                  </a:lnTo>
                  <a:lnTo>
                    <a:pt x="5629" y="7115"/>
                  </a:lnTo>
                  <a:lnTo>
                    <a:pt x="5671" y="7115"/>
                  </a:lnTo>
                  <a:lnTo>
                    <a:pt x="5692" y="7156"/>
                  </a:lnTo>
                  <a:lnTo>
                    <a:pt x="5838" y="7156"/>
                  </a:lnTo>
                  <a:lnTo>
                    <a:pt x="6717" y="6947"/>
                  </a:lnTo>
                  <a:lnTo>
                    <a:pt x="6696" y="6843"/>
                  </a:lnTo>
                  <a:lnTo>
                    <a:pt x="6612" y="6801"/>
                  </a:lnTo>
                  <a:lnTo>
                    <a:pt x="6570" y="6738"/>
                  </a:lnTo>
                  <a:lnTo>
                    <a:pt x="6508" y="6675"/>
                  </a:lnTo>
                  <a:lnTo>
                    <a:pt x="6424" y="6633"/>
                  </a:lnTo>
                  <a:lnTo>
                    <a:pt x="6361" y="6571"/>
                  </a:lnTo>
                  <a:lnTo>
                    <a:pt x="6256" y="6424"/>
                  </a:lnTo>
                  <a:lnTo>
                    <a:pt x="6173" y="6382"/>
                  </a:lnTo>
                  <a:lnTo>
                    <a:pt x="6110" y="6319"/>
                  </a:lnTo>
                  <a:lnTo>
                    <a:pt x="6047" y="6257"/>
                  </a:lnTo>
                  <a:lnTo>
                    <a:pt x="5964" y="6152"/>
                  </a:lnTo>
                  <a:lnTo>
                    <a:pt x="5943" y="6110"/>
                  </a:lnTo>
                  <a:lnTo>
                    <a:pt x="5984" y="4164"/>
                  </a:lnTo>
                  <a:lnTo>
                    <a:pt x="7219" y="4164"/>
                  </a:lnTo>
                  <a:lnTo>
                    <a:pt x="7198" y="4122"/>
                  </a:lnTo>
                  <a:lnTo>
                    <a:pt x="7219" y="3955"/>
                  </a:lnTo>
                  <a:lnTo>
                    <a:pt x="7240" y="3913"/>
                  </a:lnTo>
                  <a:lnTo>
                    <a:pt x="7240" y="3809"/>
                  </a:lnTo>
                  <a:lnTo>
                    <a:pt x="7198" y="3704"/>
                  </a:lnTo>
                  <a:lnTo>
                    <a:pt x="7198" y="3558"/>
                  </a:lnTo>
                  <a:lnTo>
                    <a:pt x="7198" y="3348"/>
                  </a:lnTo>
                  <a:lnTo>
                    <a:pt x="7156" y="3118"/>
                  </a:lnTo>
                  <a:lnTo>
                    <a:pt x="7198" y="3097"/>
                  </a:lnTo>
                  <a:lnTo>
                    <a:pt x="7198" y="3034"/>
                  </a:lnTo>
                  <a:lnTo>
                    <a:pt x="7198" y="3013"/>
                  </a:lnTo>
                  <a:lnTo>
                    <a:pt x="7093" y="3013"/>
                  </a:lnTo>
                  <a:lnTo>
                    <a:pt x="6989" y="3034"/>
                  </a:lnTo>
                  <a:lnTo>
                    <a:pt x="6905" y="3097"/>
                  </a:lnTo>
                  <a:lnTo>
                    <a:pt x="6821" y="3118"/>
                  </a:lnTo>
                  <a:lnTo>
                    <a:pt x="6780" y="3139"/>
                  </a:lnTo>
                  <a:lnTo>
                    <a:pt x="6717" y="3118"/>
                  </a:lnTo>
                  <a:lnTo>
                    <a:pt x="6570" y="3118"/>
                  </a:lnTo>
                  <a:lnTo>
                    <a:pt x="6508" y="3097"/>
                  </a:lnTo>
                  <a:lnTo>
                    <a:pt x="6424" y="3034"/>
                  </a:lnTo>
                  <a:lnTo>
                    <a:pt x="6382" y="3034"/>
                  </a:lnTo>
                  <a:lnTo>
                    <a:pt x="6361" y="3076"/>
                  </a:lnTo>
                  <a:lnTo>
                    <a:pt x="6298" y="3097"/>
                  </a:lnTo>
                  <a:lnTo>
                    <a:pt x="6256" y="3118"/>
                  </a:lnTo>
                  <a:lnTo>
                    <a:pt x="6194" y="3118"/>
                  </a:lnTo>
                  <a:lnTo>
                    <a:pt x="6173" y="3097"/>
                  </a:lnTo>
                  <a:lnTo>
                    <a:pt x="6173" y="2972"/>
                  </a:lnTo>
                  <a:lnTo>
                    <a:pt x="6215" y="2930"/>
                  </a:lnTo>
                  <a:lnTo>
                    <a:pt x="6215" y="2909"/>
                  </a:lnTo>
                  <a:lnTo>
                    <a:pt x="6256" y="2825"/>
                  </a:lnTo>
                  <a:lnTo>
                    <a:pt x="6173" y="2783"/>
                  </a:lnTo>
                  <a:lnTo>
                    <a:pt x="6173" y="2658"/>
                  </a:lnTo>
                  <a:lnTo>
                    <a:pt x="6194" y="2616"/>
                  </a:lnTo>
                  <a:lnTo>
                    <a:pt x="6194" y="2553"/>
                  </a:lnTo>
                  <a:lnTo>
                    <a:pt x="6110" y="2490"/>
                  </a:lnTo>
                  <a:lnTo>
                    <a:pt x="6110" y="2407"/>
                  </a:lnTo>
                  <a:lnTo>
                    <a:pt x="6152" y="2344"/>
                  </a:lnTo>
                  <a:lnTo>
                    <a:pt x="6110" y="2281"/>
                  </a:lnTo>
                  <a:lnTo>
                    <a:pt x="6068" y="2260"/>
                  </a:lnTo>
                  <a:lnTo>
                    <a:pt x="6047" y="2197"/>
                  </a:lnTo>
                  <a:lnTo>
                    <a:pt x="6005" y="2177"/>
                  </a:lnTo>
                  <a:lnTo>
                    <a:pt x="6005" y="2093"/>
                  </a:lnTo>
                  <a:lnTo>
                    <a:pt x="5964" y="2051"/>
                  </a:lnTo>
                  <a:lnTo>
                    <a:pt x="5964" y="1967"/>
                  </a:lnTo>
                  <a:lnTo>
                    <a:pt x="5901" y="1925"/>
                  </a:lnTo>
                  <a:lnTo>
                    <a:pt x="5964" y="1821"/>
                  </a:lnTo>
                  <a:lnTo>
                    <a:pt x="5964" y="1612"/>
                  </a:lnTo>
                  <a:lnTo>
                    <a:pt x="5943" y="1528"/>
                  </a:lnTo>
                  <a:lnTo>
                    <a:pt x="5943" y="1507"/>
                  </a:lnTo>
                  <a:lnTo>
                    <a:pt x="5964" y="1444"/>
                  </a:lnTo>
                  <a:lnTo>
                    <a:pt x="5964" y="1361"/>
                  </a:lnTo>
                  <a:lnTo>
                    <a:pt x="5901" y="1298"/>
                  </a:lnTo>
                  <a:lnTo>
                    <a:pt x="5943" y="1193"/>
                  </a:lnTo>
                  <a:lnTo>
                    <a:pt x="5984" y="1089"/>
                  </a:lnTo>
                  <a:lnTo>
                    <a:pt x="5984" y="1005"/>
                  </a:lnTo>
                  <a:lnTo>
                    <a:pt x="5984" y="921"/>
                  </a:lnTo>
                  <a:lnTo>
                    <a:pt x="5964" y="837"/>
                  </a:lnTo>
                  <a:lnTo>
                    <a:pt x="5315" y="796"/>
                  </a:lnTo>
                  <a:lnTo>
                    <a:pt x="5273" y="733"/>
                  </a:lnTo>
                  <a:lnTo>
                    <a:pt x="5315" y="691"/>
                  </a:lnTo>
                  <a:lnTo>
                    <a:pt x="5336" y="607"/>
                  </a:lnTo>
                  <a:lnTo>
                    <a:pt x="5147" y="586"/>
                  </a:lnTo>
                  <a:lnTo>
                    <a:pt x="5147" y="628"/>
                  </a:lnTo>
                  <a:lnTo>
                    <a:pt x="4583" y="670"/>
                  </a:lnTo>
                  <a:lnTo>
                    <a:pt x="4583" y="817"/>
                  </a:lnTo>
                  <a:lnTo>
                    <a:pt x="4520" y="921"/>
                  </a:lnTo>
                  <a:lnTo>
                    <a:pt x="4478" y="942"/>
                  </a:lnTo>
                  <a:lnTo>
                    <a:pt x="4499" y="1047"/>
                  </a:lnTo>
                  <a:lnTo>
                    <a:pt x="4499" y="1214"/>
                  </a:lnTo>
                  <a:lnTo>
                    <a:pt x="4059" y="1235"/>
                  </a:lnTo>
                  <a:lnTo>
                    <a:pt x="3976" y="1298"/>
                  </a:lnTo>
                  <a:lnTo>
                    <a:pt x="3787" y="1256"/>
                  </a:lnTo>
                  <a:lnTo>
                    <a:pt x="3704" y="1235"/>
                  </a:lnTo>
                  <a:lnTo>
                    <a:pt x="3599" y="1256"/>
                  </a:lnTo>
                  <a:lnTo>
                    <a:pt x="3453" y="1256"/>
                  </a:lnTo>
                  <a:lnTo>
                    <a:pt x="3390" y="1235"/>
                  </a:lnTo>
                  <a:lnTo>
                    <a:pt x="3369" y="1026"/>
                  </a:lnTo>
                  <a:lnTo>
                    <a:pt x="3285" y="921"/>
                  </a:lnTo>
                  <a:lnTo>
                    <a:pt x="3243" y="837"/>
                  </a:lnTo>
                  <a:lnTo>
                    <a:pt x="3181" y="817"/>
                  </a:lnTo>
                  <a:lnTo>
                    <a:pt x="3181" y="733"/>
                  </a:lnTo>
                  <a:lnTo>
                    <a:pt x="3160" y="691"/>
                  </a:lnTo>
                  <a:lnTo>
                    <a:pt x="3139" y="565"/>
                  </a:lnTo>
                  <a:lnTo>
                    <a:pt x="3076" y="461"/>
                  </a:lnTo>
                  <a:lnTo>
                    <a:pt x="3076" y="377"/>
                  </a:lnTo>
                  <a:lnTo>
                    <a:pt x="3118" y="314"/>
                  </a:lnTo>
                  <a:lnTo>
                    <a:pt x="3076" y="252"/>
                  </a:lnTo>
                  <a:lnTo>
                    <a:pt x="3034" y="189"/>
                  </a:lnTo>
                  <a:lnTo>
                    <a:pt x="3034" y="105"/>
                  </a:lnTo>
                  <a:lnTo>
                    <a:pt x="3034" y="84"/>
                  </a:lnTo>
                  <a:lnTo>
                    <a:pt x="3034" y="0"/>
                  </a:lnTo>
                  <a:lnTo>
                    <a:pt x="2030" y="0"/>
                  </a:lnTo>
                  <a:lnTo>
                    <a:pt x="1821" y="42"/>
                  </a:lnTo>
                  <a:lnTo>
                    <a:pt x="165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60"/>
            <p:cNvSpPr/>
            <p:nvPr/>
          </p:nvSpPr>
          <p:spPr>
            <a:xfrm>
              <a:off x="3916754" y="3249086"/>
              <a:ext cx="53834" cy="46889"/>
            </a:xfrm>
            <a:custGeom>
              <a:rect b="b" l="l" r="r" t="t"/>
              <a:pathLst>
                <a:path extrusionOk="0" h="4123" w="4521">
                  <a:moveTo>
                    <a:pt x="2679" y="1"/>
                  </a:moveTo>
                  <a:lnTo>
                    <a:pt x="2533" y="43"/>
                  </a:lnTo>
                  <a:lnTo>
                    <a:pt x="2470" y="63"/>
                  </a:lnTo>
                  <a:lnTo>
                    <a:pt x="2386" y="105"/>
                  </a:lnTo>
                  <a:lnTo>
                    <a:pt x="2219" y="210"/>
                  </a:lnTo>
                  <a:lnTo>
                    <a:pt x="2177" y="273"/>
                  </a:lnTo>
                  <a:lnTo>
                    <a:pt x="2177" y="335"/>
                  </a:lnTo>
                  <a:lnTo>
                    <a:pt x="2156" y="377"/>
                  </a:lnTo>
                  <a:lnTo>
                    <a:pt x="2177" y="440"/>
                  </a:lnTo>
                  <a:lnTo>
                    <a:pt x="2156" y="482"/>
                  </a:lnTo>
                  <a:lnTo>
                    <a:pt x="2114" y="524"/>
                  </a:lnTo>
                  <a:lnTo>
                    <a:pt x="1905" y="587"/>
                  </a:lnTo>
                  <a:lnTo>
                    <a:pt x="1570" y="838"/>
                  </a:lnTo>
                  <a:lnTo>
                    <a:pt x="1319" y="1152"/>
                  </a:lnTo>
                  <a:lnTo>
                    <a:pt x="1131" y="1403"/>
                  </a:lnTo>
                  <a:lnTo>
                    <a:pt x="963" y="1465"/>
                  </a:lnTo>
                  <a:lnTo>
                    <a:pt x="859" y="1424"/>
                  </a:lnTo>
                  <a:lnTo>
                    <a:pt x="796" y="1361"/>
                  </a:lnTo>
                  <a:lnTo>
                    <a:pt x="754" y="1361"/>
                  </a:lnTo>
                  <a:lnTo>
                    <a:pt x="733" y="1319"/>
                  </a:lnTo>
                  <a:lnTo>
                    <a:pt x="712" y="1361"/>
                  </a:lnTo>
                  <a:lnTo>
                    <a:pt x="650" y="1298"/>
                  </a:lnTo>
                  <a:lnTo>
                    <a:pt x="524" y="1319"/>
                  </a:lnTo>
                  <a:lnTo>
                    <a:pt x="419" y="1403"/>
                  </a:lnTo>
                  <a:lnTo>
                    <a:pt x="378" y="1403"/>
                  </a:lnTo>
                  <a:lnTo>
                    <a:pt x="315" y="1361"/>
                  </a:lnTo>
                  <a:lnTo>
                    <a:pt x="210" y="1298"/>
                  </a:lnTo>
                  <a:lnTo>
                    <a:pt x="64" y="1277"/>
                  </a:lnTo>
                  <a:lnTo>
                    <a:pt x="1" y="1277"/>
                  </a:lnTo>
                  <a:lnTo>
                    <a:pt x="22" y="1319"/>
                  </a:lnTo>
                  <a:lnTo>
                    <a:pt x="22" y="1382"/>
                  </a:lnTo>
                  <a:lnTo>
                    <a:pt x="22" y="1424"/>
                  </a:lnTo>
                  <a:lnTo>
                    <a:pt x="22" y="1486"/>
                  </a:lnTo>
                  <a:lnTo>
                    <a:pt x="106" y="1570"/>
                  </a:lnTo>
                  <a:lnTo>
                    <a:pt x="168" y="1591"/>
                  </a:lnTo>
                  <a:lnTo>
                    <a:pt x="231" y="1633"/>
                  </a:lnTo>
                  <a:lnTo>
                    <a:pt x="294" y="1716"/>
                  </a:lnTo>
                  <a:lnTo>
                    <a:pt x="294" y="1779"/>
                  </a:lnTo>
                  <a:lnTo>
                    <a:pt x="315" y="1800"/>
                  </a:lnTo>
                  <a:lnTo>
                    <a:pt x="378" y="1884"/>
                  </a:lnTo>
                  <a:lnTo>
                    <a:pt x="398" y="1988"/>
                  </a:lnTo>
                  <a:lnTo>
                    <a:pt x="440" y="2030"/>
                  </a:lnTo>
                  <a:lnTo>
                    <a:pt x="503" y="2114"/>
                  </a:lnTo>
                  <a:lnTo>
                    <a:pt x="545" y="2156"/>
                  </a:lnTo>
                  <a:lnTo>
                    <a:pt x="587" y="2156"/>
                  </a:lnTo>
                  <a:lnTo>
                    <a:pt x="629" y="2240"/>
                  </a:lnTo>
                  <a:lnTo>
                    <a:pt x="796" y="2512"/>
                  </a:lnTo>
                  <a:lnTo>
                    <a:pt x="901" y="2574"/>
                  </a:lnTo>
                  <a:lnTo>
                    <a:pt x="1005" y="2637"/>
                  </a:lnTo>
                  <a:lnTo>
                    <a:pt x="1047" y="2679"/>
                  </a:lnTo>
                  <a:lnTo>
                    <a:pt x="1131" y="2742"/>
                  </a:lnTo>
                  <a:lnTo>
                    <a:pt x="1131" y="2763"/>
                  </a:lnTo>
                  <a:lnTo>
                    <a:pt x="1131" y="2825"/>
                  </a:lnTo>
                  <a:lnTo>
                    <a:pt x="1152" y="2867"/>
                  </a:lnTo>
                  <a:lnTo>
                    <a:pt x="1256" y="2888"/>
                  </a:lnTo>
                  <a:lnTo>
                    <a:pt x="1340" y="2972"/>
                  </a:lnTo>
                  <a:lnTo>
                    <a:pt x="1319" y="3056"/>
                  </a:lnTo>
                  <a:lnTo>
                    <a:pt x="1340" y="3181"/>
                  </a:lnTo>
                  <a:lnTo>
                    <a:pt x="1340" y="3265"/>
                  </a:lnTo>
                  <a:lnTo>
                    <a:pt x="1382" y="3369"/>
                  </a:lnTo>
                  <a:lnTo>
                    <a:pt x="1487" y="3453"/>
                  </a:lnTo>
                  <a:lnTo>
                    <a:pt x="1549" y="3558"/>
                  </a:lnTo>
                  <a:lnTo>
                    <a:pt x="1675" y="3579"/>
                  </a:lnTo>
                  <a:lnTo>
                    <a:pt x="1759" y="3558"/>
                  </a:lnTo>
                  <a:lnTo>
                    <a:pt x="1884" y="3600"/>
                  </a:lnTo>
                  <a:lnTo>
                    <a:pt x="1968" y="3600"/>
                  </a:lnTo>
                  <a:lnTo>
                    <a:pt x="2093" y="3683"/>
                  </a:lnTo>
                  <a:lnTo>
                    <a:pt x="2156" y="3683"/>
                  </a:lnTo>
                  <a:lnTo>
                    <a:pt x="2198" y="3725"/>
                  </a:lnTo>
                  <a:lnTo>
                    <a:pt x="2198" y="3788"/>
                  </a:lnTo>
                  <a:lnTo>
                    <a:pt x="2261" y="3830"/>
                  </a:lnTo>
                  <a:lnTo>
                    <a:pt x="2303" y="3893"/>
                  </a:lnTo>
                  <a:lnTo>
                    <a:pt x="2491" y="3872"/>
                  </a:lnTo>
                  <a:lnTo>
                    <a:pt x="2616" y="3893"/>
                  </a:lnTo>
                  <a:lnTo>
                    <a:pt x="2679" y="3976"/>
                  </a:lnTo>
                  <a:lnTo>
                    <a:pt x="2742" y="3976"/>
                  </a:lnTo>
                  <a:lnTo>
                    <a:pt x="2888" y="4018"/>
                  </a:lnTo>
                  <a:lnTo>
                    <a:pt x="2909" y="4039"/>
                  </a:lnTo>
                  <a:lnTo>
                    <a:pt x="3014" y="4018"/>
                  </a:lnTo>
                  <a:lnTo>
                    <a:pt x="3160" y="3997"/>
                  </a:lnTo>
                  <a:lnTo>
                    <a:pt x="3349" y="4039"/>
                  </a:lnTo>
                  <a:lnTo>
                    <a:pt x="3453" y="4123"/>
                  </a:lnTo>
                  <a:lnTo>
                    <a:pt x="4081" y="3474"/>
                  </a:lnTo>
                  <a:lnTo>
                    <a:pt x="4081" y="3286"/>
                  </a:lnTo>
                  <a:lnTo>
                    <a:pt x="4102" y="3202"/>
                  </a:lnTo>
                  <a:lnTo>
                    <a:pt x="4144" y="3056"/>
                  </a:lnTo>
                  <a:lnTo>
                    <a:pt x="4165" y="2972"/>
                  </a:lnTo>
                  <a:lnTo>
                    <a:pt x="4144" y="2867"/>
                  </a:lnTo>
                  <a:lnTo>
                    <a:pt x="4165" y="2784"/>
                  </a:lnTo>
                  <a:lnTo>
                    <a:pt x="4248" y="2784"/>
                  </a:lnTo>
                  <a:lnTo>
                    <a:pt x="4269" y="2742"/>
                  </a:lnTo>
                  <a:lnTo>
                    <a:pt x="4374" y="2637"/>
                  </a:lnTo>
                  <a:lnTo>
                    <a:pt x="4458" y="2532"/>
                  </a:lnTo>
                  <a:lnTo>
                    <a:pt x="4416" y="2449"/>
                  </a:lnTo>
                  <a:lnTo>
                    <a:pt x="4374" y="2407"/>
                  </a:lnTo>
                  <a:lnTo>
                    <a:pt x="4374" y="2302"/>
                  </a:lnTo>
                  <a:lnTo>
                    <a:pt x="4416" y="2240"/>
                  </a:lnTo>
                  <a:lnTo>
                    <a:pt x="4395" y="2135"/>
                  </a:lnTo>
                  <a:lnTo>
                    <a:pt x="4290" y="2051"/>
                  </a:lnTo>
                  <a:lnTo>
                    <a:pt x="4290" y="2009"/>
                  </a:lnTo>
                  <a:lnTo>
                    <a:pt x="4374" y="1988"/>
                  </a:lnTo>
                  <a:lnTo>
                    <a:pt x="4374" y="1842"/>
                  </a:lnTo>
                  <a:lnTo>
                    <a:pt x="4374" y="1737"/>
                  </a:lnTo>
                  <a:lnTo>
                    <a:pt x="4479" y="1696"/>
                  </a:lnTo>
                  <a:lnTo>
                    <a:pt x="4500" y="1612"/>
                  </a:lnTo>
                  <a:lnTo>
                    <a:pt x="4416" y="1612"/>
                  </a:lnTo>
                  <a:lnTo>
                    <a:pt x="4374" y="1570"/>
                  </a:lnTo>
                  <a:lnTo>
                    <a:pt x="4416" y="1465"/>
                  </a:lnTo>
                  <a:lnTo>
                    <a:pt x="4458" y="1298"/>
                  </a:lnTo>
                  <a:lnTo>
                    <a:pt x="4500" y="1214"/>
                  </a:lnTo>
                  <a:lnTo>
                    <a:pt x="4500" y="1152"/>
                  </a:lnTo>
                  <a:lnTo>
                    <a:pt x="4479" y="1068"/>
                  </a:lnTo>
                  <a:lnTo>
                    <a:pt x="4500" y="984"/>
                  </a:lnTo>
                  <a:lnTo>
                    <a:pt x="4479" y="900"/>
                  </a:lnTo>
                  <a:lnTo>
                    <a:pt x="4520" y="796"/>
                  </a:lnTo>
                  <a:lnTo>
                    <a:pt x="4520" y="733"/>
                  </a:lnTo>
                  <a:lnTo>
                    <a:pt x="4395" y="691"/>
                  </a:lnTo>
                  <a:lnTo>
                    <a:pt x="4353" y="628"/>
                  </a:lnTo>
                  <a:lnTo>
                    <a:pt x="4248" y="545"/>
                  </a:lnTo>
                  <a:lnTo>
                    <a:pt x="4060" y="545"/>
                  </a:lnTo>
                  <a:lnTo>
                    <a:pt x="3956" y="524"/>
                  </a:lnTo>
                  <a:lnTo>
                    <a:pt x="3851" y="377"/>
                  </a:lnTo>
                  <a:lnTo>
                    <a:pt x="3683" y="273"/>
                  </a:lnTo>
                  <a:lnTo>
                    <a:pt x="3537" y="252"/>
                  </a:lnTo>
                  <a:lnTo>
                    <a:pt x="3474" y="315"/>
                  </a:lnTo>
                  <a:lnTo>
                    <a:pt x="3432" y="335"/>
                  </a:lnTo>
                  <a:lnTo>
                    <a:pt x="3411" y="252"/>
                  </a:lnTo>
                  <a:lnTo>
                    <a:pt x="3328" y="252"/>
                  </a:lnTo>
                  <a:lnTo>
                    <a:pt x="3119" y="231"/>
                  </a:lnTo>
                  <a:lnTo>
                    <a:pt x="3098" y="43"/>
                  </a:lnTo>
                  <a:lnTo>
                    <a:pt x="3035" y="43"/>
                  </a:lnTo>
                  <a:lnTo>
                    <a:pt x="2909" y="22"/>
                  </a:lnTo>
                  <a:lnTo>
                    <a:pt x="2847" y="43"/>
                  </a:lnTo>
                  <a:lnTo>
                    <a:pt x="282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60"/>
            <p:cNvSpPr/>
            <p:nvPr/>
          </p:nvSpPr>
          <p:spPr>
            <a:xfrm>
              <a:off x="3879638" y="3263609"/>
              <a:ext cx="64539" cy="61639"/>
            </a:xfrm>
            <a:custGeom>
              <a:rect b="b" l="l" r="r" t="t"/>
              <a:pathLst>
                <a:path extrusionOk="0" h="5420" w="5420">
                  <a:moveTo>
                    <a:pt x="3118" y="0"/>
                  </a:moveTo>
                  <a:lnTo>
                    <a:pt x="3013" y="21"/>
                  </a:lnTo>
                  <a:lnTo>
                    <a:pt x="2825" y="105"/>
                  </a:lnTo>
                  <a:lnTo>
                    <a:pt x="2762" y="147"/>
                  </a:lnTo>
                  <a:lnTo>
                    <a:pt x="2679" y="126"/>
                  </a:lnTo>
                  <a:lnTo>
                    <a:pt x="2658" y="105"/>
                  </a:lnTo>
                  <a:lnTo>
                    <a:pt x="2511" y="105"/>
                  </a:lnTo>
                  <a:lnTo>
                    <a:pt x="2407" y="230"/>
                  </a:lnTo>
                  <a:lnTo>
                    <a:pt x="2281" y="356"/>
                  </a:lnTo>
                  <a:lnTo>
                    <a:pt x="2093" y="502"/>
                  </a:lnTo>
                  <a:lnTo>
                    <a:pt x="2051" y="502"/>
                  </a:lnTo>
                  <a:lnTo>
                    <a:pt x="2072" y="419"/>
                  </a:lnTo>
                  <a:lnTo>
                    <a:pt x="2093" y="356"/>
                  </a:lnTo>
                  <a:lnTo>
                    <a:pt x="2051" y="335"/>
                  </a:lnTo>
                  <a:lnTo>
                    <a:pt x="2030" y="251"/>
                  </a:lnTo>
                  <a:lnTo>
                    <a:pt x="1988" y="230"/>
                  </a:lnTo>
                  <a:lnTo>
                    <a:pt x="1883" y="230"/>
                  </a:lnTo>
                  <a:lnTo>
                    <a:pt x="1716" y="293"/>
                  </a:lnTo>
                  <a:lnTo>
                    <a:pt x="1151" y="419"/>
                  </a:lnTo>
                  <a:lnTo>
                    <a:pt x="733" y="419"/>
                  </a:lnTo>
                  <a:lnTo>
                    <a:pt x="628" y="2490"/>
                  </a:lnTo>
                  <a:lnTo>
                    <a:pt x="105" y="2490"/>
                  </a:lnTo>
                  <a:lnTo>
                    <a:pt x="0" y="4310"/>
                  </a:lnTo>
                  <a:lnTo>
                    <a:pt x="210" y="4436"/>
                  </a:lnTo>
                  <a:lnTo>
                    <a:pt x="272" y="4624"/>
                  </a:lnTo>
                  <a:lnTo>
                    <a:pt x="419" y="4938"/>
                  </a:lnTo>
                  <a:lnTo>
                    <a:pt x="398" y="5105"/>
                  </a:lnTo>
                  <a:lnTo>
                    <a:pt x="314" y="5273"/>
                  </a:lnTo>
                  <a:lnTo>
                    <a:pt x="314" y="5377"/>
                  </a:lnTo>
                  <a:lnTo>
                    <a:pt x="482" y="5357"/>
                  </a:lnTo>
                  <a:lnTo>
                    <a:pt x="628" y="5419"/>
                  </a:lnTo>
                  <a:lnTo>
                    <a:pt x="712" y="5357"/>
                  </a:lnTo>
                  <a:lnTo>
                    <a:pt x="879" y="5377"/>
                  </a:lnTo>
                  <a:lnTo>
                    <a:pt x="942" y="5294"/>
                  </a:lnTo>
                  <a:lnTo>
                    <a:pt x="1088" y="5273"/>
                  </a:lnTo>
                  <a:lnTo>
                    <a:pt x="1193" y="5210"/>
                  </a:lnTo>
                  <a:lnTo>
                    <a:pt x="1235" y="5126"/>
                  </a:lnTo>
                  <a:lnTo>
                    <a:pt x="1423" y="5043"/>
                  </a:lnTo>
                  <a:lnTo>
                    <a:pt x="1528" y="4938"/>
                  </a:lnTo>
                  <a:lnTo>
                    <a:pt x="1611" y="4708"/>
                  </a:lnTo>
                  <a:lnTo>
                    <a:pt x="1758" y="4582"/>
                  </a:lnTo>
                  <a:lnTo>
                    <a:pt x="1925" y="4540"/>
                  </a:lnTo>
                  <a:lnTo>
                    <a:pt x="2093" y="4603"/>
                  </a:lnTo>
                  <a:lnTo>
                    <a:pt x="2155" y="4645"/>
                  </a:lnTo>
                  <a:lnTo>
                    <a:pt x="2239" y="4687"/>
                  </a:lnTo>
                  <a:lnTo>
                    <a:pt x="2448" y="4771"/>
                  </a:lnTo>
                  <a:lnTo>
                    <a:pt x="2511" y="4771"/>
                  </a:lnTo>
                  <a:lnTo>
                    <a:pt x="2616" y="4812"/>
                  </a:lnTo>
                  <a:lnTo>
                    <a:pt x="2762" y="4771"/>
                  </a:lnTo>
                  <a:lnTo>
                    <a:pt x="2888" y="4771"/>
                  </a:lnTo>
                  <a:lnTo>
                    <a:pt x="2992" y="4750"/>
                  </a:lnTo>
                  <a:lnTo>
                    <a:pt x="3013" y="4812"/>
                  </a:lnTo>
                  <a:lnTo>
                    <a:pt x="3097" y="4854"/>
                  </a:lnTo>
                  <a:lnTo>
                    <a:pt x="3223" y="4750"/>
                  </a:lnTo>
                  <a:lnTo>
                    <a:pt x="3202" y="4729"/>
                  </a:lnTo>
                  <a:lnTo>
                    <a:pt x="3223" y="4624"/>
                  </a:lnTo>
                  <a:lnTo>
                    <a:pt x="3223" y="4540"/>
                  </a:lnTo>
                  <a:lnTo>
                    <a:pt x="3285" y="4499"/>
                  </a:lnTo>
                  <a:lnTo>
                    <a:pt x="3285" y="4331"/>
                  </a:lnTo>
                  <a:lnTo>
                    <a:pt x="3327" y="4227"/>
                  </a:lnTo>
                  <a:lnTo>
                    <a:pt x="3432" y="4206"/>
                  </a:lnTo>
                  <a:lnTo>
                    <a:pt x="3515" y="4164"/>
                  </a:lnTo>
                  <a:lnTo>
                    <a:pt x="3599" y="4164"/>
                  </a:lnTo>
                  <a:lnTo>
                    <a:pt x="3641" y="4101"/>
                  </a:lnTo>
                  <a:lnTo>
                    <a:pt x="3662" y="4080"/>
                  </a:lnTo>
                  <a:lnTo>
                    <a:pt x="3704" y="3996"/>
                  </a:lnTo>
                  <a:lnTo>
                    <a:pt x="3767" y="3955"/>
                  </a:lnTo>
                  <a:lnTo>
                    <a:pt x="3850" y="3913"/>
                  </a:lnTo>
                  <a:lnTo>
                    <a:pt x="3871" y="3871"/>
                  </a:lnTo>
                  <a:lnTo>
                    <a:pt x="3955" y="3850"/>
                  </a:lnTo>
                  <a:lnTo>
                    <a:pt x="3955" y="3766"/>
                  </a:lnTo>
                  <a:lnTo>
                    <a:pt x="3934" y="3704"/>
                  </a:lnTo>
                  <a:lnTo>
                    <a:pt x="3955" y="3578"/>
                  </a:lnTo>
                  <a:lnTo>
                    <a:pt x="4080" y="3369"/>
                  </a:lnTo>
                  <a:lnTo>
                    <a:pt x="4185" y="3327"/>
                  </a:lnTo>
                  <a:lnTo>
                    <a:pt x="4248" y="3327"/>
                  </a:lnTo>
                  <a:lnTo>
                    <a:pt x="4290" y="3264"/>
                  </a:lnTo>
                  <a:lnTo>
                    <a:pt x="4373" y="3243"/>
                  </a:lnTo>
                  <a:lnTo>
                    <a:pt x="4394" y="3180"/>
                  </a:lnTo>
                  <a:lnTo>
                    <a:pt x="4457" y="3139"/>
                  </a:lnTo>
                  <a:lnTo>
                    <a:pt x="4541" y="3076"/>
                  </a:lnTo>
                  <a:lnTo>
                    <a:pt x="4645" y="2971"/>
                  </a:lnTo>
                  <a:lnTo>
                    <a:pt x="4771" y="2950"/>
                  </a:lnTo>
                  <a:lnTo>
                    <a:pt x="4792" y="2971"/>
                  </a:lnTo>
                  <a:lnTo>
                    <a:pt x="4855" y="2950"/>
                  </a:lnTo>
                  <a:lnTo>
                    <a:pt x="4959" y="2950"/>
                  </a:lnTo>
                  <a:lnTo>
                    <a:pt x="5022" y="2867"/>
                  </a:lnTo>
                  <a:lnTo>
                    <a:pt x="5106" y="2867"/>
                  </a:lnTo>
                  <a:lnTo>
                    <a:pt x="5127" y="2762"/>
                  </a:lnTo>
                  <a:lnTo>
                    <a:pt x="5127" y="2720"/>
                  </a:lnTo>
                  <a:lnTo>
                    <a:pt x="5189" y="2657"/>
                  </a:lnTo>
                  <a:lnTo>
                    <a:pt x="5294" y="2657"/>
                  </a:lnTo>
                  <a:lnTo>
                    <a:pt x="5336" y="2616"/>
                  </a:lnTo>
                  <a:lnTo>
                    <a:pt x="5420" y="2616"/>
                  </a:lnTo>
                  <a:lnTo>
                    <a:pt x="5378" y="2553"/>
                  </a:lnTo>
                  <a:lnTo>
                    <a:pt x="5315" y="2511"/>
                  </a:lnTo>
                  <a:lnTo>
                    <a:pt x="5315" y="2448"/>
                  </a:lnTo>
                  <a:lnTo>
                    <a:pt x="5273" y="2406"/>
                  </a:lnTo>
                  <a:lnTo>
                    <a:pt x="5210" y="2406"/>
                  </a:lnTo>
                  <a:lnTo>
                    <a:pt x="5085" y="2323"/>
                  </a:lnTo>
                  <a:lnTo>
                    <a:pt x="5001" y="2323"/>
                  </a:lnTo>
                  <a:lnTo>
                    <a:pt x="4876" y="2281"/>
                  </a:lnTo>
                  <a:lnTo>
                    <a:pt x="4792" y="2302"/>
                  </a:lnTo>
                  <a:lnTo>
                    <a:pt x="4666" y="2281"/>
                  </a:lnTo>
                  <a:lnTo>
                    <a:pt x="4604" y="2176"/>
                  </a:lnTo>
                  <a:lnTo>
                    <a:pt x="4499" y="2092"/>
                  </a:lnTo>
                  <a:lnTo>
                    <a:pt x="4457" y="1988"/>
                  </a:lnTo>
                  <a:lnTo>
                    <a:pt x="4457" y="1904"/>
                  </a:lnTo>
                  <a:lnTo>
                    <a:pt x="4436" y="1779"/>
                  </a:lnTo>
                  <a:lnTo>
                    <a:pt x="4457" y="1695"/>
                  </a:lnTo>
                  <a:lnTo>
                    <a:pt x="4373" y="1611"/>
                  </a:lnTo>
                  <a:lnTo>
                    <a:pt x="4269" y="1590"/>
                  </a:lnTo>
                  <a:lnTo>
                    <a:pt x="4248" y="1548"/>
                  </a:lnTo>
                  <a:lnTo>
                    <a:pt x="4248" y="1486"/>
                  </a:lnTo>
                  <a:lnTo>
                    <a:pt x="4248" y="1465"/>
                  </a:lnTo>
                  <a:lnTo>
                    <a:pt x="4164" y="1402"/>
                  </a:lnTo>
                  <a:lnTo>
                    <a:pt x="4122" y="1360"/>
                  </a:lnTo>
                  <a:lnTo>
                    <a:pt x="4018" y="1297"/>
                  </a:lnTo>
                  <a:lnTo>
                    <a:pt x="3913" y="1235"/>
                  </a:lnTo>
                  <a:lnTo>
                    <a:pt x="3746" y="963"/>
                  </a:lnTo>
                  <a:lnTo>
                    <a:pt x="3704" y="879"/>
                  </a:lnTo>
                  <a:lnTo>
                    <a:pt x="3662" y="879"/>
                  </a:lnTo>
                  <a:lnTo>
                    <a:pt x="3620" y="837"/>
                  </a:lnTo>
                  <a:lnTo>
                    <a:pt x="3557" y="753"/>
                  </a:lnTo>
                  <a:lnTo>
                    <a:pt x="3515" y="711"/>
                  </a:lnTo>
                  <a:lnTo>
                    <a:pt x="3495" y="607"/>
                  </a:lnTo>
                  <a:lnTo>
                    <a:pt x="3432" y="523"/>
                  </a:lnTo>
                  <a:lnTo>
                    <a:pt x="3411" y="502"/>
                  </a:lnTo>
                  <a:lnTo>
                    <a:pt x="3411" y="439"/>
                  </a:lnTo>
                  <a:lnTo>
                    <a:pt x="3348" y="356"/>
                  </a:lnTo>
                  <a:lnTo>
                    <a:pt x="3285" y="314"/>
                  </a:lnTo>
                  <a:lnTo>
                    <a:pt x="3223" y="293"/>
                  </a:lnTo>
                  <a:lnTo>
                    <a:pt x="3139" y="209"/>
                  </a:lnTo>
                  <a:lnTo>
                    <a:pt x="3139" y="147"/>
                  </a:lnTo>
                  <a:lnTo>
                    <a:pt x="3139" y="105"/>
                  </a:lnTo>
                  <a:lnTo>
                    <a:pt x="3139" y="42"/>
                  </a:lnTo>
                  <a:lnTo>
                    <a:pt x="311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60"/>
            <p:cNvSpPr/>
            <p:nvPr/>
          </p:nvSpPr>
          <p:spPr>
            <a:xfrm>
              <a:off x="3824578" y="3257889"/>
              <a:ext cx="92188" cy="82826"/>
            </a:xfrm>
            <a:custGeom>
              <a:rect b="b" l="l" r="r" t="t"/>
              <a:pathLst>
                <a:path extrusionOk="0" h="7283" w="7742">
                  <a:moveTo>
                    <a:pt x="691" y="1"/>
                  </a:moveTo>
                  <a:lnTo>
                    <a:pt x="502" y="126"/>
                  </a:lnTo>
                  <a:lnTo>
                    <a:pt x="502" y="210"/>
                  </a:lnTo>
                  <a:lnTo>
                    <a:pt x="440" y="231"/>
                  </a:lnTo>
                  <a:lnTo>
                    <a:pt x="377" y="189"/>
                  </a:lnTo>
                  <a:lnTo>
                    <a:pt x="189" y="189"/>
                  </a:lnTo>
                  <a:lnTo>
                    <a:pt x="168" y="273"/>
                  </a:lnTo>
                  <a:lnTo>
                    <a:pt x="105" y="294"/>
                  </a:lnTo>
                  <a:lnTo>
                    <a:pt x="84" y="273"/>
                  </a:lnTo>
                  <a:lnTo>
                    <a:pt x="0" y="231"/>
                  </a:lnTo>
                  <a:lnTo>
                    <a:pt x="21" y="733"/>
                  </a:lnTo>
                  <a:lnTo>
                    <a:pt x="377" y="1068"/>
                  </a:lnTo>
                  <a:lnTo>
                    <a:pt x="544" y="1382"/>
                  </a:lnTo>
                  <a:lnTo>
                    <a:pt x="837" y="2051"/>
                  </a:lnTo>
                  <a:lnTo>
                    <a:pt x="858" y="2302"/>
                  </a:lnTo>
                  <a:lnTo>
                    <a:pt x="1151" y="2700"/>
                  </a:lnTo>
                  <a:lnTo>
                    <a:pt x="1151" y="2847"/>
                  </a:lnTo>
                  <a:lnTo>
                    <a:pt x="1465" y="3307"/>
                  </a:lnTo>
                  <a:lnTo>
                    <a:pt x="1465" y="3537"/>
                  </a:lnTo>
                  <a:lnTo>
                    <a:pt x="1381" y="3579"/>
                  </a:lnTo>
                  <a:lnTo>
                    <a:pt x="1465" y="3872"/>
                  </a:lnTo>
                  <a:lnTo>
                    <a:pt x="1486" y="4311"/>
                  </a:lnTo>
                  <a:lnTo>
                    <a:pt x="1674" y="4751"/>
                  </a:lnTo>
                  <a:lnTo>
                    <a:pt x="1653" y="5023"/>
                  </a:lnTo>
                  <a:lnTo>
                    <a:pt x="1695" y="5190"/>
                  </a:lnTo>
                  <a:lnTo>
                    <a:pt x="1632" y="5232"/>
                  </a:lnTo>
                  <a:lnTo>
                    <a:pt x="1674" y="5315"/>
                  </a:lnTo>
                  <a:lnTo>
                    <a:pt x="1737" y="5629"/>
                  </a:lnTo>
                  <a:lnTo>
                    <a:pt x="1800" y="5650"/>
                  </a:lnTo>
                  <a:lnTo>
                    <a:pt x="1862" y="5755"/>
                  </a:lnTo>
                  <a:lnTo>
                    <a:pt x="1800" y="5797"/>
                  </a:lnTo>
                  <a:lnTo>
                    <a:pt x="1800" y="5943"/>
                  </a:lnTo>
                  <a:lnTo>
                    <a:pt x="1883" y="6027"/>
                  </a:lnTo>
                  <a:lnTo>
                    <a:pt x="1904" y="6257"/>
                  </a:lnTo>
                  <a:lnTo>
                    <a:pt x="2009" y="6383"/>
                  </a:lnTo>
                  <a:lnTo>
                    <a:pt x="2155" y="6676"/>
                  </a:lnTo>
                  <a:lnTo>
                    <a:pt x="2281" y="6801"/>
                  </a:lnTo>
                  <a:lnTo>
                    <a:pt x="2302" y="6885"/>
                  </a:lnTo>
                  <a:lnTo>
                    <a:pt x="2511" y="7031"/>
                  </a:lnTo>
                  <a:lnTo>
                    <a:pt x="2595" y="6989"/>
                  </a:lnTo>
                  <a:lnTo>
                    <a:pt x="2720" y="6968"/>
                  </a:lnTo>
                  <a:lnTo>
                    <a:pt x="2720" y="6885"/>
                  </a:lnTo>
                  <a:lnTo>
                    <a:pt x="2678" y="6843"/>
                  </a:lnTo>
                  <a:lnTo>
                    <a:pt x="2720" y="6759"/>
                  </a:lnTo>
                  <a:lnTo>
                    <a:pt x="2888" y="6696"/>
                  </a:lnTo>
                  <a:lnTo>
                    <a:pt x="2930" y="6801"/>
                  </a:lnTo>
                  <a:lnTo>
                    <a:pt x="3055" y="6822"/>
                  </a:lnTo>
                  <a:lnTo>
                    <a:pt x="3013" y="6927"/>
                  </a:lnTo>
                  <a:lnTo>
                    <a:pt x="3097" y="7115"/>
                  </a:lnTo>
                  <a:lnTo>
                    <a:pt x="3264" y="7136"/>
                  </a:lnTo>
                  <a:lnTo>
                    <a:pt x="3411" y="7220"/>
                  </a:lnTo>
                  <a:lnTo>
                    <a:pt x="3515" y="7199"/>
                  </a:lnTo>
                  <a:lnTo>
                    <a:pt x="3557" y="7220"/>
                  </a:lnTo>
                  <a:lnTo>
                    <a:pt x="3662" y="7240"/>
                  </a:lnTo>
                  <a:lnTo>
                    <a:pt x="3725" y="7199"/>
                  </a:lnTo>
                  <a:lnTo>
                    <a:pt x="3787" y="7199"/>
                  </a:lnTo>
                  <a:lnTo>
                    <a:pt x="3850" y="7282"/>
                  </a:lnTo>
                  <a:lnTo>
                    <a:pt x="3976" y="7282"/>
                  </a:lnTo>
                  <a:lnTo>
                    <a:pt x="3997" y="7178"/>
                  </a:lnTo>
                  <a:lnTo>
                    <a:pt x="4038" y="7115"/>
                  </a:lnTo>
                  <a:lnTo>
                    <a:pt x="4101" y="7094"/>
                  </a:lnTo>
                  <a:lnTo>
                    <a:pt x="4164" y="6968"/>
                  </a:lnTo>
                  <a:lnTo>
                    <a:pt x="4310" y="6885"/>
                  </a:lnTo>
                  <a:lnTo>
                    <a:pt x="4499" y="6906"/>
                  </a:lnTo>
                  <a:lnTo>
                    <a:pt x="4562" y="6906"/>
                  </a:lnTo>
                  <a:lnTo>
                    <a:pt x="4624" y="4813"/>
                  </a:lnTo>
                  <a:lnTo>
                    <a:pt x="4729" y="2993"/>
                  </a:lnTo>
                  <a:lnTo>
                    <a:pt x="5252" y="2993"/>
                  </a:lnTo>
                  <a:lnTo>
                    <a:pt x="5357" y="922"/>
                  </a:lnTo>
                  <a:lnTo>
                    <a:pt x="5775" y="922"/>
                  </a:lnTo>
                  <a:lnTo>
                    <a:pt x="6340" y="796"/>
                  </a:lnTo>
                  <a:lnTo>
                    <a:pt x="6507" y="733"/>
                  </a:lnTo>
                  <a:lnTo>
                    <a:pt x="6612" y="733"/>
                  </a:lnTo>
                  <a:lnTo>
                    <a:pt x="6654" y="754"/>
                  </a:lnTo>
                  <a:lnTo>
                    <a:pt x="6675" y="838"/>
                  </a:lnTo>
                  <a:lnTo>
                    <a:pt x="6717" y="859"/>
                  </a:lnTo>
                  <a:lnTo>
                    <a:pt x="6696" y="922"/>
                  </a:lnTo>
                  <a:lnTo>
                    <a:pt x="6675" y="1005"/>
                  </a:lnTo>
                  <a:lnTo>
                    <a:pt x="6717" y="1005"/>
                  </a:lnTo>
                  <a:lnTo>
                    <a:pt x="6905" y="859"/>
                  </a:lnTo>
                  <a:lnTo>
                    <a:pt x="7031" y="733"/>
                  </a:lnTo>
                  <a:lnTo>
                    <a:pt x="7135" y="608"/>
                  </a:lnTo>
                  <a:lnTo>
                    <a:pt x="7282" y="608"/>
                  </a:lnTo>
                  <a:lnTo>
                    <a:pt x="7303" y="629"/>
                  </a:lnTo>
                  <a:lnTo>
                    <a:pt x="7386" y="650"/>
                  </a:lnTo>
                  <a:lnTo>
                    <a:pt x="7449" y="608"/>
                  </a:lnTo>
                  <a:lnTo>
                    <a:pt x="7637" y="524"/>
                  </a:lnTo>
                  <a:lnTo>
                    <a:pt x="7742" y="503"/>
                  </a:lnTo>
                  <a:lnTo>
                    <a:pt x="7658" y="398"/>
                  </a:lnTo>
                  <a:lnTo>
                    <a:pt x="7637" y="398"/>
                  </a:lnTo>
                  <a:lnTo>
                    <a:pt x="7616" y="378"/>
                  </a:lnTo>
                  <a:lnTo>
                    <a:pt x="7533" y="378"/>
                  </a:lnTo>
                  <a:lnTo>
                    <a:pt x="7512" y="336"/>
                  </a:lnTo>
                  <a:lnTo>
                    <a:pt x="7491" y="336"/>
                  </a:lnTo>
                  <a:lnTo>
                    <a:pt x="7449" y="315"/>
                  </a:lnTo>
                  <a:lnTo>
                    <a:pt x="7323" y="378"/>
                  </a:lnTo>
                  <a:lnTo>
                    <a:pt x="7240" y="336"/>
                  </a:lnTo>
                  <a:lnTo>
                    <a:pt x="6696" y="482"/>
                  </a:lnTo>
                  <a:lnTo>
                    <a:pt x="5817" y="691"/>
                  </a:lnTo>
                  <a:lnTo>
                    <a:pt x="5671" y="691"/>
                  </a:lnTo>
                  <a:lnTo>
                    <a:pt x="5650" y="650"/>
                  </a:lnTo>
                  <a:lnTo>
                    <a:pt x="5608" y="650"/>
                  </a:lnTo>
                  <a:lnTo>
                    <a:pt x="5566" y="608"/>
                  </a:lnTo>
                  <a:lnTo>
                    <a:pt x="5524" y="629"/>
                  </a:lnTo>
                  <a:lnTo>
                    <a:pt x="5461" y="608"/>
                  </a:lnTo>
                  <a:lnTo>
                    <a:pt x="5419" y="587"/>
                  </a:lnTo>
                  <a:lnTo>
                    <a:pt x="5336" y="608"/>
                  </a:lnTo>
                  <a:lnTo>
                    <a:pt x="5336" y="650"/>
                  </a:lnTo>
                  <a:lnTo>
                    <a:pt x="5189" y="650"/>
                  </a:lnTo>
                  <a:lnTo>
                    <a:pt x="5085" y="629"/>
                  </a:lnTo>
                  <a:lnTo>
                    <a:pt x="4938" y="503"/>
                  </a:lnTo>
                  <a:lnTo>
                    <a:pt x="4896" y="503"/>
                  </a:lnTo>
                  <a:lnTo>
                    <a:pt x="4875" y="482"/>
                  </a:lnTo>
                  <a:lnTo>
                    <a:pt x="4834" y="545"/>
                  </a:lnTo>
                  <a:lnTo>
                    <a:pt x="4771" y="545"/>
                  </a:lnTo>
                  <a:lnTo>
                    <a:pt x="4624" y="524"/>
                  </a:lnTo>
                  <a:lnTo>
                    <a:pt x="4520" y="545"/>
                  </a:lnTo>
                  <a:lnTo>
                    <a:pt x="4457" y="608"/>
                  </a:lnTo>
                  <a:lnTo>
                    <a:pt x="4373" y="587"/>
                  </a:lnTo>
                  <a:lnTo>
                    <a:pt x="4352" y="524"/>
                  </a:lnTo>
                  <a:lnTo>
                    <a:pt x="4290" y="503"/>
                  </a:lnTo>
                  <a:lnTo>
                    <a:pt x="4185" y="524"/>
                  </a:lnTo>
                  <a:lnTo>
                    <a:pt x="4080" y="503"/>
                  </a:lnTo>
                  <a:lnTo>
                    <a:pt x="3955" y="440"/>
                  </a:lnTo>
                  <a:lnTo>
                    <a:pt x="3892" y="398"/>
                  </a:lnTo>
                  <a:lnTo>
                    <a:pt x="3850" y="294"/>
                  </a:lnTo>
                  <a:lnTo>
                    <a:pt x="3829" y="273"/>
                  </a:lnTo>
                  <a:lnTo>
                    <a:pt x="1653" y="273"/>
                  </a:lnTo>
                  <a:lnTo>
                    <a:pt x="1632" y="231"/>
                  </a:lnTo>
                  <a:lnTo>
                    <a:pt x="1569" y="231"/>
                  </a:lnTo>
                  <a:lnTo>
                    <a:pt x="1486" y="294"/>
                  </a:lnTo>
                  <a:lnTo>
                    <a:pt x="1465" y="294"/>
                  </a:lnTo>
                  <a:lnTo>
                    <a:pt x="1360" y="336"/>
                  </a:lnTo>
                  <a:lnTo>
                    <a:pt x="1235" y="294"/>
                  </a:lnTo>
                  <a:lnTo>
                    <a:pt x="1130" y="189"/>
                  </a:lnTo>
                  <a:lnTo>
                    <a:pt x="1067" y="168"/>
                  </a:lnTo>
                  <a:lnTo>
                    <a:pt x="1109" y="106"/>
                  </a:lnTo>
                  <a:lnTo>
                    <a:pt x="1025" y="85"/>
                  </a:lnTo>
                  <a:lnTo>
                    <a:pt x="1025" y="64"/>
                  </a:lnTo>
                  <a:lnTo>
                    <a:pt x="942" y="1"/>
                  </a:lnTo>
                  <a:lnTo>
                    <a:pt x="900" y="22"/>
                  </a:lnTo>
                  <a:lnTo>
                    <a:pt x="858" y="64"/>
                  </a:lnTo>
                  <a:lnTo>
                    <a:pt x="837" y="64"/>
                  </a:lnTo>
                  <a:lnTo>
                    <a:pt x="73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1965" name="Google Shape;1965;p60"/>
            <p:cNvSpPr/>
            <p:nvPr/>
          </p:nvSpPr>
          <p:spPr>
            <a:xfrm>
              <a:off x="3953131" y="3215060"/>
              <a:ext cx="71767" cy="110427"/>
            </a:xfrm>
            <a:custGeom>
              <a:rect b="b" l="l" r="r" t="t"/>
              <a:pathLst>
                <a:path extrusionOk="0" h="9710" w="6027">
                  <a:moveTo>
                    <a:pt x="6006" y="1"/>
                  </a:moveTo>
                  <a:lnTo>
                    <a:pt x="5964" y="22"/>
                  </a:lnTo>
                  <a:lnTo>
                    <a:pt x="5922" y="84"/>
                  </a:lnTo>
                  <a:lnTo>
                    <a:pt x="5818" y="63"/>
                  </a:lnTo>
                  <a:lnTo>
                    <a:pt x="5734" y="126"/>
                  </a:lnTo>
                  <a:lnTo>
                    <a:pt x="5650" y="210"/>
                  </a:lnTo>
                  <a:lnTo>
                    <a:pt x="5525" y="231"/>
                  </a:lnTo>
                  <a:lnTo>
                    <a:pt x="5441" y="314"/>
                  </a:lnTo>
                  <a:lnTo>
                    <a:pt x="5315" y="314"/>
                  </a:lnTo>
                  <a:lnTo>
                    <a:pt x="5294" y="377"/>
                  </a:lnTo>
                  <a:lnTo>
                    <a:pt x="5190" y="398"/>
                  </a:lnTo>
                  <a:lnTo>
                    <a:pt x="5106" y="377"/>
                  </a:lnTo>
                  <a:lnTo>
                    <a:pt x="4897" y="440"/>
                  </a:lnTo>
                  <a:lnTo>
                    <a:pt x="4855" y="482"/>
                  </a:lnTo>
                  <a:lnTo>
                    <a:pt x="4750" y="503"/>
                  </a:lnTo>
                  <a:lnTo>
                    <a:pt x="4667" y="440"/>
                  </a:lnTo>
                  <a:lnTo>
                    <a:pt x="4583" y="440"/>
                  </a:lnTo>
                  <a:lnTo>
                    <a:pt x="4478" y="419"/>
                  </a:lnTo>
                  <a:lnTo>
                    <a:pt x="4437" y="482"/>
                  </a:lnTo>
                  <a:lnTo>
                    <a:pt x="4458" y="524"/>
                  </a:lnTo>
                  <a:lnTo>
                    <a:pt x="4437" y="607"/>
                  </a:lnTo>
                  <a:lnTo>
                    <a:pt x="4269" y="628"/>
                  </a:lnTo>
                  <a:lnTo>
                    <a:pt x="4144" y="691"/>
                  </a:lnTo>
                  <a:lnTo>
                    <a:pt x="4060" y="628"/>
                  </a:lnTo>
                  <a:lnTo>
                    <a:pt x="3976" y="628"/>
                  </a:lnTo>
                  <a:lnTo>
                    <a:pt x="3976" y="587"/>
                  </a:lnTo>
                  <a:lnTo>
                    <a:pt x="3934" y="545"/>
                  </a:lnTo>
                  <a:lnTo>
                    <a:pt x="3872" y="607"/>
                  </a:lnTo>
                  <a:lnTo>
                    <a:pt x="3809" y="607"/>
                  </a:lnTo>
                  <a:lnTo>
                    <a:pt x="3704" y="712"/>
                  </a:lnTo>
                  <a:lnTo>
                    <a:pt x="3516" y="733"/>
                  </a:lnTo>
                  <a:lnTo>
                    <a:pt x="3537" y="712"/>
                  </a:lnTo>
                  <a:lnTo>
                    <a:pt x="3495" y="628"/>
                  </a:lnTo>
                  <a:lnTo>
                    <a:pt x="3411" y="628"/>
                  </a:lnTo>
                  <a:lnTo>
                    <a:pt x="3328" y="587"/>
                  </a:lnTo>
                  <a:lnTo>
                    <a:pt x="3244" y="545"/>
                  </a:lnTo>
                  <a:lnTo>
                    <a:pt x="3244" y="503"/>
                  </a:lnTo>
                  <a:lnTo>
                    <a:pt x="3181" y="524"/>
                  </a:lnTo>
                  <a:lnTo>
                    <a:pt x="3139" y="545"/>
                  </a:lnTo>
                  <a:lnTo>
                    <a:pt x="3035" y="587"/>
                  </a:lnTo>
                  <a:lnTo>
                    <a:pt x="2491" y="607"/>
                  </a:lnTo>
                  <a:lnTo>
                    <a:pt x="2365" y="1110"/>
                  </a:lnTo>
                  <a:lnTo>
                    <a:pt x="2449" y="1654"/>
                  </a:lnTo>
                  <a:lnTo>
                    <a:pt x="2616" y="1737"/>
                  </a:lnTo>
                  <a:lnTo>
                    <a:pt x="2721" y="1800"/>
                  </a:lnTo>
                  <a:lnTo>
                    <a:pt x="2763" y="1863"/>
                  </a:lnTo>
                  <a:lnTo>
                    <a:pt x="2805" y="1884"/>
                  </a:lnTo>
                  <a:lnTo>
                    <a:pt x="3014" y="2072"/>
                  </a:lnTo>
                  <a:lnTo>
                    <a:pt x="3035" y="2177"/>
                  </a:lnTo>
                  <a:lnTo>
                    <a:pt x="3181" y="2365"/>
                  </a:lnTo>
                  <a:lnTo>
                    <a:pt x="3223" y="2491"/>
                  </a:lnTo>
                  <a:lnTo>
                    <a:pt x="3286" y="2574"/>
                  </a:lnTo>
                  <a:lnTo>
                    <a:pt x="3286" y="2637"/>
                  </a:lnTo>
                  <a:lnTo>
                    <a:pt x="3202" y="2637"/>
                  </a:lnTo>
                  <a:lnTo>
                    <a:pt x="3181" y="2721"/>
                  </a:lnTo>
                  <a:lnTo>
                    <a:pt x="3118" y="2721"/>
                  </a:lnTo>
                  <a:lnTo>
                    <a:pt x="3097" y="2783"/>
                  </a:lnTo>
                  <a:lnTo>
                    <a:pt x="3118" y="2804"/>
                  </a:lnTo>
                  <a:lnTo>
                    <a:pt x="3097" y="2846"/>
                  </a:lnTo>
                  <a:lnTo>
                    <a:pt x="3181" y="2930"/>
                  </a:lnTo>
                  <a:lnTo>
                    <a:pt x="3139" y="3139"/>
                  </a:lnTo>
                  <a:lnTo>
                    <a:pt x="3118" y="3244"/>
                  </a:lnTo>
                  <a:lnTo>
                    <a:pt x="3035" y="3307"/>
                  </a:lnTo>
                  <a:lnTo>
                    <a:pt x="2930" y="3327"/>
                  </a:lnTo>
                  <a:lnTo>
                    <a:pt x="2867" y="3474"/>
                  </a:lnTo>
                  <a:lnTo>
                    <a:pt x="2867" y="3579"/>
                  </a:lnTo>
                  <a:lnTo>
                    <a:pt x="2805" y="3683"/>
                  </a:lnTo>
                  <a:lnTo>
                    <a:pt x="2825" y="3830"/>
                  </a:lnTo>
                  <a:lnTo>
                    <a:pt x="2805" y="3955"/>
                  </a:lnTo>
                  <a:lnTo>
                    <a:pt x="2700" y="3976"/>
                  </a:lnTo>
                  <a:lnTo>
                    <a:pt x="2679" y="3872"/>
                  </a:lnTo>
                  <a:lnTo>
                    <a:pt x="2700" y="3830"/>
                  </a:lnTo>
                  <a:lnTo>
                    <a:pt x="2616" y="3725"/>
                  </a:lnTo>
                  <a:lnTo>
                    <a:pt x="2574" y="3662"/>
                  </a:lnTo>
                  <a:lnTo>
                    <a:pt x="2491" y="3620"/>
                  </a:lnTo>
                  <a:lnTo>
                    <a:pt x="2386" y="3537"/>
                  </a:lnTo>
                  <a:lnTo>
                    <a:pt x="2281" y="3411"/>
                  </a:lnTo>
                  <a:lnTo>
                    <a:pt x="2281" y="3327"/>
                  </a:lnTo>
                  <a:lnTo>
                    <a:pt x="2240" y="3202"/>
                  </a:lnTo>
                  <a:lnTo>
                    <a:pt x="2240" y="3097"/>
                  </a:lnTo>
                  <a:lnTo>
                    <a:pt x="2281" y="2993"/>
                  </a:lnTo>
                  <a:lnTo>
                    <a:pt x="2344" y="2846"/>
                  </a:lnTo>
                  <a:lnTo>
                    <a:pt x="2449" y="2721"/>
                  </a:lnTo>
                  <a:lnTo>
                    <a:pt x="2470" y="2595"/>
                  </a:lnTo>
                  <a:lnTo>
                    <a:pt x="2470" y="2428"/>
                  </a:lnTo>
                  <a:lnTo>
                    <a:pt x="2407" y="2323"/>
                  </a:lnTo>
                  <a:lnTo>
                    <a:pt x="2261" y="2302"/>
                  </a:lnTo>
                  <a:lnTo>
                    <a:pt x="2135" y="2302"/>
                  </a:lnTo>
                  <a:lnTo>
                    <a:pt x="2072" y="2365"/>
                  </a:lnTo>
                  <a:lnTo>
                    <a:pt x="2030" y="2365"/>
                  </a:lnTo>
                  <a:lnTo>
                    <a:pt x="1968" y="2386"/>
                  </a:lnTo>
                  <a:lnTo>
                    <a:pt x="1863" y="2323"/>
                  </a:lnTo>
                  <a:lnTo>
                    <a:pt x="1863" y="2260"/>
                  </a:lnTo>
                  <a:lnTo>
                    <a:pt x="1821" y="2198"/>
                  </a:lnTo>
                  <a:lnTo>
                    <a:pt x="1779" y="2156"/>
                  </a:lnTo>
                  <a:lnTo>
                    <a:pt x="1758" y="2093"/>
                  </a:lnTo>
                  <a:lnTo>
                    <a:pt x="1612" y="2114"/>
                  </a:lnTo>
                  <a:lnTo>
                    <a:pt x="1424" y="2177"/>
                  </a:lnTo>
                  <a:lnTo>
                    <a:pt x="1089" y="2302"/>
                  </a:lnTo>
                  <a:lnTo>
                    <a:pt x="984" y="2323"/>
                  </a:lnTo>
                  <a:lnTo>
                    <a:pt x="398" y="2595"/>
                  </a:lnTo>
                  <a:lnTo>
                    <a:pt x="273" y="2595"/>
                  </a:lnTo>
                  <a:lnTo>
                    <a:pt x="43" y="2700"/>
                  </a:lnTo>
                  <a:lnTo>
                    <a:pt x="1" y="2783"/>
                  </a:lnTo>
                  <a:lnTo>
                    <a:pt x="43" y="2951"/>
                  </a:lnTo>
                  <a:lnTo>
                    <a:pt x="43" y="3035"/>
                  </a:lnTo>
                  <a:lnTo>
                    <a:pt x="64" y="3223"/>
                  </a:lnTo>
                  <a:lnTo>
                    <a:pt x="273" y="3244"/>
                  </a:lnTo>
                  <a:lnTo>
                    <a:pt x="356" y="3244"/>
                  </a:lnTo>
                  <a:lnTo>
                    <a:pt x="377" y="3327"/>
                  </a:lnTo>
                  <a:lnTo>
                    <a:pt x="419" y="3307"/>
                  </a:lnTo>
                  <a:lnTo>
                    <a:pt x="482" y="3244"/>
                  </a:lnTo>
                  <a:lnTo>
                    <a:pt x="628" y="3265"/>
                  </a:lnTo>
                  <a:lnTo>
                    <a:pt x="796" y="3369"/>
                  </a:lnTo>
                  <a:lnTo>
                    <a:pt x="901" y="3516"/>
                  </a:lnTo>
                  <a:lnTo>
                    <a:pt x="1005" y="3537"/>
                  </a:lnTo>
                  <a:lnTo>
                    <a:pt x="1193" y="3537"/>
                  </a:lnTo>
                  <a:lnTo>
                    <a:pt x="1298" y="3620"/>
                  </a:lnTo>
                  <a:lnTo>
                    <a:pt x="1340" y="3683"/>
                  </a:lnTo>
                  <a:lnTo>
                    <a:pt x="1465" y="3725"/>
                  </a:lnTo>
                  <a:lnTo>
                    <a:pt x="1465" y="3788"/>
                  </a:lnTo>
                  <a:lnTo>
                    <a:pt x="1424" y="3892"/>
                  </a:lnTo>
                  <a:lnTo>
                    <a:pt x="1445" y="3976"/>
                  </a:lnTo>
                  <a:lnTo>
                    <a:pt x="1424" y="4060"/>
                  </a:lnTo>
                  <a:lnTo>
                    <a:pt x="1445" y="4144"/>
                  </a:lnTo>
                  <a:lnTo>
                    <a:pt x="1445" y="4206"/>
                  </a:lnTo>
                  <a:lnTo>
                    <a:pt x="1403" y="4290"/>
                  </a:lnTo>
                  <a:lnTo>
                    <a:pt x="1361" y="4457"/>
                  </a:lnTo>
                  <a:lnTo>
                    <a:pt x="1319" y="4562"/>
                  </a:lnTo>
                  <a:lnTo>
                    <a:pt x="1361" y="4604"/>
                  </a:lnTo>
                  <a:lnTo>
                    <a:pt x="1445" y="4604"/>
                  </a:lnTo>
                  <a:lnTo>
                    <a:pt x="1424" y="4688"/>
                  </a:lnTo>
                  <a:lnTo>
                    <a:pt x="1319" y="4729"/>
                  </a:lnTo>
                  <a:lnTo>
                    <a:pt x="1319" y="4834"/>
                  </a:lnTo>
                  <a:lnTo>
                    <a:pt x="1319" y="4980"/>
                  </a:lnTo>
                  <a:lnTo>
                    <a:pt x="1235" y="5001"/>
                  </a:lnTo>
                  <a:lnTo>
                    <a:pt x="1235" y="5043"/>
                  </a:lnTo>
                  <a:lnTo>
                    <a:pt x="1340" y="5127"/>
                  </a:lnTo>
                  <a:lnTo>
                    <a:pt x="1361" y="5232"/>
                  </a:lnTo>
                  <a:lnTo>
                    <a:pt x="1319" y="5294"/>
                  </a:lnTo>
                  <a:lnTo>
                    <a:pt x="1319" y="5399"/>
                  </a:lnTo>
                  <a:lnTo>
                    <a:pt x="1361" y="5441"/>
                  </a:lnTo>
                  <a:lnTo>
                    <a:pt x="1403" y="5524"/>
                  </a:lnTo>
                  <a:lnTo>
                    <a:pt x="1319" y="5629"/>
                  </a:lnTo>
                  <a:lnTo>
                    <a:pt x="1214" y="5734"/>
                  </a:lnTo>
                  <a:lnTo>
                    <a:pt x="1193" y="5776"/>
                  </a:lnTo>
                  <a:lnTo>
                    <a:pt x="1110" y="5776"/>
                  </a:lnTo>
                  <a:lnTo>
                    <a:pt x="1089" y="5859"/>
                  </a:lnTo>
                  <a:lnTo>
                    <a:pt x="1110" y="5964"/>
                  </a:lnTo>
                  <a:lnTo>
                    <a:pt x="1089" y="6048"/>
                  </a:lnTo>
                  <a:lnTo>
                    <a:pt x="1047" y="6194"/>
                  </a:lnTo>
                  <a:lnTo>
                    <a:pt x="1026" y="6278"/>
                  </a:lnTo>
                  <a:lnTo>
                    <a:pt x="1026" y="6466"/>
                  </a:lnTo>
                  <a:lnTo>
                    <a:pt x="398" y="7115"/>
                  </a:lnTo>
                  <a:lnTo>
                    <a:pt x="461" y="7282"/>
                  </a:lnTo>
                  <a:lnTo>
                    <a:pt x="482" y="7429"/>
                  </a:lnTo>
                  <a:lnTo>
                    <a:pt x="566" y="7554"/>
                  </a:lnTo>
                  <a:lnTo>
                    <a:pt x="566" y="7847"/>
                  </a:lnTo>
                  <a:lnTo>
                    <a:pt x="524" y="7868"/>
                  </a:lnTo>
                  <a:lnTo>
                    <a:pt x="524" y="7973"/>
                  </a:lnTo>
                  <a:lnTo>
                    <a:pt x="587" y="8077"/>
                  </a:lnTo>
                  <a:lnTo>
                    <a:pt x="608" y="8224"/>
                  </a:lnTo>
                  <a:lnTo>
                    <a:pt x="608" y="8684"/>
                  </a:lnTo>
                  <a:lnTo>
                    <a:pt x="566" y="8851"/>
                  </a:lnTo>
                  <a:lnTo>
                    <a:pt x="566" y="9019"/>
                  </a:lnTo>
                  <a:lnTo>
                    <a:pt x="566" y="9207"/>
                  </a:lnTo>
                  <a:lnTo>
                    <a:pt x="566" y="9228"/>
                  </a:lnTo>
                  <a:lnTo>
                    <a:pt x="628" y="9270"/>
                  </a:lnTo>
                  <a:lnTo>
                    <a:pt x="691" y="9333"/>
                  </a:lnTo>
                  <a:lnTo>
                    <a:pt x="733" y="9395"/>
                  </a:lnTo>
                  <a:lnTo>
                    <a:pt x="712" y="9437"/>
                  </a:lnTo>
                  <a:lnTo>
                    <a:pt x="712" y="9521"/>
                  </a:lnTo>
                  <a:lnTo>
                    <a:pt x="691" y="9626"/>
                  </a:lnTo>
                  <a:lnTo>
                    <a:pt x="691" y="9646"/>
                  </a:lnTo>
                  <a:lnTo>
                    <a:pt x="733" y="9646"/>
                  </a:lnTo>
                  <a:lnTo>
                    <a:pt x="942" y="9709"/>
                  </a:lnTo>
                  <a:lnTo>
                    <a:pt x="1047" y="9709"/>
                  </a:lnTo>
                  <a:lnTo>
                    <a:pt x="1089" y="9605"/>
                  </a:lnTo>
                  <a:lnTo>
                    <a:pt x="1131" y="9500"/>
                  </a:lnTo>
                  <a:lnTo>
                    <a:pt x="1152" y="9333"/>
                  </a:lnTo>
                  <a:lnTo>
                    <a:pt x="1131" y="9291"/>
                  </a:lnTo>
                  <a:lnTo>
                    <a:pt x="1110" y="9291"/>
                  </a:lnTo>
                  <a:lnTo>
                    <a:pt x="1089" y="9395"/>
                  </a:lnTo>
                  <a:lnTo>
                    <a:pt x="1005" y="9374"/>
                  </a:lnTo>
                  <a:lnTo>
                    <a:pt x="942" y="9437"/>
                  </a:lnTo>
                  <a:lnTo>
                    <a:pt x="942" y="9333"/>
                  </a:lnTo>
                  <a:lnTo>
                    <a:pt x="901" y="9228"/>
                  </a:lnTo>
                  <a:lnTo>
                    <a:pt x="880" y="9207"/>
                  </a:lnTo>
                  <a:lnTo>
                    <a:pt x="921" y="9165"/>
                  </a:lnTo>
                  <a:lnTo>
                    <a:pt x="984" y="9165"/>
                  </a:lnTo>
                  <a:lnTo>
                    <a:pt x="1026" y="9019"/>
                  </a:lnTo>
                  <a:lnTo>
                    <a:pt x="1110" y="8977"/>
                  </a:lnTo>
                  <a:lnTo>
                    <a:pt x="1131" y="8893"/>
                  </a:lnTo>
                  <a:lnTo>
                    <a:pt x="1298" y="8872"/>
                  </a:lnTo>
                  <a:lnTo>
                    <a:pt x="1465" y="8663"/>
                  </a:lnTo>
                  <a:lnTo>
                    <a:pt x="1989" y="8579"/>
                  </a:lnTo>
                  <a:lnTo>
                    <a:pt x="2365" y="8391"/>
                  </a:lnTo>
                  <a:lnTo>
                    <a:pt x="2574" y="8182"/>
                  </a:lnTo>
                  <a:lnTo>
                    <a:pt x="2616" y="8035"/>
                  </a:lnTo>
                  <a:lnTo>
                    <a:pt x="2679" y="7931"/>
                  </a:lnTo>
                  <a:lnTo>
                    <a:pt x="2679" y="7847"/>
                  </a:lnTo>
                  <a:lnTo>
                    <a:pt x="2574" y="7910"/>
                  </a:lnTo>
                  <a:lnTo>
                    <a:pt x="2553" y="7805"/>
                  </a:lnTo>
                  <a:lnTo>
                    <a:pt x="2595" y="7805"/>
                  </a:lnTo>
                  <a:lnTo>
                    <a:pt x="2595" y="7701"/>
                  </a:lnTo>
                  <a:lnTo>
                    <a:pt x="2658" y="7617"/>
                  </a:lnTo>
                  <a:lnTo>
                    <a:pt x="2658" y="7533"/>
                  </a:lnTo>
                  <a:lnTo>
                    <a:pt x="2721" y="7345"/>
                  </a:lnTo>
                  <a:lnTo>
                    <a:pt x="2700" y="7324"/>
                  </a:lnTo>
                  <a:lnTo>
                    <a:pt x="2700" y="7177"/>
                  </a:lnTo>
                  <a:lnTo>
                    <a:pt x="2763" y="7115"/>
                  </a:lnTo>
                  <a:lnTo>
                    <a:pt x="2763" y="6968"/>
                  </a:lnTo>
                  <a:lnTo>
                    <a:pt x="2721" y="6968"/>
                  </a:lnTo>
                  <a:lnTo>
                    <a:pt x="2721" y="6822"/>
                  </a:lnTo>
                  <a:lnTo>
                    <a:pt x="2658" y="6968"/>
                  </a:lnTo>
                  <a:lnTo>
                    <a:pt x="2658" y="7073"/>
                  </a:lnTo>
                  <a:lnTo>
                    <a:pt x="2595" y="7094"/>
                  </a:lnTo>
                  <a:lnTo>
                    <a:pt x="2574" y="6968"/>
                  </a:lnTo>
                  <a:lnTo>
                    <a:pt x="2595" y="6592"/>
                  </a:lnTo>
                  <a:lnTo>
                    <a:pt x="2553" y="6466"/>
                  </a:lnTo>
                  <a:lnTo>
                    <a:pt x="2553" y="6340"/>
                  </a:lnTo>
                  <a:lnTo>
                    <a:pt x="2470" y="6236"/>
                  </a:lnTo>
                  <a:lnTo>
                    <a:pt x="2407" y="6194"/>
                  </a:lnTo>
                  <a:lnTo>
                    <a:pt x="2491" y="6152"/>
                  </a:lnTo>
                  <a:lnTo>
                    <a:pt x="2491" y="6068"/>
                  </a:lnTo>
                  <a:lnTo>
                    <a:pt x="2302" y="5838"/>
                  </a:lnTo>
                  <a:lnTo>
                    <a:pt x="2386" y="5755"/>
                  </a:lnTo>
                  <a:lnTo>
                    <a:pt x="2365" y="5650"/>
                  </a:lnTo>
                  <a:lnTo>
                    <a:pt x="2407" y="5608"/>
                  </a:lnTo>
                  <a:lnTo>
                    <a:pt x="2407" y="5524"/>
                  </a:lnTo>
                  <a:lnTo>
                    <a:pt x="2365" y="5441"/>
                  </a:lnTo>
                  <a:lnTo>
                    <a:pt x="2365" y="5399"/>
                  </a:lnTo>
                  <a:lnTo>
                    <a:pt x="2407" y="5399"/>
                  </a:lnTo>
                  <a:lnTo>
                    <a:pt x="2512" y="5462"/>
                  </a:lnTo>
                  <a:lnTo>
                    <a:pt x="2574" y="5399"/>
                  </a:lnTo>
                  <a:lnTo>
                    <a:pt x="2721" y="5399"/>
                  </a:lnTo>
                  <a:lnTo>
                    <a:pt x="2825" y="5315"/>
                  </a:lnTo>
                  <a:lnTo>
                    <a:pt x="2805" y="5190"/>
                  </a:lnTo>
                  <a:lnTo>
                    <a:pt x="3118" y="4980"/>
                  </a:lnTo>
                  <a:lnTo>
                    <a:pt x="3244" y="4980"/>
                  </a:lnTo>
                  <a:lnTo>
                    <a:pt x="3244" y="4897"/>
                  </a:lnTo>
                  <a:lnTo>
                    <a:pt x="3307" y="4876"/>
                  </a:lnTo>
                  <a:lnTo>
                    <a:pt x="3349" y="4813"/>
                  </a:lnTo>
                  <a:lnTo>
                    <a:pt x="3349" y="4771"/>
                  </a:lnTo>
                  <a:lnTo>
                    <a:pt x="3600" y="4625"/>
                  </a:lnTo>
                  <a:lnTo>
                    <a:pt x="3621" y="4562"/>
                  </a:lnTo>
                  <a:lnTo>
                    <a:pt x="3662" y="4520"/>
                  </a:lnTo>
                  <a:lnTo>
                    <a:pt x="3704" y="4374"/>
                  </a:lnTo>
                  <a:lnTo>
                    <a:pt x="3746" y="4478"/>
                  </a:lnTo>
                  <a:lnTo>
                    <a:pt x="3830" y="4416"/>
                  </a:lnTo>
                  <a:lnTo>
                    <a:pt x="3955" y="4269"/>
                  </a:lnTo>
                  <a:lnTo>
                    <a:pt x="3955" y="4185"/>
                  </a:lnTo>
                  <a:lnTo>
                    <a:pt x="4018" y="4248"/>
                  </a:lnTo>
                  <a:lnTo>
                    <a:pt x="4248" y="4081"/>
                  </a:lnTo>
                  <a:lnTo>
                    <a:pt x="4437" y="3997"/>
                  </a:lnTo>
                  <a:lnTo>
                    <a:pt x="4437" y="3976"/>
                  </a:lnTo>
                  <a:lnTo>
                    <a:pt x="4562" y="3976"/>
                  </a:lnTo>
                  <a:lnTo>
                    <a:pt x="4918" y="3788"/>
                  </a:lnTo>
                  <a:lnTo>
                    <a:pt x="4960" y="3725"/>
                  </a:lnTo>
                  <a:lnTo>
                    <a:pt x="5022" y="3683"/>
                  </a:lnTo>
                  <a:lnTo>
                    <a:pt x="5399" y="3474"/>
                  </a:lnTo>
                  <a:lnTo>
                    <a:pt x="5399" y="3369"/>
                  </a:lnTo>
                  <a:lnTo>
                    <a:pt x="5504" y="3369"/>
                  </a:lnTo>
                  <a:lnTo>
                    <a:pt x="5608" y="3223"/>
                  </a:lnTo>
                  <a:lnTo>
                    <a:pt x="5608" y="3139"/>
                  </a:lnTo>
                  <a:lnTo>
                    <a:pt x="5734" y="2993"/>
                  </a:lnTo>
                  <a:lnTo>
                    <a:pt x="5818" y="2951"/>
                  </a:lnTo>
                  <a:lnTo>
                    <a:pt x="5818" y="2846"/>
                  </a:lnTo>
                  <a:lnTo>
                    <a:pt x="5859" y="2783"/>
                  </a:lnTo>
                  <a:lnTo>
                    <a:pt x="5797" y="2783"/>
                  </a:lnTo>
                  <a:lnTo>
                    <a:pt x="5755" y="2804"/>
                  </a:lnTo>
                  <a:lnTo>
                    <a:pt x="5734" y="2742"/>
                  </a:lnTo>
                  <a:lnTo>
                    <a:pt x="5838" y="2679"/>
                  </a:lnTo>
                  <a:lnTo>
                    <a:pt x="5901" y="2679"/>
                  </a:lnTo>
                  <a:lnTo>
                    <a:pt x="5922" y="2616"/>
                  </a:lnTo>
                  <a:lnTo>
                    <a:pt x="5901" y="2574"/>
                  </a:lnTo>
                  <a:lnTo>
                    <a:pt x="5943" y="2532"/>
                  </a:lnTo>
                  <a:lnTo>
                    <a:pt x="6006" y="2470"/>
                  </a:lnTo>
                  <a:lnTo>
                    <a:pt x="5964" y="2219"/>
                  </a:lnTo>
                  <a:lnTo>
                    <a:pt x="5943" y="2198"/>
                  </a:lnTo>
                  <a:lnTo>
                    <a:pt x="5838" y="2198"/>
                  </a:lnTo>
                  <a:lnTo>
                    <a:pt x="5797" y="2177"/>
                  </a:lnTo>
                  <a:lnTo>
                    <a:pt x="5818" y="2114"/>
                  </a:lnTo>
                  <a:lnTo>
                    <a:pt x="5901" y="2114"/>
                  </a:lnTo>
                  <a:lnTo>
                    <a:pt x="5901" y="1863"/>
                  </a:lnTo>
                  <a:lnTo>
                    <a:pt x="5859" y="1800"/>
                  </a:lnTo>
                  <a:lnTo>
                    <a:pt x="5901" y="1800"/>
                  </a:lnTo>
                  <a:lnTo>
                    <a:pt x="5922" y="1528"/>
                  </a:lnTo>
                  <a:lnTo>
                    <a:pt x="5901" y="1361"/>
                  </a:lnTo>
                  <a:lnTo>
                    <a:pt x="5964" y="1319"/>
                  </a:lnTo>
                  <a:lnTo>
                    <a:pt x="5943" y="1151"/>
                  </a:lnTo>
                  <a:lnTo>
                    <a:pt x="5922" y="1131"/>
                  </a:lnTo>
                  <a:lnTo>
                    <a:pt x="5922" y="963"/>
                  </a:lnTo>
                  <a:lnTo>
                    <a:pt x="5964" y="942"/>
                  </a:lnTo>
                  <a:lnTo>
                    <a:pt x="5901" y="817"/>
                  </a:lnTo>
                  <a:lnTo>
                    <a:pt x="5859" y="628"/>
                  </a:lnTo>
                  <a:lnTo>
                    <a:pt x="5922" y="587"/>
                  </a:lnTo>
                  <a:lnTo>
                    <a:pt x="5901" y="545"/>
                  </a:lnTo>
                  <a:lnTo>
                    <a:pt x="5901" y="503"/>
                  </a:lnTo>
                  <a:lnTo>
                    <a:pt x="5901" y="440"/>
                  </a:lnTo>
                  <a:lnTo>
                    <a:pt x="6027" y="273"/>
                  </a:lnTo>
                  <a:lnTo>
                    <a:pt x="5964" y="231"/>
                  </a:lnTo>
                  <a:lnTo>
                    <a:pt x="6027" y="168"/>
                  </a:lnTo>
                  <a:lnTo>
                    <a:pt x="6027" y="22"/>
                  </a:lnTo>
                  <a:lnTo>
                    <a:pt x="600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60"/>
            <p:cNvSpPr/>
            <p:nvPr/>
          </p:nvSpPr>
          <p:spPr>
            <a:xfrm>
              <a:off x="3951893" y="3317378"/>
              <a:ext cx="9978" cy="10724"/>
            </a:xfrm>
            <a:custGeom>
              <a:rect b="b" l="l" r="r" t="t"/>
              <a:pathLst>
                <a:path extrusionOk="0" h="943" w="838">
                  <a:moveTo>
                    <a:pt x="314" y="1"/>
                  </a:moveTo>
                  <a:lnTo>
                    <a:pt x="209" y="43"/>
                  </a:lnTo>
                  <a:lnTo>
                    <a:pt x="188" y="189"/>
                  </a:lnTo>
                  <a:lnTo>
                    <a:pt x="63" y="440"/>
                  </a:lnTo>
                  <a:lnTo>
                    <a:pt x="0" y="566"/>
                  </a:lnTo>
                  <a:lnTo>
                    <a:pt x="42" y="649"/>
                  </a:lnTo>
                  <a:lnTo>
                    <a:pt x="105" y="712"/>
                  </a:lnTo>
                  <a:lnTo>
                    <a:pt x="168" y="817"/>
                  </a:lnTo>
                  <a:lnTo>
                    <a:pt x="377" y="921"/>
                  </a:lnTo>
                  <a:lnTo>
                    <a:pt x="586" y="942"/>
                  </a:lnTo>
                  <a:lnTo>
                    <a:pt x="670" y="921"/>
                  </a:lnTo>
                  <a:lnTo>
                    <a:pt x="712" y="817"/>
                  </a:lnTo>
                  <a:lnTo>
                    <a:pt x="691" y="712"/>
                  </a:lnTo>
                  <a:lnTo>
                    <a:pt x="774" y="691"/>
                  </a:lnTo>
                  <a:lnTo>
                    <a:pt x="795" y="649"/>
                  </a:lnTo>
                  <a:lnTo>
                    <a:pt x="795" y="629"/>
                  </a:lnTo>
                  <a:lnTo>
                    <a:pt x="816" y="524"/>
                  </a:lnTo>
                  <a:lnTo>
                    <a:pt x="816" y="440"/>
                  </a:lnTo>
                  <a:lnTo>
                    <a:pt x="837" y="398"/>
                  </a:lnTo>
                  <a:lnTo>
                    <a:pt x="795" y="336"/>
                  </a:lnTo>
                  <a:lnTo>
                    <a:pt x="732" y="273"/>
                  </a:lnTo>
                  <a:lnTo>
                    <a:pt x="670" y="231"/>
                  </a:lnTo>
                  <a:lnTo>
                    <a:pt x="670" y="210"/>
                  </a:lnTo>
                  <a:lnTo>
                    <a:pt x="565" y="189"/>
                  </a:lnTo>
                  <a:lnTo>
                    <a:pt x="481" y="105"/>
                  </a:lnTo>
                  <a:lnTo>
                    <a:pt x="3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60"/>
            <p:cNvSpPr/>
            <p:nvPr/>
          </p:nvSpPr>
          <p:spPr>
            <a:xfrm>
              <a:off x="3925232" y="3338554"/>
              <a:ext cx="15956" cy="14295"/>
            </a:xfrm>
            <a:custGeom>
              <a:rect b="b" l="l" r="r" t="t"/>
              <a:pathLst>
                <a:path extrusionOk="0" h="1257" w="1340">
                  <a:moveTo>
                    <a:pt x="775" y="1"/>
                  </a:moveTo>
                  <a:lnTo>
                    <a:pt x="754" y="43"/>
                  </a:lnTo>
                  <a:lnTo>
                    <a:pt x="670" y="106"/>
                  </a:lnTo>
                  <a:lnTo>
                    <a:pt x="628" y="147"/>
                  </a:lnTo>
                  <a:lnTo>
                    <a:pt x="419" y="189"/>
                  </a:lnTo>
                  <a:lnTo>
                    <a:pt x="293" y="315"/>
                  </a:lnTo>
                  <a:lnTo>
                    <a:pt x="231" y="440"/>
                  </a:lnTo>
                  <a:lnTo>
                    <a:pt x="84" y="566"/>
                  </a:lnTo>
                  <a:lnTo>
                    <a:pt x="0" y="629"/>
                  </a:lnTo>
                  <a:lnTo>
                    <a:pt x="42" y="733"/>
                  </a:lnTo>
                  <a:lnTo>
                    <a:pt x="126" y="796"/>
                  </a:lnTo>
                  <a:lnTo>
                    <a:pt x="126" y="859"/>
                  </a:lnTo>
                  <a:lnTo>
                    <a:pt x="210" y="943"/>
                  </a:lnTo>
                  <a:lnTo>
                    <a:pt x="210" y="1047"/>
                  </a:lnTo>
                  <a:lnTo>
                    <a:pt x="293" y="1131"/>
                  </a:lnTo>
                  <a:lnTo>
                    <a:pt x="356" y="1194"/>
                  </a:lnTo>
                  <a:lnTo>
                    <a:pt x="503" y="1256"/>
                  </a:lnTo>
                  <a:lnTo>
                    <a:pt x="607" y="1256"/>
                  </a:lnTo>
                  <a:lnTo>
                    <a:pt x="628" y="1194"/>
                  </a:lnTo>
                  <a:lnTo>
                    <a:pt x="670" y="1152"/>
                  </a:lnTo>
                  <a:lnTo>
                    <a:pt x="712" y="1026"/>
                  </a:lnTo>
                  <a:lnTo>
                    <a:pt x="816" y="984"/>
                  </a:lnTo>
                  <a:lnTo>
                    <a:pt x="879" y="943"/>
                  </a:lnTo>
                  <a:lnTo>
                    <a:pt x="984" y="922"/>
                  </a:lnTo>
                  <a:lnTo>
                    <a:pt x="1067" y="943"/>
                  </a:lnTo>
                  <a:lnTo>
                    <a:pt x="1172" y="859"/>
                  </a:lnTo>
                  <a:lnTo>
                    <a:pt x="1193" y="775"/>
                  </a:lnTo>
                  <a:lnTo>
                    <a:pt x="1151" y="733"/>
                  </a:lnTo>
                  <a:lnTo>
                    <a:pt x="1130" y="650"/>
                  </a:lnTo>
                  <a:lnTo>
                    <a:pt x="1235" y="608"/>
                  </a:lnTo>
                  <a:lnTo>
                    <a:pt x="1339" y="524"/>
                  </a:lnTo>
                  <a:lnTo>
                    <a:pt x="1339" y="399"/>
                  </a:lnTo>
                  <a:lnTo>
                    <a:pt x="1256" y="147"/>
                  </a:lnTo>
                  <a:lnTo>
                    <a:pt x="1130" y="43"/>
                  </a:lnTo>
                  <a:lnTo>
                    <a:pt x="1026" y="85"/>
                  </a:lnTo>
                  <a:lnTo>
                    <a:pt x="942" y="22"/>
                  </a:lnTo>
                  <a:lnTo>
                    <a:pt x="921" y="43"/>
                  </a:lnTo>
                  <a:lnTo>
                    <a:pt x="858" y="22"/>
                  </a:lnTo>
                  <a:lnTo>
                    <a:pt x="77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60"/>
            <p:cNvSpPr/>
            <p:nvPr/>
          </p:nvSpPr>
          <p:spPr>
            <a:xfrm>
              <a:off x="4226694" y="2879548"/>
              <a:ext cx="50095" cy="39508"/>
            </a:xfrm>
            <a:custGeom>
              <a:rect b="b" l="l" r="r" t="t"/>
              <a:pathLst>
                <a:path extrusionOk="0" h="3474" w="4207">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60"/>
            <p:cNvSpPr/>
            <p:nvPr/>
          </p:nvSpPr>
          <p:spPr>
            <a:xfrm>
              <a:off x="4226694" y="2879548"/>
              <a:ext cx="50095" cy="39508"/>
            </a:xfrm>
            <a:custGeom>
              <a:rect b="b" l="l" r="r" t="t"/>
              <a:pathLst>
                <a:path extrusionOk="0" h="3474" w="4207">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60"/>
            <p:cNvSpPr/>
            <p:nvPr/>
          </p:nvSpPr>
          <p:spPr>
            <a:xfrm>
              <a:off x="4014919" y="2846238"/>
              <a:ext cx="33651" cy="9053"/>
            </a:xfrm>
            <a:custGeom>
              <a:rect b="b" l="l" r="r" t="t"/>
              <a:pathLst>
                <a:path extrusionOk="0" h="796" w="2826">
                  <a:moveTo>
                    <a:pt x="2240" y="0"/>
                  </a:moveTo>
                  <a:cubicBezTo>
                    <a:pt x="2240" y="0"/>
                    <a:pt x="1717" y="230"/>
                    <a:pt x="1612" y="230"/>
                  </a:cubicBezTo>
                  <a:cubicBezTo>
                    <a:pt x="1507" y="230"/>
                    <a:pt x="1382" y="105"/>
                    <a:pt x="1382" y="105"/>
                  </a:cubicBezTo>
                  <a:lnTo>
                    <a:pt x="733" y="126"/>
                  </a:lnTo>
                  <a:lnTo>
                    <a:pt x="754" y="293"/>
                  </a:lnTo>
                  <a:cubicBezTo>
                    <a:pt x="775" y="419"/>
                    <a:pt x="231" y="419"/>
                    <a:pt x="22" y="419"/>
                  </a:cubicBezTo>
                  <a:lnTo>
                    <a:pt x="22" y="439"/>
                  </a:lnTo>
                  <a:lnTo>
                    <a:pt x="1" y="481"/>
                  </a:lnTo>
                  <a:lnTo>
                    <a:pt x="85" y="481"/>
                  </a:lnTo>
                  <a:lnTo>
                    <a:pt x="105" y="586"/>
                  </a:lnTo>
                  <a:lnTo>
                    <a:pt x="189" y="586"/>
                  </a:lnTo>
                  <a:lnTo>
                    <a:pt x="231" y="502"/>
                  </a:lnTo>
                  <a:lnTo>
                    <a:pt x="398" y="544"/>
                  </a:lnTo>
                  <a:lnTo>
                    <a:pt x="461" y="544"/>
                  </a:lnTo>
                  <a:lnTo>
                    <a:pt x="545" y="460"/>
                  </a:lnTo>
                  <a:lnTo>
                    <a:pt x="649" y="502"/>
                  </a:lnTo>
                  <a:lnTo>
                    <a:pt x="880" y="711"/>
                  </a:lnTo>
                  <a:lnTo>
                    <a:pt x="984" y="732"/>
                  </a:lnTo>
                  <a:lnTo>
                    <a:pt x="1173" y="691"/>
                  </a:lnTo>
                  <a:lnTo>
                    <a:pt x="1424" y="628"/>
                  </a:lnTo>
                  <a:lnTo>
                    <a:pt x="1507" y="649"/>
                  </a:lnTo>
                  <a:lnTo>
                    <a:pt x="1821" y="649"/>
                  </a:lnTo>
                  <a:lnTo>
                    <a:pt x="1863" y="691"/>
                  </a:lnTo>
                  <a:lnTo>
                    <a:pt x="1863" y="586"/>
                  </a:lnTo>
                  <a:lnTo>
                    <a:pt x="2072" y="502"/>
                  </a:lnTo>
                  <a:lnTo>
                    <a:pt x="2386" y="691"/>
                  </a:lnTo>
                  <a:lnTo>
                    <a:pt x="2595" y="691"/>
                  </a:lnTo>
                  <a:lnTo>
                    <a:pt x="2805" y="795"/>
                  </a:lnTo>
                  <a:lnTo>
                    <a:pt x="2826" y="586"/>
                  </a:lnTo>
                  <a:lnTo>
                    <a:pt x="2742" y="481"/>
                  </a:lnTo>
                  <a:lnTo>
                    <a:pt x="2595" y="377"/>
                  </a:lnTo>
                  <a:lnTo>
                    <a:pt x="2637" y="188"/>
                  </a:lnTo>
                  <a:cubicBezTo>
                    <a:pt x="2628" y="188"/>
                    <a:pt x="2594" y="197"/>
                    <a:pt x="2555" y="197"/>
                  </a:cubicBezTo>
                  <a:cubicBezTo>
                    <a:pt x="2507" y="197"/>
                    <a:pt x="2451" y="184"/>
                    <a:pt x="2428" y="126"/>
                  </a:cubicBezTo>
                  <a:cubicBezTo>
                    <a:pt x="2386" y="21"/>
                    <a:pt x="2240" y="0"/>
                    <a:pt x="224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60"/>
            <p:cNvSpPr/>
            <p:nvPr/>
          </p:nvSpPr>
          <p:spPr>
            <a:xfrm>
              <a:off x="4036853" y="2853608"/>
              <a:ext cx="1250" cy="1205"/>
            </a:xfrm>
            <a:custGeom>
              <a:rect b="b" l="l" r="r" t="t"/>
              <a:pathLst>
                <a:path extrusionOk="0" fill="none" h="106" w="105">
                  <a:moveTo>
                    <a:pt x="105" y="105"/>
                  </a:moveTo>
                  <a:lnTo>
                    <a:pt x="0" y="1"/>
                  </a:lnTo>
                </a:path>
              </a:pathLst>
            </a:custGeom>
            <a:solidFill>
              <a:srgbClr val="5F7D95"/>
            </a:solidFill>
            <a:ln cap="rnd" cmpd="sng" w="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60"/>
            <p:cNvSpPr/>
            <p:nvPr/>
          </p:nvSpPr>
          <p:spPr>
            <a:xfrm>
              <a:off x="4346543" y="2948318"/>
              <a:ext cx="21183" cy="11907"/>
            </a:xfrm>
            <a:custGeom>
              <a:rect b="b" l="l" r="r" t="t"/>
              <a:pathLst>
                <a:path extrusionOk="0" h="1047" w="1779">
                  <a:moveTo>
                    <a:pt x="753" y="0"/>
                  </a:moveTo>
                  <a:lnTo>
                    <a:pt x="586" y="21"/>
                  </a:lnTo>
                  <a:lnTo>
                    <a:pt x="314" y="189"/>
                  </a:lnTo>
                  <a:lnTo>
                    <a:pt x="188" y="440"/>
                  </a:lnTo>
                  <a:lnTo>
                    <a:pt x="63" y="502"/>
                  </a:lnTo>
                  <a:lnTo>
                    <a:pt x="63" y="628"/>
                  </a:lnTo>
                  <a:lnTo>
                    <a:pt x="0" y="733"/>
                  </a:lnTo>
                  <a:lnTo>
                    <a:pt x="105" y="921"/>
                  </a:lnTo>
                  <a:lnTo>
                    <a:pt x="314" y="942"/>
                  </a:lnTo>
                  <a:lnTo>
                    <a:pt x="398" y="879"/>
                  </a:lnTo>
                  <a:lnTo>
                    <a:pt x="691" y="1046"/>
                  </a:lnTo>
                  <a:lnTo>
                    <a:pt x="837" y="1046"/>
                  </a:lnTo>
                  <a:lnTo>
                    <a:pt x="942" y="921"/>
                  </a:lnTo>
                  <a:lnTo>
                    <a:pt x="1067" y="879"/>
                  </a:lnTo>
                  <a:lnTo>
                    <a:pt x="1172" y="942"/>
                  </a:lnTo>
                  <a:lnTo>
                    <a:pt x="1381" y="879"/>
                  </a:lnTo>
                  <a:lnTo>
                    <a:pt x="1549" y="921"/>
                  </a:lnTo>
                  <a:lnTo>
                    <a:pt x="1779" y="837"/>
                  </a:lnTo>
                  <a:lnTo>
                    <a:pt x="1779" y="733"/>
                  </a:lnTo>
                  <a:lnTo>
                    <a:pt x="1779" y="565"/>
                  </a:lnTo>
                  <a:lnTo>
                    <a:pt x="1590" y="502"/>
                  </a:lnTo>
                  <a:lnTo>
                    <a:pt x="1590" y="398"/>
                  </a:lnTo>
                  <a:lnTo>
                    <a:pt x="1632" y="230"/>
                  </a:lnTo>
                  <a:lnTo>
                    <a:pt x="1590" y="230"/>
                  </a:lnTo>
                  <a:lnTo>
                    <a:pt x="1528" y="126"/>
                  </a:lnTo>
                  <a:lnTo>
                    <a:pt x="1360" y="105"/>
                  </a:lnTo>
                  <a:lnTo>
                    <a:pt x="1214" y="189"/>
                  </a:lnTo>
                  <a:lnTo>
                    <a:pt x="1109" y="126"/>
                  </a:lnTo>
                  <a:lnTo>
                    <a:pt x="837" y="105"/>
                  </a:lnTo>
                  <a:lnTo>
                    <a:pt x="75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60"/>
            <p:cNvSpPr/>
            <p:nvPr/>
          </p:nvSpPr>
          <p:spPr>
            <a:xfrm>
              <a:off x="3878888" y="2847660"/>
              <a:ext cx="16706" cy="13579"/>
            </a:xfrm>
            <a:custGeom>
              <a:rect b="b" l="l" r="r" t="t"/>
              <a:pathLst>
                <a:path extrusionOk="0" h="1194" w="1403">
                  <a:moveTo>
                    <a:pt x="900" y="1"/>
                  </a:moveTo>
                  <a:lnTo>
                    <a:pt x="754" y="42"/>
                  </a:lnTo>
                  <a:lnTo>
                    <a:pt x="628" y="42"/>
                  </a:lnTo>
                  <a:lnTo>
                    <a:pt x="419" y="84"/>
                  </a:lnTo>
                  <a:lnTo>
                    <a:pt x="314" y="168"/>
                  </a:lnTo>
                  <a:lnTo>
                    <a:pt x="210" y="189"/>
                  </a:lnTo>
                  <a:lnTo>
                    <a:pt x="42" y="273"/>
                  </a:lnTo>
                  <a:lnTo>
                    <a:pt x="63" y="356"/>
                  </a:lnTo>
                  <a:lnTo>
                    <a:pt x="21" y="398"/>
                  </a:lnTo>
                  <a:lnTo>
                    <a:pt x="21" y="377"/>
                  </a:lnTo>
                  <a:lnTo>
                    <a:pt x="1" y="586"/>
                  </a:lnTo>
                  <a:lnTo>
                    <a:pt x="21" y="796"/>
                  </a:lnTo>
                  <a:lnTo>
                    <a:pt x="126" y="942"/>
                  </a:lnTo>
                  <a:lnTo>
                    <a:pt x="168" y="1089"/>
                  </a:lnTo>
                  <a:lnTo>
                    <a:pt x="314" y="1193"/>
                  </a:lnTo>
                  <a:lnTo>
                    <a:pt x="314" y="1151"/>
                  </a:lnTo>
                  <a:lnTo>
                    <a:pt x="524" y="1026"/>
                  </a:lnTo>
                  <a:lnTo>
                    <a:pt x="691" y="984"/>
                  </a:lnTo>
                  <a:lnTo>
                    <a:pt x="691" y="921"/>
                  </a:lnTo>
                  <a:lnTo>
                    <a:pt x="837" y="838"/>
                  </a:lnTo>
                  <a:lnTo>
                    <a:pt x="1110" y="879"/>
                  </a:lnTo>
                  <a:lnTo>
                    <a:pt x="1256" y="796"/>
                  </a:lnTo>
                  <a:lnTo>
                    <a:pt x="1361" y="775"/>
                  </a:lnTo>
                  <a:lnTo>
                    <a:pt x="1402" y="712"/>
                  </a:lnTo>
                  <a:lnTo>
                    <a:pt x="1402" y="607"/>
                  </a:lnTo>
                  <a:lnTo>
                    <a:pt x="1382" y="461"/>
                  </a:lnTo>
                  <a:lnTo>
                    <a:pt x="1214" y="189"/>
                  </a:lnTo>
                  <a:lnTo>
                    <a:pt x="98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60"/>
            <p:cNvSpPr/>
            <p:nvPr/>
          </p:nvSpPr>
          <p:spPr>
            <a:xfrm>
              <a:off x="3865182" y="2817204"/>
              <a:ext cx="27923" cy="34993"/>
            </a:xfrm>
            <a:custGeom>
              <a:rect b="b" l="l" r="r" t="t"/>
              <a:pathLst>
                <a:path extrusionOk="0" h="3077" w="2345">
                  <a:moveTo>
                    <a:pt x="461" y="0"/>
                  </a:moveTo>
                  <a:lnTo>
                    <a:pt x="336" y="105"/>
                  </a:lnTo>
                  <a:lnTo>
                    <a:pt x="315" y="147"/>
                  </a:lnTo>
                  <a:lnTo>
                    <a:pt x="210" y="147"/>
                  </a:lnTo>
                  <a:lnTo>
                    <a:pt x="64" y="210"/>
                  </a:lnTo>
                  <a:lnTo>
                    <a:pt x="1" y="272"/>
                  </a:lnTo>
                  <a:lnTo>
                    <a:pt x="22" y="314"/>
                  </a:lnTo>
                  <a:lnTo>
                    <a:pt x="64" y="461"/>
                  </a:lnTo>
                  <a:lnTo>
                    <a:pt x="105" y="628"/>
                  </a:lnTo>
                  <a:lnTo>
                    <a:pt x="168" y="670"/>
                  </a:lnTo>
                  <a:lnTo>
                    <a:pt x="273" y="691"/>
                  </a:lnTo>
                  <a:lnTo>
                    <a:pt x="273" y="754"/>
                  </a:lnTo>
                  <a:lnTo>
                    <a:pt x="231" y="754"/>
                  </a:lnTo>
                  <a:lnTo>
                    <a:pt x="105" y="775"/>
                  </a:lnTo>
                  <a:lnTo>
                    <a:pt x="126" y="879"/>
                  </a:lnTo>
                  <a:lnTo>
                    <a:pt x="147" y="900"/>
                  </a:lnTo>
                  <a:lnTo>
                    <a:pt x="210" y="879"/>
                  </a:lnTo>
                  <a:lnTo>
                    <a:pt x="273" y="879"/>
                  </a:lnTo>
                  <a:lnTo>
                    <a:pt x="252" y="1047"/>
                  </a:lnTo>
                  <a:lnTo>
                    <a:pt x="147" y="1193"/>
                  </a:lnTo>
                  <a:lnTo>
                    <a:pt x="147" y="1277"/>
                  </a:lnTo>
                  <a:lnTo>
                    <a:pt x="315" y="1402"/>
                  </a:lnTo>
                  <a:lnTo>
                    <a:pt x="419" y="1423"/>
                  </a:lnTo>
                  <a:lnTo>
                    <a:pt x="461" y="1486"/>
                  </a:lnTo>
                  <a:lnTo>
                    <a:pt x="440" y="1570"/>
                  </a:lnTo>
                  <a:lnTo>
                    <a:pt x="336" y="1507"/>
                  </a:lnTo>
                  <a:lnTo>
                    <a:pt x="273" y="1528"/>
                  </a:lnTo>
                  <a:lnTo>
                    <a:pt x="273" y="1674"/>
                  </a:lnTo>
                  <a:lnTo>
                    <a:pt x="419" y="1821"/>
                  </a:lnTo>
                  <a:lnTo>
                    <a:pt x="356" y="1842"/>
                  </a:lnTo>
                  <a:lnTo>
                    <a:pt x="482" y="1988"/>
                  </a:lnTo>
                  <a:lnTo>
                    <a:pt x="482" y="2051"/>
                  </a:lnTo>
                  <a:lnTo>
                    <a:pt x="545" y="2135"/>
                  </a:lnTo>
                  <a:lnTo>
                    <a:pt x="670" y="2135"/>
                  </a:lnTo>
                  <a:lnTo>
                    <a:pt x="754" y="2218"/>
                  </a:lnTo>
                  <a:lnTo>
                    <a:pt x="900" y="2239"/>
                  </a:lnTo>
                  <a:lnTo>
                    <a:pt x="900" y="2365"/>
                  </a:lnTo>
                  <a:lnTo>
                    <a:pt x="838" y="2448"/>
                  </a:lnTo>
                  <a:lnTo>
                    <a:pt x="796" y="2511"/>
                  </a:lnTo>
                  <a:lnTo>
                    <a:pt x="859" y="2532"/>
                  </a:lnTo>
                  <a:lnTo>
                    <a:pt x="942" y="2658"/>
                  </a:lnTo>
                  <a:lnTo>
                    <a:pt x="984" y="2658"/>
                  </a:lnTo>
                  <a:lnTo>
                    <a:pt x="1089" y="2741"/>
                  </a:lnTo>
                  <a:lnTo>
                    <a:pt x="1152" y="2846"/>
                  </a:lnTo>
                  <a:lnTo>
                    <a:pt x="1152" y="2992"/>
                  </a:lnTo>
                  <a:lnTo>
                    <a:pt x="1172" y="3076"/>
                  </a:lnTo>
                  <a:lnTo>
                    <a:pt x="1214" y="3034"/>
                  </a:lnTo>
                  <a:lnTo>
                    <a:pt x="1193" y="2951"/>
                  </a:lnTo>
                  <a:lnTo>
                    <a:pt x="1361" y="2867"/>
                  </a:lnTo>
                  <a:lnTo>
                    <a:pt x="1465" y="2846"/>
                  </a:lnTo>
                  <a:lnTo>
                    <a:pt x="1570" y="2762"/>
                  </a:lnTo>
                  <a:lnTo>
                    <a:pt x="1779" y="2720"/>
                  </a:lnTo>
                  <a:lnTo>
                    <a:pt x="1905" y="2720"/>
                  </a:lnTo>
                  <a:lnTo>
                    <a:pt x="2051" y="2679"/>
                  </a:lnTo>
                  <a:lnTo>
                    <a:pt x="2135" y="2679"/>
                  </a:lnTo>
                  <a:lnTo>
                    <a:pt x="2198" y="2574"/>
                  </a:lnTo>
                  <a:lnTo>
                    <a:pt x="2114" y="2469"/>
                  </a:lnTo>
                  <a:lnTo>
                    <a:pt x="2093" y="2365"/>
                  </a:lnTo>
                  <a:lnTo>
                    <a:pt x="2302" y="2197"/>
                  </a:lnTo>
                  <a:lnTo>
                    <a:pt x="2344" y="2051"/>
                  </a:lnTo>
                  <a:lnTo>
                    <a:pt x="2261" y="1925"/>
                  </a:lnTo>
                  <a:lnTo>
                    <a:pt x="2093" y="1737"/>
                  </a:lnTo>
                  <a:lnTo>
                    <a:pt x="2030" y="1507"/>
                  </a:lnTo>
                  <a:lnTo>
                    <a:pt x="2114" y="1423"/>
                  </a:lnTo>
                  <a:lnTo>
                    <a:pt x="2093" y="1319"/>
                  </a:lnTo>
                  <a:lnTo>
                    <a:pt x="2051" y="1193"/>
                  </a:lnTo>
                  <a:lnTo>
                    <a:pt x="2030" y="1109"/>
                  </a:lnTo>
                  <a:lnTo>
                    <a:pt x="2135" y="984"/>
                  </a:lnTo>
                  <a:lnTo>
                    <a:pt x="1926" y="963"/>
                  </a:lnTo>
                  <a:lnTo>
                    <a:pt x="1842" y="1088"/>
                  </a:lnTo>
                  <a:lnTo>
                    <a:pt x="1737" y="1005"/>
                  </a:lnTo>
                  <a:lnTo>
                    <a:pt x="1633" y="1047"/>
                  </a:lnTo>
                  <a:lnTo>
                    <a:pt x="1591" y="963"/>
                  </a:lnTo>
                  <a:lnTo>
                    <a:pt x="1382" y="879"/>
                  </a:lnTo>
                  <a:lnTo>
                    <a:pt x="1361" y="837"/>
                  </a:lnTo>
                  <a:lnTo>
                    <a:pt x="1424" y="691"/>
                  </a:lnTo>
                  <a:lnTo>
                    <a:pt x="1277" y="565"/>
                  </a:lnTo>
                  <a:lnTo>
                    <a:pt x="1110" y="482"/>
                  </a:lnTo>
                  <a:lnTo>
                    <a:pt x="1089" y="377"/>
                  </a:lnTo>
                  <a:lnTo>
                    <a:pt x="900" y="168"/>
                  </a:lnTo>
                  <a:lnTo>
                    <a:pt x="880" y="105"/>
                  </a:lnTo>
                  <a:lnTo>
                    <a:pt x="754" y="63"/>
                  </a:lnTo>
                  <a:lnTo>
                    <a:pt x="670" y="42"/>
                  </a:lnTo>
                  <a:lnTo>
                    <a:pt x="566" y="21"/>
                  </a:lnTo>
                  <a:lnTo>
                    <a:pt x="46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75" name="Google Shape;1975;p60"/>
          <p:cNvGrpSpPr/>
          <p:nvPr/>
        </p:nvGrpSpPr>
        <p:grpSpPr>
          <a:xfrm>
            <a:off x="3530618" y="1021765"/>
            <a:ext cx="2078182" cy="1366558"/>
            <a:chOff x="235800" y="830650"/>
            <a:chExt cx="6978450" cy="4588844"/>
          </a:xfrm>
        </p:grpSpPr>
        <p:sp>
          <p:nvSpPr>
            <p:cNvPr id="1976" name="Google Shape;1976;p60"/>
            <p:cNvSpPr/>
            <p:nvPr/>
          </p:nvSpPr>
          <p:spPr>
            <a:xfrm>
              <a:off x="235800" y="1224769"/>
              <a:ext cx="2592225" cy="4194725"/>
            </a:xfrm>
            <a:custGeom>
              <a:rect b="b" l="l" r="r" t="t"/>
              <a:pathLst>
                <a:path extrusionOk="0" h="167789" w="103689">
                  <a:moveTo>
                    <a:pt x="13807" y="0"/>
                  </a:moveTo>
                  <a:cubicBezTo>
                    <a:pt x="11526" y="0"/>
                    <a:pt x="9194" y="921"/>
                    <a:pt x="7431" y="2357"/>
                  </a:cubicBezTo>
                  <a:cubicBezTo>
                    <a:pt x="6418" y="3183"/>
                    <a:pt x="7559" y="5231"/>
                    <a:pt x="8433" y="6203"/>
                  </a:cubicBezTo>
                  <a:cubicBezTo>
                    <a:pt x="9308" y="7175"/>
                    <a:pt x="10393" y="8259"/>
                    <a:pt x="10189" y="9549"/>
                  </a:cubicBezTo>
                  <a:cubicBezTo>
                    <a:pt x="9355" y="9975"/>
                    <a:pt x="8287" y="10084"/>
                    <a:pt x="7292" y="10084"/>
                  </a:cubicBezTo>
                  <a:cubicBezTo>
                    <a:pt x="7024" y="10084"/>
                    <a:pt x="6762" y="10076"/>
                    <a:pt x="6511" y="10065"/>
                  </a:cubicBezTo>
                  <a:cubicBezTo>
                    <a:pt x="6102" y="10046"/>
                    <a:pt x="5686" y="9992"/>
                    <a:pt x="5277" y="9992"/>
                  </a:cubicBezTo>
                  <a:cubicBezTo>
                    <a:pt x="4990" y="9992"/>
                    <a:pt x="4705" y="10019"/>
                    <a:pt x="4430" y="10104"/>
                  </a:cubicBezTo>
                  <a:cubicBezTo>
                    <a:pt x="3763" y="10310"/>
                    <a:pt x="3182" y="11034"/>
                    <a:pt x="3440" y="11683"/>
                  </a:cubicBezTo>
                  <a:cubicBezTo>
                    <a:pt x="2981" y="12481"/>
                    <a:pt x="2431" y="12899"/>
                    <a:pt x="2962" y="13650"/>
                  </a:cubicBezTo>
                  <a:cubicBezTo>
                    <a:pt x="3377" y="14235"/>
                    <a:pt x="4081" y="14716"/>
                    <a:pt x="4076" y="15434"/>
                  </a:cubicBezTo>
                  <a:cubicBezTo>
                    <a:pt x="4071" y="16003"/>
                    <a:pt x="3591" y="16462"/>
                    <a:pt x="3082" y="16719"/>
                  </a:cubicBezTo>
                  <a:cubicBezTo>
                    <a:pt x="2572" y="16973"/>
                    <a:pt x="2000" y="17102"/>
                    <a:pt x="1518" y="17408"/>
                  </a:cubicBezTo>
                  <a:cubicBezTo>
                    <a:pt x="13" y="18366"/>
                    <a:pt x="0" y="20519"/>
                    <a:pt x="159" y="22295"/>
                  </a:cubicBezTo>
                  <a:cubicBezTo>
                    <a:pt x="1133" y="23491"/>
                    <a:pt x="1285" y="25550"/>
                    <a:pt x="817" y="27017"/>
                  </a:cubicBezTo>
                  <a:cubicBezTo>
                    <a:pt x="639" y="27577"/>
                    <a:pt x="351" y="28172"/>
                    <a:pt x="552" y="28724"/>
                  </a:cubicBezTo>
                  <a:cubicBezTo>
                    <a:pt x="782" y="29356"/>
                    <a:pt x="1526" y="29605"/>
                    <a:pt x="2177" y="29773"/>
                  </a:cubicBezTo>
                  <a:cubicBezTo>
                    <a:pt x="2891" y="29958"/>
                    <a:pt x="3669" y="30130"/>
                    <a:pt x="4408" y="30130"/>
                  </a:cubicBezTo>
                  <a:cubicBezTo>
                    <a:pt x="5109" y="30130"/>
                    <a:pt x="5775" y="29975"/>
                    <a:pt x="6314" y="29528"/>
                  </a:cubicBezTo>
                  <a:cubicBezTo>
                    <a:pt x="7583" y="28478"/>
                    <a:pt x="9157" y="28121"/>
                    <a:pt x="10834" y="28121"/>
                  </a:cubicBezTo>
                  <a:cubicBezTo>
                    <a:pt x="13016" y="28121"/>
                    <a:pt x="15374" y="28725"/>
                    <a:pt x="17464" y="29196"/>
                  </a:cubicBezTo>
                  <a:cubicBezTo>
                    <a:pt x="18740" y="29482"/>
                    <a:pt x="20083" y="29952"/>
                    <a:pt x="20830" y="31028"/>
                  </a:cubicBezTo>
                  <a:cubicBezTo>
                    <a:pt x="21824" y="32461"/>
                    <a:pt x="21400" y="34451"/>
                    <a:pt x="20580" y="35993"/>
                  </a:cubicBezTo>
                  <a:cubicBezTo>
                    <a:pt x="19762" y="37533"/>
                    <a:pt x="18587" y="38903"/>
                    <a:pt x="18068" y="40567"/>
                  </a:cubicBezTo>
                  <a:cubicBezTo>
                    <a:pt x="17582" y="42129"/>
                    <a:pt x="17717" y="43806"/>
                    <a:pt x="17859" y="45436"/>
                  </a:cubicBezTo>
                  <a:cubicBezTo>
                    <a:pt x="18032" y="47441"/>
                    <a:pt x="18242" y="49554"/>
                    <a:pt x="19405" y="51198"/>
                  </a:cubicBezTo>
                  <a:cubicBezTo>
                    <a:pt x="20624" y="52922"/>
                    <a:pt x="21392" y="55494"/>
                    <a:pt x="21294" y="57601"/>
                  </a:cubicBezTo>
                  <a:cubicBezTo>
                    <a:pt x="21216" y="59294"/>
                    <a:pt x="20619" y="60958"/>
                    <a:pt x="20775" y="62645"/>
                  </a:cubicBezTo>
                  <a:cubicBezTo>
                    <a:pt x="21057" y="65704"/>
                    <a:pt x="23699" y="67999"/>
                    <a:pt x="26397" y="69471"/>
                  </a:cubicBezTo>
                  <a:cubicBezTo>
                    <a:pt x="29219" y="71013"/>
                    <a:pt x="31651" y="73637"/>
                    <a:pt x="32623" y="76701"/>
                  </a:cubicBezTo>
                  <a:cubicBezTo>
                    <a:pt x="33112" y="78241"/>
                    <a:pt x="33257" y="79868"/>
                    <a:pt x="33688" y="81425"/>
                  </a:cubicBezTo>
                  <a:cubicBezTo>
                    <a:pt x="34432" y="84119"/>
                    <a:pt x="36051" y="86565"/>
                    <a:pt x="38239" y="88307"/>
                  </a:cubicBezTo>
                  <a:cubicBezTo>
                    <a:pt x="39834" y="89575"/>
                    <a:pt x="42451" y="90023"/>
                    <a:pt x="44455" y="90388"/>
                  </a:cubicBezTo>
                  <a:cubicBezTo>
                    <a:pt x="45495" y="90578"/>
                    <a:pt x="46617" y="90728"/>
                    <a:pt x="47400" y="91437"/>
                  </a:cubicBezTo>
                  <a:cubicBezTo>
                    <a:pt x="47762" y="91764"/>
                    <a:pt x="48023" y="92187"/>
                    <a:pt x="48369" y="92530"/>
                  </a:cubicBezTo>
                  <a:cubicBezTo>
                    <a:pt x="50044" y="94188"/>
                    <a:pt x="53127" y="93507"/>
                    <a:pt x="54821" y="95145"/>
                  </a:cubicBezTo>
                  <a:cubicBezTo>
                    <a:pt x="55259" y="95566"/>
                    <a:pt x="55558" y="96107"/>
                    <a:pt x="55941" y="96579"/>
                  </a:cubicBezTo>
                  <a:cubicBezTo>
                    <a:pt x="56887" y="97736"/>
                    <a:pt x="58370" y="98428"/>
                    <a:pt x="59861" y="98428"/>
                  </a:cubicBezTo>
                  <a:cubicBezTo>
                    <a:pt x="60003" y="98428"/>
                    <a:pt x="60145" y="98421"/>
                    <a:pt x="60286" y="98409"/>
                  </a:cubicBezTo>
                  <a:lnTo>
                    <a:pt x="60286" y="98409"/>
                  </a:lnTo>
                  <a:cubicBezTo>
                    <a:pt x="59905" y="99653"/>
                    <a:pt x="61397" y="101114"/>
                    <a:pt x="60936" y="102330"/>
                  </a:cubicBezTo>
                  <a:cubicBezTo>
                    <a:pt x="60565" y="103312"/>
                    <a:pt x="59445" y="103741"/>
                    <a:pt x="58674" y="104452"/>
                  </a:cubicBezTo>
                  <a:cubicBezTo>
                    <a:pt x="57337" y="105685"/>
                    <a:pt x="57129" y="107795"/>
                    <a:pt x="57705" y="109521"/>
                  </a:cubicBezTo>
                  <a:cubicBezTo>
                    <a:pt x="58282" y="111246"/>
                    <a:pt x="59498" y="112671"/>
                    <a:pt x="60717" y="114022"/>
                  </a:cubicBezTo>
                  <a:cubicBezTo>
                    <a:pt x="62978" y="116530"/>
                    <a:pt x="65696" y="117746"/>
                    <a:pt x="68148" y="120066"/>
                  </a:cubicBezTo>
                  <a:cubicBezTo>
                    <a:pt x="70420" y="122216"/>
                    <a:pt x="70937" y="125696"/>
                    <a:pt x="70438" y="128784"/>
                  </a:cubicBezTo>
                  <a:cubicBezTo>
                    <a:pt x="69938" y="131872"/>
                    <a:pt x="68585" y="134744"/>
                    <a:pt x="67620" y="137718"/>
                  </a:cubicBezTo>
                  <a:cubicBezTo>
                    <a:pt x="65814" y="143276"/>
                    <a:pt x="65376" y="149382"/>
                    <a:pt x="67102" y="154963"/>
                  </a:cubicBezTo>
                  <a:cubicBezTo>
                    <a:pt x="68828" y="160546"/>
                    <a:pt x="72869" y="165522"/>
                    <a:pt x="78283" y="167717"/>
                  </a:cubicBezTo>
                  <a:cubicBezTo>
                    <a:pt x="78404" y="167766"/>
                    <a:pt x="78530" y="167788"/>
                    <a:pt x="78658" y="167788"/>
                  </a:cubicBezTo>
                  <a:cubicBezTo>
                    <a:pt x="79167" y="167788"/>
                    <a:pt x="79705" y="167444"/>
                    <a:pt x="80056" y="167066"/>
                  </a:cubicBezTo>
                  <a:cubicBezTo>
                    <a:pt x="80495" y="166591"/>
                    <a:pt x="80589" y="165833"/>
                    <a:pt x="80281" y="165265"/>
                  </a:cubicBezTo>
                  <a:cubicBezTo>
                    <a:pt x="79304" y="163467"/>
                    <a:pt x="77566" y="161932"/>
                    <a:pt x="76298" y="160326"/>
                  </a:cubicBezTo>
                  <a:cubicBezTo>
                    <a:pt x="75898" y="159821"/>
                    <a:pt x="75478" y="159248"/>
                    <a:pt x="75530" y="158607"/>
                  </a:cubicBezTo>
                  <a:cubicBezTo>
                    <a:pt x="75589" y="157886"/>
                    <a:pt x="76208" y="157367"/>
                    <a:pt x="76666" y="156807"/>
                  </a:cubicBezTo>
                  <a:cubicBezTo>
                    <a:pt x="77361" y="155947"/>
                    <a:pt x="77729" y="154867"/>
                    <a:pt x="77704" y="153762"/>
                  </a:cubicBezTo>
                  <a:cubicBezTo>
                    <a:pt x="77674" y="152733"/>
                    <a:pt x="77075" y="151726"/>
                    <a:pt x="77111" y="150697"/>
                  </a:cubicBezTo>
                  <a:cubicBezTo>
                    <a:pt x="77146" y="149667"/>
                    <a:pt x="77701" y="148583"/>
                    <a:pt x="78676" y="148251"/>
                  </a:cubicBezTo>
                  <a:cubicBezTo>
                    <a:pt x="79120" y="148100"/>
                    <a:pt x="79614" y="148115"/>
                    <a:pt x="80042" y="147926"/>
                  </a:cubicBezTo>
                  <a:cubicBezTo>
                    <a:pt x="81453" y="147303"/>
                    <a:pt x="81228" y="145153"/>
                    <a:pt x="82249" y="143996"/>
                  </a:cubicBezTo>
                  <a:cubicBezTo>
                    <a:pt x="82722" y="143460"/>
                    <a:pt x="83419" y="143193"/>
                    <a:pt x="84064" y="142883"/>
                  </a:cubicBezTo>
                  <a:cubicBezTo>
                    <a:pt x="86792" y="141571"/>
                    <a:pt x="89035" y="138972"/>
                    <a:pt x="89283" y="135957"/>
                  </a:cubicBezTo>
                  <a:cubicBezTo>
                    <a:pt x="89483" y="133544"/>
                    <a:pt x="88605" y="130615"/>
                    <a:pt x="90438" y="129034"/>
                  </a:cubicBezTo>
                  <a:cubicBezTo>
                    <a:pt x="91238" y="128344"/>
                    <a:pt x="92244" y="128199"/>
                    <a:pt x="93314" y="128199"/>
                  </a:cubicBezTo>
                  <a:cubicBezTo>
                    <a:pt x="94087" y="128199"/>
                    <a:pt x="94894" y="128275"/>
                    <a:pt x="95682" y="128275"/>
                  </a:cubicBezTo>
                  <a:cubicBezTo>
                    <a:pt x="96098" y="128275"/>
                    <a:pt x="96509" y="128254"/>
                    <a:pt x="96908" y="128189"/>
                  </a:cubicBezTo>
                  <a:cubicBezTo>
                    <a:pt x="97800" y="128044"/>
                    <a:pt x="98396" y="127214"/>
                    <a:pt x="98814" y="126412"/>
                  </a:cubicBezTo>
                  <a:cubicBezTo>
                    <a:pt x="99231" y="125609"/>
                    <a:pt x="99280" y="124658"/>
                    <a:pt x="99129" y="123766"/>
                  </a:cubicBezTo>
                  <a:cubicBezTo>
                    <a:pt x="98945" y="122668"/>
                    <a:pt x="98473" y="121597"/>
                    <a:pt x="98577" y="120489"/>
                  </a:cubicBezTo>
                  <a:cubicBezTo>
                    <a:pt x="98723" y="118930"/>
                    <a:pt x="99942" y="117730"/>
                    <a:pt x="100886" y="116480"/>
                  </a:cubicBezTo>
                  <a:cubicBezTo>
                    <a:pt x="102003" y="114998"/>
                    <a:pt x="102797" y="113297"/>
                    <a:pt x="103214" y="111488"/>
                  </a:cubicBezTo>
                  <a:cubicBezTo>
                    <a:pt x="103689" y="109429"/>
                    <a:pt x="102371" y="106997"/>
                    <a:pt x="100524" y="105970"/>
                  </a:cubicBezTo>
                  <a:cubicBezTo>
                    <a:pt x="98677" y="104943"/>
                    <a:pt x="96462" y="104915"/>
                    <a:pt x="94350" y="104853"/>
                  </a:cubicBezTo>
                  <a:cubicBezTo>
                    <a:pt x="92237" y="104794"/>
                    <a:pt x="89999" y="104633"/>
                    <a:pt x="88273" y="103414"/>
                  </a:cubicBezTo>
                  <a:cubicBezTo>
                    <a:pt x="86692" y="102296"/>
                    <a:pt x="85799" y="100469"/>
                    <a:pt x="84550" y="98991"/>
                  </a:cubicBezTo>
                  <a:cubicBezTo>
                    <a:pt x="82441" y="96497"/>
                    <a:pt x="79375" y="95057"/>
                    <a:pt x="76410" y="93690"/>
                  </a:cubicBezTo>
                  <a:cubicBezTo>
                    <a:pt x="75559" y="93298"/>
                    <a:pt x="74630" y="92901"/>
                    <a:pt x="73720" y="92901"/>
                  </a:cubicBezTo>
                  <a:cubicBezTo>
                    <a:pt x="73431" y="92901"/>
                    <a:pt x="73144" y="92941"/>
                    <a:pt x="72862" y="93034"/>
                  </a:cubicBezTo>
                  <a:cubicBezTo>
                    <a:pt x="72400" y="93185"/>
                    <a:pt x="71985" y="93473"/>
                    <a:pt x="71508" y="93564"/>
                  </a:cubicBezTo>
                  <a:cubicBezTo>
                    <a:pt x="71390" y="93586"/>
                    <a:pt x="71274" y="93597"/>
                    <a:pt x="71159" y="93597"/>
                  </a:cubicBezTo>
                  <a:cubicBezTo>
                    <a:pt x="70006" y="93597"/>
                    <a:pt x="69033" y="92520"/>
                    <a:pt x="67966" y="91944"/>
                  </a:cubicBezTo>
                  <a:cubicBezTo>
                    <a:pt x="67424" y="91651"/>
                    <a:pt x="66830" y="91518"/>
                    <a:pt x="66231" y="91518"/>
                  </a:cubicBezTo>
                  <a:cubicBezTo>
                    <a:pt x="64138" y="91518"/>
                    <a:pt x="61986" y="93147"/>
                    <a:pt x="61817" y="95293"/>
                  </a:cubicBezTo>
                  <a:cubicBezTo>
                    <a:pt x="61476" y="95410"/>
                    <a:pt x="61056" y="95468"/>
                    <a:pt x="60611" y="95468"/>
                  </a:cubicBezTo>
                  <a:cubicBezTo>
                    <a:pt x="59413" y="95468"/>
                    <a:pt x="58031" y="95047"/>
                    <a:pt x="57510" y="94228"/>
                  </a:cubicBezTo>
                  <a:cubicBezTo>
                    <a:pt x="56995" y="93419"/>
                    <a:pt x="56789" y="92287"/>
                    <a:pt x="55904" y="91918"/>
                  </a:cubicBezTo>
                  <a:cubicBezTo>
                    <a:pt x="55432" y="91722"/>
                    <a:pt x="54840" y="91796"/>
                    <a:pt x="54455" y="91458"/>
                  </a:cubicBezTo>
                  <a:cubicBezTo>
                    <a:pt x="53818" y="90898"/>
                    <a:pt x="54313" y="89881"/>
                    <a:pt x="54428" y="89040"/>
                  </a:cubicBezTo>
                  <a:cubicBezTo>
                    <a:pt x="54609" y="87696"/>
                    <a:pt x="53607" y="86419"/>
                    <a:pt x="52383" y="85834"/>
                  </a:cubicBezTo>
                  <a:cubicBezTo>
                    <a:pt x="51161" y="85249"/>
                    <a:pt x="49761" y="85202"/>
                    <a:pt x="48407" y="85159"/>
                  </a:cubicBezTo>
                  <a:cubicBezTo>
                    <a:pt x="47051" y="85115"/>
                    <a:pt x="45649" y="85054"/>
                    <a:pt x="44436" y="84447"/>
                  </a:cubicBezTo>
                  <a:cubicBezTo>
                    <a:pt x="42077" y="83264"/>
                    <a:pt x="41111" y="80063"/>
                    <a:pt x="42146" y="77635"/>
                  </a:cubicBezTo>
                  <a:cubicBezTo>
                    <a:pt x="43156" y="75267"/>
                    <a:pt x="45760" y="73783"/>
                    <a:pt x="48337" y="73783"/>
                  </a:cubicBezTo>
                  <a:cubicBezTo>
                    <a:pt x="48401" y="73783"/>
                    <a:pt x="48464" y="73784"/>
                    <a:pt x="48528" y="73786"/>
                  </a:cubicBezTo>
                  <a:cubicBezTo>
                    <a:pt x="51112" y="73862"/>
                    <a:pt x="53842" y="75749"/>
                    <a:pt x="53870" y="78335"/>
                  </a:cubicBezTo>
                  <a:cubicBezTo>
                    <a:pt x="53875" y="78746"/>
                    <a:pt x="54287" y="78928"/>
                    <a:pt x="54735" y="78928"/>
                  </a:cubicBezTo>
                  <a:cubicBezTo>
                    <a:pt x="55004" y="78928"/>
                    <a:pt x="55285" y="78863"/>
                    <a:pt x="55498" y="78741"/>
                  </a:cubicBezTo>
                  <a:cubicBezTo>
                    <a:pt x="56067" y="78416"/>
                    <a:pt x="56365" y="77760"/>
                    <a:pt x="56505" y="77119"/>
                  </a:cubicBezTo>
                  <a:cubicBezTo>
                    <a:pt x="56645" y="76478"/>
                    <a:pt x="56664" y="75812"/>
                    <a:pt x="56860" y="75186"/>
                  </a:cubicBezTo>
                  <a:cubicBezTo>
                    <a:pt x="57310" y="73749"/>
                    <a:pt x="58757" y="72690"/>
                    <a:pt x="60261" y="72690"/>
                  </a:cubicBezTo>
                  <a:cubicBezTo>
                    <a:pt x="60273" y="72690"/>
                    <a:pt x="60285" y="72690"/>
                    <a:pt x="60297" y="72690"/>
                  </a:cubicBezTo>
                  <a:cubicBezTo>
                    <a:pt x="60306" y="72690"/>
                    <a:pt x="60314" y="72690"/>
                    <a:pt x="60323" y="72690"/>
                  </a:cubicBezTo>
                  <a:cubicBezTo>
                    <a:pt x="61893" y="72690"/>
                    <a:pt x="62998" y="71122"/>
                    <a:pt x="64116" y="70013"/>
                  </a:cubicBezTo>
                  <a:cubicBezTo>
                    <a:pt x="65241" y="68896"/>
                    <a:pt x="65913" y="67214"/>
                    <a:pt x="65469" y="65693"/>
                  </a:cubicBezTo>
                  <a:cubicBezTo>
                    <a:pt x="65229" y="64873"/>
                    <a:pt x="64683" y="64046"/>
                    <a:pt x="64956" y="63238"/>
                  </a:cubicBezTo>
                  <a:cubicBezTo>
                    <a:pt x="65170" y="62604"/>
                    <a:pt x="65822" y="62237"/>
                    <a:pt x="66438" y="61978"/>
                  </a:cubicBezTo>
                  <a:cubicBezTo>
                    <a:pt x="67992" y="61328"/>
                    <a:pt x="69657" y="60995"/>
                    <a:pt x="71338" y="60995"/>
                  </a:cubicBezTo>
                  <a:cubicBezTo>
                    <a:pt x="71514" y="60995"/>
                    <a:pt x="71689" y="60998"/>
                    <a:pt x="71865" y="61005"/>
                  </a:cubicBezTo>
                  <a:cubicBezTo>
                    <a:pt x="71916" y="61008"/>
                    <a:pt x="71966" y="61009"/>
                    <a:pt x="72016" y="61009"/>
                  </a:cubicBezTo>
                  <a:cubicBezTo>
                    <a:pt x="73530" y="61009"/>
                    <a:pt x="74333" y="60016"/>
                    <a:pt x="75129" y="58671"/>
                  </a:cubicBezTo>
                  <a:cubicBezTo>
                    <a:pt x="75724" y="57667"/>
                    <a:pt x="75988" y="56400"/>
                    <a:pt x="76935" y="55719"/>
                  </a:cubicBezTo>
                  <a:cubicBezTo>
                    <a:pt x="77461" y="55341"/>
                    <a:pt x="78061" y="55227"/>
                    <a:pt x="78697" y="55227"/>
                  </a:cubicBezTo>
                  <a:cubicBezTo>
                    <a:pt x="79669" y="55227"/>
                    <a:pt x="80723" y="55493"/>
                    <a:pt x="81724" y="55493"/>
                  </a:cubicBezTo>
                  <a:cubicBezTo>
                    <a:pt x="81835" y="55493"/>
                    <a:pt x="81945" y="55490"/>
                    <a:pt x="82055" y="55483"/>
                  </a:cubicBezTo>
                  <a:cubicBezTo>
                    <a:pt x="84597" y="55311"/>
                    <a:pt x="86582" y="52458"/>
                    <a:pt x="85860" y="50015"/>
                  </a:cubicBezTo>
                  <a:cubicBezTo>
                    <a:pt x="85517" y="48852"/>
                    <a:pt x="84704" y="47901"/>
                    <a:pt x="84043" y="46884"/>
                  </a:cubicBezTo>
                  <a:cubicBezTo>
                    <a:pt x="83131" y="45481"/>
                    <a:pt x="82492" y="43918"/>
                    <a:pt x="82159" y="42277"/>
                  </a:cubicBezTo>
                  <a:cubicBezTo>
                    <a:pt x="81854" y="40773"/>
                    <a:pt x="81767" y="39118"/>
                    <a:pt x="80776" y="37947"/>
                  </a:cubicBezTo>
                  <a:cubicBezTo>
                    <a:pt x="79227" y="38020"/>
                    <a:pt x="77350" y="37975"/>
                    <a:pt x="75971" y="38686"/>
                  </a:cubicBezTo>
                  <a:cubicBezTo>
                    <a:pt x="75699" y="37108"/>
                    <a:pt x="75398" y="35461"/>
                    <a:pt x="74423" y="34192"/>
                  </a:cubicBezTo>
                  <a:cubicBezTo>
                    <a:pt x="73732" y="33291"/>
                    <a:pt x="72587" y="32657"/>
                    <a:pt x="71488" y="32657"/>
                  </a:cubicBezTo>
                  <a:cubicBezTo>
                    <a:pt x="71039" y="32657"/>
                    <a:pt x="70597" y="32763"/>
                    <a:pt x="70198" y="32999"/>
                  </a:cubicBezTo>
                  <a:cubicBezTo>
                    <a:pt x="68851" y="33794"/>
                    <a:pt x="68559" y="35642"/>
                    <a:pt x="68807" y="37187"/>
                  </a:cubicBezTo>
                  <a:cubicBezTo>
                    <a:pt x="69057" y="38731"/>
                    <a:pt x="69698" y="40227"/>
                    <a:pt x="69655" y="41791"/>
                  </a:cubicBezTo>
                  <a:cubicBezTo>
                    <a:pt x="69615" y="43336"/>
                    <a:pt x="68552" y="45042"/>
                    <a:pt x="67017" y="45042"/>
                  </a:cubicBezTo>
                  <a:cubicBezTo>
                    <a:pt x="66998" y="45042"/>
                    <a:pt x="66979" y="45041"/>
                    <a:pt x="66960" y="45041"/>
                  </a:cubicBezTo>
                  <a:cubicBezTo>
                    <a:pt x="66146" y="45019"/>
                    <a:pt x="65416" y="44522"/>
                    <a:pt x="64843" y="43941"/>
                  </a:cubicBezTo>
                  <a:cubicBezTo>
                    <a:pt x="64022" y="43112"/>
                    <a:pt x="63372" y="42052"/>
                    <a:pt x="62317" y="41553"/>
                  </a:cubicBezTo>
                  <a:cubicBezTo>
                    <a:pt x="61507" y="41171"/>
                    <a:pt x="60577" y="41179"/>
                    <a:pt x="59704" y="40982"/>
                  </a:cubicBezTo>
                  <a:cubicBezTo>
                    <a:pt x="56728" y="40316"/>
                    <a:pt x="54688" y="36902"/>
                    <a:pt x="55510" y="33965"/>
                  </a:cubicBezTo>
                  <a:cubicBezTo>
                    <a:pt x="56182" y="31564"/>
                    <a:pt x="58657" y="29882"/>
                    <a:pt x="61117" y="29882"/>
                  </a:cubicBezTo>
                  <a:cubicBezTo>
                    <a:pt x="61664" y="29882"/>
                    <a:pt x="62211" y="29966"/>
                    <a:pt x="62737" y="30143"/>
                  </a:cubicBezTo>
                  <a:cubicBezTo>
                    <a:pt x="66237" y="28861"/>
                    <a:pt x="67660" y="24447"/>
                    <a:pt x="66265" y="20991"/>
                  </a:cubicBezTo>
                  <a:cubicBezTo>
                    <a:pt x="64868" y="17535"/>
                    <a:pt x="61115" y="15389"/>
                    <a:pt x="57392" y="15226"/>
                  </a:cubicBezTo>
                  <a:cubicBezTo>
                    <a:pt x="56302" y="15179"/>
                    <a:pt x="55191" y="15275"/>
                    <a:pt x="54134" y="15007"/>
                  </a:cubicBezTo>
                  <a:cubicBezTo>
                    <a:pt x="51145" y="14251"/>
                    <a:pt x="49582" y="10965"/>
                    <a:pt x="46980" y="9310"/>
                  </a:cubicBezTo>
                  <a:cubicBezTo>
                    <a:pt x="46287" y="8869"/>
                    <a:pt x="45224" y="8778"/>
                    <a:pt x="44079" y="8778"/>
                  </a:cubicBezTo>
                  <a:cubicBezTo>
                    <a:pt x="43277" y="8778"/>
                    <a:pt x="42435" y="8823"/>
                    <a:pt x="41651" y="8823"/>
                  </a:cubicBezTo>
                  <a:cubicBezTo>
                    <a:pt x="40795" y="8823"/>
                    <a:pt x="40007" y="8769"/>
                    <a:pt x="39418" y="8547"/>
                  </a:cubicBezTo>
                  <a:cubicBezTo>
                    <a:pt x="38499" y="8200"/>
                    <a:pt x="37525" y="8023"/>
                    <a:pt x="36546" y="8023"/>
                  </a:cubicBezTo>
                  <a:cubicBezTo>
                    <a:pt x="36275" y="8023"/>
                    <a:pt x="36003" y="8037"/>
                    <a:pt x="35731" y="8064"/>
                  </a:cubicBezTo>
                  <a:cubicBezTo>
                    <a:pt x="34635" y="9104"/>
                    <a:pt x="32585" y="9398"/>
                    <a:pt x="31077" y="9499"/>
                  </a:cubicBezTo>
                  <a:cubicBezTo>
                    <a:pt x="29526" y="7990"/>
                    <a:pt x="27655" y="6585"/>
                    <a:pt x="25725" y="5605"/>
                  </a:cubicBezTo>
                  <a:cubicBezTo>
                    <a:pt x="24435" y="4951"/>
                    <a:pt x="22930" y="4260"/>
                    <a:pt x="22532" y="2870"/>
                  </a:cubicBezTo>
                  <a:cubicBezTo>
                    <a:pt x="22012" y="1053"/>
                    <a:pt x="19376" y="125"/>
                    <a:pt x="17200" y="125"/>
                  </a:cubicBezTo>
                  <a:cubicBezTo>
                    <a:pt x="16716" y="125"/>
                    <a:pt x="16254" y="171"/>
                    <a:pt x="15844" y="263"/>
                  </a:cubicBezTo>
                  <a:cubicBezTo>
                    <a:pt x="15181" y="84"/>
                    <a:pt x="14496" y="0"/>
                    <a:pt x="13807"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60"/>
            <p:cNvSpPr/>
            <p:nvPr/>
          </p:nvSpPr>
          <p:spPr>
            <a:xfrm>
              <a:off x="2370225" y="830650"/>
              <a:ext cx="1016975" cy="1158500"/>
            </a:xfrm>
            <a:custGeom>
              <a:rect b="b" l="l" r="r" t="t"/>
              <a:pathLst>
                <a:path extrusionOk="0" h="46340" w="40679">
                  <a:moveTo>
                    <a:pt x="15780" y="0"/>
                  </a:moveTo>
                  <a:cubicBezTo>
                    <a:pt x="14989" y="0"/>
                    <a:pt x="14213" y="109"/>
                    <a:pt x="13470" y="421"/>
                  </a:cubicBezTo>
                  <a:cubicBezTo>
                    <a:pt x="9879" y="1928"/>
                    <a:pt x="10933" y="5468"/>
                    <a:pt x="8580" y="7572"/>
                  </a:cubicBezTo>
                  <a:cubicBezTo>
                    <a:pt x="6546" y="9390"/>
                    <a:pt x="2788" y="7963"/>
                    <a:pt x="1150" y="10460"/>
                  </a:cubicBezTo>
                  <a:cubicBezTo>
                    <a:pt x="0" y="12215"/>
                    <a:pt x="1289" y="14606"/>
                    <a:pt x="2962" y="15871"/>
                  </a:cubicBezTo>
                  <a:cubicBezTo>
                    <a:pt x="4636" y="17135"/>
                    <a:pt x="6731" y="17894"/>
                    <a:pt x="8056" y="19522"/>
                  </a:cubicBezTo>
                  <a:cubicBezTo>
                    <a:pt x="10183" y="22136"/>
                    <a:pt x="9577" y="26004"/>
                    <a:pt x="8413" y="29169"/>
                  </a:cubicBezTo>
                  <a:cubicBezTo>
                    <a:pt x="7247" y="32332"/>
                    <a:pt x="5603" y="35532"/>
                    <a:pt x="6005" y="38881"/>
                  </a:cubicBezTo>
                  <a:cubicBezTo>
                    <a:pt x="6193" y="40459"/>
                    <a:pt x="6837" y="41956"/>
                    <a:pt x="7675" y="43307"/>
                  </a:cubicBezTo>
                  <a:cubicBezTo>
                    <a:pt x="8488" y="44615"/>
                    <a:pt x="9597" y="45873"/>
                    <a:pt x="11095" y="46235"/>
                  </a:cubicBezTo>
                  <a:cubicBezTo>
                    <a:pt x="11391" y="46306"/>
                    <a:pt x="11688" y="46339"/>
                    <a:pt x="11983" y="46339"/>
                  </a:cubicBezTo>
                  <a:cubicBezTo>
                    <a:pt x="13586" y="46339"/>
                    <a:pt x="15150" y="45367"/>
                    <a:pt x="16368" y="44250"/>
                  </a:cubicBezTo>
                  <a:cubicBezTo>
                    <a:pt x="17812" y="42927"/>
                    <a:pt x="19065" y="41325"/>
                    <a:pt x="20822" y="40465"/>
                  </a:cubicBezTo>
                  <a:cubicBezTo>
                    <a:pt x="23353" y="39224"/>
                    <a:pt x="26610" y="39686"/>
                    <a:pt x="28815" y="37929"/>
                  </a:cubicBezTo>
                  <a:cubicBezTo>
                    <a:pt x="31544" y="35754"/>
                    <a:pt x="31140" y="31606"/>
                    <a:pt x="31890" y="28199"/>
                  </a:cubicBezTo>
                  <a:cubicBezTo>
                    <a:pt x="33150" y="22476"/>
                    <a:pt x="38102" y="18249"/>
                    <a:pt x="40038" y="12718"/>
                  </a:cubicBezTo>
                  <a:cubicBezTo>
                    <a:pt x="40418" y="11636"/>
                    <a:pt x="40679" y="10499"/>
                    <a:pt x="40652" y="9352"/>
                  </a:cubicBezTo>
                  <a:cubicBezTo>
                    <a:pt x="40569" y="5649"/>
                    <a:pt x="37449" y="2571"/>
                    <a:pt x="33956" y="1339"/>
                  </a:cubicBezTo>
                  <a:cubicBezTo>
                    <a:pt x="31938" y="627"/>
                    <a:pt x="29911" y="457"/>
                    <a:pt x="27871" y="457"/>
                  </a:cubicBezTo>
                  <a:cubicBezTo>
                    <a:pt x="26007" y="457"/>
                    <a:pt x="24132" y="599"/>
                    <a:pt x="22245" y="599"/>
                  </a:cubicBezTo>
                  <a:cubicBezTo>
                    <a:pt x="21785" y="599"/>
                    <a:pt x="21325" y="591"/>
                    <a:pt x="20863" y="570"/>
                  </a:cubicBezTo>
                  <a:cubicBezTo>
                    <a:pt x="19225" y="496"/>
                    <a:pt x="17470" y="0"/>
                    <a:pt x="15780"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60"/>
            <p:cNvSpPr/>
            <p:nvPr/>
          </p:nvSpPr>
          <p:spPr>
            <a:xfrm>
              <a:off x="3143325" y="1089650"/>
              <a:ext cx="4064350" cy="3503975"/>
            </a:xfrm>
            <a:custGeom>
              <a:rect b="b" l="l" r="r" t="t"/>
              <a:pathLst>
                <a:path extrusionOk="0" h="140159" w="162574">
                  <a:moveTo>
                    <a:pt x="149391" y="0"/>
                  </a:moveTo>
                  <a:cubicBezTo>
                    <a:pt x="148360" y="0"/>
                    <a:pt x="147330" y="156"/>
                    <a:pt x="146349" y="477"/>
                  </a:cubicBezTo>
                  <a:cubicBezTo>
                    <a:pt x="145329" y="812"/>
                    <a:pt x="144363" y="1309"/>
                    <a:pt x="143326" y="1583"/>
                  </a:cubicBezTo>
                  <a:cubicBezTo>
                    <a:pt x="142494" y="1801"/>
                    <a:pt x="141638" y="1870"/>
                    <a:pt x="140776" y="1870"/>
                  </a:cubicBezTo>
                  <a:cubicBezTo>
                    <a:pt x="140050" y="1870"/>
                    <a:pt x="139319" y="1821"/>
                    <a:pt x="138596" y="1772"/>
                  </a:cubicBezTo>
                  <a:lnTo>
                    <a:pt x="130106" y="1191"/>
                  </a:lnTo>
                  <a:cubicBezTo>
                    <a:pt x="129237" y="1132"/>
                    <a:pt x="128350" y="1076"/>
                    <a:pt x="127469" y="1076"/>
                  </a:cubicBezTo>
                  <a:cubicBezTo>
                    <a:pt x="125783" y="1076"/>
                    <a:pt x="124119" y="1281"/>
                    <a:pt x="122644" y="2056"/>
                  </a:cubicBezTo>
                  <a:cubicBezTo>
                    <a:pt x="119360" y="3782"/>
                    <a:pt x="117499" y="8084"/>
                    <a:pt x="113816" y="8529"/>
                  </a:cubicBezTo>
                  <a:cubicBezTo>
                    <a:pt x="113611" y="8554"/>
                    <a:pt x="113408" y="8566"/>
                    <a:pt x="113207" y="8566"/>
                  </a:cubicBezTo>
                  <a:cubicBezTo>
                    <a:pt x="110853" y="8566"/>
                    <a:pt x="108715" y="6973"/>
                    <a:pt x="106473" y="6087"/>
                  </a:cubicBezTo>
                  <a:cubicBezTo>
                    <a:pt x="105100" y="5543"/>
                    <a:pt x="103627" y="5279"/>
                    <a:pt x="102152" y="5279"/>
                  </a:cubicBezTo>
                  <a:cubicBezTo>
                    <a:pt x="99404" y="5279"/>
                    <a:pt x="96647" y="6196"/>
                    <a:pt x="94512" y="7933"/>
                  </a:cubicBezTo>
                  <a:cubicBezTo>
                    <a:pt x="93279" y="7304"/>
                    <a:pt x="93660" y="5468"/>
                    <a:pt x="93225" y="4153"/>
                  </a:cubicBezTo>
                  <a:cubicBezTo>
                    <a:pt x="92771" y="2782"/>
                    <a:pt x="91297" y="1954"/>
                    <a:pt x="89858" y="1828"/>
                  </a:cubicBezTo>
                  <a:cubicBezTo>
                    <a:pt x="89687" y="1813"/>
                    <a:pt x="89517" y="1806"/>
                    <a:pt x="89348" y="1806"/>
                  </a:cubicBezTo>
                  <a:cubicBezTo>
                    <a:pt x="88082" y="1806"/>
                    <a:pt x="86834" y="2194"/>
                    <a:pt x="85623" y="2590"/>
                  </a:cubicBezTo>
                  <a:cubicBezTo>
                    <a:pt x="82664" y="3556"/>
                    <a:pt x="79224" y="5204"/>
                    <a:pt x="78950" y="8303"/>
                  </a:cubicBezTo>
                  <a:cubicBezTo>
                    <a:pt x="78873" y="9176"/>
                    <a:pt x="79068" y="10104"/>
                    <a:pt x="78702" y="10900"/>
                  </a:cubicBezTo>
                  <a:cubicBezTo>
                    <a:pt x="78178" y="12033"/>
                    <a:pt x="76762" y="12408"/>
                    <a:pt x="75881" y="13291"/>
                  </a:cubicBezTo>
                  <a:cubicBezTo>
                    <a:pt x="74831" y="14345"/>
                    <a:pt x="74664" y="15971"/>
                    <a:pt x="74621" y="17458"/>
                  </a:cubicBezTo>
                  <a:cubicBezTo>
                    <a:pt x="74577" y="18944"/>
                    <a:pt x="74563" y="20541"/>
                    <a:pt x="73703" y="21754"/>
                  </a:cubicBezTo>
                  <a:cubicBezTo>
                    <a:pt x="73148" y="22537"/>
                    <a:pt x="71069" y="23068"/>
                    <a:pt x="69376" y="23068"/>
                  </a:cubicBezTo>
                  <a:cubicBezTo>
                    <a:pt x="68445" y="23068"/>
                    <a:pt x="67630" y="22907"/>
                    <a:pt x="67252" y="22539"/>
                  </a:cubicBezTo>
                  <a:cubicBezTo>
                    <a:pt x="66636" y="21940"/>
                    <a:pt x="65905" y="21693"/>
                    <a:pt x="65124" y="21693"/>
                  </a:cubicBezTo>
                  <a:cubicBezTo>
                    <a:pt x="63293" y="21693"/>
                    <a:pt x="61194" y="23048"/>
                    <a:pt x="59696" y="24392"/>
                  </a:cubicBezTo>
                  <a:lnTo>
                    <a:pt x="53326" y="30110"/>
                  </a:lnTo>
                  <a:cubicBezTo>
                    <a:pt x="51731" y="31541"/>
                    <a:pt x="50013" y="33034"/>
                    <a:pt x="47899" y="33389"/>
                  </a:cubicBezTo>
                  <a:cubicBezTo>
                    <a:pt x="47672" y="33427"/>
                    <a:pt x="47440" y="33446"/>
                    <a:pt x="47206" y="33446"/>
                  </a:cubicBezTo>
                  <a:cubicBezTo>
                    <a:pt x="45267" y="33446"/>
                    <a:pt x="43232" y="32171"/>
                    <a:pt x="43155" y="30259"/>
                  </a:cubicBezTo>
                  <a:cubicBezTo>
                    <a:pt x="43563" y="29875"/>
                    <a:pt x="44085" y="29761"/>
                    <a:pt x="44655" y="29761"/>
                  </a:cubicBezTo>
                  <a:cubicBezTo>
                    <a:pt x="45498" y="29761"/>
                    <a:pt x="46445" y="30012"/>
                    <a:pt x="47276" y="30012"/>
                  </a:cubicBezTo>
                  <a:cubicBezTo>
                    <a:pt x="47872" y="30012"/>
                    <a:pt x="48409" y="29883"/>
                    <a:pt x="48805" y="29438"/>
                  </a:cubicBezTo>
                  <a:cubicBezTo>
                    <a:pt x="49977" y="28121"/>
                    <a:pt x="48243" y="26238"/>
                    <a:pt x="46718" y="25356"/>
                  </a:cubicBezTo>
                  <a:cubicBezTo>
                    <a:pt x="43929" y="23744"/>
                    <a:pt x="41047" y="22101"/>
                    <a:pt x="37854" y="21667"/>
                  </a:cubicBezTo>
                  <a:cubicBezTo>
                    <a:pt x="37395" y="21605"/>
                    <a:pt x="36928" y="21573"/>
                    <a:pt x="36459" y="21573"/>
                  </a:cubicBezTo>
                  <a:cubicBezTo>
                    <a:pt x="33662" y="21573"/>
                    <a:pt x="30804" y="22696"/>
                    <a:pt x="29384" y="25062"/>
                  </a:cubicBezTo>
                  <a:cubicBezTo>
                    <a:pt x="27966" y="27426"/>
                    <a:pt x="28225" y="30512"/>
                    <a:pt x="26820" y="32884"/>
                  </a:cubicBezTo>
                  <a:cubicBezTo>
                    <a:pt x="25941" y="34369"/>
                    <a:pt x="24491" y="35431"/>
                    <a:pt x="23493" y="36839"/>
                  </a:cubicBezTo>
                  <a:cubicBezTo>
                    <a:pt x="22495" y="38247"/>
                    <a:pt x="22067" y="40372"/>
                    <a:pt x="23291" y="41591"/>
                  </a:cubicBezTo>
                  <a:cubicBezTo>
                    <a:pt x="24277" y="42574"/>
                    <a:pt x="25957" y="42576"/>
                    <a:pt x="26934" y="43568"/>
                  </a:cubicBezTo>
                  <a:cubicBezTo>
                    <a:pt x="27686" y="44334"/>
                    <a:pt x="27942" y="45612"/>
                    <a:pt x="28928" y="46032"/>
                  </a:cubicBezTo>
                  <a:cubicBezTo>
                    <a:pt x="29116" y="46112"/>
                    <a:pt x="29308" y="46149"/>
                    <a:pt x="29499" y="46149"/>
                  </a:cubicBezTo>
                  <a:cubicBezTo>
                    <a:pt x="30453" y="46149"/>
                    <a:pt x="31375" y="45228"/>
                    <a:pt x="31599" y="44232"/>
                  </a:cubicBezTo>
                  <a:cubicBezTo>
                    <a:pt x="31870" y="43035"/>
                    <a:pt x="31491" y="41803"/>
                    <a:pt x="31294" y="40594"/>
                  </a:cubicBezTo>
                  <a:cubicBezTo>
                    <a:pt x="30707" y="36976"/>
                    <a:pt x="32524" y="32527"/>
                    <a:pt x="36153" y="32010"/>
                  </a:cubicBezTo>
                  <a:cubicBezTo>
                    <a:pt x="36979" y="32041"/>
                    <a:pt x="37253" y="33221"/>
                    <a:pt x="36881" y="33960"/>
                  </a:cubicBezTo>
                  <a:cubicBezTo>
                    <a:pt x="36512" y="34700"/>
                    <a:pt x="35790" y="35213"/>
                    <a:pt x="35400" y="35941"/>
                  </a:cubicBezTo>
                  <a:cubicBezTo>
                    <a:pt x="34663" y="37314"/>
                    <a:pt x="35518" y="39272"/>
                    <a:pt x="37026" y="39667"/>
                  </a:cubicBezTo>
                  <a:cubicBezTo>
                    <a:pt x="38598" y="40078"/>
                    <a:pt x="41223" y="39748"/>
                    <a:pt x="41017" y="41358"/>
                  </a:cubicBezTo>
                  <a:cubicBezTo>
                    <a:pt x="40797" y="43068"/>
                    <a:pt x="37630" y="41948"/>
                    <a:pt x="36606" y="43336"/>
                  </a:cubicBezTo>
                  <a:cubicBezTo>
                    <a:pt x="36002" y="44155"/>
                    <a:pt x="36537" y="45296"/>
                    <a:pt x="36521" y="46313"/>
                  </a:cubicBezTo>
                  <a:cubicBezTo>
                    <a:pt x="36494" y="48303"/>
                    <a:pt x="34299" y="49599"/>
                    <a:pt x="32313" y="49739"/>
                  </a:cubicBezTo>
                  <a:cubicBezTo>
                    <a:pt x="32097" y="49755"/>
                    <a:pt x="31880" y="49762"/>
                    <a:pt x="31663" y="49762"/>
                  </a:cubicBezTo>
                  <a:cubicBezTo>
                    <a:pt x="30164" y="49762"/>
                    <a:pt x="28664" y="49439"/>
                    <a:pt x="27166" y="49439"/>
                  </a:cubicBezTo>
                  <a:cubicBezTo>
                    <a:pt x="26898" y="49439"/>
                    <a:pt x="26629" y="49449"/>
                    <a:pt x="26361" y="49474"/>
                  </a:cubicBezTo>
                  <a:cubicBezTo>
                    <a:pt x="24379" y="49654"/>
                    <a:pt x="22222" y="51058"/>
                    <a:pt x="22312" y="53044"/>
                  </a:cubicBezTo>
                  <a:cubicBezTo>
                    <a:pt x="19567" y="54331"/>
                    <a:pt x="16715" y="55374"/>
                    <a:pt x="13788" y="56164"/>
                  </a:cubicBezTo>
                  <a:cubicBezTo>
                    <a:pt x="13912" y="58317"/>
                    <a:pt x="17975" y="58517"/>
                    <a:pt x="17960" y="60675"/>
                  </a:cubicBezTo>
                  <a:cubicBezTo>
                    <a:pt x="17949" y="61887"/>
                    <a:pt x="16542" y="62556"/>
                    <a:pt x="15302" y="62556"/>
                  </a:cubicBezTo>
                  <a:cubicBezTo>
                    <a:pt x="15219" y="62556"/>
                    <a:pt x="15137" y="62553"/>
                    <a:pt x="15056" y="62547"/>
                  </a:cubicBezTo>
                  <a:cubicBezTo>
                    <a:pt x="14072" y="62475"/>
                    <a:pt x="13082" y="62160"/>
                    <a:pt x="12113" y="62160"/>
                  </a:cubicBezTo>
                  <a:cubicBezTo>
                    <a:pt x="11810" y="62160"/>
                    <a:pt x="11508" y="62191"/>
                    <a:pt x="11210" y="62270"/>
                  </a:cubicBezTo>
                  <a:cubicBezTo>
                    <a:pt x="9047" y="62839"/>
                    <a:pt x="8290" y="65880"/>
                    <a:pt x="9487" y="67769"/>
                  </a:cubicBezTo>
                  <a:cubicBezTo>
                    <a:pt x="10572" y="69481"/>
                    <a:pt x="12694" y="70258"/>
                    <a:pt x="14741" y="70258"/>
                  </a:cubicBezTo>
                  <a:cubicBezTo>
                    <a:pt x="14954" y="70258"/>
                    <a:pt x="15165" y="70249"/>
                    <a:pt x="15375" y="70233"/>
                  </a:cubicBezTo>
                  <a:cubicBezTo>
                    <a:pt x="16269" y="70162"/>
                    <a:pt x="17225" y="69924"/>
                    <a:pt x="17785" y="69223"/>
                  </a:cubicBezTo>
                  <a:cubicBezTo>
                    <a:pt x="18318" y="68554"/>
                    <a:pt x="18362" y="67634"/>
                    <a:pt x="18586" y="66808"/>
                  </a:cubicBezTo>
                  <a:cubicBezTo>
                    <a:pt x="19089" y="64960"/>
                    <a:pt x="20667" y="63445"/>
                    <a:pt x="22534" y="63019"/>
                  </a:cubicBezTo>
                  <a:cubicBezTo>
                    <a:pt x="23588" y="62778"/>
                    <a:pt x="24878" y="62758"/>
                    <a:pt x="25444" y="61839"/>
                  </a:cubicBezTo>
                  <a:cubicBezTo>
                    <a:pt x="27854" y="63143"/>
                    <a:pt x="29550" y="65685"/>
                    <a:pt x="29826" y="68413"/>
                  </a:cubicBezTo>
                  <a:cubicBezTo>
                    <a:pt x="30020" y="68663"/>
                    <a:pt x="30274" y="68770"/>
                    <a:pt x="30543" y="68770"/>
                  </a:cubicBezTo>
                  <a:cubicBezTo>
                    <a:pt x="31347" y="68770"/>
                    <a:pt x="32287" y="67809"/>
                    <a:pt x="32159" y="66868"/>
                  </a:cubicBezTo>
                  <a:cubicBezTo>
                    <a:pt x="31991" y="65614"/>
                    <a:pt x="30882" y="64743"/>
                    <a:pt x="30003" y="63834"/>
                  </a:cubicBezTo>
                  <a:cubicBezTo>
                    <a:pt x="29122" y="62923"/>
                    <a:pt x="28387" y="61510"/>
                    <a:pt x="29078" y="60448"/>
                  </a:cubicBezTo>
                  <a:lnTo>
                    <a:pt x="29078" y="60448"/>
                  </a:lnTo>
                  <a:cubicBezTo>
                    <a:pt x="33197" y="61658"/>
                    <a:pt x="36527" y="65238"/>
                    <a:pt x="37435" y="69435"/>
                  </a:cubicBezTo>
                  <a:cubicBezTo>
                    <a:pt x="38871" y="69149"/>
                    <a:pt x="39664" y="67205"/>
                    <a:pt x="38838" y="65997"/>
                  </a:cubicBezTo>
                  <a:cubicBezTo>
                    <a:pt x="39003" y="65628"/>
                    <a:pt x="39328" y="65472"/>
                    <a:pt x="39697" y="65472"/>
                  </a:cubicBezTo>
                  <a:cubicBezTo>
                    <a:pt x="40331" y="65472"/>
                    <a:pt x="41094" y="65932"/>
                    <a:pt x="41391" y="66558"/>
                  </a:cubicBezTo>
                  <a:cubicBezTo>
                    <a:pt x="41862" y="67549"/>
                    <a:pt x="41819" y="68770"/>
                    <a:pt x="42492" y="69636"/>
                  </a:cubicBezTo>
                  <a:cubicBezTo>
                    <a:pt x="43175" y="70517"/>
                    <a:pt x="44261" y="70711"/>
                    <a:pt x="45451" y="70711"/>
                  </a:cubicBezTo>
                  <a:cubicBezTo>
                    <a:pt x="46388" y="70711"/>
                    <a:pt x="47390" y="70590"/>
                    <a:pt x="48312" y="70590"/>
                  </a:cubicBezTo>
                  <a:cubicBezTo>
                    <a:pt x="49551" y="70590"/>
                    <a:pt x="50643" y="70808"/>
                    <a:pt x="51235" y="71828"/>
                  </a:cubicBezTo>
                  <a:cubicBezTo>
                    <a:pt x="52336" y="73723"/>
                    <a:pt x="49909" y="75927"/>
                    <a:pt x="47711" y="75927"/>
                  </a:cubicBezTo>
                  <a:cubicBezTo>
                    <a:pt x="47678" y="75927"/>
                    <a:pt x="47645" y="75926"/>
                    <a:pt x="47613" y="75925"/>
                  </a:cubicBezTo>
                  <a:cubicBezTo>
                    <a:pt x="45391" y="75856"/>
                    <a:pt x="43361" y="74585"/>
                    <a:pt x="41147" y="74365"/>
                  </a:cubicBezTo>
                  <a:cubicBezTo>
                    <a:pt x="40897" y="74340"/>
                    <a:pt x="40647" y="74329"/>
                    <a:pt x="40397" y="74329"/>
                  </a:cubicBezTo>
                  <a:cubicBezTo>
                    <a:pt x="38218" y="74329"/>
                    <a:pt x="36082" y="75200"/>
                    <a:pt x="33896" y="75455"/>
                  </a:cubicBezTo>
                  <a:cubicBezTo>
                    <a:pt x="33619" y="75487"/>
                    <a:pt x="33335" y="75503"/>
                    <a:pt x="33048" y="75503"/>
                  </a:cubicBezTo>
                  <a:cubicBezTo>
                    <a:pt x="30807" y="75503"/>
                    <a:pt x="28395" y="74514"/>
                    <a:pt x="27939" y="72388"/>
                  </a:cubicBezTo>
                  <a:cubicBezTo>
                    <a:pt x="27802" y="71741"/>
                    <a:pt x="27855" y="71030"/>
                    <a:pt x="27514" y="70464"/>
                  </a:cubicBezTo>
                  <a:cubicBezTo>
                    <a:pt x="27109" y="69793"/>
                    <a:pt x="26279" y="69553"/>
                    <a:pt x="25473" y="69553"/>
                  </a:cubicBezTo>
                  <a:cubicBezTo>
                    <a:pt x="25313" y="69553"/>
                    <a:pt x="25154" y="69562"/>
                    <a:pt x="24999" y="69580"/>
                  </a:cubicBezTo>
                  <a:cubicBezTo>
                    <a:pt x="21817" y="69942"/>
                    <a:pt x="18598" y="72595"/>
                    <a:pt x="15740" y="72595"/>
                  </a:cubicBezTo>
                  <a:cubicBezTo>
                    <a:pt x="14956" y="72595"/>
                    <a:pt x="14199" y="72395"/>
                    <a:pt x="13478" y="71894"/>
                  </a:cubicBezTo>
                  <a:cubicBezTo>
                    <a:pt x="11337" y="76062"/>
                    <a:pt x="6101" y="77629"/>
                    <a:pt x="3179" y="81294"/>
                  </a:cubicBezTo>
                  <a:cubicBezTo>
                    <a:pt x="0" y="85282"/>
                    <a:pt x="268" y="91440"/>
                    <a:pt x="3354" y="95500"/>
                  </a:cubicBezTo>
                  <a:cubicBezTo>
                    <a:pt x="6050" y="99045"/>
                    <a:pt x="10552" y="100957"/>
                    <a:pt x="15019" y="100957"/>
                  </a:cubicBezTo>
                  <a:cubicBezTo>
                    <a:pt x="15667" y="100957"/>
                    <a:pt x="16314" y="100917"/>
                    <a:pt x="16954" y="100836"/>
                  </a:cubicBezTo>
                  <a:cubicBezTo>
                    <a:pt x="17630" y="100750"/>
                    <a:pt x="18327" y="100626"/>
                    <a:pt x="19005" y="100626"/>
                  </a:cubicBezTo>
                  <a:cubicBezTo>
                    <a:pt x="19489" y="100626"/>
                    <a:pt x="19963" y="100690"/>
                    <a:pt x="20413" y="100875"/>
                  </a:cubicBezTo>
                  <a:cubicBezTo>
                    <a:pt x="21482" y="101317"/>
                    <a:pt x="22166" y="102352"/>
                    <a:pt x="23058" y="103088"/>
                  </a:cubicBezTo>
                  <a:cubicBezTo>
                    <a:pt x="23580" y="103519"/>
                    <a:pt x="24303" y="103823"/>
                    <a:pt x="24961" y="103823"/>
                  </a:cubicBezTo>
                  <a:cubicBezTo>
                    <a:pt x="25427" y="103823"/>
                    <a:pt x="25861" y="103670"/>
                    <a:pt x="26168" y="103301"/>
                  </a:cubicBezTo>
                  <a:lnTo>
                    <a:pt x="26168" y="103301"/>
                  </a:lnTo>
                  <a:cubicBezTo>
                    <a:pt x="25321" y="105399"/>
                    <a:pt x="25557" y="107902"/>
                    <a:pt x="26779" y="109805"/>
                  </a:cubicBezTo>
                  <a:cubicBezTo>
                    <a:pt x="28099" y="111859"/>
                    <a:pt x="30559" y="113484"/>
                    <a:pt x="30509" y="115926"/>
                  </a:cubicBezTo>
                  <a:cubicBezTo>
                    <a:pt x="30482" y="117190"/>
                    <a:pt x="29748" y="118318"/>
                    <a:pt x="29403" y="119536"/>
                  </a:cubicBezTo>
                  <a:cubicBezTo>
                    <a:pt x="27829" y="125109"/>
                    <a:pt x="34415" y="129657"/>
                    <a:pt x="35455" y="135354"/>
                  </a:cubicBezTo>
                  <a:cubicBezTo>
                    <a:pt x="35736" y="136888"/>
                    <a:pt x="35735" y="138735"/>
                    <a:pt x="37029" y="139601"/>
                  </a:cubicBezTo>
                  <a:cubicBezTo>
                    <a:pt x="37625" y="139999"/>
                    <a:pt x="38374" y="140081"/>
                    <a:pt x="39090" y="140127"/>
                  </a:cubicBezTo>
                  <a:cubicBezTo>
                    <a:pt x="39409" y="140148"/>
                    <a:pt x="39736" y="140158"/>
                    <a:pt x="40067" y="140158"/>
                  </a:cubicBezTo>
                  <a:cubicBezTo>
                    <a:pt x="43538" y="140158"/>
                    <a:pt x="47454" y="138962"/>
                    <a:pt x="48151" y="135675"/>
                  </a:cubicBezTo>
                  <a:cubicBezTo>
                    <a:pt x="48366" y="134657"/>
                    <a:pt x="48212" y="133602"/>
                    <a:pt x="48243" y="132560"/>
                  </a:cubicBezTo>
                  <a:cubicBezTo>
                    <a:pt x="48336" y="129451"/>
                    <a:pt x="50239" y="126459"/>
                    <a:pt x="53017" y="125056"/>
                  </a:cubicBezTo>
                  <a:cubicBezTo>
                    <a:pt x="53771" y="124675"/>
                    <a:pt x="54600" y="124390"/>
                    <a:pt x="55202" y="123799"/>
                  </a:cubicBezTo>
                  <a:cubicBezTo>
                    <a:pt x="56528" y="122495"/>
                    <a:pt x="56234" y="120283"/>
                    <a:pt x="55553" y="118553"/>
                  </a:cubicBezTo>
                  <a:cubicBezTo>
                    <a:pt x="54872" y="116821"/>
                    <a:pt x="53881" y="115076"/>
                    <a:pt x="54120" y="113231"/>
                  </a:cubicBezTo>
                  <a:cubicBezTo>
                    <a:pt x="54502" y="110269"/>
                    <a:pt x="57681" y="108706"/>
                    <a:pt x="60090" y="106941"/>
                  </a:cubicBezTo>
                  <a:cubicBezTo>
                    <a:pt x="63716" y="104284"/>
                    <a:pt x="66206" y="100125"/>
                    <a:pt x="66835" y="95675"/>
                  </a:cubicBezTo>
                  <a:lnTo>
                    <a:pt x="66835" y="95675"/>
                  </a:lnTo>
                  <a:cubicBezTo>
                    <a:pt x="65061" y="96232"/>
                    <a:pt x="63075" y="96745"/>
                    <a:pt x="61220" y="96745"/>
                  </a:cubicBezTo>
                  <a:cubicBezTo>
                    <a:pt x="59581" y="96745"/>
                    <a:pt x="58045" y="96344"/>
                    <a:pt x="56849" y="95215"/>
                  </a:cubicBezTo>
                  <a:cubicBezTo>
                    <a:pt x="55965" y="94380"/>
                    <a:pt x="55421" y="93259"/>
                    <a:pt x="54897" y="92162"/>
                  </a:cubicBezTo>
                  <a:lnTo>
                    <a:pt x="50173" y="82291"/>
                  </a:lnTo>
                  <a:cubicBezTo>
                    <a:pt x="49966" y="81857"/>
                    <a:pt x="49755" y="81362"/>
                    <a:pt x="49925" y="80912"/>
                  </a:cubicBezTo>
                  <a:cubicBezTo>
                    <a:pt x="50074" y="80517"/>
                    <a:pt x="50366" y="80356"/>
                    <a:pt x="50717" y="80356"/>
                  </a:cubicBezTo>
                  <a:cubicBezTo>
                    <a:pt x="51453" y="80356"/>
                    <a:pt x="52449" y="81064"/>
                    <a:pt x="52928" y="81807"/>
                  </a:cubicBezTo>
                  <a:cubicBezTo>
                    <a:pt x="55452" y="85724"/>
                    <a:pt x="57718" y="89804"/>
                    <a:pt x="59707" y="94020"/>
                  </a:cubicBezTo>
                  <a:cubicBezTo>
                    <a:pt x="63791" y="93273"/>
                    <a:pt x="67648" y="91596"/>
                    <a:pt x="70980" y="89118"/>
                  </a:cubicBezTo>
                  <a:cubicBezTo>
                    <a:pt x="72037" y="88329"/>
                    <a:pt x="73088" y="87386"/>
                    <a:pt x="73445" y="86117"/>
                  </a:cubicBezTo>
                  <a:cubicBezTo>
                    <a:pt x="73802" y="84846"/>
                    <a:pt x="73146" y="83218"/>
                    <a:pt x="71846" y="82993"/>
                  </a:cubicBezTo>
                  <a:cubicBezTo>
                    <a:pt x="71723" y="82971"/>
                    <a:pt x="71600" y="82963"/>
                    <a:pt x="71476" y="82963"/>
                  </a:cubicBezTo>
                  <a:cubicBezTo>
                    <a:pt x="71093" y="82963"/>
                    <a:pt x="70708" y="83045"/>
                    <a:pt x="70324" y="83086"/>
                  </a:cubicBezTo>
                  <a:cubicBezTo>
                    <a:pt x="70133" y="83106"/>
                    <a:pt x="69943" y="83115"/>
                    <a:pt x="69755" y="83115"/>
                  </a:cubicBezTo>
                  <a:cubicBezTo>
                    <a:pt x="66927" y="83115"/>
                    <a:pt x="64468" y="80925"/>
                    <a:pt x="62588" y="78727"/>
                  </a:cubicBezTo>
                  <a:cubicBezTo>
                    <a:pt x="63132" y="78118"/>
                    <a:pt x="63852" y="77890"/>
                    <a:pt x="64640" y="77890"/>
                  </a:cubicBezTo>
                  <a:cubicBezTo>
                    <a:pt x="65842" y="77890"/>
                    <a:pt x="67201" y="78421"/>
                    <a:pt x="68334" y="78941"/>
                  </a:cubicBezTo>
                  <a:cubicBezTo>
                    <a:pt x="71699" y="80486"/>
                    <a:pt x="75249" y="81588"/>
                    <a:pt x="78895" y="82221"/>
                  </a:cubicBezTo>
                  <a:cubicBezTo>
                    <a:pt x="79803" y="82378"/>
                    <a:pt x="80736" y="82513"/>
                    <a:pt x="81554" y="82936"/>
                  </a:cubicBezTo>
                  <a:cubicBezTo>
                    <a:pt x="82126" y="83232"/>
                    <a:pt x="82622" y="83658"/>
                    <a:pt x="83095" y="84096"/>
                  </a:cubicBezTo>
                  <a:cubicBezTo>
                    <a:pt x="87298" y="87967"/>
                    <a:pt x="90407" y="93013"/>
                    <a:pt x="91975" y="98509"/>
                  </a:cubicBezTo>
                  <a:cubicBezTo>
                    <a:pt x="92104" y="98538"/>
                    <a:pt x="92231" y="98552"/>
                    <a:pt x="92354" y="98552"/>
                  </a:cubicBezTo>
                  <a:cubicBezTo>
                    <a:pt x="93754" y="98552"/>
                    <a:pt x="94717" y="96760"/>
                    <a:pt x="94833" y="95252"/>
                  </a:cubicBezTo>
                  <a:cubicBezTo>
                    <a:pt x="94960" y="93612"/>
                    <a:pt x="94769" y="91722"/>
                    <a:pt x="95948" y="90578"/>
                  </a:cubicBezTo>
                  <a:cubicBezTo>
                    <a:pt x="96875" y="89678"/>
                    <a:pt x="98399" y="89556"/>
                    <a:pt x="99214" y="88552"/>
                  </a:cubicBezTo>
                  <a:cubicBezTo>
                    <a:pt x="100238" y="87289"/>
                    <a:pt x="99703" y="85157"/>
                    <a:pt x="100900" y="84056"/>
                  </a:cubicBezTo>
                  <a:cubicBezTo>
                    <a:pt x="101284" y="83704"/>
                    <a:pt x="101728" y="83552"/>
                    <a:pt x="102190" y="83552"/>
                  </a:cubicBezTo>
                  <a:cubicBezTo>
                    <a:pt x="103537" y="83552"/>
                    <a:pt x="105034" y="84844"/>
                    <a:pt x="105630" y="86240"/>
                  </a:cubicBezTo>
                  <a:cubicBezTo>
                    <a:pt x="106431" y="88116"/>
                    <a:pt x="106723" y="90422"/>
                    <a:pt x="108410" y="91569"/>
                  </a:cubicBezTo>
                  <a:lnTo>
                    <a:pt x="111137" y="91176"/>
                  </a:lnTo>
                  <a:cubicBezTo>
                    <a:pt x="111152" y="95778"/>
                    <a:pt x="112750" y="100362"/>
                    <a:pt x="115602" y="103975"/>
                  </a:cubicBezTo>
                  <a:cubicBezTo>
                    <a:pt x="117157" y="103161"/>
                    <a:pt x="116453" y="100795"/>
                    <a:pt x="115480" y="99330"/>
                  </a:cubicBezTo>
                  <a:cubicBezTo>
                    <a:pt x="114508" y="97866"/>
                    <a:pt x="113554" y="95681"/>
                    <a:pt x="114936" y="94596"/>
                  </a:cubicBezTo>
                  <a:lnTo>
                    <a:pt x="114936" y="94596"/>
                  </a:lnTo>
                  <a:cubicBezTo>
                    <a:pt x="116854" y="94614"/>
                    <a:pt x="117747" y="97259"/>
                    <a:pt x="119611" y="97712"/>
                  </a:cubicBezTo>
                  <a:cubicBezTo>
                    <a:pt x="119777" y="97752"/>
                    <a:pt x="119940" y="97771"/>
                    <a:pt x="120101" y="97771"/>
                  </a:cubicBezTo>
                  <a:cubicBezTo>
                    <a:pt x="121744" y="97771"/>
                    <a:pt x="123089" y="95790"/>
                    <a:pt x="122784" y="94080"/>
                  </a:cubicBezTo>
                  <a:cubicBezTo>
                    <a:pt x="122451" y="92201"/>
                    <a:pt x="120835" y="90820"/>
                    <a:pt x="119169" y="89895"/>
                  </a:cubicBezTo>
                  <a:cubicBezTo>
                    <a:pt x="117675" y="88258"/>
                    <a:pt x="119833" y="85644"/>
                    <a:pt x="122018" y="85274"/>
                  </a:cubicBezTo>
                  <a:cubicBezTo>
                    <a:pt x="122730" y="85153"/>
                    <a:pt x="123464" y="85138"/>
                    <a:pt x="124199" y="85138"/>
                  </a:cubicBezTo>
                  <a:cubicBezTo>
                    <a:pt x="124443" y="85138"/>
                    <a:pt x="124686" y="85140"/>
                    <a:pt x="124930" y="85140"/>
                  </a:cubicBezTo>
                  <a:cubicBezTo>
                    <a:pt x="126201" y="85140"/>
                    <a:pt x="127452" y="85095"/>
                    <a:pt x="128573" y="84531"/>
                  </a:cubicBezTo>
                  <a:cubicBezTo>
                    <a:pt x="130946" y="83339"/>
                    <a:pt x="131739" y="80207"/>
                    <a:pt x="131200" y="77607"/>
                  </a:cubicBezTo>
                  <a:cubicBezTo>
                    <a:pt x="130659" y="75007"/>
                    <a:pt x="129117" y="72748"/>
                    <a:pt x="127857" y="70410"/>
                  </a:cubicBezTo>
                  <a:cubicBezTo>
                    <a:pt x="126781" y="68413"/>
                    <a:pt x="126249" y="65298"/>
                    <a:pt x="128341" y="64420"/>
                  </a:cubicBezTo>
                  <a:cubicBezTo>
                    <a:pt x="128900" y="64186"/>
                    <a:pt x="129528" y="64195"/>
                    <a:pt x="130135" y="64170"/>
                  </a:cubicBezTo>
                  <a:cubicBezTo>
                    <a:pt x="138047" y="63837"/>
                    <a:pt x="144592" y="55459"/>
                    <a:pt x="143005" y="47701"/>
                  </a:cubicBezTo>
                  <a:cubicBezTo>
                    <a:pt x="142706" y="46238"/>
                    <a:pt x="142140" y="44786"/>
                    <a:pt x="141097" y="43719"/>
                  </a:cubicBezTo>
                  <a:cubicBezTo>
                    <a:pt x="139216" y="41800"/>
                    <a:pt x="136024" y="41349"/>
                    <a:pt x="134619" y="39057"/>
                  </a:cubicBezTo>
                  <a:cubicBezTo>
                    <a:pt x="132900" y="36255"/>
                    <a:pt x="135025" y="32537"/>
                    <a:pt x="137778" y="30737"/>
                  </a:cubicBezTo>
                  <a:cubicBezTo>
                    <a:pt x="140529" y="28938"/>
                    <a:pt x="143891" y="28156"/>
                    <a:pt x="146461" y="26105"/>
                  </a:cubicBezTo>
                  <a:cubicBezTo>
                    <a:pt x="147145" y="26087"/>
                    <a:pt x="147512" y="25417"/>
                    <a:pt x="147638" y="24743"/>
                  </a:cubicBezTo>
                  <a:cubicBezTo>
                    <a:pt x="147716" y="24319"/>
                    <a:pt x="147611" y="23887"/>
                    <a:pt x="147608" y="23456"/>
                  </a:cubicBezTo>
                  <a:cubicBezTo>
                    <a:pt x="147598" y="22276"/>
                    <a:pt x="148442" y="21139"/>
                    <a:pt x="149574" y="20805"/>
                  </a:cubicBezTo>
                  <a:cubicBezTo>
                    <a:pt x="149811" y="20736"/>
                    <a:pt x="150056" y="20702"/>
                    <a:pt x="150302" y="20702"/>
                  </a:cubicBezTo>
                  <a:cubicBezTo>
                    <a:pt x="151231" y="20702"/>
                    <a:pt x="152165" y="21179"/>
                    <a:pt x="152664" y="21968"/>
                  </a:cubicBezTo>
                  <a:cubicBezTo>
                    <a:pt x="153442" y="23198"/>
                    <a:pt x="153129" y="24821"/>
                    <a:pt x="152563" y="26163"/>
                  </a:cubicBezTo>
                  <a:cubicBezTo>
                    <a:pt x="151998" y="27505"/>
                    <a:pt x="151199" y="28790"/>
                    <a:pt x="151051" y="30239"/>
                  </a:cubicBezTo>
                  <a:cubicBezTo>
                    <a:pt x="150905" y="31687"/>
                    <a:pt x="151726" y="33391"/>
                    <a:pt x="153173" y="33553"/>
                  </a:cubicBezTo>
                  <a:cubicBezTo>
                    <a:pt x="153252" y="33562"/>
                    <a:pt x="153330" y="33566"/>
                    <a:pt x="153406" y="33566"/>
                  </a:cubicBezTo>
                  <a:cubicBezTo>
                    <a:pt x="155043" y="33566"/>
                    <a:pt x="156090" y="31574"/>
                    <a:pt x="156201" y="29877"/>
                  </a:cubicBezTo>
                  <a:cubicBezTo>
                    <a:pt x="156318" y="28099"/>
                    <a:pt x="155972" y="26160"/>
                    <a:pt x="156925" y="24659"/>
                  </a:cubicBezTo>
                  <a:cubicBezTo>
                    <a:pt x="158377" y="22374"/>
                    <a:pt x="162385" y="21839"/>
                    <a:pt x="162490" y="19133"/>
                  </a:cubicBezTo>
                  <a:cubicBezTo>
                    <a:pt x="162574" y="16945"/>
                    <a:pt x="159821" y="15661"/>
                    <a:pt x="159327" y="13530"/>
                  </a:cubicBezTo>
                  <a:cubicBezTo>
                    <a:pt x="159129" y="12668"/>
                    <a:pt x="159325" y="11773"/>
                    <a:pt x="159405" y="10894"/>
                  </a:cubicBezTo>
                  <a:cubicBezTo>
                    <a:pt x="159709" y="7612"/>
                    <a:pt x="158263" y="4218"/>
                    <a:pt x="155688" y="2163"/>
                  </a:cubicBezTo>
                  <a:cubicBezTo>
                    <a:pt x="153919" y="751"/>
                    <a:pt x="151652" y="0"/>
                    <a:pt x="149391"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60"/>
            <p:cNvSpPr/>
            <p:nvPr/>
          </p:nvSpPr>
          <p:spPr>
            <a:xfrm>
              <a:off x="6146600" y="3671525"/>
              <a:ext cx="342925" cy="189500"/>
            </a:xfrm>
            <a:custGeom>
              <a:rect b="b" l="l" r="r" t="t"/>
              <a:pathLst>
                <a:path extrusionOk="0" h="7580" w="13717">
                  <a:moveTo>
                    <a:pt x="9951" y="0"/>
                  </a:moveTo>
                  <a:cubicBezTo>
                    <a:pt x="6355" y="0"/>
                    <a:pt x="1" y="1281"/>
                    <a:pt x="2486" y="4894"/>
                  </a:cubicBezTo>
                  <a:cubicBezTo>
                    <a:pt x="3169" y="5885"/>
                    <a:pt x="4297" y="6467"/>
                    <a:pt x="5404" y="6938"/>
                  </a:cubicBezTo>
                  <a:cubicBezTo>
                    <a:pt x="6217" y="7282"/>
                    <a:pt x="7136" y="7580"/>
                    <a:pt x="8003" y="7580"/>
                  </a:cubicBezTo>
                  <a:cubicBezTo>
                    <a:pt x="8565" y="7580"/>
                    <a:pt x="9106" y="7454"/>
                    <a:pt x="9581" y="7134"/>
                  </a:cubicBezTo>
                  <a:cubicBezTo>
                    <a:pt x="10406" y="6577"/>
                    <a:pt x="13156" y="2774"/>
                    <a:pt x="13348" y="1948"/>
                  </a:cubicBezTo>
                  <a:cubicBezTo>
                    <a:pt x="13716" y="358"/>
                    <a:pt x="13186" y="447"/>
                    <a:pt x="11597" y="126"/>
                  </a:cubicBezTo>
                  <a:cubicBezTo>
                    <a:pt x="11194" y="44"/>
                    <a:pt x="10620" y="0"/>
                    <a:pt x="9951"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60"/>
            <p:cNvSpPr/>
            <p:nvPr/>
          </p:nvSpPr>
          <p:spPr>
            <a:xfrm>
              <a:off x="5901600" y="3652500"/>
              <a:ext cx="558700" cy="402875"/>
            </a:xfrm>
            <a:custGeom>
              <a:rect b="b" l="l" r="r" t="t"/>
              <a:pathLst>
                <a:path extrusionOk="0" h="16115" w="22348">
                  <a:moveTo>
                    <a:pt x="946" y="1"/>
                  </a:moveTo>
                  <a:cubicBezTo>
                    <a:pt x="616" y="1"/>
                    <a:pt x="299" y="66"/>
                    <a:pt x="1" y="208"/>
                  </a:cubicBezTo>
                  <a:cubicBezTo>
                    <a:pt x="742" y="1762"/>
                    <a:pt x="2032" y="3475"/>
                    <a:pt x="2935" y="5119"/>
                  </a:cubicBezTo>
                  <a:cubicBezTo>
                    <a:pt x="6575" y="11745"/>
                    <a:pt x="13987" y="16115"/>
                    <a:pt x="21544" y="16115"/>
                  </a:cubicBezTo>
                  <a:cubicBezTo>
                    <a:pt x="21635" y="16115"/>
                    <a:pt x="21726" y="16114"/>
                    <a:pt x="21817" y="16113"/>
                  </a:cubicBezTo>
                  <a:cubicBezTo>
                    <a:pt x="22347" y="15571"/>
                    <a:pt x="21564" y="14744"/>
                    <a:pt x="20866" y="14448"/>
                  </a:cubicBezTo>
                  <a:cubicBezTo>
                    <a:pt x="18934" y="13634"/>
                    <a:pt x="16857" y="13226"/>
                    <a:pt x="14879" y="12532"/>
                  </a:cubicBezTo>
                  <a:cubicBezTo>
                    <a:pt x="12900" y="11839"/>
                    <a:pt x="10943" y="10790"/>
                    <a:pt x="9769" y="9051"/>
                  </a:cubicBezTo>
                  <a:cubicBezTo>
                    <a:pt x="9280" y="8326"/>
                    <a:pt x="8945" y="7508"/>
                    <a:pt x="8542" y="6731"/>
                  </a:cubicBezTo>
                  <a:cubicBezTo>
                    <a:pt x="7503" y="4729"/>
                    <a:pt x="3759" y="1"/>
                    <a:pt x="946" y="1"/>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60"/>
            <p:cNvSpPr/>
            <p:nvPr/>
          </p:nvSpPr>
          <p:spPr>
            <a:xfrm>
              <a:off x="6249675" y="4061675"/>
              <a:ext cx="964575" cy="811125"/>
            </a:xfrm>
            <a:custGeom>
              <a:rect b="b" l="l" r="r" t="t"/>
              <a:pathLst>
                <a:path extrusionOk="0" h="32445" w="38583">
                  <a:moveTo>
                    <a:pt x="17573" y="0"/>
                  </a:moveTo>
                  <a:cubicBezTo>
                    <a:pt x="14431" y="0"/>
                    <a:pt x="10968" y="2180"/>
                    <a:pt x="9011" y="4369"/>
                  </a:cubicBezTo>
                  <a:cubicBezTo>
                    <a:pt x="8028" y="5468"/>
                    <a:pt x="7111" y="6810"/>
                    <a:pt x="5676" y="7153"/>
                  </a:cubicBezTo>
                  <a:cubicBezTo>
                    <a:pt x="4830" y="7356"/>
                    <a:pt x="3925" y="7164"/>
                    <a:pt x="3076" y="7361"/>
                  </a:cubicBezTo>
                  <a:cubicBezTo>
                    <a:pt x="581" y="7938"/>
                    <a:pt x="1" y="11293"/>
                    <a:pt x="569" y="13791"/>
                  </a:cubicBezTo>
                  <a:cubicBezTo>
                    <a:pt x="1136" y="16289"/>
                    <a:pt x="2307" y="18910"/>
                    <a:pt x="1374" y="21296"/>
                  </a:cubicBezTo>
                  <a:cubicBezTo>
                    <a:pt x="1185" y="21776"/>
                    <a:pt x="913" y="22246"/>
                    <a:pt x="921" y="22762"/>
                  </a:cubicBezTo>
                  <a:cubicBezTo>
                    <a:pt x="932" y="23380"/>
                    <a:pt x="1355" y="23921"/>
                    <a:pt x="1849" y="24293"/>
                  </a:cubicBezTo>
                  <a:cubicBezTo>
                    <a:pt x="2646" y="24890"/>
                    <a:pt x="3559" y="25128"/>
                    <a:pt x="4517" y="25128"/>
                  </a:cubicBezTo>
                  <a:cubicBezTo>
                    <a:pt x="6301" y="25128"/>
                    <a:pt x="8239" y="24301"/>
                    <a:pt x="9868" y="23418"/>
                  </a:cubicBezTo>
                  <a:cubicBezTo>
                    <a:pt x="11665" y="22444"/>
                    <a:pt x="13735" y="21414"/>
                    <a:pt x="15685" y="21414"/>
                  </a:cubicBezTo>
                  <a:cubicBezTo>
                    <a:pt x="16453" y="21414"/>
                    <a:pt x="17203" y="21574"/>
                    <a:pt x="17910" y="21960"/>
                  </a:cubicBezTo>
                  <a:cubicBezTo>
                    <a:pt x="20585" y="23420"/>
                    <a:pt x="20837" y="27119"/>
                    <a:pt x="22486" y="29685"/>
                  </a:cubicBezTo>
                  <a:cubicBezTo>
                    <a:pt x="23522" y="31296"/>
                    <a:pt x="25450" y="32445"/>
                    <a:pt x="27291" y="32445"/>
                  </a:cubicBezTo>
                  <a:cubicBezTo>
                    <a:pt x="28027" y="32445"/>
                    <a:pt x="28749" y="32261"/>
                    <a:pt x="29394" y="31851"/>
                  </a:cubicBezTo>
                  <a:cubicBezTo>
                    <a:pt x="30163" y="31362"/>
                    <a:pt x="30731" y="30624"/>
                    <a:pt x="31285" y="29900"/>
                  </a:cubicBezTo>
                  <a:lnTo>
                    <a:pt x="34684" y="25460"/>
                  </a:lnTo>
                  <a:cubicBezTo>
                    <a:pt x="36183" y="23501"/>
                    <a:pt x="37736" y="21414"/>
                    <a:pt x="38025" y="18965"/>
                  </a:cubicBezTo>
                  <a:cubicBezTo>
                    <a:pt x="38582" y="14235"/>
                    <a:pt x="34390" y="10436"/>
                    <a:pt x="30609" y="7540"/>
                  </a:cubicBezTo>
                  <a:cubicBezTo>
                    <a:pt x="30407" y="6031"/>
                    <a:pt x="30190" y="4479"/>
                    <a:pt x="29421" y="3165"/>
                  </a:cubicBezTo>
                  <a:cubicBezTo>
                    <a:pt x="28683" y="1906"/>
                    <a:pt x="27576" y="1186"/>
                    <a:pt x="26718" y="1186"/>
                  </a:cubicBezTo>
                  <a:cubicBezTo>
                    <a:pt x="25783" y="1186"/>
                    <a:pt x="25141" y="2039"/>
                    <a:pt x="25589" y="3982"/>
                  </a:cubicBezTo>
                  <a:cubicBezTo>
                    <a:pt x="25561" y="3983"/>
                    <a:pt x="25533" y="3983"/>
                    <a:pt x="25505" y="3983"/>
                  </a:cubicBezTo>
                  <a:cubicBezTo>
                    <a:pt x="23077" y="3983"/>
                    <a:pt x="21095" y="399"/>
                    <a:pt x="18382" y="51"/>
                  </a:cubicBezTo>
                  <a:cubicBezTo>
                    <a:pt x="18115" y="17"/>
                    <a:pt x="17846" y="0"/>
                    <a:pt x="17573"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2" name="Google Shape;1982;p60"/>
          <p:cNvGrpSpPr/>
          <p:nvPr/>
        </p:nvGrpSpPr>
        <p:grpSpPr>
          <a:xfrm>
            <a:off x="719115" y="2852867"/>
            <a:ext cx="2622876" cy="1333540"/>
            <a:chOff x="238125" y="1038125"/>
            <a:chExt cx="7146800" cy="3633625"/>
          </a:xfrm>
        </p:grpSpPr>
        <p:sp>
          <p:nvSpPr>
            <p:cNvPr id="1983" name="Google Shape;1983;p60"/>
            <p:cNvSpPr/>
            <p:nvPr/>
          </p:nvSpPr>
          <p:spPr>
            <a:xfrm>
              <a:off x="6256150" y="3780375"/>
              <a:ext cx="62400" cy="53425"/>
            </a:xfrm>
            <a:custGeom>
              <a:rect b="b" l="l" r="r" t="t"/>
              <a:pathLst>
                <a:path extrusionOk="0" h="2137" w="2496">
                  <a:moveTo>
                    <a:pt x="1065" y="0"/>
                  </a:moveTo>
                  <a:cubicBezTo>
                    <a:pt x="472"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60"/>
            <p:cNvSpPr/>
            <p:nvPr/>
          </p:nvSpPr>
          <p:spPr>
            <a:xfrm>
              <a:off x="6256150" y="3856775"/>
              <a:ext cx="62200" cy="53250"/>
            </a:xfrm>
            <a:custGeom>
              <a:rect b="b" l="l" r="r" t="t"/>
              <a:pathLst>
                <a:path extrusionOk="0" h="2130" w="2488">
                  <a:moveTo>
                    <a:pt x="1065" y="1"/>
                  </a:moveTo>
                  <a:cubicBezTo>
                    <a:pt x="480" y="1"/>
                    <a:pt x="0" y="472"/>
                    <a:pt x="0" y="1066"/>
                  </a:cubicBezTo>
                  <a:cubicBezTo>
                    <a:pt x="0" y="1704"/>
                    <a:pt x="524" y="2129"/>
                    <a:pt x="1070" y="2129"/>
                  </a:cubicBezTo>
                  <a:cubicBezTo>
                    <a:pt x="1331" y="2129"/>
                    <a:pt x="1597" y="2032"/>
                    <a:pt x="1813"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60"/>
            <p:cNvSpPr/>
            <p:nvPr/>
          </p:nvSpPr>
          <p:spPr>
            <a:xfrm>
              <a:off x="6256150" y="3932800"/>
              <a:ext cx="62200" cy="53425"/>
            </a:xfrm>
            <a:custGeom>
              <a:rect b="b" l="l" r="r" t="t"/>
              <a:pathLst>
                <a:path extrusionOk="0" h="2137" w="2488">
                  <a:moveTo>
                    <a:pt x="1065" y="0"/>
                  </a:moveTo>
                  <a:cubicBezTo>
                    <a:pt x="472" y="0"/>
                    <a:pt x="0" y="480"/>
                    <a:pt x="0" y="1065"/>
                  </a:cubicBezTo>
                  <a:cubicBezTo>
                    <a:pt x="0" y="1709"/>
                    <a:pt x="525" y="2137"/>
                    <a:pt x="1071" y="2137"/>
                  </a:cubicBezTo>
                  <a:cubicBezTo>
                    <a:pt x="1332" y="2137"/>
                    <a:pt x="1597" y="2039"/>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60"/>
            <p:cNvSpPr/>
            <p:nvPr/>
          </p:nvSpPr>
          <p:spPr>
            <a:xfrm>
              <a:off x="6332350" y="385677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3"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60"/>
            <p:cNvSpPr/>
            <p:nvPr/>
          </p:nvSpPr>
          <p:spPr>
            <a:xfrm>
              <a:off x="6332350" y="3932800"/>
              <a:ext cx="62225" cy="53425"/>
            </a:xfrm>
            <a:custGeom>
              <a:rect b="b" l="l" r="r" t="t"/>
              <a:pathLst>
                <a:path extrusionOk="0" h="2137" w="2489">
                  <a:moveTo>
                    <a:pt x="1066" y="0"/>
                  </a:moveTo>
                  <a:cubicBezTo>
                    <a:pt x="472" y="8"/>
                    <a:pt x="1" y="480"/>
                    <a:pt x="1" y="1065"/>
                  </a:cubicBezTo>
                  <a:cubicBezTo>
                    <a:pt x="1" y="1709"/>
                    <a:pt x="526" y="2137"/>
                    <a:pt x="1072" y="2137"/>
                  </a:cubicBezTo>
                  <a:cubicBezTo>
                    <a:pt x="1333" y="2137"/>
                    <a:pt x="1598" y="2039"/>
                    <a:pt x="1813"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60"/>
            <p:cNvSpPr/>
            <p:nvPr/>
          </p:nvSpPr>
          <p:spPr>
            <a:xfrm>
              <a:off x="6408350" y="3856775"/>
              <a:ext cx="62425" cy="53250"/>
            </a:xfrm>
            <a:custGeom>
              <a:rect b="b" l="l" r="r" t="t"/>
              <a:pathLst>
                <a:path extrusionOk="0" h="2130" w="2497">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60"/>
            <p:cNvSpPr/>
            <p:nvPr/>
          </p:nvSpPr>
          <p:spPr>
            <a:xfrm>
              <a:off x="6408350" y="3932800"/>
              <a:ext cx="62425" cy="53425"/>
            </a:xfrm>
            <a:custGeom>
              <a:rect b="b" l="l" r="r" t="t"/>
              <a:pathLst>
                <a:path extrusionOk="0" h="2137" w="2497">
                  <a:moveTo>
                    <a:pt x="1074" y="0"/>
                  </a:moveTo>
                  <a:cubicBezTo>
                    <a:pt x="481" y="0"/>
                    <a:pt x="1" y="480"/>
                    <a:pt x="1" y="1065"/>
                  </a:cubicBezTo>
                  <a:cubicBezTo>
                    <a:pt x="1" y="1709"/>
                    <a:pt x="526" y="2137"/>
                    <a:pt x="1075" y="2137"/>
                  </a:cubicBezTo>
                  <a:cubicBezTo>
                    <a:pt x="1337" y="2137"/>
                    <a:pt x="1604" y="2039"/>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60"/>
            <p:cNvSpPr/>
            <p:nvPr/>
          </p:nvSpPr>
          <p:spPr>
            <a:xfrm>
              <a:off x="6408350" y="4085225"/>
              <a:ext cx="62425" cy="53350"/>
            </a:xfrm>
            <a:custGeom>
              <a:rect b="b" l="l" r="r" t="t"/>
              <a:pathLst>
                <a:path extrusionOk="0" h="2134" w="2497">
                  <a:moveTo>
                    <a:pt x="1074" y="0"/>
                  </a:moveTo>
                  <a:cubicBezTo>
                    <a:pt x="481" y="0"/>
                    <a:pt x="9" y="480"/>
                    <a:pt x="1" y="1065"/>
                  </a:cubicBezTo>
                  <a:cubicBezTo>
                    <a:pt x="1" y="1709"/>
                    <a:pt x="526" y="2133"/>
                    <a:pt x="1075" y="2133"/>
                  </a:cubicBezTo>
                  <a:cubicBezTo>
                    <a:pt x="1337" y="2133"/>
                    <a:pt x="1604" y="2037"/>
                    <a:pt x="1822" y="1821"/>
                  </a:cubicBezTo>
                  <a:cubicBezTo>
                    <a:pt x="2497"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60"/>
            <p:cNvSpPr/>
            <p:nvPr/>
          </p:nvSpPr>
          <p:spPr>
            <a:xfrm>
              <a:off x="6484575" y="3856775"/>
              <a:ext cx="62425" cy="53250"/>
            </a:xfrm>
            <a:custGeom>
              <a:rect b="b" l="l" r="r" t="t"/>
              <a:pathLst>
                <a:path extrusionOk="0" h="2130" w="2497">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60"/>
            <p:cNvSpPr/>
            <p:nvPr/>
          </p:nvSpPr>
          <p:spPr>
            <a:xfrm>
              <a:off x="6484575" y="3932800"/>
              <a:ext cx="62425" cy="53425"/>
            </a:xfrm>
            <a:custGeom>
              <a:rect b="b" l="l" r="r" t="t"/>
              <a:pathLst>
                <a:path extrusionOk="0" h="2137" w="2497">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60"/>
            <p:cNvSpPr/>
            <p:nvPr/>
          </p:nvSpPr>
          <p:spPr>
            <a:xfrm>
              <a:off x="6484575" y="4161425"/>
              <a:ext cx="62425" cy="53300"/>
            </a:xfrm>
            <a:custGeom>
              <a:rect b="b" l="l" r="r" t="t"/>
              <a:pathLst>
                <a:path extrusionOk="0" h="2132" w="2497">
                  <a:moveTo>
                    <a:pt x="1065" y="1"/>
                  </a:moveTo>
                  <a:cubicBezTo>
                    <a:pt x="480" y="1"/>
                    <a:pt x="1" y="472"/>
                    <a:pt x="1" y="1066"/>
                  </a:cubicBezTo>
                  <a:cubicBezTo>
                    <a:pt x="1" y="1708"/>
                    <a:pt x="523" y="2131"/>
                    <a:pt x="1070" y="2131"/>
                  </a:cubicBezTo>
                  <a:cubicBezTo>
                    <a:pt x="1333" y="2131"/>
                    <a:pt x="1602" y="2033"/>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60"/>
            <p:cNvSpPr/>
            <p:nvPr/>
          </p:nvSpPr>
          <p:spPr>
            <a:xfrm>
              <a:off x="6484575" y="4085225"/>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60"/>
            <p:cNvSpPr/>
            <p:nvPr/>
          </p:nvSpPr>
          <p:spPr>
            <a:xfrm>
              <a:off x="6484575" y="4009000"/>
              <a:ext cx="62425" cy="53350"/>
            </a:xfrm>
            <a:custGeom>
              <a:rect b="b" l="l" r="r" t="t"/>
              <a:pathLst>
                <a:path extrusionOk="0" h="2134" w="2497">
                  <a:moveTo>
                    <a:pt x="1065" y="1"/>
                  </a:moveTo>
                  <a:cubicBezTo>
                    <a:pt x="480" y="1"/>
                    <a:pt x="1" y="480"/>
                    <a:pt x="1" y="1066"/>
                  </a:cubicBezTo>
                  <a:cubicBezTo>
                    <a:pt x="1" y="1710"/>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60"/>
            <p:cNvSpPr/>
            <p:nvPr/>
          </p:nvSpPr>
          <p:spPr>
            <a:xfrm>
              <a:off x="6638425" y="3856775"/>
              <a:ext cx="62425" cy="53250"/>
            </a:xfrm>
            <a:custGeom>
              <a:rect b="b" l="l" r="r" t="t"/>
              <a:pathLst>
                <a:path extrusionOk="0" h="2130" w="2497">
                  <a:moveTo>
                    <a:pt x="1065" y="1"/>
                  </a:moveTo>
                  <a:cubicBezTo>
                    <a:pt x="480" y="1"/>
                    <a:pt x="9"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60"/>
            <p:cNvSpPr/>
            <p:nvPr/>
          </p:nvSpPr>
          <p:spPr>
            <a:xfrm>
              <a:off x="6638425" y="3932800"/>
              <a:ext cx="62425" cy="53425"/>
            </a:xfrm>
            <a:custGeom>
              <a:rect b="b" l="l" r="r" t="t"/>
              <a:pathLst>
                <a:path extrusionOk="0" h="2137" w="2497">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60"/>
            <p:cNvSpPr/>
            <p:nvPr/>
          </p:nvSpPr>
          <p:spPr>
            <a:xfrm>
              <a:off x="6638425" y="4161425"/>
              <a:ext cx="62425" cy="53300"/>
            </a:xfrm>
            <a:custGeom>
              <a:rect b="b" l="l" r="r" t="t"/>
              <a:pathLst>
                <a:path extrusionOk="0" h="2132" w="2497">
                  <a:moveTo>
                    <a:pt x="1065" y="1"/>
                  </a:moveTo>
                  <a:cubicBezTo>
                    <a:pt x="480" y="1"/>
                    <a:pt x="1" y="472"/>
                    <a:pt x="1" y="1066"/>
                  </a:cubicBezTo>
                  <a:cubicBezTo>
                    <a:pt x="1" y="1708"/>
                    <a:pt x="526" y="2131"/>
                    <a:pt x="1073" y="2131"/>
                  </a:cubicBezTo>
                  <a:cubicBezTo>
                    <a:pt x="1337" y="2131"/>
                    <a:pt x="1605" y="2033"/>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60"/>
            <p:cNvSpPr/>
            <p:nvPr/>
          </p:nvSpPr>
          <p:spPr>
            <a:xfrm>
              <a:off x="6638425" y="4085225"/>
              <a:ext cx="62425" cy="53350"/>
            </a:xfrm>
            <a:custGeom>
              <a:rect b="b" l="l" r="r" t="t"/>
              <a:pathLst>
                <a:path extrusionOk="0" h="2134" w="2497">
                  <a:moveTo>
                    <a:pt x="1065" y="0"/>
                  </a:moveTo>
                  <a:cubicBezTo>
                    <a:pt x="480" y="0"/>
                    <a:pt x="9" y="480"/>
                    <a:pt x="1" y="1065"/>
                  </a:cubicBezTo>
                  <a:cubicBezTo>
                    <a:pt x="1" y="1709"/>
                    <a:pt x="526" y="2133"/>
                    <a:pt x="1074" y="2133"/>
                  </a:cubicBezTo>
                  <a:cubicBezTo>
                    <a:pt x="1336" y="2133"/>
                    <a:pt x="1604" y="2037"/>
                    <a:pt x="1822" y="1821"/>
                  </a:cubicBezTo>
                  <a:cubicBezTo>
                    <a:pt x="2496"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60"/>
            <p:cNvSpPr/>
            <p:nvPr/>
          </p:nvSpPr>
          <p:spPr>
            <a:xfrm>
              <a:off x="6638425" y="4009000"/>
              <a:ext cx="62425" cy="53350"/>
            </a:xfrm>
            <a:custGeom>
              <a:rect b="b" l="l" r="r" t="t"/>
              <a:pathLst>
                <a:path extrusionOk="0" h="2134" w="2497">
                  <a:moveTo>
                    <a:pt x="1065" y="1"/>
                  </a:moveTo>
                  <a:cubicBezTo>
                    <a:pt x="480" y="1"/>
                    <a:pt x="1" y="480"/>
                    <a:pt x="1" y="1066"/>
                  </a:cubicBezTo>
                  <a:cubicBezTo>
                    <a:pt x="1" y="1710"/>
                    <a:pt x="530" y="2134"/>
                    <a:pt x="1078" y="2134"/>
                  </a:cubicBezTo>
                  <a:cubicBezTo>
                    <a:pt x="1340" y="2134"/>
                    <a:pt x="1606"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60"/>
            <p:cNvSpPr/>
            <p:nvPr/>
          </p:nvSpPr>
          <p:spPr>
            <a:xfrm>
              <a:off x="6715450" y="3932800"/>
              <a:ext cx="62225" cy="53425"/>
            </a:xfrm>
            <a:custGeom>
              <a:rect b="b" l="l" r="r" t="t"/>
              <a:pathLst>
                <a:path extrusionOk="0" h="2137" w="2489">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60"/>
            <p:cNvSpPr/>
            <p:nvPr/>
          </p:nvSpPr>
          <p:spPr>
            <a:xfrm>
              <a:off x="6715450" y="4085225"/>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7"/>
                    <a:pt x="1822" y="1821"/>
                  </a:cubicBezTo>
                  <a:cubicBezTo>
                    <a:pt x="2488"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60"/>
            <p:cNvSpPr/>
            <p:nvPr/>
          </p:nvSpPr>
          <p:spPr>
            <a:xfrm>
              <a:off x="6715450" y="4009000"/>
              <a:ext cx="62225" cy="53350"/>
            </a:xfrm>
            <a:custGeom>
              <a:rect b="b" l="l" r="r" t="t"/>
              <a:pathLst>
                <a:path extrusionOk="0" h="2134" w="2489">
                  <a:moveTo>
                    <a:pt x="1066" y="1"/>
                  </a:moveTo>
                  <a:cubicBezTo>
                    <a:pt x="480" y="1"/>
                    <a:pt x="1" y="480"/>
                    <a:pt x="1" y="1066"/>
                  </a:cubicBezTo>
                  <a:cubicBezTo>
                    <a:pt x="1" y="1710"/>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60"/>
            <p:cNvSpPr/>
            <p:nvPr/>
          </p:nvSpPr>
          <p:spPr>
            <a:xfrm>
              <a:off x="6408350" y="4009000"/>
              <a:ext cx="62425" cy="53350"/>
            </a:xfrm>
            <a:custGeom>
              <a:rect b="b" l="l" r="r" t="t"/>
              <a:pathLst>
                <a:path extrusionOk="0" h="2134" w="2497">
                  <a:moveTo>
                    <a:pt x="1074" y="1"/>
                  </a:moveTo>
                  <a:cubicBezTo>
                    <a:pt x="481" y="1"/>
                    <a:pt x="1"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60"/>
            <p:cNvSpPr/>
            <p:nvPr/>
          </p:nvSpPr>
          <p:spPr>
            <a:xfrm>
              <a:off x="6332350" y="4009000"/>
              <a:ext cx="62225" cy="53350"/>
            </a:xfrm>
            <a:custGeom>
              <a:rect b="b" l="l" r="r" t="t"/>
              <a:pathLst>
                <a:path extrusionOk="0" h="2134" w="2489">
                  <a:moveTo>
                    <a:pt x="1066" y="1"/>
                  </a:moveTo>
                  <a:cubicBezTo>
                    <a:pt x="472" y="1"/>
                    <a:pt x="1" y="480"/>
                    <a:pt x="1" y="1066"/>
                  </a:cubicBezTo>
                  <a:cubicBezTo>
                    <a:pt x="1" y="1710"/>
                    <a:pt x="526" y="2134"/>
                    <a:pt x="1072" y="2134"/>
                  </a:cubicBezTo>
                  <a:cubicBezTo>
                    <a:pt x="1333" y="2134"/>
                    <a:pt x="1598" y="2037"/>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60"/>
            <p:cNvSpPr/>
            <p:nvPr/>
          </p:nvSpPr>
          <p:spPr>
            <a:xfrm>
              <a:off x="6256150" y="4009000"/>
              <a:ext cx="62200" cy="53350"/>
            </a:xfrm>
            <a:custGeom>
              <a:rect b="b" l="l" r="r" t="t"/>
              <a:pathLst>
                <a:path extrusionOk="0" h="2134" w="2488">
                  <a:moveTo>
                    <a:pt x="1065" y="1"/>
                  </a:moveTo>
                  <a:cubicBezTo>
                    <a:pt x="472" y="1"/>
                    <a:pt x="0" y="480"/>
                    <a:pt x="0" y="1066"/>
                  </a:cubicBezTo>
                  <a:cubicBezTo>
                    <a:pt x="0" y="1710"/>
                    <a:pt x="525" y="2134"/>
                    <a:pt x="1071"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60"/>
            <p:cNvSpPr/>
            <p:nvPr/>
          </p:nvSpPr>
          <p:spPr>
            <a:xfrm>
              <a:off x="5951475" y="3932800"/>
              <a:ext cx="62225" cy="53425"/>
            </a:xfrm>
            <a:custGeom>
              <a:rect b="b" l="l" r="r" t="t"/>
              <a:pathLst>
                <a:path extrusionOk="0" h="2137" w="2489">
                  <a:moveTo>
                    <a:pt x="1066" y="0"/>
                  </a:moveTo>
                  <a:cubicBezTo>
                    <a:pt x="472" y="8"/>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60"/>
            <p:cNvSpPr/>
            <p:nvPr/>
          </p:nvSpPr>
          <p:spPr>
            <a:xfrm>
              <a:off x="5951475" y="4009000"/>
              <a:ext cx="62225" cy="53350"/>
            </a:xfrm>
            <a:custGeom>
              <a:rect b="b" l="l" r="r" t="t"/>
              <a:pathLst>
                <a:path extrusionOk="0" h="2134" w="2489">
                  <a:moveTo>
                    <a:pt x="1066" y="1"/>
                  </a:moveTo>
                  <a:cubicBezTo>
                    <a:pt x="472"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60"/>
            <p:cNvSpPr/>
            <p:nvPr/>
          </p:nvSpPr>
          <p:spPr>
            <a:xfrm>
              <a:off x="6027500" y="3856775"/>
              <a:ext cx="62425" cy="53250"/>
            </a:xfrm>
            <a:custGeom>
              <a:rect b="b" l="l" r="r" t="t"/>
              <a:pathLst>
                <a:path extrusionOk="0" h="2130" w="2497">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60"/>
            <p:cNvSpPr/>
            <p:nvPr/>
          </p:nvSpPr>
          <p:spPr>
            <a:xfrm>
              <a:off x="6027500" y="3932800"/>
              <a:ext cx="62425" cy="53425"/>
            </a:xfrm>
            <a:custGeom>
              <a:rect b="b" l="l" r="r" t="t"/>
              <a:pathLst>
                <a:path extrusionOk="0" h="2137" w="2497">
                  <a:moveTo>
                    <a:pt x="1073" y="0"/>
                  </a:moveTo>
                  <a:cubicBezTo>
                    <a:pt x="480" y="0"/>
                    <a:pt x="9" y="480"/>
                    <a:pt x="0" y="1065"/>
                  </a:cubicBezTo>
                  <a:cubicBezTo>
                    <a:pt x="0" y="1709"/>
                    <a:pt x="529" y="2137"/>
                    <a:pt x="1078" y="2137"/>
                  </a:cubicBezTo>
                  <a:cubicBezTo>
                    <a:pt x="1340" y="2137"/>
                    <a:pt x="1606" y="2039"/>
                    <a:pt x="1821" y="1821"/>
                  </a:cubicBezTo>
                  <a:cubicBezTo>
                    <a:pt x="2496" y="1155"/>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60"/>
            <p:cNvSpPr/>
            <p:nvPr/>
          </p:nvSpPr>
          <p:spPr>
            <a:xfrm>
              <a:off x="6027500" y="4009000"/>
              <a:ext cx="62425" cy="53350"/>
            </a:xfrm>
            <a:custGeom>
              <a:rect b="b" l="l" r="r" t="t"/>
              <a:pathLst>
                <a:path extrusionOk="0" h="2134" w="2497">
                  <a:moveTo>
                    <a:pt x="1073" y="1"/>
                  </a:moveTo>
                  <a:cubicBezTo>
                    <a:pt x="480" y="1"/>
                    <a:pt x="9" y="480"/>
                    <a:pt x="0" y="1066"/>
                  </a:cubicBezTo>
                  <a:cubicBezTo>
                    <a:pt x="0" y="1710"/>
                    <a:pt x="529" y="2134"/>
                    <a:pt x="1078" y="2134"/>
                  </a:cubicBezTo>
                  <a:cubicBezTo>
                    <a:pt x="1340" y="2134"/>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60"/>
            <p:cNvSpPr/>
            <p:nvPr/>
          </p:nvSpPr>
          <p:spPr>
            <a:xfrm>
              <a:off x="6103700" y="3780375"/>
              <a:ext cx="62425" cy="53475"/>
            </a:xfrm>
            <a:custGeom>
              <a:rect b="b" l="l" r="r" t="t"/>
              <a:pathLst>
                <a:path extrusionOk="0" h="2139" w="2497">
                  <a:moveTo>
                    <a:pt x="1066" y="0"/>
                  </a:moveTo>
                  <a:cubicBezTo>
                    <a:pt x="481" y="0"/>
                    <a:pt x="1" y="480"/>
                    <a:pt x="1" y="1073"/>
                  </a:cubicBezTo>
                  <a:cubicBezTo>
                    <a:pt x="6" y="1715"/>
                    <a:pt x="530" y="2139"/>
                    <a:pt x="1078" y="2139"/>
                  </a:cubicBezTo>
                  <a:cubicBezTo>
                    <a:pt x="1342" y="2139"/>
                    <a:pt x="1611" y="2040"/>
                    <a:pt x="1830"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60"/>
            <p:cNvSpPr/>
            <p:nvPr/>
          </p:nvSpPr>
          <p:spPr>
            <a:xfrm>
              <a:off x="6103700" y="3856775"/>
              <a:ext cx="62425" cy="53300"/>
            </a:xfrm>
            <a:custGeom>
              <a:rect b="b" l="l" r="r" t="t"/>
              <a:pathLst>
                <a:path extrusionOk="0" h="2132" w="2497">
                  <a:moveTo>
                    <a:pt x="1066" y="1"/>
                  </a:moveTo>
                  <a:cubicBezTo>
                    <a:pt x="481" y="1"/>
                    <a:pt x="1" y="480"/>
                    <a:pt x="1" y="1066"/>
                  </a:cubicBezTo>
                  <a:cubicBezTo>
                    <a:pt x="6" y="1708"/>
                    <a:pt x="530" y="2131"/>
                    <a:pt x="1075" y="2131"/>
                  </a:cubicBezTo>
                  <a:cubicBezTo>
                    <a:pt x="1338" y="2131"/>
                    <a:pt x="1605" y="2033"/>
                    <a:pt x="1822" y="1814"/>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60"/>
            <p:cNvSpPr/>
            <p:nvPr/>
          </p:nvSpPr>
          <p:spPr>
            <a:xfrm>
              <a:off x="6103700" y="3932800"/>
              <a:ext cx="62425" cy="53475"/>
            </a:xfrm>
            <a:custGeom>
              <a:rect b="b" l="l" r="r" t="t"/>
              <a:pathLst>
                <a:path extrusionOk="0" h="2139" w="2497">
                  <a:moveTo>
                    <a:pt x="1066" y="0"/>
                  </a:moveTo>
                  <a:cubicBezTo>
                    <a:pt x="481" y="0"/>
                    <a:pt x="1" y="480"/>
                    <a:pt x="1" y="1073"/>
                  </a:cubicBezTo>
                  <a:cubicBezTo>
                    <a:pt x="6" y="1715"/>
                    <a:pt x="530" y="2139"/>
                    <a:pt x="1075" y="2139"/>
                  </a:cubicBezTo>
                  <a:cubicBezTo>
                    <a:pt x="1338" y="2139"/>
                    <a:pt x="1605" y="2041"/>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60"/>
            <p:cNvSpPr/>
            <p:nvPr/>
          </p:nvSpPr>
          <p:spPr>
            <a:xfrm>
              <a:off x="6103700" y="4009000"/>
              <a:ext cx="62425" cy="53350"/>
            </a:xfrm>
            <a:custGeom>
              <a:rect b="b" l="l" r="r" t="t"/>
              <a:pathLst>
                <a:path extrusionOk="0" h="2134" w="2497">
                  <a:moveTo>
                    <a:pt x="1066" y="1"/>
                  </a:moveTo>
                  <a:cubicBezTo>
                    <a:pt x="481" y="1"/>
                    <a:pt x="1" y="480"/>
                    <a:pt x="1" y="1066"/>
                  </a:cubicBezTo>
                  <a:cubicBezTo>
                    <a:pt x="1" y="1710"/>
                    <a:pt x="530" y="2134"/>
                    <a:pt x="1079" y="2134"/>
                  </a:cubicBezTo>
                  <a:cubicBezTo>
                    <a:pt x="1340" y="2134"/>
                    <a:pt x="1607"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60"/>
            <p:cNvSpPr/>
            <p:nvPr/>
          </p:nvSpPr>
          <p:spPr>
            <a:xfrm>
              <a:off x="6179925" y="3704150"/>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60"/>
            <p:cNvSpPr/>
            <p:nvPr/>
          </p:nvSpPr>
          <p:spPr>
            <a:xfrm>
              <a:off x="6179925" y="3780375"/>
              <a:ext cx="62425" cy="53425"/>
            </a:xfrm>
            <a:custGeom>
              <a:rect b="b" l="l" r="r" t="t"/>
              <a:pathLst>
                <a:path extrusionOk="0" h="2137" w="2497">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60"/>
            <p:cNvSpPr/>
            <p:nvPr/>
          </p:nvSpPr>
          <p:spPr>
            <a:xfrm>
              <a:off x="6179925" y="4009000"/>
              <a:ext cx="62225" cy="53350"/>
            </a:xfrm>
            <a:custGeom>
              <a:rect b="b" l="l" r="r" t="t"/>
              <a:pathLst>
                <a:path extrusionOk="0" h="2134" w="2489">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60"/>
            <p:cNvSpPr/>
            <p:nvPr/>
          </p:nvSpPr>
          <p:spPr>
            <a:xfrm>
              <a:off x="6179925" y="39328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60"/>
            <p:cNvSpPr/>
            <p:nvPr/>
          </p:nvSpPr>
          <p:spPr>
            <a:xfrm>
              <a:off x="6179925" y="385677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60"/>
            <p:cNvSpPr/>
            <p:nvPr/>
          </p:nvSpPr>
          <p:spPr>
            <a:xfrm>
              <a:off x="7170300" y="3780375"/>
              <a:ext cx="62400" cy="53425"/>
            </a:xfrm>
            <a:custGeom>
              <a:rect b="b" l="l" r="r" t="t"/>
              <a:pathLst>
                <a:path extrusionOk="0" h="2137" w="2496">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60"/>
            <p:cNvSpPr/>
            <p:nvPr/>
          </p:nvSpPr>
          <p:spPr>
            <a:xfrm>
              <a:off x="6865650" y="3856775"/>
              <a:ext cx="62200" cy="53250"/>
            </a:xfrm>
            <a:custGeom>
              <a:rect b="b" l="l" r="r" t="t"/>
              <a:pathLst>
                <a:path extrusionOk="0" h="2130" w="2488">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60"/>
            <p:cNvSpPr/>
            <p:nvPr/>
          </p:nvSpPr>
          <p:spPr>
            <a:xfrm>
              <a:off x="6865650" y="3780375"/>
              <a:ext cx="62400" cy="53425"/>
            </a:xfrm>
            <a:custGeom>
              <a:rect b="b" l="l" r="r" t="t"/>
              <a:pathLst>
                <a:path extrusionOk="0" h="2137" w="2496">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60"/>
            <p:cNvSpPr/>
            <p:nvPr/>
          </p:nvSpPr>
          <p:spPr>
            <a:xfrm>
              <a:off x="6941850"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60"/>
            <p:cNvSpPr/>
            <p:nvPr/>
          </p:nvSpPr>
          <p:spPr>
            <a:xfrm>
              <a:off x="6789225" y="3627950"/>
              <a:ext cx="62425" cy="53425"/>
            </a:xfrm>
            <a:custGeom>
              <a:rect b="b" l="l" r="r" t="t"/>
              <a:pathLst>
                <a:path extrusionOk="0" h="2137" w="2497">
                  <a:moveTo>
                    <a:pt x="1074" y="0"/>
                  </a:moveTo>
                  <a:cubicBezTo>
                    <a:pt x="480" y="8"/>
                    <a:pt x="9" y="480"/>
                    <a:pt x="1" y="1073"/>
                  </a:cubicBezTo>
                  <a:cubicBezTo>
                    <a:pt x="1" y="1711"/>
                    <a:pt x="529" y="2137"/>
                    <a:pt x="1077" y="2137"/>
                  </a:cubicBezTo>
                  <a:cubicBezTo>
                    <a:pt x="1339" y="2137"/>
                    <a:pt x="1606" y="2039"/>
                    <a:pt x="1822" y="1821"/>
                  </a:cubicBezTo>
                  <a:cubicBezTo>
                    <a:pt x="2496" y="1154"/>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60"/>
            <p:cNvSpPr/>
            <p:nvPr/>
          </p:nvSpPr>
          <p:spPr>
            <a:xfrm>
              <a:off x="6637000" y="3475725"/>
              <a:ext cx="62225" cy="53350"/>
            </a:xfrm>
            <a:custGeom>
              <a:rect b="b" l="l" r="r" t="t"/>
              <a:pathLst>
                <a:path extrusionOk="0" h="2134" w="2489">
                  <a:moveTo>
                    <a:pt x="1066" y="0"/>
                  </a:moveTo>
                  <a:cubicBezTo>
                    <a:pt x="472" y="0"/>
                    <a:pt x="1" y="472"/>
                    <a:pt x="1" y="1065"/>
                  </a:cubicBezTo>
                  <a:cubicBezTo>
                    <a:pt x="1" y="1709"/>
                    <a:pt x="526" y="2133"/>
                    <a:pt x="1072" y="2133"/>
                  </a:cubicBezTo>
                  <a:cubicBezTo>
                    <a:pt x="1333" y="2133"/>
                    <a:pt x="1598" y="2037"/>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60"/>
            <p:cNvSpPr/>
            <p:nvPr/>
          </p:nvSpPr>
          <p:spPr>
            <a:xfrm>
              <a:off x="6256150" y="3399500"/>
              <a:ext cx="62200" cy="53350"/>
            </a:xfrm>
            <a:custGeom>
              <a:rect b="b" l="l" r="r" t="t"/>
              <a:pathLst>
                <a:path extrusionOk="0" h="2134" w="2488">
                  <a:moveTo>
                    <a:pt x="1065" y="1"/>
                  </a:moveTo>
                  <a:cubicBezTo>
                    <a:pt x="472" y="1"/>
                    <a:pt x="0" y="480"/>
                    <a:pt x="0" y="1066"/>
                  </a:cubicBezTo>
                  <a:cubicBezTo>
                    <a:pt x="0" y="1709"/>
                    <a:pt x="525" y="2134"/>
                    <a:pt x="1071"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60"/>
            <p:cNvSpPr/>
            <p:nvPr/>
          </p:nvSpPr>
          <p:spPr>
            <a:xfrm>
              <a:off x="6484575" y="3551925"/>
              <a:ext cx="62425" cy="53250"/>
            </a:xfrm>
            <a:custGeom>
              <a:rect b="b" l="l" r="r" t="t"/>
              <a:pathLst>
                <a:path extrusionOk="0" h="2130" w="2497">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60"/>
            <p:cNvSpPr/>
            <p:nvPr/>
          </p:nvSpPr>
          <p:spPr>
            <a:xfrm>
              <a:off x="6484575" y="3475725"/>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7"/>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60"/>
            <p:cNvSpPr/>
            <p:nvPr/>
          </p:nvSpPr>
          <p:spPr>
            <a:xfrm>
              <a:off x="6408350" y="3551925"/>
              <a:ext cx="62425" cy="53250"/>
            </a:xfrm>
            <a:custGeom>
              <a:rect b="b" l="l" r="r" t="t"/>
              <a:pathLst>
                <a:path extrusionOk="0" h="2130" w="2497">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60"/>
            <p:cNvSpPr/>
            <p:nvPr/>
          </p:nvSpPr>
          <p:spPr>
            <a:xfrm>
              <a:off x="6408350" y="3475725"/>
              <a:ext cx="62425" cy="53350"/>
            </a:xfrm>
            <a:custGeom>
              <a:rect b="b" l="l" r="r" t="t"/>
              <a:pathLst>
                <a:path extrusionOk="0" h="2134" w="2497">
                  <a:moveTo>
                    <a:pt x="1074" y="0"/>
                  </a:moveTo>
                  <a:cubicBezTo>
                    <a:pt x="481" y="0"/>
                    <a:pt x="1" y="472"/>
                    <a:pt x="1" y="1065"/>
                  </a:cubicBezTo>
                  <a:cubicBezTo>
                    <a:pt x="1" y="1709"/>
                    <a:pt x="526" y="2133"/>
                    <a:pt x="1075" y="2133"/>
                  </a:cubicBezTo>
                  <a:cubicBezTo>
                    <a:pt x="1337" y="2133"/>
                    <a:pt x="1604" y="2037"/>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60"/>
            <p:cNvSpPr/>
            <p:nvPr/>
          </p:nvSpPr>
          <p:spPr>
            <a:xfrm>
              <a:off x="6332350" y="34757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3"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60"/>
            <p:cNvSpPr/>
            <p:nvPr/>
          </p:nvSpPr>
          <p:spPr>
            <a:xfrm>
              <a:off x="6332350" y="33995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60"/>
            <p:cNvSpPr/>
            <p:nvPr/>
          </p:nvSpPr>
          <p:spPr>
            <a:xfrm>
              <a:off x="7094075" y="4237450"/>
              <a:ext cx="62425" cy="53425"/>
            </a:xfrm>
            <a:custGeom>
              <a:rect b="b" l="l" r="r" t="t"/>
              <a:pathLst>
                <a:path extrusionOk="0" h="2137" w="2497">
                  <a:moveTo>
                    <a:pt x="1066" y="0"/>
                  </a:moveTo>
                  <a:cubicBezTo>
                    <a:pt x="480" y="8"/>
                    <a:pt x="1" y="480"/>
                    <a:pt x="1" y="1073"/>
                  </a:cubicBezTo>
                  <a:cubicBezTo>
                    <a:pt x="1" y="1711"/>
                    <a:pt x="525" y="2137"/>
                    <a:pt x="1073" y="2137"/>
                  </a:cubicBezTo>
                  <a:cubicBezTo>
                    <a:pt x="1336" y="2137"/>
                    <a:pt x="1603" y="2040"/>
                    <a:pt x="1822" y="1821"/>
                  </a:cubicBezTo>
                  <a:cubicBezTo>
                    <a:pt x="2496"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60"/>
            <p:cNvSpPr/>
            <p:nvPr/>
          </p:nvSpPr>
          <p:spPr>
            <a:xfrm>
              <a:off x="7017875" y="4389875"/>
              <a:ext cx="62400" cy="53350"/>
            </a:xfrm>
            <a:custGeom>
              <a:rect b="b" l="l" r="r" t="t"/>
              <a:pathLst>
                <a:path extrusionOk="0" h="2134" w="2496">
                  <a:moveTo>
                    <a:pt x="1073" y="0"/>
                  </a:moveTo>
                  <a:cubicBezTo>
                    <a:pt x="480" y="0"/>
                    <a:pt x="8"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60"/>
            <p:cNvSpPr/>
            <p:nvPr/>
          </p:nvSpPr>
          <p:spPr>
            <a:xfrm>
              <a:off x="7017875" y="4313650"/>
              <a:ext cx="62400" cy="53450"/>
            </a:xfrm>
            <a:custGeom>
              <a:rect b="b" l="l" r="r" t="t"/>
              <a:pathLst>
                <a:path extrusionOk="0" h="2138" w="2496">
                  <a:moveTo>
                    <a:pt x="1073" y="1"/>
                  </a:moveTo>
                  <a:cubicBezTo>
                    <a:pt x="480" y="1"/>
                    <a:pt x="8" y="480"/>
                    <a:pt x="0" y="1066"/>
                  </a:cubicBezTo>
                  <a:cubicBezTo>
                    <a:pt x="0" y="1709"/>
                    <a:pt x="529" y="2137"/>
                    <a:pt x="1078" y="2137"/>
                  </a:cubicBezTo>
                  <a:cubicBezTo>
                    <a:pt x="1339" y="2137"/>
                    <a:pt x="1606"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60"/>
            <p:cNvSpPr/>
            <p:nvPr/>
          </p:nvSpPr>
          <p:spPr>
            <a:xfrm>
              <a:off x="6941850" y="438987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8"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60"/>
            <p:cNvSpPr/>
            <p:nvPr/>
          </p:nvSpPr>
          <p:spPr>
            <a:xfrm>
              <a:off x="6484575" y="4389875"/>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60"/>
            <p:cNvSpPr/>
            <p:nvPr/>
          </p:nvSpPr>
          <p:spPr>
            <a:xfrm>
              <a:off x="6560800" y="4237450"/>
              <a:ext cx="62200" cy="53425"/>
            </a:xfrm>
            <a:custGeom>
              <a:rect b="b" l="l" r="r" t="t"/>
              <a:pathLst>
                <a:path extrusionOk="0" h="2137" w="2488">
                  <a:moveTo>
                    <a:pt x="1065" y="0"/>
                  </a:moveTo>
                  <a:cubicBezTo>
                    <a:pt x="480" y="8"/>
                    <a:pt x="0" y="480"/>
                    <a:pt x="0" y="1073"/>
                  </a:cubicBezTo>
                  <a:cubicBezTo>
                    <a:pt x="0" y="1711"/>
                    <a:pt x="524"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60"/>
            <p:cNvSpPr/>
            <p:nvPr/>
          </p:nvSpPr>
          <p:spPr>
            <a:xfrm>
              <a:off x="6560800" y="4161425"/>
              <a:ext cx="62200" cy="53300"/>
            </a:xfrm>
            <a:custGeom>
              <a:rect b="b" l="l" r="r" t="t"/>
              <a:pathLst>
                <a:path extrusionOk="0" h="2132" w="2488">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60"/>
            <p:cNvSpPr/>
            <p:nvPr/>
          </p:nvSpPr>
          <p:spPr>
            <a:xfrm>
              <a:off x="6560800" y="4085225"/>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7"/>
                    <a:pt x="1821" y="1821"/>
                  </a:cubicBezTo>
                  <a:cubicBezTo>
                    <a:pt x="2488" y="1147"/>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60"/>
            <p:cNvSpPr/>
            <p:nvPr/>
          </p:nvSpPr>
          <p:spPr>
            <a:xfrm>
              <a:off x="6560800" y="4009000"/>
              <a:ext cx="62200" cy="53350"/>
            </a:xfrm>
            <a:custGeom>
              <a:rect b="b" l="l" r="r" t="t"/>
              <a:pathLst>
                <a:path extrusionOk="0" h="2134" w="2488">
                  <a:moveTo>
                    <a:pt x="1065" y="1"/>
                  </a:moveTo>
                  <a:cubicBezTo>
                    <a:pt x="480"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60"/>
            <p:cNvSpPr/>
            <p:nvPr/>
          </p:nvSpPr>
          <p:spPr>
            <a:xfrm>
              <a:off x="6560800" y="393280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60"/>
            <p:cNvSpPr/>
            <p:nvPr/>
          </p:nvSpPr>
          <p:spPr>
            <a:xfrm>
              <a:off x="6560800" y="3856775"/>
              <a:ext cx="62200" cy="53250"/>
            </a:xfrm>
            <a:custGeom>
              <a:rect b="b" l="l" r="r" t="t"/>
              <a:pathLst>
                <a:path extrusionOk="0" h="2130" w="2488">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60"/>
            <p:cNvSpPr/>
            <p:nvPr/>
          </p:nvSpPr>
          <p:spPr>
            <a:xfrm>
              <a:off x="6560800" y="3780375"/>
              <a:ext cx="62400" cy="53425"/>
            </a:xfrm>
            <a:custGeom>
              <a:rect b="b" l="l" r="r" t="t"/>
              <a:pathLst>
                <a:path extrusionOk="0" h="2137" w="2496">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60"/>
            <p:cNvSpPr/>
            <p:nvPr/>
          </p:nvSpPr>
          <p:spPr>
            <a:xfrm>
              <a:off x="6484575" y="4237450"/>
              <a:ext cx="62425" cy="53425"/>
            </a:xfrm>
            <a:custGeom>
              <a:rect b="b" l="l" r="r" t="t"/>
              <a:pathLst>
                <a:path extrusionOk="0" h="2137" w="2497">
                  <a:moveTo>
                    <a:pt x="1065" y="0"/>
                  </a:moveTo>
                  <a:cubicBezTo>
                    <a:pt x="480" y="8"/>
                    <a:pt x="1" y="480"/>
                    <a:pt x="1" y="1073"/>
                  </a:cubicBezTo>
                  <a:cubicBezTo>
                    <a:pt x="1" y="1711"/>
                    <a:pt x="525" y="2137"/>
                    <a:pt x="1073" y="2137"/>
                  </a:cubicBezTo>
                  <a:cubicBezTo>
                    <a:pt x="1335" y="2137"/>
                    <a:pt x="1603" y="2040"/>
                    <a:pt x="1822" y="1821"/>
                  </a:cubicBezTo>
                  <a:cubicBezTo>
                    <a:pt x="2496"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60"/>
            <p:cNvSpPr/>
            <p:nvPr/>
          </p:nvSpPr>
          <p:spPr>
            <a:xfrm>
              <a:off x="6484575" y="3780375"/>
              <a:ext cx="62425" cy="53425"/>
            </a:xfrm>
            <a:custGeom>
              <a:rect b="b" l="l" r="r" t="t"/>
              <a:pathLst>
                <a:path extrusionOk="0" h="2137" w="2497">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60"/>
            <p:cNvSpPr/>
            <p:nvPr/>
          </p:nvSpPr>
          <p:spPr>
            <a:xfrm>
              <a:off x="6484575" y="3704150"/>
              <a:ext cx="62425" cy="53450"/>
            </a:xfrm>
            <a:custGeom>
              <a:rect b="b" l="l" r="r" t="t"/>
              <a:pathLst>
                <a:path extrusionOk="0" h="2138" w="2497">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60"/>
            <p:cNvSpPr/>
            <p:nvPr/>
          </p:nvSpPr>
          <p:spPr>
            <a:xfrm>
              <a:off x="6408350" y="4237450"/>
              <a:ext cx="62425" cy="53425"/>
            </a:xfrm>
            <a:custGeom>
              <a:rect b="b" l="l" r="r" t="t"/>
              <a:pathLst>
                <a:path extrusionOk="0" h="2137" w="2497">
                  <a:moveTo>
                    <a:pt x="1074" y="0"/>
                  </a:moveTo>
                  <a:cubicBezTo>
                    <a:pt x="481" y="8"/>
                    <a:pt x="9" y="480"/>
                    <a:pt x="1" y="1073"/>
                  </a:cubicBezTo>
                  <a:cubicBezTo>
                    <a:pt x="1" y="1711"/>
                    <a:pt x="525" y="2137"/>
                    <a:pt x="1074" y="2137"/>
                  </a:cubicBezTo>
                  <a:cubicBezTo>
                    <a:pt x="1336" y="2137"/>
                    <a:pt x="1604"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60"/>
            <p:cNvSpPr/>
            <p:nvPr/>
          </p:nvSpPr>
          <p:spPr>
            <a:xfrm>
              <a:off x="6408350" y="4161425"/>
              <a:ext cx="62425" cy="53300"/>
            </a:xfrm>
            <a:custGeom>
              <a:rect b="b" l="l" r="r" t="t"/>
              <a:pathLst>
                <a:path extrusionOk="0" h="2132" w="2497">
                  <a:moveTo>
                    <a:pt x="1074" y="1"/>
                  </a:moveTo>
                  <a:cubicBezTo>
                    <a:pt x="481" y="1"/>
                    <a:pt x="1"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60"/>
            <p:cNvSpPr/>
            <p:nvPr/>
          </p:nvSpPr>
          <p:spPr>
            <a:xfrm>
              <a:off x="6408350" y="3780375"/>
              <a:ext cx="62425" cy="53425"/>
            </a:xfrm>
            <a:custGeom>
              <a:rect b="b" l="l" r="r" t="t"/>
              <a:pathLst>
                <a:path extrusionOk="0" h="2137" w="2497">
                  <a:moveTo>
                    <a:pt x="1074" y="0"/>
                  </a:moveTo>
                  <a:cubicBezTo>
                    <a:pt x="481" y="0"/>
                    <a:pt x="1"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60"/>
            <p:cNvSpPr/>
            <p:nvPr/>
          </p:nvSpPr>
          <p:spPr>
            <a:xfrm>
              <a:off x="6408350" y="3704150"/>
              <a:ext cx="62425" cy="53450"/>
            </a:xfrm>
            <a:custGeom>
              <a:rect b="b" l="l" r="r" t="t"/>
              <a:pathLst>
                <a:path extrusionOk="0" h="2138" w="2497">
                  <a:moveTo>
                    <a:pt x="1074" y="1"/>
                  </a:moveTo>
                  <a:cubicBezTo>
                    <a:pt x="481" y="1"/>
                    <a:pt x="9"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60"/>
            <p:cNvSpPr/>
            <p:nvPr/>
          </p:nvSpPr>
          <p:spPr>
            <a:xfrm>
              <a:off x="6332350" y="4161425"/>
              <a:ext cx="62225" cy="53300"/>
            </a:xfrm>
            <a:custGeom>
              <a:rect b="b" l="l" r="r" t="t"/>
              <a:pathLst>
                <a:path extrusionOk="0" h="2132" w="2489">
                  <a:moveTo>
                    <a:pt x="1066" y="1"/>
                  </a:moveTo>
                  <a:cubicBezTo>
                    <a:pt x="472" y="1"/>
                    <a:pt x="1" y="472"/>
                    <a:pt x="1" y="1066"/>
                  </a:cubicBezTo>
                  <a:cubicBezTo>
                    <a:pt x="1" y="1708"/>
                    <a:pt x="523" y="2131"/>
                    <a:pt x="1067" y="2131"/>
                  </a:cubicBezTo>
                  <a:cubicBezTo>
                    <a:pt x="1329" y="2131"/>
                    <a:pt x="1597" y="2033"/>
                    <a:pt x="1813"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60"/>
            <p:cNvSpPr/>
            <p:nvPr/>
          </p:nvSpPr>
          <p:spPr>
            <a:xfrm>
              <a:off x="6332350" y="40852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3" y="1821"/>
                  </a:cubicBezTo>
                  <a:cubicBezTo>
                    <a:pt x="2488" y="1147"/>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60"/>
            <p:cNvSpPr/>
            <p:nvPr/>
          </p:nvSpPr>
          <p:spPr>
            <a:xfrm>
              <a:off x="6332350" y="3780375"/>
              <a:ext cx="62425" cy="53425"/>
            </a:xfrm>
            <a:custGeom>
              <a:rect b="b" l="l" r="r" t="t"/>
              <a:pathLst>
                <a:path extrusionOk="0" h="2137" w="2497">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60"/>
            <p:cNvSpPr/>
            <p:nvPr/>
          </p:nvSpPr>
          <p:spPr>
            <a:xfrm>
              <a:off x="6332350"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60"/>
            <p:cNvSpPr/>
            <p:nvPr/>
          </p:nvSpPr>
          <p:spPr>
            <a:xfrm>
              <a:off x="6256150" y="4085225"/>
              <a:ext cx="62200" cy="53350"/>
            </a:xfrm>
            <a:custGeom>
              <a:rect b="b" l="l" r="r" t="t"/>
              <a:pathLst>
                <a:path extrusionOk="0" h="2134" w="2488">
                  <a:moveTo>
                    <a:pt x="1065" y="0"/>
                  </a:moveTo>
                  <a:cubicBezTo>
                    <a:pt x="480" y="0"/>
                    <a:pt x="0" y="480"/>
                    <a:pt x="0" y="1065"/>
                  </a:cubicBezTo>
                  <a:cubicBezTo>
                    <a:pt x="0" y="1709"/>
                    <a:pt x="525" y="2133"/>
                    <a:pt x="1071" y="2133"/>
                  </a:cubicBezTo>
                  <a:cubicBezTo>
                    <a:pt x="1332" y="2133"/>
                    <a:pt x="1598" y="2037"/>
                    <a:pt x="1813" y="1821"/>
                  </a:cubicBezTo>
                  <a:cubicBezTo>
                    <a:pt x="2488" y="1147"/>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60"/>
            <p:cNvSpPr/>
            <p:nvPr/>
          </p:nvSpPr>
          <p:spPr>
            <a:xfrm>
              <a:off x="6256150" y="3704150"/>
              <a:ext cx="62200" cy="53450"/>
            </a:xfrm>
            <a:custGeom>
              <a:rect b="b" l="l" r="r" t="t"/>
              <a:pathLst>
                <a:path extrusionOk="0" h="2138" w="2488">
                  <a:moveTo>
                    <a:pt x="1065" y="1"/>
                  </a:moveTo>
                  <a:cubicBezTo>
                    <a:pt x="480" y="1"/>
                    <a:pt x="0" y="480"/>
                    <a:pt x="0" y="1066"/>
                  </a:cubicBezTo>
                  <a:cubicBezTo>
                    <a:pt x="0" y="1709"/>
                    <a:pt x="525" y="2137"/>
                    <a:pt x="1071" y="2137"/>
                  </a:cubicBezTo>
                  <a:cubicBezTo>
                    <a:pt x="1332" y="2137"/>
                    <a:pt x="1597"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60"/>
            <p:cNvSpPr/>
            <p:nvPr/>
          </p:nvSpPr>
          <p:spPr>
            <a:xfrm>
              <a:off x="6256150" y="3627950"/>
              <a:ext cx="62200" cy="53425"/>
            </a:xfrm>
            <a:custGeom>
              <a:rect b="b" l="l" r="r" t="t"/>
              <a:pathLst>
                <a:path extrusionOk="0" h="2137" w="2488">
                  <a:moveTo>
                    <a:pt x="1065" y="0"/>
                  </a:moveTo>
                  <a:cubicBezTo>
                    <a:pt x="472" y="8"/>
                    <a:pt x="0" y="480"/>
                    <a:pt x="0" y="1073"/>
                  </a:cubicBezTo>
                  <a:cubicBezTo>
                    <a:pt x="0" y="1711"/>
                    <a:pt x="524" y="2137"/>
                    <a:pt x="1070" y="2137"/>
                  </a:cubicBezTo>
                  <a:cubicBezTo>
                    <a:pt x="1331" y="2137"/>
                    <a:pt x="1597" y="2039"/>
                    <a:pt x="1813"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60"/>
            <p:cNvSpPr/>
            <p:nvPr/>
          </p:nvSpPr>
          <p:spPr>
            <a:xfrm>
              <a:off x="6179925" y="40852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60"/>
            <p:cNvSpPr/>
            <p:nvPr/>
          </p:nvSpPr>
          <p:spPr>
            <a:xfrm>
              <a:off x="6179925" y="3627950"/>
              <a:ext cx="62225" cy="53425"/>
            </a:xfrm>
            <a:custGeom>
              <a:rect b="b" l="l" r="r" t="t"/>
              <a:pathLst>
                <a:path extrusionOk="0" h="2137" w="2489">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60"/>
            <p:cNvSpPr/>
            <p:nvPr/>
          </p:nvSpPr>
          <p:spPr>
            <a:xfrm>
              <a:off x="6103700" y="4085225"/>
              <a:ext cx="62425" cy="53350"/>
            </a:xfrm>
            <a:custGeom>
              <a:rect b="b" l="l" r="r" t="t"/>
              <a:pathLst>
                <a:path extrusionOk="0" h="2134" w="2497">
                  <a:moveTo>
                    <a:pt x="1066" y="0"/>
                  </a:moveTo>
                  <a:cubicBezTo>
                    <a:pt x="481" y="0"/>
                    <a:pt x="9" y="480"/>
                    <a:pt x="1" y="1065"/>
                  </a:cubicBezTo>
                  <a:cubicBezTo>
                    <a:pt x="1" y="1709"/>
                    <a:pt x="526" y="2133"/>
                    <a:pt x="1075" y="2133"/>
                  </a:cubicBezTo>
                  <a:cubicBezTo>
                    <a:pt x="1337" y="2133"/>
                    <a:pt x="1604" y="2037"/>
                    <a:pt x="1822" y="1821"/>
                  </a:cubicBezTo>
                  <a:cubicBezTo>
                    <a:pt x="2497"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60"/>
            <p:cNvSpPr/>
            <p:nvPr/>
          </p:nvSpPr>
          <p:spPr>
            <a:xfrm>
              <a:off x="6103700" y="3704150"/>
              <a:ext cx="62425" cy="53450"/>
            </a:xfrm>
            <a:custGeom>
              <a:rect b="b" l="l" r="r" t="t"/>
              <a:pathLst>
                <a:path extrusionOk="0" h="2138" w="2497">
                  <a:moveTo>
                    <a:pt x="1066" y="1"/>
                  </a:moveTo>
                  <a:cubicBezTo>
                    <a:pt x="481" y="1"/>
                    <a:pt x="9"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60"/>
            <p:cNvSpPr/>
            <p:nvPr/>
          </p:nvSpPr>
          <p:spPr>
            <a:xfrm>
              <a:off x="6027500" y="4085225"/>
              <a:ext cx="62425" cy="53350"/>
            </a:xfrm>
            <a:custGeom>
              <a:rect b="b" l="l" r="r" t="t"/>
              <a:pathLst>
                <a:path extrusionOk="0" h="2134" w="2497">
                  <a:moveTo>
                    <a:pt x="1073" y="0"/>
                  </a:moveTo>
                  <a:cubicBezTo>
                    <a:pt x="480" y="0"/>
                    <a:pt x="9"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60"/>
            <p:cNvSpPr/>
            <p:nvPr/>
          </p:nvSpPr>
          <p:spPr>
            <a:xfrm>
              <a:off x="6027500" y="3780375"/>
              <a:ext cx="62425" cy="53425"/>
            </a:xfrm>
            <a:custGeom>
              <a:rect b="b" l="l" r="r" t="t"/>
              <a:pathLst>
                <a:path extrusionOk="0" h="2137" w="2497">
                  <a:moveTo>
                    <a:pt x="1073" y="0"/>
                  </a:moveTo>
                  <a:cubicBezTo>
                    <a:pt x="480" y="0"/>
                    <a:pt x="9" y="480"/>
                    <a:pt x="0" y="1065"/>
                  </a:cubicBezTo>
                  <a:cubicBezTo>
                    <a:pt x="0" y="1709"/>
                    <a:pt x="529" y="2137"/>
                    <a:pt x="1080" y="2137"/>
                  </a:cubicBezTo>
                  <a:cubicBezTo>
                    <a:pt x="1343" y="2137"/>
                    <a:pt x="1611" y="2039"/>
                    <a:pt x="1830" y="1821"/>
                  </a:cubicBezTo>
                  <a:cubicBezTo>
                    <a:pt x="2496" y="1146"/>
                    <a:pt x="2025"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60"/>
            <p:cNvSpPr/>
            <p:nvPr/>
          </p:nvSpPr>
          <p:spPr>
            <a:xfrm>
              <a:off x="6027500" y="3704150"/>
              <a:ext cx="62425" cy="53450"/>
            </a:xfrm>
            <a:custGeom>
              <a:rect b="b" l="l" r="r" t="t"/>
              <a:pathLst>
                <a:path extrusionOk="0" h="2138" w="2497">
                  <a:moveTo>
                    <a:pt x="1073" y="1"/>
                  </a:moveTo>
                  <a:cubicBezTo>
                    <a:pt x="480" y="1"/>
                    <a:pt x="9" y="480"/>
                    <a:pt x="0" y="1066"/>
                  </a:cubicBezTo>
                  <a:cubicBezTo>
                    <a:pt x="0" y="1709"/>
                    <a:pt x="529" y="2137"/>
                    <a:pt x="1078" y="2137"/>
                  </a:cubicBezTo>
                  <a:cubicBezTo>
                    <a:pt x="1340" y="2137"/>
                    <a:pt x="1606"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60"/>
            <p:cNvSpPr/>
            <p:nvPr/>
          </p:nvSpPr>
          <p:spPr>
            <a:xfrm>
              <a:off x="5951475" y="40852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9"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60"/>
            <p:cNvSpPr/>
            <p:nvPr/>
          </p:nvSpPr>
          <p:spPr>
            <a:xfrm>
              <a:off x="5951475" y="385677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60"/>
            <p:cNvSpPr/>
            <p:nvPr/>
          </p:nvSpPr>
          <p:spPr>
            <a:xfrm>
              <a:off x="5951475" y="3780375"/>
              <a:ext cx="62425" cy="53425"/>
            </a:xfrm>
            <a:custGeom>
              <a:rect b="b" l="l" r="r" t="t"/>
              <a:pathLst>
                <a:path extrusionOk="0" h="2137" w="2497">
                  <a:moveTo>
                    <a:pt x="1066" y="0"/>
                  </a:moveTo>
                  <a:cubicBezTo>
                    <a:pt x="472"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60"/>
            <p:cNvSpPr/>
            <p:nvPr/>
          </p:nvSpPr>
          <p:spPr>
            <a:xfrm>
              <a:off x="5875275" y="40852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60"/>
            <p:cNvSpPr/>
            <p:nvPr/>
          </p:nvSpPr>
          <p:spPr>
            <a:xfrm>
              <a:off x="5875275" y="4009000"/>
              <a:ext cx="62225" cy="53350"/>
            </a:xfrm>
            <a:custGeom>
              <a:rect b="b" l="l" r="r" t="t"/>
              <a:pathLst>
                <a:path extrusionOk="0" h="2134" w="2489">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60"/>
            <p:cNvSpPr/>
            <p:nvPr/>
          </p:nvSpPr>
          <p:spPr>
            <a:xfrm>
              <a:off x="5875275" y="39328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60"/>
            <p:cNvSpPr/>
            <p:nvPr/>
          </p:nvSpPr>
          <p:spPr>
            <a:xfrm>
              <a:off x="5875275" y="385677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60"/>
            <p:cNvSpPr/>
            <p:nvPr/>
          </p:nvSpPr>
          <p:spPr>
            <a:xfrm>
              <a:off x="4504050" y="3856775"/>
              <a:ext cx="62200" cy="53250"/>
            </a:xfrm>
            <a:custGeom>
              <a:rect b="b" l="l" r="r" t="t"/>
              <a:pathLst>
                <a:path extrusionOk="0" h="2130" w="2488">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60"/>
            <p:cNvSpPr/>
            <p:nvPr/>
          </p:nvSpPr>
          <p:spPr>
            <a:xfrm>
              <a:off x="4504050" y="3780375"/>
              <a:ext cx="62400" cy="53425"/>
            </a:xfrm>
            <a:custGeom>
              <a:rect b="b" l="l" r="r" t="t"/>
              <a:pathLst>
                <a:path extrusionOk="0" h="2137" w="2496">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60"/>
            <p:cNvSpPr/>
            <p:nvPr/>
          </p:nvSpPr>
          <p:spPr>
            <a:xfrm>
              <a:off x="4504050" y="3704150"/>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60"/>
            <p:cNvSpPr/>
            <p:nvPr/>
          </p:nvSpPr>
          <p:spPr>
            <a:xfrm>
              <a:off x="4427825" y="3932800"/>
              <a:ext cx="62425" cy="53425"/>
            </a:xfrm>
            <a:custGeom>
              <a:rect b="b" l="l" r="r" t="t"/>
              <a:pathLst>
                <a:path extrusionOk="0" h="2137" w="2497">
                  <a:moveTo>
                    <a:pt x="1065" y="0"/>
                  </a:moveTo>
                  <a:cubicBezTo>
                    <a:pt x="480" y="8"/>
                    <a:pt x="9"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60"/>
            <p:cNvSpPr/>
            <p:nvPr/>
          </p:nvSpPr>
          <p:spPr>
            <a:xfrm>
              <a:off x="4427825" y="3856775"/>
              <a:ext cx="62350" cy="53250"/>
            </a:xfrm>
            <a:custGeom>
              <a:rect b="b" l="l" r="r" t="t"/>
              <a:pathLst>
                <a:path extrusionOk="0" h="2130" w="2494">
                  <a:moveTo>
                    <a:pt x="1075" y="1"/>
                  </a:moveTo>
                  <a:cubicBezTo>
                    <a:pt x="1072" y="1"/>
                    <a:pt x="1069" y="1"/>
                    <a:pt x="1065" y="1"/>
                  </a:cubicBezTo>
                  <a:cubicBezTo>
                    <a:pt x="480" y="1"/>
                    <a:pt x="9" y="472"/>
                    <a:pt x="1" y="1066"/>
                  </a:cubicBezTo>
                  <a:cubicBezTo>
                    <a:pt x="1" y="1704"/>
                    <a:pt x="525" y="2129"/>
                    <a:pt x="1073" y="2129"/>
                  </a:cubicBezTo>
                  <a:cubicBezTo>
                    <a:pt x="1335" y="2129"/>
                    <a:pt x="1603" y="2032"/>
                    <a:pt x="1822" y="1814"/>
                  </a:cubicBezTo>
                  <a:cubicBezTo>
                    <a:pt x="2494"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60"/>
            <p:cNvSpPr/>
            <p:nvPr/>
          </p:nvSpPr>
          <p:spPr>
            <a:xfrm>
              <a:off x="4427825" y="3780375"/>
              <a:ext cx="62425" cy="53425"/>
            </a:xfrm>
            <a:custGeom>
              <a:rect b="b" l="l" r="r" t="t"/>
              <a:pathLst>
                <a:path extrusionOk="0" h="2137" w="2497">
                  <a:moveTo>
                    <a:pt x="1065" y="0"/>
                  </a:moveTo>
                  <a:cubicBezTo>
                    <a:pt x="480" y="0"/>
                    <a:pt x="1" y="480"/>
                    <a:pt x="1" y="1065"/>
                  </a:cubicBezTo>
                  <a:cubicBezTo>
                    <a:pt x="1" y="1709"/>
                    <a:pt x="529" y="2137"/>
                    <a:pt x="1080" y="2137"/>
                  </a:cubicBezTo>
                  <a:cubicBezTo>
                    <a:pt x="1343" y="2137"/>
                    <a:pt x="1612" y="2039"/>
                    <a:pt x="1830"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60"/>
            <p:cNvSpPr/>
            <p:nvPr/>
          </p:nvSpPr>
          <p:spPr>
            <a:xfrm>
              <a:off x="4351600" y="3171075"/>
              <a:ext cx="62425" cy="53350"/>
            </a:xfrm>
            <a:custGeom>
              <a:rect b="b" l="l" r="r" t="t"/>
              <a:pathLst>
                <a:path extrusionOk="0" h="2134" w="2497">
                  <a:moveTo>
                    <a:pt x="1074" y="0"/>
                  </a:moveTo>
                  <a:cubicBezTo>
                    <a:pt x="481" y="0"/>
                    <a:pt x="9" y="472"/>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60"/>
            <p:cNvSpPr/>
            <p:nvPr/>
          </p:nvSpPr>
          <p:spPr>
            <a:xfrm>
              <a:off x="4351600" y="3247075"/>
              <a:ext cx="62425" cy="53450"/>
            </a:xfrm>
            <a:custGeom>
              <a:rect b="b" l="l" r="r" t="t"/>
              <a:pathLst>
                <a:path extrusionOk="0" h="2138" w="2497">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60"/>
            <p:cNvSpPr/>
            <p:nvPr/>
          </p:nvSpPr>
          <p:spPr>
            <a:xfrm>
              <a:off x="3970950" y="2790200"/>
              <a:ext cx="62225" cy="53350"/>
            </a:xfrm>
            <a:custGeom>
              <a:rect b="b" l="l" r="r" t="t"/>
              <a:pathLst>
                <a:path extrusionOk="0" h="2134" w="2489">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60"/>
            <p:cNvSpPr/>
            <p:nvPr/>
          </p:nvSpPr>
          <p:spPr>
            <a:xfrm>
              <a:off x="3970950" y="2866425"/>
              <a:ext cx="62225" cy="53275"/>
            </a:xfrm>
            <a:custGeom>
              <a:rect b="b" l="l" r="r" t="t"/>
              <a:pathLst>
                <a:path extrusionOk="0" h="2131" w="2489">
                  <a:moveTo>
                    <a:pt x="1065" y="0"/>
                  </a:moveTo>
                  <a:cubicBezTo>
                    <a:pt x="472" y="0"/>
                    <a:pt x="1" y="472"/>
                    <a:pt x="1" y="1065"/>
                  </a:cubicBezTo>
                  <a:cubicBezTo>
                    <a:pt x="1" y="1707"/>
                    <a:pt x="523" y="2131"/>
                    <a:pt x="1067" y="2131"/>
                  </a:cubicBezTo>
                  <a:cubicBezTo>
                    <a:pt x="1329" y="2131"/>
                    <a:pt x="1597" y="2032"/>
                    <a:pt x="1813"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60"/>
            <p:cNvSpPr/>
            <p:nvPr/>
          </p:nvSpPr>
          <p:spPr>
            <a:xfrm>
              <a:off x="3970950" y="2942425"/>
              <a:ext cx="62225" cy="53450"/>
            </a:xfrm>
            <a:custGeom>
              <a:rect b="b" l="l" r="r" t="t"/>
              <a:pathLst>
                <a:path extrusionOk="0" h="2138" w="2489">
                  <a:moveTo>
                    <a:pt x="1065" y="1"/>
                  </a:moveTo>
                  <a:cubicBezTo>
                    <a:pt x="472" y="1"/>
                    <a:pt x="1" y="480"/>
                    <a:pt x="1" y="1066"/>
                  </a:cubicBezTo>
                  <a:cubicBezTo>
                    <a:pt x="1" y="1709"/>
                    <a:pt x="526" y="2137"/>
                    <a:pt x="1072" y="2137"/>
                  </a:cubicBezTo>
                  <a:cubicBezTo>
                    <a:pt x="1332" y="2137"/>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60"/>
            <p:cNvSpPr/>
            <p:nvPr/>
          </p:nvSpPr>
          <p:spPr>
            <a:xfrm>
              <a:off x="3970950" y="3018650"/>
              <a:ext cx="62225" cy="53425"/>
            </a:xfrm>
            <a:custGeom>
              <a:rect b="b" l="l" r="r" t="t"/>
              <a:pathLst>
                <a:path extrusionOk="0" h="2137" w="2489">
                  <a:moveTo>
                    <a:pt x="1065" y="0"/>
                  </a:moveTo>
                  <a:cubicBezTo>
                    <a:pt x="472" y="0"/>
                    <a:pt x="1" y="480"/>
                    <a:pt x="1" y="1065"/>
                  </a:cubicBezTo>
                  <a:cubicBezTo>
                    <a:pt x="1" y="1709"/>
                    <a:pt x="526" y="2137"/>
                    <a:pt x="1072" y="2137"/>
                  </a:cubicBezTo>
                  <a:cubicBezTo>
                    <a:pt x="1332" y="2137"/>
                    <a:pt x="1598" y="2039"/>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60"/>
            <p:cNvSpPr/>
            <p:nvPr/>
          </p:nvSpPr>
          <p:spPr>
            <a:xfrm>
              <a:off x="3970950" y="3094850"/>
              <a:ext cx="62225" cy="53350"/>
            </a:xfrm>
            <a:custGeom>
              <a:rect b="b" l="l" r="r" t="t"/>
              <a:pathLst>
                <a:path extrusionOk="0" h="2134" w="2489">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60"/>
            <p:cNvSpPr/>
            <p:nvPr/>
          </p:nvSpPr>
          <p:spPr>
            <a:xfrm>
              <a:off x="3970950" y="3171075"/>
              <a:ext cx="62225" cy="53350"/>
            </a:xfrm>
            <a:custGeom>
              <a:rect b="b" l="l" r="r" t="t"/>
              <a:pathLst>
                <a:path extrusionOk="0" h="2134" w="2489">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60"/>
            <p:cNvSpPr/>
            <p:nvPr/>
          </p:nvSpPr>
          <p:spPr>
            <a:xfrm>
              <a:off x="3970950" y="3247075"/>
              <a:ext cx="62225" cy="53450"/>
            </a:xfrm>
            <a:custGeom>
              <a:rect b="b" l="l" r="r" t="t"/>
              <a:pathLst>
                <a:path extrusionOk="0" h="2138" w="2489">
                  <a:moveTo>
                    <a:pt x="1065" y="1"/>
                  </a:moveTo>
                  <a:cubicBezTo>
                    <a:pt x="472" y="9"/>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60"/>
            <p:cNvSpPr/>
            <p:nvPr/>
          </p:nvSpPr>
          <p:spPr>
            <a:xfrm>
              <a:off x="3970950" y="3323300"/>
              <a:ext cx="62225" cy="53425"/>
            </a:xfrm>
            <a:custGeom>
              <a:rect b="b" l="l" r="r" t="t"/>
              <a:pathLst>
                <a:path extrusionOk="0" h="2137" w="2489">
                  <a:moveTo>
                    <a:pt x="1065" y="0"/>
                  </a:moveTo>
                  <a:cubicBezTo>
                    <a:pt x="472" y="0"/>
                    <a:pt x="1" y="480"/>
                    <a:pt x="1" y="1065"/>
                  </a:cubicBezTo>
                  <a:cubicBezTo>
                    <a:pt x="1" y="1709"/>
                    <a:pt x="526" y="2137"/>
                    <a:pt x="1072" y="2137"/>
                  </a:cubicBezTo>
                  <a:cubicBezTo>
                    <a:pt x="1332" y="2137"/>
                    <a:pt x="1598" y="2039"/>
                    <a:pt x="1813"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60"/>
            <p:cNvSpPr/>
            <p:nvPr/>
          </p:nvSpPr>
          <p:spPr>
            <a:xfrm>
              <a:off x="3970950" y="3399500"/>
              <a:ext cx="62225" cy="53350"/>
            </a:xfrm>
            <a:custGeom>
              <a:rect b="b" l="l" r="r" t="t"/>
              <a:pathLst>
                <a:path extrusionOk="0" h="2134" w="2489">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60"/>
            <p:cNvSpPr/>
            <p:nvPr/>
          </p:nvSpPr>
          <p:spPr>
            <a:xfrm>
              <a:off x="3970950" y="3475725"/>
              <a:ext cx="62225" cy="53350"/>
            </a:xfrm>
            <a:custGeom>
              <a:rect b="b" l="l" r="r" t="t"/>
              <a:pathLst>
                <a:path extrusionOk="0" h="2134" w="2489">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60"/>
            <p:cNvSpPr/>
            <p:nvPr/>
          </p:nvSpPr>
          <p:spPr>
            <a:xfrm>
              <a:off x="3970950" y="3551925"/>
              <a:ext cx="62225" cy="53250"/>
            </a:xfrm>
            <a:custGeom>
              <a:rect b="b" l="l" r="r" t="t"/>
              <a:pathLst>
                <a:path extrusionOk="0" h="2130" w="2489">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60"/>
            <p:cNvSpPr/>
            <p:nvPr/>
          </p:nvSpPr>
          <p:spPr>
            <a:xfrm>
              <a:off x="3970950" y="3627950"/>
              <a:ext cx="62225" cy="53425"/>
            </a:xfrm>
            <a:custGeom>
              <a:rect b="b" l="l" r="r" t="t"/>
              <a:pathLst>
                <a:path extrusionOk="0" h="2137" w="2489">
                  <a:moveTo>
                    <a:pt x="1065" y="0"/>
                  </a:moveTo>
                  <a:cubicBezTo>
                    <a:pt x="472" y="8"/>
                    <a:pt x="1" y="480"/>
                    <a:pt x="1" y="1073"/>
                  </a:cubicBezTo>
                  <a:cubicBezTo>
                    <a:pt x="1" y="1711"/>
                    <a:pt x="525" y="2137"/>
                    <a:pt x="1071" y="2137"/>
                  </a:cubicBezTo>
                  <a:cubicBezTo>
                    <a:pt x="1332" y="2137"/>
                    <a:pt x="1598" y="2039"/>
                    <a:pt x="1813"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60"/>
            <p:cNvSpPr/>
            <p:nvPr/>
          </p:nvSpPr>
          <p:spPr>
            <a:xfrm>
              <a:off x="3970950" y="3704150"/>
              <a:ext cx="62225" cy="53450"/>
            </a:xfrm>
            <a:custGeom>
              <a:rect b="b" l="l" r="r" t="t"/>
              <a:pathLst>
                <a:path extrusionOk="0" h="2138" w="2489">
                  <a:moveTo>
                    <a:pt x="1065" y="1"/>
                  </a:moveTo>
                  <a:cubicBezTo>
                    <a:pt x="472" y="1"/>
                    <a:pt x="1" y="480"/>
                    <a:pt x="1" y="1066"/>
                  </a:cubicBezTo>
                  <a:cubicBezTo>
                    <a:pt x="1" y="1709"/>
                    <a:pt x="526" y="2137"/>
                    <a:pt x="1072" y="2137"/>
                  </a:cubicBezTo>
                  <a:cubicBezTo>
                    <a:pt x="1332" y="2137"/>
                    <a:pt x="1598" y="2040"/>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60"/>
            <p:cNvSpPr/>
            <p:nvPr/>
          </p:nvSpPr>
          <p:spPr>
            <a:xfrm>
              <a:off x="3970950" y="3780375"/>
              <a:ext cx="62425" cy="53425"/>
            </a:xfrm>
            <a:custGeom>
              <a:rect b="b" l="l" r="r" t="t"/>
              <a:pathLst>
                <a:path extrusionOk="0" h="2137" w="2497">
                  <a:moveTo>
                    <a:pt x="1065" y="0"/>
                  </a:moveTo>
                  <a:cubicBezTo>
                    <a:pt x="472"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60"/>
            <p:cNvSpPr/>
            <p:nvPr/>
          </p:nvSpPr>
          <p:spPr>
            <a:xfrm>
              <a:off x="3970950" y="3856775"/>
              <a:ext cx="62225" cy="53250"/>
            </a:xfrm>
            <a:custGeom>
              <a:rect b="b" l="l" r="r" t="t"/>
              <a:pathLst>
                <a:path extrusionOk="0" h="2130" w="2489">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60"/>
            <p:cNvSpPr/>
            <p:nvPr/>
          </p:nvSpPr>
          <p:spPr>
            <a:xfrm>
              <a:off x="3970950" y="4009000"/>
              <a:ext cx="62225" cy="53350"/>
            </a:xfrm>
            <a:custGeom>
              <a:rect b="b" l="l" r="r" t="t"/>
              <a:pathLst>
                <a:path extrusionOk="0" h="2134" w="2489">
                  <a:moveTo>
                    <a:pt x="1065" y="1"/>
                  </a:moveTo>
                  <a:cubicBezTo>
                    <a:pt x="472" y="1"/>
                    <a:pt x="1" y="480"/>
                    <a:pt x="1" y="1066"/>
                  </a:cubicBezTo>
                  <a:cubicBezTo>
                    <a:pt x="1" y="1710"/>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60"/>
            <p:cNvSpPr/>
            <p:nvPr/>
          </p:nvSpPr>
          <p:spPr>
            <a:xfrm>
              <a:off x="4046950" y="27902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60"/>
            <p:cNvSpPr/>
            <p:nvPr/>
          </p:nvSpPr>
          <p:spPr>
            <a:xfrm>
              <a:off x="4046950" y="2866425"/>
              <a:ext cx="62425" cy="53275"/>
            </a:xfrm>
            <a:custGeom>
              <a:rect b="b" l="l" r="r" t="t"/>
              <a:pathLst>
                <a:path extrusionOk="0" h="2131" w="2497">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60"/>
            <p:cNvSpPr/>
            <p:nvPr/>
          </p:nvSpPr>
          <p:spPr>
            <a:xfrm>
              <a:off x="4046950" y="2942425"/>
              <a:ext cx="62425" cy="53450"/>
            </a:xfrm>
            <a:custGeom>
              <a:rect b="b" l="l" r="r" t="t"/>
              <a:pathLst>
                <a:path extrusionOk="0" h="2138" w="2497">
                  <a:moveTo>
                    <a:pt x="1074" y="1"/>
                  </a:moveTo>
                  <a:cubicBezTo>
                    <a:pt x="481" y="9"/>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60"/>
            <p:cNvSpPr/>
            <p:nvPr/>
          </p:nvSpPr>
          <p:spPr>
            <a:xfrm>
              <a:off x="4046950" y="3018650"/>
              <a:ext cx="62425" cy="53425"/>
            </a:xfrm>
            <a:custGeom>
              <a:rect b="b" l="l" r="r" t="t"/>
              <a:pathLst>
                <a:path extrusionOk="0" h="2137" w="2497">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60"/>
            <p:cNvSpPr/>
            <p:nvPr/>
          </p:nvSpPr>
          <p:spPr>
            <a:xfrm>
              <a:off x="4046950" y="309485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60"/>
            <p:cNvSpPr/>
            <p:nvPr/>
          </p:nvSpPr>
          <p:spPr>
            <a:xfrm>
              <a:off x="4046950" y="3171075"/>
              <a:ext cx="62425" cy="53275"/>
            </a:xfrm>
            <a:custGeom>
              <a:rect b="b" l="l" r="r" t="t"/>
              <a:pathLst>
                <a:path extrusionOk="0" h="2131" w="2497">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60"/>
            <p:cNvSpPr/>
            <p:nvPr/>
          </p:nvSpPr>
          <p:spPr>
            <a:xfrm>
              <a:off x="4046950" y="3247075"/>
              <a:ext cx="62425" cy="53450"/>
            </a:xfrm>
            <a:custGeom>
              <a:rect b="b" l="l" r="r" t="t"/>
              <a:pathLst>
                <a:path extrusionOk="0" h="2138" w="2497">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60"/>
            <p:cNvSpPr/>
            <p:nvPr/>
          </p:nvSpPr>
          <p:spPr>
            <a:xfrm>
              <a:off x="4046950" y="3323300"/>
              <a:ext cx="62425" cy="53425"/>
            </a:xfrm>
            <a:custGeom>
              <a:rect b="b" l="l" r="r" t="t"/>
              <a:pathLst>
                <a:path extrusionOk="0" h="2137" w="2497">
                  <a:moveTo>
                    <a:pt x="1074" y="0"/>
                  </a:moveTo>
                  <a:cubicBezTo>
                    <a:pt x="481" y="8"/>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60"/>
            <p:cNvSpPr/>
            <p:nvPr/>
          </p:nvSpPr>
          <p:spPr>
            <a:xfrm>
              <a:off x="4046950" y="33995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60"/>
            <p:cNvSpPr/>
            <p:nvPr/>
          </p:nvSpPr>
          <p:spPr>
            <a:xfrm>
              <a:off x="4046950" y="347572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60"/>
            <p:cNvSpPr/>
            <p:nvPr/>
          </p:nvSpPr>
          <p:spPr>
            <a:xfrm>
              <a:off x="4046950" y="3551925"/>
              <a:ext cx="62425" cy="53250"/>
            </a:xfrm>
            <a:custGeom>
              <a:rect b="b" l="l" r="r" t="t"/>
              <a:pathLst>
                <a:path extrusionOk="0" h="2130" w="2497">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60"/>
            <p:cNvSpPr/>
            <p:nvPr/>
          </p:nvSpPr>
          <p:spPr>
            <a:xfrm>
              <a:off x="4046950" y="3627950"/>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60"/>
            <p:cNvSpPr/>
            <p:nvPr/>
          </p:nvSpPr>
          <p:spPr>
            <a:xfrm>
              <a:off x="4046950" y="3704150"/>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60"/>
            <p:cNvSpPr/>
            <p:nvPr/>
          </p:nvSpPr>
          <p:spPr>
            <a:xfrm>
              <a:off x="4123175" y="27902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60"/>
            <p:cNvSpPr/>
            <p:nvPr/>
          </p:nvSpPr>
          <p:spPr>
            <a:xfrm>
              <a:off x="4123175" y="2866425"/>
              <a:ext cx="62425" cy="53275"/>
            </a:xfrm>
            <a:custGeom>
              <a:rect b="b" l="l" r="r" t="t"/>
              <a:pathLst>
                <a:path extrusionOk="0" h="2131" w="2497">
                  <a:moveTo>
                    <a:pt x="1065" y="0"/>
                  </a:moveTo>
                  <a:cubicBezTo>
                    <a:pt x="480" y="0"/>
                    <a:pt x="0" y="472"/>
                    <a:pt x="0" y="1065"/>
                  </a:cubicBezTo>
                  <a:cubicBezTo>
                    <a:pt x="0" y="1707"/>
                    <a:pt x="523" y="2131"/>
                    <a:pt x="1070" y="2131"/>
                  </a:cubicBezTo>
                  <a:cubicBezTo>
                    <a:pt x="1333" y="2131"/>
                    <a:pt x="1602" y="2032"/>
                    <a:pt x="1821" y="1813"/>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60"/>
            <p:cNvSpPr/>
            <p:nvPr/>
          </p:nvSpPr>
          <p:spPr>
            <a:xfrm>
              <a:off x="4123175" y="2942425"/>
              <a:ext cx="62425" cy="53450"/>
            </a:xfrm>
            <a:custGeom>
              <a:rect b="b" l="l" r="r" t="t"/>
              <a:pathLst>
                <a:path extrusionOk="0" h="2138" w="2497">
                  <a:moveTo>
                    <a:pt x="1065" y="1"/>
                  </a:moveTo>
                  <a:cubicBezTo>
                    <a:pt x="480" y="1"/>
                    <a:pt x="0"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60"/>
            <p:cNvSpPr/>
            <p:nvPr/>
          </p:nvSpPr>
          <p:spPr>
            <a:xfrm>
              <a:off x="4123175" y="3018650"/>
              <a:ext cx="62425" cy="53425"/>
            </a:xfrm>
            <a:custGeom>
              <a:rect b="b" l="l" r="r" t="t"/>
              <a:pathLst>
                <a:path extrusionOk="0" h="2137" w="2497">
                  <a:moveTo>
                    <a:pt x="1065" y="0"/>
                  </a:moveTo>
                  <a:cubicBezTo>
                    <a:pt x="480" y="0"/>
                    <a:pt x="0" y="480"/>
                    <a:pt x="0" y="1065"/>
                  </a:cubicBezTo>
                  <a:cubicBezTo>
                    <a:pt x="0" y="1709"/>
                    <a:pt x="526" y="2137"/>
                    <a:pt x="1074" y="2137"/>
                  </a:cubicBezTo>
                  <a:cubicBezTo>
                    <a:pt x="1336" y="2137"/>
                    <a:pt x="1603" y="2039"/>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60"/>
            <p:cNvSpPr/>
            <p:nvPr/>
          </p:nvSpPr>
          <p:spPr>
            <a:xfrm>
              <a:off x="4123175" y="309485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60"/>
            <p:cNvSpPr/>
            <p:nvPr/>
          </p:nvSpPr>
          <p:spPr>
            <a:xfrm>
              <a:off x="4123175" y="3171075"/>
              <a:ext cx="62425" cy="53350"/>
            </a:xfrm>
            <a:custGeom>
              <a:rect b="b" l="l" r="r" t="t"/>
              <a:pathLst>
                <a:path extrusionOk="0" h="2134" w="2497">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60"/>
            <p:cNvSpPr/>
            <p:nvPr/>
          </p:nvSpPr>
          <p:spPr>
            <a:xfrm>
              <a:off x="4123175" y="3247075"/>
              <a:ext cx="62425" cy="53450"/>
            </a:xfrm>
            <a:custGeom>
              <a:rect b="b" l="l" r="r" t="t"/>
              <a:pathLst>
                <a:path extrusionOk="0" h="2138" w="2497">
                  <a:moveTo>
                    <a:pt x="1065" y="1"/>
                  </a:moveTo>
                  <a:cubicBezTo>
                    <a:pt x="480" y="9"/>
                    <a:pt x="0" y="480"/>
                    <a:pt x="0" y="1074"/>
                  </a:cubicBezTo>
                  <a:cubicBezTo>
                    <a:pt x="0" y="1712"/>
                    <a:pt x="525" y="2137"/>
                    <a:pt x="1073" y="2137"/>
                  </a:cubicBezTo>
                  <a:cubicBezTo>
                    <a:pt x="1335" y="2137"/>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60"/>
            <p:cNvSpPr/>
            <p:nvPr/>
          </p:nvSpPr>
          <p:spPr>
            <a:xfrm>
              <a:off x="4123175" y="3323300"/>
              <a:ext cx="62425" cy="53425"/>
            </a:xfrm>
            <a:custGeom>
              <a:rect b="b" l="l" r="r" t="t"/>
              <a:pathLst>
                <a:path extrusionOk="0" h="2137" w="2497">
                  <a:moveTo>
                    <a:pt x="1065" y="0"/>
                  </a:moveTo>
                  <a:cubicBezTo>
                    <a:pt x="480" y="0"/>
                    <a:pt x="0" y="480"/>
                    <a:pt x="0" y="1065"/>
                  </a:cubicBezTo>
                  <a:cubicBezTo>
                    <a:pt x="0" y="1709"/>
                    <a:pt x="526" y="2137"/>
                    <a:pt x="1074" y="2137"/>
                  </a:cubicBezTo>
                  <a:cubicBezTo>
                    <a:pt x="1336" y="2137"/>
                    <a:pt x="1603" y="2039"/>
                    <a:pt x="1821" y="1821"/>
                  </a:cubicBezTo>
                  <a:cubicBezTo>
                    <a:pt x="2496"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60"/>
            <p:cNvSpPr/>
            <p:nvPr/>
          </p:nvSpPr>
          <p:spPr>
            <a:xfrm>
              <a:off x="4123175" y="33995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60"/>
            <p:cNvSpPr/>
            <p:nvPr/>
          </p:nvSpPr>
          <p:spPr>
            <a:xfrm>
              <a:off x="4123175" y="3475725"/>
              <a:ext cx="62425" cy="53350"/>
            </a:xfrm>
            <a:custGeom>
              <a:rect b="b" l="l" r="r" t="t"/>
              <a:pathLst>
                <a:path extrusionOk="0" h="2134" w="2497">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60"/>
            <p:cNvSpPr/>
            <p:nvPr/>
          </p:nvSpPr>
          <p:spPr>
            <a:xfrm>
              <a:off x="4123175" y="3551925"/>
              <a:ext cx="62425" cy="53250"/>
            </a:xfrm>
            <a:custGeom>
              <a:rect b="b" l="l" r="r" t="t"/>
              <a:pathLst>
                <a:path extrusionOk="0" h="2130" w="2497">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60"/>
            <p:cNvSpPr/>
            <p:nvPr/>
          </p:nvSpPr>
          <p:spPr>
            <a:xfrm>
              <a:off x="4123175" y="3627950"/>
              <a:ext cx="62425" cy="53425"/>
            </a:xfrm>
            <a:custGeom>
              <a:rect b="b" l="l" r="r" t="t"/>
              <a:pathLst>
                <a:path extrusionOk="0" h="2137" w="2497">
                  <a:moveTo>
                    <a:pt x="1065" y="0"/>
                  </a:moveTo>
                  <a:cubicBezTo>
                    <a:pt x="480" y="8"/>
                    <a:pt x="0" y="480"/>
                    <a:pt x="0" y="1073"/>
                  </a:cubicBezTo>
                  <a:cubicBezTo>
                    <a:pt x="0" y="1711"/>
                    <a:pt x="525" y="2137"/>
                    <a:pt x="1073" y="2137"/>
                  </a:cubicBezTo>
                  <a:cubicBezTo>
                    <a:pt x="1335" y="2137"/>
                    <a:pt x="1603" y="2039"/>
                    <a:pt x="1821" y="1821"/>
                  </a:cubicBezTo>
                  <a:cubicBezTo>
                    <a:pt x="2496"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60"/>
            <p:cNvSpPr/>
            <p:nvPr/>
          </p:nvSpPr>
          <p:spPr>
            <a:xfrm>
              <a:off x="4199400" y="301865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60"/>
            <p:cNvSpPr/>
            <p:nvPr/>
          </p:nvSpPr>
          <p:spPr>
            <a:xfrm>
              <a:off x="4199400" y="309485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60"/>
            <p:cNvSpPr/>
            <p:nvPr/>
          </p:nvSpPr>
          <p:spPr>
            <a:xfrm>
              <a:off x="4199400" y="317107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60"/>
            <p:cNvSpPr/>
            <p:nvPr/>
          </p:nvSpPr>
          <p:spPr>
            <a:xfrm>
              <a:off x="4199400" y="3247075"/>
              <a:ext cx="62200" cy="53450"/>
            </a:xfrm>
            <a:custGeom>
              <a:rect b="b" l="l" r="r" t="t"/>
              <a:pathLst>
                <a:path extrusionOk="0" h="2138" w="2488">
                  <a:moveTo>
                    <a:pt x="1065" y="1"/>
                  </a:moveTo>
                  <a:cubicBezTo>
                    <a:pt x="480" y="9"/>
                    <a:pt x="0" y="480"/>
                    <a:pt x="0" y="1074"/>
                  </a:cubicBezTo>
                  <a:cubicBezTo>
                    <a:pt x="0" y="1712"/>
                    <a:pt x="524"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60"/>
            <p:cNvSpPr/>
            <p:nvPr/>
          </p:nvSpPr>
          <p:spPr>
            <a:xfrm>
              <a:off x="4275600" y="3018650"/>
              <a:ext cx="62225" cy="53425"/>
            </a:xfrm>
            <a:custGeom>
              <a:rect b="b" l="l" r="r" t="t"/>
              <a:pathLst>
                <a:path extrusionOk="0" h="2137" w="2489">
                  <a:moveTo>
                    <a:pt x="1066" y="0"/>
                  </a:moveTo>
                  <a:cubicBezTo>
                    <a:pt x="472"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60"/>
            <p:cNvSpPr/>
            <p:nvPr/>
          </p:nvSpPr>
          <p:spPr>
            <a:xfrm>
              <a:off x="4275600" y="309485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60"/>
            <p:cNvSpPr/>
            <p:nvPr/>
          </p:nvSpPr>
          <p:spPr>
            <a:xfrm>
              <a:off x="4275600" y="3171075"/>
              <a:ext cx="62225" cy="53275"/>
            </a:xfrm>
            <a:custGeom>
              <a:rect b="b" l="l" r="r" t="t"/>
              <a:pathLst>
                <a:path extrusionOk="0" h="2131" w="2489">
                  <a:moveTo>
                    <a:pt x="1066" y="0"/>
                  </a:moveTo>
                  <a:cubicBezTo>
                    <a:pt x="472" y="0"/>
                    <a:pt x="1" y="472"/>
                    <a:pt x="1" y="1065"/>
                  </a:cubicBezTo>
                  <a:cubicBezTo>
                    <a:pt x="1" y="1707"/>
                    <a:pt x="523" y="2131"/>
                    <a:pt x="1067" y="2131"/>
                  </a:cubicBezTo>
                  <a:cubicBezTo>
                    <a:pt x="1329" y="2131"/>
                    <a:pt x="1597" y="2032"/>
                    <a:pt x="1813"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60"/>
            <p:cNvSpPr/>
            <p:nvPr/>
          </p:nvSpPr>
          <p:spPr>
            <a:xfrm>
              <a:off x="4275600" y="3247075"/>
              <a:ext cx="62225" cy="53450"/>
            </a:xfrm>
            <a:custGeom>
              <a:rect b="b" l="l" r="r" t="t"/>
              <a:pathLst>
                <a:path extrusionOk="0" h="2138" w="2489">
                  <a:moveTo>
                    <a:pt x="1066" y="1"/>
                  </a:moveTo>
                  <a:cubicBezTo>
                    <a:pt x="472"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60"/>
            <p:cNvSpPr/>
            <p:nvPr/>
          </p:nvSpPr>
          <p:spPr>
            <a:xfrm>
              <a:off x="4275475" y="3323300"/>
              <a:ext cx="62350" cy="53425"/>
            </a:xfrm>
            <a:custGeom>
              <a:rect b="b" l="l" r="r" t="t"/>
              <a:pathLst>
                <a:path extrusionOk="0" h="2137" w="2494">
                  <a:moveTo>
                    <a:pt x="1071" y="0"/>
                  </a:moveTo>
                  <a:cubicBezTo>
                    <a:pt x="485" y="8"/>
                    <a:pt x="6" y="480"/>
                    <a:pt x="6" y="1065"/>
                  </a:cubicBezTo>
                  <a:cubicBezTo>
                    <a:pt x="0" y="1709"/>
                    <a:pt x="527" y="2137"/>
                    <a:pt x="1075" y="2137"/>
                  </a:cubicBezTo>
                  <a:cubicBezTo>
                    <a:pt x="1337" y="2137"/>
                    <a:pt x="1603" y="2039"/>
                    <a:pt x="1818" y="1821"/>
                  </a:cubicBezTo>
                  <a:cubicBezTo>
                    <a:pt x="2493"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60"/>
            <p:cNvSpPr/>
            <p:nvPr/>
          </p:nvSpPr>
          <p:spPr>
            <a:xfrm>
              <a:off x="4199400" y="332330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60"/>
            <p:cNvSpPr/>
            <p:nvPr/>
          </p:nvSpPr>
          <p:spPr>
            <a:xfrm>
              <a:off x="4199400" y="339950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60"/>
            <p:cNvSpPr/>
            <p:nvPr/>
          </p:nvSpPr>
          <p:spPr>
            <a:xfrm>
              <a:off x="4199400" y="3475725"/>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60"/>
            <p:cNvSpPr/>
            <p:nvPr/>
          </p:nvSpPr>
          <p:spPr>
            <a:xfrm>
              <a:off x="4199400" y="3551925"/>
              <a:ext cx="62200" cy="53250"/>
            </a:xfrm>
            <a:custGeom>
              <a:rect b="b" l="l" r="r" t="t"/>
              <a:pathLst>
                <a:path extrusionOk="0" h="2130" w="2488">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60"/>
            <p:cNvSpPr/>
            <p:nvPr/>
          </p:nvSpPr>
          <p:spPr>
            <a:xfrm>
              <a:off x="4199400" y="3627950"/>
              <a:ext cx="62200" cy="53425"/>
            </a:xfrm>
            <a:custGeom>
              <a:rect b="b" l="l" r="r" t="t"/>
              <a:pathLst>
                <a:path extrusionOk="0" h="2137" w="2488">
                  <a:moveTo>
                    <a:pt x="1065" y="0"/>
                  </a:moveTo>
                  <a:cubicBezTo>
                    <a:pt x="480" y="8"/>
                    <a:pt x="0" y="480"/>
                    <a:pt x="0" y="1073"/>
                  </a:cubicBezTo>
                  <a:cubicBezTo>
                    <a:pt x="0" y="1711"/>
                    <a:pt x="524"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60"/>
            <p:cNvSpPr/>
            <p:nvPr/>
          </p:nvSpPr>
          <p:spPr>
            <a:xfrm>
              <a:off x="4199400" y="3704150"/>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60"/>
            <p:cNvSpPr/>
            <p:nvPr/>
          </p:nvSpPr>
          <p:spPr>
            <a:xfrm>
              <a:off x="4123175" y="3704150"/>
              <a:ext cx="62425" cy="53450"/>
            </a:xfrm>
            <a:custGeom>
              <a:rect b="b" l="l" r="r" t="t"/>
              <a:pathLst>
                <a:path extrusionOk="0" h="2138" w="2497">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60"/>
            <p:cNvSpPr/>
            <p:nvPr/>
          </p:nvSpPr>
          <p:spPr>
            <a:xfrm>
              <a:off x="4123175" y="3780375"/>
              <a:ext cx="62425" cy="53425"/>
            </a:xfrm>
            <a:custGeom>
              <a:rect b="b" l="l" r="r" t="t"/>
              <a:pathLst>
                <a:path extrusionOk="0" h="2137" w="2497">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60"/>
            <p:cNvSpPr/>
            <p:nvPr/>
          </p:nvSpPr>
          <p:spPr>
            <a:xfrm>
              <a:off x="4046950" y="3780375"/>
              <a:ext cx="62425" cy="53425"/>
            </a:xfrm>
            <a:custGeom>
              <a:rect b="b" l="l" r="r" t="t"/>
              <a:pathLst>
                <a:path extrusionOk="0" h="2137" w="2497">
                  <a:moveTo>
                    <a:pt x="1074" y="0"/>
                  </a:moveTo>
                  <a:cubicBezTo>
                    <a:pt x="481" y="0"/>
                    <a:pt x="9"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60"/>
            <p:cNvSpPr/>
            <p:nvPr/>
          </p:nvSpPr>
          <p:spPr>
            <a:xfrm>
              <a:off x="4046950" y="3856775"/>
              <a:ext cx="62425" cy="53250"/>
            </a:xfrm>
            <a:custGeom>
              <a:rect b="b" l="l" r="r" t="t"/>
              <a:pathLst>
                <a:path extrusionOk="0" h="2130" w="2497">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60"/>
            <p:cNvSpPr/>
            <p:nvPr/>
          </p:nvSpPr>
          <p:spPr>
            <a:xfrm>
              <a:off x="4046950" y="4009000"/>
              <a:ext cx="62425" cy="53350"/>
            </a:xfrm>
            <a:custGeom>
              <a:rect b="b" l="l" r="r" t="t"/>
              <a:pathLst>
                <a:path extrusionOk="0" h="2134" w="2497">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60"/>
            <p:cNvSpPr/>
            <p:nvPr/>
          </p:nvSpPr>
          <p:spPr>
            <a:xfrm>
              <a:off x="4046950" y="3932800"/>
              <a:ext cx="62425" cy="53425"/>
            </a:xfrm>
            <a:custGeom>
              <a:rect b="b" l="l" r="r" t="t"/>
              <a:pathLst>
                <a:path extrusionOk="0" h="2137" w="2497">
                  <a:moveTo>
                    <a:pt x="1074" y="0"/>
                  </a:moveTo>
                  <a:cubicBezTo>
                    <a:pt x="481" y="8"/>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60"/>
            <p:cNvSpPr/>
            <p:nvPr/>
          </p:nvSpPr>
          <p:spPr>
            <a:xfrm>
              <a:off x="3970950" y="3932800"/>
              <a:ext cx="62225" cy="53425"/>
            </a:xfrm>
            <a:custGeom>
              <a:rect b="b" l="l" r="r" t="t"/>
              <a:pathLst>
                <a:path extrusionOk="0" h="2137" w="2489">
                  <a:moveTo>
                    <a:pt x="1065" y="0"/>
                  </a:moveTo>
                  <a:cubicBezTo>
                    <a:pt x="472" y="0"/>
                    <a:pt x="1" y="480"/>
                    <a:pt x="1" y="1065"/>
                  </a:cubicBezTo>
                  <a:cubicBezTo>
                    <a:pt x="1" y="1709"/>
                    <a:pt x="526" y="2137"/>
                    <a:pt x="1072" y="2137"/>
                  </a:cubicBezTo>
                  <a:cubicBezTo>
                    <a:pt x="1332" y="2137"/>
                    <a:pt x="1598" y="2039"/>
                    <a:pt x="1813" y="1821"/>
                  </a:cubicBezTo>
                  <a:cubicBezTo>
                    <a:pt x="2488"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60"/>
            <p:cNvSpPr/>
            <p:nvPr/>
          </p:nvSpPr>
          <p:spPr>
            <a:xfrm>
              <a:off x="3589875" y="26377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60"/>
            <p:cNvSpPr/>
            <p:nvPr/>
          </p:nvSpPr>
          <p:spPr>
            <a:xfrm>
              <a:off x="3589875"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60"/>
            <p:cNvSpPr/>
            <p:nvPr/>
          </p:nvSpPr>
          <p:spPr>
            <a:xfrm>
              <a:off x="3589875"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60"/>
            <p:cNvSpPr/>
            <p:nvPr/>
          </p:nvSpPr>
          <p:spPr>
            <a:xfrm>
              <a:off x="3589875"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60"/>
            <p:cNvSpPr/>
            <p:nvPr/>
          </p:nvSpPr>
          <p:spPr>
            <a:xfrm>
              <a:off x="3589875" y="2942425"/>
              <a:ext cx="62225" cy="53450"/>
            </a:xfrm>
            <a:custGeom>
              <a:rect b="b" l="l" r="r" t="t"/>
              <a:pathLst>
                <a:path extrusionOk="0" h="2138" w="2489">
                  <a:moveTo>
                    <a:pt x="1066" y="1"/>
                  </a:moveTo>
                  <a:cubicBezTo>
                    <a:pt x="480" y="9"/>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60"/>
            <p:cNvSpPr/>
            <p:nvPr/>
          </p:nvSpPr>
          <p:spPr>
            <a:xfrm>
              <a:off x="3589875" y="3018650"/>
              <a:ext cx="62225" cy="53425"/>
            </a:xfrm>
            <a:custGeom>
              <a:rect b="b" l="l" r="r" t="t"/>
              <a:pathLst>
                <a:path extrusionOk="0" h="2137" w="2489">
                  <a:moveTo>
                    <a:pt x="1066" y="0"/>
                  </a:moveTo>
                  <a:cubicBezTo>
                    <a:pt x="480" y="0"/>
                    <a:pt x="1" y="480"/>
                    <a:pt x="1" y="1065"/>
                  </a:cubicBezTo>
                  <a:cubicBezTo>
                    <a:pt x="1" y="1709"/>
                    <a:pt x="526" y="2137"/>
                    <a:pt x="1075" y="2137"/>
                  </a:cubicBezTo>
                  <a:cubicBezTo>
                    <a:pt x="1337"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60"/>
            <p:cNvSpPr/>
            <p:nvPr/>
          </p:nvSpPr>
          <p:spPr>
            <a:xfrm>
              <a:off x="3589875" y="309485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60"/>
            <p:cNvSpPr/>
            <p:nvPr/>
          </p:nvSpPr>
          <p:spPr>
            <a:xfrm>
              <a:off x="3285225"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60"/>
            <p:cNvSpPr/>
            <p:nvPr/>
          </p:nvSpPr>
          <p:spPr>
            <a:xfrm>
              <a:off x="3285225" y="2942425"/>
              <a:ext cx="62225" cy="53450"/>
            </a:xfrm>
            <a:custGeom>
              <a:rect b="b" l="l" r="r" t="t"/>
              <a:pathLst>
                <a:path extrusionOk="0" h="2138" w="2489">
                  <a:moveTo>
                    <a:pt x="1066" y="1"/>
                  </a:moveTo>
                  <a:cubicBezTo>
                    <a:pt x="480" y="9"/>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60"/>
            <p:cNvSpPr/>
            <p:nvPr/>
          </p:nvSpPr>
          <p:spPr>
            <a:xfrm>
              <a:off x="3285225" y="3018650"/>
              <a:ext cx="62225" cy="53425"/>
            </a:xfrm>
            <a:custGeom>
              <a:rect b="b" l="l" r="r" t="t"/>
              <a:pathLst>
                <a:path extrusionOk="0" h="2137" w="2489">
                  <a:moveTo>
                    <a:pt x="1066" y="0"/>
                  </a:moveTo>
                  <a:cubicBezTo>
                    <a:pt x="480" y="0"/>
                    <a:pt x="1" y="480"/>
                    <a:pt x="1" y="1065"/>
                  </a:cubicBezTo>
                  <a:cubicBezTo>
                    <a:pt x="1" y="1709"/>
                    <a:pt x="526" y="2137"/>
                    <a:pt x="1075" y="2137"/>
                  </a:cubicBezTo>
                  <a:cubicBezTo>
                    <a:pt x="1336"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60"/>
            <p:cNvSpPr/>
            <p:nvPr/>
          </p:nvSpPr>
          <p:spPr>
            <a:xfrm>
              <a:off x="3361450" y="2790200"/>
              <a:ext cx="62200" cy="53350"/>
            </a:xfrm>
            <a:custGeom>
              <a:rect b="b" l="l" r="r" t="t"/>
              <a:pathLst>
                <a:path extrusionOk="0" h="2134" w="2488">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60"/>
            <p:cNvSpPr/>
            <p:nvPr/>
          </p:nvSpPr>
          <p:spPr>
            <a:xfrm>
              <a:off x="3361450" y="2866425"/>
              <a:ext cx="62200" cy="53275"/>
            </a:xfrm>
            <a:custGeom>
              <a:rect b="b" l="l" r="r" t="t"/>
              <a:pathLst>
                <a:path extrusionOk="0" h="2131" w="2488">
                  <a:moveTo>
                    <a:pt x="1065" y="0"/>
                  </a:moveTo>
                  <a:cubicBezTo>
                    <a:pt x="472"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60"/>
            <p:cNvSpPr/>
            <p:nvPr/>
          </p:nvSpPr>
          <p:spPr>
            <a:xfrm>
              <a:off x="3361450" y="2942425"/>
              <a:ext cx="62200" cy="53450"/>
            </a:xfrm>
            <a:custGeom>
              <a:rect b="b" l="l" r="r" t="t"/>
              <a:pathLst>
                <a:path extrusionOk="0" h="2138" w="2488">
                  <a:moveTo>
                    <a:pt x="1065" y="1"/>
                  </a:moveTo>
                  <a:cubicBezTo>
                    <a:pt x="472" y="9"/>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60"/>
            <p:cNvSpPr/>
            <p:nvPr/>
          </p:nvSpPr>
          <p:spPr>
            <a:xfrm>
              <a:off x="3361450" y="3018650"/>
              <a:ext cx="62200" cy="53425"/>
            </a:xfrm>
            <a:custGeom>
              <a:rect b="b" l="l" r="r" t="t"/>
              <a:pathLst>
                <a:path extrusionOk="0" h="2137" w="2488">
                  <a:moveTo>
                    <a:pt x="1065" y="0"/>
                  </a:moveTo>
                  <a:cubicBezTo>
                    <a:pt x="472"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60"/>
            <p:cNvSpPr/>
            <p:nvPr/>
          </p:nvSpPr>
          <p:spPr>
            <a:xfrm>
              <a:off x="3361450" y="3094850"/>
              <a:ext cx="62200" cy="53350"/>
            </a:xfrm>
            <a:custGeom>
              <a:rect b="b" l="l" r="r" t="t"/>
              <a:pathLst>
                <a:path extrusionOk="0" h="2134" w="2488">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60"/>
            <p:cNvSpPr/>
            <p:nvPr/>
          </p:nvSpPr>
          <p:spPr>
            <a:xfrm>
              <a:off x="3437450" y="2637775"/>
              <a:ext cx="62425" cy="53450"/>
            </a:xfrm>
            <a:custGeom>
              <a:rect b="b" l="l" r="r" t="t"/>
              <a:pathLst>
                <a:path extrusionOk="0" h="2138" w="2497">
                  <a:moveTo>
                    <a:pt x="1074" y="1"/>
                  </a:moveTo>
                  <a:cubicBezTo>
                    <a:pt x="480" y="9"/>
                    <a:pt x="9" y="480"/>
                    <a:pt x="1" y="1074"/>
                  </a:cubicBezTo>
                  <a:cubicBezTo>
                    <a:pt x="1" y="1712"/>
                    <a:pt x="529" y="2137"/>
                    <a:pt x="1077" y="2137"/>
                  </a:cubicBezTo>
                  <a:cubicBezTo>
                    <a:pt x="1339" y="2137"/>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60"/>
            <p:cNvSpPr/>
            <p:nvPr/>
          </p:nvSpPr>
          <p:spPr>
            <a:xfrm>
              <a:off x="3437450" y="271400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60"/>
            <p:cNvSpPr/>
            <p:nvPr/>
          </p:nvSpPr>
          <p:spPr>
            <a:xfrm>
              <a:off x="3437450" y="2790200"/>
              <a:ext cx="62425" cy="53350"/>
            </a:xfrm>
            <a:custGeom>
              <a:rect b="b" l="l" r="r" t="t"/>
              <a:pathLst>
                <a:path extrusionOk="0" h="2134" w="2497">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60"/>
            <p:cNvSpPr/>
            <p:nvPr/>
          </p:nvSpPr>
          <p:spPr>
            <a:xfrm>
              <a:off x="3437450" y="2866425"/>
              <a:ext cx="62425" cy="53275"/>
            </a:xfrm>
            <a:custGeom>
              <a:rect b="b" l="l" r="r" t="t"/>
              <a:pathLst>
                <a:path extrusionOk="0" h="2131" w="2497">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60"/>
            <p:cNvSpPr/>
            <p:nvPr/>
          </p:nvSpPr>
          <p:spPr>
            <a:xfrm>
              <a:off x="3437450" y="2942425"/>
              <a:ext cx="62425" cy="53450"/>
            </a:xfrm>
            <a:custGeom>
              <a:rect b="b" l="l" r="r" t="t"/>
              <a:pathLst>
                <a:path extrusionOk="0" h="2138" w="2497">
                  <a:moveTo>
                    <a:pt x="1074" y="1"/>
                  </a:moveTo>
                  <a:cubicBezTo>
                    <a:pt x="480" y="9"/>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60"/>
            <p:cNvSpPr/>
            <p:nvPr/>
          </p:nvSpPr>
          <p:spPr>
            <a:xfrm>
              <a:off x="3437450" y="3018650"/>
              <a:ext cx="62425" cy="53425"/>
            </a:xfrm>
            <a:custGeom>
              <a:rect b="b" l="l" r="r" t="t"/>
              <a:pathLst>
                <a:path extrusionOk="0" h="2137" w="2497">
                  <a:moveTo>
                    <a:pt x="1074" y="0"/>
                  </a:moveTo>
                  <a:cubicBezTo>
                    <a:pt x="480" y="0"/>
                    <a:pt x="9" y="480"/>
                    <a:pt x="1" y="1065"/>
                  </a:cubicBezTo>
                  <a:cubicBezTo>
                    <a:pt x="1" y="1709"/>
                    <a:pt x="530" y="2137"/>
                    <a:pt x="1078" y="2137"/>
                  </a:cubicBezTo>
                  <a:cubicBezTo>
                    <a:pt x="1340" y="2137"/>
                    <a:pt x="1606" y="2039"/>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60"/>
            <p:cNvSpPr/>
            <p:nvPr/>
          </p:nvSpPr>
          <p:spPr>
            <a:xfrm>
              <a:off x="3437450" y="3094850"/>
              <a:ext cx="62425" cy="53350"/>
            </a:xfrm>
            <a:custGeom>
              <a:rect b="b" l="l" r="r" t="t"/>
              <a:pathLst>
                <a:path extrusionOk="0" h="2134" w="2497">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60"/>
            <p:cNvSpPr/>
            <p:nvPr/>
          </p:nvSpPr>
          <p:spPr>
            <a:xfrm>
              <a:off x="3513675" y="2637775"/>
              <a:ext cx="62425" cy="53450"/>
            </a:xfrm>
            <a:custGeom>
              <a:rect b="b" l="l" r="r" t="t"/>
              <a:pathLst>
                <a:path extrusionOk="0" h="2138" w="2497">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60"/>
            <p:cNvSpPr/>
            <p:nvPr/>
          </p:nvSpPr>
          <p:spPr>
            <a:xfrm>
              <a:off x="3513675"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60"/>
            <p:cNvSpPr/>
            <p:nvPr/>
          </p:nvSpPr>
          <p:spPr>
            <a:xfrm>
              <a:off x="3513675" y="27902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60"/>
            <p:cNvSpPr/>
            <p:nvPr/>
          </p:nvSpPr>
          <p:spPr>
            <a:xfrm>
              <a:off x="3513675" y="2866425"/>
              <a:ext cx="62425" cy="53275"/>
            </a:xfrm>
            <a:custGeom>
              <a:rect b="b" l="l" r="r" t="t"/>
              <a:pathLst>
                <a:path extrusionOk="0" h="2131" w="2497">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60"/>
            <p:cNvSpPr/>
            <p:nvPr/>
          </p:nvSpPr>
          <p:spPr>
            <a:xfrm>
              <a:off x="3513675" y="2942425"/>
              <a:ext cx="62425" cy="53450"/>
            </a:xfrm>
            <a:custGeom>
              <a:rect b="b" l="l" r="r" t="t"/>
              <a:pathLst>
                <a:path extrusionOk="0" h="2138" w="2497">
                  <a:moveTo>
                    <a:pt x="1065" y="1"/>
                  </a:moveTo>
                  <a:cubicBezTo>
                    <a:pt x="480" y="9"/>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60"/>
            <p:cNvSpPr/>
            <p:nvPr/>
          </p:nvSpPr>
          <p:spPr>
            <a:xfrm>
              <a:off x="3513675" y="3018650"/>
              <a:ext cx="62425" cy="53425"/>
            </a:xfrm>
            <a:custGeom>
              <a:rect b="b" l="l" r="r" t="t"/>
              <a:pathLst>
                <a:path extrusionOk="0" h="2137" w="2497">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60"/>
            <p:cNvSpPr/>
            <p:nvPr/>
          </p:nvSpPr>
          <p:spPr>
            <a:xfrm>
              <a:off x="3513675" y="309485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60"/>
            <p:cNvSpPr/>
            <p:nvPr/>
          </p:nvSpPr>
          <p:spPr>
            <a:xfrm>
              <a:off x="3513675" y="3171075"/>
              <a:ext cx="62425" cy="53275"/>
            </a:xfrm>
            <a:custGeom>
              <a:rect b="b" l="l" r="r" t="t"/>
              <a:pathLst>
                <a:path extrusionOk="0" h="2131" w="2497">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60"/>
            <p:cNvSpPr/>
            <p:nvPr/>
          </p:nvSpPr>
          <p:spPr>
            <a:xfrm>
              <a:off x="3589875" y="317107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60"/>
            <p:cNvSpPr/>
            <p:nvPr/>
          </p:nvSpPr>
          <p:spPr>
            <a:xfrm>
              <a:off x="3666100" y="26377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60"/>
            <p:cNvSpPr/>
            <p:nvPr/>
          </p:nvSpPr>
          <p:spPr>
            <a:xfrm>
              <a:off x="3666100" y="2714000"/>
              <a:ext cx="62200" cy="53350"/>
            </a:xfrm>
            <a:custGeom>
              <a:rect b="b" l="l" r="r" t="t"/>
              <a:pathLst>
                <a:path extrusionOk="0" h="2134"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60"/>
            <p:cNvSpPr/>
            <p:nvPr/>
          </p:nvSpPr>
          <p:spPr>
            <a:xfrm>
              <a:off x="3666100" y="279020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60"/>
            <p:cNvSpPr/>
            <p:nvPr/>
          </p:nvSpPr>
          <p:spPr>
            <a:xfrm>
              <a:off x="3666100" y="2942425"/>
              <a:ext cx="62200" cy="53450"/>
            </a:xfrm>
            <a:custGeom>
              <a:rect b="b" l="l" r="r" t="t"/>
              <a:pathLst>
                <a:path extrusionOk="0" h="2138" w="2488">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60"/>
            <p:cNvSpPr/>
            <p:nvPr/>
          </p:nvSpPr>
          <p:spPr>
            <a:xfrm>
              <a:off x="3666100" y="3018650"/>
              <a:ext cx="62200" cy="53425"/>
            </a:xfrm>
            <a:custGeom>
              <a:rect b="b" l="l" r="r" t="t"/>
              <a:pathLst>
                <a:path extrusionOk="0" h="2137" w="2488">
                  <a:moveTo>
                    <a:pt x="1065" y="0"/>
                  </a:moveTo>
                  <a:cubicBezTo>
                    <a:pt x="480" y="0"/>
                    <a:pt x="0" y="480"/>
                    <a:pt x="0" y="1065"/>
                  </a:cubicBezTo>
                  <a:cubicBezTo>
                    <a:pt x="0" y="1709"/>
                    <a:pt x="526"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60"/>
            <p:cNvSpPr/>
            <p:nvPr/>
          </p:nvSpPr>
          <p:spPr>
            <a:xfrm>
              <a:off x="3666100" y="309485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60"/>
            <p:cNvSpPr/>
            <p:nvPr/>
          </p:nvSpPr>
          <p:spPr>
            <a:xfrm>
              <a:off x="3666100" y="3171075"/>
              <a:ext cx="62200" cy="53275"/>
            </a:xfrm>
            <a:custGeom>
              <a:rect b="b" l="l" r="r" t="t"/>
              <a:pathLst>
                <a:path extrusionOk="0" h="2131" w="2488">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60"/>
            <p:cNvSpPr/>
            <p:nvPr/>
          </p:nvSpPr>
          <p:spPr>
            <a:xfrm>
              <a:off x="3742300" y="2637775"/>
              <a:ext cx="62225" cy="53450"/>
            </a:xfrm>
            <a:custGeom>
              <a:rect b="b" l="l" r="r" t="t"/>
              <a:pathLst>
                <a:path extrusionOk="0" h="2138" w="2489">
                  <a:moveTo>
                    <a:pt x="1066" y="1"/>
                  </a:moveTo>
                  <a:cubicBezTo>
                    <a:pt x="481" y="1"/>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60"/>
            <p:cNvSpPr/>
            <p:nvPr/>
          </p:nvSpPr>
          <p:spPr>
            <a:xfrm>
              <a:off x="3742300" y="2714000"/>
              <a:ext cx="62225" cy="53350"/>
            </a:xfrm>
            <a:custGeom>
              <a:rect b="b" l="l" r="r" t="t"/>
              <a:pathLst>
                <a:path extrusionOk="0" h="2134" w="2489">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60"/>
            <p:cNvSpPr/>
            <p:nvPr/>
          </p:nvSpPr>
          <p:spPr>
            <a:xfrm>
              <a:off x="3742300" y="2790200"/>
              <a:ext cx="62225" cy="53350"/>
            </a:xfrm>
            <a:custGeom>
              <a:rect b="b" l="l" r="r" t="t"/>
              <a:pathLst>
                <a:path extrusionOk="0" h="2134" w="2489">
                  <a:moveTo>
                    <a:pt x="1066" y="1"/>
                  </a:moveTo>
                  <a:cubicBezTo>
                    <a:pt x="481" y="1"/>
                    <a:pt x="1" y="472"/>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60"/>
            <p:cNvSpPr/>
            <p:nvPr/>
          </p:nvSpPr>
          <p:spPr>
            <a:xfrm>
              <a:off x="3742300" y="2942425"/>
              <a:ext cx="62225" cy="53450"/>
            </a:xfrm>
            <a:custGeom>
              <a:rect b="b" l="l" r="r" t="t"/>
              <a:pathLst>
                <a:path extrusionOk="0" h="2138" w="2489">
                  <a:moveTo>
                    <a:pt x="1066" y="1"/>
                  </a:moveTo>
                  <a:cubicBezTo>
                    <a:pt x="481" y="1"/>
                    <a:pt x="1" y="480"/>
                    <a:pt x="1" y="1066"/>
                  </a:cubicBezTo>
                  <a:cubicBezTo>
                    <a:pt x="1" y="1709"/>
                    <a:pt x="526" y="2137"/>
                    <a:pt x="1072" y="2137"/>
                  </a:cubicBezTo>
                  <a:cubicBezTo>
                    <a:pt x="1333" y="2137"/>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60"/>
            <p:cNvSpPr/>
            <p:nvPr/>
          </p:nvSpPr>
          <p:spPr>
            <a:xfrm>
              <a:off x="3742300" y="3018650"/>
              <a:ext cx="62225" cy="53350"/>
            </a:xfrm>
            <a:custGeom>
              <a:rect b="b" l="l" r="r" t="t"/>
              <a:pathLst>
                <a:path extrusionOk="0" h="2134" w="2489">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60"/>
            <p:cNvSpPr/>
            <p:nvPr/>
          </p:nvSpPr>
          <p:spPr>
            <a:xfrm>
              <a:off x="3742300" y="3094850"/>
              <a:ext cx="62225" cy="53350"/>
            </a:xfrm>
            <a:custGeom>
              <a:rect b="b" l="l" r="r" t="t"/>
              <a:pathLst>
                <a:path extrusionOk="0" h="2134" w="2489">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60"/>
            <p:cNvSpPr/>
            <p:nvPr/>
          </p:nvSpPr>
          <p:spPr>
            <a:xfrm>
              <a:off x="3742300" y="3171075"/>
              <a:ext cx="62225" cy="53300"/>
            </a:xfrm>
            <a:custGeom>
              <a:rect b="b" l="l" r="r" t="t"/>
              <a:pathLst>
                <a:path extrusionOk="0" h="2132" w="2489">
                  <a:moveTo>
                    <a:pt x="1066" y="0"/>
                  </a:moveTo>
                  <a:cubicBezTo>
                    <a:pt x="481" y="0"/>
                    <a:pt x="1" y="472"/>
                    <a:pt x="1" y="1065"/>
                  </a:cubicBezTo>
                  <a:cubicBezTo>
                    <a:pt x="1" y="1705"/>
                    <a:pt x="528" y="2131"/>
                    <a:pt x="1076" y="2131"/>
                  </a:cubicBezTo>
                  <a:cubicBezTo>
                    <a:pt x="1335" y="2131"/>
                    <a:pt x="1599"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60"/>
            <p:cNvSpPr/>
            <p:nvPr/>
          </p:nvSpPr>
          <p:spPr>
            <a:xfrm>
              <a:off x="3742300" y="3247075"/>
              <a:ext cx="62225" cy="53450"/>
            </a:xfrm>
            <a:custGeom>
              <a:rect b="b" l="l" r="r" t="t"/>
              <a:pathLst>
                <a:path extrusionOk="0" h="2138" w="2489">
                  <a:moveTo>
                    <a:pt x="1066" y="1"/>
                  </a:moveTo>
                  <a:cubicBezTo>
                    <a:pt x="481" y="9"/>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60"/>
            <p:cNvSpPr/>
            <p:nvPr/>
          </p:nvSpPr>
          <p:spPr>
            <a:xfrm>
              <a:off x="3818525" y="271400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60"/>
            <p:cNvSpPr/>
            <p:nvPr/>
          </p:nvSpPr>
          <p:spPr>
            <a:xfrm>
              <a:off x="3818525" y="27902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60"/>
            <p:cNvSpPr/>
            <p:nvPr/>
          </p:nvSpPr>
          <p:spPr>
            <a:xfrm>
              <a:off x="3818525" y="2942425"/>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60"/>
            <p:cNvSpPr/>
            <p:nvPr/>
          </p:nvSpPr>
          <p:spPr>
            <a:xfrm>
              <a:off x="3818525" y="301865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60"/>
            <p:cNvSpPr/>
            <p:nvPr/>
          </p:nvSpPr>
          <p:spPr>
            <a:xfrm>
              <a:off x="3818525" y="309485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60"/>
            <p:cNvSpPr/>
            <p:nvPr/>
          </p:nvSpPr>
          <p:spPr>
            <a:xfrm>
              <a:off x="3818525" y="317107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60"/>
            <p:cNvSpPr/>
            <p:nvPr/>
          </p:nvSpPr>
          <p:spPr>
            <a:xfrm>
              <a:off x="3818525" y="3247075"/>
              <a:ext cx="62225" cy="53450"/>
            </a:xfrm>
            <a:custGeom>
              <a:rect b="b" l="l" r="r" t="t"/>
              <a:pathLst>
                <a:path extrusionOk="0" h="2138" w="2489">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60"/>
            <p:cNvSpPr/>
            <p:nvPr/>
          </p:nvSpPr>
          <p:spPr>
            <a:xfrm>
              <a:off x="3818525" y="33233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60"/>
            <p:cNvSpPr/>
            <p:nvPr/>
          </p:nvSpPr>
          <p:spPr>
            <a:xfrm>
              <a:off x="3818525" y="33995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60"/>
            <p:cNvSpPr/>
            <p:nvPr/>
          </p:nvSpPr>
          <p:spPr>
            <a:xfrm>
              <a:off x="3818525" y="3780375"/>
              <a:ext cx="62425" cy="53425"/>
            </a:xfrm>
            <a:custGeom>
              <a:rect b="b" l="l" r="r" t="t"/>
              <a:pathLst>
                <a:path extrusionOk="0" h="2137" w="2497">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60"/>
            <p:cNvSpPr/>
            <p:nvPr/>
          </p:nvSpPr>
          <p:spPr>
            <a:xfrm>
              <a:off x="3894725" y="279020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60"/>
            <p:cNvSpPr/>
            <p:nvPr/>
          </p:nvSpPr>
          <p:spPr>
            <a:xfrm>
              <a:off x="3894725" y="3932800"/>
              <a:ext cx="62225" cy="53425"/>
            </a:xfrm>
            <a:custGeom>
              <a:rect b="b" l="l" r="r" t="t"/>
              <a:pathLst>
                <a:path extrusionOk="0" h="2137" w="2489">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60"/>
            <p:cNvSpPr/>
            <p:nvPr/>
          </p:nvSpPr>
          <p:spPr>
            <a:xfrm>
              <a:off x="3894725" y="3856775"/>
              <a:ext cx="62175" cy="53250"/>
            </a:xfrm>
            <a:custGeom>
              <a:rect b="b" l="l" r="r" t="t"/>
              <a:pathLst>
                <a:path extrusionOk="0" h="2130" w="2487">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60"/>
            <p:cNvSpPr/>
            <p:nvPr/>
          </p:nvSpPr>
          <p:spPr>
            <a:xfrm>
              <a:off x="3894725" y="3780375"/>
              <a:ext cx="62425" cy="53425"/>
            </a:xfrm>
            <a:custGeom>
              <a:rect b="b" l="l" r="r" t="t"/>
              <a:pathLst>
                <a:path extrusionOk="0" h="2137" w="2497">
                  <a:moveTo>
                    <a:pt x="1066" y="0"/>
                  </a:moveTo>
                  <a:cubicBezTo>
                    <a:pt x="481"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60"/>
            <p:cNvSpPr/>
            <p:nvPr/>
          </p:nvSpPr>
          <p:spPr>
            <a:xfrm>
              <a:off x="3894725" y="3704150"/>
              <a:ext cx="62225" cy="53450"/>
            </a:xfrm>
            <a:custGeom>
              <a:rect b="b" l="l" r="r" t="t"/>
              <a:pathLst>
                <a:path extrusionOk="0" h="2138" w="2489">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60"/>
            <p:cNvSpPr/>
            <p:nvPr/>
          </p:nvSpPr>
          <p:spPr>
            <a:xfrm>
              <a:off x="3894725" y="3627950"/>
              <a:ext cx="62225" cy="53425"/>
            </a:xfrm>
            <a:custGeom>
              <a:rect b="b" l="l" r="r" t="t"/>
              <a:pathLst>
                <a:path extrusionOk="0" h="2137" w="2489">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60"/>
            <p:cNvSpPr/>
            <p:nvPr/>
          </p:nvSpPr>
          <p:spPr>
            <a:xfrm>
              <a:off x="3894725" y="3551925"/>
              <a:ext cx="62175" cy="53250"/>
            </a:xfrm>
            <a:custGeom>
              <a:rect b="b" l="l" r="r" t="t"/>
              <a:pathLst>
                <a:path extrusionOk="0" h="2130" w="2487">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60"/>
            <p:cNvSpPr/>
            <p:nvPr/>
          </p:nvSpPr>
          <p:spPr>
            <a:xfrm>
              <a:off x="3894725" y="3475725"/>
              <a:ext cx="62225" cy="53350"/>
            </a:xfrm>
            <a:custGeom>
              <a:rect b="b" l="l" r="r" t="t"/>
              <a:pathLst>
                <a:path extrusionOk="0" h="2134" w="2489">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60"/>
            <p:cNvSpPr/>
            <p:nvPr/>
          </p:nvSpPr>
          <p:spPr>
            <a:xfrm>
              <a:off x="3894725" y="339950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60"/>
            <p:cNvSpPr/>
            <p:nvPr/>
          </p:nvSpPr>
          <p:spPr>
            <a:xfrm>
              <a:off x="3894600" y="3323300"/>
              <a:ext cx="62350" cy="53425"/>
            </a:xfrm>
            <a:custGeom>
              <a:rect b="b" l="l" r="r" t="t"/>
              <a:pathLst>
                <a:path extrusionOk="0" h="2137" w="2494">
                  <a:moveTo>
                    <a:pt x="1071" y="0"/>
                  </a:moveTo>
                  <a:cubicBezTo>
                    <a:pt x="486" y="8"/>
                    <a:pt x="6" y="480"/>
                    <a:pt x="6" y="1065"/>
                  </a:cubicBezTo>
                  <a:cubicBezTo>
                    <a:pt x="0" y="1709"/>
                    <a:pt x="528" y="2137"/>
                    <a:pt x="1076" y="2137"/>
                  </a:cubicBezTo>
                  <a:cubicBezTo>
                    <a:pt x="1337" y="2137"/>
                    <a:pt x="1603"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60"/>
            <p:cNvSpPr/>
            <p:nvPr/>
          </p:nvSpPr>
          <p:spPr>
            <a:xfrm>
              <a:off x="3894725" y="3247075"/>
              <a:ext cx="62225" cy="53450"/>
            </a:xfrm>
            <a:custGeom>
              <a:rect b="b" l="l" r="r" t="t"/>
              <a:pathLst>
                <a:path extrusionOk="0" h="2138" w="2489">
                  <a:moveTo>
                    <a:pt x="1066" y="1"/>
                  </a:moveTo>
                  <a:cubicBezTo>
                    <a:pt x="481" y="9"/>
                    <a:pt x="1" y="480"/>
                    <a:pt x="1" y="1074"/>
                  </a:cubicBezTo>
                  <a:cubicBezTo>
                    <a:pt x="1" y="1712"/>
                    <a:pt x="525" y="2137"/>
                    <a:pt x="1074" y="2137"/>
                  </a:cubicBezTo>
                  <a:cubicBezTo>
                    <a:pt x="1336" y="2137"/>
                    <a:pt x="1604" y="2040"/>
                    <a:pt x="1822"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60"/>
            <p:cNvSpPr/>
            <p:nvPr/>
          </p:nvSpPr>
          <p:spPr>
            <a:xfrm>
              <a:off x="3894725" y="3171075"/>
              <a:ext cx="62225" cy="53275"/>
            </a:xfrm>
            <a:custGeom>
              <a:rect b="b" l="l" r="r" t="t"/>
              <a:pathLst>
                <a:path extrusionOk="0" h="2131" w="2489">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60"/>
            <p:cNvSpPr/>
            <p:nvPr/>
          </p:nvSpPr>
          <p:spPr>
            <a:xfrm>
              <a:off x="3894725" y="309485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60"/>
            <p:cNvSpPr/>
            <p:nvPr/>
          </p:nvSpPr>
          <p:spPr>
            <a:xfrm>
              <a:off x="3894725" y="3018650"/>
              <a:ext cx="62225" cy="53425"/>
            </a:xfrm>
            <a:custGeom>
              <a:rect b="b" l="l" r="r" t="t"/>
              <a:pathLst>
                <a:path extrusionOk="0" h="2137" w="2489">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60"/>
            <p:cNvSpPr/>
            <p:nvPr/>
          </p:nvSpPr>
          <p:spPr>
            <a:xfrm>
              <a:off x="3894725" y="2942425"/>
              <a:ext cx="62225" cy="53450"/>
            </a:xfrm>
            <a:custGeom>
              <a:rect b="b" l="l" r="r" t="t"/>
              <a:pathLst>
                <a:path extrusionOk="0" h="2138" w="2489">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60"/>
            <p:cNvSpPr/>
            <p:nvPr/>
          </p:nvSpPr>
          <p:spPr>
            <a:xfrm>
              <a:off x="3894725" y="2866425"/>
              <a:ext cx="62225" cy="53275"/>
            </a:xfrm>
            <a:custGeom>
              <a:rect b="b" l="l" r="r" t="t"/>
              <a:pathLst>
                <a:path extrusionOk="0" h="2131" w="2489">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60"/>
            <p:cNvSpPr/>
            <p:nvPr/>
          </p:nvSpPr>
          <p:spPr>
            <a:xfrm>
              <a:off x="3818525" y="286642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60"/>
            <p:cNvSpPr/>
            <p:nvPr/>
          </p:nvSpPr>
          <p:spPr>
            <a:xfrm>
              <a:off x="3742300" y="2866425"/>
              <a:ext cx="62225" cy="53225"/>
            </a:xfrm>
            <a:custGeom>
              <a:rect b="b" l="l" r="r" t="t"/>
              <a:pathLst>
                <a:path extrusionOk="0" h="2129" w="2489">
                  <a:moveTo>
                    <a:pt x="1066" y="0"/>
                  </a:moveTo>
                  <a:cubicBezTo>
                    <a:pt x="481" y="0"/>
                    <a:pt x="1" y="472"/>
                    <a:pt x="1" y="1065"/>
                  </a:cubicBezTo>
                  <a:cubicBezTo>
                    <a:pt x="1" y="1703"/>
                    <a:pt x="525" y="2129"/>
                    <a:pt x="1071" y="2129"/>
                  </a:cubicBezTo>
                  <a:cubicBezTo>
                    <a:pt x="1332" y="2129"/>
                    <a:pt x="1598" y="2031"/>
                    <a:pt x="1814"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60"/>
            <p:cNvSpPr/>
            <p:nvPr/>
          </p:nvSpPr>
          <p:spPr>
            <a:xfrm>
              <a:off x="3666100" y="2866425"/>
              <a:ext cx="62200" cy="53275"/>
            </a:xfrm>
            <a:custGeom>
              <a:rect b="b" l="l" r="r" t="t"/>
              <a:pathLst>
                <a:path extrusionOk="0" h="2131" w="2488">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60"/>
            <p:cNvSpPr/>
            <p:nvPr/>
          </p:nvSpPr>
          <p:spPr>
            <a:xfrm>
              <a:off x="4504050" y="32470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60"/>
            <p:cNvSpPr/>
            <p:nvPr/>
          </p:nvSpPr>
          <p:spPr>
            <a:xfrm>
              <a:off x="4504050" y="3171075"/>
              <a:ext cx="62200" cy="53350"/>
            </a:xfrm>
            <a:custGeom>
              <a:rect b="b" l="l" r="r" t="t"/>
              <a:pathLst>
                <a:path extrusionOk="0" h="2134" w="2488">
                  <a:moveTo>
                    <a:pt x="1065" y="0"/>
                  </a:moveTo>
                  <a:cubicBezTo>
                    <a:pt x="480" y="0"/>
                    <a:pt x="0" y="472"/>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60"/>
            <p:cNvSpPr/>
            <p:nvPr/>
          </p:nvSpPr>
          <p:spPr>
            <a:xfrm>
              <a:off x="4504050" y="309485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60"/>
            <p:cNvSpPr/>
            <p:nvPr/>
          </p:nvSpPr>
          <p:spPr>
            <a:xfrm>
              <a:off x="4427825" y="3323300"/>
              <a:ext cx="62425" cy="53425"/>
            </a:xfrm>
            <a:custGeom>
              <a:rect b="b" l="l" r="r" t="t"/>
              <a:pathLst>
                <a:path extrusionOk="0" h="2137" w="2497">
                  <a:moveTo>
                    <a:pt x="1065" y="0"/>
                  </a:moveTo>
                  <a:cubicBezTo>
                    <a:pt x="480" y="8"/>
                    <a:pt x="9" y="480"/>
                    <a:pt x="1" y="1065"/>
                  </a:cubicBezTo>
                  <a:cubicBezTo>
                    <a:pt x="1" y="1709"/>
                    <a:pt x="526" y="2137"/>
                    <a:pt x="1074" y="2137"/>
                  </a:cubicBezTo>
                  <a:cubicBezTo>
                    <a:pt x="1336" y="2137"/>
                    <a:pt x="1603" y="2039"/>
                    <a:pt x="1822" y="1821"/>
                  </a:cubicBezTo>
                  <a:cubicBezTo>
                    <a:pt x="2496"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60"/>
            <p:cNvSpPr/>
            <p:nvPr/>
          </p:nvSpPr>
          <p:spPr>
            <a:xfrm>
              <a:off x="4427825" y="3247075"/>
              <a:ext cx="62425" cy="53450"/>
            </a:xfrm>
            <a:custGeom>
              <a:rect b="b" l="l" r="r" t="t"/>
              <a:pathLst>
                <a:path extrusionOk="0" h="2138" w="2497">
                  <a:moveTo>
                    <a:pt x="1065" y="1"/>
                  </a:moveTo>
                  <a:cubicBezTo>
                    <a:pt x="480" y="9"/>
                    <a:pt x="1" y="480"/>
                    <a:pt x="1" y="1074"/>
                  </a:cubicBezTo>
                  <a:cubicBezTo>
                    <a:pt x="1" y="1712"/>
                    <a:pt x="529" y="2137"/>
                    <a:pt x="1077" y="2137"/>
                  </a:cubicBezTo>
                  <a:cubicBezTo>
                    <a:pt x="1339" y="2137"/>
                    <a:pt x="1606" y="2040"/>
                    <a:pt x="1822"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60"/>
            <p:cNvSpPr/>
            <p:nvPr/>
          </p:nvSpPr>
          <p:spPr>
            <a:xfrm>
              <a:off x="4427825" y="3171075"/>
              <a:ext cx="62425" cy="53275"/>
            </a:xfrm>
            <a:custGeom>
              <a:rect b="b" l="l" r="r" t="t"/>
              <a:pathLst>
                <a:path extrusionOk="0" h="2131" w="2497">
                  <a:moveTo>
                    <a:pt x="1065" y="0"/>
                  </a:moveTo>
                  <a:cubicBezTo>
                    <a:pt x="480" y="0"/>
                    <a:pt x="9" y="472"/>
                    <a:pt x="1" y="1065"/>
                  </a:cubicBezTo>
                  <a:cubicBezTo>
                    <a:pt x="1" y="1707"/>
                    <a:pt x="523" y="2131"/>
                    <a:pt x="1070" y="2131"/>
                  </a:cubicBezTo>
                  <a:cubicBezTo>
                    <a:pt x="1333" y="2131"/>
                    <a:pt x="1602" y="2032"/>
                    <a:pt x="1822" y="1813"/>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60"/>
            <p:cNvSpPr/>
            <p:nvPr/>
          </p:nvSpPr>
          <p:spPr>
            <a:xfrm>
              <a:off x="4427825" y="3094850"/>
              <a:ext cx="62425" cy="53350"/>
            </a:xfrm>
            <a:custGeom>
              <a:rect b="b" l="l" r="r" t="t"/>
              <a:pathLst>
                <a:path extrusionOk="0" h="2134" w="2497">
                  <a:moveTo>
                    <a:pt x="1065" y="1"/>
                  </a:moveTo>
                  <a:cubicBezTo>
                    <a:pt x="480" y="1"/>
                    <a:pt x="1"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60"/>
            <p:cNvSpPr/>
            <p:nvPr/>
          </p:nvSpPr>
          <p:spPr>
            <a:xfrm>
              <a:off x="4427825" y="3018650"/>
              <a:ext cx="62425" cy="53425"/>
            </a:xfrm>
            <a:custGeom>
              <a:rect b="b" l="l" r="r" t="t"/>
              <a:pathLst>
                <a:path extrusionOk="0" h="2137" w="2497">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60"/>
            <p:cNvSpPr/>
            <p:nvPr/>
          </p:nvSpPr>
          <p:spPr>
            <a:xfrm>
              <a:off x="4351600" y="33995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60"/>
            <p:cNvSpPr/>
            <p:nvPr/>
          </p:nvSpPr>
          <p:spPr>
            <a:xfrm>
              <a:off x="4351600" y="3323300"/>
              <a:ext cx="62425" cy="53425"/>
            </a:xfrm>
            <a:custGeom>
              <a:rect b="b" l="l" r="r" t="t"/>
              <a:pathLst>
                <a:path extrusionOk="0" h="2137" w="2497">
                  <a:moveTo>
                    <a:pt x="1074" y="0"/>
                  </a:moveTo>
                  <a:cubicBezTo>
                    <a:pt x="481" y="0"/>
                    <a:pt x="9" y="480"/>
                    <a:pt x="1" y="1065"/>
                  </a:cubicBezTo>
                  <a:cubicBezTo>
                    <a:pt x="1" y="1709"/>
                    <a:pt x="530" y="2137"/>
                    <a:pt x="1078" y="2137"/>
                  </a:cubicBezTo>
                  <a:cubicBezTo>
                    <a:pt x="1340" y="2137"/>
                    <a:pt x="1607"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60"/>
            <p:cNvSpPr/>
            <p:nvPr/>
          </p:nvSpPr>
          <p:spPr>
            <a:xfrm>
              <a:off x="4351600" y="309485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60"/>
            <p:cNvSpPr/>
            <p:nvPr/>
          </p:nvSpPr>
          <p:spPr>
            <a:xfrm>
              <a:off x="4351600" y="3018650"/>
              <a:ext cx="62425" cy="53425"/>
            </a:xfrm>
            <a:custGeom>
              <a:rect b="b" l="l" r="r" t="t"/>
              <a:pathLst>
                <a:path extrusionOk="0" h="2137" w="2497">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60"/>
            <p:cNvSpPr/>
            <p:nvPr/>
          </p:nvSpPr>
          <p:spPr>
            <a:xfrm>
              <a:off x="4351600" y="2942425"/>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7"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60"/>
            <p:cNvSpPr/>
            <p:nvPr/>
          </p:nvSpPr>
          <p:spPr>
            <a:xfrm>
              <a:off x="4275600" y="3780375"/>
              <a:ext cx="62425" cy="53425"/>
            </a:xfrm>
            <a:custGeom>
              <a:rect b="b" l="l" r="r" t="t"/>
              <a:pathLst>
                <a:path extrusionOk="0" h="2137" w="2497">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60"/>
            <p:cNvSpPr/>
            <p:nvPr/>
          </p:nvSpPr>
          <p:spPr>
            <a:xfrm>
              <a:off x="4275600"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60"/>
            <p:cNvSpPr/>
            <p:nvPr/>
          </p:nvSpPr>
          <p:spPr>
            <a:xfrm>
              <a:off x="4275600" y="3627950"/>
              <a:ext cx="62225" cy="53425"/>
            </a:xfrm>
            <a:custGeom>
              <a:rect b="b" l="l" r="r" t="t"/>
              <a:pathLst>
                <a:path extrusionOk="0" h="2137" w="2489">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60"/>
            <p:cNvSpPr/>
            <p:nvPr/>
          </p:nvSpPr>
          <p:spPr>
            <a:xfrm>
              <a:off x="4275600" y="355192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3"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60"/>
            <p:cNvSpPr/>
            <p:nvPr/>
          </p:nvSpPr>
          <p:spPr>
            <a:xfrm>
              <a:off x="4275600" y="3475725"/>
              <a:ext cx="62225" cy="53350"/>
            </a:xfrm>
            <a:custGeom>
              <a:rect b="b" l="l" r="r" t="t"/>
              <a:pathLst>
                <a:path extrusionOk="0" h="2134" w="2489">
                  <a:moveTo>
                    <a:pt x="1066" y="0"/>
                  </a:moveTo>
                  <a:cubicBezTo>
                    <a:pt x="472"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60"/>
            <p:cNvSpPr/>
            <p:nvPr/>
          </p:nvSpPr>
          <p:spPr>
            <a:xfrm>
              <a:off x="4275600" y="3399500"/>
              <a:ext cx="62225" cy="53350"/>
            </a:xfrm>
            <a:custGeom>
              <a:rect b="b" l="l" r="r" t="t"/>
              <a:pathLst>
                <a:path extrusionOk="0" h="2134" w="2489">
                  <a:moveTo>
                    <a:pt x="1066" y="1"/>
                  </a:moveTo>
                  <a:cubicBezTo>
                    <a:pt x="472"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60"/>
            <p:cNvSpPr/>
            <p:nvPr/>
          </p:nvSpPr>
          <p:spPr>
            <a:xfrm>
              <a:off x="4275600"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60"/>
            <p:cNvSpPr/>
            <p:nvPr/>
          </p:nvSpPr>
          <p:spPr>
            <a:xfrm>
              <a:off x="4275600" y="2866425"/>
              <a:ext cx="62225" cy="53275"/>
            </a:xfrm>
            <a:custGeom>
              <a:rect b="b" l="l" r="r" t="t"/>
              <a:pathLst>
                <a:path extrusionOk="0" h="2131" w="2489">
                  <a:moveTo>
                    <a:pt x="1066" y="0"/>
                  </a:moveTo>
                  <a:cubicBezTo>
                    <a:pt x="472"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60"/>
            <p:cNvSpPr/>
            <p:nvPr/>
          </p:nvSpPr>
          <p:spPr>
            <a:xfrm>
              <a:off x="4199400" y="3856775"/>
              <a:ext cx="62200" cy="53250"/>
            </a:xfrm>
            <a:custGeom>
              <a:rect b="b" l="l" r="r" t="t"/>
              <a:pathLst>
                <a:path extrusionOk="0" h="2130" w="2488">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60"/>
            <p:cNvSpPr/>
            <p:nvPr/>
          </p:nvSpPr>
          <p:spPr>
            <a:xfrm>
              <a:off x="4199400" y="3780375"/>
              <a:ext cx="62400" cy="53425"/>
            </a:xfrm>
            <a:custGeom>
              <a:rect b="b" l="l" r="r" t="t"/>
              <a:pathLst>
                <a:path extrusionOk="0" h="2137" w="2496">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60"/>
            <p:cNvSpPr/>
            <p:nvPr/>
          </p:nvSpPr>
          <p:spPr>
            <a:xfrm>
              <a:off x="4199400" y="286642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60"/>
            <p:cNvSpPr/>
            <p:nvPr/>
          </p:nvSpPr>
          <p:spPr>
            <a:xfrm>
              <a:off x="4199400" y="279020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60"/>
            <p:cNvSpPr/>
            <p:nvPr/>
          </p:nvSpPr>
          <p:spPr>
            <a:xfrm>
              <a:off x="4123175" y="4085225"/>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4" y="2037"/>
                    <a:pt x="1821" y="1821"/>
                  </a:cubicBezTo>
                  <a:cubicBezTo>
                    <a:pt x="2496"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60"/>
            <p:cNvSpPr/>
            <p:nvPr/>
          </p:nvSpPr>
          <p:spPr>
            <a:xfrm>
              <a:off x="4123175" y="4009000"/>
              <a:ext cx="62425" cy="53350"/>
            </a:xfrm>
            <a:custGeom>
              <a:rect b="b" l="l" r="r" t="t"/>
              <a:pathLst>
                <a:path extrusionOk="0" h="2134" w="2497">
                  <a:moveTo>
                    <a:pt x="1065" y="1"/>
                  </a:moveTo>
                  <a:cubicBezTo>
                    <a:pt x="480" y="1"/>
                    <a:pt x="0" y="480"/>
                    <a:pt x="0" y="1066"/>
                  </a:cubicBezTo>
                  <a:cubicBezTo>
                    <a:pt x="0" y="1710"/>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60"/>
            <p:cNvSpPr/>
            <p:nvPr/>
          </p:nvSpPr>
          <p:spPr>
            <a:xfrm>
              <a:off x="4123175" y="3932800"/>
              <a:ext cx="62425" cy="53425"/>
            </a:xfrm>
            <a:custGeom>
              <a:rect b="b" l="l" r="r" t="t"/>
              <a:pathLst>
                <a:path extrusionOk="0" h="2137" w="2497">
                  <a:moveTo>
                    <a:pt x="1065" y="0"/>
                  </a:moveTo>
                  <a:cubicBezTo>
                    <a:pt x="480" y="0"/>
                    <a:pt x="0" y="480"/>
                    <a:pt x="0" y="1065"/>
                  </a:cubicBezTo>
                  <a:cubicBezTo>
                    <a:pt x="0" y="1709"/>
                    <a:pt x="526" y="2137"/>
                    <a:pt x="1074" y="2137"/>
                  </a:cubicBezTo>
                  <a:cubicBezTo>
                    <a:pt x="1336" y="2137"/>
                    <a:pt x="1603" y="2039"/>
                    <a:pt x="1821" y="1821"/>
                  </a:cubicBezTo>
                  <a:cubicBezTo>
                    <a:pt x="2496"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60"/>
            <p:cNvSpPr/>
            <p:nvPr/>
          </p:nvSpPr>
          <p:spPr>
            <a:xfrm>
              <a:off x="4123175" y="3856775"/>
              <a:ext cx="62425" cy="53250"/>
            </a:xfrm>
            <a:custGeom>
              <a:rect b="b" l="l" r="r" t="t"/>
              <a:pathLst>
                <a:path extrusionOk="0" h="2130" w="2497">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60"/>
            <p:cNvSpPr/>
            <p:nvPr/>
          </p:nvSpPr>
          <p:spPr>
            <a:xfrm>
              <a:off x="4123175"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60"/>
            <p:cNvSpPr/>
            <p:nvPr/>
          </p:nvSpPr>
          <p:spPr>
            <a:xfrm>
              <a:off x="4046950" y="408522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60"/>
            <p:cNvSpPr/>
            <p:nvPr/>
          </p:nvSpPr>
          <p:spPr>
            <a:xfrm>
              <a:off x="4046950" y="2714000"/>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60"/>
            <p:cNvSpPr/>
            <p:nvPr/>
          </p:nvSpPr>
          <p:spPr>
            <a:xfrm>
              <a:off x="4046950" y="2637775"/>
              <a:ext cx="62425" cy="53450"/>
            </a:xfrm>
            <a:custGeom>
              <a:rect b="b" l="l" r="r" t="t"/>
              <a:pathLst>
                <a:path extrusionOk="0" h="2138" w="2497">
                  <a:moveTo>
                    <a:pt x="1074" y="1"/>
                  </a:moveTo>
                  <a:cubicBezTo>
                    <a:pt x="481"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60"/>
            <p:cNvSpPr/>
            <p:nvPr/>
          </p:nvSpPr>
          <p:spPr>
            <a:xfrm>
              <a:off x="3970950" y="4085225"/>
              <a:ext cx="62225" cy="53350"/>
            </a:xfrm>
            <a:custGeom>
              <a:rect b="b" l="l" r="r" t="t"/>
              <a:pathLst>
                <a:path extrusionOk="0" h="2134" w="2489">
                  <a:moveTo>
                    <a:pt x="1065" y="0"/>
                  </a:moveTo>
                  <a:cubicBezTo>
                    <a:pt x="472" y="0"/>
                    <a:pt x="1" y="480"/>
                    <a:pt x="1" y="1065"/>
                  </a:cubicBezTo>
                  <a:cubicBezTo>
                    <a:pt x="1" y="1709"/>
                    <a:pt x="526" y="2133"/>
                    <a:pt x="1072" y="2133"/>
                  </a:cubicBezTo>
                  <a:cubicBezTo>
                    <a:pt x="1333" y="2133"/>
                    <a:pt x="1598" y="2037"/>
                    <a:pt x="1813" y="1821"/>
                  </a:cubicBezTo>
                  <a:cubicBezTo>
                    <a:pt x="2488"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60"/>
            <p:cNvSpPr/>
            <p:nvPr/>
          </p:nvSpPr>
          <p:spPr>
            <a:xfrm>
              <a:off x="3970950" y="2714000"/>
              <a:ext cx="62225" cy="53350"/>
            </a:xfrm>
            <a:custGeom>
              <a:rect b="b" l="l" r="r" t="t"/>
              <a:pathLst>
                <a:path extrusionOk="0" h="2134"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60"/>
            <p:cNvSpPr/>
            <p:nvPr/>
          </p:nvSpPr>
          <p:spPr>
            <a:xfrm>
              <a:off x="3970950" y="2637775"/>
              <a:ext cx="62225" cy="53450"/>
            </a:xfrm>
            <a:custGeom>
              <a:rect b="b" l="l" r="r" t="t"/>
              <a:pathLst>
                <a:path extrusionOk="0" h="2138" w="2489">
                  <a:moveTo>
                    <a:pt x="1065" y="1"/>
                  </a:moveTo>
                  <a:cubicBezTo>
                    <a:pt x="472" y="1"/>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60"/>
            <p:cNvSpPr/>
            <p:nvPr/>
          </p:nvSpPr>
          <p:spPr>
            <a:xfrm>
              <a:off x="3894725" y="4085225"/>
              <a:ext cx="62225" cy="53350"/>
            </a:xfrm>
            <a:custGeom>
              <a:rect b="b" l="l" r="r" t="t"/>
              <a:pathLst>
                <a:path extrusionOk="0" h="2134" w="2489">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60"/>
            <p:cNvSpPr/>
            <p:nvPr/>
          </p:nvSpPr>
          <p:spPr>
            <a:xfrm>
              <a:off x="3894725" y="4009000"/>
              <a:ext cx="62225" cy="53350"/>
            </a:xfrm>
            <a:custGeom>
              <a:rect b="b" l="l" r="r" t="t"/>
              <a:pathLst>
                <a:path extrusionOk="0" h="2134" w="2489">
                  <a:moveTo>
                    <a:pt x="1066" y="1"/>
                  </a:moveTo>
                  <a:cubicBezTo>
                    <a:pt x="481"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60"/>
            <p:cNvSpPr/>
            <p:nvPr/>
          </p:nvSpPr>
          <p:spPr>
            <a:xfrm>
              <a:off x="3894725" y="2714000"/>
              <a:ext cx="62225" cy="53350"/>
            </a:xfrm>
            <a:custGeom>
              <a:rect b="b" l="l" r="r" t="t"/>
              <a:pathLst>
                <a:path extrusionOk="0" h="2134"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60"/>
            <p:cNvSpPr/>
            <p:nvPr/>
          </p:nvSpPr>
          <p:spPr>
            <a:xfrm>
              <a:off x="3894725" y="2637775"/>
              <a:ext cx="62225" cy="53450"/>
            </a:xfrm>
            <a:custGeom>
              <a:rect b="b" l="l" r="r" t="t"/>
              <a:pathLst>
                <a:path extrusionOk="0" h="2138" w="2489">
                  <a:moveTo>
                    <a:pt x="1066" y="1"/>
                  </a:moveTo>
                  <a:cubicBezTo>
                    <a:pt x="481" y="9"/>
                    <a:pt x="1" y="480"/>
                    <a:pt x="1" y="1074"/>
                  </a:cubicBezTo>
                  <a:cubicBezTo>
                    <a:pt x="1" y="1712"/>
                    <a:pt x="525" y="2137"/>
                    <a:pt x="1074" y="2137"/>
                  </a:cubicBezTo>
                  <a:cubicBezTo>
                    <a:pt x="1336"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60"/>
            <p:cNvSpPr/>
            <p:nvPr/>
          </p:nvSpPr>
          <p:spPr>
            <a:xfrm>
              <a:off x="3818525" y="4009000"/>
              <a:ext cx="62225" cy="53350"/>
            </a:xfrm>
            <a:custGeom>
              <a:rect b="b" l="l" r="r" t="t"/>
              <a:pathLst>
                <a:path extrusionOk="0" h="2134" w="2489">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60"/>
            <p:cNvSpPr/>
            <p:nvPr/>
          </p:nvSpPr>
          <p:spPr>
            <a:xfrm>
              <a:off x="3818525" y="39328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60"/>
            <p:cNvSpPr/>
            <p:nvPr/>
          </p:nvSpPr>
          <p:spPr>
            <a:xfrm>
              <a:off x="3818525" y="385677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60"/>
            <p:cNvSpPr/>
            <p:nvPr/>
          </p:nvSpPr>
          <p:spPr>
            <a:xfrm>
              <a:off x="3818525" y="3704150"/>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60"/>
            <p:cNvSpPr/>
            <p:nvPr/>
          </p:nvSpPr>
          <p:spPr>
            <a:xfrm>
              <a:off x="3818525" y="3627950"/>
              <a:ext cx="62225" cy="53425"/>
            </a:xfrm>
            <a:custGeom>
              <a:rect b="b" l="l" r="r" t="t"/>
              <a:pathLst>
                <a:path extrusionOk="0" h="2137" w="2489">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60"/>
            <p:cNvSpPr/>
            <p:nvPr/>
          </p:nvSpPr>
          <p:spPr>
            <a:xfrm>
              <a:off x="3818525" y="355192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60"/>
            <p:cNvSpPr/>
            <p:nvPr/>
          </p:nvSpPr>
          <p:spPr>
            <a:xfrm>
              <a:off x="3818525" y="34757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60"/>
            <p:cNvSpPr/>
            <p:nvPr/>
          </p:nvSpPr>
          <p:spPr>
            <a:xfrm>
              <a:off x="3818525" y="2637775"/>
              <a:ext cx="62225" cy="53450"/>
            </a:xfrm>
            <a:custGeom>
              <a:rect b="b" l="l" r="r" t="t"/>
              <a:pathLst>
                <a:path extrusionOk="0" h="2138" w="2489">
                  <a:moveTo>
                    <a:pt x="1065" y="1"/>
                  </a:moveTo>
                  <a:cubicBezTo>
                    <a:pt x="480" y="9"/>
                    <a:pt x="0" y="480"/>
                    <a:pt x="0" y="1074"/>
                  </a:cubicBezTo>
                  <a:cubicBezTo>
                    <a:pt x="0" y="1712"/>
                    <a:pt x="525" y="2137"/>
                    <a:pt x="1073" y="2137"/>
                  </a:cubicBezTo>
                  <a:cubicBezTo>
                    <a:pt x="1335"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60"/>
            <p:cNvSpPr/>
            <p:nvPr/>
          </p:nvSpPr>
          <p:spPr>
            <a:xfrm>
              <a:off x="3742300" y="3780375"/>
              <a:ext cx="62225" cy="53425"/>
            </a:xfrm>
            <a:custGeom>
              <a:rect b="b" l="l" r="r" t="t"/>
              <a:pathLst>
                <a:path extrusionOk="0" h="2137" w="2489">
                  <a:moveTo>
                    <a:pt x="1066" y="0"/>
                  </a:moveTo>
                  <a:cubicBezTo>
                    <a:pt x="481" y="0"/>
                    <a:pt x="1" y="480"/>
                    <a:pt x="1" y="1065"/>
                  </a:cubicBezTo>
                  <a:cubicBezTo>
                    <a:pt x="1" y="1709"/>
                    <a:pt x="526" y="2137"/>
                    <a:pt x="1075" y="2137"/>
                  </a:cubicBezTo>
                  <a:cubicBezTo>
                    <a:pt x="1337" y="2137"/>
                    <a:pt x="1604" y="2039"/>
                    <a:pt x="1822" y="1821"/>
                  </a:cubicBezTo>
                  <a:cubicBezTo>
                    <a:pt x="2489"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60"/>
            <p:cNvSpPr/>
            <p:nvPr/>
          </p:nvSpPr>
          <p:spPr>
            <a:xfrm>
              <a:off x="3742300" y="3704150"/>
              <a:ext cx="62225" cy="53450"/>
            </a:xfrm>
            <a:custGeom>
              <a:rect b="b" l="l" r="r" t="t"/>
              <a:pathLst>
                <a:path extrusionOk="0" h="2138" w="2489">
                  <a:moveTo>
                    <a:pt x="1066" y="1"/>
                  </a:moveTo>
                  <a:cubicBezTo>
                    <a:pt x="481" y="1"/>
                    <a:pt x="1" y="480"/>
                    <a:pt x="1" y="1066"/>
                  </a:cubicBezTo>
                  <a:cubicBezTo>
                    <a:pt x="1" y="1709"/>
                    <a:pt x="526" y="2137"/>
                    <a:pt x="1072" y="2137"/>
                  </a:cubicBezTo>
                  <a:cubicBezTo>
                    <a:pt x="1333" y="2137"/>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60"/>
            <p:cNvSpPr/>
            <p:nvPr/>
          </p:nvSpPr>
          <p:spPr>
            <a:xfrm>
              <a:off x="3742300" y="3475725"/>
              <a:ext cx="62225" cy="53350"/>
            </a:xfrm>
            <a:custGeom>
              <a:rect b="b" l="l" r="r" t="t"/>
              <a:pathLst>
                <a:path extrusionOk="0" h="2134" w="2489">
                  <a:moveTo>
                    <a:pt x="1066" y="0"/>
                  </a:moveTo>
                  <a:cubicBezTo>
                    <a:pt x="481"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60"/>
            <p:cNvSpPr/>
            <p:nvPr/>
          </p:nvSpPr>
          <p:spPr>
            <a:xfrm>
              <a:off x="3742300" y="3399500"/>
              <a:ext cx="62225" cy="53350"/>
            </a:xfrm>
            <a:custGeom>
              <a:rect b="b" l="l" r="r" t="t"/>
              <a:pathLst>
                <a:path extrusionOk="0" h="2134" w="2489">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60"/>
            <p:cNvSpPr/>
            <p:nvPr/>
          </p:nvSpPr>
          <p:spPr>
            <a:xfrm>
              <a:off x="3742175" y="3323300"/>
              <a:ext cx="62350" cy="53425"/>
            </a:xfrm>
            <a:custGeom>
              <a:rect b="b" l="l" r="r" t="t"/>
              <a:pathLst>
                <a:path extrusionOk="0" h="2137" w="2494">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60"/>
            <p:cNvSpPr/>
            <p:nvPr/>
          </p:nvSpPr>
          <p:spPr>
            <a:xfrm>
              <a:off x="3742300" y="2561575"/>
              <a:ext cx="62225" cy="53425"/>
            </a:xfrm>
            <a:custGeom>
              <a:rect b="b" l="l" r="r" t="t"/>
              <a:pathLst>
                <a:path extrusionOk="0" h="2137" w="2489">
                  <a:moveTo>
                    <a:pt x="1066" y="0"/>
                  </a:moveTo>
                  <a:cubicBezTo>
                    <a:pt x="481" y="8"/>
                    <a:pt x="1" y="480"/>
                    <a:pt x="1" y="1073"/>
                  </a:cubicBezTo>
                  <a:cubicBezTo>
                    <a:pt x="1" y="1711"/>
                    <a:pt x="525" y="2137"/>
                    <a:pt x="1071" y="2137"/>
                  </a:cubicBezTo>
                  <a:cubicBezTo>
                    <a:pt x="1332" y="2137"/>
                    <a:pt x="1598" y="2039"/>
                    <a:pt x="1814" y="1821"/>
                  </a:cubicBezTo>
                  <a:cubicBezTo>
                    <a:pt x="2489" y="1154"/>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60"/>
            <p:cNvSpPr/>
            <p:nvPr/>
          </p:nvSpPr>
          <p:spPr>
            <a:xfrm>
              <a:off x="3665950" y="3323300"/>
              <a:ext cx="62350" cy="53425"/>
            </a:xfrm>
            <a:custGeom>
              <a:rect b="b" l="l" r="r" t="t"/>
              <a:pathLst>
                <a:path extrusionOk="0" h="2137" w="2494">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60"/>
            <p:cNvSpPr/>
            <p:nvPr/>
          </p:nvSpPr>
          <p:spPr>
            <a:xfrm>
              <a:off x="3666100" y="32470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60"/>
            <p:cNvSpPr/>
            <p:nvPr/>
          </p:nvSpPr>
          <p:spPr>
            <a:xfrm>
              <a:off x="366610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60"/>
            <p:cNvSpPr/>
            <p:nvPr/>
          </p:nvSpPr>
          <p:spPr>
            <a:xfrm>
              <a:off x="3589875" y="32470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60"/>
            <p:cNvSpPr/>
            <p:nvPr/>
          </p:nvSpPr>
          <p:spPr>
            <a:xfrm>
              <a:off x="3589875" y="2561575"/>
              <a:ext cx="62225" cy="53425"/>
            </a:xfrm>
            <a:custGeom>
              <a:rect b="b" l="l" r="r" t="t"/>
              <a:pathLst>
                <a:path extrusionOk="0" h="2137" w="2489">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60"/>
            <p:cNvSpPr/>
            <p:nvPr/>
          </p:nvSpPr>
          <p:spPr>
            <a:xfrm>
              <a:off x="3589875" y="2485550"/>
              <a:ext cx="62225" cy="53300"/>
            </a:xfrm>
            <a:custGeom>
              <a:rect b="b" l="l" r="r" t="t"/>
              <a:pathLst>
                <a:path extrusionOk="0" h="2132" w="2489">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60"/>
            <p:cNvSpPr/>
            <p:nvPr/>
          </p:nvSpPr>
          <p:spPr>
            <a:xfrm>
              <a:off x="3513675" y="3247075"/>
              <a:ext cx="62425" cy="53450"/>
            </a:xfrm>
            <a:custGeom>
              <a:rect b="b" l="l" r="r" t="t"/>
              <a:pathLst>
                <a:path extrusionOk="0" h="2138" w="2497">
                  <a:moveTo>
                    <a:pt x="1065" y="1"/>
                  </a:moveTo>
                  <a:cubicBezTo>
                    <a:pt x="480" y="9"/>
                    <a:pt x="0" y="480"/>
                    <a:pt x="0" y="1074"/>
                  </a:cubicBezTo>
                  <a:cubicBezTo>
                    <a:pt x="0" y="1712"/>
                    <a:pt x="525" y="2137"/>
                    <a:pt x="1073" y="2137"/>
                  </a:cubicBezTo>
                  <a:cubicBezTo>
                    <a:pt x="1335" y="2137"/>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60"/>
            <p:cNvSpPr/>
            <p:nvPr/>
          </p:nvSpPr>
          <p:spPr>
            <a:xfrm>
              <a:off x="3513675" y="2561575"/>
              <a:ext cx="62425" cy="53425"/>
            </a:xfrm>
            <a:custGeom>
              <a:rect b="b" l="l" r="r" t="t"/>
              <a:pathLst>
                <a:path extrusionOk="0" h="2137" w="2497">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60"/>
            <p:cNvSpPr/>
            <p:nvPr/>
          </p:nvSpPr>
          <p:spPr>
            <a:xfrm>
              <a:off x="3513675" y="2485550"/>
              <a:ext cx="62425" cy="53300"/>
            </a:xfrm>
            <a:custGeom>
              <a:rect b="b" l="l" r="r" t="t"/>
              <a:pathLst>
                <a:path extrusionOk="0" h="2132" w="2497">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60"/>
            <p:cNvSpPr/>
            <p:nvPr/>
          </p:nvSpPr>
          <p:spPr>
            <a:xfrm>
              <a:off x="3437450" y="3247075"/>
              <a:ext cx="62425" cy="53450"/>
            </a:xfrm>
            <a:custGeom>
              <a:rect b="b" l="l" r="r" t="t"/>
              <a:pathLst>
                <a:path extrusionOk="0" h="2138" w="2497">
                  <a:moveTo>
                    <a:pt x="1074" y="1"/>
                  </a:moveTo>
                  <a:cubicBezTo>
                    <a:pt x="480" y="9"/>
                    <a:pt x="9" y="480"/>
                    <a:pt x="1" y="1074"/>
                  </a:cubicBezTo>
                  <a:cubicBezTo>
                    <a:pt x="1" y="1712"/>
                    <a:pt x="529" y="2137"/>
                    <a:pt x="1077" y="2137"/>
                  </a:cubicBezTo>
                  <a:cubicBezTo>
                    <a:pt x="1339" y="2137"/>
                    <a:pt x="1606" y="2040"/>
                    <a:pt x="1822"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60"/>
            <p:cNvSpPr/>
            <p:nvPr/>
          </p:nvSpPr>
          <p:spPr>
            <a:xfrm>
              <a:off x="3437450" y="3171075"/>
              <a:ext cx="62425" cy="53275"/>
            </a:xfrm>
            <a:custGeom>
              <a:rect b="b" l="l" r="r" t="t"/>
              <a:pathLst>
                <a:path extrusionOk="0" h="2131" w="2497">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60"/>
            <p:cNvSpPr/>
            <p:nvPr/>
          </p:nvSpPr>
          <p:spPr>
            <a:xfrm>
              <a:off x="3437450" y="2561575"/>
              <a:ext cx="62425" cy="53425"/>
            </a:xfrm>
            <a:custGeom>
              <a:rect b="b" l="l" r="r" t="t"/>
              <a:pathLst>
                <a:path extrusionOk="0" h="2137" w="2497">
                  <a:moveTo>
                    <a:pt x="1074" y="0"/>
                  </a:moveTo>
                  <a:cubicBezTo>
                    <a:pt x="480" y="8"/>
                    <a:pt x="9" y="480"/>
                    <a:pt x="1" y="1073"/>
                  </a:cubicBezTo>
                  <a:cubicBezTo>
                    <a:pt x="1" y="1711"/>
                    <a:pt x="529" y="2137"/>
                    <a:pt x="1077" y="2137"/>
                  </a:cubicBezTo>
                  <a:cubicBezTo>
                    <a:pt x="1339" y="2137"/>
                    <a:pt x="1606" y="2039"/>
                    <a:pt x="1822" y="1821"/>
                  </a:cubicBezTo>
                  <a:cubicBezTo>
                    <a:pt x="2496"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60"/>
            <p:cNvSpPr/>
            <p:nvPr/>
          </p:nvSpPr>
          <p:spPr>
            <a:xfrm>
              <a:off x="3437450" y="2485550"/>
              <a:ext cx="62425" cy="53300"/>
            </a:xfrm>
            <a:custGeom>
              <a:rect b="b" l="l" r="r" t="t"/>
              <a:pathLst>
                <a:path extrusionOk="0" h="2132" w="2497">
                  <a:moveTo>
                    <a:pt x="1074" y="1"/>
                  </a:moveTo>
                  <a:cubicBezTo>
                    <a:pt x="480" y="1"/>
                    <a:pt x="9" y="480"/>
                    <a:pt x="1" y="1066"/>
                  </a:cubicBezTo>
                  <a:cubicBezTo>
                    <a:pt x="1" y="1708"/>
                    <a:pt x="527" y="2131"/>
                    <a:pt x="1073" y="2131"/>
                  </a:cubicBezTo>
                  <a:cubicBezTo>
                    <a:pt x="1337" y="2131"/>
                    <a:pt x="1605" y="2033"/>
                    <a:pt x="1822" y="1814"/>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60"/>
            <p:cNvSpPr/>
            <p:nvPr/>
          </p:nvSpPr>
          <p:spPr>
            <a:xfrm>
              <a:off x="3361450" y="3171075"/>
              <a:ext cx="62200" cy="53275"/>
            </a:xfrm>
            <a:custGeom>
              <a:rect b="b" l="l" r="r" t="t"/>
              <a:pathLst>
                <a:path extrusionOk="0" h="2131" w="2488">
                  <a:moveTo>
                    <a:pt x="1065" y="0"/>
                  </a:moveTo>
                  <a:cubicBezTo>
                    <a:pt x="472" y="0"/>
                    <a:pt x="0" y="472"/>
                    <a:pt x="0" y="1065"/>
                  </a:cubicBezTo>
                  <a:cubicBezTo>
                    <a:pt x="0" y="1707"/>
                    <a:pt x="523" y="2131"/>
                    <a:pt x="1067" y="2131"/>
                  </a:cubicBezTo>
                  <a:cubicBezTo>
                    <a:pt x="1329" y="2131"/>
                    <a:pt x="1597" y="2032"/>
                    <a:pt x="1813"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60"/>
            <p:cNvSpPr/>
            <p:nvPr/>
          </p:nvSpPr>
          <p:spPr>
            <a:xfrm>
              <a:off x="3361450" y="2714000"/>
              <a:ext cx="62200" cy="53350"/>
            </a:xfrm>
            <a:custGeom>
              <a:rect b="b" l="l" r="r" t="t"/>
              <a:pathLst>
                <a:path extrusionOk="0" h="2134"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60"/>
            <p:cNvSpPr/>
            <p:nvPr/>
          </p:nvSpPr>
          <p:spPr>
            <a:xfrm>
              <a:off x="3361450" y="2637775"/>
              <a:ext cx="62200" cy="53450"/>
            </a:xfrm>
            <a:custGeom>
              <a:rect b="b" l="l" r="r" t="t"/>
              <a:pathLst>
                <a:path extrusionOk="0" h="2138" w="2488">
                  <a:moveTo>
                    <a:pt x="1065" y="1"/>
                  </a:moveTo>
                  <a:cubicBezTo>
                    <a:pt x="472"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60"/>
            <p:cNvSpPr/>
            <p:nvPr/>
          </p:nvSpPr>
          <p:spPr>
            <a:xfrm>
              <a:off x="3361450" y="2561575"/>
              <a:ext cx="62200" cy="53425"/>
            </a:xfrm>
            <a:custGeom>
              <a:rect b="b" l="l" r="r" t="t"/>
              <a:pathLst>
                <a:path extrusionOk="0" h="2137" w="2488">
                  <a:moveTo>
                    <a:pt x="1065" y="0"/>
                  </a:moveTo>
                  <a:cubicBezTo>
                    <a:pt x="472" y="8"/>
                    <a:pt x="0" y="480"/>
                    <a:pt x="0" y="1073"/>
                  </a:cubicBezTo>
                  <a:cubicBezTo>
                    <a:pt x="0" y="1711"/>
                    <a:pt x="525" y="2137"/>
                    <a:pt x="1070" y="2137"/>
                  </a:cubicBezTo>
                  <a:cubicBezTo>
                    <a:pt x="1332" y="2137"/>
                    <a:pt x="1597" y="2039"/>
                    <a:pt x="1813"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60"/>
            <p:cNvSpPr/>
            <p:nvPr/>
          </p:nvSpPr>
          <p:spPr>
            <a:xfrm>
              <a:off x="3285225" y="317107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60"/>
            <p:cNvSpPr/>
            <p:nvPr/>
          </p:nvSpPr>
          <p:spPr>
            <a:xfrm>
              <a:off x="3285225" y="309485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60"/>
            <p:cNvSpPr/>
            <p:nvPr/>
          </p:nvSpPr>
          <p:spPr>
            <a:xfrm>
              <a:off x="3285225"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60"/>
            <p:cNvSpPr/>
            <p:nvPr/>
          </p:nvSpPr>
          <p:spPr>
            <a:xfrm>
              <a:off x="3285225"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60"/>
            <p:cNvSpPr/>
            <p:nvPr/>
          </p:nvSpPr>
          <p:spPr>
            <a:xfrm>
              <a:off x="3209025" y="309485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60"/>
            <p:cNvSpPr/>
            <p:nvPr/>
          </p:nvSpPr>
          <p:spPr>
            <a:xfrm>
              <a:off x="3209025" y="301865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60"/>
            <p:cNvSpPr/>
            <p:nvPr/>
          </p:nvSpPr>
          <p:spPr>
            <a:xfrm>
              <a:off x="3209025" y="2942425"/>
              <a:ext cx="62200" cy="53450"/>
            </a:xfrm>
            <a:custGeom>
              <a:rect b="b" l="l" r="r" t="t"/>
              <a:pathLst>
                <a:path extrusionOk="0" h="2138" w="2488">
                  <a:moveTo>
                    <a:pt x="1065" y="1"/>
                  </a:moveTo>
                  <a:cubicBezTo>
                    <a:pt x="480" y="9"/>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60"/>
            <p:cNvSpPr/>
            <p:nvPr/>
          </p:nvSpPr>
          <p:spPr>
            <a:xfrm>
              <a:off x="3209025" y="286642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60"/>
            <p:cNvSpPr/>
            <p:nvPr/>
          </p:nvSpPr>
          <p:spPr>
            <a:xfrm>
              <a:off x="3209025" y="279020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60"/>
            <p:cNvSpPr/>
            <p:nvPr/>
          </p:nvSpPr>
          <p:spPr>
            <a:xfrm>
              <a:off x="4199400" y="29424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60"/>
            <p:cNvSpPr/>
            <p:nvPr/>
          </p:nvSpPr>
          <p:spPr>
            <a:xfrm>
              <a:off x="3132800" y="111432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60"/>
            <p:cNvSpPr/>
            <p:nvPr/>
          </p:nvSpPr>
          <p:spPr>
            <a:xfrm>
              <a:off x="3056800" y="11143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60"/>
            <p:cNvSpPr/>
            <p:nvPr/>
          </p:nvSpPr>
          <p:spPr>
            <a:xfrm>
              <a:off x="4351600" y="1647400"/>
              <a:ext cx="62425" cy="53450"/>
            </a:xfrm>
            <a:custGeom>
              <a:rect b="b" l="l" r="r" t="t"/>
              <a:pathLst>
                <a:path extrusionOk="0" h="2138" w="2497">
                  <a:moveTo>
                    <a:pt x="1074" y="1"/>
                  </a:moveTo>
                  <a:cubicBezTo>
                    <a:pt x="481" y="1"/>
                    <a:pt x="9" y="481"/>
                    <a:pt x="1" y="1066"/>
                  </a:cubicBezTo>
                  <a:cubicBezTo>
                    <a:pt x="1" y="1710"/>
                    <a:pt x="530" y="2138"/>
                    <a:pt x="1078" y="2138"/>
                  </a:cubicBezTo>
                  <a:cubicBezTo>
                    <a:pt x="1340" y="2138"/>
                    <a:pt x="1607"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60"/>
            <p:cNvSpPr/>
            <p:nvPr/>
          </p:nvSpPr>
          <p:spPr>
            <a:xfrm>
              <a:off x="4351600" y="1723625"/>
              <a:ext cx="62425" cy="53350"/>
            </a:xfrm>
            <a:custGeom>
              <a:rect b="b" l="l" r="r" t="t"/>
              <a:pathLst>
                <a:path extrusionOk="0" h="2134" w="2497">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60"/>
            <p:cNvSpPr/>
            <p:nvPr/>
          </p:nvSpPr>
          <p:spPr>
            <a:xfrm>
              <a:off x="4351600" y="17998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60"/>
            <p:cNvSpPr/>
            <p:nvPr/>
          </p:nvSpPr>
          <p:spPr>
            <a:xfrm>
              <a:off x="4351600" y="1876050"/>
              <a:ext cx="62425" cy="53350"/>
            </a:xfrm>
            <a:custGeom>
              <a:rect b="b" l="l" r="r" t="t"/>
              <a:pathLst>
                <a:path extrusionOk="0" h="2134" w="2497">
                  <a:moveTo>
                    <a:pt x="1074" y="1"/>
                  </a:moveTo>
                  <a:cubicBezTo>
                    <a:pt x="481" y="1"/>
                    <a:pt x="9" y="472"/>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60"/>
            <p:cNvSpPr/>
            <p:nvPr/>
          </p:nvSpPr>
          <p:spPr>
            <a:xfrm>
              <a:off x="4351600" y="1952050"/>
              <a:ext cx="62425" cy="53450"/>
            </a:xfrm>
            <a:custGeom>
              <a:rect b="b" l="l" r="r" t="t"/>
              <a:pathLst>
                <a:path extrusionOk="0" h="2138" w="2497">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60"/>
            <p:cNvSpPr/>
            <p:nvPr/>
          </p:nvSpPr>
          <p:spPr>
            <a:xfrm>
              <a:off x="4351600" y="2028275"/>
              <a:ext cx="62425" cy="53450"/>
            </a:xfrm>
            <a:custGeom>
              <a:rect b="b" l="l" r="r" t="t"/>
              <a:pathLst>
                <a:path extrusionOk="0" h="2138" w="2497">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60"/>
            <p:cNvSpPr/>
            <p:nvPr/>
          </p:nvSpPr>
          <p:spPr>
            <a:xfrm>
              <a:off x="4351600" y="21045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60"/>
            <p:cNvSpPr/>
            <p:nvPr/>
          </p:nvSpPr>
          <p:spPr>
            <a:xfrm>
              <a:off x="3970950" y="1876050"/>
              <a:ext cx="62225" cy="53350"/>
            </a:xfrm>
            <a:custGeom>
              <a:rect b="b" l="l" r="r" t="t"/>
              <a:pathLst>
                <a:path extrusionOk="0" h="2134" w="2489">
                  <a:moveTo>
                    <a:pt x="1065" y="1"/>
                  </a:moveTo>
                  <a:cubicBezTo>
                    <a:pt x="472" y="1"/>
                    <a:pt x="1" y="472"/>
                    <a:pt x="1" y="1066"/>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60"/>
            <p:cNvSpPr/>
            <p:nvPr/>
          </p:nvSpPr>
          <p:spPr>
            <a:xfrm>
              <a:off x="3970950" y="1952050"/>
              <a:ext cx="62225" cy="53450"/>
            </a:xfrm>
            <a:custGeom>
              <a:rect b="b" l="l" r="r" t="t"/>
              <a:pathLst>
                <a:path extrusionOk="0" h="2138" w="2489">
                  <a:moveTo>
                    <a:pt x="1065" y="1"/>
                  </a:moveTo>
                  <a:cubicBezTo>
                    <a:pt x="472" y="9"/>
                    <a:pt x="1" y="481"/>
                    <a:pt x="1" y="1074"/>
                  </a:cubicBezTo>
                  <a:cubicBezTo>
                    <a:pt x="1" y="1712"/>
                    <a:pt x="525" y="2138"/>
                    <a:pt x="1071" y="2138"/>
                  </a:cubicBezTo>
                  <a:cubicBezTo>
                    <a:pt x="1332" y="2138"/>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60"/>
            <p:cNvSpPr/>
            <p:nvPr/>
          </p:nvSpPr>
          <p:spPr>
            <a:xfrm>
              <a:off x="366610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60"/>
            <p:cNvSpPr/>
            <p:nvPr/>
          </p:nvSpPr>
          <p:spPr>
            <a:xfrm>
              <a:off x="3742300" y="2028275"/>
              <a:ext cx="62225" cy="53450"/>
            </a:xfrm>
            <a:custGeom>
              <a:rect b="b" l="l" r="r" t="t"/>
              <a:pathLst>
                <a:path extrusionOk="0" h="2138" w="2489">
                  <a:moveTo>
                    <a:pt x="1066" y="1"/>
                  </a:moveTo>
                  <a:cubicBezTo>
                    <a:pt x="481" y="1"/>
                    <a:pt x="1" y="480"/>
                    <a:pt x="1" y="1065"/>
                  </a:cubicBezTo>
                  <a:cubicBezTo>
                    <a:pt x="1" y="1709"/>
                    <a:pt x="526" y="2137"/>
                    <a:pt x="1072" y="2137"/>
                  </a:cubicBezTo>
                  <a:cubicBezTo>
                    <a:pt x="1333" y="2137"/>
                    <a:pt x="1598" y="2040"/>
                    <a:pt x="1814" y="1821"/>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60"/>
            <p:cNvSpPr/>
            <p:nvPr/>
          </p:nvSpPr>
          <p:spPr>
            <a:xfrm>
              <a:off x="3742300" y="1952050"/>
              <a:ext cx="62225" cy="53450"/>
            </a:xfrm>
            <a:custGeom>
              <a:rect b="b" l="l" r="r" t="t"/>
              <a:pathLst>
                <a:path extrusionOk="0" h="2138" w="2489">
                  <a:moveTo>
                    <a:pt x="1066" y="1"/>
                  </a:moveTo>
                  <a:cubicBezTo>
                    <a:pt x="481" y="9"/>
                    <a:pt x="1" y="481"/>
                    <a:pt x="1" y="1074"/>
                  </a:cubicBezTo>
                  <a:cubicBezTo>
                    <a:pt x="1" y="1712"/>
                    <a:pt x="525" y="2138"/>
                    <a:pt x="1071" y="2138"/>
                  </a:cubicBezTo>
                  <a:cubicBezTo>
                    <a:pt x="1332" y="2138"/>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60"/>
            <p:cNvSpPr/>
            <p:nvPr/>
          </p:nvSpPr>
          <p:spPr>
            <a:xfrm>
              <a:off x="3818525" y="1952050"/>
              <a:ext cx="62225" cy="53450"/>
            </a:xfrm>
            <a:custGeom>
              <a:rect b="b" l="l" r="r" t="t"/>
              <a:pathLst>
                <a:path extrusionOk="0" h="2138" w="2489">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60"/>
            <p:cNvSpPr/>
            <p:nvPr/>
          </p:nvSpPr>
          <p:spPr>
            <a:xfrm>
              <a:off x="3894725" y="1952050"/>
              <a:ext cx="62225" cy="53450"/>
            </a:xfrm>
            <a:custGeom>
              <a:rect b="b" l="l" r="r" t="t"/>
              <a:pathLst>
                <a:path extrusionOk="0" h="2138" w="2489">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60"/>
            <p:cNvSpPr/>
            <p:nvPr/>
          </p:nvSpPr>
          <p:spPr>
            <a:xfrm>
              <a:off x="3894725" y="2028275"/>
              <a:ext cx="62225" cy="53450"/>
            </a:xfrm>
            <a:custGeom>
              <a:rect b="b" l="l" r="r" t="t"/>
              <a:pathLst>
                <a:path extrusionOk="0" h="2138" w="2489">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60"/>
            <p:cNvSpPr/>
            <p:nvPr/>
          </p:nvSpPr>
          <p:spPr>
            <a:xfrm>
              <a:off x="3970950" y="2028275"/>
              <a:ext cx="62225" cy="53450"/>
            </a:xfrm>
            <a:custGeom>
              <a:rect b="b" l="l" r="r" t="t"/>
              <a:pathLst>
                <a:path extrusionOk="0" h="2138" w="2489">
                  <a:moveTo>
                    <a:pt x="1065" y="1"/>
                  </a:moveTo>
                  <a:cubicBezTo>
                    <a:pt x="472" y="1"/>
                    <a:pt x="1" y="480"/>
                    <a:pt x="1" y="1065"/>
                  </a:cubicBezTo>
                  <a:cubicBezTo>
                    <a:pt x="1" y="1709"/>
                    <a:pt x="526" y="2137"/>
                    <a:pt x="1072" y="2137"/>
                  </a:cubicBezTo>
                  <a:cubicBezTo>
                    <a:pt x="1332" y="2137"/>
                    <a:pt x="1598" y="2040"/>
                    <a:pt x="1813"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60"/>
            <p:cNvSpPr/>
            <p:nvPr/>
          </p:nvSpPr>
          <p:spPr>
            <a:xfrm>
              <a:off x="3970950" y="2104500"/>
              <a:ext cx="62225" cy="53325"/>
            </a:xfrm>
            <a:custGeom>
              <a:rect b="b" l="l" r="r" t="t"/>
              <a:pathLst>
                <a:path extrusionOk="0" h="2133"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60"/>
            <p:cNvSpPr/>
            <p:nvPr/>
          </p:nvSpPr>
          <p:spPr>
            <a:xfrm>
              <a:off x="4046950" y="1876050"/>
              <a:ext cx="62425" cy="53275"/>
            </a:xfrm>
            <a:custGeom>
              <a:rect b="b" l="l" r="r" t="t"/>
              <a:pathLst>
                <a:path extrusionOk="0" h="2131" w="2497">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60"/>
            <p:cNvSpPr/>
            <p:nvPr/>
          </p:nvSpPr>
          <p:spPr>
            <a:xfrm>
              <a:off x="4046950" y="1952050"/>
              <a:ext cx="62425" cy="53450"/>
            </a:xfrm>
            <a:custGeom>
              <a:rect b="b" l="l" r="r" t="t"/>
              <a:pathLst>
                <a:path extrusionOk="0" h="2138" w="2497">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60"/>
            <p:cNvSpPr/>
            <p:nvPr/>
          </p:nvSpPr>
          <p:spPr>
            <a:xfrm>
              <a:off x="4046950" y="2028275"/>
              <a:ext cx="62425" cy="53450"/>
            </a:xfrm>
            <a:custGeom>
              <a:rect b="b" l="l" r="r" t="t"/>
              <a:pathLst>
                <a:path extrusionOk="0" h="2138" w="2497">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60"/>
            <p:cNvSpPr/>
            <p:nvPr/>
          </p:nvSpPr>
          <p:spPr>
            <a:xfrm>
              <a:off x="4046950" y="21045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p60"/>
            <p:cNvSpPr/>
            <p:nvPr/>
          </p:nvSpPr>
          <p:spPr>
            <a:xfrm>
              <a:off x="4123175" y="172362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60"/>
            <p:cNvSpPr/>
            <p:nvPr/>
          </p:nvSpPr>
          <p:spPr>
            <a:xfrm>
              <a:off x="4123175" y="17998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60"/>
            <p:cNvSpPr/>
            <p:nvPr/>
          </p:nvSpPr>
          <p:spPr>
            <a:xfrm>
              <a:off x="4123175" y="1876050"/>
              <a:ext cx="62425" cy="53350"/>
            </a:xfrm>
            <a:custGeom>
              <a:rect b="b" l="l" r="r" t="t"/>
              <a:pathLst>
                <a:path extrusionOk="0" h="2134" w="2497">
                  <a:moveTo>
                    <a:pt x="1065" y="1"/>
                  </a:moveTo>
                  <a:cubicBezTo>
                    <a:pt x="480" y="1"/>
                    <a:pt x="0" y="472"/>
                    <a:pt x="0" y="1066"/>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7" name="Google Shape;2327;p60"/>
            <p:cNvSpPr/>
            <p:nvPr/>
          </p:nvSpPr>
          <p:spPr>
            <a:xfrm>
              <a:off x="4123175" y="1952050"/>
              <a:ext cx="62425" cy="53450"/>
            </a:xfrm>
            <a:custGeom>
              <a:rect b="b" l="l" r="r" t="t"/>
              <a:pathLst>
                <a:path extrusionOk="0" h="2138" w="2497">
                  <a:moveTo>
                    <a:pt x="1065" y="1"/>
                  </a:moveTo>
                  <a:cubicBezTo>
                    <a:pt x="480" y="9"/>
                    <a:pt x="0" y="481"/>
                    <a:pt x="0" y="1074"/>
                  </a:cubicBezTo>
                  <a:cubicBezTo>
                    <a:pt x="0" y="1712"/>
                    <a:pt x="525" y="2138"/>
                    <a:pt x="1073" y="2138"/>
                  </a:cubicBezTo>
                  <a:cubicBezTo>
                    <a:pt x="1335" y="2138"/>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60"/>
            <p:cNvSpPr/>
            <p:nvPr/>
          </p:nvSpPr>
          <p:spPr>
            <a:xfrm>
              <a:off x="4123175" y="2028275"/>
              <a:ext cx="62425" cy="53450"/>
            </a:xfrm>
            <a:custGeom>
              <a:rect b="b" l="l" r="r" t="t"/>
              <a:pathLst>
                <a:path extrusionOk="0" h="2138" w="2497">
                  <a:moveTo>
                    <a:pt x="1065" y="1"/>
                  </a:moveTo>
                  <a:cubicBezTo>
                    <a:pt x="480" y="1"/>
                    <a:pt x="0" y="480"/>
                    <a:pt x="0" y="1065"/>
                  </a:cubicBezTo>
                  <a:cubicBezTo>
                    <a:pt x="0" y="1709"/>
                    <a:pt x="526" y="2137"/>
                    <a:pt x="1074" y="2137"/>
                  </a:cubicBezTo>
                  <a:cubicBezTo>
                    <a:pt x="1336" y="2137"/>
                    <a:pt x="1603" y="2040"/>
                    <a:pt x="1821" y="1821"/>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60"/>
            <p:cNvSpPr/>
            <p:nvPr/>
          </p:nvSpPr>
          <p:spPr>
            <a:xfrm>
              <a:off x="4123175"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60"/>
            <p:cNvSpPr/>
            <p:nvPr/>
          </p:nvSpPr>
          <p:spPr>
            <a:xfrm>
              <a:off x="4199400"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1" name="Google Shape;2331;p60"/>
            <p:cNvSpPr/>
            <p:nvPr/>
          </p:nvSpPr>
          <p:spPr>
            <a:xfrm>
              <a:off x="4199400"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60"/>
            <p:cNvSpPr/>
            <p:nvPr/>
          </p:nvSpPr>
          <p:spPr>
            <a:xfrm>
              <a:off x="4199400" y="1876050"/>
              <a:ext cx="62200" cy="53275"/>
            </a:xfrm>
            <a:custGeom>
              <a:rect b="b" l="l" r="r" t="t"/>
              <a:pathLst>
                <a:path extrusionOk="0" h="2131" w="2488">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p60"/>
            <p:cNvSpPr/>
            <p:nvPr/>
          </p:nvSpPr>
          <p:spPr>
            <a:xfrm>
              <a:off x="4199400" y="1952050"/>
              <a:ext cx="62200" cy="53450"/>
            </a:xfrm>
            <a:custGeom>
              <a:rect b="b" l="l" r="r" t="t"/>
              <a:pathLst>
                <a:path extrusionOk="0" h="2138" w="2488">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60"/>
            <p:cNvSpPr/>
            <p:nvPr/>
          </p:nvSpPr>
          <p:spPr>
            <a:xfrm>
              <a:off x="4199400"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60"/>
            <p:cNvSpPr/>
            <p:nvPr/>
          </p:nvSpPr>
          <p:spPr>
            <a:xfrm>
              <a:off x="4199400" y="21045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6" name="Google Shape;2336;p60"/>
            <p:cNvSpPr/>
            <p:nvPr/>
          </p:nvSpPr>
          <p:spPr>
            <a:xfrm>
              <a:off x="4199400" y="2180700"/>
              <a:ext cx="62200" cy="53350"/>
            </a:xfrm>
            <a:custGeom>
              <a:rect b="b" l="l" r="r" t="t"/>
              <a:pathLst>
                <a:path extrusionOk="0" h="2134" w="2488">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p60"/>
            <p:cNvSpPr/>
            <p:nvPr/>
          </p:nvSpPr>
          <p:spPr>
            <a:xfrm>
              <a:off x="4275600"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60"/>
            <p:cNvSpPr/>
            <p:nvPr/>
          </p:nvSpPr>
          <p:spPr>
            <a:xfrm>
              <a:off x="4275600"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60"/>
            <p:cNvSpPr/>
            <p:nvPr/>
          </p:nvSpPr>
          <p:spPr>
            <a:xfrm>
              <a:off x="4275600"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60"/>
            <p:cNvSpPr/>
            <p:nvPr/>
          </p:nvSpPr>
          <p:spPr>
            <a:xfrm>
              <a:off x="4275600"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29" y="2131"/>
                    <a:pt x="1597" y="2033"/>
                    <a:pt x="1813"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60"/>
            <p:cNvSpPr/>
            <p:nvPr/>
          </p:nvSpPr>
          <p:spPr>
            <a:xfrm>
              <a:off x="427560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3"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60"/>
            <p:cNvSpPr/>
            <p:nvPr/>
          </p:nvSpPr>
          <p:spPr>
            <a:xfrm>
              <a:off x="4275600"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3"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60"/>
            <p:cNvSpPr/>
            <p:nvPr/>
          </p:nvSpPr>
          <p:spPr>
            <a:xfrm>
              <a:off x="4275600"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60"/>
            <p:cNvSpPr/>
            <p:nvPr/>
          </p:nvSpPr>
          <p:spPr>
            <a:xfrm>
              <a:off x="4275600"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60"/>
            <p:cNvSpPr/>
            <p:nvPr/>
          </p:nvSpPr>
          <p:spPr>
            <a:xfrm>
              <a:off x="4351600" y="2180700"/>
              <a:ext cx="62425" cy="53350"/>
            </a:xfrm>
            <a:custGeom>
              <a:rect b="b" l="l" r="r" t="t"/>
              <a:pathLst>
                <a:path extrusionOk="0" h="2134" w="2497">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60"/>
            <p:cNvSpPr/>
            <p:nvPr/>
          </p:nvSpPr>
          <p:spPr>
            <a:xfrm>
              <a:off x="4427825" y="1647400"/>
              <a:ext cx="62425" cy="53450"/>
            </a:xfrm>
            <a:custGeom>
              <a:rect b="b" l="l" r="r" t="t"/>
              <a:pathLst>
                <a:path extrusionOk="0" h="2138" w="2497">
                  <a:moveTo>
                    <a:pt x="1065" y="1"/>
                  </a:moveTo>
                  <a:cubicBezTo>
                    <a:pt x="480" y="9"/>
                    <a:pt x="9"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60"/>
            <p:cNvSpPr/>
            <p:nvPr/>
          </p:nvSpPr>
          <p:spPr>
            <a:xfrm>
              <a:off x="4427825" y="1723625"/>
              <a:ext cx="62425" cy="53350"/>
            </a:xfrm>
            <a:custGeom>
              <a:rect b="b" l="l" r="r" t="t"/>
              <a:pathLst>
                <a:path extrusionOk="0" h="2134" w="2497">
                  <a:moveTo>
                    <a:pt x="1065" y="1"/>
                  </a:moveTo>
                  <a:cubicBezTo>
                    <a:pt x="480" y="1"/>
                    <a:pt x="9"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60"/>
            <p:cNvSpPr/>
            <p:nvPr/>
          </p:nvSpPr>
          <p:spPr>
            <a:xfrm>
              <a:off x="4427825" y="1799850"/>
              <a:ext cx="62425" cy="53325"/>
            </a:xfrm>
            <a:custGeom>
              <a:rect b="b" l="l" r="r" t="t"/>
              <a:pathLst>
                <a:path extrusionOk="0" h="2133" w="2497">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60"/>
            <p:cNvSpPr/>
            <p:nvPr/>
          </p:nvSpPr>
          <p:spPr>
            <a:xfrm>
              <a:off x="4427825" y="1876050"/>
              <a:ext cx="62425" cy="53275"/>
            </a:xfrm>
            <a:custGeom>
              <a:rect b="b" l="l" r="r" t="t"/>
              <a:pathLst>
                <a:path extrusionOk="0" h="2131" w="2497">
                  <a:moveTo>
                    <a:pt x="1065" y="1"/>
                  </a:moveTo>
                  <a:cubicBezTo>
                    <a:pt x="480" y="1"/>
                    <a:pt x="9" y="472"/>
                    <a:pt x="1" y="1066"/>
                  </a:cubicBezTo>
                  <a:cubicBezTo>
                    <a:pt x="1" y="1707"/>
                    <a:pt x="523" y="2131"/>
                    <a:pt x="1070" y="2131"/>
                  </a:cubicBezTo>
                  <a:cubicBezTo>
                    <a:pt x="1333" y="2131"/>
                    <a:pt x="1602" y="2033"/>
                    <a:pt x="1822" y="1813"/>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60"/>
            <p:cNvSpPr/>
            <p:nvPr/>
          </p:nvSpPr>
          <p:spPr>
            <a:xfrm>
              <a:off x="4427825" y="1952050"/>
              <a:ext cx="62425" cy="53450"/>
            </a:xfrm>
            <a:custGeom>
              <a:rect b="b" l="l" r="r" t="t"/>
              <a:pathLst>
                <a:path extrusionOk="0" h="2138" w="2497">
                  <a:moveTo>
                    <a:pt x="1065" y="1"/>
                  </a:moveTo>
                  <a:cubicBezTo>
                    <a:pt x="480" y="9"/>
                    <a:pt x="9" y="481"/>
                    <a:pt x="1" y="1074"/>
                  </a:cubicBezTo>
                  <a:cubicBezTo>
                    <a:pt x="1" y="1712"/>
                    <a:pt x="525" y="2138"/>
                    <a:pt x="1073" y="2138"/>
                  </a:cubicBezTo>
                  <a:cubicBezTo>
                    <a:pt x="1335" y="2138"/>
                    <a:pt x="1603" y="2040"/>
                    <a:pt x="1822"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60"/>
            <p:cNvSpPr/>
            <p:nvPr/>
          </p:nvSpPr>
          <p:spPr>
            <a:xfrm>
              <a:off x="4427825" y="2028275"/>
              <a:ext cx="62425" cy="53450"/>
            </a:xfrm>
            <a:custGeom>
              <a:rect b="b" l="l" r="r" t="t"/>
              <a:pathLst>
                <a:path extrusionOk="0" h="2138" w="2497">
                  <a:moveTo>
                    <a:pt x="1065" y="1"/>
                  </a:moveTo>
                  <a:cubicBezTo>
                    <a:pt x="480" y="1"/>
                    <a:pt x="9" y="480"/>
                    <a:pt x="1" y="1065"/>
                  </a:cubicBezTo>
                  <a:cubicBezTo>
                    <a:pt x="1" y="1709"/>
                    <a:pt x="526" y="2137"/>
                    <a:pt x="1074" y="2137"/>
                  </a:cubicBezTo>
                  <a:cubicBezTo>
                    <a:pt x="1336" y="2137"/>
                    <a:pt x="1603" y="2040"/>
                    <a:pt x="1822" y="1821"/>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60"/>
            <p:cNvSpPr/>
            <p:nvPr/>
          </p:nvSpPr>
          <p:spPr>
            <a:xfrm>
              <a:off x="4427825" y="2104500"/>
              <a:ext cx="62425" cy="53325"/>
            </a:xfrm>
            <a:custGeom>
              <a:rect b="b" l="l" r="r" t="t"/>
              <a:pathLst>
                <a:path extrusionOk="0" h="2133" w="2497">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60"/>
            <p:cNvSpPr/>
            <p:nvPr/>
          </p:nvSpPr>
          <p:spPr>
            <a:xfrm>
              <a:off x="4427825" y="2180700"/>
              <a:ext cx="62425" cy="53350"/>
            </a:xfrm>
            <a:custGeom>
              <a:rect b="b" l="l" r="r" t="t"/>
              <a:pathLst>
                <a:path extrusionOk="0" h="2134" w="2497">
                  <a:moveTo>
                    <a:pt x="1065" y="1"/>
                  </a:moveTo>
                  <a:cubicBezTo>
                    <a:pt x="480" y="1"/>
                    <a:pt x="9" y="480"/>
                    <a:pt x="1" y="1066"/>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60"/>
            <p:cNvSpPr/>
            <p:nvPr/>
          </p:nvSpPr>
          <p:spPr>
            <a:xfrm>
              <a:off x="4427825" y="1571400"/>
              <a:ext cx="62350" cy="53250"/>
            </a:xfrm>
            <a:custGeom>
              <a:rect b="b" l="l" r="r" t="t"/>
              <a:pathLst>
                <a:path extrusionOk="0" h="2130" w="2494">
                  <a:moveTo>
                    <a:pt x="1075" y="1"/>
                  </a:moveTo>
                  <a:cubicBezTo>
                    <a:pt x="1072" y="1"/>
                    <a:pt x="1069" y="1"/>
                    <a:pt x="1065" y="1"/>
                  </a:cubicBezTo>
                  <a:cubicBezTo>
                    <a:pt x="480" y="1"/>
                    <a:pt x="9" y="472"/>
                    <a:pt x="1" y="1066"/>
                  </a:cubicBezTo>
                  <a:cubicBezTo>
                    <a:pt x="1" y="1703"/>
                    <a:pt x="525" y="2129"/>
                    <a:pt x="1073" y="2129"/>
                  </a:cubicBezTo>
                  <a:cubicBezTo>
                    <a:pt x="1335" y="2129"/>
                    <a:pt x="1603" y="2032"/>
                    <a:pt x="1822" y="1813"/>
                  </a:cubicBezTo>
                  <a:cubicBezTo>
                    <a:pt x="2494"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60"/>
            <p:cNvSpPr/>
            <p:nvPr/>
          </p:nvSpPr>
          <p:spPr>
            <a:xfrm>
              <a:off x="4351600" y="1571400"/>
              <a:ext cx="62425" cy="53250"/>
            </a:xfrm>
            <a:custGeom>
              <a:rect b="b" l="l" r="r" t="t"/>
              <a:pathLst>
                <a:path extrusionOk="0" h="2130" w="2497">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60"/>
            <p:cNvSpPr/>
            <p:nvPr/>
          </p:nvSpPr>
          <p:spPr>
            <a:xfrm>
              <a:off x="427560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60"/>
            <p:cNvSpPr/>
            <p:nvPr/>
          </p:nvSpPr>
          <p:spPr>
            <a:xfrm>
              <a:off x="427560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60"/>
            <p:cNvSpPr/>
            <p:nvPr/>
          </p:nvSpPr>
          <p:spPr>
            <a:xfrm>
              <a:off x="419940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60"/>
            <p:cNvSpPr/>
            <p:nvPr/>
          </p:nvSpPr>
          <p:spPr>
            <a:xfrm>
              <a:off x="4199400" y="1571400"/>
              <a:ext cx="62200" cy="53250"/>
            </a:xfrm>
            <a:custGeom>
              <a:rect b="b" l="l" r="r" t="t"/>
              <a:pathLst>
                <a:path extrusionOk="0" h="2130" w="2488">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60"/>
            <p:cNvSpPr/>
            <p:nvPr/>
          </p:nvSpPr>
          <p:spPr>
            <a:xfrm>
              <a:off x="419940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60"/>
            <p:cNvSpPr/>
            <p:nvPr/>
          </p:nvSpPr>
          <p:spPr>
            <a:xfrm>
              <a:off x="4199400"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60"/>
            <p:cNvSpPr/>
            <p:nvPr/>
          </p:nvSpPr>
          <p:spPr>
            <a:xfrm>
              <a:off x="4123175" y="2180700"/>
              <a:ext cx="62425" cy="53350"/>
            </a:xfrm>
            <a:custGeom>
              <a:rect b="b" l="l" r="r" t="t"/>
              <a:pathLst>
                <a:path extrusionOk="0" h="2134" w="2497">
                  <a:moveTo>
                    <a:pt x="1065" y="1"/>
                  </a:moveTo>
                  <a:cubicBezTo>
                    <a:pt x="480" y="1"/>
                    <a:pt x="0" y="480"/>
                    <a:pt x="0" y="1066"/>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60"/>
            <p:cNvSpPr/>
            <p:nvPr/>
          </p:nvSpPr>
          <p:spPr>
            <a:xfrm>
              <a:off x="4123175" y="1647400"/>
              <a:ext cx="62425" cy="53450"/>
            </a:xfrm>
            <a:custGeom>
              <a:rect b="b" l="l" r="r" t="t"/>
              <a:pathLst>
                <a:path extrusionOk="0" h="2138" w="2497">
                  <a:moveTo>
                    <a:pt x="1065" y="1"/>
                  </a:moveTo>
                  <a:cubicBezTo>
                    <a:pt x="480" y="1"/>
                    <a:pt x="0" y="481"/>
                    <a:pt x="0" y="1066"/>
                  </a:cubicBezTo>
                  <a:cubicBezTo>
                    <a:pt x="0" y="1710"/>
                    <a:pt x="526" y="2138"/>
                    <a:pt x="1074" y="2138"/>
                  </a:cubicBezTo>
                  <a:cubicBezTo>
                    <a:pt x="1336" y="2138"/>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60"/>
            <p:cNvSpPr/>
            <p:nvPr/>
          </p:nvSpPr>
          <p:spPr>
            <a:xfrm>
              <a:off x="4123175" y="1571400"/>
              <a:ext cx="62425" cy="53250"/>
            </a:xfrm>
            <a:custGeom>
              <a:rect b="b" l="l" r="r" t="t"/>
              <a:pathLst>
                <a:path extrusionOk="0" h="2130" w="2497">
                  <a:moveTo>
                    <a:pt x="1065" y="1"/>
                  </a:moveTo>
                  <a:cubicBezTo>
                    <a:pt x="480" y="1"/>
                    <a:pt x="0" y="472"/>
                    <a:pt x="0" y="1066"/>
                  </a:cubicBezTo>
                  <a:cubicBezTo>
                    <a:pt x="0" y="1703"/>
                    <a:pt x="525" y="2129"/>
                    <a:pt x="1073" y="2129"/>
                  </a:cubicBezTo>
                  <a:cubicBezTo>
                    <a:pt x="1335" y="2129"/>
                    <a:pt x="1603" y="2032"/>
                    <a:pt x="1821" y="1813"/>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60"/>
            <p:cNvSpPr/>
            <p:nvPr/>
          </p:nvSpPr>
          <p:spPr>
            <a:xfrm>
              <a:off x="4123175" y="14952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60"/>
            <p:cNvSpPr/>
            <p:nvPr/>
          </p:nvSpPr>
          <p:spPr>
            <a:xfrm>
              <a:off x="4123175" y="141897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60"/>
            <p:cNvSpPr/>
            <p:nvPr/>
          </p:nvSpPr>
          <p:spPr>
            <a:xfrm>
              <a:off x="4123175" y="1342750"/>
              <a:ext cx="62425" cy="53450"/>
            </a:xfrm>
            <a:custGeom>
              <a:rect b="b" l="l" r="r" t="t"/>
              <a:pathLst>
                <a:path extrusionOk="0" h="2138" w="2497">
                  <a:moveTo>
                    <a:pt x="1065" y="1"/>
                  </a:moveTo>
                  <a:cubicBezTo>
                    <a:pt x="480" y="1"/>
                    <a:pt x="0" y="481"/>
                    <a:pt x="0" y="1066"/>
                  </a:cubicBezTo>
                  <a:cubicBezTo>
                    <a:pt x="0" y="1710"/>
                    <a:pt x="526" y="2138"/>
                    <a:pt x="1074" y="2138"/>
                  </a:cubicBezTo>
                  <a:cubicBezTo>
                    <a:pt x="1336" y="2138"/>
                    <a:pt x="1603" y="2040"/>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60"/>
            <p:cNvSpPr/>
            <p:nvPr/>
          </p:nvSpPr>
          <p:spPr>
            <a:xfrm>
              <a:off x="4046950" y="2180700"/>
              <a:ext cx="62425" cy="53350"/>
            </a:xfrm>
            <a:custGeom>
              <a:rect b="b" l="l" r="r" t="t"/>
              <a:pathLst>
                <a:path extrusionOk="0" h="2134" w="2497">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60"/>
            <p:cNvSpPr/>
            <p:nvPr/>
          </p:nvSpPr>
          <p:spPr>
            <a:xfrm>
              <a:off x="4046950" y="17998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60"/>
            <p:cNvSpPr/>
            <p:nvPr/>
          </p:nvSpPr>
          <p:spPr>
            <a:xfrm>
              <a:off x="4046950" y="1723625"/>
              <a:ext cx="62425" cy="53350"/>
            </a:xfrm>
            <a:custGeom>
              <a:rect b="b" l="l" r="r" t="t"/>
              <a:pathLst>
                <a:path extrusionOk="0" h="2134" w="2497">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60"/>
            <p:cNvSpPr/>
            <p:nvPr/>
          </p:nvSpPr>
          <p:spPr>
            <a:xfrm>
              <a:off x="4046950" y="1647400"/>
              <a:ext cx="62425" cy="53450"/>
            </a:xfrm>
            <a:custGeom>
              <a:rect b="b" l="l" r="r" t="t"/>
              <a:pathLst>
                <a:path extrusionOk="0" h="2138" w="2497">
                  <a:moveTo>
                    <a:pt x="1074" y="1"/>
                  </a:moveTo>
                  <a:cubicBezTo>
                    <a:pt x="481" y="9"/>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60"/>
            <p:cNvSpPr/>
            <p:nvPr/>
          </p:nvSpPr>
          <p:spPr>
            <a:xfrm>
              <a:off x="4046950" y="1571400"/>
              <a:ext cx="62425" cy="53250"/>
            </a:xfrm>
            <a:custGeom>
              <a:rect b="b" l="l" r="r" t="t"/>
              <a:pathLst>
                <a:path extrusionOk="0" h="2130" w="2497">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60"/>
            <p:cNvSpPr/>
            <p:nvPr/>
          </p:nvSpPr>
          <p:spPr>
            <a:xfrm>
              <a:off x="4046950" y="14952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60"/>
            <p:cNvSpPr/>
            <p:nvPr/>
          </p:nvSpPr>
          <p:spPr>
            <a:xfrm>
              <a:off x="4046950" y="1418975"/>
              <a:ext cx="62425" cy="53350"/>
            </a:xfrm>
            <a:custGeom>
              <a:rect b="b" l="l" r="r" t="t"/>
              <a:pathLst>
                <a:path extrusionOk="0" h="2134" w="2497">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60"/>
            <p:cNvSpPr/>
            <p:nvPr/>
          </p:nvSpPr>
          <p:spPr>
            <a:xfrm>
              <a:off x="4046950" y="1342750"/>
              <a:ext cx="62425" cy="53450"/>
            </a:xfrm>
            <a:custGeom>
              <a:rect b="b" l="l" r="r" t="t"/>
              <a:pathLst>
                <a:path extrusionOk="0" h="2138" w="2497">
                  <a:moveTo>
                    <a:pt x="1074" y="1"/>
                  </a:moveTo>
                  <a:cubicBezTo>
                    <a:pt x="481" y="1"/>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60"/>
            <p:cNvSpPr/>
            <p:nvPr/>
          </p:nvSpPr>
          <p:spPr>
            <a:xfrm>
              <a:off x="3970950" y="2256925"/>
              <a:ext cx="62350" cy="53425"/>
            </a:xfrm>
            <a:custGeom>
              <a:rect b="b" l="l" r="r" t="t"/>
              <a:pathLst>
                <a:path extrusionOk="0" h="2137" w="2494">
                  <a:moveTo>
                    <a:pt x="1075" y="0"/>
                  </a:moveTo>
                  <a:cubicBezTo>
                    <a:pt x="1072" y="0"/>
                    <a:pt x="1069" y="0"/>
                    <a:pt x="1065" y="0"/>
                  </a:cubicBezTo>
                  <a:cubicBezTo>
                    <a:pt x="472" y="0"/>
                    <a:pt x="1" y="480"/>
                    <a:pt x="1" y="1065"/>
                  </a:cubicBezTo>
                  <a:cubicBezTo>
                    <a:pt x="1" y="1709"/>
                    <a:pt x="526" y="2137"/>
                    <a:pt x="1074" y="2137"/>
                  </a:cubicBezTo>
                  <a:cubicBezTo>
                    <a:pt x="1336" y="2137"/>
                    <a:pt x="1603" y="2039"/>
                    <a:pt x="1822"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60"/>
            <p:cNvSpPr/>
            <p:nvPr/>
          </p:nvSpPr>
          <p:spPr>
            <a:xfrm>
              <a:off x="3970950" y="2180700"/>
              <a:ext cx="62225" cy="53350"/>
            </a:xfrm>
            <a:custGeom>
              <a:rect b="b" l="l" r="r" t="t"/>
              <a:pathLst>
                <a:path extrusionOk="0" h="2134" w="2489">
                  <a:moveTo>
                    <a:pt x="1065" y="1"/>
                  </a:moveTo>
                  <a:cubicBezTo>
                    <a:pt x="472" y="1"/>
                    <a:pt x="1" y="480"/>
                    <a:pt x="1" y="1066"/>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60"/>
            <p:cNvSpPr/>
            <p:nvPr/>
          </p:nvSpPr>
          <p:spPr>
            <a:xfrm>
              <a:off x="3970950" y="1799850"/>
              <a:ext cx="62225" cy="53325"/>
            </a:xfrm>
            <a:custGeom>
              <a:rect b="b" l="l" r="r" t="t"/>
              <a:pathLst>
                <a:path extrusionOk="0" h="2133"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60"/>
            <p:cNvSpPr/>
            <p:nvPr/>
          </p:nvSpPr>
          <p:spPr>
            <a:xfrm>
              <a:off x="3970950" y="1647400"/>
              <a:ext cx="62225" cy="53450"/>
            </a:xfrm>
            <a:custGeom>
              <a:rect b="b" l="l" r="r" t="t"/>
              <a:pathLst>
                <a:path extrusionOk="0" h="2138" w="2489">
                  <a:moveTo>
                    <a:pt x="1065" y="1"/>
                  </a:moveTo>
                  <a:cubicBezTo>
                    <a:pt x="472" y="1"/>
                    <a:pt x="1" y="481"/>
                    <a:pt x="1" y="1066"/>
                  </a:cubicBezTo>
                  <a:cubicBezTo>
                    <a:pt x="1" y="1710"/>
                    <a:pt x="526" y="2138"/>
                    <a:pt x="1072" y="2138"/>
                  </a:cubicBezTo>
                  <a:cubicBezTo>
                    <a:pt x="1332" y="2138"/>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60"/>
            <p:cNvSpPr/>
            <p:nvPr/>
          </p:nvSpPr>
          <p:spPr>
            <a:xfrm>
              <a:off x="3970950" y="1571400"/>
              <a:ext cx="62225" cy="53250"/>
            </a:xfrm>
            <a:custGeom>
              <a:rect b="b" l="l" r="r" t="t"/>
              <a:pathLst>
                <a:path extrusionOk="0" h="2130" w="2489">
                  <a:moveTo>
                    <a:pt x="1065" y="1"/>
                  </a:moveTo>
                  <a:cubicBezTo>
                    <a:pt x="472" y="1"/>
                    <a:pt x="1" y="472"/>
                    <a:pt x="1" y="1066"/>
                  </a:cubicBezTo>
                  <a:cubicBezTo>
                    <a:pt x="1" y="1703"/>
                    <a:pt x="525" y="2129"/>
                    <a:pt x="1071" y="2129"/>
                  </a:cubicBezTo>
                  <a:cubicBezTo>
                    <a:pt x="1332" y="2129"/>
                    <a:pt x="1598" y="2032"/>
                    <a:pt x="1813"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60"/>
            <p:cNvSpPr/>
            <p:nvPr/>
          </p:nvSpPr>
          <p:spPr>
            <a:xfrm>
              <a:off x="3970950" y="1495200"/>
              <a:ext cx="62225" cy="53325"/>
            </a:xfrm>
            <a:custGeom>
              <a:rect b="b" l="l" r="r" t="t"/>
              <a:pathLst>
                <a:path extrusionOk="0" h="2133"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60"/>
            <p:cNvSpPr/>
            <p:nvPr/>
          </p:nvSpPr>
          <p:spPr>
            <a:xfrm>
              <a:off x="3970950" y="1418975"/>
              <a:ext cx="62225" cy="53350"/>
            </a:xfrm>
            <a:custGeom>
              <a:rect b="b" l="l" r="r" t="t"/>
              <a:pathLst>
                <a:path extrusionOk="0" h="2134" w="2489">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60"/>
            <p:cNvSpPr/>
            <p:nvPr/>
          </p:nvSpPr>
          <p:spPr>
            <a:xfrm>
              <a:off x="3970950" y="1342750"/>
              <a:ext cx="62225" cy="53450"/>
            </a:xfrm>
            <a:custGeom>
              <a:rect b="b" l="l" r="r" t="t"/>
              <a:pathLst>
                <a:path extrusionOk="0" h="2138" w="2489">
                  <a:moveTo>
                    <a:pt x="1065" y="1"/>
                  </a:moveTo>
                  <a:cubicBezTo>
                    <a:pt x="472" y="1"/>
                    <a:pt x="1" y="481"/>
                    <a:pt x="1" y="1066"/>
                  </a:cubicBezTo>
                  <a:cubicBezTo>
                    <a:pt x="1" y="1710"/>
                    <a:pt x="526" y="2138"/>
                    <a:pt x="1072" y="2138"/>
                  </a:cubicBezTo>
                  <a:cubicBezTo>
                    <a:pt x="1332" y="2138"/>
                    <a:pt x="1598" y="2040"/>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60"/>
            <p:cNvSpPr/>
            <p:nvPr/>
          </p:nvSpPr>
          <p:spPr>
            <a:xfrm>
              <a:off x="3970950" y="1114325"/>
              <a:ext cx="62225" cy="53350"/>
            </a:xfrm>
            <a:custGeom>
              <a:rect b="b" l="l" r="r" t="t"/>
              <a:pathLst>
                <a:path extrusionOk="0" h="2134" w="2489">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60"/>
            <p:cNvSpPr/>
            <p:nvPr/>
          </p:nvSpPr>
          <p:spPr>
            <a:xfrm>
              <a:off x="3894725" y="21045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60"/>
            <p:cNvSpPr/>
            <p:nvPr/>
          </p:nvSpPr>
          <p:spPr>
            <a:xfrm>
              <a:off x="3894725" y="1876050"/>
              <a:ext cx="62225" cy="53275"/>
            </a:xfrm>
            <a:custGeom>
              <a:rect b="b" l="l" r="r" t="t"/>
              <a:pathLst>
                <a:path extrusionOk="0" h="2131" w="2489">
                  <a:moveTo>
                    <a:pt x="1066" y="1"/>
                  </a:moveTo>
                  <a:cubicBezTo>
                    <a:pt x="481" y="1"/>
                    <a:pt x="1" y="472"/>
                    <a:pt x="1" y="1066"/>
                  </a:cubicBezTo>
                  <a:cubicBezTo>
                    <a:pt x="1" y="1707"/>
                    <a:pt x="523" y="2131"/>
                    <a:pt x="1070" y="2131"/>
                  </a:cubicBezTo>
                  <a:cubicBezTo>
                    <a:pt x="1334" y="2131"/>
                    <a:pt x="1603" y="2033"/>
                    <a:pt x="1822"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60"/>
            <p:cNvSpPr/>
            <p:nvPr/>
          </p:nvSpPr>
          <p:spPr>
            <a:xfrm>
              <a:off x="3894725" y="179985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60"/>
            <p:cNvSpPr/>
            <p:nvPr/>
          </p:nvSpPr>
          <p:spPr>
            <a:xfrm>
              <a:off x="3894725" y="172362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60"/>
            <p:cNvSpPr/>
            <p:nvPr/>
          </p:nvSpPr>
          <p:spPr>
            <a:xfrm>
              <a:off x="3894725" y="1647400"/>
              <a:ext cx="62225" cy="53450"/>
            </a:xfrm>
            <a:custGeom>
              <a:rect b="b" l="l" r="r" t="t"/>
              <a:pathLst>
                <a:path extrusionOk="0" h="2138" w="2489">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60"/>
            <p:cNvSpPr/>
            <p:nvPr/>
          </p:nvSpPr>
          <p:spPr>
            <a:xfrm>
              <a:off x="3894725" y="1571400"/>
              <a:ext cx="62175" cy="53250"/>
            </a:xfrm>
            <a:custGeom>
              <a:rect b="b" l="l" r="r" t="t"/>
              <a:pathLst>
                <a:path extrusionOk="0" h="2130" w="2487">
                  <a:moveTo>
                    <a:pt x="1076" y="1"/>
                  </a:moveTo>
                  <a:cubicBezTo>
                    <a:pt x="1073" y="1"/>
                    <a:pt x="1069" y="1"/>
                    <a:pt x="1066" y="1"/>
                  </a:cubicBezTo>
                  <a:cubicBezTo>
                    <a:pt x="481" y="1"/>
                    <a:pt x="1" y="472"/>
                    <a:pt x="1" y="1066"/>
                  </a:cubicBezTo>
                  <a:cubicBezTo>
                    <a:pt x="1" y="1703"/>
                    <a:pt x="525" y="2129"/>
                    <a:pt x="1074" y="2129"/>
                  </a:cubicBezTo>
                  <a:cubicBezTo>
                    <a:pt x="1336" y="2129"/>
                    <a:pt x="1604" y="2032"/>
                    <a:pt x="1822" y="1813"/>
                  </a:cubicBezTo>
                  <a:cubicBezTo>
                    <a:pt x="2486" y="1149"/>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60"/>
            <p:cNvSpPr/>
            <p:nvPr/>
          </p:nvSpPr>
          <p:spPr>
            <a:xfrm>
              <a:off x="3894725" y="14952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60"/>
            <p:cNvSpPr/>
            <p:nvPr/>
          </p:nvSpPr>
          <p:spPr>
            <a:xfrm>
              <a:off x="3894725" y="141897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60"/>
            <p:cNvSpPr/>
            <p:nvPr/>
          </p:nvSpPr>
          <p:spPr>
            <a:xfrm>
              <a:off x="3894725" y="1342750"/>
              <a:ext cx="62225" cy="53450"/>
            </a:xfrm>
            <a:custGeom>
              <a:rect b="b" l="l" r="r" t="t"/>
              <a:pathLst>
                <a:path extrusionOk="0" h="2138" w="2489">
                  <a:moveTo>
                    <a:pt x="1066" y="1"/>
                  </a:moveTo>
                  <a:cubicBezTo>
                    <a:pt x="481" y="1"/>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60"/>
            <p:cNvSpPr/>
            <p:nvPr/>
          </p:nvSpPr>
          <p:spPr>
            <a:xfrm>
              <a:off x="3894725" y="111432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60"/>
            <p:cNvSpPr/>
            <p:nvPr/>
          </p:nvSpPr>
          <p:spPr>
            <a:xfrm>
              <a:off x="3818525"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60"/>
            <p:cNvSpPr/>
            <p:nvPr/>
          </p:nvSpPr>
          <p:spPr>
            <a:xfrm>
              <a:off x="3818525" y="2180700"/>
              <a:ext cx="62225" cy="53350"/>
            </a:xfrm>
            <a:custGeom>
              <a:rect b="b" l="l" r="r" t="t"/>
              <a:pathLst>
                <a:path extrusionOk="0" h="2134" w="2489">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60"/>
            <p:cNvSpPr/>
            <p:nvPr/>
          </p:nvSpPr>
          <p:spPr>
            <a:xfrm>
              <a:off x="3818525"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60"/>
            <p:cNvSpPr/>
            <p:nvPr/>
          </p:nvSpPr>
          <p:spPr>
            <a:xfrm>
              <a:off x="3818525" y="1876050"/>
              <a:ext cx="62225" cy="53275"/>
            </a:xfrm>
            <a:custGeom>
              <a:rect b="b" l="l" r="r" t="t"/>
              <a:pathLst>
                <a:path extrusionOk="0" h="2131" w="2489">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60"/>
            <p:cNvSpPr/>
            <p:nvPr/>
          </p:nvSpPr>
          <p:spPr>
            <a:xfrm>
              <a:off x="3818525" y="17236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60"/>
            <p:cNvSpPr/>
            <p:nvPr/>
          </p:nvSpPr>
          <p:spPr>
            <a:xfrm>
              <a:off x="3818525"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60"/>
            <p:cNvSpPr/>
            <p:nvPr/>
          </p:nvSpPr>
          <p:spPr>
            <a:xfrm>
              <a:off x="3818525" y="1571400"/>
              <a:ext cx="62225" cy="53250"/>
            </a:xfrm>
            <a:custGeom>
              <a:rect b="b" l="l" r="r" t="t"/>
              <a:pathLst>
                <a:path extrusionOk="0" h="2130" w="2489">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60"/>
            <p:cNvSpPr/>
            <p:nvPr/>
          </p:nvSpPr>
          <p:spPr>
            <a:xfrm>
              <a:off x="3818525" y="14952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60"/>
            <p:cNvSpPr/>
            <p:nvPr/>
          </p:nvSpPr>
          <p:spPr>
            <a:xfrm>
              <a:off x="3818525"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60"/>
            <p:cNvSpPr/>
            <p:nvPr/>
          </p:nvSpPr>
          <p:spPr>
            <a:xfrm>
              <a:off x="3818525" y="11905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60"/>
            <p:cNvSpPr/>
            <p:nvPr/>
          </p:nvSpPr>
          <p:spPr>
            <a:xfrm>
              <a:off x="3818525" y="11143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60"/>
            <p:cNvSpPr/>
            <p:nvPr/>
          </p:nvSpPr>
          <p:spPr>
            <a:xfrm>
              <a:off x="3742300" y="2180700"/>
              <a:ext cx="62225" cy="53350"/>
            </a:xfrm>
            <a:custGeom>
              <a:rect b="b" l="l" r="r" t="t"/>
              <a:pathLst>
                <a:path extrusionOk="0" h="2134" w="2489">
                  <a:moveTo>
                    <a:pt x="1066" y="1"/>
                  </a:moveTo>
                  <a:cubicBezTo>
                    <a:pt x="481"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60"/>
            <p:cNvSpPr/>
            <p:nvPr/>
          </p:nvSpPr>
          <p:spPr>
            <a:xfrm>
              <a:off x="3742300" y="2104500"/>
              <a:ext cx="62225" cy="53325"/>
            </a:xfrm>
            <a:custGeom>
              <a:rect b="b" l="l" r="r" t="t"/>
              <a:pathLst>
                <a:path extrusionOk="0" h="2133" w="2489">
                  <a:moveTo>
                    <a:pt x="1066" y="0"/>
                  </a:moveTo>
                  <a:cubicBezTo>
                    <a:pt x="481" y="0"/>
                    <a:pt x="1" y="480"/>
                    <a:pt x="1" y="1065"/>
                  </a:cubicBezTo>
                  <a:cubicBezTo>
                    <a:pt x="1" y="1709"/>
                    <a:pt x="526" y="2133"/>
                    <a:pt x="1072" y="2133"/>
                  </a:cubicBezTo>
                  <a:cubicBezTo>
                    <a:pt x="1333" y="2133"/>
                    <a:pt x="1598" y="2036"/>
                    <a:pt x="1814"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60"/>
            <p:cNvSpPr/>
            <p:nvPr/>
          </p:nvSpPr>
          <p:spPr>
            <a:xfrm>
              <a:off x="3742300" y="1876050"/>
              <a:ext cx="62225" cy="53300"/>
            </a:xfrm>
            <a:custGeom>
              <a:rect b="b" l="l" r="r" t="t"/>
              <a:pathLst>
                <a:path extrusionOk="0" h="2132" w="2489">
                  <a:moveTo>
                    <a:pt x="1066" y="1"/>
                  </a:moveTo>
                  <a:cubicBezTo>
                    <a:pt x="481" y="1"/>
                    <a:pt x="1" y="472"/>
                    <a:pt x="1" y="1066"/>
                  </a:cubicBezTo>
                  <a:cubicBezTo>
                    <a:pt x="1" y="1705"/>
                    <a:pt x="528" y="2132"/>
                    <a:pt x="1076" y="2132"/>
                  </a:cubicBezTo>
                  <a:cubicBezTo>
                    <a:pt x="1335" y="2132"/>
                    <a:pt x="1599" y="2036"/>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60"/>
            <p:cNvSpPr/>
            <p:nvPr/>
          </p:nvSpPr>
          <p:spPr>
            <a:xfrm>
              <a:off x="3742300" y="1799850"/>
              <a:ext cx="62225" cy="53325"/>
            </a:xfrm>
            <a:custGeom>
              <a:rect b="b" l="l" r="r" t="t"/>
              <a:pathLst>
                <a:path extrusionOk="0" h="2133" w="2489">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60"/>
            <p:cNvSpPr/>
            <p:nvPr/>
          </p:nvSpPr>
          <p:spPr>
            <a:xfrm>
              <a:off x="3742300" y="1723625"/>
              <a:ext cx="62225" cy="53350"/>
            </a:xfrm>
            <a:custGeom>
              <a:rect b="b" l="l" r="r" t="t"/>
              <a:pathLst>
                <a:path extrusionOk="0" h="2134" w="2489">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60"/>
            <p:cNvSpPr/>
            <p:nvPr/>
          </p:nvSpPr>
          <p:spPr>
            <a:xfrm>
              <a:off x="3742300" y="1647400"/>
              <a:ext cx="62225" cy="53450"/>
            </a:xfrm>
            <a:custGeom>
              <a:rect b="b" l="l" r="r" t="t"/>
              <a:pathLst>
                <a:path extrusionOk="0" h="2138" w="2489">
                  <a:moveTo>
                    <a:pt x="1066" y="1"/>
                  </a:moveTo>
                  <a:cubicBezTo>
                    <a:pt x="481" y="1"/>
                    <a:pt x="1" y="481"/>
                    <a:pt x="1" y="1066"/>
                  </a:cubicBezTo>
                  <a:cubicBezTo>
                    <a:pt x="1" y="1710"/>
                    <a:pt x="526" y="2138"/>
                    <a:pt x="1072" y="2138"/>
                  </a:cubicBezTo>
                  <a:cubicBezTo>
                    <a:pt x="1333" y="2138"/>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60"/>
            <p:cNvSpPr/>
            <p:nvPr/>
          </p:nvSpPr>
          <p:spPr>
            <a:xfrm>
              <a:off x="3742300" y="1571400"/>
              <a:ext cx="62225" cy="53250"/>
            </a:xfrm>
            <a:custGeom>
              <a:rect b="b" l="l" r="r" t="t"/>
              <a:pathLst>
                <a:path extrusionOk="0" h="2130" w="2489">
                  <a:moveTo>
                    <a:pt x="1066" y="1"/>
                  </a:moveTo>
                  <a:cubicBezTo>
                    <a:pt x="481"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60"/>
            <p:cNvSpPr/>
            <p:nvPr/>
          </p:nvSpPr>
          <p:spPr>
            <a:xfrm>
              <a:off x="3742300" y="1495200"/>
              <a:ext cx="62225" cy="53325"/>
            </a:xfrm>
            <a:custGeom>
              <a:rect b="b" l="l" r="r" t="t"/>
              <a:pathLst>
                <a:path extrusionOk="0" h="2133" w="2489">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60"/>
            <p:cNvSpPr/>
            <p:nvPr/>
          </p:nvSpPr>
          <p:spPr>
            <a:xfrm>
              <a:off x="3742300" y="1114325"/>
              <a:ext cx="62225" cy="53350"/>
            </a:xfrm>
            <a:custGeom>
              <a:rect b="b" l="l" r="r" t="t"/>
              <a:pathLst>
                <a:path extrusionOk="0" h="2134" w="2489">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60"/>
            <p:cNvSpPr/>
            <p:nvPr/>
          </p:nvSpPr>
          <p:spPr>
            <a:xfrm>
              <a:off x="3666100" y="21045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60"/>
            <p:cNvSpPr/>
            <p:nvPr/>
          </p:nvSpPr>
          <p:spPr>
            <a:xfrm>
              <a:off x="3666100" y="2028275"/>
              <a:ext cx="62200" cy="53450"/>
            </a:xfrm>
            <a:custGeom>
              <a:rect b="b" l="l" r="r" t="t"/>
              <a:pathLst>
                <a:path extrusionOk="0" h="2138" w="2488">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60"/>
            <p:cNvSpPr/>
            <p:nvPr/>
          </p:nvSpPr>
          <p:spPr>
            <a:xfrm>
              <a:off x="3666100" y="1876050"/>
              <a:ext cx="62200" cy="53275"/>
            </a:xfrm>
            <a:custGeom>
              <a:rect b="b" l="l" r="r" t="t"/>
              <a:pathLst>
                <a:path extrusionOk="0" h="2131" w="2488">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60"/>
            <p:cNvSpPr/>
            <p:nvPr/>
          </p:nvSpPr>
          <p:spPr>
            <a:xfrm>
              <a:off x="3666100" y="1647400"/>
              <a:ext cx="62200" cy="53450"/>
            </a:xfrm>
            <a:custGeom>
              <a:rect b="b" l="l" r="r" t="t"/>
              <a:pathLst>
                <a:path extrusionOk="0" h="2138" w="2488">
                  <a:moveTo>
                    <a:pt x="1065" y="1"/>
                  </a:moveTo>
                  <a:cubicBezTo>
                    <a:pt x="480" y="1"/>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60"/>
            <p:cNvSpPr/>
            <p:nvPr/>
          </p:nvSpPr>
          <p:spPr>
            <a:xfrm>
              <a:off x="3666100" y="1571400"/>
              <a:ext cx="62150" cy="53250"/>
            </a:xfrm>
            <a:custGeom>
              <a:rect b="b" l="l" r="r" t="t"/>
              <a:pathLst>
                <a:path extrusionOk="0" h="2130" w="2486">
                  <a:moveTo>
                    <a:pt x="1075" y="1"/>
                  </a:moveTo>
                  <a:cubicBezTo>
                    <a:pt x="1072" y="1"/>
                    <a:pt x="1069" y="1"/>
                    <a:pt x="1065" y="1"/>
                  </a:cubicBezTo>
                  <a:cubicBezTo>
                    <a:pt x="480" y="1"/>
                    <a:pt x="0" y="472"/>
                    <a:pt x="0" y="1066"/>
                  </a:cubicBezTo>
                  <a:cubicBezTo>
                    <a:pt x="0" y="1703"/>
                    <a:pt x="525" y="2129"/>
                    <a:pt x="1073" y="2129"/>
                  </a:cubicBezTo>
                  <a:cubicBezTo>
                    <a:pt x="1335" y="2129"/>
                    <a:pt x="1603" y="2032"/>
                    <a:pt x="1821" y="1813"/>
                  </a:cubicBezTo>
                  <a:cubicBezTo>
                    <a:pt x="2486"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60"/>
            <p:cNvSpPr/>
            <p:nvPr/>
          </p:nvSpPr>
          <p:spPr>
            <a:xfrm>
              <a:off x="3589875"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60"/>
            <p:cNvSpPr/>
            <p:nvPr/>
          </p:nvSpPr>
          <p:spPr>
            <a:xfrm>
              <a:off x="3589875"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60"/>
            <p:cNvSpPr/>
            <p:nvPr/>
          </p:nvSpPr>
          <p:spPr>
            <a:xfrm>
              <a:off x="3589875"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60"/>
            <p:cNvSpPr/>
            <p:nvPr/>
          </p:nvSpPr>
          <p:spPr>
            <a:xfrm>
              <a:off x="3589875"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60"/>
            <p:cNvSpPr/>
            <p:nvPr/>
          </p:nvSpPr>
          <p:spPr>
            <a:xfrm>
              <a:off x="358987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60"/>
            <p:cNvSpPr/>
            <p:nvPr/>
          </p:nvSpPr>
          <p:spPr>
            <a:xfrm>
              <a:off x="3513675"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60"/>
            <p:cNvSpPr/>
            <p:nvPr/>
          </p:nvSpPr>
          <p:spPr>
            <a:xfrm>
              <a:off x="3513675" y="2180700"/>
              <a:ext cx="62425" cy="53350"/>
            </a:xfrm>
            <a:custGeom>
              <a:rect b="b" l="l" r="r" t="t"/>
              <a:pathLst>
                <a:path extrusionOk="0" h="2134" w="2497">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60"/>
            <p:cNvSpPr/>
            <p:nvPr/>
          </p:nvSpPr>
          <p:spPr>
            <a:xfrm>
              <a:off x="3513675"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60"/>
            <p:cNvSpPr/>
            <p:nvPr/>
          </p:nvSpPr>
          <p:spPr>
            <a:xfrm>
              <a:off x="3513675" y="2028275"/>
              <a:ext cx="62425" cy="53450"/>
            </a:xfrm>
            <a:custGeom>
              <a:rect b="b" l="l" r="r" t="t"/>
              <a:pathLst>
                <a:path extrusionOk="0" h="2138" w="2497">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60"/>
            <p:cNvSpPr/>
            <p:nvPr/>
          </p:nvSpPr>
          <p:spPr>
            <a:xfrm>
              <a:off x="3513675" y="1952050"/>
              <a:ext cx="62425" cy="53450"/>
            </a:xfrm>
            <a:custGeom>
              <a:rect b="b" l="l" r="r" t="t"/>
              <a:pathLst>
                <a:path extrusionOk="0" h="2138" w="2497">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60"/>
            <p:cNvSpPr/>
            <p:nvPr/>
          </p:nvSpPr>
          <p:spPr>
            <a:xfrm>
              <a:off x="3513675" y="1876050"/>
              <a:ext cx="62425" cy="53275"/>
            </a:xfrm>
            <a:custGeom>
              <a:rect b="b" l="l" r="r" t="t"/>
              <a:pathLst>
                <a:path extrusionOk="0" h="2131" w="2497">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60"/>
            <p:cNvSpPr/>
            <p:nvPr/>
          </p:nvSpPr>
          <p:spPr>
            <a:xfrm>
              <a:off x="3513675" y="17998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60"/>
            <p:cNvSpPr/>
            <p:nvPr/>
          </p:nvSpPr>
          <p:spPr>
            <a:xfrm>
              <a:off x="3437450" y="2333125"/>
              <a:ext cx="62425" cy="53450"/>
            </a:xfrm>
            <a:custGeom>
              <a:rect b="b" l="l" r="r" t="t"/>
              <a:pathLst>
                <a:path extrusionOk="0" h="2138" w="2497">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60"/>
            <p:cNvSpPr/>
            <p:nvPr/>
          </p:nvSpPr>
          <p:spPr>
            <a:xfrm>
              <a:off x="3437450" y="2256925"/>
              <a:ext cx="62575" cy="53425"/>
            </a:xfrm>
            <a:custGeom>
              <a:rect b="b" l="l" r="r" t="t"/>
              <a:pathLst>
                <a:path extrusionOk="0" h="2137" w="2503">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60"/>
            <p:cNvSpPr/>
            <p:nvPr/>
          </p:nvSpPr>
          <p:spPr>
            <a:xfrm>
              <a:off x="3437450" y="2180700"/>
              <a:ext cx="62425" cy="53350"/>
            </a:xfrm>
            <a:custGeom>
              <a:rect b="b" l="l" r="r" t="t"/>
              <a:pathLst>
                <a:path extrusionOk="0" h="2134" w="2497">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60"/>
            <p:cNvSpPr/>
            <p:nvPr/>
          </p:nvSpPr>
          <p:spPr>
            <a:xfrm>
              <a:off x="3437450" y="2028275"/>
              <a:ext cx="62425" cy="53450"/>
            </a:xfrm>
            <a:custGeom>
              <a:rect b="b" l="l" r="r" t="t"/>
              <a:pathLst>
                <a:path extrusionOk="0" h="2138" w="2497">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60"/>
            <p:cNvSpPr/>
            <p:nvPr/>
          </p:nvSpPr>
          <p:spPr>
            <a:xfrm>
              <a:off x="3437450" y="1876050"/>
              <a:ext cx="62425" cy="53275"/>
            </a:xfrm>
            <a:custGeom>
              <a:rect b="b" l="l" r="r" t="t"/>
              <a:pathLst>
                <a:path extrusionOk="0" h="2131" w="2497">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60"/>
            <p:cNvSpPr/>
            <p:nvPr/>
          </p:nvSpPr>
          <p:spPr>
            <a:xfrm>
              <a:off x="3437450" y="179985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60"/>
            <p:cNvSpPr/>
            <p:nvPr/>
          </p:nvSpPr>
          <p:spPr>
            <a:xfrm>
              <a:off x="3437450" y="172362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60"/>
            <p:cNvSpPr/>
            <p:nvPr/>
          </p:nvSpPr>
          <p:spPr>
            <a:xfrm>
              <a:off x="3361450" y="2333125"/>
              <a:ext cx="62200" cy="53450"/>
            </a:xfrm>
            <a:custGeom>
              <a:rect b="b" l="l" r="r" t="t"/>
              <a:pathLst>
                <a:path extrusionOk="0" h="2138" w="2488">
                  <a:moveTo>
                    <a:pt x="1065" y="1"/>
                  </a:moveTo>
                  <a:cubicBezTo>
                    <a:pt x="472" y="1"/>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60"/>
            <p:cNvSpPr/>
            <p:nvPr/>
          </p:nvSpPr>
          <p:spPr>
            <a:xfrm>
              <a:off x="3361450"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60"/>
            <p:cNvSpPr/>
            <p:nvPr/>
          </p:nvSpPr>
          <p:spPr>
            <a:xfrm>
              <a:off x="3361450" y="2180700"/>
              <a:ext cx="62200" cy="53350"/>
            </a:xfrm>
            <a:custGeom>
              <a:rect b="b" l="l" r="r" t="t"/>
              <a:pathLst>
                <a:path extrusionOk="0" h="2134" w="2488">
                  <a:moveTo>
                    <a:pt x="1065" y="1"/>
                  </a:moveTo>
                  <a:cubicBezTo>
                    <a:pt x="472" y="1"/>
                    <a:pt x="0" y="480"/>
                    <a:pt x="0" y="1066"/>
                  </a:cubicBezTo>
                  <a:cubicBezTo>
                    <a:pt x="0" y="1709"/>
                    <a:pt x="526"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60"/>
            <p:cNvSpPr/>
            <p:nvPr/>
          </p:nvSpPr>
          <p:spPr>
            <a:xfrm>
              <a:off x="3361450" y="1799850"/>
              <a:ext cx="62200" cy="53325"/>
            </a:xfrm>
            <a:custGeom>
              <a:rect b="b" l="l" r="r" t="t"/>
              <a:pathLst>
                <a:path extrusionOk="0" h="2133"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60"/>
            <p:cNvSpPr/>
            <p:nvPr/>
          </p:nvSpPr>
          <p:spPr>
            <a:xfrm>
              <a:off x="3285225" y="1876050"/>
              <a:ext cx="62225" cy="53275"/>
            </a:xfrm>
            <a:custGeom>
              <a:rect b="b" l="l" r="r" t="t"/>
              <a:pathLst>
                <a:path extrusionOk="0" h="2131" w="2489">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60"/>
            <p:cNvSpPr/>
            <p:nvPr/>
          </p:nvSpPr>
          <p:spPr>
            <a:xfrm>
              <a:off x="3132800" y="1647400"/>
              <a:ext cx="62425" cy="53450"/>
            </a:xfrm>
            <a:custGeom>
              <a:rect b="b" l="l" r="r" t="t"/>
              <a:pathLst>
                <a:path extrusionOk="0" h="2138" w="2497">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60"/>
            <p:cNvSpPr/>
            <p:nvPr/>
          </p:nvSpPr>
          <p:spPr>
            <a:xfrm>
              <a:off x="305680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60"/>
            <p:cNvSpPr/>
            <p:nvPr/>
          </p:nvSpPr>
          <p:spPr>
            <a:xfrm>
              <a:off x="305680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60"/>
            <p:cNvSpPr/>
            <p:nvPr/>
          </p:nvSpPr>
          <p:spPr>
            <a:xfrm>
              <a:off x="298057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60"/>
            <p:cNvSpPr/>
            <p:nvPr/>
          </p:nvSpPr>
          <p:spPr>
            <a:xfrm>
              <a:off x="298057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60"/>
            <p:cNvSpPr/>
            <p:nvPr/>
          </p:nvSpPr>
          <p:spPr>
            <a:xfrm>
              <a:off x="2980575" y="1342750"/>
              <a:ext cx="62225" cy="53450"/>
            </a:xfrm>
            <a:custGeom>
              <a:rect b="b" l="l" r="r" t="t"/>
              <a:pathLst>
                <a:path extrusionOk="0" h="2138" w="2489">
                  <a:moveTo>
                    <a:pt x="1066" y="1"/>
                  </a:moveTo>
                  <a:cubicBezTo>
                    <a:pt x="480" y="1"/>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60"/>
            <p:cNvSpPr/>
            <p:nvPr/>
          </p:nvSpPr>
          <p:spPr>
            <a:xfrm>
              <a:off x="2980575"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60"/>
            <p:cNvSpPr/>
            <p:nvPr/>
          </p:nvSpPr>
          <p:spPr>
            <a:xfrm>
              <a:off x="2980575" y="11905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60"/>
            <p:cNvSpPr/>
            <p:nvPr/>
          </p:nvSpPr>
          <p:spPr>
            <a:xfrm>
              <a:off x="2980575" y="11143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60"/>
            <p:cNvSpPr/>
            <p:nvPr/>
          </p:nvSpPr>
          <p:spPr>
            <a:xfrm>
              <a:off x="2904375"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60"/>
            <p:cNvSpPr/>
            <p:nvPr/>
          </p:nvSpPr>
          <p:spPr>
            <a:xfrm>
              <a:off x="2904375"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60"/>
            <p:cNvSpPr/>
            <p:nvPr/>
          </p:nvSpPr>
          <p:spPr>
            <a:xfrm>
              <a:off x="2904375"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60"/>
            <p:cNvSpPr/>
            <p:nvPr/>
          </p:nvSpPr>
          <p:spPr>
            <a:xfrm>
              <a:off x="2904375"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60"/>
            <p:cNvSpPr/>
            <p:nvPr/>
          </p:nvSpPr>
          <p:spPr>
            <a:xfrm>
              <a:off x="2904375" y="11905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60"/>
            <p:cNvSpPr/>
            <p:nvPr/>
          </p:nvSpPr>
          <p:spPr>
            <a:xfrm>
              <a:off x="2904375"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60"/>
            <p:cNvSpPr/>
            <p:nvPr/>
          </p:nvSpPr>
          <p:spPr>
            <a:xfrm>
              <a:off x="2904375" y="1038125"/>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60"/>
            <p:cNvSpPr/>
            <p:nvPr/>
          </p:nvSpPr>
          <p:spPr>
            <a:xfrm>
              <a:off x="2828150" y="1571400"/>
              <a:ext cx="62150" cy="53250"/>
            </a:xfrm>
            <a:custGeom>
              <a:rect b="b" l="l" r="r" t="t"/>
              <a:pathLst>
                <a:path extrusionOk="0" h="2130" w="2486">
                  <a:moveTo>
                    <a:pt x="1076" y="1"/>
                  </a:moveTo>
                  <a:cubicBezTo>
                    <a:pt x="1072" y="1"/>
                    <a:pt x="1069" y="1"/>
                    <a:pt x="1066" y="1"/>
                  </a:cubicBezTo>
                  <a:cubicBezTo>
                    <a:pt x="480" y="1"/>
                    <a:pt x="1" y="472"/>
                    <a:pt x="1" y="1066"/>
                  </a:cubicBezTo>
                  <a:cubicBezTo>
                    <a:pt x="1" y="1703"/>
                    <a:pt x="525" y="2129"/>
                    <a:pt x="1073" y="2129"/>
                  </a:cubicBezTo>
                  <a:cubicBezTo>
                    <a:pt x="1336" y="2129"/>
                    <a:pt x="1603" y="2032"/>
                    <a:pt x="1822" y="1813"/>
                  </a:cubicBezTo>
                  <a:cubicBezTo>
                    <a:pt x="2486" y="1149"/>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60"/>
            <p:cNvSpPr/>
            <p:nvPr/>
          </p:nvSpPr>
          <p:spPr>
            <a:xfrm>
              <a:off x="282815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60"/>
            <p:cNvSpPr/>
            <p:nvPr/>
          </p:nvSpPr>
          <p:spPr>
            <a:xfrm>
              <a:off x="282815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60"/>
            <p:cNvSpPr/>
            <p:nvPr/>
          </p:nvSpPr>
          <p:spPr>
            <a:xfrm>
              <a:off x="282815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60"/>
            <p:cNvSpPr/>
            <p:nvPr/>
          </p:nvSpPr>
          <p:spPr>
            <a:xfrm>
              <a:off x="2828150"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60"/>
            <p:cNvSpPr/>
            <p:nvPr/>
          </p:nvSpPr>
          <p:spPr>
            <a:xfrm>
              <a:off x="2828150" y="11905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60"/>
            <p:cNvSpPr/>
            <p:nvPr/>
          </p:nvSpPr>
          <p:spPr>
            <a:xfrm>
              <a:off x="2828150" y="11143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60"/>
            <p:cNvSpPr/>
            <p:nvPr/>
          </p:nvSpPr>
          <p:spPr>
            <a:xfrm>
              <a:off x="2828150" y="1038125"/>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60"/>
            <p:cNvSpPr/>
            <p:nvPr/>
          </p:nvSpPr>
          <p:spPr>
            <a:xfrm>
              <a:off x="27519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60"/>
            <p:cNvSpPr/>
            <p:nvPr/>
          </p:nvSpPr>
          <p:spPr>
            <a:xfrm>
              <a:off x="275195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60"/>
            <p:cNvSpPr/>
            <p:nvPr/>
          </p:nvSpPr>
          <p:spPr>
            <a:xfrm>
              <a:off x="2751950"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60"/>
            <p:cNvSpPr/>
            <p:nvPr/>
          </p:nvSpPr>
          <p:spPr>
            <a:xfrm>
              <a:off x="2751950"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60"/>
            <p:cNvSpPr/>
            <p:nvPr/>
          </p:nvSpPr>
          <p:spPr>
            <a:xfrm>
              <a:off x="2751950"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60"/>
            <p:cNvSpPr/>
            <p:nvPr/>
          </p:nvSpPr>
          <p:spPr>
            <a:xfrm>
              <a:off x="2751950" y="11905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60"/>
            <p:cNvSpPr/>
            <p:nvPr/>
          </p:nvSpPr>
          <p:spPr>
            <a:xfrm>
              <a:off x="2751950"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60"/>
            <p:cNvSpPr/>
            <p:nvPr/>
          </p:nvSpPr>
          <p:spPr>
            <a:xfrm>
              <a:off x="2751950" y="1038125"/>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60"/>
            <p:cNvSpPr/>
            <p:nvPr/>
          </p:nvSpPr>
          <p:spPr>
            <a:xfrm>
              <a:off x="267592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60"/>
            <p:cNvSpPr/>
            <p:nvPr/>
          </p:nvSpPr>
          <p:spPr>
            <a:xfrm>
              <a:off x="267592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60"/>
            <p:cNvSpPr/>
            <p:nvPr/>
          </p:nvSpPr>
          <p:spPr>
            <a:xfrm>
              <a:off x="267592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60"/>
            <p:cNvSpPr/>
            <p:nvPr/>
          </p:nvSpPr>
          <p:spPr>
            <a:xfrm>
              <a:off x="267592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60"/>
            <p:cNvSpPr/>
            <p:nvPr/>
          </p:nvSpPr>
          <p:spPr>
            <a:xfrm>
              <a:off x="2675925" y="1266550"/>
              <a:ext cx="62225" cy="53450"/>
            </a:xfrm>
            <a:custGeom>
              <a:rect b="b" l="l" r="r" t="t"/>
              <a:pathLst>
                <a:path extrusionOk="0" h="2138" w="2489">
                  <a:moveTo>
                    <a:pt x="1066" y="0"/>
                  </a:moveTo>
                  <a:cubicBezTo>
                    <a:pt x="472" y="9"/>
                    <a:pt x="1" y="480"/>
                    <a:pt x="1" y="1074"/>
                  </a:cubicBezTo>
                  <a:cubicBezTo>
                    <a:pt x="1" y="1711"/>
                    <a:pt x="525" y="2137"/>
                    <a:pt x="1071" y="2137"/>
                  </a:cubicBezTo>
                  <a:cubicBezTo>
                    <a:pt x="1332" y="2137"/>
                    <a:pt x="1598" y="2040"/>
                    <a:pt x="1814"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60"/>
            <p:cNvSpPr/>
            <p:nvPr/>
          </p:nvSpPr>
          <p:spPr>
            <a:xfrm>
              <a:off x="2675925" y="11905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60"/>
            <p:cNvSpPr/>
            <p:nvPr/>
          </p:nvSpPr>
          <p:spPr>
            <a:xfrm>
              <a:off x="2675925" y="11143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60"/>
            <p:cNvSpPr/>
            <p:nvPr/>
          </p:nvSpPr>
          <p:spPr>
            <a:xfrm>
              <a:off x="2675925" y="1038125"/>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60"/>
            <p:cNvSpPr/>
            <p:nvPr/>
          </p:nvSpPr>
          <p:spPr>
            <a:xfrm>
              <a:off x="2599725"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60"/>
            <p:cNvSpPr/>
            <p:nvPr/>
          </p:nvSpPr>
          <p:spPr>
            <a:xfrm>
              <a:off x="2599725"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60"/>
            <p:cNvSpPr/>
            <p:nvPr/>
          </p:nvSpPr>
          <p:spPr>
            <a:xfrm>
              <a:off x="2599725"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60"/>
            <p:cNvSpPr/>
            <p:nvPr/>
          </p:nvSpPr>
          <p:spPr>
            <a:xfrm>
              <a:off x="2599725"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60"/>
            <p:cNvSpPr/>
            <p:nvPr/>
          </p:nvSpPr>
          <p:spPr>
            <a:xfrm>
              <a:off x="2599725"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60"/>
            <p:cNvSpPr/>
            <p:nvPr/>
          </p:nvSpPr>
          <p:spPr>
            <a:xfrm>
              <a:off x="2599725"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60"/>
            <p:cNvSpPr/>
            <p:nvPr/>
          </p:nvSpPr>
          <p:spPr>
            <a:xfrm>
              <a:off x="2599725" y="11905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60"/>
            <p:cNvSpPr/>
            <p:nvPr/>
          </p:nvSpPr>
          <p:spPr>
            <a:xfrm>
              <a:off x="2599725"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60"/>
            <p:cNvSpPr/>
            <p:nvPr/>
          </p:nvSpPr>
          <p:spPr>
            <a:xfrm>
              <a:off x="2599725" y="1038125"/>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60"/>
            <p:cNvSpPr/>
            <p:nvPr/>
          </p:nvSpPr>
          <p:spPr>
            <a:xfrm>
              <a:off x="252350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60"/>
            <p:cNvSpPr/>
            <p:nvPr/>
          </p:nvSpPr>
          <p:spPr>
            <a:xfrm>
              <a:off x="2523500" y="164740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60"/>
            <p:cNvSpPr/>
            <p:nvPr/>
          </p:nvSpPr>
          <p:spPr>
            <a:xfrm>
              <a:off x="2523500"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60"/>
            <p:cNvSpPr/>
            <p:nvPr/>
          </p:nvSpPr>
          <p:spPr>
            <a:xfrm>
              <a:off x="252350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60"/>
            <p:cNvSpPr/>
            <p:nvPr/>
          </p:nvSpPr>
          <p:spPr>
            <a:xfrm>
              <a:off x="252350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60"/>
            <p:cNvSpPr/>
            <p:nvPr/>
          </p:nvSpPr>
          <p:spPr>
            <a:xfrm>
              <a:off x="252350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60"/>
            <p:cNvSpPr/>
            <p:nvPr/>
          </p:nvSpPr>
          <p:spPr>
            <a:xfrm>
              <a:off x="2523500"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60"/>
            <p:cNvSpPr/>
            <p:nvPr/>
          </p:nvSpPr>
          <p:spPr>
            <a:xfrm>
              <a:off x="2523500" y="1190550"/>
              <a:ext cx="62225" cy="53425"/>
            </a:xfrm>
            <a:custGeom>
              <a:rect b="b" l="l" r="r" t="t"/>
              <a:pathLst>
                <a:path extrusionOk="0" h="2137" w="2489">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60"/>
            <p:cNvSpPr/>
            <p:nvPr/>
          </p:nvSpPr>
          <p:spPr>
            <a:xfrm>
              <a:off x="2523500" y="11143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60"/>
            <p:cNvSpPr/>
            <p:nvPr/>
          </p:nvSpPr>
          <p:spPr>
            <a:xfrm>
              <a:off x="2523500" y="1038125"/>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60"/>
            <p:cNvSpPr/>
            <p:nvPr/>
          </p:nvSpPr>
          <p:spPr>
            <a:xfrm>
              <a:off x="2447300" y="17236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60"/>
            <p:cNvSpPr/>
            <p:nvPr/>
          </p:nvSpPr>
          <p:spPr>
            <a:xfrm>
              <a:off x="2447300" y="1647400"/>
              <a:ext cx="62400" cy="53450"/>
            </a:xfrm>
            <a:custGeom>
              <a:rect b="b" l="l" r="r" t="t"/>
              <a:pathLst>
                <a:path extrusionOk="0" h="2138" w="2496">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60"/>
            <p:cNvSpPr/>
            <p:nvPr/>
          </p:nvSpPr>
          <p:spPr>
            <a:xfrm>
              <a:off x="2447300" y="1571400"/>
              <a:ext cx="62400" cy="53250"/>
            </a:xfrm>
            <a:custGeom>
              <a:rect b="b" l="l" r="r" t="t"/>
              <a:pathLst>
                <a:path extrusionOk="0" h="2130" w="2496">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60"/>
            <p:cNvSpPr/>
            <p:nvPr/>
          </p:nvSpPr>
          <p:spPr>
            <a:xfrm>
              <a:off x="2447300" y="149520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60"/>
            <p:cNvSpPr/>
            <p:nvPr/>
          </p:nvSpPr>
          <p:spPr>
            <a:xfrm>
              <a:off x="2447300" y="1418975"/>
              <a:ext cx="62400" cy="53350"/>
            </a:xfrm>
            <a:custGeom>
              <a:rect b="b" l="l" r="r" t="t"/>
              <a:pathLst>
                <a:path extrusionOk="0" h="2134" w="2496">
                  <a:moveTo>
                    <a:pt x="1065" y="1"/>
                  </a:moveTo>
                  <a:cubicBezTo>
                    <a:pt x="480" y="1"/>
                    <a:pt x="8"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60"/>
            <p:cNvSpPr/>
            <p:nvPr/>
          </p:nvSpPr>
          <p:spPr>
            <a:xfrm>
              <a:off x="2447300" y="134275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60"/>
            <p:cNvSpPr/>
            <p:nvPr/>
          </p:nvSpPr>
          <p:spPr>
            <a:xfrm>
              <a:off x="2447300" y="1266550"/>
              <a:ext cx="62400" cy="53450"/>
            </a:xfrm>
            <a:custGeom>
              <a:rect b="b" l="l" r="r" t="t"/>
              <a:pathLst>
                <a:path extrusionOk="0" h="2138" w="2496">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60"/>
            <p:cNvSpPr/>
            <p:nvPr/>
          </p:nvSpPr>
          <p:spPr>
            <a:xfrm>
              <a:off x="2447300" y="1190550"/>
              <a:ext cx="62400" cy="53325"/>
            </a:xfrm>
            <a:custGeom>
              <a:rect b="b" l="l" r="r" t="t"/>
              <a:pathLst>
                <a:path extrusionOk="0" h="2133" w="2496">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60"/>
            <p:cNvSpPr/>
            <p:nvPr/>
          </p:nvSpPr>
          <p:spPr>
            <a:xfrm>
              <a:off x="2447300" y="11143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60"/>
            <p:cNvSpPr/>
            <p:nvPr/>
          </p:nvSpPr>
          <p:spPr>
            <a:xfrm>
              <a:off x="2447300" y="1038125"/>
              <a:ext cx="62400" cy="53325"/>
            </a:xfrm>
            <a:custGeom>
              <a:rect b="b" l="l" r="r" t="t"/>
              <a:pathLst>
                <a:path extrusionOk="0" h="2133" w="2496">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60"/>
            <p:cNvSpPr/>
            <p:nvPr/>
          </p:nvSpPr>
          <p:spPr>
            <a:xfrm>
              <a:off x="2371275"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60"/>
            <p:cNvSpPr/>
            <p:nvPr/>
          </p:nvSpPr>
          <p:spPr>
            <a:xfrm>
              <a:off x="237127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60"/>
            <p:cNvSpPr/>
            <p:nvPr/>
          </p:nvSpPr>
          <p:spPr>
            <a:xfrm>
              <a:off x="237127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60"/>
            <p:cNvSpPr/>
            <p:nvPr/>
          </p:nvSpPr>
          <p:spPr>
            <a:xfrm>
              <a:off x="237127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60"/>
            <p:cNvSpPr/>
            <p:nvPr/>
          </p:nvSpPr>
          <p:spPr>
            <a:xfrm>
              <a:off x="237127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60"/>
            <p:cNvSpPr/>
            <p:nvPr/>
          </p:nvSpPr>
          <p:spPr>
            <a:xfrm>
              <a:off x="2371275" y="1266550"/>
              <a:ext cx="62225" cy="53450"/>
            </a:xfrm>
            <a:custGeom>
              <a:rect b="b" l="l" r="r" t="t"/>
              <a:pathLst>
                <a:path extrusionOk="0" h="2138" w="2489">
                  <a:moveTo>
                    <a:pt x="1066" y="0"/>
                  </a:moveTo>
                  <a:cubicBezTo>
                    <a:pt x="472" y="9"/>
                    <a:pt x="1" y="480"/>
                    <a:pt x="1" y="1074"/>
                  </a:cubicBezTo>
                  <a:cubicBezTo>
                    <a:pt x="1" y="1711"/>
                    <a:pt x="525" y="2137"/>
                    <a:pt x="1071" y="2137"/>
                  </a:cubicBezTo>
                  <a:cubicBezTo>
                    <a:pt x="1332" y="2137"/>
                    <a:pt x="1598" y="2040"/>
                    <a:pt x="1814" y="1821"/>
                  </a:cubicBezTo>
                  <a:cubicBezTo>
                    <a:pt x="2488" y="1155"/>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60"/>
            <p:cNvSpPr/>
            <p:nvPr/>
          </p:nvSpPr>
          <p:spPr>
            <a:xfrm>
              <a:off x="2371275" y="11905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60"/>
            <p:cNvSpPr/>
            <p:nvPr/>
          </p:nvSpPr>
          <p:spPr>
            <a:xfrm>
              <a:off x="2371275" y="11143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60"/>
            <p:cNvSpPr/>
            <p:nvPr/>
          </p:nvSpPr>
          <p:spPr>
            <a:xfrm>
              <a:off x="2371275" y="1038125"/>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60"/>
            <p:cNvSpPr/>
            <p:nvPr/>
          </p:nvSpPr>
          <p:spPr>
            <a:xfrm>
              <a:off x="2295075" y="1342750"/>
              <a:ext cx="62200" cy="53450"/>
            </a:xfrm>
            <a:custGeom>
              <a:rect b="b" l="l" r="r" t="t"/>
              <a:pathLst>
                <a:path extrusionOk="0" h="2138" w="2488">
                  <a:moveTo>
                    <a:pt x="1065" y="1"/>
                  </a:moveTo>
                  <a:cubicBezTo>
                    <a:pt x="472" y="1"/>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60"/>
            <p:cNvSpPr/>
            <p:nvPr/>
          </p:nvSpPr>
          <p:spPr>
            <a:xfrm>
              <a:off x="2295075" y="1266550"/>
              <a:ext cx="62200" cy="53450"/>
            </a:xfrm>
            <a:custGeom>
              <a:rect b="b" l="l" r="r" t="t"/>
              <a:pathLst>
                <a:path extrusionOk="0" h="2138" w="2488">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60"/>
            <p:cNvSpPr/>
            <p:nvPr/>
          </p:nvSpPr>
          <p:spPr>
            <a:xfrm>
              <a:off x="2295075" y="119055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60"/>
            <p:cNvSpPr/>
            <p:nvPr/>
          </p:nvSpPr>
          <p:spPr>
            <a:xfrm>
              <a:off x="2295075" y="111432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60"/>
            <p:cNvSpPr/>
            <p:nvPr/>
          </p:nvSpPr>
          <p:spPr>
            <a:xfrm>
              <a:off x="2218650" y="1266550"/>
              <a:ext cx="62225" cy="53450"/>
            </a:xfrm>
            <a:custGeom>
              <a:rect b="b" l="l" r="r" t="t"/>
              <a:pathLst>
                <a:path extrusionOk="0" h="2138" w="2489">
                  <a:moveTo>
                    <a:pt x="1074" y="0"/>
                  </a:moveTo>
                  <a:cubicBezTo>
                    <a:pt x="480" y="9"/>
                    <a:pt x="0" y="480"/>
                    <a:pt x="0" y="1074"/>
                  </a:cubicBezTo>
                  <a:cubicBezTo>
                    <a:pt x="0" y="1711"/>
                    <a:pt x="525" y="2137"/>
                    <a:pt x="1073" y="2137"/>
                  </a:cubicBezTo>
                  <a:cubicBezTo>
                    <a:pt x="1335" y="2137"/>
                    <a:pt x="1603" y="2040"/>
                    <a:pt x="1821" y="1821"/>
                  </a:cubicBezTo>
                  <a:cubicBezTo>
                    <a:pt x="2488" y="1155"/>
                    <a:pt x="2017" y="9"/>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60"/>
            <p:cNvSpPr/>
            <p:nvPr/>
          </p:nvSpPr>
          <p:spPr>
            <a:xfrm>
              <a:off x="2218650" y="1190550"/>
              <a:ext cx="62225" cy="53325"/>
            </a:xfrm>
            <a:custGeom>
              <a:rect b="b" l="l" r="r" t="t"/>
              <a:pathLst>
                <a:path extrusionOk="0" h="2133" w="2489">
                  <a:moveTo>
                    <a:pt x="1074" y="0"/>
                  </a:moveTo>
                  <a:cubicBezTo>
                    <a:pt x="480" y="0"/>
                    <a:pt x="0" y="480"/>
                    <a:pt x="0" y="1065"/>
                  </a:cubicBezTo>
                  <a:cubicBezTo>
                    <a:pt x="0" y="1709"/>
                    <a:pt x="526" y="2133"/>
                    <a:pt x="1074" y="2133"/>
                  </a:cubicBezTo>
                  <a:cubicBezTo>
                    <a:pt x="1336" y="2133"/>
                    <a:pt x="1603" y="2036"/>
                    <a:pt x="1821" y="1821"/>
                  </a:cubicBezTo>
                  <a:cubicBezTo>
                    <a:pt x="2488"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60"/>
            <p:cNvSpPr/>
            <p:nvPr/>
          </p:nvSpPr>
          <p:spPr>
            <a:xfrm>
              <a:off x="2218650" y="1114325"/>
              <a:ext cx="62225" cy="53350"/>
            </a:xfrm>
            <a:custGeom>
              <a:rect b="b" l="l" r="r" t="t"/>
              <a:pathLst>
                <a:path extrusionOk="0" h="2134" w="2489">
                  <a:moveTo>
                    <a:pt x="1074" y="1"/>
                  </a:moveTo>
                  <a:cubicBezTo>
                    <a:pt x="480" y="1"/>
                    <a:pt x="0" y="480"/>
                    <a:pt x="0" y="1065"/>
                  </a:cubicBezTo>
                  <a:cubicBezTo>
                    <a:pt x="0" y="1709"/>
                    <a:pt x="526" y="2133"/>
                    <a:pt x="1074" y="2133"/>
                  </a:cubicBezTo>
                  <a:cubicBezTo>
                    <a:pt x="1336" y="2133"/>
                    <a:pt x="1603" y="2037"/>
                    <a:pt x="1821" y="1822"/>
                  </a:cubicBezTo>
                  <a:cubicBezTo>
                    <a:pt x="2488"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60"/>
            <p:cNvSpPr/>
            <p:nvPr/>
          </p:nvSpPr>
          <p:spPr>
            <a:xfrm>
              <a:off x="2142425" y="1266550"/>
              <a:ext cx="62425" cy="53450"/>
            </a:xfrm>
            <a:custGeom>
              <a:rect b="b" l="l" r="r" t="t"/>
              <a:pathLst>
                <a:path extrusionOk="0" h="2138" w="2497">
                  <a:moveTo>
                    <a:pt x="1074" y="0"/>
                  </a:moveTo>
                  <a:cubicBezTo>
                    <a:pt x="481"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60"/>
            <p:cNvSpPr/>
            <p:nvPr/>
          </p:nvSpPr>
          <p:spPr>
            <a:xfrm>
              <a:off x="2142425" y="11905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60"/>
            <p:cNvSpPr/>
            <p:nvPr/>
          </p:nvSpPr>
          <p:spPr>
            <a:xfrm>
              <a:off x="2751950" y="3627950"/>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60"/>
            <p:cNvSpPr/>
            <p:nvPr/>
          </p:nvSpPr>
          <p:spPr>
            <a:xfrm>
              <a:off x="2751950" y="3551925"/>
              <a:ext cx="62350" cy="53300"/>
            </a:xfrm>
            <a:custGeom>
              <a:rect b="b" l="l" r="r" t="t"/>
              <a:pathLst>
                <a:path extrusionOk="0" h="2132" w="2494">
                  <a:moveTo>
                    <a:pt x="1075" y="1"/>
                  </a:moveTo>
                  <a:cubicBezTo>
                    <a:pt x="1072" y="1"/>
                    <a:pt x="1068" y="1"/>
                    <a:pt x="1065" y="1"/>
                  </a:cubicBezTo>
                  <a:cubicBezTo>
                    <a:pt x="480" y="1"/>
                    <a:pt x="0" y="480"/>
                    <a:pt x="0" y="1066"/>
                  </a:cubicBezTo>
                  <a:cubicBezTo>
                    <a:pt x="6" y="1708"/>
                    <a:pt x="530" y="2131"/>
                    <a:pt x="1075" y="2131"/>
                  </a:cubicBezTo>
                  <a:cubicBezTo>
                    <a:pt x="1337" y="2131"/>
                    <a:pt x="1604" y="2033"/>
                    <a:pt x="1821" y="1814"/>
                  </a:cubicBezTo>
                  <a:cubicBezTo>
                    <a:pt x="2493" y="1141"/>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60"/>
            <p:cNvSpPr/>
            <p:nvPr/>
          </p:nvSpPr>
          <p:spPr>
            <a:xfrm>
              <a:off x="2751950" y="3475725"/>
              <a:ext cx="62350" cy="53275"/>
            </a:xfrm>
            <a:custGeom>
              <a:rect b="b" l="l" r="r" t="t"/>
              <a:pathLst>
                <a:path extrusionOk="0" h="2131" w="2494">
                  <a:moveTo>
                    <a:pt x="1075" y="0"/>
                  </a:moveTo>
                  <a:cubicBezTo>
                    <a:pt x="1072" y="0"/>
                    <a:pt x="1068" y="0"/>
                    <a:pt x="1065" y="0"/>
                  </a:cubicBezTo>
                  <a:cubicBezTo>
                    <a:pt x="480" y="0"/>
                    <a:pt x="0" y="480"/>
                    <a:pt x="0" y="1065"/>
                  </a:cubicBezTo>
                  <a:cubicBezTo>
                    <a:pt x="0" y="1707"/>
                    <a:pt x="526" y="2131"/>
                    <a:pt x="1073" y="2131"/>
                  </a:cubicBezTo>
                  <a:cubicBezTo>
                    <a:pt x="1336" y="2131"/>
                    <a:pt x="1604" y="2032"/>
                    <a:pt x="1821" y="1813"/>
                  </a:cubicBezTo>
                  <a:cubicBezTo>
                    <a:pt x="2493"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60"/>
            <p:cNvSpPr/>
            <p:nvPr/>
          </p:nvSpPr>
          <p:spPr>
            <a:xfrm>
              <a:off x="2675925" y="3856775"/>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60"/>
            <p:cNvSpPr/>
            <p:nvPr/>
          </p:nvSpPr>
          <p:spPr>
            <a:xfrm>
              <a:off x="2675725" y="3780375"/>
              <a:ext cx="62425" cy="53475"/>
            </a:xfrm>
            <a:custGeom>
              <a:rect b="b" l="l" r="r" t="t"/>
              <a:pathLst>
                <a:path extrusionOk="0" h="2139" w="2497">
                  <a:moveTo>
                    <a:pt x="1074" y="0"/>
                  </a:moveTo>
                  <a:cubicBezTo>
                    <a:pt x="480" y="0"/>
                    <a:pt x="1" y="480"/>
                    <a:pt x="9" y="1073"/>
                  </a:cubicBezTo>
                  <a:cubicBezTo>
                    <a:pt x="9" y="1715"/>
                    <a:pt x="535" y="2139"/>
                    <a:pt x="1081" y="2139"/>
                  </a:cubicBezTo>
                  <a:cubicBezTo>
                    <a:pt x="1345" y="2139"/>
                    <a:pt x="1613" y="2040"/>
                    <a:pt x="1830" y="1821"/>
                  </a:cubicBezTo>
                  <a:cubicBezTo>
                    <a:pt x="2496"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60"/>
            <p:cNvSpPr/>
            <p:nvPr/>
          </p:nvSpPr>
          <p:spPr>
            <a:xfrm>
              <a:off x="2675925"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60"/>
            <p:cNvSpPr/>
            <p:nvPr/>
          </p:nvSpPr>
          <p:spPr>
            <a:xfrm>
              <a:off x="2675925" y="3627950"/>
              <a:ext cx="62225" cy="53425"/>
            </a:xfrm>
            <a:custGeom>
              <a:rect b="b" l="l" r="r" t="t"/>
              <a:pathLst>
                <a:path extrusionOk="0" h="2137" w="2489">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60"/>
            <p:cNvSpPr/>
            <p:nvPr/>
          </p:nvSpPr>
          <p:spPr>
            <a:xfrm>
              <a:off x="2675925" y="3551925"/>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60"/>
            <p:cNvSpPr/>
            <p:nvPr/>
          </p:nvSpPr>
          <p:spPr>
            <a:xfrm>
              <a:off x="2675925" y="34757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60"/>
            <p:cNvSpPr/>
            <p:nvPr/>
          </p:nvSpPr>
          <p:spPr>
            <a:xfrm>
              <a:off x="2599725" y="385677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60"/>
            <p:cNvSpPr/>
            <p:nvPr/>
          </p:nvSpPr>
          <p:spPr>
            <a:xfrm>
              <a:off x="2599725" y="3780375"/>
              <a:ext cx="62400" cy="53475"/>
            </a:xfrm>
            <a:custGeom>
              <a:rect b="b" l="l" r="r" t="t"/>
              <a:pathLst>
                <a:path extrusionOk="0" h="2139" w="2496">
                  <a:moveTo>
                    <a:pt x="1065" y="0"/>
                  </a:moveTo>
                  <a:cubicBezTo>
                    <a:pt x="472" y="0"/>
                    <a:pt x="0" y="480"/>
                    <a:pt x="0" y="1073"/>
                  </a:cubicBezTo>
                  <a:cubicBezTo>
                    <a:pt x="0" y="1715"/>
                    <a:pt x="526" y="2139"/>
                    <a:pt x="1073" y="2139"/>
                  </a:cubicBezTo>
                  <a:cubicBezTo>
                    <a:pt x="1336" y="2139"/>
                    <a:pt x="1604" y="2040"/>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60"/>
            <p:cNvSpPr/>
            <p:nvPr/>
          </p:nvSpPr>
          <p:spPr>
            <a:xfrm>
              <a:off x="2599725" y="3704150"/>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60"/>
            <p:cNvSpPr/>
            <p:nvPr/>
          </p:nvSpPr>
          <p:spPr>
            <a:xfrm>
              <a:off x="2599725" y="3627950"/>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60"/>
            <p:cNvSpPr/>
            <p:nvPr/>
          </p:nvSpPr>
          <p:spPr>
            <a:xfrm>
              <a:off x="2599725" y="355192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60"/>
            <p:cNvSpPr/>
            <p:nvPr/>
          </p:nvSpPr>
          <p:spPr>
            <a:xfrm>
              <a:off x="2599725" y="3475725"/>
              <a:ext cx="62200" cy="53350"/>
            </a:xfrm>
            <a:custGeom>
              <a:rect b="b" l="l" r="r" t="t"/>
              <a:pathLst>
                <a:path extrusionOk="0" h="2134" w="2488">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60"/>
            <p:cNvSpPr/>
            <p:nvPr/>
          </p:nvSpPr>
          <p:spPr>
            <a:xfrm>
              <a:off x="2523500" y="3932800"/>
              <a:ext cx="62225" cy="53475"/>
            </a:xfrm>
            <a:custGeom>
              <a:rect b="b" l="l" r="r" t="t"/>
              <a:pathLst>
                <a:path extrusionOk="0" h="2139" w="2489">
                  <a:moveTo>
                    <a:pt x="1066" y="0"/>
                  </a:moveTo>
                  <a:cubicBezTo>
                    <a:pt x="480" y="0"/>
                    <a:pt x="1" y="480"/>
                    <a:pt x="1" y="1073"/>
                  </a:cubicBezTo>
                  <a:cubicBezTo>
                    <a:pt x="6" y="1715"/>
                    <a:pt x="530" y="2139"/>
                    <a:pt x="1075" y="2139"/>
                  </a:cubicBezTo>
                  <a:cubicBezTo>
                    <a:pt x="1338" y="2139"/>
                    <a:pt x="1605" y="2041"/>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60"/>
            <p:cNvSpPr/>
            <p:nvPr/>
          </p:nvSpPr>
          <p:spPr>
            <a:xfrm>
              <a:off x="2523500" y="3856775"/>
              <a:ext cx="62225" cy="53300"/>
            </a:xfrm>
            <a:custGeom>
              <a:rect b="b" l="l" r="r" t="t"/>
              <a:pathLst>
                <a:path extrusionOk="0" h="2132" w="2489">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60"/>
            <p:cNvSpPr/>
            <p:nvPr/>
          </p:nvSpPr>
          <p:spPr>
            <a:xfrm>
              <a:off x="2523500" y="3780375"/>
              <a:ext cx="62425" cy="53475"/>
            </a:xfrm>
            <a:custGeom>
              <a:rect b="b" l="l" r="r" t="t"/>
              <a:pathLst>
                <a:path extrusionOk="0" h="2139" w="2497">
                  <a:moveTo>
                    <a:pt x="1066" y="0"/>
                  </a:moveTo>
                  <a:cubicBezTo>
                    <a:pt x="480" y="0"/>
                    <a:pt x="1" y="480"/>
                    <a:pt x="1" y="1073"/>
                  </a:cubicBezTo>
                  <a:cubicBezTo>
                    <a:pt x="6" y="1715"/>
                    <a:pt x="530" y="2139"/>
                    <a:pt x="1078" y="2139"/>
                  </a:cubicBezTo>
                  <a:cubicBezTo>
                    <a:pt x="1341" y="2139"/>
                    <a:pt x="1610" y="2040"/>
                    <a:pt x="1830"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60"/>
            <p:cNvSpPr/>
            <p:nvPr/>
          </p:nvSpPr>
          <p:spPr>
            <a:xfrm>
              <a:off x="2523500" y="3704150"/>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60"/>
            <p:cNvSpPr/>
            <p:nvPr/>
          </p:nvSpPr>
          <p:spPr>
            <a:xfrm>
              <a:off x="2523500" y="3627950"/>
              <a:ext cx="62225" cy="53475"/>
            </a:xfrm>
            <a:custGeom>
              <a:rect b="b" l="l" r="r" t="t"/>
              <a:pathLst>
                <a:path extrusionOk="0" h="2139" w="2489">
                  <a:moveTo>
                    <a:pt x="1066" y="0"/>
                  </a:moveTo>
                  <a:cubicBezTo>
                    <a:pt x="480" y="8"/>
                    <a:pt x="1" y="488"/>
                    <a:pt x="1" y="1073"/>
                  </a:cubicBezTo>
                  <a:cubicBezTo>
                    <a:pt x="1" y="1715"/>
                    <a:pt x="527" y="2139"/>
                    <a:pt x="1073" y="2139"/>
                  </a:cubicBezTo>
                  <a:cubicBezTo>
                    <a:pt x="1337" y="2139"/>
                    <a:pt x="1605" y="2040"/>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60"/>
            <p:cNvSpPr/>
            <p:nvPr/>
          </p:nvSpPr>
          <p:spPr>
            <a:xfrm>
              <a:off x="2523500" y="3551925"/>
              <a:ext cx="62225" cy="53300"/>
            </a:xfrm>
            <a:custGeom>
              <a:rect b="b" l="l" r="r" t="t"/>
              <a:pathLst>
                <a:path extrusionOk="0" h="2132" w="2489">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60"/>
            <p:cNvSpPr/>
            <p:nvPr/>
          </p:nvSpPr>
          <p:spPr>
            <a:xfrm>
              <a:off x="2523500" y="3475725"/>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60"/>
            <p:cNvSpPr/>
            <p:nvPr/>
          </p:nvSpPr>
          <p:spPr>
            <a:xfrm>
              <a:off x="2523500" y="3399500"/>
              <a:ext cx="62225" cy="53350"/>
            </a:xfrm>
            <a:custGeom>
              <a:rect b="b" l="l" r="r" t="t"/>
              <a:pathLst>
                <a:path extrusionOk="0" h="2134" w="2489">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60"/>
            <p:cNvSpPr/>
            <p:nvPr/>
          </p:nvSpPr>
          <p:spPr>
            <a:xfrm>
              <a:off x="2447300" y="4085225"/>
              <a:ext cx="62400" cy="53350"/>
            </a:xfrm>
            <a:custGeom>
              <a:rect b="b" l="l" r="r" t="t"/>
              <a:pathLst>
                <a:path extrusionOk="0" h="2134" w="2496">
                  <a:moveTo>
                    <a:pt x="1065" y="0"/>
                  </a:moveTo>
                  <a:cubicBezTo>
                    <a:pt x="480" y="0"/>
                    <a:pt x="8" y="480"/>
                    <a:pt x="0" y="1065"/>
                  </a:cubicBezTo>
                  <a:cubicBezTo>
                    <a:pt x="0" y="1709"/>
                    <a:pt x="525" y="2133"/>
                    <a:pt x="1074" y="2133"/>
                  </a:cubicBezTo>
                  <a:cubicBezTo>
                    <a:pt x="1336" y="2133"/>
                    <a:pt x="1603" y="2037"/>
                    <a:pt x="1821" y="1821"/>
                  </a:cubicBezTo>
                  <a:cubicBezTo>
                    <a:pt x="2496" y="1147"/>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60"/>
            <p:cNvSpPr/>
            <p:nvPr/>
          </p:nvSpPr>
          <p:spPr>
            <a:xfrm>
              <a:off x="2447300" y="4009000"/>
              <a:ext cx="62400" cy="53350"/>
            </a:xfrm>
            <a:custGeom>
              <a:rect b="b" l="l" r="r" t="t"/>
              <a:pathLst>
                <a:path extrusionOk="0" h="2134" w="2496">
                  <a:moveTo>
                    <a:pt x="1065" y="1"/>
                  </a:moveTo>
                  <a:cubicBezTo>
                    <a:pt x="480" y="1"/>
                    <a:pt x="0" y="480"/>
                    <a:pt x="0" y="1066"/>
                  </a:cubicBezTo>
                  <a:cubicBezTo>
                    <a:pt x="0" y="1710"/>
                    <a:pt x="529" y="2134"/>
                    <a:pt x="1078" y="2134"/>
                  </a:cubicBezTo>
                  <a:cubicBezTo>
                    <a:pt x="1339" y="2134"/>
                    <a:pt x="1606"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60"/>
            <p:cNvSpPr/>
            <p:nvPr/>
          </p:nvSpPr>
          <p:spPr>
            <a:xfrm>
              <a:off x="2447300" y="3932800"/>
              <a:ext cx="62200" cy="53475"/>
            </a:xfrm>
            <a:custGeom>
              <a:rect b="b" l="l" r="r" t="t"/>
              <a:pathLst>
                <a:path extrusionOk="0" h="2139" w="2488">
                  <a:moveTo>
                    <a:pt x="1065" y="0"/>
                  </a:moveTo>
                  <a:cubicBezTo>
                    <a:pt x="480" y="0"/>
                    <a:pt x="0" y="480"/>
                    <a:pt x="0" y="1073"/>
                  </a:cubicBezTo>
                  <a:cubicBezTo>
                    <a:pt x="6" y="1715"/>
                    <a:pt x="530" y="2139"/>
                    <a:pt x="1075" y="2139"/>
                  </a:cubicBezTo>
                  <a:cubicBezTo>
                    <a:pt x="1337" y="2139"/>
                    <a:pt x="1604" y="2041"/>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60"/>
            <p:cNvSpPr/>
            <p:nvPr/>
          </p:nvSpPr>
          <p:spPr>
            <a:xfrm>
              <a:off x="2447300" y="3856775"/>
              <a:ext cx="62200" cy="53300"/>
            </a:xfrm>
            <a:custGeom>
              <a:rect b="b" l="l" r="r" t="t"/>
              <a:pathLst>
                <a:path extrusionOk="0" h="2132" w="2488">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60"/>
            <p:cNvSpPr/>
            <p:nvPr/>
          </p:nvSpPr>
          <p:spPr>
            <a:xfrm>
              <a:off x="2447300" y="3780375"/>
              <a:ext cx="62400" cy="53475"/>
            </a:xfrm>
            <a:custGeom>
              <a:rect b="b" l="l" r="r" t="t"/>
              <a:pathLst>
                <a:path extrusionOk="0" h="2139" w="2496">
                  <a:moveTo>
                    <a:pt x="1065" y="0"/>
                  </a:moveTo>
                  <a:cubicBezTo>
                    <a:pt x="480" y="0"/>
                    <a:pt x="0" y="480"/>
                    <a:pt x="0" y="1073"/>
                  </a:cubicBezTo>
                  <a:cubicBezTo>
                    <a:pt x="6" y="1715"/>
                    <a:pt x="530" y="2139"/>
                    <a:pt x="1077" y="2139"/>
                  </a:cubicBezTo>
                  <a:cubicBezTo>
                    <a:pt x="1341" y="2139"/>
                    <a:pt x="1610" y="2040"/>
                    <a:pt x="1829"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60"/>
            <p:cNvSpPr/>
            <p:nvPr/>
          </p:nvSpPr>
          <p:spPr>
            <a:xfrm>
              <a:off x="2447300" y="3704150"/>
              <a:ext cx="62400" cy="53450"/>
            </a:xfrm>
            <a:custGeom>
              <a:rect b="b" l="l" r="r" t="t"/>
              <a:pathLst>
                <a:path extrusionOk="0" h="2138" w="2496">
                  <a:moveTo>
                    <a:pt x="1065" y="1"/>
                  </a:moveTo>
                  <a:cubicBezTo>
                    <a:pt x="480" y="1"/>
                    <a:pt x="8"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60"/>
            <p:cNvSpPr/>
            <p:nvPr/>
          </p:nvSpPr>
          <p:spPr>
            <a:xfrm>
              <a:off x="2447300" y="3627950"/>
              <a:ext cx="62400" cy="53425"/>
            </a:xfrm>
            <a:custGeom>
              <a:rect b="b" l="l" r="r" t="t"/>
              <a:pathLst>
                <a:path extrusionOk="0" h="2137" w="2496">
                  <a:moveTo>
                    <a:pt x="1065" y="0"/>
                  </a:moveTo>
                  <a:cubicBezTo>
                    <a:pt x="480" y="8"/>
                    <a:pt x="0" y="480"/>
                    <a:pt x="0" y="1073"/>
                  </a:cubicBezTo>
                  <a:cubicBezTo>
                    <a:pt x="0" y="1711"/>
                    <a:pt x="528" y="2137"/>
                    <a:pt x="1076" y="2137"/>
                  </a:cubicBezTo>
                  <a:cubicBezTo>
                    <a:pt x="1339" y="2137"/>
                    <a:pt x="1605"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60"/>
            <p:cNvSpPr/>
            <p:nvPr/>
          </p:nvSpPr>
          <p:spPr>
            <a:xfrm>
              <a:off x="2447300" y="3551925"/>
              <a:ext cx="62200" cy="53300"/>
            </a:xfrm>
            <a:custGeom>
              <a:rect b="b" l="l" r="r" t="t"/>
              <a:pathLst>
                <a:path extrusionOk="0" h="2132" w="2488">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60"/>
            <p:cNvSpPr/>
            <p:nvPr/>
          </p:nvSpPr>
          <p:spPr>
            <a:xfrm>
              <a:off x="2447300" y="3475725"/>
              <a:ext cx="62400" cy="53350"/>
            </a:xfrm>
            <a:custGeom>
              <a:rect b="b" l="l" r="r" t="t"/>
              <a:pathLst>
                <a:path extrusionOk="0" h="2134" w="2496">
                  <a:moveTo>
                    <a:pt x="1065" y="0"/>
                  </a:moveTo>
                  <a:cubicBezTo>
                    <a:pt x="480" y="0"/>
                    <a:pt x="0" y="480"/>
                    <a:pt x="0" y="1065"/>
                  </a:cubicBezTo>
                  <a:cubicBezTo>
                    <a:pt x="0" y="1709"/>
                    <a:pt x="525" y="2133"/>
                    <a:pt x="1074" y="2133"/>
                  </a:cubicBezTo>
                  <a:cubicBezTo>
                    <a:pt x="1336" y="2133"/>
                    <a:pt x="1603" y="2037"/>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60"/>
            <p:cNvSpPr/>
            <p:nvPr/>
          </p:nvSpPr>
          <p:spPr>
            <a:xfrm>
              <a:off x="2447300" y="3399500"/>
              <a:ext cx="62400" cy="53350"/>
            </a:xfrm>
            <a:custGeom>
              <a:rect b="b" l="l" r="r" t="t"/>
              <a:pathLst>
                <a:path extrusionOk="0" h="2134" w="2496">
                  <a:moveTo>
                    <a:pt x="1065" y="1"/>
                  </a:moveTo>
                  <a:cubicBezTo>
                    <a:pt x="480" y="1"/>
                    <a:pt x="0" y="480"/>
                    <a:pt x="0" y="1066"/>
                  </a:cubicBezTo>
                  <a:cubicBezTo>
                    <a:pt x="0" y="1709"/>
                    <a:pt x="525"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60"/>
            <p:cNvSpPr/>
            <p:nvPr/>
          </p:nvSpPr>
          <p:spPr>
            <a:xfrm>
              <a:off x="2447300" y="3323300"/>
              <a:ext cx="62400" cy="53425"/>
            </a:xfrm>
            <a:custGeom>
              <a:rect b="b" l="l" r="r" t="t"/>
              <a:pathLst>
                <a:path extrusionOk="0" h="2137" w="2496">
                  <a:moveTo>
                    <a:pt x="1065" y="0"/>
                  </a:moveTo>
                  <a:cubicBezTo>
                    <a:pt x="480" y="0"/>
                    <a:pt x="8" y="480"/>
                    <a:pt x="0" y="1065"/>
                  </a:cubicBezTo>
                  <a:cubicBezTo>
                    <a:pt x="0" y="1709"/>
                    <a:pt x="525" y="2137"/>
                    <a:pt x="1074" y="2137"/>
                  </a:cubicBezTo>
                  <a:cubicBezTo>
                    <a:pt x="1336"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60"/>
            <p:cNvSpPr/>
            <p:nvPr/>
          </p:nvSpPr>
          <p:spPr>
            <a:xfrm>
              <a:off x="2371275" y="4237450"/>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40"/>
                    <a:pt x="1814" y="1821"/>
                  </a:cubicBezTo>
                  <a:cubicBezTo>
                    <a:pt x="2488" y="1155"/>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60"/>
            <p:cNvSpPr/>
            <p:nvPr/>
          </p:nvSpPr>
          <p:spPr>
            <a:xfrm>
              <a:off x="2371275" y="4161425"/>
              <a:ext cx="62225" cy="53300"/>
            </a:xfrm>
            <a:custGeom>
              <a:rect b="b" l="l" r="r" t="t"/>
              <a:pathLst>
                <a:path extrusionOk="0" h="2132" w="2489">
                  <a:moveTo>
                    <a:pt x="1066" y="1"/>
                  </a:moveTo>
                  <a:cubicBezTo>
                    <a:pt x="472" y="1"/>
                    <a:pt x="1" y="472"/>
                    <a:pt x="1" y="1066"/>
                  </a:cubicBezTo>
                  <a:cubicBezTo>
                    <a:pt x="1" y="1708"/>
                    <a:pt x="523" y="2131"/>
                    <a:pt x="1067" y="2131"/>
                  </a:cubicBezTo>
                  <a:cubicBezTo>
                    <a:pt x="1329"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60"/>
            <p:cNvSpPr/>
            <p:nvPr/>
          </p:nvSpPr>
          <p:spPr>
            <a:xfrm>
              <a:off x="2371275" y="40852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8" y="1147"/>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60"/>
            <p:cNvSpPr/>
            <p:nvPr/>
          </p:nvSpPr>
          <p:spPr>
            <a:xfrm>
              <a:off x="2371275" y="4009000"/>
              <a:ext cx="62225" cy="53350"/>
            </a:xfrm>
            <a:custGeom>
              <a:rect b="b" l="l" r="r" t="t"/>
              <a:pathLst>
                <a:path extrusionOk="0" h="2134" w="2489">
                  <a:moveTo>
                    <a:pt x="1066" y="1"/>
                  </a:moveTo>
                  <a:cubicBezTo>
                    <a:pt x="472" y="1"/>
                    <a:pt x="1" y="480"/>
                    <a:pt x="1" y="1066"/>
                  </a:cubicBezTo>
                  <a:cubicBezTo>
                    <a:pt x="1" y="1710"/>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60"/>
            <p:cNvSpPr/>
            <p:nvPr/>
          </p:nvSpPr>
          <p:spPr>
            <a:xfrm>
              <a:off x="2371075" y="3932800"/>
              <a:ext cx="62425" cy="53475"/>
            </a:xfrm>
            <a:custGeom>
              <a:rect b="b" l="l" r="r" t="t"/>
              <a:pathLst>
                <a:path extrusionOk="0" h="2139" w="2497">
                  <a:moveTo>
                    <a:pt x="1074" y="0"/>
                  </a:moveTo>
                  <a:cubicBezTo>
                    <a:pt x="480" y="0"/>
                    <a:pt x="1" y="480"/>
                    <a:pt x="1" y="1073"/>
                  </a:cubicBezTo>
                  <a:cubicBezTo>
                    <a:pt x="6" y="1715"/>
                    <a:pt x="530" y="2139"/>
                    <a:pt x="1075" y="2139"/>
                  </a:cubicBezTo>
                  <a:cubicBezTo>
                    <a:pt x="1337" y="2139"/>
                    <a:pt x="1605" y="2041"/>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60"/>
            <p:cNvSpPr/>
            <p:nvPr/>
          </p:nvSpPr>
          <p:spPr>
            <a:xfrm>
              <a:off x="2371075" y="3856775"/>
              <a:ext cx="62425" cy="53300"/>
            </a:xfrm>
            <a:custGeom>
              <a:rect b="b" l="l" r="r" t="t"/>
              <a:pathLst>
                <a:path extrusionOk="0" h="2132" w="2497">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60"/>
            <p:cNvSpPr/>
            <p:nvPr/>
          </p:nvSpPr>
          <p:spPr>
            <a:xfrm>
              <a:off x="2371075" y="3780375"/>
              <a:ext cx="62425" cy="53475"/>
            </a:xfrm>
            <a:custGeom>
              <a:rect b="b" l="l" r="r" t="t"/>
              <a:pathLst>
                <a:path extrusionOk="0" h="2139" w="2497">
                  <a:moveTo>
                    <a:pt x="1074" y="0"/>
                  </a:moveTo>
                  <a:cubicBezTo>
                    <a:pt x="480" y="0"/>
                    <a:pt x="1" y="480"/>
                    <a:pt x="1" y="1073"/>
                  </a:cubicBezTo>
                  <a:cubicBezTo>
                    <a:pt x="6" y="1715"/>
                    <a:pt x="530" y="2139"/>
                    <a:pt x="1078" y="2139"/>
                  </a:cubicBezTo>
                  <a:cubicBezTo>
                    <a:pt x="1341" y="2139"/>
                    <a:pt x="1610" y="2040"/>
                    <a:pt x="1830" y="1821"/>
                  </a:cubicBezTo>
                  <a:cubicBezTo>
                    <a:pt x="2496"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60"/>
            <p:cNvSpPr/>
            <p:nvPr/>
          </p:nvSpPr>
          <p:spPr>
            <a:xfrm>
              <a:off x="2371275"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60"/>
            <p:cNvSpPr/>
            <p:nvPr/>
          </p:nvSpPr>
          <p:spPr>
            <a:xfrm>
              <a:off x="2371275" y="3627950"/>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60"/>
            <p:cNvSpPr/>
            <p:nvPr/>
          </p:nvSpPr>
          <p:spPr>
            <a:xfrm>
              <a:off x="2371075" y="3551925"/>
              <a:ext cx="62425" cy="53300"/>
            </a:xfrm>
            <a:custGeom>
              <a:rect b="b" l="l" r="r" t="t"/>
              <a:pathLst>
                <a:path extrusionOk="0" h="2132" w="2497">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60"/>
            <p:cNvSpPr/>
            <p:nvPr/>
          </p:nvSpPr>
          <p:spPr>
            <a:xfrm>
              <a:off x="2371075" y="3475725"/>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7"/>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60"/>
            <p:cNvSpPr/>
            <p:nvPr/>
          </p:nvSpPr>
          <p:spPr>
            <a:xfrm>
              <a:off x="2371075" y="3399500"/>
              <a:ext cx="62425" cy="53350"/>
            </a:xfrm>
            <a:custGeom>
              <a:rect b="b" l="l" r="r" t="t"/>
              <a:pathLst>
                <a:path extrusionOk="0" h="2134" w="2497">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60"/>
            <p:cNvSpPr/>
            <p:nvPr/>
          </p:nvSpPr>
          <p:spPr>
            <a:xfrm>
              <a:off x="2371075" y="3323300"/>
              <a:ext cx="62425" cy="53425"/>
            </a:xfrm>
            <a:custGeom>
              <a:rect b="b" l="l" r="r" t="t"/>
              <a:pathLst>
                <a:path extrusionOk="0" h="2137" w="2497">
                  <a:moveTo>
                    <a:pt x="1074" y="0"/>
                  </a:moveTo>
                  <a:cubicBezTo>
                    <a:pt x="480" y="0"/>
                    <a:pt x="9" y="480"/>
                    <a:pt x="1" y="1065"/>
                  </a:cubicBezTo>
                  <a:cubicBezTo>
                    <a:pt x="1" y="1709"/>
                    <a:pt x="526" y="2137"/>
                    <a:pt x="1074" y="2137"/>
                  </a:cubicBezTo>
                  <a:cubicBezTo>
                    <a:pt x="1336" y="2137"/>
                    <a:pt x="1603" y="2039"/>
                    <a:pt x="1822" y="1821"/>
                  </a:cubicBezTo>
                  <a:cubicBezTo>
                    <a:pt x="2496" y="1154"/>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60"/>
            <p:cNvSpPr/>
            <p:nvPr/>
          </p:nvSpPr>
          <p:spPr>
            <a:xfrm>
              <a:off x="2371075" y="3247075"/>
              <a:ext cx="62425" cy="53450"/>
            </a:xfrm>
            <a:custGeom>
              <a:rect b="b" l="l" r="r" t="t"/>
              <a:pathLst>
                <a:path extrusionOk="0" h="2138" w="2497">
                  <a:moveTo>
                    <a:pt x="1074" y="1"/>
                  </a:moveTo>
                  <a:cubicBezTo>
                    <a:pt x="480" y="9"/>
                    <a:pt x="9" y="480"/>
                    <a:pt x="1" y="1066"/>
                  </a:cubicBezTo>
                  <a:cubicBezTo>
                    <a:pt x="1" y="1709"/>
                    <a:pt x="526" y="2137"/>
                    <a:pt x="1074" y="2137"/>
                  </a:cubicBezTo>
                  <a:cubicBezTo>
                    <a:pt x="1336" y="2137"/>
                    <a:pt x="1603" y="2040"/>
                    <a:pt x="1822" y="1822"/>
                  </a:cubicBezTo>
                  <a:cubicBezTo>
                    <a:pt x="2496" y="1155"/>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60"/>
            <p:cNvSpPr/>
            <p:nvPr/>
          </p:nvSpPr>
          <p:spPr>
            <a:xfrm>
              <a:off x="2295075" y="4313650"/>
              <a:ext cx="62200" cy="53450"/>
            </a:xfrm>
            <a:custGeom>
              <a:rect b="b" l="l" r="r" t="t"/>
              <a:pathLst>
                <a:path extrusionOk="0" h="2138" w="2488">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60"/>
            <p:cNvSpPr/>
            <p:nvPr/>
          </p:nvSpPr>
          <p:spPr>
            <a:xfrm>
              <a:off x="2295075" y="4237450"/>
              <a:ext cx="62200" cy="53425"/>
            </a:xfrm>
            <a:custGeom>
              <a:rect b="b" l="l" r="r" t="t"/>
              <a:pathLst>
                <a:path extrusionOk="0" h="2137" w="2488">
                  <a:moveTo>
                    <a:pt x="1065" y="0"/>
                  </a:moveTo>
                  <a:cubicBezTo>
                    <a:pt x="472" y="8"/>
                    <a:pt x="0" y="480"/>
                    <a:pt x="0" y="1073"/>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60"/>
            <p:cNvSpPr/>
            <p:nvPr/>
          </p:nvSpPr>
          <p:spPr>
            <a:xfrm>
              <a:off x="2295075" y="4161425"/>
              <a:ext cx="62200" cy="53300"/>
            </a:xfrm>
            <a:custGeom>
              <a:rect b="b" l="l" r="r" t="t"/>
              <a:pathLst>
                <a:path extrusionOk="0" h="2132" w="2488">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60"/>
            <p:cNvSpPr/>
            <p:nvPr/>
          </p:nvSpPr>
          <p:spPr>
            <a:xfrm>
              <a:off x="2295075" y="4085225"/>
              <a:ext cx="62200" cy="53350"/>
            </a:xfrm>
            <a:custGeom>
              <a:rect b="b" l="l" r="r" t="t"/>
              <a:pathLst>
                <a:path extrusionOk="0" h="2134" w="2488">
                  <a:moveTo>
                    <a:pt x="1065" y="0"/>
                  </a:moveTo>
                  <a:cubicBezTo>
                    <a:pt x="472" y="0"/>
                    <a:pt x="0" y="480"/>
                    <a:pt x="0" y="1065"/>
                  </a:cubicBezTo>
                  <a:cubicBezTo>
                    <a:pt x="0" y="1709"/>
                    <a:pt x="525" y="2133"/>
                    <a:pt x="1072" y="2133"/>
                  </a:cubicBezTo>
                  <a:cubicBezTo>
                    <a:pt x="1332" y="2133"/>
                    <a:pt x="1598" y="2037"/>
                    <a:pt x="1813" y="1821"/>
                  </a:cubicBezTo>
                  <a:cubicBezTo>
                    <a:pt x="2488" y="1147"/>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60"/>
            <p:cNvSpPr/>
            <p:nvPr/>
          </p:nvSpPr>
          <p:spPr>
            <a:xfrm>
              <a:off x="2295075" y="4009000"/>
              <a:ext cx="62200" cy="53350"/>
            </a:xfrm>
            <a:custGeom>
              <a:rect b="b" l="l" r="r" t="t"/>
              <a:pathLst>
                <a:path extrusionOk="0" h="2134" w="2488">
                  <a:moveTo>
                    <a:pt x="1065" y="1"/>
                  </a:moveTo>
                  <a:cubicBezTo>
                    <a:pt x="472"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60"/>
            <p:cNvSpPr/>
            <p:nvPr/>
          </p:nvSpPr>
          <p:spPr>
            <a:xfrm>
              <a:off x="2294850" y="3932800"/>
              <a:ext cx="62425" cy="53475"/>
            </a:xfrm>
            <a:custGeom>
              <a:rect b="b" l="l" r="r" t="t"/>
              <a:pathLst>
                <a:path extrusionOk="0" h="2139" w="2497">
                  <a:moveTo>
                    <a:pt x="1074" y="0"/>
                  </a:moveTo>
                  <a:cubicBezTo>
                    <a:pt x="481" y="0"/>
                    <a:pt x="1" y="480"/>
                    <a:pt x="9" y="1073"/>
                  </a:cubicBezTo>
                  <a:cubicBezTo>
                    <a:pt x="9" y="1715"/>
                    <a:pt x="531" y="2139"/>
                    <a:pt x="1078" y="2139"/>
                  </a:cubicBezTo>
                  <a:cubicBezTo>
                    <a:pt x="1342" y="2139"/>
                    <a:pt x="1611" y="2041"/>
                    <a:pt x="1830"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60"/>
            <p:cNvSpPr/>
            <p:nvPr/>
          </p:nvSpPr>
          <p:spPr>
            <a:xfrm>
              <a:off x="2295075" y="385677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60"/>
            <p:cNvSpPr/>
            <p:nvPr/>
          </p:nvSpPr>
          <p:spPr>
            <a:xfrm>
              <a:off x="2294850" y="3780375"/>
              <a:ext cx="62625" cy="53475"/>
            </a:xfrm>
            <a:custGeom>
              <a:rect b="b" l="l" r="r" t="t"/>
              <a:pathLst>
                <a:path extrusionOk="0" h="2139" w="2505">
                  <a:moveTo>
                    <a:pt x="1074" y="0"/>
                  </a:moveTo>
                  <a:cubicBezTo>
                    <a:pt x="481" y="0"/>
                    <a:pt x="1" y="480"/>
                    <a:pt x="9" y="1073"/>
                  </a:cubicBezTo>
                  <a:cubicBezTo>
                    <a:pt x="9" y="1715"/>
                    <a:pt x="535" y="2139"/>
                    <a:pt x="1082" y="2139"/>
                  </a:cubicBezTo>
                  <a:cubicBezTo>
                    <a:pt x="1345" y="2139"/>
                    <a:pt x="1613" y="2040"/>
                    <a:pt x="1830" y="1821"/>
                  </a:cubicBezTo>
                  <a:cubicBezTo>
                    <a:pt x="2505"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60"/>
            <p:cNvSpPr/>
            <p:nvPr/>
          </p:nvSpPr>
          <p:spPr>
            <a:xfrm>
              <a:off x="2295075" y="3704150"/>
              <a:ext cx="62200" cy="53450"/>
            </a:xfrm>
            <a:custGeom>
              <a:rect b="b" l="l" r="r" t="t"/>
              <a:pathLst>
                <a:path extrusionOk="0" h="2138" w="2488">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60"/>
            <p:cNvSpPr/>
            <p:nvPr/>
          </p:nvSpPr>
          <p:spPr>
            <a:xfrm>
              <a:off x="2295075" y="3627950"/>
              <a:ext cx="62200" cy="53425"/>
            </a:xfrm>
            <a:custGeom>
              <a:rect b="b" l="l" r="r" t="t"/>
              <a:pathLst>
                <a:path extrusionOk="0" h="2137" w="2488">
                  <a:moveTo>
                    <a:pt x="1065" y="0"/>
                  </a:moveTo>
                  <a:cubicBezTo>
                    <a:pt x="472"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60"/>
            <p:cNvSpPr/>
            <p:nvPr/>
          </p:nvSpPr>
          <p:spPr>
            <a:xfrm>
              <a:off x="2295075" y="355192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60"/>
            <p:cNvSpPr/>
            <p:nvPr/>
          </p:nvSpPr>
          <p:spPr>
            <a:xfrm>
              <a:off x="2295075" y="3475725"/>
              <a:ext cx="62200" cy="53350"/>
            </a:xfrm>
            <a:custGeom>
              <a:rect b="b" l="l" r="r" t="t"/>
              <a:pathLst>
                <a:path extrusionOk="0" h="2134" w="2488">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60"/>
            <p:cNvSpPr/>
            <p:nvPr/>
          </p:nvSpPr>
          <p:spPr>
            <a:xfrm>
              <a:off x="2295075" y="3399500"/>
              <a:ext cx="62200" cy="53350"/>
            </a:xfrm>
            <a:custGeom>
              <a:rect b="b" l="l" r="r" t="t"/>
              <a:pathLst>
                <a:path extrusionOk="0" h="2134" w="2488">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60"/>
            <p:cNvSpPr/>
            <p:nvPr/>
          </p:nvSpPr>
          <p:spPr>
            <a:xfrm>
              <a:off x="2294925" y="3323300"/>
              <a:ext cx="62350" cy="53425"/>
            </a:xfrm>
            <a:custGeom>
              <a:rect b="b" l="l" r="r" t="t"/>
              <a:pathLst>
                <a:path extrusionOk="0" h="2137" w="2494">
                  <a:moveTo>
                    <a:pt x="1071" y="0"/>
                  </a:moveTo>
                  <a:cubicBezTo>
                    <a:pt x="486" y="8"/>
                    <a:pt x="6" y="480"/>
                    <a:pt x="6" y="1065"/>
                  </a:cubicBezTo>
                  <a:cubicBezTo>
                    <a:pt x="1" y="1709"/>
                    <a:pt x="528" y="2137"/>
                    <a:pt x="1076" y="2137"/>
                  </a:cubicBezTo>
                  <a:cubicBezTo>
                    <a:pt x="1337" y="2137"/>
                    <a:pt x="1604"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60"/>
            <p:cNvSpPr/>
            <p:nvPr/>
          </p:nvSpPr>
          <p:spPr>
            <a:xfrm>
              <a:off x="2294925" y="3247075"/>
              <a:ext cx="62350" cy="53450"/>
            </a:xfrm>
            <a:custGeom>
              <a:rect b="b" l="l" r="r" t="t"/>
              <a:pathLst>
                <a:path extrusionOk="0" h="2138" w="2494">
                  <a:moveTo>
                    <a:pt x="1071" y="1"/>
                  </a:moveTo>
                  <a:cubicBezTo>
                    <a:pt x="486" y="9"/>
                    <a:pt x="6" y="480"/>
                    <a:pt x="6" y="1066"/>
                  </a:cubicBezTo>
                  <a:cubicBezTo>
                    <a:pt x="1" y="1709"/>
                    <a:pt x="524" y="2137"/>
                    <a:pt x="1072" y="2137"/>
                  </a:cubicBezTo>
                  <a:cubicBezTo>
                    <a:pt x="1334" y="2137"/>
                    <a:pt x="1601" y="2040"/>
                    <a:pt x="1819" y="1822"/>
                  </a:cubicBezTo>
                  <a:cubicBezTo>
                    <a:pt x="2494" y="1155"/>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60"/>
            <p:cNvSpPr/>
            <p:nvPr/>
          </p:nvSpPr>
          <p:spPr>
            <a:xfrm>
              <a:off x="2295075" y="3171075"/>
              <a:ext cx="62200" cy="53275"/>
            </a:xfrm>
            <a:custGeom>
              <a:rect b="b" l="l" r="r" t="t"/>
              <a:pathLst>
                <a:path extrusionOk="0" h="2131" w="2488">
                  <a:moveTo>
                    <a:pt x="1065" y="0"/>
                  </a:moveTo>
                  <a:cubicBezTo>
                    <a:pt x="472" y="0"/>
                    <a:pt x="0" y="472"/>
                    <a:pt x="0" y="1065"/>
                  </a:cubicBezTo>
                  <a:cubicBezTo>
                    <a:pt x="0" y="1707"/>
                    <a:pt x="522" y="2131"/>
                    <a:pt x="1067" y="2131"/>
                  </a:cubicBezTo>
                  <a:cubicBezTo>
                    <a:pt x="1329" y="2131"/>
                    <a:pt x="1596" y="2032"/>
                    <a:pt x="1813"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60"/>
            <p:cNvSpPr/>
            <p:nvPr/>
          </p:nvSpPr>
          <p:spPr>
            <a:xfrm>
              <a:off x="2295075" y="2028275"/>
              <a:ext cx="62200" cy="53450"/>
            </a:xfrm>
            <a:custGeom>
              <a:rect b="b" l="l" r="r" t="t"/>
              <a:pathLst>
                <a:path extrusionOk="0" h="2138" w="2488">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60"/>
            <p:cNvSpPr/>
            <p:nvPr/>
          </p:nvSpPr>
          <p:spPr>
            <a:xfrm>
              <a:off x="2218650" y="4389875"/>
              <a:ext cx="62225" cy="53350"/>
            </a:xfrm>
            <a:custGeom>
              <a:rect b="b" l="l" r="r" t="t"/>
              <a:pathLst>
                <a:path extrusionOk="0" h="2134" w="2489">
                  <a:moveTo>
                    <a:pt x="1074" y="0"/>
                  </a:moveTo>
                  <a:cubicBezTo>
                    <a:pt x="480" y="0"/>
                    <a:pt x="0" y="480"/>
                    <a:pt x="0" y="1065"/>
                  </a:cubicBezTo>
                  <a:cubicBezTo>
                    <a:pt x="0" y="1709"/>
                    <a:pt x="526" y="2133"/>
                    <a:pt x="1074" y="2133"/>
                  </a:cubicBezTo>
                  <a:cubicBezTo>
                    <a:pt x="1336" y="2133"/>
                    <a:pt x="1603" y="2037"/>
                    <a:pt x="1821" y="1821"/>
                  </a:cubicBezTo>
                  <a:cubicBezTo>
                    <a:pt x="2488"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60"/>
            <p:cNvSpPr/>
            <p:nvPr/>
          </p:nvSpPr>
          <p:spPr>
            <a:xfrm>
              <a:off x="2218650" y="4313650"/>
              <a:ext cx="62225" cy="53450"/>
            </a:xfrm>
            <a:custGeom>
              <a:rect b="b" l="l" r="r" t="t"/>
              <a:pathLst>
                <a:path extrusionOk="0" h="2138" w="2489">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60"/>
            <p:cNvSpPr/>
            <p:nvPr/>
          </p:nvSpPr>
          <p:spPr>
            <a:xfrm>
              <a:off x="2218650" y="4237450"/>
              <a:ext cx="62225" cy="53425"/>
            </a:xfrm>
            <a:custGeom>
              <a:rect b="b" l="l" r="r" t="t"/>
              <a:pathLst>
                <a:path extrusionOk="0" h="2137" w="2489">
                  <a:moveTo>
                    <a:pt x="1074" y="0"/>
                  </a:moveTo>
                  <a:cubicBezTo>
                    <a:pt x="480" y="8"/>
                    <a:pt x="0" y="480"/>
                    <a:pt x="0" y="1073"/>
                  </a:cubicBezTo>
                  <a:cubicBezTo>
                    <a:pt x="0" y="1711"/>
                    <a:pt x="525" y="2137"/>
                    <a:pt x="1073" y="2137"/>
                  </a:cubicBezTo>
                  <a:cubicBezTo>
                    <a:pt x="1335" y="2137"/>
                    <a:pt x="1603" y="2040"/>
                    <a:pt x="1821" y="1821"/>
                  </a:cubicBezTo>
                  <a:cubicBezTo>
                    <a:pt x="2488" y="1155"/>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60"/>
            <p:cNvSpPr/>
            <p:nvPr/>
          </p:nvSpPr>
          <p:spPr>
            <a:xfrm>
              <a:off x="2218650" y="4161425"/>
              <a:ext cx="62225" cy="53250"/>
            </a:xfrm>
            <a:custGeom>
              <a:rect b="b" l="l" r="r" t="t"/>
              <a:pathLst>
                <a:path extrusionOk="0" h="2130" w="2489">
                  <a:moveTo>
                    <a:pt x="1074" y="1"/>
                  </a:moveTo>
                  <a:cubicBezTo>
                    <a:pt x="480" y="1"/>
                    <a:pt x="0" y="472"/>
                    <a:pt x="0" y="1066"/>
                  </a:cubicBezTo>
                  <a:cubicBezTo>
                    <a:pt x="0" y="1704"/>
                    <a:pt x="525" y="2129"/>
                    <a:pt x="1073" y="2129"/>
                  </a:cubicBezTo>
                  <a:cubicBezTo>
                    <a:pt x="1335" y="2129"/>
                    <a:pt x="1603" y="2032"/>
                    <a:pt x="1821" y="1814"/>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60"/>
            <p:cNvSpPr/>
            <p:nvPr/>
          </p:nvSpPr>
          <p:spPr>
            <a:xfrm>
              <a:off x="2218650" y="4085225"/>
              <a:ext cx="62225" cy="53350"/>
            </a:xfrm>
            <a:custGeom>
              <a:rect b="b" l="l" r="r" t="t"/>
              <a:pathLst>
                <a:path extrusionOk="0" h="2134" w="2489">
                  <a:moveTo>
                    <a:pt x="1074" y="0"/>
                  </a:moveTo>
                  <a:cubicBezTo>
                    <a:pt x="480" y="0"/>
                    <a:pt x="0" y="472"/>
                    <a:pt x="0" y="1065"/>
                  </a:cubicBezTo>
                  <a:cubicBezTo>
                    <a:pt x="0" y="1709"/>
                    <a:pt x="526" y="2133"/>
                    <a:pt x="1074" y="2133"/>
                  </a:cubicBezTo>
                  <a:cubicBezTo>
                    <a:pt x="1336" y="2133"/>
                    <a:pt x="1603" y="2037"/>
                    <a:pt x="1821" y="1821"/>
                  </a:cubicBezTo>
                  <a:cubicBezTo>
                    <a:pt x="2488"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60"/>
            <p:cNvSpPr/>
            <p:nvPr/>
          </p:nvSpPr>
          <p:spPr>
            <a:xfrm>
              <a:off x="2218650" y="4009000"/>
              <a:ext cx="62225" cy="53350"/>
            </a:xfrm>
            <a:custGeom>
              <a:rect b="b" l="l" r="r" t="t"/>
              <a:pathLst>
                <a:path extrusionOk="0" h="2134" w="2489">
                  <a:moveTo>
                    <a:pt x="1074" y="1"/>
                  </a:moveTo>
                  <a:cubicBezTo>
                    <a:pt x="480" y="1"/>
                    <a:pt x="0" y="480"/>
                    <a:pt x="0" y="1066"/>
                  </a:cubicBezTo>
                  <a:cubicBezTo>
                    <a:pt x="0" y="1710"/>
                    <a:pt x="526" y="2134"/>
                    <a:pt x="1074" y="2134"/>
                  </a:cubicBezTo>
                  <a:cubicBezTo>
                    <a:pt x="1336" y="2134"/>
                    <a:pt x="1603" y="2037"/>
                    <a:pt x="1821" y="1822"/>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60"/>
            <p:cNvSpPr/>
            <p:nvPr/>
          </p:nvSpPr>
          <p:spPr>
            <a:xfrm>
              <a:off x="2218650" y="3932800"/>
              <a:ext cx="62225" cy="53475"/>
            </a:xfrm>
            <a:custGeom>
              <a:rect b="b" l="l" r="r" t="t"/>
              <a:pathLst>
                <a:path extrusionOk="0" h="2139" w="2489">
                  <a:moveTo>
                    <a:pt x="1074" y="0"/>
                  </a:moveTo>
                  <a:cubicBezTo>
                    <a:pt x="480" y="0"/>
                    <a:pt x="0" y="480"/>
                    <a:pt x="0" y="1073"/>
                  </a:cubicBezTo>
                  <a:cubicBezTo>
                    <a:pt x="6" y="1715"/>
                    <a:pt x="530" y="2139"/>
                    <a:pt x="1075" y="2139"/>
                  </a:cubicBezTo>
                  <a:cubicBezTo>
                    <a:pt x="1337" y="2139"/>
                    <a:pt x="1605" y="2041"/>
                    <a:pt x="1821" y="1821"/>
                  </a:cubicBezTo>
                  <a:cubicBezTo>
                    <a:pt x="2488" y="1146"/>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60"/>
            <p:cNvSpPr/>
            <p:nvPr/>
          </p:nvSpPr>
          <p:spPr>
            <a:xfrm>
              <a:off x="2218650" y="3856775"/>
              <a:ext cx="62225" cy="53300"/>
            </a:xfrm>
            <a:custGeom>
              <a:rect b="b" l="l" r="r" t="t"/>
              <a:pathLst>
                <a:path extrusionOk="0" h="2132" w="2489">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60"/>
            <p:cNvSpPr/>
            <p:nvPr/>
          </p:nvSpPr>
          <p:spPr>
            <a:xfrm>
              <a:off x="2218650" y="3780375"/>
              <a:ext cx="62425" cy="53475"/>
            </a:xfrm>
            <a:custGeom>
              <a:rect b="b" l="l" r="r" t="t"/>
              <a:pathLst>
                <a:path extrusionOk="0" h="2139" w="2497">
                  <a:moveTo>
                    <a:pt x="1074" y="0"/>
                  </a:moveTo>
                  <a:cubicBezTo>
                    <a:pt x="480" y="0"/>
                    <a:pt x="0" y="480"/>
                    <a:pt x="0" y="1073"/>
                  </a:cubicBezTo>
                  <a:cubicBezTo>
                    <a:pt x="6" y="1715"/>
                    <a:pt x="530" y="2139"/>
                    <a:pt x="1077" y="2139"/>
                  </a:cubicBezTo>
                  <a:cubicBezTo>
                    <a:pt x="1341" y="2139"/>
                    <a:pt x="1610" y="2040"/>
                    <a:pt x="1830"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60"/>
            <p:cNvSpPr/>
            <p:nvPr/>
          </p:nvSpPr>
          <p:spPr>
            <a:xfrm>
              <a:off x="2218650" y="3704150"/>
              <a:ext cx="62225" cy="53450"/>
            </a:xfrm>
            <a:custGeom>
              <a:rect b="b" l="l" r="r" t="t"/>
              <a:pathLst>
                <a:path extrusionOk="0" h="2138" w="2489">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60"/>
            <p:cNvSpPr/>
            <p:nvPr/>
          </p:nvSpPr>
          <p:spPr>
            <a:xfrm>
              <a:off x="2218650" y="3627950"/>
              <a:ext cx="62225" cy="53425"/>
            </a:xfrm>
            <a:custGeom>
              <a:rect b="b" l="l" r="r" t="t"/>
              <a:pathLst>
                <a:path extrusionOk="0" h="2137" w="2489">
                  <a:moveTo>
                    <a:pt x="1074" y="0"/>
                  </a:moveTo>
                  <a:cubicBezTo>
                    <a:pt x="480" y="8"/>
                    <a:pt x="0" y="480"/>
                    <a:pt x="0" y="1073"/>
                  </a:cubicBezTo>
                  <a:cubicBezTo>
                    <a:pt x="0" y="1711"/>
                    <a:pt x="525" y="2137"/>
                    <a:pt x="1073" y="2137"/>
                  </a:cubicBezTo>
                  <a:cubicBezTo>
                    <a:pt x="1335" y="2137"/>
                    <a:pt x="1603" y="2039"/>
                    <a:pt x="1821" y="1821"/>
                  </a:cubicBezTo>
                  <a:cubicBezTo>
                    <a:pt x="2488" y="1154"/>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60"/>
            <p:cNvSpPr/>
            <p:nvPr/>
          </p:nvSpPr>
          <p:spPr>
            <a:xfrm>
              <a:off x="2218650" y="3551925"/>
              <a:ext cx="62225" cy="53300"/>
            </a:xfrm>
            <a:custGeom>
              <a:rect b="b" l="l" r="r" t="t"/>
              <a:pathLst>
                <a:path extrusionOk="0" h="2132" w="2489">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60"/>
            <p:cNvSpPr/>
            <p:nvPr/>
          </p:nvSpPr>
          <p:spPr>
            <a:xfrm>
              <a:off x="2218650" y="3475725"/>
              <a:ext cx="62225" cy="53350"/>
            </a:xfrm>
            <a:custGeom>
              <a:rect b="b" l="l" r="r" t="t"/>
              <a:pathLst>
                <a:path extrusionOk="0" h="2134" w="2489">
                  <a:moveTo>
                    <a:pt x="1074" y="0"/>
                  </a:moveTo>
                  <a:cubicBezTo>
                    <a:pt x="480" y="0"/>
                    <a:pt x="0" y="480"/>
                    <a:pt x="0" y="1065"/>
                  </a:cubicBezTo>
                  <a:cubicBezTo>
                    <a:pt x="0" y="1709"/>
                    <a:pt x="526" y="2133"/>
                    <a:pt x="1074" y="2133"/>
                  </a:cubicBezTo>
                  <a:cubicBezTo>
                    <a:pt x="1336" y="2133"/>
                    <a:pt x="1603" y="2037"/>
                    <a:pt x="1821" y="1821"/>
                  </a:cubicBezTo>
                  <a:cubicBezTo>
                    <a:pt x="2488"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60"/>
            <p:cNvSpPr/>
            <p:nvPr/>
          </p:nvSpPr>
          <p:spPr>
            <a:xfrm>
              <a:off x="2218650" y="3399500"/>
              <a:ext cx="62425" cy="53350"/>
            </a:xfrm>
            <a:custGeom>
              <a:rect b="b" l="l" r="r" t="t"/>
              <a:pathLst>
                <a:path extrusionOk="0" h="2134" w="2497">
                  <a:moveTo>
                    <a:pt x="1074" y="1"/>
                  </a:moveTo>
                  <a:cubicBezTo>
                    <a:pt x="480" y="1"/>
                    <a:pt x="9" y="480"/>
                    <a:pt x="0" y="1066"/>
                  </a:cubicBezTo>
                  <a:cubicBezTo>
                    <a:pt x="0" y="1709"/>
                    <a:pt x="526" y="2134"/>
                    <a:pt x="1074" y="2134"/>
                  </a:cubicBezTo>
                  <a:cubicBezTo>
                    <a:pt x="1336" y="2134"/>
                    <a:pt x="1603" y="2037"/>
                    <a:pt x="1821"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60"/>
            <p:cNvSpPr/>
            <p:nvPr/>
          </p:nvSpPr>
          <p:spPr>
            <a:xfrm>
              <a:off x="2218650" y="3323300"/>
              <a:ext cx="62425" cy="53425"/>
            </a:xfrm>
            <a:custGeom>
              <a:rect b="b" l="l" r="r" t="t"/>
              <a:pathLst>
                <a:path extrusionOk="0" h="2137" w="2497">
                  <a:moveTo>
                    <a:pt x="1074" y="0"/>
                  </a:moveTo>
                  <a:cubicBezTo>
                    <a:pt x="480" y="0"/>
                    <a:pt x="9" y="480"/>
                    <a:pt x="0" y="1065"/>
                  </a:cubicBezTo>
                  <a:cubicBezTo>
                    <a:pt x="0" y="1709"/>
                    <a:pt x="526" y="2137"/>
                    <a:pt x="1074" y="2137"/>
                  </a:cubicBezTo>
                  <a:cubicBezTo>
                    <a:pt x="1336" y="2137"/>
                    <a:pt x="1603" y="2039"/>
                    <a:pt x="1821" y="1821"/>
                  </a:cubicBezTo>
                  <a:cubicBezTo>
                    <a:pt x="2496" y="1154"/>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60"/>
            <p:cNvSpPr/>
            <p:nvPr/>
          </p:nvSpPr>
          <p:spPr>
            <a:xfrm>
              <a:off x="2218650" y="3247075"/>
              <a:ext cx="62425" cy="53500"/>
            </a:xfrm>
            <a:custGeom>
              <a:rect b="b" l="l" r="r" t="t"/>
              <a:pathLst>
                <a:path extrusionOk="0" h="2140" w="2497">
                  <a:moveTo>
                    <a:pt x="1074" y="1"/>
                  </a:moveTo>
                  <a:cubicBezTo>
                    <a:pt x="480" y="9"/>
                    <a:pt x="9" y="480"/>
                    <a:pt x="0" y="1066"/>
                  </a:cubicBezTo>
                  <a:cubicBezTo>
                    <a:pt x="0" y="1711"/>
                    <a:pt x="529" y="2140"/>
                    <a:pt x="1079" y="2140"/>
                  </a:cubicBezTo>
                  <a:cubicBezTo>
                    <a:pt x="1339" y="2140"/>
                    <a:pt x="1605" y="2044"/>
                    <a:pt x="1821" y="1830"/>
                  </a:cubicBezTo>
                  <a:cubicBezTo>
                    <a:pt x="2496" y="1155"/>
                    <a:pt x="2017" y="9"/>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60"/>
            <p:cNvSpPr/>
            <p:nvPr/>
          </p:nvSpPr>
          <p:spPr>
            <a:xfrm>
              <a:off x="2218650" y="3171075"/>
              <a:ext cx="62225" cy="53300"/>
            </a:xfrm>
            <a:custGeom>
              <a:rect b="b" l="l" r="r" t="t"/>
              <a:pathLst>
                <a:path extrusionOk="0" h="2132" w="2489">
                  <a:moveTo>
                    <a:pt x="1074" y="0"/>
                  </a:moveTo>
                  <a:cubicBezTo>
                    <a:pt x="480" y="0"/>
                    <a:pt x="0" y="472"/>
                    <a:pt x="0" y="1065"/>
                  </a:cubicBezTo>
                  <a:cubicBezTo>
                    <a:pt x="0" y="1705"/>
                    <a:pt x="528" y="2131"/>
                    <a:pt x="1078" y="2131"/>
                  </a:cubicBezTo>
                  <a:cubicBezTo>
                    <a:pt x="1339" y="2131"/>
                    <a:pt x="1604" y="2036"/>
                    <a:pt x="1821" y="1821"/>
                  </a:cubicBezTo>
                  <a:cubicBezTo>
                    <a:pt x="2488"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60"/>
            <p:cNvSpPr/>
            <p:nvPr/>
          </p:nvSpPr>
          <p:spPr>
            <a:xfrm>
              <a:off x="2218650" y="2180700"/>
              <a:ext cx="62225" cy="53350"/>
            </a:xfrm>
            <a:custGeom>
              <a:rect b="b" l="l" r="r" t="t"/>
              <a:pathLst>
                <a:path extrusionOk="0" h="2134" w="2489">
                  <a:moveTo>
                    <a:pt x="1074" y="1"/>
                  </a:moveTo>
                  <a:cubicBezTo>
                    <a:pt x="480" y="1"/>
                    <a:pt x="0" y="472"/>
                    <a:pt x="0" y="1066"/>
                  </a:cubicBezTo>
                  <a:cubicBezTo>
                    <a:pt x="0" y="1709"/>
                    <a:pt x="526" y="2133"/>
                    <a:pt x="1074" y="2133"/>
                  </a:cubicBezTo>
                  <a:cubicBezTo>
                    <a:pt x="1336" y="2133"/>
                    <a:pt x="1603" y="2037"/>
                    <a:pt x="1821" y="1822"/>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60"/>
            <p:cNvSpPr/>
            <p:nvPr/>
          </p:nvSpPr>
          <p:spPr>
            <a:xfrm>
              <a:off x="2218650" y="2028275"/>
              <a:ext cx="62225" cy="53450"/>
            </a:xfrm>
            <a:custGeom>
              <a:rect b="b" l="l" r="r" t="t"/>
              <a:pathLst>
                <a:path extrusionOk="0" h="2138" w="2489">
                  <a:moveTo>
                    <a:pt x="1074" y="1"/>
                  </a:moveTo>
                  <a:cubicBezTo>
                    <a:pt x="480" y="1"/>
                    <a:pt x="0" y="480"/>
                    <a:pt x="0" y="1065"/>
                  </a:cubicBezTo>
                  <a:cubicBezTo>
                    <a:pt x="0" y="1709"/>
                    <a:pt x="526" y="2137"/>
                    <a:pt x="1074" y="2137"/>
                  </a:cubicBezTo>
                  <a:cubicBezTo>
                    <a:pt x="1336" y="2137"/>
                    <a:pt x="1603" y="2040"/>
                    <a:pt x="1821" y="1821"/>
                  </a:cubicBezTo>
                  <a:cubicBezTo>
                    <a:pt x="2488"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60"/>
            <p:cNvSpPr/>
            <p:nvPr/>
          </p:nvSpPr>
          <p:spPr>
            <a:xfrm>
              <a:off x="2218650" y="1952050"/>
              <a:ext cx="62225" cy="53450"/>
            </a:xfrm>
            <a:custGeom>
              <a:rect b="b" l="l" r="r" t="t"/>
              <a:pathLst>
                <a:path extrusionOk="0" h="2138" w="2489">
                  <a:moveTo>
                    <a:pt x="1074" y="1"/>
                  </a:moveTo>
                  <a:cubicBezTo>
                    <a:pt x="480" y="9"/>
                    <a:pt x="0" y="481"/>
                    <a:pt x="0" y="1074"/>
                  </a:cubicBezTo>
                  <a:cubicBezTo>
                    <a:pt x="0" y="1712"/>
                    <a:pt x="525" y="2138"/>
                    <a:pt x="1073" y="2138"/>
                  </a:cubicBezTo>
                  <a:cubicBezTo>
                    <a:pt x="1335" y="2138"/>
                    <a:pt x="1603" y="2040"/>
                    <a:pt x="1821" y="1822"/>
                  </a:cubicBezTo>
                  <a:cubicBezTo>
                    <a:pt x="2488" y="1155"/>
                    <a:pt x="2017" y="9"/>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60"/>
            <p:cNvSpPr/>
            <p:nvPr/>
          </p:nvSpPr>
          <p:spPr>
            <a:xfrm>
              <a:off x="2142425" y="4618300"/>
              <a:ext cx="62425" cy="53450"/>
            </a:xfrm>
            <a:custGeom>
              <a:rect b="b" l="l" r="r" t="t"/>
              <a:pathLst>
                <a:path extrusionOk="0" h="2138" w="2497">
                  <a:moveTo>
                    <a:pt x="1074" y="1"/>
                  </a:moveTo>
                  <a:cubicBezTo>
                    <a:pt x="481" y="9"/>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60"/>
            <p:cNvSpPr/>
            <p:nvPr/>
          </p:nvSpPr>
          <p:spPr>
            <a:xfrm>
              <a:off x="2142425" y="438987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60"/>
            <p:cNvSpPr/>
            <p:nvPr/>
          </p:nvSpPr>
          <p:spPr>
            <a:xfrm>
              <a:off x="2142425" y="4313650"/>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60"/>
            <p:cNvSpPr/>
            <p:nvPr/>
          </p:nvSpPr>
          <p:spPr>
            <a:xfrm>
              <a:off x="2142425" y="4237450"/>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60"/>
            <p:cNvSpPr/>
            <p:nvPr/>
          </p:nvSpPr>
          <p:spPr>
            <a:xfrm>
              <a:off x="2142425" y="4161425"/>
              <a:ext cx="62425" cy="53300"/>
            </a:xfrm>
            <a:custGeom>
              <a:rect b="b" l="l" r="r" t="t"/>
              <a:pathLst>
                <a:path extrusionOk="0" h="2132" w="2497">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60"/>
            <p:cNvSpPr/>
            <p:nvPr/>
          </p:nvSpPr>
          <p:spPr>
            <a:xfrm>
              <a:off x="2142425" y="408522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60"/>
            <p:cNvSpPr/>
            <p:nvPr/>
          </p:nvSpPr>
          <p:spPr>
            <a:xfrm>
              <a:off x="2142425" y="4009000"/>
              <a:ext cx="62425" cy="53350"/>
            </a:xfrm>
            <a:custGeom>
              <a:rect b="b" l="l" r="r" t="t"/>
              <a:pathLst>
                <a:path extrusionOk="0" h="2134" w="2497">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60"/>
            <p:cNvSpPr/>
            <p:nvPr/>
          </p:nvSpPr>
          <p:spPr>
            <a:xfrm>
              <a:off x="2142425" y="3932800"/>
              <a:ext cx="62425" cy="53475"/>
            </a:xfrm>
            <a:custGeom>
              <a:rect b="b" l="l" r="r" t="t"/>
              <a:pathLst>
                <a:path extrusionOk="0" h="2139" w="2497">
                  <a:moveTo>
                    <a:pt x="1074" y="0"/>
                  </a:moveTo>
                  <a:cubicBezTo>
                    <a:pt x="481" y="0"/>
                    <a:pt x="1" y="480"/>
                    <a:pt x="1" y="1073"/>
                  </a:cubicBezTo>
                  <a:cubicBezTo>
                    <a:pt x="6" y="1715"/>
                    <a:pt x="530" y="2139"/>
                    <a:pt x="1075" y="2139"/>
                  </a:cubicBezTo>
                  <a:cubicBezTo>
                    <a:pt x="1338" y="2139"/>
                    <a:pt x="1605" y="2041"/>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60"/>
            <p:cNvSpPr/>
            <p:nvPr/>
          </p:nvSpPr>
          <p:spPr>
            <a:xfrm>
              <a:off x="2142425" y="3856775"/>
              <a:ext cx="62425" cy="53300"/>
            </a:xfrm>
            <a:custGeom>
              <a:rect b="b" l="l" r="r" t="t"/>
              <a:pathLst>
                <a:path extrusionOk="0" h="2132" w="2497">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60"/>
            <p:cNvSpPr/>
            <p:nvPr/>
          </p:nvSpPr>
          <p:spPr>
            <a:xfrm>
              <a:off x="2142425" y="3780375"/>
              <a:ext cx="62425" cy="53475"/>
            </a:xfrm>
            <a:custGeom>
              <a:rect b="b" l="l" r="r" t="t"/>
              <a:pathLst>
                <a:path extrusionOk="0" h="2139" w="2497">
                  <a:moveTo>
                    <a:pt x="1074" y="0"/>
                  </a:moveTo>
                  <a:cubicBezTo>
                    <a:pt x="481" y="0"/>
                    <a:pt x="1" y="480"/>
                    <a:pt x="1" y="1073"/>
                  </a:cubicBezTo>
                  <a:cubicBezTo>
                    <a:pt x="6" y="1715"/>
                    <a:pt x="530" y="2139"/>
                    <a:pt x="1078" y="2139"/>
                  </a:cubicBezTo>
                  <a:cubicBezTo>
                    <a:pt x="1342" y="2139"/>
                    <a:pt x="1611" y="2040"/>
                    <a:pt x="1830"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60"/>
            <p:cNvSpPr/>
            <p:nvPr/>
          </p:nvSpPr>
          <p:spPr>
            <a:xfrm>
              <a:off x="2142425" y="3704150"/>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60"/>
            <p:cNvSpPr/>
            <p:nvPr/>
          </p:nvSpPr>
          <p:spPr>
            <a:xfrm>
              <a:off x="2142425" y="3627950"/>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60"/>
            <p:cNvSpPr/>
            <p:nvPr/>
          </p:nvSpPr>
          <p:spPr>
            <a:xfrm>
              <a:off x="2142425" y="3551925"/>
              <a:ext cx="62425" cy="53300"/>
            </a:xfrm>
            <a:custGeom>
              <a:rect b="b" l="l" r="r" t="t"/>
              <a:pathLst>
                <a:path extrusionOk="0" h="2132" w="2497">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60"/>
            <p:cNvSpPr/>
            <p:nvPr/>
          </p:nvSpPr>
          <p:spPr>
            <a:xfrm>
              <a:off x="2142425" y="3475725"/>
              <a:ext cx="62425" cy="53350"/>
            </a:xfrm>
            <a:custGeom>
              <a:rect b="b" l="l" r="r" t="t"/>
              <a:pathLst>
                <a:path extrusionOk="0" h="2134" w="2497">
                  <a:moveTo>
                    <a:pt x="1074" y="0"/>
                  </a:moveTo>
                  <a:cubicBezTo>
                    <a:pt x="481" y="0"/>
                    <a:pt x="1"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60"/>
            <p:cNvSpPr/>
            <p:nvPr/>
          </p:nvSpPr>
          <p:spPr>
            <a:xfrm>
              <a:off x="2142425" y="3399500"/>
              <a:ext cx="62425" cy="53350"/>
            </a:xfrm>
            <a:custGeom>
              <a:rect b="b" l="l" r="r" t="t"/>
              <a:pathLst>
                <a:path extrusionOk="0" h="2134" w="2497">
                  <a:moveTo>
                    <a:pt x="1074" y="1"/>
                  </a:moveTo>
                  <a:cubicBezTo>
                    <a:pt x="481" y="1"/>
                    <a:pt x="9" y="480"/>
                    <a:pt x="1" y="1066"/>
                  </a:cubicBezTo>
                  <a:cubicBezTo>
                    <a:pt x="1" y="1709"/>
                    <a:pt x="526" y="2134"/>
                    <a:pt x="1075" y="2134"/>
                  </a:cubicBezTo>
                  <a:cubicBezTo>
                    <a:pt x="1337" y="2134"/>
                    <a:pt x="1604"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60"/>
            <p:cNvSpPr/>
            <p:nvPr/>
          </p:nvSpPr>
          <p:spPr>
            <a:xfrm>
              <a:off x="2142425" y="3323300"/>
              <a:ext cx="62425" cy="53425"/>
            </a:xfrm>
            <a:custGeom>
              <a:rect b="b" l="l" r="r" t="t"/>
              <a:pathLst>
                <a:path extrusionOk="0" h="2137" w="2497">
                  <a:moveTo>
                    <a:pt x="1074" y="0"/>
                  </a:moveTo>
                  <a:cubicBezTo>
                    <a:pt x="481" y="0"/>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60"/>
            <p:cNvSpPr/>
            <p:nvPr/>
          </p:nvSpPr>
          <p:spPr>
            <a:xfrm>
              <a:off x="2142425" y="3247075"/>
              <a:ext cx="62425" cy="53450"/>
            </a:xfrm>
            <a:custGeom>
              <a:rect b="b" l="l" r="r" t="t"/>
              <a:pathLst>
                <a:path extrusionOk="0" h="2138" w="2497">
                  <a:moveTo>
                    <a:pt x="1074" y="1"/>
                  </a:moveTo>
                  <a:cubicBezTo>
                    <a:pt x="481" y="9"/>
                    <a:pt x="9" y="480"/>
                    <a:pt x="1" y="1066"/>
                  </a:cubicBezTo>
                  <a:cubicBezTo>
                    <a:pt x="1" y="1709"/>
                    <a:pt x="526" y="2137"/>
                    <a:pt x="1075" y="2137"/>
                  </a:cubicBezTo>
                  <a:cubicBezTo>
                    <a:pt x="1337" y="2137"/>
                    <a:pt x="1604"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60"/>
            <p:cNvSpPr/>
            <p:nvPr/>
          </p:nvSpPr>
          <p:spPr>
            <a:xfrm>
              <a:off x="2142425" y="3171075"/>
              <a:ext cx="62425" cy="53275"/>
            </a:xfrm>
            <a:custGeom>
              <a:rect b="b" l="l" r="r" t="t"/>
              <a:pathLst>
                <a:path extrusionOk="0" h="2131" w="2497">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60"/>
            <p:cNvSpPr/>
            <p:nvPr/>
          </p:nvSpPr>
          <p:spPr>
            <a:xfrm>
              <a:off x="2142425" y="2180700"/>
              <a:ext cx="62425" cy="53350"/>
            </a:xfrm>
            <a:custGeom>
              <a:rect b="b" l="l" r="r" t="t"/>
              <a:pathLst>
                <a:path extrusionOk="0" h="2134" w="2497">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60"/>
            <p:cNvSpPr/>
            <p:nvPr/>
          </p:nvSpPr>
          <p:spPr>
            <a:xfrm>
              <a:off x="2142425" y="2028275"/>
              <a:ext cx="62425" cy="53450"/>
            </a:xfrm>
            <a:custGeom>
              <a:rect b="b" l="l" r="r" t="t"/>
              <a:pathLst>
                <a:path extrusionOk="0" h="2138" w="2497">
                  <a:moveTo>
                    <a:pt x="1074" y="1"/>
                  </a:moveTo>
                  <a:cubicBezTo>
                    <a:pt x="481"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60"/>
            <p:cNvSpPr/>
            <p:nvPr/>
          </p:nvSpPr>
          <p:spPr>
            <a:xfrm>
              <a:off x="2142425" y="1952050"/>
              <a:ext cx="62425" cy="53450"/>
            </a:xfrm>
            <a:custGeom>
              <a:rect b="b" l="l" r="r" t="t"/>
              <a:pathLst>
                <a:path extrusionOk="0" h="2138" w="2497">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60"/>
            <p:cNvSpPr/>
            <p:nvPr/>
          </p:nvSpPr>
          <p:spPr>
            <a:xfrm>
              <a:off x="2142425" y="1876050"/>
              <a:ext cx="62425" cy="53275"/>
            </a:xfrm>
            <a:custGeom>
              <a:rect b="b" l="l" r="r" t="t"/>
              <a:pathLst>
                <a:path extrusionOk="0" h="2131" w="2497">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60"/>
            <p:cNvSpPr/>
            <p:nvPr/>
          </p:nvSpPr>
          <p:spPr>
            <a:xfrm>
              <a:off x="2142425" y="17998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60"/>
            <p:cNvSpPr/>
            <p:nvPr/>
          </p:nvSpPr>
          <p:spPr>
            <a:xfrm>
              <a:off x="2142425" y="1571400"/>
              <a:ext cx="62425" cy="53250"/>
            </a:xfrm>
            <a:custGeom>
              <a:rect b="b" l="l" r="r" t="t"/>
              <a:pathLst>
                <a:path extrusionOk="0" h="2130" w="2497">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60"/>
            <p:cNvSpPr/>
            <p:nvPr/>
          </p:nvSpPr>
          <p:spPr>
            <a:xfrm>
              <a:off x="2142425" y="14952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60"/>
            <p:cNvSpPr/>
            <p:nvPr/>
          </p:nvSpPr>
          <p:spPr>
            <a:xfrm>
              <a:off x="2142425" y="1038125"/>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60"/>
            <p:cNvSpPr/>
            <p:nvPr/>
          </p:nvSpPr>
          <p:spPr>
            <a:xfrm>
              <a:off x="2066425" y="4618300"/>
              <a:ext cx="62225" cy="53450"/>
            </a:xfrm>
            <a:custGeom>
              <a:rect b="b" l="l" r="r" t="t"/>
              <a:pathLst>
                <a:path extrusionOk="0" h="2138" w="2489">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60"/>
            <p:cNvSpPr/>
            <p:nvPr/>
          </p:nvSpPr>
          <p:spPr>
            <a:xfrm>
              <a:off x="2066425" y="4542300"/>
              <a:ext cx="62225" cy="53275"/>
            </a:xfrm>
            <a:custGeom>
              <a:rect b="b" l="l" r="r" t="t"/>
              <a:pathLst>
                <a:path extrusionOk="0" h="2131" w="2489">
                  <a:moveTo>
                    <a:pt x="1065" y="0"/>
                  </a:moveTo>
                  <a:cubicBezTo>
                    <a:pt x="472" y="0"/>
                    <a:pt x="0" y="472"/>
                    <a:pt x="0" y="1065"/>
                  </a:cubicBezTo>
                  <a:cubicBezTo>
                    <a:pt x="0" y="1707"/>
                    <a:pt x="523" y="2131"/>
                    <a:pt x="1067" y="2131"/>
                  </a:cubicBezTo>
                  <a:cubicBezTo>
                    <a:pt x="1329" y="2131"/>
                    <a:pt x="1597" y="2033"/>
                    <a:pt x="1813" y="1813"/>
                  </a:cubicBezTo>
                  <a:cubicBezTo>
                    <a:pt x="2488" y="1147"/>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60"/>
            <p:cNvSpPr/>
            <p:nvPr/>
          </p:nvSpPr>
          <p:spPr>
            <a:xfrm>
              <a:off x="2066425" y="4466075"/>
              <a:ext cx="62225" cy="53300"/>
            </a:xfrm>
            <a:custGeom>
              <a:rect b="b" l="l" r="r" t="t"/>
              <a:pathLst>
                <a:path extrusionOk="0" h="2132" w="2489">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60"/>
            <p:cNvSpPr/>
            <p:nvPr/>
          </p:nvSpPr>
          <p:spPr>
            <a:xfrm>
              <a:off x="2066425" y="4389875"/>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7"/>
                    <a:pt x="1813" y="1821"/>
                  </a:cubicBezTo>
                  <a:cubicBezTo>
                    <a:pt x="2488" y="1147"/>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60"/>
            <p:cNvSpPr/>
            <p:nvPr/>
          </p:nvSpPr>
          <p:spPr>
            <a:xfrm>
              <a:off x="2066425" y="4313650"/>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60"/>
            <p:cNvSpPr/>
            <p:nvPr/>
          </p:nvSpPr>
          <p:spPr>
            <a:xfrm>
              <a:off x="2066425" y="4237450"/>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40"/>
                    <a:pt x="1813" y="1821"/>
                  </a:cubicBezTo>
                  <a:cubicBezTo>
                    <a:pt x="2488" y="1155"/>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60"/>
            <p:cNvSpPr/>
            <p:nvPr/>
          </p:nvSpPr>
          <p:spPr>
            <a:xfrm>
              <a:off x="2066425" y="4161425"/>
              <a:ext cx="62225" cy="53300"/>
            </a:xfrm>
            <a:custGeom>
              <a:rect b="b" l="l" r="r" t="t"/>
              <a:pathLst>
                <a:path extrusionOk="0" h="2132" w="2489">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60"/>
            <p:cNvSpPr/>
            <p:nvPr/>
          </p:nvSpPr>
          <p:spPr>
            <a:xfrm>
              <a:off x="2066425" y="3704150"/>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60"/>
            <p:cNvSpPr/>
            <p:nvPr/>
          </p:nvSpPr>
          <p:spPr>
            <a:xfrm>
              <a:off x="2066425" y="3627950"/>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60"/>
            <p:cNvSpPr/>
            <p:nvPr/>
          </p:nvSpPr>
          <p:spPr>
            <a:xfrm>
              <a:off x="2066425" y="3551925"/>
              <a:ext cx="62225" cy="53300"/>
            </a:xfrm>
            <a:custGeom>
              <a:rect b="b" l="l" r="r" t="t"/>
              <a:pathLst>
                <a:path extrusionOk="0" h="2132" w="2489">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60"/>
            <p:cNvSpPr/>
            <p:nvPr/>
          </p:nvSpPr>
          <p:spPr>
            <a:xfrm>
              <a:off x="2066425" y="3475725"/>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60"/>
            <p:cNvSpPr/>
            <p:nvPr/>
          </p:nvSpPr>
          <p:spPr>
            <a:xfrm>
              <a:off x="2066275" y="3399500"/>
              <a:ext cx="62375" cy="53350"/>
            </a:xfrm>
            <a:custGeom>
              <a:rect b="b" l="l" r="r" t="t"/>
              <a:pathLst>
                <a:path extrusionOk="0" h="2134" w="2495">
                  <a:moveTo>
                    <a:pt x="1071" y="1"/>
                  </a:moveTo>
                  <a:cubicBezTo>
                    <a:pt x="478" y="1"/>
                    <a:pt x="6" y="480"/>
                    <a:pt x="6" y="1066"/>
                  </a:cubicBezTo>
                  <a:cubicBezTo>
                    <a:pt x="1" y="1709"/>
                    <a:pt x="528" y="2134"/>
                    <a:pt x="1076" y="2134"/>
                  </a:cubicBezTo>
                  <a:cubicBezTo>
                    <a:pt x="1338" y="2134"/>
                    <a:pt x="1604" y="2037"/>
                    <a:pt x="1819" y="1822"/>
                  </a:cubicBezTo>
                  <a:cubicBezTo>
                    <a:pt x="2494" y="1147"/>
                    <a:pt x="2014"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60"/>
            <p:cNvSpPr/>
            <p:nvPr/>
          </p:nvSpPr>
          <p:spPr>
            <a:xfrm>
              <a:off x="2066275" y="3323300"/>
              <a:ext cx="62375" cy="53425"/>
            </a:xfrm>
            <a:custGeom>
              <a:rect b="b" l="l" r="r" t="t"/>
              <a:pathLst>
                <a:path extrusionOk="0" h="2137" w="2495">
                  <a:moveTo>
                    <a:pt x="1071" y="0"/>
                  </a:moveTo>
                  <a:cubicBezTo>
                    <a:pt x="478" y="8"/>
                    <a:pt x="6" y="480"/>
                    <a:pt x="6" y="1065"/>
                  </a:cubicBezTo>
                  <a:cubicBezTo>
                    <a:pt x="1" y="1709"/>
                    <a:pt x="524" y="2137"/>
                    <a:pt x="1072" y="2137"/>
                  </a:cubicBezTo>
                  <a:cubicBezTo>
                    <a:pt x="1334" y="2137"/>
                    <a:pt x="1601" y="2039"/>
                    <a:pt x="1819" y="1821"/>
                  </a:cubicBezTo>
                  <a:cubicBezTo>
                    <a:pt x="2494" y="1154"/>
                    <a:pt x="2023"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60"/>
            <p:cNvSpPr/>
            <p:nvPr/>
          </p:nvSpPr>
          <p:spPr>
            <a:xfrm>
              <a:off x="2066275" y="3247075"/>
              <a:ext cx="62375" cy="53450"/>
            </a:xfrm>
            <a:custGeom>
              <a:rect b="b" l="l" r="r" t="t"/>
              <a:pathLst>
                <a:path extrusionOk="0" h="2138" w="2495">
                  <a:moveTo>
                    <a:pt x="1071" y="1"/>
                  </a:moveTo>
                  <a:cubicBezTo>
                    <a:pt x="486" y="9"/>
                    <a:pt x="6" y="480"/>
                    <a:pt x="6" y="1066"/>
                  </a:cubicBezTo>
                  <a:cubicBezTo>
                    <a:pt x="1" y="1709"/>
                    <a:pt x="524" y="2137"/>
                    <a:pt x="1072" y="2137"/>
                  </a:cubicBezTo>
                  <a:cubicBezTo>
                    <a:pt x="1334" y="2137"/>
                    <a:pt x="1601" y="2040"/>
                    <a:pt x="1819" y="1822"/>
                  </a:cubicBezTo>
                  <a:cubicBezTo>
                    <a:pt x="2494" y="1155"/>
                    <a:pt x="2023"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60"/>
            <p:cNvSpPr/>
            <p:nvPr/>
          </p:nvSpPr>
          <p:spPr>
            <a:xfrm>
              <a:off x="2066425" y="3171075"/>
              <a:ext cx="62225" cy="53275"/>
            </a:xfrm>
            <a:custGeom>
              <a:rect b="b" l="l" r="r" t="t"/>
              <a:pathLst>
                <a:path extrusionOk="0" h="2131" w="2489">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60"/>
            <p:cNvSpPr/>
            <p:nvPr/>
          </p:nvSpPr>
          <p:spPr>
            <a:xfrm>
              <a:off x="2066425" y="3094850"/>
              <a:ext cx="62225" cy="53350"/>
            </a:xfrm>
            <a:custGeom>
              <a:rect b="b" l="l" r="r" t="t"/>
              <a:pathLst>
                <a:path extrusionOk="0" h="2134" w="2489">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60"/>
            <p:cNvSpPr/>
            <p:nvPr/>
          </p:nvSpPr>
          <p:spPr>
            <a:xfrm>
              <a:off x="2066425" y="2942425"/>
              <a:ext cx="62225" cy="53450"/>
            </a:xfrm>
            <a:custGeom>
              <a:rect b="b" l="l" r="r" t="t"/>
              <a:pathLst>
                <a:path extrusionOk="0" h="2138" w="2489">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60"/>
            <p:cNvSpPr/>
            <p:nvPr/>
          </p:nvSpPr>
          <p:spPr>
            <a:xfrm>
              <a:off x="2066425"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60"/>
            <p:cNvSpPr/>
            <p:nvPr/>
          </p:nvSpPr>
          <p:spPr>
            <a:xfrm>
              <a:off x="2066425" y="2180700"/>
              <a:ext cx="62225" cy="53350"/>
            </a:xfrm>
            <a:custGeom>
              <a:rect b="b" l="l" r="r" t="t"/>
              <a:pathLst>
                <a:path extrusionOk="0" h="2134" w="2489">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60"/>
            <p:cNvSpPr/>
            <p:nvPr/>
          </p:nvSpPr>
          <p:spPr>
            <a:xfrm>
              <a:off x="2066425" y="21045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60"/>
            <p:cNvSpPr/>
            <p:nvPr/>
          </p:nvSpPr>
          <p:spPr>
            <a:xfrm>
              <a:off x="2066425" y="2028275"/>
              <a:ext cx="62225" cy="53450"/>
            </a:xfrm>
            <a:custGeom>
              <a:rect b="b" l="l" r="r" t="t"/>
              <a:pathLst>
                <a:path extrusionOk="0" h="2138" w="2489">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60"/>
            <p:cNvSpPr/>
            <p:nvPr/>
          </p:nvSpPr>
          <p:spPr>
            <a:xfrm>
              <a:off x="2066425" y="1876050"/>
              <a:ext cx="62225" cy="53275"/>
            </a:xfrm>
            <a:custGeom>
              <a:rect b="b" l="l" r="r" t="t"/>
              <a:pathLst>
                <a:path extrusionOk="0" h="2131" w="2489">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60"/>
            <p:cNvSpPr/>
            <p:nvPr/>
          </p:nvSpPr>
          <p:spPr>
            <a:xfrm>
              <a:off x="2066425" y="1647400"/>
              <a:ext cx="62225" cy="53450"/>
            </a:xfrm>
            <a:custGeom>
              <a:rect b="b" l="l" r="r" t="t"/>
              <a:pathLst>
                <a:path extrusionOk="0" h="2138" w="2489">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60"/>
            <p:cNvSpPr/>
            <p:nvPr/>
          </p:nvSpPr>
          <p:spPr>
            <a:xfrm>
              <a:off x="2066425" y="1571400"/>
              <a:ext cx="62225" cy="53250"/>
            </a:xfrm>
            <a:custGeom>
              <a:rect b="b" l="l" r="r" t="t"/>
              <a:pathLst>
                <a:path extrusionOk="0" h="2130" w="2489">
                  <a:moveTo>
                    <a:pt x="1065" y="1"/>
                  </a:moveTo>
                  <a:cubicBezTo>
                    <a:pt x="472" y="1"/>
                    <a:pt x="0" y="472"/>
                    <a:pt x="0" y="1066"/>
                  </a:cubicBezTo>
                  <a:cubicBezTo>
                    <a:pt x="0" y="1703"/>
                    <a:pt x="525" y="2129"/>
                    <a:pt x="1071" y="2129"/>
                  </a:cubicBezTo>
                  <a:cubicBezTo>
                    <a:pt x="1332" y="2129"/>
                    <a:pt x="1598" y="2032"/>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60"/>
            <p:cNvSpPr/>
            <p:nvPr/>
          </p:nvSpPr>
          <p:spPr>
            <a:xfrm>
              <a:off x="2066425" y="14952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60"/>
            <p:cNvSpPr/>
            <p:nvPr/>
          </p:nvSpPr>
          <p:spPr>
            <a:xfrm>
              <a:off x="2066425" y="141897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60"/>
            <p:cNvSpPr/>
            <p:nvPr/>
          </p:nvSpPr>
          <p:spPr>
            <a:xfrm>
              <a:off x="2066425" y="111432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9" name="Google Shape;2669;p60"/>
            <p:cNvSpPr/>
            <p:nvPr/>
          </p:nvSpPr>
          <p:spPr>
            <a:xfrm>
              <a:off x="2066425" y="1038125"/>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0" name="Google Shape;2670;p60"/>
            <p:cNvSpPr/>
            <p:nvPr/>
          </p:nvSpPr>
          <p:spPr>
            <a:xfrm>
              <a:off x="1990200" y="4542300"/>
              <a:ext cx="62225" cy="53275"/>
            </a:xfrm>
            <a:custGeom>
              <a:rect b="b" l="l" r="r" t="t"/>
              <a:pathLst>
                <a:path extrusionOk="0" h="2131" w="2489">
                  <a:moveTo>
                    <a:pt x="1066" y="0"/>
                  </a:moveTo>
                  <a:cubicBezTo>
                    <a:pt x="481" y="0"/>
                    <a:pt x="1" y="472"/>
                    <a:pt x="1" y="1065"/>
                  </a:cubicBezTo>
                  <a:cubicBezTo>
                    <a:pt x="1" y="1707"/>
                    <a:pt x="523" y="2131"/>
                    <a:pt x="1070" y="2131"/>
                  </a:cubicBezTo>
                  <a:cubicBezTo>
                    <a:pt x="1333" y="2131"/>
                    <a:pt x="1603" y="2033"/>
                    <a:pt x="1822" y="1813"/>
                  </a:cubicBezTo>
                  <a:cubicBezTo>
                    <a:pt x="2489"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60"/>
            <p:cNvSpPr/>
            <p:nvPr/>
          </p:nvSpPr>
          <p:spPr>
            <a:xfrm>
              <a:off x="1990200" y="4466075"/>
              <a:ext cx="62225" cy="53300"/>
            </a:xfrm>
            <a:custGeom>
              <a:rect b="b" l="l" r="r" t="t"/>
              <a:pathLst>
                <a:path extrusionOk="0" h="2132" w="2489">
                  <a:moveTo>
                    <a:pt x="1066" y="1"/>
                  </a:moveTo>
                  <a:cubicBezTo>
                    <a:pt x="481" y="1"/>
                    <a:pt x="1" y="472"/>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60"/>
            <p:cNvSpPr/>
            <p:nvPr/>
          </p:nvSpPr>
          <p:spPr>
            <a:xfrm>
              <a:off x="1990200" y="4389875"/>
              <a:ext cx="62225" cy="53350"/>
            </a:xfrm>
            <a:custGeom>
              <a:rect b="b" l="l" r="r" t="t"/>
              <a:pathLst>
                <a:path extrusionOk="0" h="2134" w="2489">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60"/>
            <p:cNvSpPr/>
            <p:nvPr/>
          </p:nvSpPr>
          <p:spPr>
            <a:xfrm>
              <a:off x="1990200" y="3627950"/>
              <a:ext cx="62225" cy="53425"/>
            </a:xfrm>
            <a:custGeom>
              <a:rect b="b" l="l" r="r" t="t"/>
              <a:pathLst>
                <a:path extrusionOk="0" h="2137" w="2489">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60"/>
            <p:cNvSpPr/>
            <p:nvPr/>
          </p:nvSpPr>
          <p:spPr>
            <a:xfrm>
              <a:off x="1990200" y="3551925"/>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60"/>
            <p:cNvSpPr/>
            <p:nvPr/>
          </p:nvSpPr>
          <p:spPr>
            <a:xfrm>
              <a:off x="1990200" y="3475725"/>
              <a:ext cx="62225" cy="53350"/>
            </a:xfrm>
            <a:custGeom>
              <a:rect b="b" l="l" r="r" t="t"/>
              <a:pathLst>
                <a:path extrusionOk="0" h="2134" w="2489">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60"/>
            <p:cNvSpPr/>
            <p:nvPr/>
          </p:nvSpPr>
          <p:spPr>
            <a:xfrm>
              <a:off x="1990200" y="339950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60"/>
            <p:cNvSpPr/>
            <p:nvPr/>
          </p:nvSpPr>
          <p:spPr>
            <a:xfrm>
              <a:off x="1990075" y="3323300"/>
              <a:ext cx="62350" cy="53425"/>
            </a:xfrm>
            <a:custGeom>
              <a:rect b="b" l="l" r="r" t="t"/>
              <a:pathLst>
                <a:path extrusionOk="0" h="2137" w="2494">
                  <a:moveTo>
                    <a:pt x="1071" y="0"/>
                  </a:moveTo>
                  <a:cubicBezTo>
                    <a:pt x="486" y="8"/>
                    <a:pt x="6" y="480"/>
                    <a:pt x="6" y="1065"/>
                  </a:cubicBezTo>
                  <a:cubicBezTo>
                    <a:pt x="0" y="1709"/>
                    <a:pt x="528" y="2137"/>
                    <a:pt x="1075" y="2137"/>
                  </a:cubicBezTo>
                  <a:cubicBezTo>
                    <a:pt x="1337" y="2137"/>
                    <a:pt x="1603"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60"/>
            <p:cNvSpPr/>
            <p:nvPr/>
          </p:nvSpPr>
          <p:spPr>
            <a:xfrm>
              <a:off x="1990075" y="3247075"/>
              <a:ext cx="62350" cy="53450"/>
            </a:xfrm>
            <a:custGeom>
              <a:rect b="b" l="l" r="r" t="t"/>
              <a:pathLst>
                <a:path extrusionOk="0" h="2138" w="2494">
                  <a:moveTo>
                    <a:pt x="1071" y="1"/>
                  </a:moveTo>
                  <a:cubicBezTo>
                    <a:pt x="486" y="9"/>
                    <a:pt x="6" y="480"/>
                    <a:pt x="6" y="1066"/>
                  </a:cubicBezTo>
                  <a:cubicBezTo>
                    <a:pt x="0" y="1709"/>
                    <a:pt x="528" y="2137"/>
                    <a:pt x="1075" y="2137"/>
                  </a:cubicBezTo>
                  <a:cubicBezTo>
                    <a:pt x="1337" y="2137"/>
                    <a:pt x="1603" y="2040"/>
                    <a:pt x="1819" y="1822"/>
                  </a:cubicBezTo>
                  <a:cubicBezTo>
                    <a:pt x="2494" y="1155"/>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60"/>
            <p:cNvSpPr/>
            <p:nvPr/>
          </p:nvSpPr>
          <p:spPr>
            <a:xfrm>
              <a:off x="1990200" y="3171075"/>
              <a:ext cx="62225" cy="53275"/>
            </a:xfrm>
            <a:custGeom>
              <a:rect b="b" l="l" r="r" t="t"/>
              <a:pathLst>
                <a:path extrusionOk="0" h="2131" w="2489">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0" name="Google Shape;2680;p60"/>
            <p:cNvSpPr/>
            <p:nvPr/>
          </p:nvSpPr>
          <p:spPr>
            <a:xfrm>
              <a:off x="1990200" y="2942425"/>
              <a:ext cx="62225" cy="53450"/>
            </a:xfrm>
            <a:custGeom>
              <a:rect b="b" l="l" r="r" t="t"/>
              <a:pathLst>
                <a:path extrusionOk="0" h="2138" w="2489">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60"/>
            <p:cNvSpPr/>
            <p:nvPr/>
          </p:nvSpPr>
          <p:spPr>
            <a:xfrm>
              <a:off x="1990200" y="2866425"/>
              <a:ext cx="62225" cy="53275"/>
            </a:xfrm>
            <a:custGeom>
              <a:rect b="b" l="l" r="r" t="t"/>
              <a:pathLst>
                <a:path extrusionOk="0" h="2131" w="2489">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60"/>
            <p:cNvSpPr/>
            <p:nvPr/>
          </p:nvSpPr>
          <p:spPr>
            <a:xfrm>
              <a:off x="1990200" y="2333125"/>
              <a:ext cx="62225" cy="53450"/>
            </a:xfrm>
            <a:custGeom>
              <a:rect b="b" l="l" r="r" t="t"/>
              <a:pathLst>
                <a:path extrusionOk="0" h="2138" w="2489">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60"/>
            <p:cNvSpPr/>
            <p:nvPr/>
          </p:nvSpPr>
          <p:spPr>
            <a:xfrm>
              <a:off x="1990200" y="2256925"/>
              <a:ext cx="62375" cy="53425"/>
            </a:xfrm>
            <a:custGeom>
              <a:rect b="b" l="l" r="r" t="t"/>
              <a:pathLst>
                <a:path extrusionOk="0" h="2137" w="2495">
                  <a:moveTo>
                    <a:pt x="1076" y="0"/>
                  </a:moveTo>
                  <a:cubicBezTo>
                    <a:pt x="1073" y="0"/>
                    <a:pt x="1069" y="0"/>
                    <a:pt x="1066" y="0"/>
                  </a:cubicBezTo>
                  <a:cubicBezTo>
                    <a:pt x="472" y="0"/>
                    <a:pt x="1" y="480"/>
                    <a:pt x="1" y="1065"/>
                  </a:cubicBezTo>
                  <a:cubicBezTo>
                    <a:pt x="1" y="1709"/>
                    <a:pt x="530" y="2137"/>
                    <a:pt x="1078" y="2137"/>
                  </a:cubicBezTo>
                  <a:cubicBezTo>
                    <a:pt x="1340" y="2137"/>
                    <a:pt x="1607"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60"/>
            <p:cNvSpPr/>
            <p:nvPr/>
          </p:nvSpPr>
          <p:spPr>
            <a:xfrm>
              <a:off x="1990200" y="2180700"/>
              <a:ext cx="62225" cy="53350"/>
            </a:xfrm>
            <a:custGeom>
              <a:rect b="b" l="l" r="r" t="t"/>
              <a:pathLst>
                <a:path extrusionOk="0" h="2134" w="2489">
                  <a:moveTo>
                    <a:pt x="1066" y="1"/>
                  </a:moveTo>
                  <a:cubicBezTo>
                    <a:pt x="481" y="1"/>
                    <a:pt x="1" y="480"/>
                    <a:pt x="1" y="1066"/>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60"/>
            <p:cNvSpPr/>
            <p:nvPr/>
          </p:nvSpPr>
          <p:spPr>
            <a:xfrm>
              <a:off x="1990200" y="21045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60"/>
            <p:cNvSpPr/>
            <p:nvPr/>
          </p:nvSpPr>
          <p:spPr>
            <a:xfrm>
              <a:off x="1990200" y="2028275"/>
              <a:ext cx="62225" cy="53450"/>
            </a:xfrm>
            <a:custGeom>
              <a:rect b="b" l="l" r="r" t="t"/>
              <a:pathLst>
                <a:path extrusionOk="0" h="2138" w="2489">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60"/>
            <p:cNvSpPr/>
            <p:nvPr/>
          </p:nvSpPr>
          <p:spPr>
            <a:xfrm>
              <a:off x="1990200" y="1952050"/>
              <a:ext cx="62225" cy="53450"/>
            </a:xfrm>
            <a:custGeom>
              <a:rect b="b" l="l" r="r" t="t"/>
              <a:pathLst>
                <a:path extrusionOk="0" h="2138" w="2489">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60"/>
            <p:cNvSpPr/>
            <p:nvPr/>
          </p:nvSpPr>
          <p:spPr>
            <a:xfrm>
              <a:off x="1990200" y="1876050"/>
              <a:ext cx="62225" cy="53275"/>
            </a:xfrm>
            <a:custGeom>
              <a:rect b="b" l="l" r="r" t="t"/>
              <a:pathLst>
                <a:path extrusionOk="0" h="2131" w="2489">
                  <a:moveTo>
                    <a:pt x="1066" y="1"/>
                  </a:moveTo>
                  <a:cubicBezTo>
                    <a:pt x="481" y="1"/>
                    <a:pt x="1" y="472"/>
                    <a:pt x="1" y="1066"/>
                  </a:cubicBezTo>
                  <a:cubicBezTo>
                    <a:pt x="1" y="1707"/>
                    <a:pt x="523" y="2131"/>
                    <a:pt x="1070" y="2131"/>
                  </a:cubicBezTo>
                  <a:cubicBezTo>
                    <a:pt x="1333" y="2131"/>
                    <a:pt x="1603" y="2033"/>
                    <a:pt x="1822"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60"/>
            <p:cNvSpPr/>
            <p:nvPr/>
          </p:nvSpPr>
          <p:spPr>
            <a:xfrm>
              <a:off x="1990200" y="179985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60"/>
            <p:cNvSpPr/>
            <p:nvPr/>
          </p:nvSpPr>
          <p:spPr>
            <a:xfrm>
              <a:off x="1990200" y="1647400"/>
              <a:ext cx="62225" cy="53450"/>
            </a:xfrm>
            <a:custGeom>
              <a:rect b="b" l="l" r="r" t="t"/>
              <a:pathLst>
                <a:path extrusionOk="0" h="2138" w="2489">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60"/>
            <p:cNvSpPr/>
            <p:nvPr/>
          </p:nvSpPr>
          <p:spPr>
            <a:xfrm>
              <a:off x="1990200" y="1571400"/>
              <a:ext cx="62225" cy="53250"/>
            </a:xfrm>
            <a:custGeom>
              <a:rect b="b" l="l" r="r" t="t"/>
              <a:pathLst>
                <a:path extrusionOk="0" h="2130" w="2489">
                  <a:moveTo>
                    <a:pt x="1066" y="1"/>
                  </a:moveTo>
                  <a:cubicBezTo>
                    <a:pt x="481" y="1"/>
                    <a:pt x="1" y="472"/>
                    <a:pt x="1" y="1066"/>
                  </a:cubicBezTo>
                  <a:cubicBezTo>
                    <a:pt x="1" y="1703"/>
                    <a:pt x="525" y="2129"/>
                    <a:pt x="1074" y="2129"/>
                  </a:cubicBezTo>
                  <a:cubicBezTo>
                    <a:pt x="1336" y="2129"/>
                    <a:pt x="1604" y="2032"/>
                    <a:pt x="1822"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60"/>
            <p:cNvSpPr/>
            <p:nvPr/>
          </p:nvSpPr>
          <p:spPr>
            <a:xfrm>
              <a:off x="1990200" y="14952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60"/>
            <p:cNvSpPr/>
            <p:nvPr/>
          </p:nvSpPr>
          <p:spPr>
            <a:xfrm>
              <a:off x="1990200" y="141897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60"/>
            <p:cNvSpPr/>
            <p:nvPr/>
          </p:nvSpPr>
          <p:spPr>
            <a:xfrm>
              <a:off x="1990200" y="111432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60"/>
            <p:cNvSpPr/>
            <p:nvPr/>
          </p:nvSpPr>
          <p:spPr>
            <a:xfrm>
              <a:off x="1990200" y="1038125"/>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60"/>
            <p:cNvSpPr/>
            <p:nvPr/>
          </p:nvSpPr>
          <p:spPr>
            <a:xfrm>
              <a:off x="1914000" y="3551925"/>
              <a:ext cx="62225" cy="53300"/>
            </a:xfrm>
            <a:custGeom>
              <a:rect b="b" l="l" r="r" t="t"/>
              <a:pathLst>
                <a:path extrusionOk="0" h="2132" w="2489">
                  <a:moveTo>
                    <a:pt x="1065" y="1"/>
                  </a:moveTo>
                  <a:cubicBezTo>
                    <a:pt x="480" y="1"/>
                    <a:pt x="0" y="480"/>
                    <a:pt x="0" y="1066"/>
                  </a:cubicBezTo>
                  <a:cubicBezTo>
                    <a:pt x="0" y="1708"/>
                    <a:pt x="526" y="2131"/>
                    <a:pt x="1073" y="2131"/>
                  </a:cubicBezTo>
                  <a:cubicBezTo>
                    <a:pt x="1337" y="2131"/>
                    <a:pt x="1605" y="2033"/>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60"/>
            <p:cNvSpPr/>
            <p:nvPr/>
          </p:nvSpPr>
          <p:spPr>
            <a:xfrm>
              <a:off x="1914000" y="34757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60"/>
            <p:cNvSpPr/>
            <p:nvPr/>
          </p:nvSpPr>
          <p:spPr>
            <a:xfrm>
              <a:off x="1914000" y="33995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60"/>
            <p:cNvSpPr/>
            <p:nvPr/>
          </p:nvSpPr>
          <p:spPr>
            <a:xfrm>
              <a:off x="1914000" y="3323300"/>
              <a:ext cx="62225" cy="53425"/>
            </a:xfrm>
            <a:custGeom>
              <a:rect b="b" l="l" r="r" t="t"/>
              <a:pathLst>
                <a:path extrusionOk="0" h="2137" w="2489">
                  <a:moveTo>
                    <a:pt x="1065" y="0"/>
                  </a:moveTo>
                  <a:cubicBezTo>
                    <a:pt x="480" y="8"/>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60"/>
            <p:cNvSpPr/>
            <p:nvPr/>
          </p:nvSpPr>
          <p:spPr>
            <a:xfrm>
              <a:off x="1914000" y="3247075"/>
              <a:ext cx="62425" cy="53450"/>
            </a:xfrm>
            <a:custGeom>
              <a:rect b="b" l="l" r="r" t="t"/>
              <a:pathLst>
                <a:path extrusionOk="0" h="2138" w="2497">
                  <a:moveTo>
                    <a:pt x="1065" y="1"/>
                  </a:moveTo>
                  <a:cubicBezTo>
                    <a:pt x="480" y="9"/>
                    <a:pt x="9"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60"/>
            <p:cNvSpPr/>
            <p:nvPr/>
          </p:nvSpPr>
          <p:spPr>
            <a:xfrm>
              <a:off x="1914000" y="317107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60"/>
            <p:cNvSpPr/>
            <p:nvPr/>
          </p:nvSpPr>
          <p:spPr>
            <a:xfrm>
              <a:off x="1914000" y="286642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60"/>
            <p:cNvSpPr/>
            <p:nvPr/>
          </p:nvSpPr>
          <p:spPr>
            <a:xfrm>
              <a:off x="1914000" y="271400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60"/>
            <p:cNvSpPr/>
            <p:nvPr/>
          </p:nvSpPr>
          <p:spPr>
            <a:xfrm>
              <a:off x="1914000" y="240935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60"/>
            <p:cNvSpPr/>
            <p:nvPr/>
          </p:nvSpPr>
          <p:spPr>
            <a:xfrm>
              <a:off x="1914000" y="2333125"/>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60"/>
            <p:cNvSpPr/>
            <p:nvPr/>
          </p:nvSpPr>
          <p:spPr>
            <a:xfrm>
              <a:off x="1914000"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80" y="2137"/>
                  </a:cubicBezTo>
                  <a:cubicBezTo>
                    <a:pt x="1343" y="2137"/>
                    <a:pt x="1611" y="2039"/>
                    <a:pt x="1830"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60"/>
            <p:cNvSpPr/>
            <p:nvPr/>
          </p:nvSpPr>
          <p:spPr>
            <a:xfrm>
              <a:off x="1914000" y="2180700"/>
              <a:ext cx="62225" cy="53350"/>
            </a:xfrm>
            <a:custGeom>
              <a:rect b="b" l="l" r="r" t="t"/>
              <a:pathLst>
                <a:path extrusionOk="0" h="2134" w="2489">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60"/>
            <p:cNvSpPr/>
            <p:nvPr/>
          </p:nvSpPr>
          <p:spPr>
            <a:xfrm>
              <a:off x="1914000" y="21045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60"/>
            <p:cNvSpPr/>
            <p:nvPr/>
          </p:nvSpPr>
          <p:spPr>
            <a:xfrm>
              <a:off x="1914000"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60"/>
            <p:cNvSpPr/>
            <p:nvPr/>
          </p:nvSpPr>
          <p:spPr>
            <a:xfrm>
              <a:off x="1914000"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60"/>
            <p:cNvSpPr/>
            <p:nvPr/>
          </p:nvSpPr>
          <p:spPr>
            <a:xfrm>
              <a:off x="1914000"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60"/>
            <p:cNvSpPr/>
            <p:nvPr/>
          </p:nvSpPr>
          <p:spPr>
            <a:xfrm>
              <a:off x="1914000" y="11905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60"/>
            <p:cNvSpPr/>
            <p:nvPr/>
          </p:nvSpPr>
          <p:spPr>
            <a:xfrm>
              <a:off x="1914000" y="11143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60"/>
            <p:cNvSpPr/>
            <p:nvPr/>
          </p:nvSpPr>
          <p:spPr>
            <a:xfrm>
              <a:off x="1837775" y="3171075"/>
              <a:ext cx="62425" cy="53275"/>
            </a:xfrm>
            <a:custGeom>
              <a:rect b="b" l="l" r="r" t="t"/>
              <a:pathLst>
                <a:path extrusionOk="0" h="2131" w="2497">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60"/>
            <p:cNvSpPr/>
            <p:nvPr/>
          </p:nvSpPr>
          <p:spPr>
            <a:xfrm>
              <a:off x="1837775" y="2866425"/>
              <a:ext cx="62425" cy="53275"/>
            </a:xfrm>
            <a:custGeom>
              <a:rect b="b" l="l" r="r" t="t"/>
              <a:pathLst>
                <a:path extrusionOk="0" h="2131" w="2497">
                  <a:moveTo>
                    <a:pt x="1066" y="0"/>
                  </a:moveTo>
                  <a:cubicBezTo>
                    <a:pt x="481" y="0"/>
                    <a:pt x="1" y="472"/>
                    <a:pt x="1" y="1065"/>
                  </a:cubicBezTo>
                  <a:cubicBezTo>
                    <a:pt x="1" y="1707"/>
                    <a:pt x="527" y="2131"/>
                    <a:pt x="1074" y="2131"/>
                  </a:cubicBezTo>
                  <a:cubicBezTo>
                    <a:pt x="1337" y="2131"/>
                    <a:pt x="1605" y="2032"/>
                    <a:pt x="1822" y="1813"/>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60"/>
            <p:cNvSpPr/>
            <p:nvPr/>
          </p:nvSpPr>
          <p:spPr>
            <a:xfrm>
              <a:off x="1837775" y="2714000"/>
              <a:ext cx="62425" cy="53350"/>
            </a:xfrm>
            <a:custGeom>
              <a:rect b="b" l="l" r="r" t="t"/>
              <a:pathLst>
                <a:path extrusionOk="0" h="2134" w="2497">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60"/>
            <p:cNvSpPr/>
            <p:nvPr/>
          </p:nvSpPr>
          <p:spPr>
            <a:xfrm>
              <a:off x="1837775" y="2637775"/>
              <a:ext cx="62425" cy="53450"/>
            </a:xfrm>
            <a:custGeom>
              <a:rect b="b" l="l" r="r" t="t"/>
              <a:pathLst>
                <a:path extrusionOk="0" h="2138" w="2497">
                  <a:moveTo>
                    <a:pt x="1066" y="1"/>
                  </a:moveTo>
                  <a:cubicBezTo>
                    <a:pt x="481" y="9"/>
                    <a:pt x="1" y="480"/>
                    <a:pt x="1" y="1074"/>
                  </a:cubicBezTo>
                  <a:cubicBezTo>
                    <a:pt x="1" y="1712"/>
                    <a:pt x="529" y="2137"/>
                    <a:pt x="1077" y="2137"/>
                  </a:cubicBezTo>
                  <a:cubicBezTo>
                    <a:pt x="1339" y="2137"/>
                    <a:pt x="1606"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60"/>
            <p:cNvSpPr/>
            <p:nvPr/>
          </p:nvSpPr>
          <p:spPr>
            <a:xfrm>
              <a:off x="1837775" y="2561575"/>
              <a:ext cx="62425" cy="53425"/>
            </a:xfrm>
            <a:custGeom>
              <a:rect b="b" l="l" r="r" t="t"/>
              <a:pathLst>
                <a:path extrusionOk="0" h="2137" w="2497">
                  <a:moveTo>
                    <a:pt x="1066" y="0"/>
                  </a:moveTo>
                  <a:cubicBezTo>
                    <a:pt x="481" y="8"/>
                    <a:pt x="9" y="480"/>
                    <a:pt x="1" y="1073"/>
                  </a:cubicBezTo>
                  <a:cubicBezTo>
                    <a:pt x="1" y="1711"/>
                    <a:pt x="525" y="2137"/>
                    <a:pt x="1074" y="2137"/>
                  </a:cubicBezTo>
                  <a:cubicBezTo>
                    <a:pt x="1336" y="2137"/>
                    <a:pt x="1604" y="2039"/>
                    <a:pt x="1822" y="1821"/>
                  </a:cubicBezTo>
                  <a:cubicBezTo>
                    <a:pt x="2497"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60"/>
            <p:cNvSpPr/>
            <p:nvPr/>
          </p:nvSpPr>
          <p:spPr>
            <a:xfrm>
              <a:off x="1837775" y="2485550"/>
              <a:ext cx="62425" cy="53300"/>
            </a:xfrm>
            <a:custGeom>
              <a:rect b="b" l="l" r="r" t="t"/>
              <a:pathLst>
                <a:path extrusionOk="0" h="2132" w="2497">
                  <a:moveTo>
                    <a:pt x="1066" y="1"/>
                  </a:moveTo>
                  <a:cubicBezTo>
                    <a:pt x="481" y="1"/>
                    <a:pt x="1" y="480"/>
                    <a:pt x="1" y="1066"/>
                  </a:cubicBezTo>
                  <a:cubicBezTo>
                    <a:pt x="1" y="1708"/>
                    <a:pt x="527" y="2131"/>
                    <a:pt x="1074" y="2131"/>
                  </a:cubicBezTo>
                  <a:cubicBezTo>
                    <a:pt x="1337" y="2131"/>
                    <a:pt x="1605" y="2033"/>
                    <a:pt x="1822" y="1814"/>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0" name="Google Shape;2720;p60"/>
            <p:cNvSpPr/>
            <p:nvPr/>
          </p:nvSpPr>
          <p:spPr>
            <a:xfrm>
              <a:off x="1837775" y="2409350"/>
              <a:ext cx="62425" cy="53350"/>
            </a:xfrm>
            <a:custGeom>
              <a:rect b="b" l="l" r="r" t="t"/>
              <a:pathLst>
                <a:path extrusionOk="0" h="2134"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60"/>
            <p:cNvSpPr/>
            <p:nvPr/>
          </p:nvSpPr>
          <p:spPr>
            <a:xfrm>
              <a:off x="1837775" y="2333125"/>
              <a:ext cx="62425" cy="53450"/>
            </a:xfrm>
            <a:custGeom>
              <a:rect b="b" l="l" r="r" t="t"/>
              <a:pathLst>
                <a:path extrusionOk="0" h="2138" w="2497">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60"/>
            <p:cNvSpPr/>
            <p:nvPr/>
          </p:nvSpPr>
          <p:spPr>
            <a:xfrm>
              <a:off x="1837775" y="2256925"/>
              <a:ext cx="62575" cy="53425"/>
            </a:xfrm>
            <a:custGeom>
              <a:rect b="b" l="l" r="r" t="t"/>
              <a:pathLst>
                <a:path extrusionOk="0" h="2137" w="2503">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60"/>
            <p:cNvSpPr/>
            <p:nvPr/>
          </p:nvSpPr>
          <p:spPr>
            <a:xfrm>
              <a:off x="1837775" y="2180700"/>
              <a:ext cx="62425" cy="53350"/>
            </a:xfrm>
            <a:custGeom>
              <a:rect b="b" l="l" r="r" t="t"/>
              <a:pathLst>
                <a:path extrusionOk="0" h="2134" w="2497">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60"/>
            <p:cNvSpPr/>
            <p:nvPr/>
          </p:nvSpPr>
          <p:spPr>
            <a:xfrm>
              <a:off x="1837775" y="2104500"/>
              <a:ext cx="62425" cy="53325"/>
            </a:xfrm>
            <a:custGeom>
              <a:rect b="b" l="l" r="r" t="t"/>
              <a:pathLst>
                <a:path extrusionOk="0" h="2133" w="2497">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60"/>
            <p:cNvSpPr/>
            <p:nvPr/>
          </p:nvSpPr>
          <p:spPr>
            <a:xfrm>
              <a:off x="1837775" y="2028275"/>
              <a:ext cx="62425" cy="53450"/>
            </a:xfrm>
            <a:custGeom>
              <a:rect b="b" l="l" r="r" t="t"/>
              <a:pathLst>
                <a:path extrusionOk="0" h="2138" w="2497">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60"/>
            <p:cNvSpPr/>
            <p:nvPr/>
          </p:nvSpPr>
          <p:spPr>
            <a:xfrm>
              <a:off x="1837775" y="1952050"/>
              <a:ext cx="62425" cy="53450"/>
            </a:xfrm>
            <a:custGeom>
              <a:rect b="b" l="l" r="r" t="t"/>
              <a:pathLst>
                <a:path extrusionOk="0" h="2138" w="2497">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60"/>
            <p:cNvSpPr/>
            <p:nvPr/>
          </p:nvSpPr>
          <p:spPr>
            <a:xfrm>
              <a:off x="1837775" y="1647400"/>
              <a:ext cx="62425" cy="53450"/>
            </a:xfrm>
            <a:custGeom>
              <a:rect b="b" l="l" r="r" t="t"/>
              <a:pathLst>
                <a:path extrusionOk="0" h="2138" w="2497">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60"/>
            <p:cNvSpPr/>
            <p:nvPr/>
          </p:nvSpPr>
          <p:spPr>
            <a:xfrm>
              <a:off x="1837775" y="1571400"/>
              <a:ext cx="62425" cy="53250"/>
            </a:xfrm>
            <a:custGeom>
              <a:rect b="b" l="l" r="r" t="t"/>
              <a:pathLst>
                <a:path extrusionOk="0" h="2130" w="2497">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60"/>
            <p:cNvSpPr/>
            <p:nvPr/>
          </p:nvSpPr>
          <p:spPr>
            <a:xfrm>
              <a:off x="1837775" y="1418975"/>
              <a:ext cx="62425" cy="53350"/>
            </a:xfrm>
            <a:custGeom>
              <a:rect b="b" l="l" r="r" t="t"/>
              <a:pathLst>
                <a:path extrusionOk="0" h="2134" w="2497">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60"/>
            <p:cNvSpPr/>
            <p:nvPr/>
          </p:nvSpPr>
          <p:spPr>
            <a:xfrm>
              <a:off x="1837775" y="119055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60"/>
            <p:cNvSpPr/>
            <p:nvPr/>
          </p:nvSpPr>
          <p:spPr>
            <a:xfrm>
              <a:off x="1837775" y="1114325"/>
              <a:ext cx="62425" cy="53350"/>
            </a:xfrm>
            <a:custGeom>
              <a:rect b="b" l="l" r="r" t="t"/>
              <a:pathLst>
                <a:path extrusionOk="0" h="2134" w="2497">
                  <a:moveTo>
                    <a:pt x="1066" y="1"/>
                  </a:moveTo>
                  <a:cubicBezTo>
                    <a:pt x="481"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60"/>
            <p:cNvSpPr/>
            <p:nvPr/>
          </p:nvSpPr>
          <p:spPr>
            <a:xfrm>
              <a:off x="1761775" y="3171075"/>
              <a:ext cx="62225" cy="53275"/>
            </a:xfrm>
            <a:custGeom>
              <a:rect b="b" l="l" r="r" t="t"/>
              <a:pathLst>
                <a:path extrusionOk="0" h="2131" w="2489">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60"/>
            <p:cNvSpPr/>
            <p:nvPr/>
          </p:nvSpPr>
          <p:spPr>
            <a:xfrm>
              <a:off x="1761775" y="3094850"/>
              <a:ext cx="62225" cy="53350"/>
            </a:xfrm>
            <a:custGeom>
              <a:rect b="b" l="l" r="r" t="t"/>
              <a:pathLst>
                <a:path extrusionOk="0" h="2134" w="2489">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60"/>
            <p:cNvSpPr/>
            <p:nvPr/>
          </p:nvSpPr>
          <p:spPr>
            <a:xfrm>
              <a:off x="1761775" y="3018650"/>
              <a:ext cx="62225" cy="53425"/>
            </a:xfrm>
            <a:custGeom>
              <a:rect b="b" l="l" r="r" t="t"/>
              <a:pathLst>
                <a:path extrusionOk="0" h="2137" w="2489">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60"/>
            <p:cNvSpPr/>
            <p:nvPr/>
          </p:nvSpPr>
          <p:spPr>
            <a:xfrm>
              <a:off x="1761775" y="2561575"/>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60"/>
            <p:cNvSpPr/>
            <p:nvPr/>
          </p:nvSpPr>
          <p:spPr>
            <a:xfrm>
              <a:off x="1761775" y="2485550"/>
              <a:ext cx="62225" cy="53300"/>
            </a:xfrm>
            <a:custGeom>
              <a:rect b="b" l="l" r="r" t="t"/>
              <a:pathLst>
                <a:path extrusionOk="0" h="2132" w="2489">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60"/>
            <p:cNvSpPr/>
            <p:nvPr/>
          </p:nvSpPr>
          <p:spPr>
            <a:xfrm>
              <a:off x="1761775" y="2409350"/>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60"/>
            <p:cNvSpPr/>
            <p:nvPr/>
          </p:nvSpPr>
          <p:spPr>
            <a:xfrm>
              <a:off x="1761775" y="2333125"/>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60"/>
            <p:cNvSpPr/>
            <p:nvPr/>
          </p:nvSpPr>
          <p:spPr>
            <a:xfrm>
              <a:off x="1761775"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60"/>
            <p:cNvSpPr/>
            <p:nvPr/>
          </p:nvSpPr>
          <p:spPr>
            <a:xfrm>
              <a:off x="1761775" y="2180700"/>
              <a:ext cx="62225" cy="53350"/>
            </a:xfrm>
            <a:custGeom>
              <a:rect b="b" l="l" r="r" t="t"/>
              <a:pathLst>
                <a:path extrusionOk="0" h="2134" w="2489">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60"/>
            <p:cNvSpPr/>
            <p:nvPr/>
          </p:nvSpPr>
          <p:spPr>
            <a:xfrm>
              <a:off x="1761775" y="21045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60"/>
            <p:cNvSpPr/>
            <p:nvPr/>
          </p:nvSpPr>
          <p:spPr>
            <a:xfrm>
              <a:off x="1761775" y="2028275"/>
              <a:ext cx="62225" cy="53450"/>
            </a:xfrm>
            <a:custGeom>
              <a:rect b="b" l="l" r="r" t="t"/>
              <a:pathLst>
                <a:path extrusionOk="0" h="2138" w="2489">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60"/>
            <p:cNvSpPr/>
            <p:nvPr/>
          </p:nvSpPr>
          <p:spPr>
            <a:xfrm>
              <a:off x="1761775" y="1952050"/>
              <a:ext cx="62225" cy="53450"/>
            </a:xfrm>
            <a:custGeom>
              <a:rect b="b" l="l" r="r" t="t"/>
              <a:pathLst>
                <a:path extrusionOk="0" h="2138" w="2489">
                  <a:moveTo>
                    <a:pt x="1065" y="1"/>
                  </a:moveTo>
                  <a:cubicBezTo>
                    <a:pt x="472" y="9"/>
                    <a:pt x="0" y="481"/>
                    <a:pt x="0" y="1074"/>
                  </a:cubicBezTo>
                  <a:cubicBezTo>
                    <a:pt x="0" y="1712"/>
                    <a:pt x="525" y="2138"/>
                    <a:pt x="1071" y="2138"/>
                  </a:cubicBezTo>
                  <a:cubicBezTo>
                    <a:pt x="1332" y="2138"/>
                    <a:pt x="1598" y="2040"/>
                    <a:pt x="1813" y="1822"/>
                  </a:cubicBezTo>
                  <a:cubicBezTo>
                    <a:pt x="2488" y="1155"/>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60"/>
            <p:cNvSpPr/>
            <p:nvPr/>
          </p:nvSpPr>
          <p:spPr>
            <a:xfrm>
              <a:off x="1761775" y="1647400"/>
              <a:ext cx="62225" cy="53450"/>
            </a:xfrm>
            <a:custGeom>
              <a:rect b="b" l="l" r="r" t="t"/>
              <a:pathLst>
                <a:path extrusionOk="0" h="2138" w="2489">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60"/>
            <p:cNvSpPr/>
            <p:nvPr/>
          </p:nvSpPr>
          <p:spPr>
            <a:xfrm>
              <a:off x="1761775" y="141897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60"/>
            <p:cNvSpPr/>
            <p:nvPr/>
          </p:nvSpPr>
          <p:spPr>
            <a:xfrm>
              <a:off x="1761775" y="119055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60"/>
            <p:cNvSpPr/>
            <p:nvPr/>
          </p:nvSpPr>
          <p:spPr>
            <a:xfrm>
              <a:off x="1761775" y="111432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60"/>
            <p:cNvSpPr/>
            <p:nvPr/>
          </p:nvSpPr>
          <p:spPr>
            <a:xfrm>
              <a:off x="1685550" y="3018650"/>
              <a:ext cx="62225" cy="53425"/>
            </a:xfrm>
            <a:custGeom>
              <a:rect b="b" l="l" r="r" t="t"/>
              <a:pathLst>
                <a:path extrusionOk="0" h="2137" w="2489">
                  <a:moveTo>
                    <a:pt x="1066" y="0"/>
                  </a:moveTo>
                  <a:cubicBezTo>
                    <a:pt x="472"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60"/>
            <p:cNvSpPr/>
            <p:nvPr/>
          </p:nvSpPr>
          <p:spPr>
            <a:xfrm>
              <a:off x="1685550"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60"/>
            <p:cNvSpPr/>
            <p:nvPr/>
          </p:nvSpPr>
          <p:spPr>
            <a:xfrm>
              <a:off x="1685550" y="2866425"/>
              <a:ext cx="62225" cy="53275"/>
            </a:xfrm>
            <a:custGeom>
              <a:rect b="b" l="l" r="r" t="t"/>
              <a:pathLst>
                <a:path extrusionOk="0" h="2131" w="2489">
                  <a:moveTo>
                    <a:pt x="1066" y="0"/>
                  </a:moveTo>
                  <a:cubicBezTo>
                    <a:pt x="472"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60"/>
            <p:cNvSpPr/>
            <p:nvPr/>
          </p:nvSpPr>
          <p:spPr>
            <a:xfrm>
              <a:off x="1685550"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60"/>
            <p:cNvSpPr/>
            <p:nvPr/>
          </p:nvSpPr>
          <p:spPr>
            <a:xfrm>
              <a:off x="1685550" y="2485550"/>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60"/>
            <p:cNvSpPr/>
            <p:nvPr/>
          </p:nvSpPr>
          <p:spPr>
            <a:xfrm>
              <a:off x="168555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60"/>
            <p:cNvSpPr/>
            <p:nvPr/>
          </p:nvSpPr>
          <p:spPr>
            <a:xfrm>
              <a:off x="168555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60"/>
            <p:cNvSpPr/>
            <p:nvPr/>
          </p:nvSpPr>
          <p:spPr>
            <a:xfrm>
              <a:off x="1685550" y="2256925"/>
              <a:ext cx="62375" cy="53425"/>
            </a:xfrm>
            <a:custGeom>
              <a:rect b="b" l="l" r="r" t="t"/>
              <a:pathLst>
                <a:path extrusionOk="0" h="2137" w="2495">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60"/>
            <p:cNvSpPr/>
            <p:nvPr/>
          </p:nvSpPr>
          <p:spPr>
            <a:xfrm>
              <a:off x="1685550"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60"/>
            <p:cNvSpPr/>
            <p:nvPr/>
          </p:nvSpPr>
          <p:spPr>
            <a:xfrm>
              <a:off x="1685550"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60"/>
            <p:cNvSpPr/>
            <p:nvPr/>
          </p:nvSpPr>
          <p:spPr>
            <a:xfrm>
              <a:off x="1685550"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60"/>
            <p:cNvSpPr/>
            <p:nvPr/>
          </p:nvSpPr>
          <p:spPr>
            <a:xfrm>
              <a:off x="168555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60"/>
            <p:cNvSpPr/>
            <p:nvPr/>
          </p:nvSpPr>
          <p:spPr>
            <a:xfrm>
              <a:off x="1685550" y="1876050"/>
              <a:ext cx="62225" cy="53275"/>
            </a:xfrm>
            <a:custGeom>
              <a:rect b="b" l="l" r="r" t="t"/>
              <a:pathLst>
                <a:path extrusionOk="0" h="2131" w="2489">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60"/>
            <p:cNvSpPr/>
            <p:nvPr/>
          </p:nvSpPr>
          <p:spPr>
            <a:xfrm>
              <a:off x="1685550"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60"/>
            <p:cNvSpPr/>
            <p:nvPr/>
          </p:nvSpPr>
          <p:spPr>
            <a:xfrm>
              <a:off x="1685550"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60"/>
            <p:cNvSpPr/>
            <p:nvPr/>
          </p:nvSpPr>
          <p:spPr>
            <a:xfrm>
              <a:off x="1685550" y="11143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60"/>
            <p:cNvSpPr/>
            <p:nvPr/>
          </p:nvSpPr>
          <p:spPr>
            <a:xfrm>
              <a:off x="1609350" y="2942425"/>
              <a:ext cx="62200" cy="53450"/>
            </a:xfrm>
            <a:custGeom>
              <a:rect b="b" l="l" r="r" t="t"/>
              <a:pathLst>
                <a:path extrusionOk="0" h="2138" w="2488">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60"/>
            <p:cNvSpPr/>
            <p:nvPr/>
          </p:nvSpPr>
          <p:spPr>
            <a:xfrm>
              <a:off x="1609350" y="2866425"/>
              <a:ext cx="62200" cy="53275"/>
            </a:xfrm>
            <a:custGeom>
              <a:rect b="b" l="l" r="r" t="t"/>
              <a:pathLst>
                <a:path extrusionOk="0" h="2131" w="2488">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60"/>
            <p:cNvSpPr/>
            <p:nvPr/>
          </p:nvSpPr>
          <p:spPr>
            <a:xfrm>
              <a:off x="160935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60"/>
            <p:cNvSpPr/>
            <p:nvPr/>
          </p:nvSpPr>
          <p:spPr>
            <a:xfrm>
              <a:off x="1609350" y="2485550"/>
              <a:ext cx="62200" cy="53300"/>
            </a:xfrm>
            <a:custGeom>
              <a:rect b="b" l="l" r="r" t="t"/>
              <a:pathLst>
                <a:path extrusionOk="0" h="2132" w="2488">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60"/>
            <p:cNvSpPr/>
            <p:nvPr/>
          </p:nvSpPr>
          <p:spPr>
            <a:xfrm>
              <a:off x="1609350" y="2409350"/>
              <a:ext cx="62200" cy="53350"/>
            </a:xfrm>
            <a:custGeom>
              <a:rect b="b" l="l" r="r" t="t"/>
              <a:pathLst>
                <a:path extrusionOk="0" h="2134"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60"/>
            <p:cNvSpPr/>
            <p:nvPr/>
          </p:nvSpPr>
          <p:spPr>
            <a:xfrm>
              <a:off x="1609350" y="2333125"/>
              <a:ext cx="62200" cy="53450"/>
            </a:xfrm>
            <a:custGeom>
              <a:rect b="b" l="l" r="r" t="t"/>
              <a:pathLst>
                <a:path extrusionOk="0" h="2138" w="2488">
                  <a:moveTo>
                    <a:pt x="1065" y="1"/>
                  </a:moveTo>
                  <a:cubicBezTo>
                    <a:pt x="480" y="1"/>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60"/>
            <p:cNvSpPr/>
            <p:nvPr/>
          </p:nvSpPr>
          <p:spPr>
            <a:xfrm>
              <a:off x="1609350"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60"/>
            <p:cNvSpPr/>
            <p:nvPr/>
          </p:nvSpPr>
          <p:spPr>
            <a:xfrm>
              <a:off x="1609350" y="2180700"/>
              <a:ext cx="62200" cy="53350"/>
            </a:xfrm>
            <a:custGeom>
              <a:rect b="b" l="l" r="r" t="t"/>
              <a:pathLst>
                <a:path extrusionOk="0" h="2134" w="2488">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60"/>
            <p:cNvSpPr/>
            <p:nvPr/>
          </p:nvSpPr>
          <p:spPr>
            <a:xfrm>
              <a:off x="1609350" y="21045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60"/>
            <p:cNvSpPr/>
            <p:nvPr/>
          </p:nvSpPr>
          <p:spPr>
            <a:xfrm>
              <a:off x="1609350" y="2028275"/>
              <a:ext cx="62200" cy="53450"/>
            </a:xfrm>
            <a:custGeom>
              <a:rect b="b" l="l" r="r" t="t"/>
              <a:pathLst>
                <a:path extrusionOk="0" h="2138" w="2488">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60"/>
            <p:cNvSpPr/>
            <p:nvPr/>
          </p:nvSpPr>
          <p:spPr>
            <a:xfrm>
              <a:off x="160935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60"/>
            <p:cNvSpPr/>
            <p:nvPr/>
          </p:nvSpPr>
          <p:spPr>
            <a:xfrm>
              <a:off x="1609350" y="1876050"/>
              <a:ext cx="62200" cy="53275"/>
            </a:xfrm>
            <a:custGeom>
              <a:rect b="b" l="l" r="r" t="t"/>
              <a:pathLst>
                <a:path extrusionOk="0" h="2131" w="2488">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60"/>
            <p:cNvSpPr/>
            <p:nvPr/>
          </p:nvSpPr>
          <p:spPr>
            <a:xfrm>
              <a:off x="160935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60"/>
            <p:cNvSpPr/>
            <p:nvPr/>
          </p:nvSpPr>
          <p:spPr>
            <a:xfrm>
              <a:off x="1609350" y="1647400"/>
              <a:ext cx="62200" cy="53450"/>
            </a:xfrm>
            <a:custGeom>
              <a:rect b="b" l="l" r="r" t="t"/>
              <a:pathLst>
                <a:path extrusionOk="0" h="2138" w="2488">
                  <a:moveTo>
                    <a:pt x="1065" y="1"/>
                  </a:moveTo>
                  <a:cubicBezTo>
                    <a:pt x="480" y="9"/>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60"/>
            <p:cNvSpPr/>
            <p:nvPr/>
          </p:nvSpPr>
          <p:spPr>
            <a:xfrm>
              <a:off x="16093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60"/>
            <p:cNvSpPr/>
            <p:nvPr/>
          </p:nvSpPr>
          <p:spPr>
            <a:xfrm>
              <a:off x="160935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60"/>
            <p:cNvSpPr/>
            <p:nvPr/>
          </p:nvSpPr>
          <p:spPr>
            <a:xfrm>
              <a:off x="1609350"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60"/>
            <p:cNvSpPr/>
            <p:nvPr/>
          </p:nvSpPr>
          <p:spPr>
            <a:xfrm>
              <a:off x="1609350" y="11143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60"/>
            <p:cNvSpPr/>
            <p:nvPr/>
          </p:nvSpPr>
          <p:spPr>
            <a:xfrm>
              <a:off x="1533125" y="2942425"/>
              <a:ext cx="62425" cy="53450"/>
            </a:xfrm>
            <a:custGeom>
              <a:rect b="b" l="l" r="r" t="t"/>
              <a:pathLst>
                <a:path extrusionOk="0" h="2138" w="2497">
                  <a:moveTo>
                    <a:pt x="1066" y="1"/>
                  </a:moveTo>
                  <a:cubicBezTo>
                    <a:pt x="480" y="9"/>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60"/>
            <p:cNvSpPr/>
            <p:nvPr/>
          </p:nvSpPr>
          <p:spPr>
            <a:xfrm>
              <a:off x="1533125" y="2866425"/>
              <a:ext cx="62425" cy="53275"/>
            </a:xfrm>
            <a:custGeom>
              <a:rect b="b" l="l" r="r" t="t"/>
              <a:pathLst>
                <a:path extrusionOk="0" h="2131" w="2497">
                  <a:moveTo>
                    <a:pt x="1066" y="0"/>
                  </a:moveTo>
                  <a:cubicBezTo>
                    <a:pt x="480" y="0"/>
                    <a:pt x="1" y="472"/>
                    <a:pt x="1" y="1065"/>
                  </a:cubicBezTo>
                  <a:cubicBezTo>
                    <a:pt x="1" y="1707"/>
                    <a:pt x="523" y="2131"/>
                    <a:pt x="1070" y="2131"/>
                  </a:cubicBezTo>
                  <a:cubicBezTo>
                    <a:pt x="1333" y="2131"/>
                    <a:pt x="1602" y="2032"/>
                    <a:pt x="1822" y="1813"/>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60"/>
            <p:cNvSpPr/>
            <p:nvPr/>
          </p:nvSpPr>
          <p:spPr>
            <a:xfrm>
              <a:off x="1533125" y="2561575"/>
              <a:ext cx="62425" cy="53425"/>
            </a:xfrm>
            <a:custGeom>
              <a:rect b="b" l="l" r="r" t="t"/>
              <a:pathLst>
                <a:path extrusionOk="0" h="2137" w="2497">
                  <a:moveTo>
                    <a:pt x="1066" y="0"/>
                  </a:moveTo>
                  <a:cubicBezTo>
                    <a:pt x="480" y="8"/>
                    <a:pt x="1" y="480"/>
                    <a:pt x="1" y="1073"/>
                  </a:cubicBezTo>
                  <a:cubicBezTo>
                    <a:pt x="1" y="1711"/>
                    <a:pt x="525" y="2137"/>
                    <a:pt x="1073" y="2137"/>
                  </a:cubicBezTo>
                  <a:cubicBezTo>
                    <a:pt x="1336" y="2137"/>
                    <a:pt x="1603" y="2039"/>
                    <a:pt x="1822" y="1821"/>
                  </a:cubicBezTo>
                  <a:cubicBezTo>
                    <a:pt x="2497"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5" name="Google Shape;2785;p60"/>
            <p:cNvSpPr/>
            <p:nvPr/>
          </p:nvSpPr>
          <p:spPr>
            <a:xfrm>
              <a:off x="1533125" y="2485550"/>
              <a:ext cx="62425" cy="53300"/>
            </a:xfrm>
            <a:custGeom>
              <a:rect b="b" l="l" r="r" t="t"/>
              <a:pathLst>
                <a:path extrusionOk="0" h="2132" w="2497">
                  <a:moveTo>
                    <a:pt x="1066" y="1"/>
                  </a:moveTo>
                  <a:cubicBezTo>
                    <a:pt x="480" y="1"/>
                    <a:pt x="1" y="480"/>
                    <a:pt x="1" y="1066"/>
                  </a:cubicBezTo>
                  <a:cubicBezTo>
                    <a:pt x="1" y="1708"/>
                    <a:pt x="523" y="2131"/>
                    <a:pt x="1070" y="2131"/>
                  </a:cubicBezTo>
                  <a:cubicBezTo>
                    <a:pt x="1333" y="2131"/>
                    <a:pt x="1602" y="2033"/>
                    <a:pt x="1822" y="1814"/>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60"/>
            <p:cNvSpPr/>
            <p:nvPr/>
          </p:nvSpPr>
          <p:spPr>
            <a:xfrm>
              <a:off x="1533125" y="2409350"/>
              <a:ext cx="62425" cy="53350"/>
            </a:xfrm>
            <a:custGeom>
              <a:rect b="b" l="l" r="r" t="t"/>
              <a:pathLst>
                <a:path extrusionOk="0" h="2134" w="2497">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60"/>
            <p:cNvSpPr/>
            <p:nvPr/>
          </p:nvSpPr>
          <p:spPr>
            <a:xfrm>
              <a:off x="1533125" y="2333125"/>
              <a:ext cx="62425" cy="53450"/>
            </a:xfrm>
            <a:custGeom>
              <a:rect b="b" l="l" r="r" t="t"/>
              <a:pathLst>
                <a:path extrusionOk="0" h="2138" w="2497">
                  <a:moveTo>
                    <a:pt x="1066" y="1"/>
                  </a:moveTo>
                  <a:cubicBezTo>
                    <a:pt x="480"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60"/>
            <p:cNvSpPr/>
            <p:nvPr/>
          </p:nvSpPr>
          <p:spPr>
            <a:xfrm>
              <a:off x="1533125" y="2256925"/>
              <a:ext cx="62575" cy="53425"/>
            </a:xfrm>
            <a:custGeom>
              <a:rect b="b" l="l" r="r" t="t"/>
              <a:pathLst>
                <a:path extrusionOk="0" h="2137" w="2503">
                  <a:moveTo>
                    <a:pt x="1076" y="0"/>
                  </a:moveTo>
                  <a:cubicBezTo>
                    <a:pt x="1073" y="0"/>
                    <a:pt x="1069" y="0"/>
                    <a:pt x="1066" y="0"/>
                  </a:cubicBezTo>
                  <a:cubicBezTo>
                    <a:pt x="480"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60"/>
            <p:cNvSpPr/>
            <p:nvPr/>
          </p:nvSpPr>
          <p:spPr>
            <a:xfrm>
              <a:off x="1533125" y="2180700"/>
              <a:ext cx="62425" cy="53350"/>
            </a:xfrm>
            <a:custGeom>
              <a:rect b="b" l="l" r="r" t="t"/>
              <a:pathLst>
                <a:path extrusionOk="0" h="2134" w="2497">
                  <a:moveTo>
                    <a:pt x="1066" y="1"/>
                  </a:moveTo>
                  <a:cubicBezTo>
                    <a:pt x="480" y="1"/>
                    <a:pt x="1"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60"/>
            <p:cNvSpPr/>
            <p:nvPr/>
          </p:nvSpPr>
          <p:spPr>
            <a:xfrm>
              <a:off x="1533125" y="210450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60"/>
            <p:cNvSpPr/>
            <p:nvPr/>
          </p:nvSpPr>
          <p:spPr>
            <a:xfrm>
              <a:off x="1533125" y="2028275"/>
              <a:ext cx="62425" cy="53450"/>
            </a:xfrm>
            <a:custGeom>
              <a:rect b="b" l="l" r="r" t="t"/>
              <a:pathLst>
                <a:path extrusionOk="0" h="2138" w="2497">
                  <a:moveTo>
                    <a:pt x="1066" y="1"/>
                  </a:moveTo>
                  <a:cubicBezTo>
                    <a:pt x="480" y="1"/>
                    <a:pt x="1"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60"/>
            <p:cNvSpPr/>
            <p:nvPr/>
          </p:nvSpPr>
          <p:spPr>
            <a:xfrm>
              <a:off x="1533125" y="1952050"/>
              <a:ext cx="62425" cy="53450"/>
            </a:xfrm>
            <a:custGeom>
              <a:rect b="b" l="l" r="r" t="t"/>
              <a:pathLst>
                <a:path extrusionOk="0" h="2138" w="2497">
                  <a:moveTo>
                    <a:pt x="1066" y="1"/>
                  </a:moveTo>
                  <a:cubicBezTo>
                    <a:pt x="480" y="9"/>
                    <a:pt x="1" y="481"/>
                    <a:pt x="1" y="1074"/>
                  </a:cubicBezTo>
                  <a:cubicBezTo>
                    <a:pt x="1" y="1712"/>
                    <a:pt x="525" y="2138"/>
                    <a:pt x="1073" y="2138"/>
                  </a:cubicBezTo>
                  <a:cubicBezTo>
                    <a:pt x="1336" y="2138"/>
                    <a:pt x="1603" y="2040"/>
                    <a:pt x="1822" y="1822"/>
                  </a:cubicBezTo>
                  <a:cubicBezTo>
                    <a:pt x="2497"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60"/>
            <p:cNvSpPr/>
            <p:nvPr/>
          </p:nvSpPr>
          <p:spPr>
            <a:xfrm>
              <a:off x="1533125" y="1876050"/>
              <a:ext cx="62425" cy="53275"/>
            </a:xfrm>
            <a:custGeom>
              <a:rect b="b" l="l" r="r" t="t"/>
              <a:pathLst>
                <a:path extrusionOk="0" h="2131" w="2497">
                  <a:moveTo>
                    <a:pt x="1066" y="1"/>
                  </a:moveTo>
                  <a:cubicBezTo>
                    <a:pt x="480" y="1"/>
                    <a:pt x="1" y="472"/>
                    <a:pt x="1" y="1066"/>
                  </a:cubicBezTo>
                  <a:cubicBezTo>
                    <a:pt x="1" y="1707"/>
                    <a:pt x="523" y="2131"/>
                    <a:pt x="1070" y="2131"/>
                  </a:cubicBezTo>
                  <a:cubicBezTo>
                    <a:pt x="1333" y="2131"/>
                    <a:pt x="1602" y="2033"/>
                    <a:pt x="1822" y="1813"/>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4" name="Google Shape;2794;p60"/>
            <p:cNvSpPr/>
            <p:nvPr/>
          </p:nvSpPr>
          <p:spPr>
            <a:xfrm>
              <a:off x="1533125" y="179985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5" name="Google Shape;2795;p60"/>
            <p:cNvSpPr/>
            <p:nvPr/>
          </p:nvSpPr>
          <p:spPr>
            <a:xfrm>
              <a:off x="1533125" y="172362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60"/>
            <p:cNvSpPr/>
            <p:nvPr/>
          </p:nvSpPr>
          <p:spPr>
            <a:xfrm>
              <a:off x="1533125" y="1647400"/>
              <a:ext cx="62425" cy="53450"/>
            </a:xfrm>
            <a:custGeom>
              <a:rect b="b" l="l" r="r" t="t"/>
              <a:pathLst>
                <a:path extrusionOk="0" h="2138" w="2497">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60"/>
            <p:cNvSpPr/>
            <p:nvPr/>
          </p:nvSpPr>
          <p:spPr>
            <a:xfrm>
              <a:off x="1533125" y="1342750"/>
              <a:ext cx="62425" cy="53450"/>
            </a:xfrm>
            <a:custGeom>
              <a:rect b="b" l="l" r="r" t="t"/>
              <a:pathLst>
                <a:path extrusionOk="0" h="2138" w="2497">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60"/>
            <p:cNvSpPr/>
            <p:nvPr/>
          </p:nvSpPr>
          <p:spPr>
            <a:xfrm>
              <a:off x="1456925" y="2866425"/>
              <a:ext cx="62425" cy="53275"/>
            </a:xfrm>
            <a:custGeom>
              <a:rect b="b" l="l" r="r" t="t"/>
              <a:pathLst>
                <a:path extrusionOk="0" h="2131" w="2497">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60"/>
            <p:cNvSpPr/>
            <p:nvPr/>
          </p:nvSpPr>
          <p:spPr>
            <a:xfrm>
              <a:off x="1456925" y="2790200"/>
              <a:ext cx="62425" cy="53350"/>
            </a:xfrm>
            <a:custGeom>
              <a:rect b="b" l="l" r="r" t="t"/>
              <a:pathLst>
                <a:path extrusionOk="0" h="2134" w="2497">
                  <a:moveTo>
                    <a:pt x="1065" y="1"/>
                  </a:moveTo>
                  <a:cubicBezTo>
                    <a:pt x="480" y="1"/>
                    <a:pt x="8"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60"/>
            <p:cNvSpPr/>
            <p:nvPr/>
          </p:nvSpPr>
          <p:spPr>
            <a:xfrm>
              <a:off x="1456925"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60"/>
            <p:cNvSpPr/>
            <p:nvPr/>
          </p:nvSpPr>
          <p:spPr>
            <a:xfrm>
              <a:off x="1456925" y="2637775"/>
              <a:ext cx="62425" cy="53450"/>
            </a:xfrm>
            <a:custGeom>
              <a:rect b="b" l="l" r="r" t="t"/>
              <a:pathLst>
                <a:path extrusionOk="0" h="2138" w="2497">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60"/>
            <p:cNvSpPr/>
            <p:nvPr/>
          </p:nvSpPr>
          <p:spPr>
            <a:xfrm>
              <a:off x="1456925" y="2561575"/>
              <a:ext cx="62425" cy="53425"/>
            </a:xfrm>
            <a:custGeom>
              <a:rect b="b" l="l" r="r" t="t"/>
              <a:pathLst>
                <a:path extrusionOk="0" h="2137" w="2497">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60"/>
            <p:cNvSpPr/>
            <p:nvPr/>
          </p:nvSpPr>
          <p:spPr>
            <a:xfrm>
              <a:off x="1456925" y="2485550"/>
              <a:ext cx="62425" cy="53300"/>
            </a:xfrm>
            <a:custGeom>
              <a:rect b="b" l="l" r="r" t="t"/>
              <a:pathLst>
                <a:path extrusionOk="0" h="2132" w="2497">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60"/>
            <p:cNvSpPr/>
            <p:nvPr/>
          </p:nvSpPr>
          <p:spPr>
            <a:xfrm>
              <a:off x="1456925" y="2409350"/>
              <a:ext cx="62425" cy="53350"/>
            </a:xfrm>
            <a:custGeom>
              <a:rect b="b" l="l" r="r" t="t"/>
              <a:pathLst>
                <a:path extrusionOk="0" h="2134" w="2497">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60"/>
            <p:cNvSpPr/>
            <p:nvPr/>
          </p:nvSpPr>
          <p:spPr>
            <a:xfrm>
              <a:off x="1456925" y="2333125"/>
              <a:ext cx="62425" cy="53450"/>
            </a:xfrm>
            <a:custGeom>
              <a:rect b="b" l="l" r="r" t="t"/>
              <a:pathLst>
                <a:path extrusionOk="0" h="2138" w="2497">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60"/>
            <p:cNvSpPr/>
            <p:nvPr/>
          </p:nvSpPr>
          <p:spPr>
            <a:xfrm>
              <a:off x="1456925"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60"/>
            <p:cNvSpPr/>
            <p:nvPr/>
          </p:nvSpPr>
          <p:spPr>
            <a:xfrm>
              <a:off x="1456925" y="2180700"/>
              <a:ext cx="62425" cy="53350"/>
            </a:xfrm>
            <a:custGeom>
              <a:rect b="b" l="l" r="r" t="t"/>
              <a:pathLst>
                <a:path extrusionOk="0" h="2134" w="2497">
                  <a:moveTo>
                    <a:pt x="1065" y="1"/>
                  </a:moveTo>
                  <a:cubicBezTo>
                    <a:pt x="480" y="1"/>
                    <a:pt x="8"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60"/>
            <p:cNvSpPr/>
            <p:nvPr/>
          </p:nvSpPr>
          <p:spPr>
            <a:xfrm>
              <a:off x="1456925"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60"/>
            <p:cNvSpPr/>
            <p:nvPr/>
          </p:nvSpPr>
          <p:spPr>
            <a:xfrm>
              <a:off x="1456925" y="2028275"/>
              <a:ext cx="62425" cy="53450"/>
            </a:xfrm>
            <a:custGeom>
              <a:rect b="b" l="l" r="r" t="t"/>
              <a:pathLst>
                <a:path extrusionOk="0" h="2138" w="2497">
                  <a:moveTo>
                    <a:pt x="1065" y="1"/>
                  </a:moveTo>
                  <a:cubicBezTo>
                    <a:pt x="480" y="1"/>
                    <a:pt x="8"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60"/>
            <p:cNvSpPr/>
            <p:nvPr/>
          </p:nvSpPr>
          <p:spPr>
            <a:xfrm>
              <a:off x="1456925" y="1952050"/>
              <a:ext cx="62425" cy="53450"/>
            </a:xfrm>
            <a:custGeom>
              <a:rect b="b" l="l" r="r" t="t"/>
              <a:pathLst>
                <a:path extrusionOk="0" h="2138" w="2497">
                  <a:moveTo>
                    <a:pt x="1065" y="1"/>
                  </a:moveTo>
                  <a:cubicBezTo>
                    <a:pt x="480" y="9"/>
                    <a:pt x="8"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60"/>
            <p:cNvSpPr/>
            <p:nvPr/>
          </p:nvSpPr>
          <p:spPr>
            <a:xfrm>
              <a:off x="1456925" y="1876050"/>
              <a:ext cx="62425" cy="53275"/>
            </a:xfrm>
            <a:custGeom>
              <a:rect b="b" l="l" r="r" t="t"/>
              <a:pathLst>
                <a:path extrusionOk="0" h="2131" w="2497">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60"/>
            <p:cNvSpPr/>
            <p:nvPr/>
          </p:nvSpPr>
          <p:spPr>
            <a:xfrm>
              <a:off x="1456925" y="1799850"/>
              <a:ext cx="62425" cy="53325"/>
            </a:xfrm>
            <a:custGeom>
              <a:rect b="b" l="l" r="r" t="t"/>
              <a:pathLst>
                <a:path extrusionOk="0" h="2133" w="2497">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60"/>
            <p:cNvSpPr/>
            <p:nvPr/>
          </p:nvSpPr>
          <p:spPr>
            <a:xfrm>
              <a:off x="1456925" y="172362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60"/>
            <p:cNvSpPr/>
            <p:nvPr/>
          </p:nvSpPr>
          <p:spPr>
            <a:xfrm>
              <a:off x="1456925" y="1647400"/>
              <a:ext cx="62425" cy="53450"/>
            </a:xfrm>
            <a:custGeom>
              <a:rect b="b" l="l" r="r" t="t"/>
              <a:pathLst>
                <a:path extrusionOk="0" h="2138" w="2497">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60"/>
            <p:cNvSpPr/>
            <p:nvPr/>
          </p:nvSpPr>
          <p:spPr>
            <a:xfrm>
              <a:off x="1456925" y="1571400"/>
              <a:ext cx="62425" cy="53250"/>
            </a:xfrm>
            <a:custGeom>
              <a:rect b="b" l="l" r="r" t="t"/>
              <a:pathLst>
                <a:path extrusionOk="0" h="2130" w="2497">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60"/>
            <p:cNvSpPr/>
            <p:nvPr/>
          </p:nvSpPr>
          <p:spPr>
            <a:xfrm>
              <a:off x="1456925" y="1266550"/>
              <a:ext cx="62425" cy="53450"/>
            </a:xfrm>
            <a:custGeom>
              <a:rect b="b" l="l" r="r" t="t"/>
              <a:pathLst>
                <a:path extrusionOk="0" h="2138" w="2497">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60"/>
            <p:cNvSpPr/>
            <p:nvPr/>
          </p:nvSpPr>
          <p:spPr>
            <a:xfrm>
              <a:off x="1380900" y="27902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60"/>
            <p:cNvSpPr/>
            <p:nvPr/>
          </p:nvSpPr>
          <p:spPr>
            <a:xfrm>
              <a:off x="1380900" y="271400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60"/>
            <p:cNvSpPr/>
            <p:nvPr/>
          </p:nvSpPr>
          <p:spPr>
            <a:xfrm>
              <a:off x="1380900" y="2637775"/>
              <a:ext cx="62225" cy="53450"/>
            </a:xfrm>
            <a:custGeom>
              <a:rect b="b" l="l" r="r" t="t"/>
              <a:pathLst>
                <a:path extrusionOk="0" h="2138" w="2489">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60"/>
            <p:cNvSpPr/>
            <p:nvPr/>
          </p:nvSpPr>
          <p:spPr>
            <a:xfrm>
              <a:off x="1380900"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60"/>
            <p:cNvSpPr/>
            <p:nvPr/>
          </p:nvSpPr>
          <p:spPr>
            <a:xfrm>
              <a:off x="1380900" y="2485550"/>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60"/>
            <p:cNvSpPr/>
            <p:nvPr/>
          </p:nvSpPr>
          <p:spPr>
            <a:xfrm>
              <a:off x="138090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60"/>
            <p:cNvSpPr/>
            <p:nvPr/>
          </p:nvSpPr>
          <p:spPr>
            <a:xfrm>
              <a:off x="138090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60"/>
            <p:cNvSpPr/>
            <p:nvPr/>
          </p:nvSpPr>
          <p:spPr>
            <a:xfrm>
              <a:off x="1380900" y="2256925"/>
              <a:ext cx="62375" cy="53425"/>
            </a:xfrm>
            <a:custGeom>
              <a:rect b="b" l="l" r="r" t="t"/>
              <a:pathLst>
                <a:path extrusionOk="0" h="2137" w="2495">
                  <a:moveTo>
                    <a:pt x="1076" y="0"/>
                  </a:moveTo>
                  <a:cubicBezTo>
                    <a:pt x="1072"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60"/>
            <p:cNvSpPr/>
            <p:nvPr/>
          </p:nvSpPr>
          <p:spPr>
            <a:xfrm>
              <a:off x="1380900"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60"/>
            <p:cNvSpPr/>
            <p:nvPr/>
          </p:nvSpPr>
          <p:spPr>
            <a:xfrm>
              <a:off x="1380900"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60"/>
            <p:cNvSpPr/>
            <p:nvPr/>
          </p:nvSpPr>
          <p:spPr>
            <a:xfrm>
              <a:off x="1380900"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60"/>
            <p:cNvSpPr/>
            <p:nvPr/>
          </p:nvSpPr>
          <p:spPr>
            <a:xfrm>
              <a:off x="138090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60"/>
            <p:cNvSpPr/>
            <p:nvPr/>
          </p:nvSpPr>
          <p:spPr>
            <a:xfrm>
              <a:off x="1380900"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60"/>
            <p:cNvSpPr/>
            <p:nvPr/>
          </p:nvSpPr>
          <p:spPr>
            <a:xfrm>
              <a:off x="1380900"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60"/>
            <p:cNvSpPr/>
            <p:nvPr/>
          </p:nvSpPr>
          <p:spPr>
            <a:xfrm>
              <a:off x="1380900"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60"/>
            <p:cNvSpPr/>
            <p:nvPr/>
          </p:nvSpPr>
          <p:spPr>
            <a:xfrm>
              <a:off x="1380900"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60"/>
            <p:cNvSpPr/>
            <p:nvPr/>
          </p:nvSpPr>
          <p:spPr>
            <a:xfrm>
              <a:off x="138090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60"/>
            <p:cNvSpPr/>
            <p:nvPr/>
          </p:nvSpPr>
          <p:spPr>
            <a:xfrm>
              <a:off x="138090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60"/>
            <p:cNvSpPr/>
            <p:nvPr/>
          </p:nvSpPr>
          <p:spPr>
            <a:xfrm>
              <a:off x="130470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60"/>
            <p:cNvSpPr/>
            <p:nvPr/>
          </p:nvSpPr>
          <p:spPr>
            <a:xfrm>
              <a:off x="1304700" y="2485550"/>
              <a:ext cx="62200" cy="53300"/>
            </a:xfrm>
            <a:custGeom>
              <a:rect b="b" l="l" r="r" t="t"/>
              <a:pathLst>
                <a:path extrusionOk="0" h="2132" w="2488">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60"/>
            <p:cNvSpPr/>
            <p:nvPr/>
          </p:nvSpPr>
          <p:spPr>
            <a:xfrm>
              <a:off x="1304700" y="2409350"/>
              <a:ext cx="62200" cy="53350"/>
            </a:xfrm>
            <a:custGeom>
              <a:rect b="b" l="l" r="r" t="t"/>
              <a:pathLst>
                <a:path extrusionOk="0" h="2134"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60"/>
            <p:cNvSpPr/>
            <p:nvPr/>
          </p:nvSpPr>
          <p:spPr>
            <a:xfrm>
              <a:off x="1304700"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60"/>
            <p:cNvSpPr/>
            <p:nvPr/>
          </p:nvSpPr>
          <p:spPr>
            <a:xfrm>
              <a:off x="1304700"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60"/>
            <p:cNvSpPr/>
            <p:nvPr/>
          </p:nvSpPr>
          <p:spPr>
            <a:xfrm>
              <a:off x="1304700" y="2180700"/>
              <a:ext cx="62200" cy="53350"/>
            </a:xfrm>
            <a:custGeom>
              <a:rect b="b" l="l" r="r" t="t"/>
              <a:pathLst>
                <a:path extrusionOk="0" h="2134" w="2488">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60"/>
            <p:cNvSpPr/>
            <p:nvPr/>
          </p:nvSpPr>
          <p:spPr>
            <a:xfrm>
              <a:off x="1304700" y="21045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60"/>
            <p:cNvSpPr/>
            <p:nvPr/>
          </p:nvSpPr>
          <p:spPr>
            <a:xfrm>
              <a:off x="1304700"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60"/>
            <p:cNvSpPr/>
            <p:nvPr/>
          </p:nvSpPr>
          <p:spPr>
            <a:xfrm>
              <a:off x="130470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60"/>
            <p:cNvSpPr/>
            <p:nvPr/>
          </p:nvSpPr>
          <p:spPr>
            <a:xfrm>
              <a:off x="1304700" y="1876050"/>
              <a:ext cx="62200" cy="53275"/>
            </a:xfrm>
            <a:custGeom>
              <a:rect b="b" l="l" r="r" t="t"/>
              <a:pathLst>
                <a:path extrusionOk="0" h="2131" w="2488">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60"/>
            <p:cNvSpPr/>
            <p:nvPr/>
          </p:nvSpPr>
          <p:spPr>
            <a:xfrm>
              <a:off x="1304700" y="179985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60"/>
            <p:cNvSpPr/>
            <p:nvPr/>
          </p:nvSpPr>
          <p:spPr>
            <a:xfrm>
              <a:off x="130470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60"/>
            <p:cNvSpPr/>
            <p:nvPr/>
          </p:nvSpPr>
          <p:spPr>
            <a:xfrm>
              <a:off x="1304700"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60"/>
            <p:cNvSpPr/>
            <p:nvPr/>
          </p:nvSpPr>
          <p:spPr>
            <a:xfrm>
              <a:off x="130470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60"/>
            <p:cNvSpPr/>
            <p:nvPr/>
          </p:nvSpPr>
          <p:spPr>
            <a:xfrm>
              <a:off x="130470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0" name="Google Shape;2850;p60"/>
            <p:cNvSpPr/>
            <p:nvPr/>
          </p:nvSpPr>
          <p:spPr>
            <a:xfrm>
              <a:off x="1304700" y="141897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60"/>
            <p:cNvSpPr/>
            <p:nvPr/>
          </p:nvSpPr>
          <p:spPr>
            <a:xfrm>
              <a:off x="1304700" y="119055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60"/>
            <p:cNvSpPr/>
            <p:nvPr/>
          </p:nvSpPr>
          <p:spPr>
            <a:xfrm>
              <a:off x="1228475"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60"/>
            <p:cNvSpPr/>
            <p:nvPr/>
          </p:nvSpPr>
          <p:spPr>
            <a:xfrm>
              <a:off x="1228475" y="26377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60"/>
            <p:cNvSpPr/>
            <p:nvPr/>
          </p:nvSpPr>
          <p:spPr>
            <a:xfrm>
              <a:off x="1228475" y="2561575"/>
              <a:ext cx="62225" cy="53425"/>
            </a:xfrm>
            <a:custGeom>
              <a:rect b="b" l="l" r="r" t="t"/>
              <a:pathLst>
                <a:path extrusionOk="0" h="2137" w="2489">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60"/>
            <p:cNvSpPr/>
            <p:nvPr/>
          </p:nvSpPr>
          <p:spPr>
            <a:xfrm>
              <a:off x="1228475" y="2485550"/>
              <a:ext cx="62225" cy="53300"/>
            </a:xfrm>
            <a:custGeom>
              <a:rect b="b" l="l" r="r" t="t"/>
              <a:pathLst>
                <a:path extrusionOk="0" h="2132" w="2489">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60"/>
            <p:cNvSpPr/>
            <p:nvPr/>
          </p:nvSpPr>
          <p:spPr>
            <a:xfrm>
              <a:off x="1228475"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60"/>
            <p:cNvSpPr/>
            <p:nvPr/>
          </p:nvSpPr>
          <p:spPr>
            <a:xfrm>
              <a:off x="1228475" y="2333125"/>
              <a:ext cx="62225" cy="53450"/>
            </a:xfrm>
            <a:custGeom>
              <a:rect b="b" l="l" r="r" t="t"/>
              <a:pathLst>
                <a:path extrusionOk="0" h="2138" w="2489">
                  <a:moveTo>
                    <a:pt x="1066" y="1"/>
                  </a:moveTo>
                  <a:cubicBezTo>
                    <a:pt x="480" y="1"/>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60"/>
            <p:cNvSpPr/>
            <p:nvPr/>
          </p:nvSpPr>
          <p:spPr>
            <a:xfrm>
              <a:off x="1228475" y="2256925"/>
              <a:ext cx="62375" cy="53425"/>
            </a:xfrm>
            <a:custGeom>
              <a:rect b="b" l="l" r="r" t="t"/>
              <a:pathLst>
                <a:path extrusionOk="0" h="2137" w="2495">
                  <a:moveTo>
                    <a:pt x="1076" y="0"/>
                  </a:moveTo>
                  <a:cubicBezTo>
                    <a:pt x="1072" y="0"/>
                    <a:pt x="1069" y="0"/>
                    <a:pt x="1066" y="0"/>
                  </a:cubicBezTo>
                  <a:cubicBezTo>
                    <a:pt x="480" y="0"/>
                    <a:pt x="1" y="480"/>
                    <a:pt x="1" y="1065"/>
                  </a:cubicBezTo>
                  <a:cubicBezTo>
                    <a:pt x="1" y="1709"/>
                    <a:pt x="530" y="2137"/>
                    <a:pt x="1081" y="2137"/>
                  </a:cubicBezTo>
                  <a:cubicBezTo>
                    <a:pt x="1344" y="2137"/>
                    <a:pt x="1612" y="2039"/>
                    <a:pt x="1830"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60"/>
            <p:cNvSpPr/>
            <p:nvPr/>
          </p:nvSpPr>
          <p:spPr>
            <a:xfrm>
              <a:off x="1228475"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60"/>
            <p:cNvSpPr/>
            <p:nvPr/>
          </p:nvSpPr>
          <p:spPr>
            <a:xfrm>
              <a:off x="1228475"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60"/>
            <p:cNvSpPr/>
            <p:nvPr/>
          </p:nvSpPr>
          <p:spPr>
            <a:xfrm>
              <a:off x="1228475"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60"/>
            <p:cNvSpPr/>
            <p:nvPr/>
          </p:nvSpPr>
          <p:spPr>
            <a:xfrm>
              <a:off x="1228475"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60"/>
            <p:cNvSpPr/>
            <p:nvPr/>
          </p:nvSpPr>
          <p:spPr>
            <a:xfrm>
              <a:off x="1228475" y="1876050"/>
              <a:ext cx="62225" cy="53275"/>
            </a:xfrm>
            <a:custGeom>
              <a:rect b="b" l="l" r="r" t="t"/>
              <a:pathLst>
                <a:path extrusionOk="0" h="2131" w="2489">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60"/>
            <p:cNvSpPr/>
            <p:nvPr/>
          </p:nvSpPr>
          <p:spPr>
            <a:xfrm>
              <a:off x="1228475"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60"/>
            <p:cNvSpPr/>
            <p:nvPr/>
          </p:nvSpPr>
          <p:spPr>
            <a:xfrm>
              <a:off x="122847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60"/>
            <p:cNvSpPr/>
            <p:nvPr/>
          </p:nvSpPr>
          <p:spPr>
            <a:xfrm>
              <a:off x="122847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60"/>
            <p:cNvSpPr/>
            <p:nvPr/>
          </p:nvSpPr>
          <p:spPr>
            <a:xfrm>
              <a:off x="1228475"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60"/>
            <p:cNvSpPr/>
            <p:nvPr/>
          </p:nvSpPr>
          <p:spPr>
            <a:xfrm>
              <a:off x="1228475"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60"/>
            <p:cNvSpPr/>
            <p:nvPr/>
          </p:nvSpPr>
          <p:spPr>
            <a:xfrm>
              <a:off x="1228475"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60"/>
            <p:cNvSpPr/>
            <p:nvPr/>
          </p:nvSpPr>
          <p:spPr>
            <a:xfrm>
              <a:off x="1152275" y="2561575"/>
              <a:ext cx="62400" cy="53425"/>
            </a:xfrm>
            <a:custGeom>
              <a:rect b="b" l="l" r="r" t="t"/>
              <a:pathLst>
                <a:path extrusionOk="0" h="2137" w="2496">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60"/>
            <p:cNvSpPr/>
            <p:nvPr/>
          </p:nvSpPr>
          <p:spPr>
            <a:xfrm>
              <a:off x="1152275" y="2485550"/>
              <a:ext cx="62400" cy="53300"/>
            </a:xfrm>
            <a:custGeom>
              <a:rect b="b" l="l" r="r" t="t"/>
              <a:pathLst>
                <a:path extrusionOk="0" h="2132" w="2496">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60"/>
            <p:cNvSpPr/>
            <p:nvPr/>
          </p:nvSpPr>
          <p:spPr>
            <a:xfrm>
              <a:off x="1152275" y="2409350"/>
              <a:ext cx="62400" cy="53350"/>
            </a:xfrm>
            <a:custGeom>
              <a:rect b="b" l="l" r="r" t="t"/>
              <a:pathLst>
                <a:path extrusionOk="0" h="2134" w="2496">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60"/>
            <p:cNvSpPr/>
            <p:nvPr/>
          </p:nvSpPr>
          <p:spPr>
            <a:xfrm>
              <a:off x="1152275" y="2333125"/>
              <a:ext cx="62400" cy="53450"/>
            </a:xfrm>
            <a:custGeom>
              <a:rect b="b" l="l" r="r" t="t"/>
              <a:pathLst>
                <a:path extrusionOk="0" h="2138" w="2496">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60"/>
            <p:cNvSpPr/>
            <p:nvPr/>
          </p:nvSpPr>
          <p:spPr>
            <a:xfrm>
              <a:off x="1152275"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60"/>
            <p:cNvSpPr/>
            <p:nvPr/>
          </p:nvSpPr>
          <p:spPr>
            <a:xfrm>
              <a:off x="1152275" y="2180700"/>
              <a:ext cx="62400" cy="53350"/>
            </a:xfrm>
            <a:custGeom>
              <a:rect b="b" l="l" r="r" t="t"/>
              <a:pathLst>
                <a:path extrusionOk="0" h="2134" w="2496">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60"/>
            <p:cNvSpPr/>
            <p:nvPr/>
          </p:nvSpPr>
          <p:spPr>
            <a:xfrm>
              <a:off x="1152275" y="2104500"/>
              <a:ext cx="62400" cy="53325"/>
            </a:xfrm>
            <a:custGeom>
              <a:rect b="b" l="l" r="r" t="t"/>
              <a:pathLst>
                <a:path extrusionOk="0" h="2133" w="2496">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7" name="Google Shape;2877;p60"/>
            <p:cNvSpPr/>
            <p:nvPr/>
          </p:nvSpPr>
          <p:spPr>
            <a:xfrm>
              <a:off x="1152275" y="2028275"/>
              <a:ext cx="62400" cy="53450"/>
            </a:xfrm>
            <a:custGeom>
              <a:rect b="b" l="l" r="r" t="t"/>
              <a:pathLst>
                <a:path extrusionOk="0" h="2138" w="2496">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60"/>
            <p:cNvSpPr/>
            <p:nvPr/>
          </p:nvSpPr>
          <p:spPr>
            <a:xfrm>
              <a:off x="1152275" y="1952050"/>
              <a:ext cx="62400" cy="53450"/>
            </a:xfrm>
            <a:custGeom>
              <a:rect b="b" l="l" r="r" t="t"/>
              <a:pathLst>
                <a:path extrusionOk="0" h="2138" w="2496">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60"/>
            <p:cNvSpPr/>
            <p:nvPr/>
          </p:nvSpPr>
          <p:spPr>
            <a:xfrm>
              <a:off x="1152275" y="1876050"/>
              <a:ext cx="62400" cy="53275"/>
            </a:xfrm>
            <a:custGeom>
              <a:rect b="b" l="l" r="r" t="t"/>
              <a:pathLst>
                <a:path extrusionOk="0" h="2131" w="2496">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60"/>
            <p:cNvSpPr/>
            <p:nvPr/>
          </p:nvSpPr>
          <p:spPr>
            <a:xfrm>
              <a:off x="1152275" y="1799850"/>
              <a:ext cx="62400" cy="53325"/>
            </a:xfrm>
            <a:custGeom>
              <a:rect b="b" l="l" r="r" t="t"/>
              <a:pathLst>
                <a:path extrusionOk="0" h="2133" w="2496">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60"/>
            <p:cNvSpPr/>
            <p:nvPr/>
          </p:nvSpPr>
          <p:spPr>
            <a:xfrm>
              <a:off x="1152275" y="1723625"/>
              <a:ext cx="62400" cy="53350"/>
            </a:xfrm>
            <a:custGeom>
              <a:rect b="b" l="l" r="r" t="t"/>
              <a:pathLst>
                <a:path extrusionOk="0" h="2134" w="2496">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60"/>
            <p:cNvSpPr/>
            <p:nvPr/>
          </p:nvSpPr>
          <p:spPr>
            <a:xfrm>
              <a:off x="1152275" y="164740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60"/>
            <p:cNvSpPr/>
            <p:nvPr/>
          </p:nvSpPr>
          <p:spPr>
            <a:xfrm>
              <a:off x="1152275" y="1571400"/>
              <a:ext cx="62400" cy="53250"/>
            </a:xfrm>
            <a:custGeom>
              <a:rect b="b" l="l" r="r" t="t"/>
              <a:pathLst>
                <a:path extrusionOk="0" h="2130" w="2496">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60"/>
            <p:cNvSpPr/>
            <p:nvPr/>
          </p:nvSpPr>
          <p:spPr>
            <a:xfrm>
              <a:off x="1152275" y="134275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60"/>
            <p:cNvSpPr/>
            <p:nvPr/>
          </p:nvSpPr>
          <p:spPr>
            <a:xfrm>
              <a:off x="1076050" y="240935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60"/>
            <p:cNvSpPr/>
            <p:nvPr/>
          </p:nvSpPr>
          <p:spPr>
            <a:xfrm>
              <a:off x="1076050" y="2333125"/>
              <a:ext cx="62425" cy="53450"/>
            </a:xfrm>
            <a:custGeom>
              <a:rect b="b" l="l" r="r" t="t"/>
              <a:pathLst>
                <a:path extrusionOk="0" h="2138" w="2497">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60"/>
            <p:cNvSpPr/>
            <p:nvPr/>
          </p:nvSpPr>
          <p:spPr>
            <a:xfrm>
              <a:off x="1076050" y="2256925"/>
              <a:ext cx="62575" cy="53425"/>
            </a:xfrm>
            <a:custGeom>
              <a:rect b="b" l="l" r="r" t="t"/>
              <a:pathLst>
                <a:path extrusionOk="0" h="2137" w="2503">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8" name="Google Shape;2888;p60"/>
            <p:cNvSpPr/>
            <p:nvPr/>
          </p:nvSpPr>
          <p:spPr>
            <a:xfrm>
              <a:off x="1076050" y="2180700"/>
              <a:ext cx="62425" cy="53350"/>
            </a:xfrm>
            <a:custGeom>
              <a:rect b="b" l="l" r="r" t="t"/>
              <a:pathLst>
                <a:path extrusionOk="0" h="2134" w="2497">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9" name="Google Shape;2889;p60"/>
            <p:cNvSpPr/>
            <p:nvPr/>
          </p:nvSpPr>
          <p:spPr>
            <a:xfrm>
              <a:off x="1076050" y="210450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60"/>
            <p:cNvSpPr/>
            <p:nvPr/>
          </p:nvSpPr>
          <p:spPr>
            <a:xfrm>
              <a:off x="1076050" y="2028275"/>
              <a:ext cx="62425" cy="53450"/>
            </a:xfrm>
            <a:custGeom>
              <a:rect b="b" l="l" r="r" t="t"/>
              <a:pathLst>
                <a:path extrusionOk="0" h="2138" w="2497">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60"/>
            <p:cNvSpPr/>
            <p:nvPr/>
          </p:nvSpPr>
          <p:spPr>
            <a:xfrm>
              <a:off x="1076050" y="1952050"/>
              <a:ext cx="62425" cy="53450"/>
            </a:xfrm>
            <a:custGeom>
              <a:rect b="b" l="l" r="r" t="t"/>
              <a:pathLst>
                <a:path extrusionOk="0" h="2138" w="2497">
                  <a:moveTo>
                    <a:pt x="1074" y="1"/>
                  </a:moveTo>
                  <a:cubicBezTo>
                    <a:pt x="480" y="9"/>
                    <a:pt x="9" y="481"/>
                    <a:pt x="1" y="1074"/>
                  </a:cubicBezTo>
                  <a:cubicBezTo>
                    <a:pt x="1" y="1712"/>
                    <a:pt x="529" y="2138"/>
                    <a:pt x="1077" y="2138"/>
                  </a:cubicBezTo>
                  <a:cubicBezTo>
                    <a:pt x="1339" y="2138"/>
                    <a:pt x="1606" y="2040"/>
                    <a:pt x="1822"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60"/>
            <p:cNvSpPr/>
            <p:nvPr/>
          </p:nvSpPr>
          <p:spPr>
            <a:xfrm>
              <a:off x="1076050" y="1876050"/>
              <a:ext cx="62425" cy="53275"/>
            </a:xfrm>
            <a:custGeom>
              <a:rect b="b" l="l" r="r" t="t"/>
              <a:pathLst>
                <a:path extrusionOk="0" h="2131" w="2497">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60"/>
            <p:cNvSpPr/>
            <p:nvPr/>
          </p:nvSpPr>
          <p:spPr>
            <a:xfrm>
              <a:off x="1076050" y="179985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60"/>
            <p:cNvSpPr/>
            <p:nvPr/>
          </p:nvSpPr>
          <p:spPr>
            <a:xfrm>
              <a:off x="1076050" y="172362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60"/>
            <p:cNvSpPr/>
            <p:nvPr/>
          </p:nvSpPr>
          <p:spPr>
            <a:xfrm>
              <a:off x="1076050" y="1647400"/>
              <a:ext cx="62425" cy="53450"/>
            </a:xfrm>
            <a:custGeom>
              <a:rect b="b" l="l" r="r" t="t"/>
              <a:pathLst>
                <a:path extrusionOk="0" h="2138" w="2497">
                  <a:moveTo>
                    <a:pt x="1074" y="1"/>
                  </a:moveTo>
                  <a:cubicBezTo>
                    <a:pt x="480" y="9"/>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60"/>
            <p:cNvSpPr/>
            <p:nvPr/>
          </p:nvSpPr>
          <p:spPr>
            <a:xfrm>
              <a:off x="1076050" y="1571400"/>
              <a:ext cx="62425" cy="53250"/>
            </a:xfrm>
            <a:custGeom>
              <a:rect b="b" l="l" r="r" t="t"/>
              <a:pathLst>
                <a:path extrusionOk="0" h="2130" w="2497">
                  <a:moveTo>
                    <a:pt x="1074" y="1"/>
                  </a:moveTo>
                  <a:cubicBezTo>
                    <a:pt x="480" y="1"/>
                    <a:pt x="9" y="472"/>
                    <a:pt x="1" y="1066"/>
                  </a:cubicBezTo>
                  <a:cubicBezTo>
                    <a:pt x="1" y="1703"/>
                    <a:pt x="529" y="2129"/>
                    <a:pt x="1077" y="2129"/>
                  </a:cubicBezTo>
                  <a:cubicBezTo>
                    <a:pt x="1339" y="2129"/>
                    <a:pt x="1606" y="2032"/>
                    <a:pt x="1822"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60"/>
            <p:cNvSpPr/>
            <p:nvPr/>
          </p:nvSpPr>
          <p:spPr>
            <a:xfrm>
              <a:off x="1076050" y="141897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60"/>
            <p:cNvSpPr/>
            <p:nvPr/>
          </p:nvSpPr>
          <p:spPr>
            <a:xfrm>
              <a:off x="1076050" y="1342750"/>
              <a:ext cx="62425" cy="53450"/>
            </a:xfrm>
            <a:custGeom>
              <a:rect b="b" l="l" r="r" t="t"/>
              <a:pathLst>
                <a:path extrusionOk="0" h="2138" w="2497">
                  <a:moveTo>
                    <a:pt x="1074" y="1"/>
                  </a:moveTo>
                  <a:cubicBezTo>
                    <a:pt x="480" y="1"/>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60"/>
            <p:cNvSpPr/>
            <p:nvPr/>
          </p:nvSpPr>
          <p:spPr>
            <a:xfrm>
              <a:off x="1076050" y="1266550"/>
              <a:ext cx="62425" cy="53450"/>
            </a:xfrm>
            <a:custGeom>
              <a:rect b="b" l="l" r="r" t="t"/>
              <a:pathLst>
                <a:path extrusionOk="0" h="2138" w="2497">
                  <a:moveTo>
                    <a:pt x="1074" y="0"/>
                  </a:moveTo>
                  <a:cubicBezTo>
                    <a:pt x="480" y="9"/>
                    <a:pt x="9" y="480"/>
                    <a:pt x="1" y="1074"/>
                  </a:cubicBezTo>
                  <a:cubicBezTo>
                    <a:pt x="1" y="1711"/>
                    <a:pt x="529" y="2137"/>
                    <a:pt x="1077" y="2137"/>
                  </a:cubicBezTo>
                  <a:cubicBezTo>
                    <a:pt x="1339" y="2137"/>
                    <a:pt x="1606" y="2040"/>
                    <a:pt x="1822" y="1821"/>
                  </a:cubicBezTo>
                  <a:cubicBezTo>
                    <a:pt x="2496"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0" name="Google Shape;2900;p60"/>
            <p:cNvSpPr/>
            <p:nvPr/>
          </p:nvSpPr>
          <p:spPr>
            <a:xfrm>
              <a:off x="1000050" y="2104500"/>
              <a:ext cx="62200" cy="53325"/>
            </a:xfrm>
            <a:custGeom>
              <a:rect b="b" l="l" r="r" t="t"/>
              <a:pathLst>
                <a:path extrusionOk="0" h="2133"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60"/>
            <p:cNvSpPr/>
            <p:nvPr/>
          </p:nvSpPr>
          <p:spPr>
            <a:xfrm>
              <a:off x="1000050" y="2028275"/>
              <a:ext cx="62200" cy="53450"/>
            </a:xfrm>
            <a:custGeom>
              <a:rect b="b" l="l" r="r" t="t"/>
              <a:pathLst>
                <a:path extrusionOk="0" h="2138" w="2488">
                  <a:moveTo>
                    <a:pt x="1065" y="1"/>
                  </a:moveTo>
                  <a:cubicBezTo>
                    <a:pt x="472" y="1"/>
                    <a:pt x="0" y="480"/>
                    <a:pt x="0" y="1065"/>
                  </a:cubicBezTo>
                  <a:cubicBezTo>
                    <a:pt x="0" y="1709"/>
                    <a:pt x="525" y="2137"/>
                    <a:pt x="1072" y="2137"/>
                  </a:cubicBezTo>
                  <a:cubicBezTo>
                    <a:pt x="1332" y="2137"/>
                    <a:pt x="1598" y="2040"/>
                    <a:pt x="1813"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60"/>
            <p:cNvSpPr/>
            <p:nvPr/>
          </p:nvSpPr>
          <p:spPr>
            <a:xfrm>
              <a:off x="1000050" y="1952050"/>
              <a:ext cx="62200" cy="53450"/>
            </a:xfrm>
            <a:custGeom>
              <a:rect b="b" l="l" r="r" t="t"/>
              <a:pathLst>
                <a:path extrusionOk="0" h="2138" w="2488">
                  <a:moveTo>
                    <a:pt x="1065" y="1"/>
                  </a:moveTo>
                  <a:cubicBezTo>
                    <a:pt x="472" y="9"/>
                    <a:pt x="0" y="481"/>
                    <a:pt x="0" y="1074"/>
                  </a:cubicBezTo>
                  <a:cubicBezTo>
                    <a:pt x="0" y="1712"/>
                    <a:pt x="525" y="2138"/>
                    <a:pt x="1070" y="2138"/>
                  </a:cubicBezTo>
                  <a:cubicBezTo>
                    <a:pt x="1332" y="2138"/>
                    <a:pt x="1597"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60"/>
            <p:cNvSpPr/>
            <p:nvPr/>
          </p:nvSpPr>
          <p:spPr>
            <a:xfrm>
              <a:off x="1000050" y="1876050"/>
              <a:ext cx="62200" cy="53275"/>
            </a:xfrm>
            <a:custGeom>
              <a:rect b="b" l="l" r="r" t="t"/>
              <a:pathLst>
                <a:path extrusionOk="0" h="2131" w="2488">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60"/>
            <p:cNvSpPr/>
            <p:nvPr/>
          </p:nvSpPr>
          <p:spPr>
            <a:xfrm>
              <a:off x="1000050" y="1799850"/>
              <a:ext cx="62200" cy="53325"/>
            </a:xfrm>
            <a:custGeom>
              <a:rect b="b" l="l" r="r" t="t"/>
              <a:pathLst>
                <a:path extrusionOk="0" h="2133"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60"/>
            <p:cNvSpPr/>
            <p:nvPr/>
          </p:nvSpPr>
          <p:spPr>
            <a:xfrm>
              <a:off x="1000050" y="1723625"/>
              <a:ext cx="62200" cy="53350"/>
            </a:xfrm>
            <a:custGeom>
              <a:rect b="b" l="l" r="r" t="t"/>
              <a:pathLst>
                <a:path extrusionOk="0" h="2134" w="2488">
                  <a:moveTo>
                    <a:pt x="1065" y="1"/>
                  </a:moveTo>
                  <a:cubicBezTo>
                    <a:pt x="472" y="1"/>
                    <a:pt x="0" y="480"/>
                    <a:pt x="0" y="1065"/>
                  </a:cubicBezTo>
                  <a:cubicBezTo>
                    <a:pt x="0" y="1709"/>
                    <a:pt x="526"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6" name="Google Shape;2906;p60"/>
            <p:cNvSpPr/>
            <p:nvPr/>
          </p:nvSpPr>
          <p:spPr>
            <a:xfrm>
              <a:off x="1000050" y="1647400"/>
              <a:ext cx="62200" cy="53450"/>
            </a:xfrm>
            <a:custGeom>
              <a:rect b="b" l="l" r="r" t="t"/>
              <a:pathLst>
                <a:path extrusionOk="0" h="2138" w="2488">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7" name="Google Shape;2907;p60"/>
            <p:cNvSpPr/>
            <p:nvPr/>
          </p:nvSpPr>
          <p:spPr>
            <a:xfrm>
              <a:off x="1000050" y="1571400"/>
              <a:ext cx="62200" cy="53250"/>
            </a:xfrm>
            <a:custGeom>
              <a:rect b="b" l="l" r="r" t="t"/>
              <a:pathLst>
                <a:path extrusionOk="0" h="2130" w="2488">
                  <a:moveTo>
                    <a:pt x="1065" y="1"/>
                  </a:moveTo>
                  <a:cubicBezTo>
                    <a:pt x="472" y="1"/>
                    <a:pt x="0" y="472"/>
                    <a:pt x="0" y="1066"/>
                  </a:cubicBezTo>
                  <a:cubicBezTo>
                    <a:pt x="0" y="1703"/>
                    <a:pt x="525" y="2129"/>
                    <a:pt x="1070" y="2129"/>
                  </a:cubicBezTo>
                  <a:cubicBezTo>
                    <a:pt x="1332" y="2129"/>
                    <a:pt x="1597"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8" name="Google Shape;2908;p60"/>
            <p:cNvSpPr/>
            <p:nvPr/>
          </p:nvSpPr>
          <p:spPr>
            <a:xfrm>
              <a:off x="1000050" y="1342750"/>
              <a:ext cx="62200" cy="53450"/>
            </a:xfrm>
            <a:custGeom>
              <a:rect b="b" l="l" r="r" t="t"/>
              <a:pathLst>
                <a:path extrusionOk="0" h="2138" w="2488">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60"/>
            <p:cNvSpPr/>
            <p:nvPr/>
          </p:nvSpPr>
          <p:spPr>
            <a:xfrm>
              <a:off x="923825"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60"/>
            <p:cNvSpPr/>
            <p:nvPr/>
          </p:nvSpPr>
          <p:spPr>
            <a:xfrm>
              <a:off x="923825"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1" name="Google Shape;2911;p60"/>
            <p:cNvSpPr/>
            <p:nvPr/>
          </p:nvSpPr>
          <p:spPr>
            <a:xfrm>
              <a:off x="923825" y="1876050"/>
              <a:ext cx="62225" cy="53350"/>
            </a:xfrm>
            <a:custGeom>
              <a:rect b="b" l="l" r="r" t="t"/>
              <a:pathLst>
                <a:path extrusionOk="0" h="2134" w="2489">
                  <a:moveTo>
                    <a:pt x="1066" y="1"/>
                  </a:moveTo>
                  <a:cubicBezTo>
                    <a:pt x="480" y="1"/>
                    <a:pt x="1" y="472"/>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60"/>
            <p:cNvSpPr/>
            <p:nvPr/>
          </p:nvSpPr>
          <p:spPr>
            <a:xfrm>
              <a:off x="923825"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60"/>
            <p:cNvSpPr/>
            <p:nvPr/>
          </p:nvSpPr>
          <p:spPr>
            <a:xfrm>
              <a:off x="92382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60"/>
            <p:cNvSpPr/>
            <p:nvPr/>
          </p:nvSpPr>
          <p:spPr>
            <a:xfrm>
              <a:off x="92382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60"/>
            <p:cNvSpPr/>
            <p:nvPr/>
          </p:nvSpPr>
          <p:spPr>
            <a:xfrm>
              <a:off x="923825"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60"/>
            <p:cNvSpPr/>
            <p:nvPr/>
          </p:nvSpPr>
          <p:spPr>
            <a:xfrm>
              <a:off x="847625"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60"/>
            <p:cNvSpPr/>
            <p:nvPr/>
          </p:nvSpPr>
          <p:spPr>
            <a:xfrm>
              <a:off x="847625" y="1876050"/>
              <a:ext cx="62200" cy="53275"/>
            </a:xfrm>
            <a:custGeom>
              <a:rect b="b" l="l" r="r" t="t"/>
              <a:pathLst>
                <a:path extrusionOk="0" h="2131" w="2488">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60"/>
            <p:cNvSpPr/>
            <p:nvPr/>
          </p:nvSpPr>
          <p:spPr>
            <a:xfrm>
              <a:off x="847625"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60"/>
            <p:cNvSpPr/>
            <p:nvPr/>
          </p:nvSpPr>
          <p:spPr>
            <a:xfrm>
              <a:off x="847625"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0" name="Google Shape;2920;p60"/>
            <p:cNvSpPr/>
            <p:nvPr/>
          </p:nvSpPr>
          <p:spPr>
            <a:xfrm>
              <a:off x="847625"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60"/>
            <p:cNvSpPr/>
            <p:nvPr/>
          </p:nvSpPr>
          <p:spPr>
            <a:xfrm>
              <a:off x="847625"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60"/>
            <p:cNvSpPr/>
            <p:nvPr/>
          </p:nvSpPr>
          <p:spPr>
            <a:xfrm>
              <a:off x="771400" y="179985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3" name="Google Shape;2923;p60"/>
            <p:cNvSpPr/>
            <p:nvPr/>
          </p:nvSpPr>
          <p:spPr>
            <a:xfrm>
              <a:off x="771400" y="172362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4" name="Google Shape;2924;p60"/>
            <p:cNvSpPr/>
            <p:nvPr/>
          </p:nvSpPr>
          <p:spPr>
            <a:xfrm>
              <a:off x="771400" y="1647400"/>
              <a:ext cx="62425" cy="53450"/>
            </a:xfrm>
            <a:custGeom>
              <a:rect b="b" l="l" r="r" t="t"/>
              <a:pathLst>
                <a:path extrusionOk="0" h="2138" w="2497">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60"/>
            <p:cNvSpPr/>
            <p:nvPr/>
          </p:nvSpPr>
          <p:spPr>
            <a:xfrm>
              <a:off x="771400" y="1571400"/>
              <a:ext cx="62425" cy="53250"/>
            </a:xfrm>
            <a:custGeom>
              <a:rect b="b" l="l" r="r" t="t"/>
              <a:pathLst>
                <a:path extrusionOk="0" h="2130" w="2497">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60"/>
            <p:cNvSpPr/>
            <p:nvPr/>
          </p:nvSpPr>
          <p:spPr>
            <a:xfrm>
              <a:off x="695200" y="1799850"/>
              <a:ext cx="62200" cy="53325"/>
            </a:xfrm>
            <a:custGeom>
              <a:rect b="b" l="l" r="r" t="t"/>
              <a:pathLst>
                <a:path extrusionOk="0" h="2133" w="2488">
                  <a:moveTo>
                    <a:pt x="1065" y="0"/>
                  </a:moveTo>
                  <a:cubicBezTo>
                    <a:pt x="480" y="0"/>
                    <a:pt x="0" y="472"/>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60"/>
            <p:cNvSpPr/>
            <p:nvPr/>
          </p:nvSpPr>
          <p:spPr>
            <a:xfrm>
              <a:off x="695200" y="1723625"/>
              <a:ext cx="62200" cy="53350"/>
            </a:xfrm>
            <a:custGeom>
              <a:rect b="b" l="l" r="r" t="t"/>
              <a:pathLst>
                <a:path extrusionOk="0" h="2134" w="2488">
                  <a:moveTo>
                    <a:pt x="1065" y="1"/>
                  </a:moveTo>
                  <a:cubicBezTo>
                    <a:pt x="480" y="1"/>
                    <a:pt x="0" y="480"/>
                    <a:pt x="0" y="1065"/>
                  </a:cubicBezTo>
                  <a:cubicBezTo>
                    <a:pt x="0" y="1709"/>
                    <a:pt x="525" y="2133"/>
                    <a:pt x="1072" y="2133"/>
                  </a:cubicBezTo>
                  <a:cubicBezTo>
                    <a:pt x="1332" y="2133"/>
                    <a:pt x="1598" y="2037"/>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8" name="Google Shape;2928;p60"/>
            <p:cNvSpPr/>
            <p:nvPr/>
          </p:nvSpPr>
          <p:spPr>
            <a:xfrm>
              <a:off x="695200" y="1647400"/>
              <a:ext cx="62200" cy="53450"/>
            </a:xfrm>
            <a:custGeom>
              <a:rect b="b" l="l" r="r" t="t"/>
              <a:pathLst>
                <a:path extrusionOk="0" h="2138" w="2488">
                  <a:moveTo>
                    <a:pt x="1065" y="1"/>
                  </a:moveTo>
                  <a:cubicBezTo>
                    <a:pt x="480" y="1"/>
                    <a:pt x="0" y="481"/>
                    <a:pt x="0" y="1066"/>
                  </a:cubicBezTo>
                  <a:cubicBezTo>
                    <a:pt x="0" y="1710"/>
                    <a:pt x="525" y="2138"/>
                    <a:pt x="1071" y="2138"/>
                  </a:cubicBezTo>
                  <a:cubicBezTo>
                    <a:pt x="1332" y="2138"/>
                    <a:pt x="1598" y="2040"/>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60"/>
            <p:cNvSpPr/>
            <p:nvPr/>
          </p:nvSpPr>
          <p:spPr>
            <a:xfrm>
              <a:off x="695200" y="1571400"/>
              <a:ext cx="62200" cy="53250"/>
            </a:xfrm>
            <a:custGeom>
              <a:rect b="b" l="l" r="r" t="t"/>
              <a:pathLst>
                <a:path extrusionOk="0" h="2130" w="2488">
                  <a:moveTo>
                    <a:pt x="1065" y="1"/>
                  </a:moveTo>
                  <a:cubicBezTo>
                    <a:pt x="480"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60"/>
            <p:cNvSpPr/>
            <p:nvPr/>
          </p:nvSpPr>
          <p:spPr>
            <a:xfrm>
              <a:off x="618975"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60"/>
            <p:cNvSpPr/>
            <p:nvPr/>
          </p:nvSpPr>
          <p:spPr>
            <a:xfrm>
              <a:off x="61897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60"/>
            <p:cNvSpPr/>
            <p:nvPr/>
          </p:nvSpPr>
          <p:spPr>
            <a:xfrm>
              <a:off x="618975" y="1647400"/>
              <a:ext cx="62225" cy="53450"/>
            </a:xfrm>
            <a:custGeom>
              <a:rect b="b" l="l" r="r" t="t"/>
              <a:pathLst>
                <a:path extrusionOk="0" h="2138" w="2489">
                  <a:moveTo>
                    <a:pt x="1066" y="1"/>
                  </a:moveTo>
                  <a:cubicBezTo>
                    <a:pt x="480" y="9"/>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3" name="Google Shape;2933;p60"/>
            <p:cNvSpPr/>
            <p:nvPr/>
          </p:nvSpPr>
          <p:spPr>
            <a:xfrm>
              <a:off x="618975"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4" name="Google Shape;2934;p60"/>
            <p:cNvSpPr/>
            <p:nvPr/>
          </p:nvSpPr>
          <p:spPr>
            <a:xfrm>
              <a:off x="542775" y="179985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60"/>
            <p:cNvSpPr/>
            <p:nvPr/>
          </p:nvSpPr>
          <p:spPr>
            <a:xfrm>
              <a:off x="542775" y="17236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60"/>
            <p:cNvSpPr/>
            <p:nvPr/>
          </p:nvSpPr>
          <p:spPr>
            <a:xfrm>
              <a:off x="542775" y="164740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60"/>
            <p:cNvSpPr/>
            <p:nvPr/>
          </p:nvSpPr>
          <p:spPr>
            <a:xfrm>
              <a:off x="542775" y="1571400"/>
              <a:ext cx="62400" cy="53250"/>
            </a:xfrm>
            <a:custGeom>
              <a:rect b="b" l="l" r="r" t="t"/>
              <a:pathLst>
                <a:path extrusionOk="0" h="2130" w="2496">
                  <a:moveTo>
                    <a:pt x="1065" y="1"/>
                  </a:moveTo>
                  <a:cubicBezTo>
                    <a:pt x="480" y="1"/>
                    <a:pt x="0" y="472"/>
                    <a:pt x="0" y="1066"/>
                  </a:cubicBezTo>
                  <a:cubicBezTo>
                    <a:pt x="0" y="1703"/>
                    <a:pt x="524"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60"/>
            <p:cNvSpPr/>
            <p:nvPr/>
          </p:nvSpPr>
          <p:spPr>
            <a:xfrm>
              <a:off x="466550" y="1799850"/>
              <a:ext cx="62425" cy="53325"/>
            </a:xfrm>
            <a:custGeom>
              <a:rect b="b" l="l" r="r" t="t"/>
              <a:pathLst>
                <a:path extrusionOk="0" h="2133" w="2497">
                  <a:moveTo>
                    <a:pt x="1074" y="0"/>
                  </a:moveTo>
                  <a:cubicBezTo>
                    <a:pt x="480" y="0"/>
                    <a:pt x="9" y="480"/>
                    <a:pt x="0" y="1065"/>
                  </a:cubicBezTo>
                  <a:cubicBezTo>
                    <a:pt x="0" y="1709"/>
                    <a:pt x="530" y="2133"/>
                    <a:pt x="1078" y="2133"/>
                  </a:cubicBezTo>
                  <a:cubicBezTo>
                    <a:pt x="1340" y="2133"/>
                    <a:pt x="1606" y="2036"/>
                    <a:pt x="1821"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60"/>
            <p:cNvSpPr/>
            <p:nvPr/>
          </p:nvSpPr>
          <p:spPr>
            <a:xfrm>
              <a:off x="466550" y="1723625"/>
              <a:ext cx="62425" cy="53350"/>
            </a:xfrm>
            <a:custGeom>
              <a:rect b="b" l="l" r="r" t="t"/>
              <a:pathLst>
                <a:path extrusionOk="0" h="2134" w="2497">
                  <a:moveTo>
                    <a:pt x="1074" y="1"/>
                  </a:moveTo>
                  <a:cubicBezTo>
                    <a:pt x="480" y="1"/>
                    <a:pt x="9" y="480"/>
                    <a:pt x="0" y="1065"/>
                  </a:cubicBezTo>
                  <a:cubicBezTo>
                    <a:pt x="0" y="1709"/>
                    <a:pt x="530" y="2133"/>
                    <a:pt x="1078" y="2133"/>
                  </a:cubicBezTo>
                  <a:cubicBezTo>
                    <a:pt x="1340" y="2133"/>
                    <a:pt x="1606" y="2037"/>
                    <a:pt x="1821"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0" name="Google Shape;2940;p60"/>
            <p:cNvSpPr/>
            <p:nvPr/>
          </p:nvSpPr>
          <p:spPr>
            <a:xfrm>
              <a:off x="466550" y="1647400"/>
              <a:ext cx="62425" cy="53450"/>
            </a:xfrm>
            <a:custGeom>
              <a:rect b="b" l="l" r="r" t="t"/>
              <a:pathLst>
                <a:path extrusionOk="0" h="2138" w="2497">
                  <a:moveTo>
                    <a:pt x="1074" y="1"/>
                  </a:moveTo>
                  <a:cubicBezTo>
                    <a:pt x="480" y="9"/>
                    <a:pt x="9" y="481"/>
                    <a:pt x="0" y="1066"/>
                  </a:cubicBezTo>
                  <a:cubicBezTo>
                    <a:pt x="0" y="1710"/>
                    <a:pt x="529" y="2138"/>
                    <a:pt x="1078" y="2138"/>
                  </a:cubicBezTo>
                  <a:cubicBezTo>
                    <a:pt x="1340" y="2138"/>
                    <a:pt x="1606" y="2040"/>
                    <a:pt x="1821"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1" name="Google Shape;2941;p60"/>
            <p:cNvSpPr/>
            <p:nvPr/>
          </p:nvSpPr>
          <p:spPr>
            <a:xfrm>
              <a:off x="466550" y="1571400"/>
              <a:ext cx="62425" cy="53250"/>
            </a:xfrm>
            <a:custGeom>
              <a:rect b="b" l="l" r="r" t="t"/>
              <a:pathLst>
                <a:path extrusionOk="0" h="2130" w="2497">
                  <a:moveTo>
                    <a:pt x="1074" y="1"/>
                  </a:moveTo>
                  <a:cubicBezTo>
                    <a:pt x="480" y="1"/>
                    <a:pt x="9" y="472"/>
                    <a:pt x="0" y="1066"/>
                  </a:cubicBezTo>
                  <a:cubicBezTo>
                    <a:pt x="0" y="1703"/>
                    <a:pt x="529" y="2129"/>
                    <a:pt x="1077" y="2129"/>
                  </a:cubicBezTo>
                  <a:cubicBezTo>
                    <a:pt x="1339" y="2129"/>
                    <a:pt x="1606" y="2032"/>
                    <a:pt x="1821"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60"/>
            <p:cNvSpPr/>
            <p:nvPr/>
          </p:nvSpPr>
          <p:spPr>
            <a:xfrm>
              <a:off x="390550" y="1876050"/>
              <a:ext cx="62350" cy="53275"/>
            </a:xfrm>
            <a:custGeom>
              <a:rect b="b" l="l" r="r" t="t"/>
              <a:pathLst>
                <a:path extrusionOk="0" h="2131" w="2494">
                  <a:moveTo>
                    <a:pt x="1075" y="1"/>
                  </a:moveTo>
                  <a:cubicBezTo>
                    <a:pt x="1072" y="1"/>
                    <a:pt x="1068" y="1"/>
                    <a:pt x="1065" y="1"/>
                  </a:cubicBezTo>
                  <a:cubicBezTo>
                    <a:pt x="480" y="1"/>
                    <a:pt x="0" y="480"/>
                    <a:pt x="0" y="1066"/>
                  </a:cubicBezTo>
                  <a:cubicBezTo>
                    <a:pt x="0" y="1707"/>
                    <a:pt x="522" y="2131"/>
                    <a:pt x="1069" y="2131"/>
                  </a:cubicBezTo>
                  <a:cubicBezTo>
                    <a:pt x="1333" y="2131"/>
                    <a:pt x="1602" y="2033"/>
                    <a:pt x="1821" y="1813"/>
                  </a:cubicBezTo>
                  <a:cubicBezTo>
                    <a:pt x="2493"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3" name="Google Shape;2943;p60"/>
            <p:cNvSpPr/>
            <p:nvPr/>
          </p:nvSpPr>
          <p:spPr>
            <a:xfrm>
              <a:off x="390550" y="1799825"/>
              <a:ext cx="62350" cy="53300"/>
            </a:xfrm>
            <a:custGeom>
              <a:rect b="b" l="l" r="r" t="t"/>
              <a:pathLst>
                <a:path extrusionOk="0" h="2132" w="2494">
                  <a:moveTo>
                    <a:pt x="1075" y="1"/>
                  </a:moveTo>
                  <a:cubicBezTo>
                    <a:pt x="1072" y="1"/>
                    <a:pt x="1068" y="1"/>
                    <a:pt x="1065" y="1"/>
                  </a:cubicBezTo>
                  <a:cubicBezTo>
                    <a:pt x="480" y="1"/>
                    <a:pt x="0" y="481"/>
                    <a:pt x="0" y="1066"/>
                  </a:cubicBezTo>
                  <a:cubicBezTo>
                    <a:pt x="0" y="1708"/>
                    <a:pt x="526" y="2131"/>
                    <a:pt x="1073" y="2131"/>
                  </a:cubicBezTo>
                  <a:cubicBezTo>
                    <a:pt x="1336" y="2131"/>
                    <a:pt x="1604" y="2033"/>
                    <a:pt x="1821" y="1814"/>
                  </a:cubicBezTo>
                  <a:cubicBezTo>
                    <a:pt x="2493" y="1150"/>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4" name="Google Shape;2944;p60"/>
            <p:cNvSpPr/>
            <p:nvPr/>
          </p:nvSpPr>
          <p:spPr>
            <a:xfrm>
              <a:off x="390550" y="1723625"/>
              <a:ext cx="62400" cy="53350"/>
            </a:xfrm>
            <a:custGeom>
              <a:rect b="b" l="l" r="r" t="t"/>
              <a:pathLst>
                <a:path extrusionOk="0" h="2134" w="2496">
                  <a:moveTo>
                    <a:pt x="1065" y="1"/>
                  </a:moveTo>
                  <a:cubicBezTo>
                    <a:pt x="480" y="1"/>
                    <a:pt x="0" y="480"/>
                    <a:pt x="0" y="1065"/>
                  </a:cubicBezTo>
                  <a:cubicBezTo>
                    <a:pt x="0" y="1709"/>
                    <a:pt x="529" y="2133"/>
                    <a:pt x="1078" y="2133"/>
                  </a:cubicBezTo>
                  <a:cubicBezTo>
                    <a:pt x="1339" y="2133"/>
                    <a:pt x="1606"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60"/>
            <p:cNvSpPr/>
            <p:nvPr/>
          </p:nvSpPr>
          <p:spPr>
            <a:xfrm>
              <a:off x="390550" y="1647400"/>
              <a:ext cx="62400" cy="53450"/>
            </a:xfrm>
            <a:custGeom>
              <a:rect b="b" l="l" r="r" t="t"/>
              <a:pathLst>
                <a:path extrusionOk="0" h="2138" w="2496">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6" name="Google Shape;2946;p60"/>
            <p:cNvSpPr/>
            <p:nvPr/>
          </p:nvSpPr>
          <p:spPr>
            <a:xfrm>
              <a:off x="390550" y="1571400"/>
              <a:ext cx="62350" cy="53275"/>
            </a:xfrm>
            <a:custGeom>
              <a:rect b="b" l="l" r="r" t="t"/>
              <a:pathLst>
                <a:path extrusionOk="0" h="2131" w="2494">
                  <a:moveTo>
                    <a:pt x="1075" y="1"/>
                  </a:moveTo>
                  <a:cubicBezTo>
                    <a:pt x="1072" y="1"/>
                    <a:pt x="1068" y="1"/>
                    <a:pt x="1065" y="1"/>
                  </a:cubicBezTo>
                  <a:cubicBezTo>
                    <a:pt x="480" y="1"/>
                    <a:pt x="0" y="472"/>
                    <a:pt x="0" y="1066"/>
                  </a:cubicBezTo>
                  <a:cubicBezTo>
                    <a:pt x="0" y="1708"/>
                    <a:pt x="522" y="2131"/>
                    <a:pt x="1069" y="2131"/>
                  </a:cubicBezTo>
                  <a:cubicBezTo>
                    <a:pt x="1333" y="2131"/>
                    <a:pt x="1602" y="2033"/>
                    <a:pt x="1821" y="1813"/>
                  </a:cubicBezTo>
                  <a:cubicBezTo>
                    <a:pt x="2493" y="1141"/>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60"/>
            <p:cNvSpPr/>
            <p:nvPr/>
          </p:nvSpPr>
          <p:spPr>
            <a:xfrm>
              <a:off x="314325" y="1952050"/>
              <a:ext cx="62225" cy="53450"/>
            </a:xfrm>
            <a:custGeom>
              <a:rect b="b" l="l" r="r" t="t"/>
              <a:pathLst>
                <a:path extrusionOk="0" h="2138" w="2489">
                  <a:moveTo>
                    <a:pt x="1065" y="1"/>
                  </a:moveTo>
                  <a:cubicBezTo>
                    <a:pt x="480" y="9"/>
                    <a:pt x="1" y="481"/>
                    <a:pt x="1" y="1074"/>
                  </a:cubicBezTo>
                  <a:cubicBezTo>
                    <a:pt x="1" y="1712"/>
                    <a:pt x="525" y="2138"/>
                    <a:pt x="1073" y="2138"/>
                  </a:cubicBezTo>
                  <a:cubicBezTo>
                    <a:pt x="1335" y="2138"/>
                    <a:pt x="1603" y="2040"/>
                    <a:pt x="1822"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60"/>
            <p:cNvSpPr/>
            <p:nvPr/>
          </p:nvSpPr>
          <p:spPr>
            <a:xfrm>
              <a:off x="314325" y="1876050"/>
              <a:ext cx="62225" cy="53275"/>
            </a:xfrm>
            <a:custGeom>
              <a:rect b="b" l="l" r="r" t="t"/>
              <a:pathLst>
                <a:path extrusionOk="0" h="2131" w="2489">
                  <a:moveTo>
                    <a:pt x="1065" y="1"/>
                  </a:moveTo>
                  <a:cubicBezTo>
                    <a:pt x="480" y="1"/>
                    <a:pt x="1" y="472"/>
                    <a:pt x="1" y="1066"/>
                  </a:cubicBezTo>
                  <a:cubicBezTo>
                    <a:pt x="1" y="1707"/>
                    <a:pt x="523" y="2131"/>
                    <a:pt x="1070" y="2131"/>
                  </a:cubicBezTo>
                  <a:cubicBezTo>
                    <a:pt x="1333" y="2131"/>
                    <a:pt x="1602" y="2033"/>
                    <a:pt x="1822"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9" name="Google Shape;2949;p60"/>
            <p:cNvSpPr/>
            <p:nvPr/>
          </p:nvSpPr>
          <p:spPr>
            <a:xfrm>
              <a:off x="314325" y="1799850"/>
              <a:ext cx="62225" cy="53325"/>
            </a:xfrm>
            <a:custGeom>
              <a:rect b="b" l="l" r="r" t="t"/>
              <a:pathLst>
                <a:path extrusionOk="0" h="2133" w="2489">
                  <a:moveTo>
                    <a:pt x="1065" y="0"/>
                  </a:moveTo>
                  <a:cubicBezTo>
                    <a:pt x="480" y="0"/>
                    <a:pt x="1" y="480"/>
                    <a:pt x="1" y="1065"/>
                  </a:cubicBezTo>
                  <a:cubicBezTo>
                    <a:pt x="1" y="1709"/>
                    <a:pt x="526" y="2133"/>
                    <a:pt x="1075" y="2133"/>
                  </a:cubicBezTo>
                  <a:cubicBezTo>
                    <a:pt x="1336" y="2133"/>
                    <a:pt x="1604" y="2036"/>
                    <a:pt x="1822"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0" name="Google Shape;2950;p60"/>
            <p:cNvSpPr/>
            <p:nvPr/>
          </p:nvSpPr>
          <p:spPr>
            <a:xfrm>
              <a:off x="314325" y="1723625"/>
              <a:ext cx="62225" cy="53350"/>
            </a:xfrm>
            <a:custGeom>
              <a:rect b="b" l="l" r="r" t="t"/>
              <a:pathLst>
                <a:path extrusionOk="0" h="2134" w="2489">
                  <a:moveTo>
                    <a:pt x="1065" y="1"/>
                  </a:moveTo>
                  <a:cubicBezTo>
                    <a:pt x="480" y="1"/>
                    <a:pt x="1" y="480"/>
                    <a:pt x="1" y="1065"/>
                  </a:cubicBezTo>
                  <a:cubicBezTo>
                    <a:pt x="1" y="1709"/>
                    <a:pt x="526" y="2133"/>
                    <a:pt x="1075" y="2133"/>
                  </a:cubicBezTo>
                  <a:cubicBezTo>
                    <a:pt x="1336" y="2133"/>
                    <a:pt x="1604" y="2037"/>
                    <a:pt x="1822"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60"/>
            <p:cNvSpPr/>
            <p:nvPr/>
          </p:nvSpPr>
          <p:spPr>
            <a:xfrm>
              <a:off x="314325" y="1647400"/>
              <a:ext cx="62225" cy="53450"/>
            </a:xfrm>
            <a:custGeom>
              <a:rect b="b" l="l" r="r" t="t"/>
              <a:pathLst>
                <a:path extrusionOk="0" h="2138" w="2489">
                  <a:moveTo>
                    <a:pt x="1065" y="1"/>
                  </a:moveTo>
                  <a:cubicBezTo>
                    <a:pt x="480" y="9"/>
                    <a:pt x="1" y="481"/>
                    <a:pt x="1" y="1066"/>
                  </a:cubicBezTo>
                  <a:cubicBezTo>
                    <a:pt x="1" y="1710"/>
                    <a:pt x="526" y="2138"/>
                    <a:pt x="1074" y="2138"/>
                  </a:cubicBezTo>
                  <a:cubicBezTo>
                    <a:pt x="1336" y="2138"/>
                    <a:pt x="1604" y="2040"/>
                    <a:pt x="1822"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60"/>
            <p:cNvSpPr/>
            <p:nvPr/>
          </p:nvSpPr>
          <p:spPr>
            <a:xfrm>
              <a:off x="314325" y="1571400"/>
              <a:ext cx="62150" cy="53250"/>
            </a:xfrm>
            <a:custGeom>
              <a:rect b="b" l="l" r="r" t="t"/>
              <a:pathLst>
                <a:path extrusionOk="0" h="2130" w="2486">
                  <a:moveTo>
                    <a:pt x="1075" y="1"/>
                  </a:moveTo>
                  <a:cubicBezTo>
                    <a:pt x="1072" y="1"/>
                    <a:pt x="1069" y="1"/>
                    <a:pt x="1065" y="1"/>
                  </a:cubicBezTo>
                  <a:cubicBezTo>
                    <a:pt x="480" y="1"/>
                    <a:pt x="1" y="472"/>
                    <a:pt x="1" y="1066"/>
                  </a:cubicBezTo>
                  <a:cubicBezTo>
                    <a:pt x="1" y="1703"/>
                    <a:pt x="525" y="2129"/>
                    <a:pt x="1073" y="2129"/>
                  </a:cubicBezTo>
                  <a:cubicBezTo>
                    <a:pt x="1335" y="2129"/>
                    <a:pt x="1603" y="2032"/>
                    <a:pt x="1822" y="1813"/>
                  </a:cubicBezTo>
                  <a:cubicBezTo>
                    <a:pt x="2486"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3" name="Google Shape;2953;p60"/>
            <p:cNvSpPr/>
            <p:nvPr/>
          </p:nvSpPr>
          <p:spPr>
            <a:xfrm>
              <a:off x="238125" y="1952050"/>
              <a:ext cx="62200" cy="53450"/>
            </a:xfrm>
            <a:custGeom>
              <a:rect b="b" l="l" r="r" t="t"/>
              <a:pathLst>
                <a:path extrusionOk="0" h="2138" w="2488">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4" name="Google Shape;2954;p60"/>
            <p:cNvSpPr/>
            <p:nvPr/>
          </p:nvSpPr>
          <p:spPr>
            <a:xfrm>
              <a:off x="238125"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5" name="Google Shape;2955;p60"/>
            <p:cNvSpPr/>
            <p:nvPr/>
          </p:nvSpPr>
          <p:spPr>
            <a:xfrm>
              <a:off x="238125"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6" name="Google Shape;2956;p60"/>
            <p:cNvSpPr/>
            <p:nvPr/>
          </p:nvSpPr>
          <p:spPr>
            <a:xfrm>
              <a:off x="238125"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7" name="Google Shape;2957;p60"/>
            <p:cNvSpPr/>
            <p:nvPr/>
          </p:nvSpPr>
          <p:spPr>
            <a:xfrm>
              <a:off x="4427825" y="2637775"/>
              <a:ext cx="62425" cy="53450"/>
            </a:xfrm>
            <a:custGeom>
              <a:rect b="b" l="l" r="r" t="t"/>
              <a:pathLst>
                <a:path extrusionOk="0" h="2138" w="2497">
                  <a:moveTo>
                    <a:pt x="1065" y="1"/>
                  </a:moveTo>
                  <a:cubicBezTo>
                    <a:pt x="480" y="9"/>
                    <a:pt x="1" y="480"/>
                    <a:pt x="1" y="1074"/>
                  </a:cubicBezTo>
                  <a:cubicBezTo>
                    <a:pt x="1" y="1712"/>
                    <a:pt x="529" y="2137"/>
                    <a:pt x="1077" y="2137"/>
                  </a:cubicBezTo>
                  <a:cubicBezTo>
                    <a:pt x="1339" y="2137"/>
                    <a:pt x="1606"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60"/>
            <p:cNvSpPr/>
            <p:nvPr/>
          </p:nvSpPr>
          <p:spPr>
            <a:xfrm>
              <a:off x="4427825" y="2714000"/>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9" name="Google Shape;2959;p60"/>
            <p:cNvSpPr/>
            <p:nvPr/>
          </p:nvSpPr>
          <p:spPr>
            <a:xfrm>
              <a:off x="4504050" y="271400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0" name="Google Shape;2960;p60"/>
            <p:cNvSpPr/>
            <p:nvPr/>
          </p:nvSpPr>
          <p:spPr>
            <a:xfrm>
              <a:off x="4504050" y="286642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1" name="Google Shape;2961;p60"/>
            <p:cNvSpPr/>
            <p:nvPr/>
          </p:nvSpPr>
          <p:spPr>
            <a:xfrm>
              <a:off x="4580250"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2" name="Google Shape;2962;p60"/>
            <p:cNvSpPr/>
            <p:nvPr/>
          </p:nvSpPr>
          <p:spPr>
            <a:xfrm>
              <a:off x="4504050" y="279020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60"/>
            <p:cNvSpPr/>
            <p:nvPr/>
          </p:nvSpPr>
          <p:spPr>
            <a:xfrm>
              <a:off x="5113350" y="1495200"/>
              <a:ext cx="62400" cy="53325"/>
            </a:xfrm>
            <a:custGeom>
              <a:rect b="b" l="l" r="r" t="t"/>
              <a:pathLst>
                <a:path extrusionOk="0" h="2133"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4" name="Google Shape;2964;p60"/>
            <p:cNvSpPr/>
            <p:nvPr/>
          </p:nvSpPr>
          <p:spPr>
            <a:xfrm>
              <a:off x="5113350" y="1571400"/>
              <a:ext cx="62400" cy="53250"/>
            </a:xfrm>
            <a:custGeom>
              <a:rect b="b" l="l" r="r" t="t"/>
              <a:pathLst>
                <a:path extrusionOk="0" h="2130" w="2496">
                  <a:moveTo>
                    <a:pt x="1073" y="1"/>
                  </a:moveTo>
                  <a:cubicBezTo>
                    <a:pt x="480" y="1"/>
                    <a:pt x="8" y="472"/>
                    <a:pt x="0" y="1066"/>
                  </a:cubicBezTo>
                  <a:cubicBezTo>
                    <a:pt x="0" y="1703"/>
                    <a:pt x="525" y="2129"/>
                    <a:pt x="1073" y="2129"/>
                  </a:cubicBezTo>
                  <a:cubicBezTo>
                    <a:pt x="1335" y="2129"/>
                    <a:pt x="1603" y="2032"/>
                    <a:pt x="1821" y="1813"/>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60"/>
            <p:cNvSpPr/>
            <p:nvPr/>
          </p:nvSpPr>
          <p:spPr>
            <a:xfrm>
              <a:off x="5113350" y="1647400"/>
              <a:ext cx="62400" cy="53450"/>
            </a:xfrm>
            <a:custGeom>
              <a:rect b="b" l="l" r="r" t="t"/>
              <a:pathLst>
                <a:path extrusionOk="0" h="2138" w="2496">
                  <a:moveTo>
                    <a:pt x="1073" y="1"/>
                  </a:moveTo>
                  <a:cubicBezTo>
                    <a:pt x="480" y="1"/>
                    <a:pt x="8" y="481"/>
                    <a:pt x="0" y="1066"/>
                  </a:cubicBezTo>
                  <a:cubicBezTo>
                    <a:pt x="0" y="1710"/>
                    <a:pt x="525" y="2138"/>
                    <a:pt x="1074" y="2138"/>
                  </a:cubicBezTo>
                  <a:cubicBezTo>
                    <a:pt x="1336" y="2138"/>
                    <a:pt x="1603"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6" name="Google Shape;2966;p60"/>
            <p:cNvSpPr/>
            <p:nvPr/>
          </p:nvSpPr>
          <p:spPr>
            <a:xfrm>
              <a:off x="5113350" y="1723625"/>
              <a:ext cx="62400" cy="53350"/>
            </a:xfrm>
            <a:custGeom>
              <a:rect b="b" l="l" r="r" t="t"/>
              <a:pathLst>
                <a:path extrusionOk="0" h="2134" w="2496">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7" name="Google Shape;2967;p60"/>
            <p:cNvSpPr/>
            <p:nvPr/>
          </p:nvSpPr>
          <p:spPr>
            <a:xfrm>
              <a:off x="5113350" y="1799850"/>
              <a:ext cx="62400" cy="53325"/>
            </a:xfrm>
            <a:custGeom>
              <a:rect b="b" l="l" r="r" t="t"/>
              <a:pathLst>
                <a:path extrusionOk="0" h="2133"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8" name="Google Shape;2968;p60"/>
            <p:cNvSpPr/>
            <p:nvPr/>
          </p:nvSpPr>
          <p:spPr>
            <a:xfrm>
              <a:off x="5113350" y="1876050"/>
              <a:ext cx="62400" cy="53350"/>
            </a:xfrm>
            <a:custGeom>
              <a:rect b="b" l="l" r="r" t="t"/>
              <a:pathLst>
                <a:path extrusionOk="0" h="2134" w="2496">
                  <a:moveTo>
                    <a:pt x="1073" y="1"/>
                  </a:moveTo>
                  <a:cubicBezTo>
                    <a:pt x="480" y="1"/>
                    <a:pt x="8" y="472"/>
                    <a:pt x="0" y="1066"/>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60"/>
            <p:cNvSpPr/>
            <p:nvPr/>
          </p:nvSpPr>
          <p:spPr>
            <a:xfrm>
              <a:off x="5113350" y="1952050"/>
              <a:ext cx="62400" cy="53450"/>
            </a:xfrm>
            <a:custGeom>
              <a:rect b="b" l="l" r="r" t="t"/>
              <a:pathLst>
                <a:path extrusionOk="0" h="2138" w="2496">
                  <a:moveTo>
                    <a:pt x="1073" y="1"/>
                  </a:moveTo>
                  <a:cubicBezTo>
                    <a:pt x="480" y="9"/>
                    <a:pt x="8" y="481"/>
                    <a:pt x="0" y="1074"/>
                  </a:cubicBezTo>
                  <a:cubicBezTo>
                    <a:pt x="0" y="1712"/>
                    <a:pt x="525" y="2138"/>
                    <a:pt x="1073" y="2138"/>
                  </a:cubicBezTo>
                  <a:cubicBezTo>
                    <a:pt x="1335" y="2138"/>
                    <a:pt x="1603"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60"/>
            <p:cNvSpPr/>
            <p:nvPr/>
          </p:nvSpPr>
          <p:spPr>
            <a:xfrm>
              <a:off x="5113350" y="2028275"/>
              <a:ext cx="62400" cy="53450"/>
            </a:xfrm>
            <a:custGeom>
              <a:rect b="b" l="l" r="r" t="t"/>
              <a:pathLst>
                <a:path extrusionOk="0" h="2138" w="2496">
                  <a:moveTo>
                    <a:pt x="1073" y="1"/>
                  </a:moveTo>
                  <a:cubicBezTo>
                    <a:pt x="480" y="1"/>
                    <a:pt x="8" y="480"/>
                    <a:pt x="0" y="1065"/>
                  </a:cubicBezTo>
                  <a:cubicBezTo>
                    <a:pt x="0" y="1709"/>
                    <a:pt x="525" y="2137"/>
                    <a:pt x="1074" y="2137"/>
                  </a:cubicBezTo>
                  <a:cubicBezTo>
                    <a:pt x="1336" y="2137"/>
                    <a:pt x="1603" y="2040"/>
                    <a:pt x="1821" y="1821"/>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60"/>
            <p:cNvSpPr/>
            <p:nvPr/>
          </p:nvSpPr>
          <p:spPr>
            <a:xfrm>
              <a:off x="5113350" y="2104500"/>
              <a:ext cx="62400" cy="53325"/>
            </a:xfrm>
            <a:custGeom>
              <a:rect b="b" l="l" r="r" t="t"/>
              <a:pathLst>
                <a:path extrusionOk="0" h="2133"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60"/>
            <p:cNvSpPr/>
            <p:nvPr/>
          </p:nvSpPr>
          <p:spPr>
            <a:xfrm>
              <a:off x="5113350" y="2180700"/>
              <a:ext cx="62400" cy="53350"/>
            </a:xfrm>
            <a:custGeom>
              <a:rect b="b" l="l" r="r" t="t"/>
              <a:pathLst>
                <a:path extrusionOk="0" h="2134" w="2496">
                  <a:moveTo>
                    <a:pt x="1073" y="1"/>
                  </a:moveTo>
                  <a:cubicBezTo>
                    <a:pt x="480" y="1"/>
                    <a:pt x="8" y="480"/>
                    <a:pt x="0" y="1066"/>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3" name="Google Shape;2973;p60"/>
            <p:cNvSpPr/>
            <p:nvPr/>
          </p:nvSpPr>
          <p:spPr>
            <a:xfrm>
              <a:off x="5113350" y="2256925"/>
              <a:ext cx="62550" cy="53425"/>
            </a:xfrm>
            <a:custGeom>
              <a:rect b="b" l="l" r="r" t="t"/>
              <a:pathLst>
                <a:path extrusionOk="0" h="2137" w="2502">
                  <a:moveTo>
                    <a:pt x="1083" y="0"/>
                  </a:moveTo>
                  <a:cubicBezTo>
                    <a:pt x="1080" y="0"/>
                    <a:pt x="1077" y="0"/>
                    <a:pt x="1073" y="0"/>
                  </a:cubicBezTo>
                  <a:cubicBezTo>
                    <a:pt x="480" y="0"/>
                    <a:pt x="0" y="480"/>
                    <a:pt x="0" y="1065"/>
                  </a:cubicBezTo>
                  <a:cubicBezTo>
                    <a:pt x="0" y="1709"/>
                    <a:pt x="529" y="2137"/>
                    <a:pt x="1080" y="2137"/>
                  </a:cubicBezTo>
                  <a:cubicBezTo>
                    <a:pt x="1343" y="2137"/>
                    <a:pt x="1611" y="2039"/>
                    <a:pt x="1829" y="1821"/>
                  </a:cubicBezTo>
                  <a:cubicBezTo>
                    <a:pt x="2502" y="1149"/>
                    <a:pt x="2028" y="0"/>
                    <a:pt x="108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4" name="Google Shape;2974;p60"/>
            <p:cNvSpPr/>
            <p:nvPr/>
          </p:nvSpPr>
          <p:spPr>
            <a:xfrm>
              <a:off x="5113350" y="2333125"/>
              <a:ext cx="62400" cy="53450"/>
            </a:xfrm>
            <a:custGeom>
              <a:rect b="b" l="l" r="r" t="t"/>
              <a:pathLst>
                <a:path extrusionOk="0" h="2138" w="2496">
                  <a:moveTo>
                    <a:pt x="1073" y="1"/>
                  </a:moveTo>
                  <a:cubicBezTo>
                    <a:pt x="480" y="1"/>
                    <a:pt x="0" y="480"/>
                    <a:pt x="0" y="1066"/>
                  </a:cubicBezTo>
                  <a:cubicBezTo>
                    <a:pt x="0" y="1709"/>
                    <a:pt x="525" y="2137"/>
                    <a:pt x="1074" y="2137"/>
                  </a:cubicBezTo>
                  <a:cubicBezTo>
                    <a:pt x="1336" y="2137"/>
                    <a:pt x="1603"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60"/>
            <p:cNvSpPr/>
            <p:nvPr/>
          </p:nvSpPr>
          <p:spPr>
            <a:xfrm>
              <a:off x="5113350" y="2409350"/>
              <a:ext cx="62400" cy="53350"/>
            </a:xfrm>
            <a:custGeom>
              <a:rect b="b" l="l" r="r" t="t"/>
              <a:pathLst>
                <a:path extrusionOk="0" h="2134"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60"/>
            <p:cNvSpPr/>
            <p:nvPr/>
          </p:nvSpPr>
          <p:spPr>
            <a:xfrm>
              <a:off x="5113350" y="2485550"/>
              <a:ext cx="62400" cy="53300"/>
            </a:xfrm>
            <a:custGeom>
              <a:rect b="b" l="l" r="r" t="t"/>
              <a:pathLst>
                <a:path extrusionOk="0" h="2132" w="2496">
                  <a:moveTo>
                    <a:pt x="1073" y="1"/>
                  </a:moveTo>
                  <a:cubicBezTo>
                    <a:pt x="480" y="1"/>
                    <a:pt x="0" y="472"/>
                    <a:pt x="0" y="1066"/>
                  </a:cubicBezTo>
                  <a:cubicBezTo>
                    <a:pt x="0" y="1708"/>
                    <a:pt x="526" y="2131"/>
                    <a:pt x="1073" y="2131"/>
                  </a:cubicBezTo>
                  <a:cubicBezTo>
                    <a:pt x="1336" y="2131"/>
                    <a:pt x="1604" y="2033"/>
                    <a:pt x="1821" y="1814"/>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60"/>
            <p:cNvSpPr/>
            <p:nvPr/>
          </p:nvSpPr>
          <p:spPr>
            <a:xfrm>
              <a:off x="4732475" y="149520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8" name="Google Shape;2978;p60"/>
            <p:cNvSpPr/>
            <p:nvPr/>
          </p:nvSpPr>
          <p:spPr>
            <a:xfrm>
              <a:off x="4732475" y="1571400"/>
              <a:ext cx="62425" cy="53250"/>
            </a:xfrm>
            <a:custGeom>
              <a:rect b="b" l="l" r="r" t="t"/>
              <a:pathLst>
                <a:path extrusionOk="0" h="2130" w="2497">
                  <a:moveTo>
                    <a:pt x="1074" y="1"/>
                  </a:moveTo>
                  <a:cubicBezTo>
                    <a:pt x="480" y="1"/>
                    <a:pt x="9" y="472"/>
                    <a:pt x="1" y="1066"/>
                  </a:cubicBezTo>
                  <a:cubicBezTo>
                    <a:pt x="1" y="1703"/>
                    <a:pt x="525" y="2129"/>
                    <a:pt x="1073" y="2129"/>
                  </a:cubicBezTo>
                  <a:cubicBezTo>
                    <a:pt x="1335" y="2129"/>
                    <a:pt x="1603" y="2032"/>
                    <a:pt x="1822"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9" name="Google Shape;2979;p60"/>
            <p:cNvSpPr/>
            <p:nvPr/>
          </p:nvSpPr>
          <p:spPr>
            <a:xfrm>
              <a:off x="4732475" y="1647400"/>
              <a:ext cx="62425" cy="53450"/>
            </a:xfrm>
            <a:custGeom>
              <a:rect b="b" l="l" r="r" t="t"/>
              <a:pathLst>
                <a:path extrusionOk="0" h="2138" w="2497">
                  <a:moveTo>
                    <a:pt x="1074" y="1"/>
                  </a:moveTo>
                  <a:cubicBezTo>
                    <a:pt x="480" y="1"/>
                    <a:pt x="9" y="481"/>
                    <a:pt x="1" y="1066"/>
                  </a:cubicBezTo>
                  <a:cubicBezTo>
                    <a:pt x="1" y="1710"/>
                    <a:pt x="526" y="2138"/>
                    <a:pt x="1074" y="2138"/>
                  </a:cubicBezTo>
                  <a:cubicBezTo>
                    <a:pt x="1336" y="2138"/>
                    <a:pt x="1604" y="2040"/>
                    <a:pt x="1822"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0" name="Google Shape;2980;p60"/>
            <p:cNvSpPr/>
            <p:nvPr/>
          </p:nvSpPr>
          <p:spPr>
            <a:xfrm>
              <a:off x="4732475" y="172362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1" name="Google Shape;2981;p60"/>
            <p:cNvSpPr/>
            <p:nvPr/>
          </p:nvSpPr>
          <p:spPr>
            <a:xfrm>
              <a:off x="4732475" y="179985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60"/>
            <p:cNvSpPr/>
            <p:nvPr/>
          </p:nvSpPr>
          <p:spPr>
            <a:xfrm>
              <a:off x="4732475" y="1876050"/>
              <a:ext cx="62425" cy="53350"/>
            </a:xfrm>
            <a:custGeom>
              <a:rect b="b" l="l" r="r" t="t"/>
              <a:pathLst>
                <a:path extrusionOk="0" h="2134" w="2497">
                  <a:moveTo>
                    <a:pt x="1074" y="1"/>
                  </a:moveTo>
                  <a:cubicBezTo>
                    <a:pt x="480" y="1"/>
                    <a:pt x="9" y="472"/>
                    <a:pt x="1" y="1066"/>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3" name="Google Shape;2983;p60"/>
            <p:cNvSpPr/>
            <p:nvPr/>
          </p:nvSpPr>
          <p:spPr>
            <a:xfrm>
              <a:off x="4732475" y="1952050"/>
              <a:ext cx="62425" cy="53450"/>
            </a:xfrm>
            <a:custGeom>
              <a:rect b="b" l="l" r="r" t="t"/>
              <a:pathLst>
                <a:path extrusionOk="0" h="2138" w="2497">
                  <a:moveTo>
                    <a:pt x="1074" y="1"/>
                  </a:moveTo>
                  <a:cubicBezTo>
                    <a:pt x="480" y="9"/>
                    <a:pt x="9" y="481"/>
                    <a:pt x="1" y="1074"/>
                  </a:cubicBezTo>
                  <a:cubicBezTo>
                    <a:pt x="1" y="1712"/>
                    <a:pt x="525" y="2138"/>
                    <a:pt x="1073" y="2138"/>
                  </a:cubicBezTo>
                  <a:cubicBezTo>
                    <a:pt x="1335" y="2138"/>
                    <a:pt x="1603" y="2040"/>
                    <a:pt x="1822"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4" name="Google Shape;2984;p60"/>
            <p:cNvSpPr/>
            <p:nvPr/>
          </p:nvSpPr>
          <p:spPr>
            <a:xfrm>
              <a:off x="4732475" y="2028275"/>
              <a:ext cx="62425" cy="53450"/>
            </a:xfrm>
            <a:custGeom>
              <a:rect b="b" l="l" r="r" t="t"/>
              <a:pathLst>
                <a:path extrusionOk="0" h="2138" w="2497">
                  <a:moveTo>
                    <a:pt x="1074" y="1"/>
                  </a:moveTo>
                  <a:cubicBezTo>
                    <a:pt x="480" y="1"/>
                    <a:pt x="9" y="480"/>
                    <a:pt x="1" y="1065"/>
                  </a:cubicBezTo>
                  <a:cubicBezTo>
                    <a:pt x="1" y="1709"/>
                    <a:pt x="526" y="2137"/>
                    <a:pt x="1074" y="2137"/>
                  </a:cubicBezTo>
                  <a:cubicBezTo>
                    <a:pt x="1336" y="2137"/>
                    <a:pt x="1604" y="2040"/>
                    <a:pt x="1822" y="1821"/>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60"/>
            <p:cNvSpPr/>
            <p:nvPr/>
          </p:nvSpPr>
          <p:spPr>
            <a:xfrm>
              <a:off x="4732475" y="210450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6" name="Google Shape;2986;p60"/>
            <p:cNvSpPr/>
            <p:nvPr/>
          </p:nvSpPr>
          <p:spPr>
            <a:xfrm>
              <a:off x="4732475" y="2180700"/>
              <a:ext cx="62425" cy="53350"/>
            </a:xfrm>
            <a:custGeom>
              <a:rect b="b" l="l" r="r" t="t"/>
              <a:pathLst>
                <a:path extrusionOk="0" h="2134" w="2497">
                  <a:moveTo>
                    <a:pt x="1074" y="1"/>
                  </a:moveTo>
                  <a:cubicBezTo>
                    <a:pt x="480" y="1"/>
                    <a:pt x="9" y="480"/>
                    <a:pt x="1" y="1066"/>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60"/>
            <p:cNvSpPr/>
            <p:nvPr/>
          </p:nvSpPr>
          <p:spPr>
            <a:xfrm>
              <a:off x="4732475" y="2256925"/>
              <a:ext cx="62575" cy="53425"/>
            </a:xfrm>
            <a:custGeom>
              <a:rect b="b" l="l" r="r" t="t"/>
              <a:pathLst>
                <a:path extrusionOk="0" h="2137" w="2503">
                  <a:moveTo>
                    <a:pt x="1084" y="0"/>
                  </a:moveTo>
                  <a:cubicBezTo>
                    <a:pt x="1080" y="0"/>
                    <a:pt x="1077" y="0"/>
                    <a:pt x="1074" y="0"/>
                  </a:cubicBezTo>
                  <a:cubicBezTo>
                    <a:pt x="480" y="0"/>
                    <a:pt x="1" y="480"/>
                    <a:pt x="1" y="1065"/>
                  </a:cubicBezTo>
                  <a:cubicBezTo>
                    <a:pt x="1" y="1709"/>
                    <a:pt x="529" y="2137"/>
                    <a:pt x="1080" y="2137"/>
                  </a:cubicBezTo>
                  <a:cubicBezTo>
                    <a:pt x="1344" y="2137"/>
                    <a:pt x="1612" y="2039"/>
                    <a:pt x="1830" y="1821"/>
                  </a:cubicBezTo>
                  <a:cubicBezTo>
                    <a:pt x="2502" y="1149"/>
                    <a:pt x="2028"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60"/>
            <p:cNvSpPr/>
            <p:nvPr/>
          </p:nvSpPr>
          <p:spPr>
            <a:xfrm>
              <a:off x="4732475" y="2333125"/>
              <a:ext cx="62425" cy="53450"/>
            </a:xfrm>
            <a:custGeom>
              <a:rect b="b" l="l" r="r" t="t"/>
              <a:pathLst>
                <a:path extrusionOk="0" h="2138" w="2497">
                  <a:moveTo>
                    <a:pt x="1074" y="1"/>
                  </a:moveTo>
                  <a:cubicBezTo>
                    <a:pt x="480" y="1"/>
                    <a:pt x="1" y="480"/>
                    <a:pt x="1" y="1066"/>
                  </a:cubicBezTo>
                  <a:cubicBezTo>
                    <a:pt x="1" y="1709"/>
                    <a:pt x="526" y="2137"/>
                    <a:pt x="1074" y="2137"/>
                  </a:cubicBezTo>
                  <a:cubicBezTo>
                    <a:pt x="1336" y="2137"/>
                    <a:pt x="1604"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9" name="Google Shape;2989;p60"/>
            <p:cNvSpPr/>
            <p:nvPr/>
          </p:nvSpPr>
          <p:spPr>
            <a:xfrm>
              <a:off x="4351600" y="2256925"/>
              <a:ext cx="62575" cy="53425"/>
            </a:xfrm>
            <a:custGeom>
              <a:rect b="b" l="l" r="r" t="t"/>
              <a:pathLst>
                <a:path extrusionOk="0" h="2137" w="2503">
                  <a:moveTo>
                    <a:pt x="1084" y="0"/>
                  </a:moveTo>
                  <a:cubicBezTo>
                    <a:pt x="1081" y="0"/>
                    <a:pt x="1077" y="0"/>
                    <a:pt x="1074" y="0"/>
                  </a:cubicBezTo>
                  <a:cubicBezTo>
                    <a:pt x="481" y="0"/>
                    <a:pt x="9"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0" name="Google Shape;2990;p60"/>
            <p:cNvSpPr/>
            <p:nvPr/>
          </p:nvSpPr>
          <p:spPr>
            <a:xfrm>
              <a:off x="4351600" y="2485550"/>
              <a:ext cx="62425" cy="53300"/>
            </a:xfrm>
            <a:custGeom>
              <a:rect b="b" l="l" r="r" t="t"/>
              <a:pathLst>
                <a:path extrusionOk="0" h="2132" w="2497">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1" name="Google Shape;2991;p60"/>
            <p:cNvSpPr/>
            <p:nvPr/>
          </p:nvSpPr>
          <p:spPr>
            <a:xfrm>
              <a:off x="4351600" y="2409350"/>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2" name="Google Shape;2992;p60"/>
            <p:cNvSpPr/>
            <p:nvPr/>
          </p:nvSpPr>
          <p:spPr>
            <a:xfrm>
              <a:off x="4351600" y="2333125"/>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3" name="Google Shape;2993;p60"/>
            <p:cNvSpPr/>
            <p:nvPr/>
          </p:nvSpPr>
          <p:spPr>
            <a:xfrm>
              <a:off x="4427825" y="2256925"/>
              <a:ext cx="62575" cy="53425"/>
            </a:xfrm>
            <a:custGeom>
              <a:rect b="b" l="l" r="r" t="t"/>
              <a:pathLst>
                <a:path extrusionOk="0" h="2137" w="2503">
                  <a:moveTo>
                    <a:pt x="1076" y="0"/>
                  </a:moveTo>
                  <a:cubicBezTo>
                    <a:pt x="1072" y="0"/>
                    <a:pt x="1069" y="0"/>
                    <a:pt x="1065" y="0"/>
                  </a:cubicBezTo>
                  <a:cubicBezTo>
                    <a:pt x="480" y="0"/>
                    <a:pt x="1" y="480"/>
                    <a:pt x="1" y="1065"/>
                  </a:cubicBezTo>
                  <a:cubicBezTo>
                    <a:pt x="1" y="1709"/>
                    <a:pt x="529" y="2137"/>
                    <a:pt x="1080" y="2137"/>
                  </a:cubicBezTo>
                  <a:cubicBezTo>
                    <a:pt x="1343" y="2137"/>
                    <a:pt x="1612" y="2039"/>
                    <a:pt x="1830" y="1821"/>
                  </a:cubicBezTo>
                  <a:cubicBezTo>
                    <a:pt x="2502" y="1149"/>
                    <a:pt x="2028"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60"/>
            <p:cNvSpPr/>
            <p:nvPr/>
          </p:nvSpPr>
          <p:spPr>
            <a:xfrm>
              <a:off x="4427825" y="2333125"/>
              <a:ext cx="62425" cy="53450"/>
            </a:xfrm>
            <a:custGeom>
              <a:rect b="b" l="l" r="r" t="t"/>
              <a:pathLst>
                <a:path extrusionOk="0" h="2138" w="2497">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5" name="Google Shape;2995;p60"/>
            <p:cNvSpPr/>
            <p:nvPr/>
          </p:nvSpPr>
          <p:spPr>
            <a:xfrm>
              <a:off x="45040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60"/>
            <p:cNvSpPr/>
            <p:nvPr/>
          </p:nvSpPr>
          <p:spPr>
            <a:xfrm>
              <a:off x="450405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60"/>
            <p:cNvSpPr/>
            <p:nvPr/>
          </p:nvSpPr>
          <p:spPr>
            <a:xfrm>
              <a:off x="4504050"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60"/>
            <p:cNvSpPr/>
            <p:nvPr/>
          </p:nvSpPr>
          <p:spPr>
            <a:xfrm>
              <a:off x="4504050"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60"/>
            <p:cNvSpPr/>
            <p:nvPr/>
          </p:nvSpPr>
          <p:spPr>
            <a:xfrm>
              <a:off x="4504050" y="1876050"/>
              <a:ext cx="62200" cy="53350"/>
            </a:xfrm>
            <a:custGeom>
              <a:rect b="b" l="l" r="r" t="t"/>
              <a:pathLst>
                <a:path extrusionOk="0" h="2134" w="2488">
                  <a:moveTo>
                    <a:pt x="1065" y="1"/>
                  </a:moveTo>
                  <a:cubicBezTo>
                    <a:pt x="480" y="1"/>
                    <a:pt x="0" y="472"/>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0" name="Google Shape;3000;p60"/>
            <p:cNvSpPr/>
            <p:nvPr/>
          </p:nvSpPr>
          <p:spPr>
            <a:xfrm>
              <a:off x="450405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1" name="Google Shape;3001;p60"/>
            <p:cNvSpPr/>
            <p:nvPr/>
          </p:nvSpPr>
          <p:spPr>
            <a:xfrm>
              <a:off x="4504050"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60"/>
            <p:cNvSpPr/>
            <p:nvPr/>
          </p:nvSpPr>
          <p:spPr>
            <a:xfrm>
              <a:off x="4504050" y="21045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60"/>
            <p:cNvSpPr/>
            <p:nvPr/>
          </p:nvSpPr>
          <p:spPr>
            <a:xfrm>
              <a:off x="4504050" y="2180700"/>
              <a:ext cx="62200" cy="53350"/>
            </a:xfrm>
            <a:custGeom>
              <a:rect b="b" l="l" r="r" t="t"/>
              <a:pathLst>
                <a:path extrusionOk="0" h="2134" w="2488">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60"/>
            <p:cNvSpPr/>
            <p:nvPr/>
          </p:nvSpPr>
          <p:spPr>
            <a:xfrm>
              <a:off x="4504050" y="2256925"/>
              <a:ext cx="62350" cy="53425"/>
            </a:xfrm>
            <a:custGeom>
              <a:rect b="b" l="l" r="r" t="t"/>
              <a:pathLst>
                <a:path extrusionOk="0" h="2137" w="2494">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60"/>
            <p:cNvSpPr/>
            <p:nvPr/>
          </p:nvSpPr>
          <p:spPr>
            <a:xfrm>
              <a:off x="4504050"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6" name="Google Shape;3006;p60"/>
            <p:cNvSpPr/>
            <p:nvPr/>
          </p:nvSpPr>
          <p:spPr>
            <a:xfrm>
              <a:off x="4504050" y="240935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7" name="Google Shape;3007;p60"/>
            <p:cNvSpPr/>
            <p:nvPr/>
          </p:nvSpPr>
          <p:spPr>
            <a:xfrm>
              <a:off x="4580250"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8" name="Google Shape;3008;p60"/>
            <p:cNvSpPr/>
            <p:nvPr/>
          </p:nvSpPr>
          <p:spPr>
            <a:xfrm>
              <a:off x="4580250" y="164740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9" name="Google Shape;3009;p60"/>
            <p:cNvSpPr/>
            <p:nvPr/>
          </p:nvSpPr>
          <p:spPr>
            <a:xfrm>
              <a:off x="458025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0" name="Google Shape;3010;p60"/>
            <p:cNvSpPr/>
            <p:nvPr/>
          </p:nvSpPr>
          <p:spPr>
            <a:xfrm>
              <a:off x="4580250"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1" name="Google Shape;3011;p60"/>
            <p:cNvSpPr/>
            <p:nvPr/>
          </p:nvSpPr>
          <p:spPr>
            <a:xfrm>
              <a:off x="4580250" y="1876050"/>
              <a:ext cx="62225" cy="53275"/>
            </a:xfrm>
            <a:custGeom>
              <a:rect b="b" l="l" r="r" t="t"/>
              <a:pathLst>
                <a:path extrusionOk="0" h="2131" w="2489">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2" name="Google Shape;3012;p60"/>
            <p:cNvSpPr/>
            <p:nvPr/>
          </p:nvSpPr>
          <p:spPr>
            <a:xfrm>
              <a:off x="4580250"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3" name="Google Shape;3013;p60"/>
            <p:cNvSpPr/>
            <p:nvPr/>
          </p:nvSpPr>
          <p:spPr>
            <a:xfrm>
              <a:off x="4580250" y="2028275"/>
              <a:ext cx="62225" cy="53450"/>
            </a:xfrm>
            <a:custGeom>
              <a:rect b="b" l="l" r="r" t="t"/>
              <a:pathLst>
                <a:path extrusionOk="0" h="2138" w="2489">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4" name="Google Shape;3014;p60"/>
            <p:cNvSpPr/>
            <p:nvPr/>
          </p:nvSpPr>
          <p:spPr>
            <a:xfrm>
              <a:off x="4580250"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60"/>
            <p:cNvSpPr/>
            <p:nvPr/>
          </p:nvSpPr>
          <p:spPr>
            <a:xfrm>
              <a:off x="4580250"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60"/>
            <p:cNvSpPr/>
            <p:nvPr/>
          </p:nvSpPr>
          <p:spPr>
            <a:xfrm>
              <a:off x="4580250" y="2256925"/>
              <a:ext cx="62350" cy="53425"/>
            </a:xfrm>
            <a:custGeom>
              <a:rect b="b" l="l" r="r" t="t"/>
              <a:pathLst>
                <a:path extrusionOk="0" h="2137" w="2494">
                  <a:moveTo>
                    <a:pt x="1076" y="0"/>
                  </a:moveTo>
                  <a:cubicBezTo>
                    <a:pt x="1072" y="0"/>
                    <a:pt x="1069" y="0"/>
                    <a:pt x="1066" y="0"/>
                  </a:cubicBezTo>
                  <a:cubicBezTo>
                    <a:pt x="480" y="0"/>
                    <a:pt x="1" y="480"/>
                    <a:pt x="1" y="1065"/>
                  </a:cubicBezTo>
                  <a:cubicBezTo>
                    <a:pt x="1" y="1709"/>
                    <a:pt x="529"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60"/>
            <p:cNvSpPr/>
            <p:nvPr/>
          </p:nvSpPr>
          <p:spPr>
            <a:xfrm>
              <a:off x="4580250" y="2333125"/>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60"/>
            <p:cNvSpPr/>
            <p:nvPr/>
          </p:nvSpPr>
          <p:spPr>
            <a:xfrm>
              <a:off x="4580250"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60"/>
            <p:cNvSpPr/>
            <p:nvPr/>
          </p:nvSpPr>
          <p:spPr>
            <a:xfrm>
              <a:off x="4656475" y="1571400"/>
              <a:ext cx="62200" cy="53250"/>
            </a:xfrm>
            <a:custGeom>
              <a:rect b="b" l="l" r="r" t="t"/>
              <a:pathLst>
                <a:path extrusionOk="0" h="2130" w="2488">
                  <a:moveTo>
                    <a:pt x="1065" y="1"/>
                  </a:moveTo>
                  <a:cubicBezTo>
                    <a:pt x="472"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0" name="Google Shape;3020;p60"/>
            <p:cNvSpPr/>
            <p:nvPr/>
          </p:nvSpPr>
          <p:spPr>
            <a:xfrm>
              <a:off x="4656475" y="1647400"/>
              <a:ext cx="62200" cy="53450"/>
            </a:xfrm>
            <a:custGeom>
              <a:rect b="b" l="l" r="r" t="t"/>
              <a:pathLst>
                <a:path extrusionOk="0" h="2138" w="2488">
                  <a:moveTo>
                    <a:pt x="1065" y="1"/>
                  </a:moveTo>
                  <a:cubicBezTo>
                    <a:pt x="472" y="9"/>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1" name="Google Shape;3021;p60"/>
            <p:cNvSpPr/>
            <p:nvPr/>
          </p:nvSpPr>
          <p:spPr>
            <a:xfrm>
              <a:off x="4656475" y="172362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2" name="Google Shape;3022;p60"/>
            <p:cNvSpPr/>
            <p:nvPr/>
          </p:nvSpPr>
          <p:spPr>
            <a:xfrm>
              <a:off x="4656475" y="179985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60"/>
            <p:cNvSpPr/>
            <p:nvPr/>
          </p:nvSpPr>
          <p:spPr>
            <a:xfrm>
              <a:off x="4656475" y="1876050"/>
              <a:ext cx="62200" cy="53275"/>
            </a:xfrm>
            <a:custGeom>
              <a:rect b="b" l="l" r="r" t="t"/>
              <a:pathLst>
                <a:path extrusionOk="0" h="2131" w="2488">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60"/>
            <p:cNvSpPr/>
            <p:nvPr/>
          </p:nvSpPr>
          <p:spPr>
            <a:xfrm>
              <a:off x="4656475" y="1952050"/>
              <a:ext cx="62200" cy="53450"/>
            </a:xfrm>
            <a:custGeom>
              <a:rect b="b" l="l" r="r" t="t"/>
              <a:pathLst>
                <a:path extrusionOk="0" h="2138" w="2488">
                  <a:moveTo>
                    <a:pt x="1065" y="1"/>
                  </a:moveTo>
                  <a:cubicBezTo>
                    <a:pt x="472" y="9"/>
                    <a:pt x="0" y="481"/>
                    <a:pt x="0" y="1074"/>
                  </a:cubicBezTo>
                  <a:cubicBezTo>
                    <a:pt x="0" y="1712"/>
                    <a:pt x="525" y="2138"/>
                    <a:pt x="1070" y="2138"/>
                  </a:cubicBezTo>
                  <a:cubicBezTo>
                    <a:pt x="1331" y="2138"/>
                    <a:pt x="1597"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5" name="Google Shape;3025;p60"/>
            <p:cNvSpPr/>
            <p:nvPr/>
          </p:nvSpPr>
          <p:spPr>
            <a:xfrm>
              <a:off x="4656475" y="2028275"/>
              <a:ext cx="62200" cy="53450"/>
            </a:xfrm>
            <a:custGeom>
              <a:rect b="b" l="l" r="r" t="t"/>
              <a:pathLst>
                <a:path extrusionOk="0" h="2138" w="2488">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6" name="Google Shape;3026;p60"/>
            <p:cNvSpPr/>
            <p:nvPr/>
          </p:nvSpPr>
          <p:spPr>
            <a:xfrm>
              <a:off x="4656475" y="210450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60"/>
            <p:cNvSpPr/>
            <p:nvPr/>
          </p:nvSpPr>
          <p:spPr>
            <a:xfrm>
              <a:off x="4656475" y="2180700"/>
              <a:ext cx="62200" cy="53350"/>
            </a:xfrm>
            <a:custGeom>
              <a:rect b="b" l="l" r="r" t="t"/>
              <a:pathLst>
                <a:path extrusionOk="0" h="2134" w="2488">
                  <a:moveTo>
                    <a:pt x="1065" y="1"/>
                  </a:moveTo>
                  <a:cubicBezTo>
                    <a:pt x="472" y="1"/>
                    <a:pt x="0" y="480"/>
                    <a:pt x="0" y="1066"/>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60"/>
            <p:cNvSpPr/>
            <p:nvPr/>
          </p:nvSpPr>
          <p:spPr>
            <a:xfrm>
              <a:off x="4656475" y="2256925"/>
              <a:ext cx="62350" cy="53425"/>
            </a:xfrm>
            <a:custGeom>
              <a:rect b="b" l="l" r="r" t="t"/>
              <a:pathLst>
                <a:path extrusionOk="0" h="2137" w="2494">
                  <a:moveTo>
                    <a:pt x="1075" y="0"/>
                  </a:moveTo>
                  <a:cubicBezTo>
                    <a:pt x="1072" y="0"/>
                    <a:pt x="1068"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9" name="Google Shape;3029;p60"/>
            <p:cNvSpPr/>
            <p:nvPr/>
          </p:nvSpPr>
          <p:spPr>
            <a:xfrm>
              <a:off x="4656475" y="2333125"/>
              <a:ext cx="62200" cy="53450"/>
            </a:xfrm>
            <a:custGeom>
              <a:rect b="b" l="l" r="r" t="t"/>
              <a:pathLst>
                <a:path extrusionOk="0" h="2138" w="2488">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0" name="Google Shape;3030;p60"/>
            <p:cNvSpPr/>
            <p:nvPr/>
          </p:nvSpPr>
          <p:spPr>
            <a:xfrm>
              <a:off x="4656475" y="2409350"/>
              <a:ext cx="62200" cy="53350"/>
            </a:xfrm>
            <a:custGeom>
              <a:rect b="b" l="l" r="r" t="t"/>
              <a:pathLst>
                <a:path extrusionOk="0" h="2134"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60"/>
            <p:cNvSpPr/>
            <p:nvPr/>
          </p:nvSpPr>
          <p:spPr>
            <a:xfrm>
              <a:off x="4732475" y="2409350"/>
              <a:ext cx="62425" cy="53350"/>
            </a:xfrm>
            <a:custGeom>
              <a:rect b="b" l="l" r="r" t="t"/>
              <a:pathLst>
                <a:path extrusionOk="0" h="2134"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2" name="Google Shape;3032;p60"/>
            <p:cNvSpPr/>
            <p:nvPr/>
          </p:nvSpPr>
          <p:spPr>
            <a:xfrm>
              <a:off x="4732475" y="2485550"/>
              <a:ext cx="62425" cy="53300"/>
            </a:xfrm>
            <a:custGeom>
              <a:rect b="b" l="l" r="r" t="t"/>
              <a:pathLst>
                <a:path extrusionOk="0" h="2132" w="2497">
                  <a:moveTo>
                    <a:pt x="1074" y="1"/>
                  </a:moveTo>
                  <a:cubicBezTo>
                    <a:pt x="480" y="1"/>
                    <a:pt x="1" y="472"/>
                    <a:pt x="1" y="1066"/>
                  </a:cubicBezTo>
                  <a:cubicBezTo>
                    <a:pt x="1" y="1708"/>
                    <a:pt x="526" y="2131"/>
                    <a:pt x="1073" y="2131"/>
                  </a:cubicBezTo>
                  <a:cubicBezTo>
                    <a:pt x="1337" y="2131"/>
                    <a:pt x="1605" y="2033"/>
                    <a:pt x="1822" y="1814"/>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3" name="Google Shape;3033;p60"/>
            <p:cNvSpPr/>
            <p:nvPr/>
          </p:nvSpPr>
          <p:spPr>
            <a:xfrm>
              <a:off x="4808700" y="149520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4" name="Google Shape;3034;p60"/>
            <p:cNvSpPr/>
            <p:nvPr/>
          </p:nvSpPr>
          <p:spPr>
            <a:xfrm>
              <a:off x="4808700" y="1571400"/>
              <a:ext cx="62400" cy="53250"/>
            </a:xfrm>
            <a:custGeom>
              <a:rect b="b" l="l" r="r" t="t"/>
              <a:pathLst>
                <a:path extrusionOk="0" h="2130" w="2496">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5" name="Google Shape;3035;p60"/>
            <p:cNvSpPr/>
            <p:nvPr/>
          </p:nvSpPr>
          <p:spPr>
            <a:xfrm>
              <a:off x="4808700" y="1647400"/>
              <a:ext cx="62400" cy="53450"/>
            </a:xfrm>
            <a:custGeom>
              <a:rect b="b" l="l" r="r" t="t"/>
              <a:pathLst>
                <a:path extrusionOk="0" h="2138" w="2496">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60"/>
            <p:cNvSpPr/>
            <p:nvPr/>
          </p:nvSpPr>
          <p:spPr>
            <a:xfrm>
              <a:off x="4808700" y="17236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60"/>
            <p:cNvSpPr/>
            <p:nvPr/>
          </p:nvSpPr>
          <p:spPr>
            <a:xfrm>
              <a:off x="4808700" y="179985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8" name="Google Shape;3038;p60"/>
            <p:cNvSpPr/>
            <p:nvPr/>
          </p:nvSpPr>
          <p:spPr>
            <a:xfrm>
              <a:off x="4808700" y="1876050"/>
              <a:ext cx="62400" cy="53275"/>
            </a:xfrm>
            <a:custGeom>
              <a:rect b="b" l="l" r="r" t="t"/>
              <a:pathLst>
                <a:path extrusionOk="0" h="2131" w="2496">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60"/>
            <p:cNvSpPr/>
            <p:nvPr/>
          </p:nvSpPr>
          <p:spPr>
            <a:xfrm>
              <a:off x="4808700" y="1952050"/>
              <a:ext cx="62400" cy="53450"/>
            </a:xfrm>
            <a:custGeom>
              <a:rect b="b" l="l" r="r" t="t"/>
              <a:pathLst>
                <a:path extrusionOk="0" h="2138" w="2496">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60"/>
            <p:cNvSpPr/>
            <p:nvPr/>
          </p:nvSpPr>
          <p:spPr>
            <a:xfrm>
              <a:off x="4808700" y="2028275"/>
              <a:ext cx="62400" cy="53450"/>
            </a:xfrm>
            <a:custGeom>
              <a:rect b="b" l="l" r="r" t="t"/>
              <a:pathLst>
                <a:path extrusionOk="0" h="2138" w="2496">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60"/>
            <p:cNvSpPr/>
            <p:nvPr/>
          </p:nvSpPr>
          <p:spPr>
            <a:xfrm>
              <a:off x="4808700" y="210450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2" name="Google Shape;3042;p60"/>
            <p:cNvSpPr/>
            <p:nvPr/>
          </p:nvSpPr>
          <p:spPr>
            <a:xfrm>
              <a:off x="4808700" y="2180700"/>
              <a:ext cx="62400" cy="53350"/>
            </a:xfrm>
            <a:custGeom>
              <a:rect b="b" l="l" r="r" t="t"/>
              <a:pathLst>
                <a:path extrusionOk="0" h="2134" w="2496">
                  <a:moveTo>
                    <a:pt x="1065" y="1"/>
                  </a:moveTo>
                  <a:cubicBezTo>
                    <a:pt x="480" y="1"/>
                    <a:pt x="0" y="480"/>
                    <a:pt x="0" y="1066"/>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3" name="Google Shape;3043;p60"/>
            <p:cNvSpPr/>
            <p:nvPr/>
          </p:nvSpPr>
          <p:spPr>
            <a:xfrm>
              <a:off x="4808700" y="2256925"/>
              <a:ext cx="62550" cy="53425"/>
            </a:xfrm>
            <a:custGeom>
              <a:rect b="b" l="l" r="r" t="t"/>
              <a:pathLst>
                <a:path extrusionOk="0" h="2137" w="2502">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60"/>
            <p:cNvSpPr/>
            <p:nvPr/>
          </p:nvSpPr>
          <p:spPr>
            <a:xfrm>
              <a:off x="4808700" y="2333125"/>
              <a:ext cx="62400" cy="53450"/>
            </a:xfrm>
            <a:custGeom>
              <a:rect b="b" l="l" r="r" t="t"/>
              <a:pathLst>
                <a:path extrusionOk="0" h="2138" w="2496">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5" name="Google Shape;3045;p60"/>
            <p:cNvSpPr/>
            <p:nvPr/>
          </p:nvSpPr>
          <p:spPr>
            <a:xfrm>
              <a:off x="4808700" y="2409350"/>
              <a:ext cx="62400" cy="53350"/>
            </a:xfrm>
            <a:custGeom>
              <a:rect b="b" l="l" r="r" t="t"/>
              <a:pathLst>
                <a:path extrusionOk="0" h="2134"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60"/>
            <p:cNvSpPr/>
            <p:nvPr/>
          </p:nvSpPr>
          <p:spPr>
            <a:xfrm>
              <a:off x="4808700" y="2485550"/>
              <a:ext cx="62400" cy="53300"/>
            </a:xfrm>
            <a:custGeom>
              <a:rect b="b" l="l" r="r" t="t"/>
              <a:pathLst>
                <a:path extrusionOk="0" h="2132" w="2496">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60"/>
            <p:cNvSpPr/>
            <p:nvPr/>
          </p:nvSpPr>
          <p:spPr>
            <a:xfrm>
              <a:off x="488490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60"/>
            <p:cNvSpPr/>
            <p:nvPr/>
          </p:nvSpPr>
          <p:spPr>
            <a:xfrm>
              <a:off x="4884900"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60"/>
            <p:cNvSpPr/>
            <p:nvPr/>
          </p:nvSpPr>
          <p:spPr>
            <a:xfrm>
              <a:off x="4884900" y="164740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60"/>
            <p:cNvSpPr/>
            <p:nvPr/>
          </p:nvSpPr>
          <p:spPr>
            <a:xfrm>
              <a:off x="488490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60"/>
            <p:cNvSpPr/>
            <p:nvPr/>
          </p:nvSpPr>
          <p:spPr>
            <a:xfrm>
              <a:off x="4884900"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60"/>
            <p:cNvSpPr/>
            <p:nvPr/>
          </p:nvSpPr>
          <p:spPr>
            <a:xfrm>
              <a:off x="4884900" y="1876050"/>
              <a:ext cx="62225" cy="53350"/>
            </a:xfrm>
            <a:custGeom>
              <a:rect b="b" l="l" r="r" t="t"/>
              <a:pathLst>
                <a:path extrusionOk="0" h="2134" w="2489">
                  <a:moveTo>
                    <a:pt x="1066" y="1"/>
                  </a:moveTo>
                  <a:cubicBezTo>
                    <a:pt x="480" y="1"/>
                    <a:pt x="1" y="472"/>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3" name="Google Shape;3053;p60"/>
            <p:cNvSpPr/>
            <p:nvPr/>
          </p:nvSpPr>
          <p:spPr>
            <a:xfrm>
              <a:off x="4884900"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4" name="Google Shape;3054;p60"/>
            <p:cNvSpPr/>
            <p:nvPr/>
          </p:nvSpPr>
          <p:spPr>
            <a:xfrm>
              <a:off x="4884900" y="2028275"/>
              <a:ext cx="62225" cy="53450"/>
            </a:xfrm>
            <a:custGeom>
              <a:rect b="b" l="l" r="r" t="t"/>
              <a:pathLst>
                <a:path extrusionOk="0" h="2138" w="2489">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60"/>
            <p:cNvSpPr/>
            <p:nvPr/>
          </p:nvSpPr>
          <p:spPr>
            <a:xfrm>
              <a:off x="4884900"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60"/>
            <p:cNvSpPr/>
            <p:nvPr/>
          </p:nvSpPr>
          <p:spPr>
            <a:xfrm>
              <a:off x="4884900"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7" name="Google Shape;3057;p60"/>
            <p:cNvSpPr/>
            <p:nvPr/>
          </p:nvSpPr>
          <p:spPr>
            <a:xfrm>
              <a:off x="4884900" y="2256925"/>
              <a:ext cx="62375" cy="53425"/>
            </a:xfrm>
            <a:custGeom>
              <a:rect b="b" l="l" r="r" t="t"/>
              <a:pathLst>
                <a:path extrusionOk="0" h="2137" w="2495">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60"/>
            <p:cNvSpPr/>
            <p:nvPr/>
          </p:nvSpPr>
          <p:spPr>
            <a:xfrm>
              <a:off x="4884900" y="2333125"/>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9" name="Google Shape;3059;p60"/>
            <p:cNvSpPr/>
            <p:nvPr/>
          </p:nvSpPr>
          <p:spPr>
            <a:xfrm>
              <a:off x="4884900"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60"/>
            <p:cNvSpPr/>
            <p:nvPr/>
          </p:nvSpPr>
          <p:spPr>
            <a:xfrm>
              <a:off x="4884900" y="2485550"/>
              <a:ext cx="62225" cy="53300"/>
            </a:xfrm>
            <a:custGeom>
              <a:rect b="b" l="l" r="r" t="t"/>
              <a:pathLst>
                <a:path extrusionOk="0" h="2132" w="2489">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1" name="Google Shape;3061;p60"/>
            <p:cNvSpPr/>
            <p:nvPr/>
          </p:nvSpPr>
          <p:spPr>
            <a:xfrm>
              <a:off x="4884900" y="2561575"/>
              <a:ext cx="62225" cy="53425"/>
            </a:xfrm>
            <a:custGeom>
              <a:rect b="b" l="l" r="r" t="t"/>
              <a:pathLst>
                <a:path extrusionOk="0" h="2137" w="2489">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2" name="Google Shape;3062;p60"/>
            <p:cNvSpPr/>
            <p:nvPr/>
          </p:nvSpPr>
          <p:spPr>
            <a:xfrm>
              <a:off x="4961125"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3" name="Google Shape;3063;p60"/>
            <p:cNvSpPr/>
            <p:nvPr/>
          </p:nvSpPr>
          <p:spPr>
            <a:xfrm>
              <a:off x="4961125"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4" name="Google Shape;3064;p60"/>
            <p:cNvSpPr/>
            <p:nvPr/>
          </p:nvSpPr>
          <p:spPr>
            <a:xfrm>
              <a:off x="4961125"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5" name="Google Shape;3065;p60"/>
            <p:cNvSpPr/>
            <p:nvPr/>
          </p:nvSpPr>
          <p:spPr>
            <a:xfrm>
              <a:off x="4961125"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6" name="Google Shape;3066;p60"/>
            <p:cNvSpPr/>
            <p:nvPr/>
          </p:nvSpPr>
          <p:spPr>
            <a:xfrm>
              <a:off x="4961125" y="1876050"/>
              <a:ext cx="62200" cy="53275"/>
            </a:xfrm>
            <a:custGeom>
              <a:rect b="b" l="l" r="r" t="t"/>
              <a:pathLst>
                <a:path extrusionOk="0" h="2131" w="2488">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7" name="Google Shape;3067;p60"/>
            <p:cNvSpPr/>
            <p:nvPr/>
          </p:nvSpPr>
          <p:spPr>
            <a:xfrm>
              <a:off x="4961125"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8" name="Google Shape;3068;p60"/>
            <p:cNvSpPr/>
            <p:nvPr/>
          </p:nvSpPr>
          <p:spPr>
            <a:xfrm>
              <a:off x="4961125"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9" name="Google Shape;3069;p60"/>
            <p:cNvSpPr/>
            <p:nvPr/>
          </p:nvSpPr>
          <p:spPr>
            <a:xfrm>
              <a:off x="4961125" y="21045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0" name="Google Shape;3070;p60"/>
            <p:cNvSpPr/>
            <p:nvPr/>
          </p:nvSpPr>
          <p:spPr>
            <a:xfrm>
              <a:off x="4961125" y="2180700"/>
              <a:ext cx="62200" cy="53350"/>
            </a:xfrm>
            <a:custGeom>
              <a:rect b="b" l="l" r="r" t="t"/>
              <a:pathLst>
                <a:path extrusionOk="0" h="2134" w="2488">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1" name="Google Shape;3071;p60"/>
            <p:cNvSpPr/>
            <p:nvPr/>
          </p:nvSpPr>
          <p:spPr>
            <a:xfrm>
              <a:off x="4961125" y="2256925"/>
              <a:ext cx="62350" cy="53425"/>
            </a:xfrm>
            <a:custGeom>
              <a:rect b="b" l="l" r="r" t="t"/>
              <a:pathLst>
                <a:path extrusionOk="0" h="2137" w="2494">
                  <a:moveTo>
                    <a:pt x="1075" y="0"/>
                  </a:moveTo>
                  <a:cubicBezTo>
                    <a:pt x="1072" y="0"/>
                    <a:pt x="1068" y="0"/>
                    <a:pt x="1065" y="0"/>
                  </a:cubicBezTo>
                  <a:cubicBezTo>
                    <a:pt x="472" y="0"/>
                    <a:pt x="0" y="480"/>
                    <a:pt x="0" y="1065"/>
                  </a:cubicBezTo>
                  <a:cubicBezTo>
                    <a:pt x="0" y="1709"/>
                    <a:pt x="529" y="2137"/>
                    <a:pt x="1078" y="2137"/>
                  </a:cubicBezTo>
                  <a:cubicBezTo>
                    <a:pt x="1339" y="2137"/>
                    <a:pt x="1606"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2" name="Google Shape;3072;p60"/>
            <p:cNvSpPr/>
            <p:nvPr/>
          </p:nvSpPr>
          <p:spPr>
            <a:xfrm>
              <a:off x="4961125"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3" name="Google Shape;3073;p60"/>
            <p:cNvSpPr/>
            <p:nvPr/>
          </p:nvSpPr>
          <p:spPr>
            <a:xfrm>
              <a:off x="4961125" y="240935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4" name="Google Shape;3074;p60"/>
            <p:cNvSpPr/>
            <p:nvPr/>
          </p:nvSpPr>
          <p:spPr>
            <a:xfrm>
              <a:off x="4961125" y="2485550"/>
              <a:ext cx="62200" cy="53300"/>
            </a:xfrm>
            <a:custGeom>
              <a:rect b="b" l="l" r="r" t="t"/>
              <a:pathLst>
                <a:path extrusionOk="0" h="2132" w="2488">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5" name="Google Shape;3075;p60"/>
            <p:cNvSpPr/>
            <p:nvPr/>
          </p:nvSpPr>
          <p:spPr>
            <a:xfrm>
              <a:off x="4961125"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6" name="Google Shape;3076;p60"/>
            <p:cNvSpPr/>
            <p:nvPr/>
          </p:nvSpPr>
          <p:spPr>
            <a:xfrm>
              <a:off x="503732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7" name="Google Shape;3077;p60"/>
            <p:cNvSpPr/>
            <p:nvPr/>
          </p:nvSpPr>
          <p:spPr>
            <a:xfrm>
              <a:off x="5037325"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8" name="Google Shape;3078;p60"/>
            <p:cNvSpPr/>
            <p:nvPr/>
          </p:nvSpPr>
          <p:spPr>
            <a:xfrm>
              <a:off x="5037325"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60"/>
            <p:cNvSpPr/>
            <p:nvPr/>
          </p:nvSpPr>
          <p:spPr>
            <a:xfrm>
              <a:off x="5037325"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60"/>
            <p:cNvSpPr/>
            <p:nvPr/>
          </p:nvSpPr>
          <p:spPr>
            <a:xfrm>
              <a:off x="5037325"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1" name="Google Shape;3081;p60"/>
            <p:cNvSpPr/>
            <p:nvPr/>
          </p:nvSpPr>
          <p:spPr>
            <a:xfrm>
              <a:off x="5037325"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60"/>
            <p:cNvSpPr/>
            <p:nvPr/>
          </p:nvSpPr>
          <p:spPr>
            <a:xfrm>
              <a:off x="5037325"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60"/>
            <p:cNvSpPr/>
            <p:nvPr/>
          </p:nvSpPr>
          <p:spPr>
            <a:xfrm>
              <a:off x="5037325"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60"/>
            <p:cNvSpPr/>
            <p:nvPr/>
          </p:nvSpPr>
          <p:spPr>
            <a:xfrm>
              <a:off x="5037325"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60"/>
            <p:cNvSpPr/>
            <p:nvPr/>
          </p:nvSpPr>
          <p:spPr>
            <a:xfrm>
              <a:off x="5037325" y="2256925"/>
              <a:ext cx="62375" cy="53425"/>
            </a:xfrm>
            <a:custGeom>
              <a:rect b="b" l="l" r="r" t="t"/>
              <a:pathLst>
                <a:path extrusionOk="0" h="2137" w="2495">
                  <a:moveTo>
                    <a:pt x="1076" y="0"/>
                  </a:moveTo>
                  <a:cubicBezTo>
                    <a:pt x="1072" y="0"/>
                    <a:pt x="1069" y="0"/>
                    <a:pt x="1066" y="0"/>
                  </a:cubicBezTo>
                  <a:cubicBezTo>
                    <a:pt x="472" y="0"/>
                    <a:pt x="1" y="480"/>
                    <a:pt x="1" y="1065"/>
                  </a:cubicBezTo>
                  <a:cubicBezTo>
                    <a:pt x="1" y="1709"/>
                    <a:pt x="526" y="2137"/>
                    <a:pt x="1075" y="2137"/>
                  </a:cubicBezTo>
                  <a:cubicBezTo>
                    <a:pt x="1336"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60"/>
            <p:cNvSpPr/>
            <p:nvPr/>
          </p:nvSpPr>
          <p:spPr>
            <a:xfrm>
              <a:off x="5037325"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7" name="Google Shape;3087;p60"/>
            <p:cNvSpPr/>
            <p:nvPr/>
          </p:nvSpPr>
          <p:spPr>
            <a:xfrm>
              <a:off x="5037325"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60"/>
            <p:cNvSpPr/>
            <p:nvPr/>
          </p:nvSpPr>
          <p:spPr>
            <a:xfrm>
              <a:off x="5037325" y="2485550"/>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9" name="Google Shape;3089;p60"/>
            <p:cNvSpPr/>
            <p:nvPr/>
          </p:nvSpPr>
          <p:spPr>
            <a:xfrm>
              <a:off x="5037325"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60"/>
            <p:cNvSpPr/>
            <p:nvPr/>
          </p:nvSpPr>
          <p:spPr>
            <a:xfrm>
              <a:off x="5113350" y="2561575"/>
              <a:ext cx="62400" cy="53425"/>
            </a:xfrm>
            <a:custGeom>
              <a:rect b="b" l="l" r="r" t="t"/>
              <a:pathLst>
                <a:path extrusionOk="0" h="2137" w="2496">
                  <a:moveTo>
                    <a:pt x="1073" y="0"/>
                  </a:moveTo>
                  <a:cubicBezTo>
                    <a:pt x="480" y="8"/>
                    <a:pt x="8" y="480"/>
                    <a:pt x="0" y="1073"/>
                  </a:cubicBezTo>
                  <a:cubicBezTo>
                    <a:pt x="0" y="1711"/>
                    <a:pt x="525" y="2137"/>
                    <a:pt x="1073" y="2137"/>
                  </a:cubicBezTo>
                  <a:cubicBezTo>
                    <a:pt x="1335" y="2137"/>
                    <a:pt x="1603" y="2039"/>
                    <a:pt x="1821" y="1821"/>
                  </a:cubicBezTo>
                  <a:cubicBezTo>
                    <a:pt x="2496" y="1154"/>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60"/>
            <p:cNvSpPr/>
            <p:nvPr/>
          </p:nvSpPr>
          <p:spPr>
            <a:xfrm>
              <a:off x="5113350" y="2637775"/>
              <a:ext cx="62400" cy="53450"/>
            </a:xfrm>
            <a:custGeom>
              <a:rect b="b" l="l" r="r" t="t"/>
              <a:pathLst>
                <a:path extrusionOk="0" h="2138" w="2496">
                  <a:moveTo>
                    <a:pt x="1073" y="1"/>
                  </a:moveTo>
                  <a:cubicBezTo>
                    <a:pt x="480" y="1"/>
                    <a:pt x="0" y="480"/>
                    <a:pt x="0" y="1074"/>
                  </a:cubicBezTo>
                  <a:cubicBezTo>
                    <a:pt x="0" y="1712"/>
                    <a:pt x="528" y="2137"/>
                    <a:pt x="1076" y="2137"/>
                  </a:cubicBezTo>
                  <a:cubicBezTo>
                    <a:pt x="1339" y="2137"/>
                    <a:pt x="1605"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60"/>
            <p:cNvSpPr/>
            <p:nvPr/>
          </p:nvSpPr>
          <p:spPr>
            <a:xfrm>
              <a:off x="5189550" y="141897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4"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3" name="Google Shape;3093;p60"/>
            <p:cNvSpPr/>
            <p:nvPr/>
          </p:nvSpPr>
          <p:spPr>
            <a:xfrm>
              <a:off x="5189550" y="1495200"/>
              <a:ext cx="62225" cy="53325"/>
            </a:xfrm>
            <a:custGeom>
              <a:rect b="b" l="l" r="r" t="t"/>
              <a:pathLst>
                <a:path extrusionOk="0" h="2133" w="2489">
                  <a:moveTo>
                    <a:pt x="1066" y="0"/>
                  </a:moveTo>
                  <a:cubicBezTo>
                    <a:pt x="480" y="0"/>
                    <a:pt x="1" y="472"/>
                    <a:pt x="1" y="1065"/>
                  </a:cubicBezTo>
                  <a:cubicBezTo>
                    <a:pt x="1" y="1709"/>
                    <a:pt x="522" y="2133"/>
                    <a:pt x="1069" y="2133"/>
                  </a:cubicBezTo>
                  <a:cubicBezTo>
                    <a:pt x="1329" y="2133"/>
                    <a:pt x="1596" y="2036"/>
                    <a:pt x="1814"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60"/>
            <p:cNvSpPr/>
            <p:nvPr/>
          </p:nvSpPr>
          <p:spPr>
            <a:xfrm>
              <a:off x="5189550" y="1571400"/>
              <a:ext cx="62225" cy="53300"/>
            </a:xfrm>
            <a:custGeom>
              <a:rect b="b" l="l" r="r" t="t"/>
              <a:pathLst>
                <a:path extrusionOk="0" h="2132" w="2489">
                  <a:moveTo>
                    <a:pt x="1051" y="0"/>
                  </a:moveTo>
                  <a:cubicBezTo>
                    <a:pt x="472" y="0"/>
                    <a:pt x="1" y="477"/>
                    <a:pt x="1" y="1066"/>
                  </a:cubicBezTo>
                  <a:cubicBezTo>
                    <a:pt x="1" y="1705"/>
                    <a:pt x="524" y="2132"/>
                    <a:pt x="1072" y="2132"/>
                  </a:cubicBezTo>
                  <a:cubicBezTo>
                    <a:pt x="1332" y="2132"/>
                    <a:pt x="1597" y="2036"/>
                    <a:pt x="1814" y="1822"/>
                  </a:cubicBezTo>
                  <a:cubicBezTo>
                    <a:pt x="2488" y="1147"/>
                    <a:pt x="2017" y="1"/>
                    <a:pt x="1066" y="1"/>
                  </a:cubicBezTo>
                  <a:cubicBezTo>
                    <a:pt x="1061" y="1"/>
                    <a:pt x="1056" y="0"/>
                    <a:pt x="105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60"/>
            <p:cNvSpPr/>
            <p:nvPr/>
          </p:nvSpPr>
          <p:spPr>
            <a:xfrm>
              <a:off x="5189550" y="1647400"/>
              <a:ext cx="62225" cy="53450"/>
            </a:xfrm>
            <a:custGeom>
              <a:rect b="b" l="l" r="r" t="t"/>
              <a:pathLst>
                <a:path extrusionOk="0" h="2138" w="2489">
                  <a:moveTo>
                    <a:pt x="1066" y="1"/>
                  </a:moveTo>
                  <a:cubicBezTo>
                    <a:pt x="480" y="1"/>
                    <a:pt x="1" y="481"/>
                    <a:pt x="1" y="1066"/>
                  </a:cubicBezTo>
                  <a:cubicBezTo>
                    <a:pt x="1" y="1710"/>
                    <a:pt x="522" y="2138"/>
                    <a:pt x="1068" y="2138"/>
                  </a:cubicBezTo>
                  <a:cubicBezTo>
                    <a:pt x="1329" y="2138"/>
                    <a:pt x="1596" y="2040"/>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60"/>
            <p:cNvSpPr/>
            <p:nvPr/>
          </p:nvSpPr>
          <p:spPr>
            <a:xfrm>
              <a:off x="5189550" y="172362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7" name="Google Shape;3097;p60"/>
            <p:cNvSpPr/>
            <p:nvPr/>
          </p:nvSpPr>
          <p:spPr>
            <a:xfrm>
              <a:off x="5189550" y="1799850"/>
              <a:ext cx="62225" cy="53325"/>
            </a:xfrm>
            <a:custGeom>
              <a:rect b="b" l="l" r="r" t="t"/>
              <a:pathLst>
                <a:path extrusionOk="0" h="2133" w="2489">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60"/>
            <p:cNvSpPr/>
            <p:nvPr/>
          </p:nvSpPr>
          <p:spPr>
            <a:xfrm>
              <a:off x="5189550" y="1876050"/>
              <a:ext cx="62225" cy="53300"/>
            </a:xfrm>
            <a:custGeom>
              <a:rect b="b" l="l" r="r" t="t"/>
              <a:pathLst>
                <a:path extrusionOk="0" h="2132" w="2489">
                  <a:moveTo>
                    <a:pt x="1066" y="1"/>
                  </a:moveTo>
                  <a:cubicBezTo>
                    <a:pt x="480" y="1"/>
                    <a:pt x="1" y="472"/>
                    <a:pt x="1" y="1066"/>
                  </a:cubicBezTo>
                  <a:cubicBezTo>
                    <a:pt x="1" y="1705"/>
                    <a:pt x="524" y="2132"/>
                    <a:pt x="1072" y="2132"/>
                  </a:cubicBezTo>
                  <a:cubicBezTo>
                    <a:pt x="1332" y="2132"/>
                    <a:pt x="1597" y="2036"/>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9" name="Google Shape;3099;p60"/>
            <p:cNvSpPr/>
            <p:nvPr/>
          </p:nvSpPr>
          <p:spPr>
            <a:xfrm>
              <a:off x="5189550" y="1952050"/>
              <a:ext cx="62225" cy="53450"/>
            </a:xfrm>
            <a:custGeom>
              <a:rect b="b" l="l" r="r" t="t"/>
              <a:pathLst>
                <a:path extrusionOk="0" h="2138" w="2489">
                  <a:moveTo>
                    <a:pt x="1066" y="1"/>
                  </a:moveTo>
                  <a:cubicBezTo>
                    <a:pt x="480" y="1"/>
                    <a:pt x="1" y="481"/>
                    <a:pt x="1" y="1074"/>
                  </a:cubicBezTo>
                  <a:cubicBezTo>
                    <a:pt x="1" y="1712"/>
                    <a:pt x="525" y="2138"/>
                    <a:pt x="1071" y="2138"/>
                  </a:cubicBezTo>
                  <a:cubicBezTo>
                    <a:pt x="1332" y="2138"/>
                    <a:pt x="1598" y="2040"/>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60"/>
            <p:cNvSpPr/>
            <p:nvPr/>
          </p:nvSpPr>
          <p:spPr>
            <a:xfrm>
              <a:off x="5189550" y="202827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4" y="1821"/>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60"/>
            <p:cNvSpPr/>
            <p:nvPr/>
          </p:nvSpPr>
          <p:spPr>
            <a:xfrm>
              <a:off x="5189550" y="2104500"/>
              <a:ext cx="62225" cy="53325"/>
            </a:xfrm>
            <a:custGeom>
              <a:rect b="b" l="l" r="r" t="t"/>
              <a:pathLst>
                <a:path extrusionOk="0" h="2133" w="2489">
                  <a:moveTo>
                    <a:pt x="1066" y="0"/>
                  </a:moveTo>
                  <a:cubicBezTo>
                    <a:pt x="480" y="0"/>
                    <a:pt x="1" y="480"/>
                    <a:pt x="1" y="1065"/>
                  </a:cubicBezTo>
                  <a:cubicBezTo>
                    <a:pt x="1" y="1709"/>
                    <a:pt x="522" y="2133"/>
                    <a:pt x="1069" y="2133"/>
                  </a:cubicBezTo>
                  <a:cubicBezTo>
                    <a:pt x="1329" y="2133"/>
                    <a:pt x="1596" y="2036"/>
                    <a:pt x="1814" y="1821"/>
                  </a:cubicBezTo>
                  <a:cubicBezTo>
                    <a:pt x="2488" y="1154"/>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60"/>
            <p:cNvSpPr/>
            <p:nvPr/>
          </p:nvSpPr>
          <p:spPr>
            <a:xfrm>
              <a:off x="5189550" y="2180700"/>
              <a:ext cx="62225" cy="53350"/>
            </a:xfrm>
            <a:custGeom>
              <a:rect b="b" l="l" r="r" t="t"/>
              <a:pathLst>
                <a:path extrusionOk="0" h="2134" w="2489">
                  <a:moveTo>
                    <a:pt x="1066" y="1"/>
                  </a:moveTo>
                  <a:cubicBezTo>
                    <a:pt x="480" y="1"/>
                    <a:pt x="1" y="472"/>
                    <a:pt x="1" y="1066"/>
                  </a:cubicBezTo>
                  <a:cubicBezTo>
                    <a:pt x="1" y="1709"/>
                    <a:pt x="522" y="2133"/>
                    <a:pt x="1069" y="2133"/>
                  </a:cubicBezTo>
                  <a:cubicBezTo>
                    <a:pt x="1329" y="2133"/>
                    <a:pt x="1596" y="2037"/>
                    <a:pt x="1814"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60"/>
            <p:cNvSpPr/>
            <p:nvPr/>
          </p:nvSpPr>
          <p:spPr>
            <a:xfrm>
              <a:off x="5189550" y="2256925"/>
              <a:ext cx="62425" cy="53425"/>
            </a:xfrm>
            <a:custGeom>
              <a:rect b="b" l="l" r="r" t="t"/>
              <a:pathLst>
                <a:path extrusionOk="0" h="2137" w="2497">
                  <a:moveTo>
                    <a:pt x="1066" y="0"/>
                  </a:moveTo>
                  <a:cubicBezTo>
                    <a:pt x="480" y="0"/>
                    <a:pt x="1" y="472"/>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60"/>
            <p:cNvSpPr/>
            <p:nvPr/>
          </p:nvSpPr>
          <p:spPr>
            <a:xfrm>
              <a:off x="5189550" y="2333125"/>
              <a:ext cx="62225" cy="53350"/>
            </a:xfrm>
            <a:custGeom>
              <a:rect b="b" l="l" r="r" t="t"/>
              <a:pathLst>
                <a:path extrusionOk="0" h="2134" w="2489">
                  <a:moveTo>
                    <a:pt x="1066" y="1"/>
                  </a:moveTo>
                  <a:cubicBezTo>
                    <a:pt x="480" y="1"/>
                    <a:pt x="1" y="480"/>
                    <a:pt x="1" y="1066"/>
                  </a:cubicBezTo>
                  <a:cubicBezTo>
                    <a:pt x="1" y="1709"/>
                    <a:pt x="522" y="2134"/>
                    <a:pt x="1069" y="2134"/>
                  </a:cubicBezTo>
                  <a:cubicBezTo>
                    <a:pt x="1329" y="2134"/>
                    <a:pt x="1596" y="2037"/>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60"/>
            <p:cNvSpPr/>
            <p:nvPr/>
          </p:nvSpPr>
          <p:spPr>
            <a:xfrm>
              <a:off x="5189550" y="2409350"/>
              <a:ext cx="62225" cy="53350"/>
            </a:xfrm>
            <a:custGeom>
              <a:rect b="b" l="l" r="r" t="t"/>
              <a:pathLst>
                <a:path extrusionOk="0" h="2134" w="2489">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60"/>
            <p:cNvSpPr/>
            <p:nvPr/>
          </p:nvSpPr>
          <p:spPr>
            <a:xfrm>
              <a:off x="5189550" y="2485550"/>
              <a:ext cx="62425" cy="53300"/>
            </a:xfrm>
            <a:custGeom>
              <a:rect b="b" l="l" r="r" t="t"/>
              <a:pathLst>
                <a:path extrusionOk="0" h="2132" w="2497">
                  <a:moveTo>
                    <a:pt x="1066" y="1"/>
                  </a:moveTo>
                  <a:cubicBezTo>
                    <a:pt x="480" y="1"/>
                    <a:pt x="1" y="480"/>
                    <a:pt x="1" y="1066"/>
                  </a:cubicBezTo>
                  <a:cubicBezTo>
                    <a:pt x="1" y="1708"/>
                    <a:pt x="523" y="2131"/>
                    <a:pt x="1070" y="2131"/>
                  </a:cubicBezTo>
                  <a:cubicBezTo>
                    <a:pt x="1333" y="2131"/>
                    <a:pt x="1602" y="2033"/>
                    <a:pt x="1822" y="1814"/>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60"/>
            <p:cNvSpPr/>
            <p:nvPr/>
          </p:nvSpPr>
          <p:spPr>
            <a:xfrm>
              <a:off x="5189550" y="2561575"/>
              <a:ext cx="62225" cy="53425"/>
            </a:xfrm>
            <a:custGeom>
              <a:rect b="b" l="l" r="r" t="t"/>
              <a:pathLst>
                <a:path extrusionOk="0" h="2137" w="2489">
                  <a:moveTo>
                    <a:pt x="1066" y="0"/>
                  </a:moveTo>
                  <a:cubicBezTo>
                    <a:pt x="480" y="0"/>
                    <a:pt x="1" y="480"/>
                    <a:pt x="1" y="1073"/>
                  </a:cubicBezTo>
                  <a:cubicBezTo>
                    <a:pt x="1" y="1711"/>
                    <a:pt x="521" y="2137"/>
                    <a:pt x="1067" y="2137"/>
                  </a:cubicBezTo>
                  <a:cubicBezTo>
                    <a:pt x="1328" y="2137"/>
                    <a:pt x="1595" y="2039"/>
                    <a:pt x="1814" y="1821"/>
                  </a:cubicBezTo>
                  <a:cubicBezTo>
                    <a:pt x="2488" y="1154"/>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60"/>
            <p:cNvSpPr/>
            <p:nvPr/>
          </p:nvSpPr>
          <p:spPr>
            <a:xfrm>
              <a:off x="5189550" y="2714000"/>
              <a:ext cx="62225" cy="53350"/>
            </a:xfrm>
            <a:custGeom>
              <a:rect b="b" l="l" r="r" t="t"/>
              <a:pathLst>
                <a:path extrusionOk="0" h="2134" w="2489">
                  <a:moveTo>
                    <a:pt x="1066" y="0"/>
                  </a:moveTo>
                  <a:cubicBezTo>
                    <a:pt x="480" y="0"/>
                    <a:pt x="1" y="480"/>
                    <a:pt x="1" y="1065"/>
                  </a:cubicBezTo>
                  <a:cubicBezTo>
                    <a:pt x="1" y="1709"/>
                    <a:pt x="522" y="2133"/>
                    <a:pt x="1069" y="2133"/>
                  </a:cubicBezTo>
                  <a:cubicBezTo>
                    <a:pt x="1329" y="2133"/>
                    <a:pt x="1596" y="2036"/>
                    <a:pt x="1814" y="1821"/>
                  </a:cubicBezTo>
                  <a:cubicBezTo>
                    <a:pt x="2488" y="1155"/>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60"/>
            <p:cNvSpPr/>
            <p:nvPr/>
          </p:nvSpPr>
          <p:spPr>
            <a:xfrm>
              <a:off x="5189550" y="2637775"/>
              <a:ext cx="62425" cy="53450"/>
            </a:xfrm>
            <a:custGeom>
              <a:rect b="b" l="l" r="r" t="t"/>
              <a:pathLst>
                <a:path extrusionOk="0" h="2138" w="2497">
                  <a:moveTo>
                    <a:pt x="1066" y="1"/>
                  </a:moveTo>
                  <a:cubicBezTo>
                    <a:pt x="480" y="9"/>
                    <a:pt x="1" y="480"/>
                    <a:pt x="1" y="1074"/>
                  </a:cubicBezTo>
                  <a:cubicBezTo>
                    <a:pt x="1" y="1712"/>
                    <a:pt x="525" y="2137"/>
                    <a:pt x="1073" y="2137"/>
                  </a:cubicBezTo>
                  <a:cubicBezTo>
                    <a:pt x="1336" y="2137"/>
                    <a:pt x="1603" y="2040"/>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60"/>
            <p:cNvSpPr/>
            <p:nvPr/>
          </p:nvSpPr>
          <p:spPr>
            <a:xfrm>
              <a:off x="5265775" y="1342750"/>
              <a:ext cx="62200" cy="53350"/>
            </a:xfrm>
            <a:custGeom>
              <a:rect b="b" l="l" r="r" t="t"/>
              <a:pathLst>
                <a:path extrusionOk="0" h="2134" w="2488">
                  <a:moveTo>
                    <a:pt x="1065" y="1"/>
                  </a:moveTo>
                  <a:cubicBezTo>
                    <a:pt x="480" y="1"/>
                    <a:pt x="0" y="481"/>
                    <a:pt x="0" y="1066"/>
                  </a:cubicBezTo>
                  <a:cubicBezTo>
                    <a:pt x="0" y="1710"/>
                    <a:pt x="522" y="2134"/>
                    <a:pt x="1068" y="2134"/>
                  </a:cubicBezTo>
                  <a:cubicBezTo>
                    <a:pt x="1329" y="2134"/>
                    <a:pt x="1595" y="2037"/>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60"/>
            <p:cNvSpPr/>
            <p:nvPr/>
          </p:nvSpPr>
          <p:spPr>
            <a:xfrm>
              <a:off x="5265775" y="1418975"/>
              <a:ext cx="62200" cy="53350"/>
            </a:xfrm>
            <a:custGeom>
              <a:rect b="b" l="l" r="r" t="t"/>
              <a:pathLst>
                <a:path extrusionOk="0" h="2134" w="2488">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60"/>
            <p:cNvSpPr/>
            <p:nvPr/>
          </p:nvSpPr>
          <p:spPr>
            <a:xfrm>
              <a:off x="5265775" y="1495200"/>
              <a:ext cx="62200" cy="53325"/>
            </a:xfrm>
            <a:custGeom>
              <a:rect b="b" l="l" r="r" t="t"/>
              <a:pathLst>
                <a:path extrusionOk="0" h="2133" w="2488">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60"/>
            <p:cNvSpPr/>
            <p:nvPr/>
          </p:nvSpPr>
          <p:spPr>
            <a:xfrm>
              <a:off x="5265775" y="1571400"/>
              <a:ext cx="62200" cy="53300"/>
            </a:xfrm>
            <a:custGeom>
              <a:rect b="b" l="l" r="r" t="t"/>
              <a:pathLst>
                <a:path extrusionOk="0" h="2132" w="2488">
                  <a:moveTo>
                    <a:pt x="1051" y="0"/>
                  </a:moveTo>
                  <a:cubicBezTo>
                    <a:pt x="472" y="0"/>
                    <a:pt x="0" y="477"/>
                    <a:pt x="0" y="1066"/>
                  </a:cubicBezTo>
                  <a:cubicBezTo>
                    <a:pt x="0" y="1705"/>
                    <a:pt x="524" y="2132"/>
                    <a:pt x="1072" y="2132"/>
                  </a:cubicBezTo>
                  <a:cubicBezTo>
                    <a:pt x="1331" y="2132"/>
                    <a:pt x="1596" y="2036"/>
                    <a:pt x="1813" y="1822"/>
                  </a:cubicBezTo>
                  <a:cubicBezTo>
                    <a:pt x="2488" y="1147"/>
                    <a:pt x="2016" y="1"/>
                    <a:pt x="1065" y="1"/>
                  </a:cubicBezTo>
                  <a:cubicBezTo>
                    <a:pt x="1060" y="1"/>
                    <a:pt x="1055" y="0"/>
                    <a:pt x="105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60"/>
            <p:cNvSpPr/>
            <p:nvPr/>
          </p:nvSpPr>
          <p:spPr>
            <a:xfrm>
              <a:off x="5265775" y="1647400"/>
              <a:ext cx="62200" cy="53450"/>
            </a:xfrm>
            <a:custGeom>
              <a:rect b="b" l="l" r="r" t="t"/>
              <a:pathLst>
                <a:path extrusionOk="0" h="2138" w="2488">
                  <a:moveTo>
                    <a:pt x="1065" y="1"/>
                  </a:moveTo>
                  <a:cubicBezTo>
                    <a:pt x="480" y="1"/>
                    <a:pt x="0" y="481"/>
                    <a:pt x="0" y="1066"/>
                  </a:cubicBezTo>
                  <a:cubicBezTo>
                    <a:pt x="0" y="1710"/>
                    <a:pt x="522" y="2138"/>
                    <a:pt x="1068" y="2138"/>
                  </a:cubicBezTo>
                  <a:cubicBezTo>
                    <a:pt x="1329" y="2138"/>
                    <a:pt x="1595" y="2040"/>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60"/>
            <p:cNvSpPr/>
            <p:nvPr/>
          </p:nvSpPr>
          <p:spPr>
            <a:xfrm>
              <a:off x="5265775" y="1723625"/>
              <a:ext cx="62200" cy="53350"/>
            </a:xfrm>
            <a:custGeom>
              <a:rect b="b" l="l" r="r" t="t"/>
              <a:pathLst>
                <a:path extrusionOk="0" h="2134" w="2488">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6" name="Google Shape;3116;p60"/>
            <p:cNvSpPr/>
            <p:nvPr/>
          </p:nvSpPr>
          <p:spPr>
            <a:xfrm>
              <a:off x="5265775" y="1799850"/>
              <a:ext cx="62200" cy="53325"/>
            </a:xfrm>
            <a:custGeom>
              <a:rect b="b" l="l" r="r" t="t"/>
              <a:pathLst>
                <a:path extrusionOk="0" h="2133" w="2488">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60"/>
            <p:cNvSpPr/>
            <p:nvPr/>
          </p:nvSpPr>
          <p:spPr>
            <a:xfrm>
              <a:off x="5265775" y="1876050"/>
              <a:ext cx="62200" cy="53300"/>
            </a:xfrm>
            <a:custGeom>
              <a:rect b="b" l="l" r="r" t="t"/>
              <a:pathLst>
                <a:path extrusionOk="0" h="2132" w="2488">
                  <a:moveTo>
                    <a:pt x="1065" y="1"/>
                  </a:moveTo>
                  <a:cubicBezTo>
                    <a:pt x="480" y="1"/>
                    <a:pt x="0" y="472"/>
                    <a:pt x="0" y="1066"/>
                  </a:cubicBezTo>
                  <a:cubicBezTo>
                    <a:pt x="0" y="1705"/>
                    <a:pt x="524" y="2132"/>
                    <a:pt x="1072" y="2132"/>
                  </a:cubicBezTo>
                  <a:cubicBezTo>
                    <a:pt x="1331" y="2132"/>
                    <a:pt x="1596" y="2036"/>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60"/>
            <p:cNvSpPr/>
            <p:nvPr/>
          </p:nvSpPr>
          <p:spPr>
            <a:xfrm>
              <a:off x="5265775" y="1952050"/>
              <a:ext cx="62200" cy="53450"/>
            </a:xfrm>
            <a:custGeom>
              <a:rect b="b" l="l" r="r" t="t"/>
              <a:pathLst>
                <a:path extrusionOk="0" h="2138" w="2488">
                  <a:moveTo>
                    <a:pt x="1065" y="1"/>
                  </a:moveTo>
                  <a:cubicBezTo>
                    <a:pt x="480" y="1"/>
                    <a:pt x="0" y="481"/>
                    <a:pt x="0" y="1074"/>
                  </a:cubicBezTo>
                  <a:cubicBezTo>
                    <a:pt x="0" y="1712"/>
                    <a:pt x="521" y="2138"/>
                    <a:pt x="1067" y="2138"/>
                  </a:cubicBezTo>
                  <a:cubicBezTo>
                    <a:pt x="1328" y="2138"/>
                    <a:pt x="1595" y="2040"/>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9" name="Google Shape;3119;p60"/>
            <p:cNvSpPr/>
            <p:nvPr/>
          </p:nvSpPr>
          <p:spPr>
            <a:xfrm>
              <a:off x="5265775" y="2028275"/>
              <a:ext cx="62200" cy="53350"/>
            </a:xfrm>
            <a:custGeom>
              <a:rect b="b" l="l" r="r" t="t"/>
              <a:pathLst>
                <a:path extrusionOk="0" h="2134" w="2488">
                  <a:moveTo>
                    <a:pt x="1065" y="1"/>
                  </a:moveTo>
                  <a:cubicBezTo>
                    <a:pt x="480" y="1"/>
                    <a:pt x="0" y="480"/>
                    <a:pt x="0" y="1065"/>
                  </a:cubicBezTo>
                  <a:cubicBezTo>
                    <a:pt x="0" y="1709"/>
                    <a:pt x="522" y="2133"/>
                    <a:pt x="1068" y="2133"/>
                  </a:cubicBezTo>
                  <a:cubicBezTo>
                    <a:pt x="1329" y="2133"/>
                    <a:pt x="1595" y="2037"/>
                    <a:pt x="1813" y="1821"/>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60"/>
            <p:cNvSpPr/>
            <p:nvPr/>
          </p:nvSpPr>
          <p:spPr>
            <a:xfrm>
              <a:off x="5265775" y="2104500"/>
              <a:ext cx="62200" cy="53325"/>
            </a:xfrm>
            <a:custGeom>
              <a:rect b="b" l="l" r="r" t="t"/>
              <a:pathLst>
                <a:path extrusionOk="0" h="2133" w="2488">
                  <a:moveTo>
                    <a:pt x="1065" y="0"/>
                  </a:moveTo>
                  <a:cubicBezTo>
                    <a:pt x="480" y="0"/>
                    <a:pt x="0" y="480"/>
                    <a:pt x="0" y="1065"/>
                  </a:cubicBezTo>
                  <a:cubicBezTo>
                    <a:pt x="0" y="1709"/>
                    <a:pt x="522" y="2133"/>
                    <a:pt x="1068" y="2133"/>
                  </a:cubicBezTo>
                  <a:cubicBezTo>
                    <a:pt x="1329" y="2133"/>
                    <a:pt x="1595" y="2036"/>
                    <a:pt x="1813" y="1821"/>
                  </a:cubicBezTo>
                  <a:cubicBezTo>
                    <a:pt x="2488" y="1154"/>
                    <a:pt x="2016" y="8"/>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1" name="Google Shape;3121;p60"/>
            <p:cNvSpPr/>
            <p:nvPr/>
          </p:nvSpPr>
          <p:spPr>
            <a:xfrm>
              <a:off x="5265775" y="2180700"/>
              <a:ext cx="62200" cy="53350"/>
            </a:xfrm>
            <a:custGeom>
              <a:rect b="b" l="l" r="r" t="t"/>
              <a:pathLst>
                <a:path extrusionOk="0" h="2134" w="2488">
                  <a:moveTo>
                    <a:pt x="1065" y="1"/>
                  </a:moveTo>
                  <a:cubicBezTo>
                    <a:pt x="480" y="1"/>
                    <a:pt x="0" y="472"/>
                    <a:pt x="0" y="1066"/>
                  </a:cubicBezTo>
                  <a:cubicBezTo>
                    <a:pt x="0" y="1709"/>
                    <a:pt x="522" y="2133"/>
                    <a:pt x="1068" y="2133"/>
                  </a:cubicBezTo>
                  <a:cubicBezTo>
                    <a:pt x="1329" y="2133"/>
                    <a:pt x="1595" y="2037"/>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2" name="Google Shape;3122;p60"/>
            <p:cNvSpPr/>
            <p:nvPr/>
          </p:nvSpPr>
          <p:spPr>
            <a:xfrm>
              <a:off x="5265775" y="2256925"/>
              <a:ext cx="62400" cy="53425"/>
            </a:xfrm>
            <a:custGeom>
              <a:rect b="b" l="l" r="r" t="t"/>
              <a:pathLst>
                <a:path extrusionOk="0" h="2137" w="2496">
                  <a:moveTo>
                    <a:pt x="1065" y="0"/>
                  </a:moveTo>
                  <a:cubicBezTo>
                    <a:pt x="480" y="0"/>
                    <a:pt x="0" y="472"/>
                    <a:pt x="0" y="1065"/>
                  </a:cubicBezTo>
                  <a:cubicBezTo>
                    <a:pt x="0" y="1709"/>
                    <a:pt x="525" y="2137"/>
                    <a:pt x="1074" y="2137"/>
                  </a:cubicBezTo>
                  <a:cubicBezTo>
                    <a:pt x="1336"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60"/>
            <p:cNvSpPr/>
            <p:nvPr/>
          </p:nvSpPr>
          <p:spPr>
            <a:xfrm>
              <a:off x="5265775" y="2333125"/>
              <a:ext cx="62200" cy="53350"/>
            </a:xfrm>
            <a:custGeom>
              <a:rect b="b" l="l" r="r" t="t"/>
              <a:pathLst>
                <a:path extrusionOk="0" h="2134" w="2488">
                  <a:moveTo>
                    <a:pt x="1065" y="1"/>
                  </a:moveTo>
                  <a:cubicBezTo>
                    <a:pt x="480" y="1"/>
                    <a:pt x="0" y="480"/>
                    <a:pt x="0" y="1066"/>
                  </a:cubicBezTo>
                  <a:cubicBezTo>
                    <a:pt x="0" y="1709"/>
                    <a:pt x="522" y="2134"/>
                    <a:pt x="1068" y="2134"/>
                  </a:cubicBezTo>
                  <a:cubicBezTo>
                    <a:pt x="1329" y="2134"/>
                    <a:pt x="1595" y="2037"/>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4" name="Google Shape;3124;p60"/>
            <p:cNvSpPr/>
            <p:nvPr/>
          </p:nvSpPr>
          <p:spPr>
            <a:xfrm>
              <a:off x="5265775" y="2409350"/>
              <a:ext cx="62200" cy="53350"/>
            </a:xfrm>
            <a:custGeom>
              <a:rect b="b" l="l" r="r" t="t"/>
              <a:pathLst>
                <a:path extrusionOk="0" h="2134" w="2488">
                  <a:moveTo>
                    <a:pt x="1065" y="0"/>
                  </a:moveTo>
                  <a:cubicBezTo>
                    <a:pt x="480" y="0"/>
                    <a:pt x="0" y="472"/>
                    <a:pt x="0" y="1065"/>
                  </a:cubicBezTo>
                  <a:cubicBezTo>
                    <a:pt x="0" y="1709"/>
                    <a:pt x="522" y="2133"/>
                    <a:pt x="1068" y="2133"/>
                  </a:cubicBezTo>
                  <a:cubicBezTo>
                    <a:pt x="1329" y="2133"/>
                    <a:pt x="1595" y="2036"/>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5" name="Google Shape;3125;p60"/>
            <p:cNvSpPr/>
            <p:nvPr/>
          </p:nvSpPr>
          <p:spPr>
            <a:xfrm>
              <a:off x="5265775" y="2485550"/>
              <a:ext cx="62200" cy="53350"/>
            </a:xfrm>
            <a:custGeom>
              <a:rect b="b" l="l" r="r" t="t"/>
              <a:pathLst>
                <a:path extrusionOk="0" h="2134" w="2488">
                  <a:moveTo>
                    <a:pt x="1065" y="1"/>
                  </a:moveTo>
                  <a:cubicBezTo>
                    <a:pt x="480" y="1"/>
                    <a:pt x="0" y="472"/>
                    <a:pt x="0" y="1066"/>
                  </a:cubicBezTo>
                  <a:cubicBezTo>
                    <a:pt x="0" y="1710"/>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6" name="Google Shape;3126;p60"/>
            <p:cNvSpPr/>
            <p:nvPr/>
          </p:nvSpPr>
          <p:spPr>
            <a:xfrm>
              <a:off x="5265775" y="2561575"/>
              <a:ext cx="62200" cy="53425"/>
            </a:xfrm>
            <a:custGeom>
              <a:rect b="b" l="l" r="r" t="t"/>
              <a:pathLst>
                <a:path extrusionOk="0" h="2137" w="2488">
                  <a:moveTo>
                    <a:pt x="1065" y="0"/>
                  </a:moveTo>
                  <a:cubicBezTo>
                    <a:pt x="480" y="0"/>
                    <a:pt x="0" y="480"/>
                    <a:pt x="0" y="1073"/>
                  </a:cubicBezTo>
                  <a:cubicBezTo>
                    <a:pt x="0" y="1711"/>
                    <a:pt x="521" y="2137"/>
                    <a:pt x="1067" y="2137"/>
                  </a:cubicBezTo>
                  <a:cubicBezTo>
                    <a:pt x="1328" y="2137"/>
                    <a:pt x="1595" y="2039"/>
                    <a:pt x="1813" y="1821"/>
                  </a:cubicBezTo>
                  <a:cubicBezTo>
                    <a:pt x="2488" y="1154"/>
                    <a:pt x="2016" y="8"/>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7" name="Google Shape;3127;p60"/>
            <p:cNvSpPr/>
            <p:nvPr/>
          </p:nvSpPr>
          <p:spPr>
            <a:xfrm>
              <a:off x="5265775" y="2637775"/>
              <a:ext cx="62200" cy="53450"/>
            </a:xfrm>
            <a:custGeom>
              <a:rect b="b" l="l" r="r" t="t"/>
              <a:pathLst>
                <a:path extrusionOk="0" h="2138" w="2488">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60"/>
            <p:cNvSpPr/>
            <p:nvPr/>
          </p:nvSpPr>
          <p:spPr>
            <a:xfrm>
              <a:off x="5341975" y="1342750"/>
              <a:ext cx="62425" cy="53450"/>
            </a:xfrm>
            <a:custGeom>
              <a:rect b="b" l="l" r="r" t="t"/>
              <a:pathLst>
                <a:path extrusionOk="0" h="2138" w="2497">
                  <a:moveTo>
                    <a:pt x="1074" y="1"/>
                  </a:moveTo>
                  <a:cubicBezTo>
                    <a:pt x="480" y="1"/>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9" name="Google Shape;3129;p60"/>
            <p:cNvSpPr/>
            <p:nvPr/>
          </p:nvSpPr>
          <p:spPr>
            <a:xfrm>
              <a:off x="5341975" y="141897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60"/>
            <p:cNvSpPr/>
            <p:nvPr/>
          </p:nvSpPr>
          <p:spPr>
            <a:xfrm>
              <a:off x="5341975" y="149520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60"/>
            <p:cNvSpPr/>
            <p:nvPr/>
          </p:nvSpPr>
          <p:spPr>
            <a:xfrm>
              <a:off x="5341975" y="1571400"/>
              <a:ext cx="62375" cy="53250"/>
            </a:xfrm>
            <a:custGeom>
              <a:rect b="b" l="l" r="r" t="t"/>
              <a:pathLst>
                <a:path extrusionOk="0" h="2130" w="2495">
                  <a:moveTo>
                    <a:pt x="1084" y="1"/>
                  </a:moveTo>
                  <a:cubicBezTo>
                    <a:pt x="1080" y="1"/>
                    <a:pt x="1077" y="1"/>
                    <a:pt x="1074" y="1"/>
                  </a:cubicBezTo>
                  <a:cubicBezTo>
                    <a:pt x="480" y="1"/>
                    <a:pt x="9" y="472"/>
                    <a:pt x="1" y="1066"/>
                  </a:cubicBezTo>
                  <a:cubicBezTo>
                    <a:pt x="1" y="1703"/>
                    <a:pt x="529" y="2129"/>
                    <a:pt x="1077" y="2129"/>
                  </a:cubicBezTo>
                  <a:cubicBezTo>
                    <a:pt x="1339" y="2129"/>
                    <a:pt x="1606" y="2032"/>
                    <a:pt x="1822" y="1813"/>
                  </a:cubicBezTo>
                  <a:cubicBezTo>
                    <a:pt x="2494" y="1149"/>
                    <a:pt x="2020" y="1"/>
                    <a:pt x="108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60"/>
            <p:cNvSpPr/>
            <p:nvPr/>
          </p:nvSpPr>
          <p:spPr>
            <a:xfrm>
              <a:off x="5341975" y="1647400"/>
              <a:ext cx="62425" cy="53450"/>
            </a:xfrm>
            <a:custGeom>
              <a:rect b="b" l="l" r="r" t="t"/>
              <a:pathLst>
                <a:path extrusionOk="0" h="2138" w="2497">
                  <a:moveTo>
                    <a:pt x="1074" y="1"/>
                  </a:moveTo>
                  <a:cubicBezTo>
                    <a:pt x="480" y="9"/>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60"/>
            <p:cNvSpPr/>
            <p:nvPr/>
          </p:nvSpPr>
          <p:spPr>
            <a:xfrm>
              <a:off x="5341975" y="172362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60"/>
            <p:cNvSpPr/>
            <p:nvPr/>
          </p:nvSpPr>
          <p:spPr>
            <a:xfrm>
              <a:off x="5341975" y="179985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60"/>
            <p:cNvSpPr/>
            <p:nvPr/>
          </p:nvSpPr>
          <p:spPr>
            <a:xfrm>
              <a:off x="5341975" y="1876050"/>
              <a:ext cx="62425" cy="53275"/>
            </a:xfrm>
            <a:custGeom>
              <a:rect b="b" l="l" r="r" t="t"/>
              <a:pathLst>
                <a:path extrusionOk="0" h="2131" w="2497">
                  <a:moveTo>
                    <a:pt x="1074" y="1"/>
                  </a:moveTo>
                  <a:cubicBezTo>
                    <a:pt x="480"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60"/>
            <p:cNvSpPr/>
            <p:nvPr/>
          </p:nvSpPr>
          <p:spPr>
            <a:xfrm>
              <a:off x="5341975" y="1952050"/>
              <a:ext cx="62425" cy="53450"/>
            </a:xfrm>
            <a:custGeom>
              <a:rect b="b" l="l" r="r" t="t"/>
              <a:pathLst>
                <a:path extrusionOk="0" h="2138" w="2497">
                  <a:moveTo>
                    <a:pt x="1074" y="1"/>
                  </a:moveTo>
                  <a:cubicBezTo>
                    <a:pt x="480"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60"/>
            <p:cNvSpPr/>
            <p:nvPr/>
          </p:nvSpPr>
          <p:spPr>
            <a:xfrm>
              <a:off x="5341975" y="2028275"/>
              <a:ext cx="62425" cy="53450"/>
            </a:xfrm>
            <a:custGeom>
              <a:rect b="b" l="l" r="r" t="t"/>
              <a:pathLst>
                <a:path extrusionOk="0" h="2138" w="2497">
                  <a:moveTo>
                    <a:pt x="1074" y="1"/>
                  </a:moveTo>
                  <a:cubicBezTo>
                    <a:pt x="480"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60"/>
            <p:cNvSpPr/>
            <p:nvPr/>
          </p:nvSpPr>
          <p:spPr>
            <a:xfrm>
              <a:off x="5341975" y="210450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9" name="Google Shape;3139;p60"/>
            <p:cNvSpPr/>
            <p:nvPr/>
          </p:nvSpPr>
          <p:spPr>
            <a:xfrm>
              <a:off x="5341975" y="2180700"/>
              <a:ext cx="62425" cy="53350"/>
            </a:xfrm>
            <a:custGeom>
              <a:rect b="b" l="l" r="r" t="t"/>
              <a:pathLst>
                <a:path extrusionOk="0" h="2134" w="2497">
                  <a:moveTo>
                    <a:pt x="1074" y="1"/>
                  </a:moveTo>
                  <a:cubicBezTo>
                    <a:pt x="480" y="1"/>
                    <a:pt x="9" y="480"/>
                    <a:pt x="1" y="1066"/>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60"/>
            <p:cNvSpPr/>
            <p:nvPr/>
          </p:nvSpPr>
          <p:spPr>
            <a:xfrm>
              <a:off x="5341975" y="2256925"/>
              <a:ext cx="62575" cy="53425"/>
            </a:xfrm>
            <a:custGeom>
              <a:rect b="b" l="l" r="r" t="t"/>
              <a:pathLst>
                <a:path extrusionOk="0" h="2137" w="2503">
                  <a:moveTo>
                    <a:pt x="1084" y="0"/>
                  </a:moveTo>
                  <a:cubicBezTo>
                    <a:pt x="1081"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60"/>
            <p:cNvSpPr/>
            <p:nvPr/>
          </p:nvSpPr>
          <p:spPr>
            <a:xfrm>
              <a:off x="5341975" y="2333125"/>
              <a:ext cx="62425" cy="53450"/>
            </a:xfrm>
            <a:custGeom>
              <a:rect b="b" l="l" r="r" t="t"/>
              <a:pathLst>
                <a:path extrusionOk="0" h="2138" w="2497">
                  <a:moveTo>
                    <a:pt x="1074" y="1"/>
                  </a:moveTo>
                  <a:cubicBezTo>
                    <a:pt x="480"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60"/>
            <p:cNvSpPr/>
            <p:nvPr/>
          </p:nvSpPr>
          <p:spPr>
            <a:xfrm>
              <a:off x="5341975" y="2485550"/>
              <a:ext cx="62425" cy="53300"/>
            </a:xfrm>
            <a:custGeom>
              <a:rect b="b" l="l" r="r" t="t"/>
              <a:pathLst>
                <a:path extrusionOk="0" h="2132" w="2497">
                  <a:moveTo>
                    <a:pt x="1074" y="1"/>
                  </a:moveTo>
                  <a:cubicBezTo>
                    <a:pt x="480" y="1"/>
                    <a:pt x="9" y="480"/>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60"/>
            <p:cNvSpPr/>
            <p:nvPr/>
          </p:nvSpPr>
          <p:spPr>
            <a:xfrm>
              <a:off x="5341975" y="2561575"/>
              <a:ext cx="62425" cy="53425"/>
            </a:xfrm>
            <a:custGeom>
              <a:rect b="b" l="l" r="r" t="t"/>
              <a:pathLst>
                <a:path extrusionOk="0" h="2137" w="2497">
                  <a:moveTo>
                    <a:pt x="1074" y="0"/>
                  </a:moveTo>
                  <a:cubicBezTo>
                    <a:pt x="480"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60"/>
            <p:cNvSpPr/>
            <p:nvPr/>
          </p:nvSpPr>
          <p:spPr>
            <a:xfrm>
              <a:off x="5341975" y="2637775"/>
              <a:ext cx="62425" cy="53450"/>
            </a:xfrm>
            <a:custGeom>
              <a:rect b="b" l="l" r="r" t="t"/>
              <a:pathLst>
                <a:path extrusionOk="0" h="2138" w="2497">
                  <a:moveTo>
                    <a:pt x="1074" y="1"/>
                  </a:moveTo>
                  <a:cubicBezTo>
                    <a:pt x="480"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60"/>
            <p:cNvSpPr/>
            <p:nvPr/>
          </p:nvSpPr>
          <p:spPr>
            <a:xfrm>
              <a:off x="5418200" y="1342750"/>
              <a:ext cx="62425" cy="53450"/>
            </a:xfrm>
            <a:custGeom>
              <a:rect b="b" l="l" r="r" t="t"/>
              <a:pathLst>
                <a:path extrusionOk="0" h="2138" w="2497">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60"/>
            <p:cNvSpPr/>
            <p:nvPr/>
          </p:nvSpPr>
          <p:spPr>
            <a:xfrm>
              <a:off x="5418200" y="141897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60"/>
            <p:cNvSpPr/>
            <p:nvPr/>
          </p:nvSpPr>
          <p:spPr>
            <a:xfrm>
              <a:off x="5418200" y="14952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60"/>
            <p:cNvSpPr/>
            <p:nvPr/>
          </p:nvSpPr>
          <p:spPr>
            <a:xfrm>
              <a:off x="5418200" y="1571400"/>
              <a:ext cx="62425" cy="53250"/>
            </a:xfrm>
            <a:custGeom>
              <a:rect b="b" l="l" r="r" t="t"/>
              <a:pathLst>
                <a:path extrusionOk="0" h="2130" w="2497">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60"/>
            <p:cNvSpPr/>
            <p:nvPr/>
          </p:nvSpPr>
          <p:spPr>
            <a:xfrm>
              <a:off x="5418200" y="1647400"/>
              <a:ext cx="62425" cy="53450"/>
            </a:xfrm>
            <a:custGeom>
              <a:rect b="b" l="l" r="r" t="t"/>
              <a:pathLst>
                <a:path extrusionOk="0" h="2138" w="2497">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0" name="Google Shape;3150;p60"/>
            <p:cNvSpPr/>
            <p:nvPr/>
          </p:nvSpPr>
          <p:spPr>
            <a:xfrm>
              <a:off x="5418200" y="172362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60"/>
            <p:cNvSpPr/>
            <p:nvPr/>
          </p:nvSpPr>
          <p:spPr>
            <a:xfrm>
              <a:off x="5418200" y="17998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2" name="Google Shape;3152;p60"/>
            <p:cNvSpPr/>
            <p:nvPr/>
          </p:nvSpPr>
          <p:spPr>
            <a:xfrm>
              <a:off x="5418200" y="1876050"/>
              <a:ext cx="62425" cy="53275"/>
            </a:xfrm>
            <a:custGeom>
              <a:rect b="b" l="l" r="r" t="t"/>
              <a:pathLst>
                <a:path extrusionOk="0" h="2131" w="2497">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3" name="Google Shape;3153;p60"/>
            <p:cNvSpPr/>
            <p:nvPr/>
          </p:nvSpPr>
          <p:spPr>
            <a:xfrm>
              <a:off x="5418200" y="1952050"/>
              <a:ext cx="62425" cy="53450"/>
            </a:xfrm>
            <a:custGeom>
              <a:rect b="b" l="l" r="r" t="t"/>
              <a:pathLst>
                <a:path extrusionOk="0" h="2138" w="2497">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4" name="Google Shape;3154;p60"/>
            <p:cNvSpPr/>
            <p:nvPr/>
          </p:nvSpPr>
          <p:spPr>
            <a:xfrm>
              <a:off x="5418200" y="2028275"/>
              <a:ext cx="62425" cy="53450"/>
            </a:xfrm>
            <a:custGeom>
              <a:rect b="b" l="l" r="r" t="t"/>
              <a:pathLst>
                <a:path extrusionOk="0" h="2138" w="2497">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60"/>
            <p:cNvSpPr/>
            <p:nvPr/>
          </p:nvSpPr>
          <p:spPr>
            <a:xfrm>
              <a:off x="5418200"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60"/>
            <p:cNvSpPr/>
            <p:nvPr/>
          </p:nvSpPr>
          <p:spPr>
            <a:xfrm>
              <a:off x="5418200" y="2180700"/>
              <a:ext cx="62425" cy="53350"/>
            </a:xfrm>
            <a:custGeom>
              <a:rect b="b" l="l" r="r" t="t"/>
              <a:pathLst>
                <a:path extrusionOk="0" h="2134" w="2497">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60"/>
            <p:cNvSpPr/>
            <p:nvPr/>
          </p:nvSpPr>
          <p:spPr>
            <a:xfrm>
              <a:off x="5418200"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60"/>
            <p:cNvSpPr/>
            <p:nvPr/>
          </p:nvSpPr>
          <p:spPr>
            <a:xfrm>
              <a:off x="5418200" y="2333125"/>
              <a:ext cx="62425" cy="53450"/>
            </a:xfrm>
            <a:custGeom>
              <a:rect b="b" l="l" r="r" t="t"/>
              <a:pathLst>
                <a:path extrusionOk="0" h="2138" w="2497">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60"/>
            <p:cNvSpPr/>
            <p:nvPr/>
          </p:nvSpPr>
          <p:spPr>
            <a:xfrm>
              <a:off x="5418200" y="2485550"/>
              <a:ext cx="62425" cy="53300"/>
            </a:xfrm>
            <a:custGeom>
              <a:rect b="b" l="l" r="r" t="t"/>
              <a:pathLst>
                <a:path extrusionOk="0" h="2132" w="2497">
                  <a:moveTo>
                    <a:pt x="1065" y="1"/>
                  </a:moveTo>
                  <a:cubicBezTo>
                    <a:pt x="480" y="1"/>
                    <a:pt x="0" y="472"/>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0" name="Google Shape;3160;p60"/>
            <p:cNvSpPr/>
            <p:nvPr/>
          </p:nvSpPr>
          <p:spPr>
            <a:xfrm>
              <a:off x="5418200" y="2561575"/>
              <a:ext cx="62425" cy="53425"/>
            </a:xfrm>
            <a:custGeom>
              <a:rect b="b" l="l" r="r" t="t"/>
              <a:pathLst>
                <a:path extrusionOk="0" h="2137" w="2497">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1" name="Google Shape;3161;p60"/>
            <p:cNvSpPr/>
            <p:nvPr/>
          </p:nvSpPr>
          <p:spPr>
            <a:xfrm>
              <a:off x="5418200" y="2637775"/>
              <a:ext cx="62425" cy="53450"/>
            </a:xfrm>
            <a:custGeom>
              <a:rect b="b" l="l" r="r" t="t"/>
              <a:pathLst>
                <a:path extrusionOk="0" h="2138" w="2497">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60"/>
            <p:cNvSpPr/>
            <p:nvPr/>
          </p:nvSpPr>
          <p:spPr>
            <a:xfrm>
              <a:off x="5418200"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60"/>
            <p:cNvSpPr/>
            <p:nvPr/>
          </p:nvSpPr>
          <p:spPr>
            <a:xfrm>
              <a:off x="5494400" y="1266550"/>
              <a:ext cx="62225" cy="53450"/>
            </a:xfrm>
            <a:custGeom>
              <a:rect b="b" l="l" r="r" t="t"/>
              <a:pathLst>
                <a:path extrusionOk="0" h="2138" w="2489">
                  <a:moveTo>
                    <a:pt x="1066" y="0"/>
                  </a:moveTo>
                  <a:cubicBezTo>
                    <a:pt x="480" y="9"/>
                    <a:pt x="1" y="480"/>
                    <a:pt x="1" y="1074"/>
                  </a:cubicBezTo>
                  <a:cubicBezTo>
                    <a:pt x="1" y="1711"/>
                    <a:pt x="525" y="2137"/>
                    <a:pt x="1074" y="2137"/>
                  </a:cubicBezTo>
                  <a:cubicBezTo>
                    <a:pt x="1336" y="2137"/>
                    <a:pt x="1604"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60"/>
            <p:cNvSpPr/>
            <p:nvPr/>
          </p:nvSpPr>
          <p:spPr>
            <a:xfrm>
              <a:off x="5494400" y="1342750"/>
              <a:ext cx="62225" cy="53450"/>
            </a:xfrm>
            <a:custGeom>
              <a:rect b="b" l="l" r="r" t="t"/>
              <a:pathLst>
                <a:path extrusionOk="0" h="2138" w="2489">
                  <a:moveTo>
                    <a:pt x="1066" y="1"/>
                  </a:moveTo>
                  <a:cubicBezTo>
                    <a:pt x="480" y="1"/>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60"/>
            <p:cNvSpPr/>
            <p:nvPr/>
          </p:nvSpPr>
          <p:spPr>
            <a:xfrm>
              <a:off x="549440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6" name="Google Shape;3166;p60"/>
            <p:cNvSpPr/>
            <p:nvPr/>
          </p:nvSpPr>
          <p:spPr>
            <a:xfrm>
              <a:off x="549440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60"/>
            <p:cNvSpPr/>
            <p:nvPr/>
          </p:nvSpPr>
          <p:spPr>
            <a:xfrm>
              <a:off x="5494400" y="1571400"/>
              <a:ext cx="62225" cy="53250"/>
            </a:xfrm>
            <a:custGeom>
              <a:rect b="b" l="l" r="r" t="t"/>
              <a:pathLst>
                <a:path extrusionOk="0" h="2130" w="2489">
                  <a:moveTo>
                    <a:pt x="1066" y="1"/>
                  </a:moveTo>
                  <a:cubicBezTo>
                    <a:pt x="480" y="1"/>
                    <a:pt x="1" y="472"/>
                    <a:pt x="1" y="1066"/>
                  </a:cubicBezTo>
                  <a:cubicBezTo>
                    <a:pt x="1" y="1703"/>
                    <a:pt x="525" y="2129"/>
                    <a:pt x="1074" y="2129"/>
                  </a:cubicBezTo>
                  <a:cubicBezTo>
                    <a:pt x="1336" y="2129"/>
                    <a:pt x="1604"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60"/>
            <p:cNvSpPr/>
            <p:nvPr/>
          </p:nvSpPr>
          <p:spPr>
            <a:xfrm>
              <a:off x="633235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60"/>
            <p:cNvSpPr/>
            <p:nvPr/>
          </p:nvSpPr>
          <p:spPr>
            <a:xfrm>
              <a:off x="633235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0" name="Google Shape;3170;p60"/>
            <p:cNvSpPr/>
            <p:nvPr/>
          </p:nvSpPr>
          <p:spPr>
            <a:xfrm>
              <a:off x="6408350" y="1418975"/>
              <a:ext cx="62425" cy="53350"/>
            </a:xfrm>
            <a:custGeom>
              <a:rect b="b" l="l" r="r" t="t"/>
              <a:pathLst>
                <a:path extrusionOk="0" h="2134" w="2497">
                  <a:moveTo>
                    <a:pt x="1074" y="1"/>
                  </a:moveTo>
                  <a:cubicBezTo>
                    <a:pt x="481" y="1"/>
                    <a:pt x="9" y="480"/>
                    <a:pt x="1" y="1065"/>
                  </a:cubicBezTo>
                  <a:cubicBezTo>
                    <a:pt x="1" y="1709"/>
                    <a:pt x="526" y="2133"/>
                    <a:pt x="1075" y="2133"/>
                  </a:cubicBezTo>
                  <a:cubicBezTo>
                    <a:pt x="1337" y="2133"/>
                    <a:pt x="1604"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1" name="Google Shape;3171;p60"/>
            <p:cNvSpPr/>
            <p:nvPr/>
          </p:nvSpPr>
          <p:spPr>
            <a:xfrm>
              <a:off x="6408350" y="1495200"/>
              <a:ext cx="62425" cy="53325"/>
            </a:xfrm>
            <a:custGeom>
              <a:rect b="b" l="l" r="r" t="t"/>
              <a:pathLst>
                <a:path extrusionOk="0" h="2133" w="2497">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2" name="Google Shape;3172;p60"/>
            <p:cNvSpPr/>
            <p:nvPr/>
          </p:nvSpPr>
          <p:spPr>
            <a:xfrm>
              <a:off x="6484575" y="1342750"/>
              <a:ext cx="62425" cy="53450"/>
            </a:xfrm>
            <a:custGeom>
              <a:rect b="b" l="l" r="r" t="t"/>
              <a:pathLst>
                <a:path extrusionOk="0" h="2138" w="2497">
                  <a:moveTo>
                    <a:pt x="1065" y="1"/>
                  </a:moveTo>
                  <a:cubicBezTo>
                    <a:pt x="480" y="1"/>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3" name="Google Shape;3173;p60"/>
            <p:cNvSpPr/>
            <p:nvPr/>
          </p:nvSpPr>
          <p:spPr>
            <a:xfrm>
              <a:off x="6484575" y="1418975"/>
              <a:ext cx="62425" cy="53350"/>
            </a:xfrm>
            <a:custGeom>
              <a:rect b="b" l="l" r="r" t="t"/>
              <a:pathLst>
                <a:path extrusionOk="0" h="2134" w="2497">
                  <a:moveTo>
                    <a:pt x="1065" y="1"/>
                  </a:moveTo>
                  <a:cubicBezTo>
                    <a:pt x="480" y="1"/>
                    <a:pt x="1"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4" name="Google Shape;3174;p60"/>
            <p:cNvSpPr/>
            <p:nvPr/>
          </p:nvSpPr>
          <p:spPr>
            <a:xfrm>
              <a:off x="6484575" y="1495200"/>
              <a:ext cx="62425" cy="53325"/>
            </a:xfrm>
            <a:custGeom>
              <a:rect b="b" l="l" r="r" t="t"/>
              <a:pathLst>
                <a:path extrusionOk="0" h="2133" w="2497">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5" name="Google Shape;3175;p60"/>
            <p:cNvSpPr/>
            <p:nvPr/>
          </p:nvSpPr>
          <p:spPr>
            <a:xfrm>
              <a:off x="6560800"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6" name="Google Shape;3176;p60"/>
            <p:cNvSpPr/>
            <p:nvPr/>
          </p:nvSpPr>
          <p:spPr>
            <a:xfrm>
              <a:off x="656080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7" name="Google Shape;3177;p60"/>
            <p:cNvSpPr/>
            <p:nvPr/>
          </p:nvSpPr>
          <p:spPr>
            <a:xfrm>
              <a:off x="6637000" y="141897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8" name="Google Shape;3178;p60"/>
            <p:cNvSpPr/>
            <p:nvPr/>
          </p:nvSpPr>
          <p:spPr>
            <a:xfrm>
              <a:off x="7094075" y="149520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9" name="Google Shape;3179;p60"/>
            <p:cNvSpPr/>
            <p:nvPr/>
          </p:nvSpPr>
          <p:spPr>
            <a:xfrm>
              <a:off x="6713225" y="141897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0" name="Google Shape;3180;p60"/>
            <p:cNvSpPr/>
            <p:nvPr/>
          </p:nvSpPr>
          <p:spPr>
            <a:xfrm>
              <a:off x="6789225" y="141897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1" name="Google Shape;3181;p60"/>
            <p:cNvSpPr/>
            <p:nvPr/>
          </p:nvSpPr>
          <p:spPr>
            <a:xfrm>
              <a:off x="6865650" y="141897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60"/>
            <p:cNvSpPr/>
            <p:nvPr/>
          </p:nvSpPr>
          <p:spPr>
            <a:xfrm>
              <a:off x="7017875" y="1495200"/>
              <a:ext cx="62400" cy="53325"/>
            </a:xfrm>
            <a:custGeom>
              <a:rect b="b" l="l" r="r" t="t"/>
              <a:pathLst>
                <a:path extrusionOk="0" h="2133" w="2496">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3" name="Google Shape;3183;p60"/>
            <p:cNvSpPr/>
            <p:nvPr/>
          </p:nvSpPr>
          <p:spPr>
            <a:xfrm>
              <a:off x="694185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4" name="Google Shape;3184;p60"/>
            <p:cNvSpPr/>
            <p:nvPr/>
          </p:nvSpPr>
          <p:spPr>
            <a:xfrm>
              <a:off x="686565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60"/>
            <p:cNvSpPr/>
            <p:nvPr/>
          </p:nvSpPr>
          <p:spPr>
            <a:xfrm>
              <a:off x="6789225" y="149520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6" name="Google Shape;3186;p60"/>
            <p:cNvSpPr/>
            <p:nvPr/>
          </p:nvSpPr>
          <p:spPr>
            <a:xfrm>
              <a:off x="6713225" y="149520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7" name="Google Shape;3187;p60"/>
            <p:cNvSpPr/>
            <p:nvPr/>
          </p:nvSpPr>
          <p:spPr>
            <a:xfrm>
              <a:off x="6637000" y="1495200"/>
              <a:ext cx="62225" cy="53325"/>
            </a:xfrm>
            <a:custGeom>
              <a:rect b="b" l="l" r="r" t="t"/>
              <a:pathLst>
                <a:path extrusionOk="0" h="2133" w="2489">
                  <a:moveTo>
                    <a:pt x="1066" y="0"/>
                  </a:moveTo>
                  <a:cubicBezTo>
                    <a:pt x="480"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8" name="Google Shape;3188;p60"/>
            <p:cNvSpPr/>
            <p:nvPr/>
          </p:nvSpPr>
          <p:spPr>
            <a:xfrm>
              <a:off x="6637000" y="1571400"/>
              <a:ext cx="62225" cy="53250"/>
            </a:xfrm>
            <a:custGeom>
              <a:rect b="b" l="l" r="r" t="t"/>
              <a:pathLst>
                <a:path extrusionOk="0" h="2130" w="2489">
                  <a:moveTo>
                    <a:pt x="1066" y="1"/>
                  </a:moveTo>
                  <a:cubicBezTo>
                    <a:pt x="480"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9" name="Google Shape;3189;p60"/>
            <p:cNvSpPr/>
            <p:nvPr/>
          </p:nvSpPr>
          <p:spPr>
            <a:xfrm>
              <a:off x="6560800" y="1571400"/>
              <a:ext cx="62200" cy="53250"/>
            </a:xfrm>
            <a:custGeom>
              <a:rect b="b" l="l" r="r" t="t"/>
              <a:pathLst>
                <a:path extrusionOk="0" h="2130" w="2488">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0" name="Google Shape;3190;p60"/>
            <p:cNvSpPr/>
            <p:nvPr/>
          </p:nvSpPr>
          <p:spPr>
            <a:xfrm>
              <a:off x="6484575" y="1571400"/>
              <a:ext cx="62425" cy="53250"/>
            </a:xfrm>
            <a:custGeom>
              <a:rect b="b" l="l" r="r" t="t"/>
              <a:pathLst>
                <a:path extrusionOk="0" h="2130" w="2497">
                  <a:moveTo>
                    <a:pt x="1065" y="1"/>
                  </a:moveTo>
                  <a:cubicBezTo>
                    <a:pt x="480" y="1"/>
                    <a:pt x="1" y="472"/>
                    <a:pt x="1" y="1066"/>
                  </a:cubicBezTo>
                  <a:cubicBezTo>
                    <a:pt x="1" y="1703"/>
                    <a:pt x="525" y="2129"/>
                    <a:pt x="1073" y="2129"/>
                  </a:cubicBezTo>
                  <a:cubicBezTo>
                    <a:pt x="1335" y="2129"/>
                    <a:pt x="1603" y="2032"/>
                    <a:pt x="1822" y="1813"/>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1" name="Google Shape;3191;p60"/>
            <p:cNvSpPr/>
            <p:nvPr/>
          </p:nvSpPr>
          <p:spPr>
            <a:xfrm>
              <a:off x="6408350" y="1571400"/>
              <a:ext cx="62425" cy="53250"/>
            </a:xfrm>
            <a:custGeom>
              <a:rect b="b" l="l" r="r" t="t"/>
              <a:pathLst>
                <a:path extrusionOk="0" h="2130" w="2497">
                  <a:moveTo>
                    <a:pt x="1074" y="1"/>
                  </a:moveTo>
                  <a:cubicBezTo>
                    <a:pt x="481" y="1"/>
                    <a:pt x="9" y="472"/>
                    <a:pt x="1" y="1066"/>
                  </a:cubicBezTo>
                  <a:cubicBezTo>
                    <a:pt x="1" y="1703"/>
                    <a:pt x="525" y="2129"/>
                    <a:pt x="1074" y="2129"/>
                  </a:cubicBezTo>
                  <a:cubicBezTo>
                    <a:pt x="1336" y="2129"/>
                    <a:pt x="1604" y="2032"/>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2" name="Google Shape;3192;p60"/>
            <p:cNvSpPr/>
            <p:nvPr/>
          </p:nvSpPr>
          <p:spPr>
            <a:xfrm>
              <a:off x="633235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3"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3" name="Google Shape;3193;p60"/>
            <p:cNvSpPr/>
            <p:nvPr/>
          </p:nvSpPr>
          <p:spPr>
            <a:xfrm>
              <a:off x="5875275" y="2180700"/>
              <a:ext cx="62225" cy="53350"/>
            </a:xfrm>
            <a:custGeom>
              <a:rect b="b" l="l" r="r" t="t"/>
              <a:pathLst>
                <a:path extrusionOk="0" h="2134" w="2489">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4" name="Google Shape;3194;p60"/>
            <p:cNvSpPr/>
            <p:nvPr/>
          </p:nvSpPr>
          <p:spPr>
            <a:xfrm>
              <a:off x="5875275" y="240935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60"/>
            <p:cNvSpPr/>
            <p:nvPr/>
          </p:nvSpPr>
          <p:spPr>
            <a:xfrm>
              <a:off x="595147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60"/>
            <p:cNvSpPr/>
            <p:nvPr/>
          </p:nvSpPr>
          <p:spPr>
            <a:xfrm>
              <a:off x="595147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7" name="Google Shape;3197;p60"/>
            <p:cNvSpPr/>
            <p:nvPr/>
          </p:nvSpPr>
          <p:spPr>
            <a:xfrm>
              <a:off x="595147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8" name="Google Shape;3198;p60"/>
            <p:cNvSpPr/>
            <p:nvPr/>
          </p:nvSpPr>
          <p:spPr>
            <a:xfrm>
              <a:off x="5951475"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9" name="Google Shape;3199;p60"/>
            <p:cNvSpPr/>
            <p:nvPr/>
          </p:nvSpPr>
          <p:spPr>
            <a:xfrm>
              <a:off x="5951475"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0" name="Google Shape;3200;p60"/>
            <p:cNvSpPr/>
            <p:nvPr/>
          </p:nvSpPr>
          <p:spPr>
            <a:xfrm>
              <a:off x="5951475"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1" name="Google Shape;3201;p60"/>
            <p:cNvSpPr/>
            <p:nvPr/>
          </p:nvSpPr>
          <p:spPr>
            <a:xfrm>
              <a:off x="5951475" y="1876050"/>
              <a:ext cx="62225" cy="53275"/>
            </a:xfrm>
            <a:custGeom>
              <a:rect b="b" l="l" r="r" t="t"/>
              <a:pathLst>
                <a:path extrusionOk="0" h="2131" w="2489">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2" name="Google Shape;3202;p60"/>
            <p:cNvSpPr/>
            <p:nvPr/>
          </p:nvSpPr>
          <p:spPr>
            <a:xfrm>
              <a:off x="5951475"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3" name="Google Shape;3203;p60"/>
            <p:cNvSpPr/>
            <p:nvPr/>
          </p:nvSpPr>
          <p:spPr>
            <a:xfrm>
              <a:off x="5951475"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4" name="Google Shape;3204;p60"/>
            <p:cNvSpPr/>
            <p:nvPr/>
          </p:nvSpPr>
          <p:spPr>
            <a:xfrm>
              <a:off x="6027500" y="1418975"/>
              <a:ext cx="62425" cy="53350"/>
            </a:xfrm>
            <a:custGeom>
              <a:rect b="b" l="l" r="r" t="t"/>
              <a:pathLst>
                <a:path extrusionOk="0" h="2134" w="2497">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5" name="Google Shape;3205;p60"/>
            <p:cNvSpPr/>
            <p:nvPr/>
          </p:nvSpPr>
          <p:spPr>
            <a:xfrm>
              <a:off x="6027500" y="1495200"/>
              <a:ext cx="62425" cy="53325"/>
            </a:xfrm>
            <a:custGeom>
              <a:rect b="b" l="l" r="r" t="t"/>
              <a:pathLst>
                <a:path extrusionOk="0" h="2133" w="2497">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6" name="Google Shape;3206;p60"/>
            <p:cNvSpPr/>
            <p:nvPr/>
          </p:nvSpPr>
          <p:spPr>
            <a:xfrm>
              <a:off x="6027500" y="1571400"/>
              <a:ext cx="62425" cy="53250"/>
            </a:xfrm>
            <a:custGeom>
              <a:rect b="b" l="l" r="r" t="t"/>
              <a:pathLst>
                <a:path extrusionOk="0" h="2130" w="2497">
                  <a:moveTo>
                    <a:pt x="1073" y="1"/>
                  </a:moveTo>
                  <a:cubicBezTo>
                    <a:pt x="480" y="1"/>
                    <a:pt x="9" y="472"/>
                    <a:pt x="0" y="1066"/>
                  </a:cubicBezTo>
                  <a:cubicBezTo>
                    <a:pt x="0" y="1703"/>
                    <a:pt x="529" y="2129"/>
                    <a:pt x="1077" y="2129"/>
                  </a:cubicBezTo>
                  <a:cubicBezTo>
                    <a:pt x="1339" y="2129"/>
                    <a:pt x="1606" y="2032"/>
                    <a:pt x="1821" y="1813"/>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7" name="Google Shape;3207;p60"/>
            <p:cNvSpPr/>
            <p:nvPr/>
          </p:nvSpPr>
          <p:spPr>
            <a:xfrm>
              <a:off x="6027500" y="1647400"/>
              <a:ext cx="62425" cy="53450"/>
            </a:xfrm>
            <a:custGeom>
              <a:rect b="b" l="l" r="r" t="t"/>
              <a:pathLst>
                <a:path extrusionOk="0" h="2138" w="2497">
                  <a:moveTo>
                    <a:pt x="1073" y="1"/>
                  </a:moveTo>
                  <a:cubicBezTo>
                    <a:pt x="480" y="1"/>
                    <a:pt x="9" y="481"/>
                    <a:pt x="0" y="1066"/>
                  </a:cubicBezTo>
                  <a:cubicBezTo>
                    <a:pt x="0" y="1710"/>
                    <a:pt x="529" y="2138"/>
                    <a:pt x="1078" y="2138"/>
                  </a:cubicBezTo>
                  <a:cubicBezTo>
                    <a:pt x="1340" y="2138"/>
                    <a:pt x="1606"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8" name="Google Shape;3208;p60"/>
            <p:cNvSpPr/>
            <p:nvPr/>
          </p:nvSpPr>
          <p:spPr>
            <a:xfrm>
              <a:off x="6027500" y="1723625"/>
              <a:ext cx="62425" cy="53350"/>
            </a:xfrm>
            <a:custGeom>
              <a:rect b="b" l="l" r="r" t="t"/>
              <a:pathLst>
                <a:path extrusionOk="0" h="2134" w="2497">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9" name="Google Shape;3209;p60"/>
            <p:cNvSpPr/>
            <p:nvPr/>
          </p:nvSpPr>
          <p:spPr>
            <a:xfrm>
              <a:off x="6027500" y="1799850"/>
              <a:ext cx="62425" cy="53325"/>
            </a:xfrm>
            <a:custGeom>
              <a:rect b="b" l="l" r="r" t="t"/>
              <a:pathLst>
                <a:path extrusionOk="0" h="2133" w="2497">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0" name="Google Shape;3210;p60"/>
            <p:cNvSpPr/>
            <p:nvPr/>
          </p:nvSpPr>
          <p:spPr>
            <a:xfrm>
              <a:off x="6027500" y="1876050"/>
              <a:ext cx="62425" cy="53350"/>
            </a:xfrm>
            <a:custGeom>
              <a:rect b="b" l="l" r="r" t="t"/>
              <a:pathLst>
                <a:path extrusionOk="0" h="2134" w="2497">
                  <a:moveTo>
                    <a:pt x="1073" y="1"/>
                  </a:moveTo>
                  <a:cubicBezTo>
                    <a:pt x="480" y="1"/>
                    <a:pt x="9" y="472"/>
                    <a:pt x="0" y="1066"/>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1" name="Google Shape;3211;p60"/>
            <p:cNvSpPr/>
            <p:nvPr/>
          </p:nvSpPr>
          <p:spPr>
            <a:xfrm>
              <a:off x="6027500" y="1952050"/>
              <a:ext cx="62425" cy="53450"/>
            </a:xfrm>
            <a:custGeom>
              <a:rect b="b" l="l" r="r" t="t"/>
              <a:pathLst>
                <a:path extrusionOk="0" h="2138" w="2497">
                  <a:moveTo>
                    <a:pt x="1073" y="1"/>
                  </a:moveTo>
                  <a:cubicBezTo>
                    <a:pt x="480" y="9"/>
                    <a:pt x="9" y="481"/>
                    <a:pt x="0" y="1074"/>
                  </a:cubicBezTo>
                  <a:cubicBezTo>
                    <a:pt x="0" y="1712"/>
                    <a:pt x="529" y="2138"/>
                    <a:pt x="1077" y="2138"/>
                  </a:cubicBezTo>
                  <a:cubicBezTo>
                    <a:pt x="1339" y="2138"/>
                    <a:pt x="1606"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2" name="Google Shape;3212;p60"/>
            <p:cNvSpPr/>
            <p:nvPr/>
          </p:nvSpPr>
          <p:spPr>
            <a:xfrm>
              <a:off x="6103700" y="1418975"/>
              <a:ext cx="62425" cy="53350"/>
            </a:xfrm>
            <a:custGeom>
              <a:rect b="b" l="l" r="r" t="t"/>
              <a:pathLst>
                <a:path extrusionOk="0" h="2134" w="2497">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3" name="Google Shape;3213;p60"/>
            <p:cNvSpPr/>
            <p:nvPr/>
          </p:nvSpPr>
          <p:spPr>
            <a:xfrm>
              <a:off x="6103700" y="149520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4" name="Google Shape;3214;p60"/>
            <p:cNvSpPr/>
            <p:nvPr/>
          </p:nvSpPr>
          <p:spPr>
            <a:xfrm>
              <a:off x="6103700" y="1571400"/>
              <a:ext cx="62425" cy="53250"/>
            </a:xfrm>
            <a:custGeom>
              <a:rect b="b" l="l" r="r" t="t"/>
              <a:pathLst>
                <a:path extrusionOk="0" h="2130" w="2497">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5" name="Google Shape;3215;p60"/>
            <p:cNvSpPr/>
            <p:nvPr/>
          </p:nvSpPr>
          <p:spPr>
            <a:xfrm>
              <a:off x="6103700" y="1647400"/>
              <a:ext cx="62425" cy="53450"/>
            </a:xfrm>
            <a:custGeom>
              <a:rect b="b" l="l" r="r" t="t"/>
              <a:pathLst>
                <a:path extrusionOk="0" h="2138" w="2497">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6" name="Google Shape;3216;p60"/>
            <p:cNvSpPr/>
            <p:nvPr/>
          </p:nvSpPr>
          <p:spPr>
            <a:xfrm>
              <a:off x="6103700" y="1723625"/>
              <a:ext cx="62425" cy="53350"/>
            </a:xfrm>
            <a:custGeom>
              <a:rect b="b" l="l" r="r" t="t"/>
              <a:pathLst>
                <a:path extrusionOk="0" h="2134" w="2497">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7" name="Google Shape;3217;p60"/>
            <p:cNvSpPr/>
            <p:nvPr/>
          </p:nvSpPr>
          <p:spPr>
            <a:xfrm>
              <a:off x="6103700" y="179985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8" name="Google Shape;3218;p60"/>
            <p:cNvSpPr/>
            <p:nvPr/>
          </p:nvSpPr>
          <p:spPr>
            <a:xfrm>
              <a:off x="6103700" y="1876050"/>
              <a:ext cx="62425" cy="53275"/>
            </a:xfrm>
            <a:custGeom>
              <a:rect b="b" l="l" r="r" t="t"/>
              <a:pathLst>
                <a:path extrusionOk="0" h="2131" w="2497">
                  <a:moveTo>
                    <a:pt x="1066" y="1"/>
                  </a:moveTo>
                  <a:cubicBezTo>
                    <a:pt x="481" y="1"/>
                    <a:pt x="9" y="472"/>
                    <a:pt x="1" y="1066"/>
                  </a:cubicBezTo>
                  <a:cubicBezTo>
                    <a:pt x="1" y="1707"/>
                    <a:pt x="523" y="2131"/>
                    <a:pt x="1070" y="2131"/>
                  </a:cubicBezTo>
                  <a:cubicBezTo>
                    <a:pt x="1333" y="2131"/>
                    <a:pt x="1603" y="2033"/>
                    <a:pt x="1822" y="1813"/>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9" name="Google Shape;3219;p60"/>
            <p:cNvSpPr/>
            <p:nvPr/>
          </p:nvSpPr>
          <p:spPr>
            <a:xfrm>
              <a:off x="6103700" y="1952050"/>
              <a:ext cx="62425" cy="53450"/>
            </a:xfrm>
            <a:custGeom>
              <a:rect b="b" l="l" r="r" t="t"/>
              <a:pathLst>
                <a:path extrusionOk="0" h="2138" w="2497">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0" name="Google Shape;3220;p60"/>
            <p:cNvSpPr/>
            <p:nvPr/>
          </p:nvSpPr>
          <p:spPr>
            <a:xfrm>
              <a:off x="6179925"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1" name="Google Shape;3221;p60"/>
            <p:cNvSpPr/>
            <p:nvPr/>
          </p:nvSpPr>
          <p:spPr>
            <a:xfrm>
              <a:off x="6179925" y="14952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2" name="Google Shape;3222;p60"/>
            <p:cNvSpPr/>
            <p:nvPr/>
          </p:nvSpPr>
          <p:spPr>
            <a:xfrm>
              <a:off x="6179925" y="1571400"/>
              <a:ext cx="62225" cy="53250"/>
            </a:xfrm>
            <a:custGeom>
              <a:rect b="b" l="l" r="r" t="t"/>
              <a:pathLst>
                <a:path extrusionOk="0" h="2130" w="2489">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3" name="Google Shape;3223;p60"/>
            <p:cNvSpPr/>
            <p:nvPr/>
          </p:nvSpPr>
          <p:spPr>
            <a:xfrm>
              <a:off x="6256150" y="1418975"/>
              <a:ext cx="62200" cy="53350"/>
            </a:xfrm>
            <a:custGeom>
              <a:rect b="b" l="l" r="r" t="t"/>
              <a:pathLst>
                <a:path extrusionOk="0" h="2134" w="2488">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4" name="Google Shape;3224;p60"/>
            <p:cNvSpPr/>
            <p:nvPr/>
          </p:nvSpPr>
          <p:spPr>
            <a:xfrm>
              <a:off x="6256150" y="1495200"/>
              <a:ext cx="62200" cy="53325"/>
            </a:xfrm>
            <a:custGeom>
              <a:rect b="b" l="l" r="r" t="t"/>
              <a:pathLst>
                <a:path extrusionOk="0" h="2133" w="2488">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5" name="Google Shape;3225;p60"/>
            <p:cNvSpPr/>
            <p:nvPr/>
          </p:nvSpPr>
          <p:spPr>
            <a:xfrm>
              <a:off x="6256150" y="1571400"/>
              <a:ext cx="62200" cy="53250"/>
            </a:xfrm>
            <a:custGeom>
              <a:rect b="b" l="l" r="r" t="t"/>
              <a:pathLst>
                <a:path extrusionOk="0" h="2130" w="2488">
                  <a:moveTo>
                    <a:pt x="1065" y="1"/>
                  </a:moveTo>
                  <a:cubicBezTo>
                    <a:pt x="480" y="1"/>
                    <a:pt x="0" y="472"/>
                    <a:pt x="0" y="1066"/>
                  </a:cubicBezTo>
                  <a:cubicBezTo>
                    <a:pt x="0" y="1703"/>
                    <a:pt x="524"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6" name="Google Shape;3226;p60"/>
            <p:cNvSpPr/>
            <p:nvPr/>
          </p:nvSpPr>
          <p:spPr>
            <a:xfrm>
              <a:off x="6256150" y="1647400"/>
              <a:ext cx="62200" cy="53450"/>
            </a:xfrm>
            <a:custGeom>
              <a:rect b="b" l="l" r="r" t="t"/>
              <a:pathLst>
                <a:path extrusionOk="0" h="2138" w="2488">
                  <a:moveTo>
                    <a:pt x="1065" y="1"/>
                  </a:moveTo>
                  <a:cubicBezTo>
                    <a:pt x="480" y="1"/>
                    <a:pt x="0" y="481"/>
                    <a:pt x="0" y="1066"/>
                  </a:cubicBezTo>
                  <a:cubicBezTo>
                    <a:pt x="0" y="1710"/>
                    <a:pt x="525" y="2138"/>
                    <a:pt x="1071" y="2138"/>
                  </a:cubicBezTo>
                  <a:cubicBezTo>
                    <a:pt x="1332" y="2138"/>
                    <a:pt x="1597"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7" name="Google Shape;3227;p60"/>
            <p:cNvSpPr/>
            <p:nvPr/>
          </p:nvSpPr>
          <p:spPr>
            <a:xfrm>
              <a:off x="6179925"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8" name="Google Shape;3228;p60"/>
            <p:cNvSpPr/>
            <p:nvPr/>
          </p:nvSpPr>
          <p:spPr>
            <a:xfrm>
              <a:off x="6179925" y="17236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9" name="Google Shape;3229;p60"/>
            <p:cNvSpPr/>
            <p:nvPr/>
          </p:nvSpPr>
          <p:spPr>
            <a:xfrm>
              <a:off x="6179925" y="17998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0" name="Google Shape;3230;p60"/>
            <p:cNvSpPr/>
            <p:nvPr/>
          </p:nvSpPr>
          <p:spPr>
            <a:xfrm>
              <a:off x="6179925" y="1876050"/>
              <a:ext cx="62225" cy="53275"/>
            </a:xfrm>
            <a:custGeom>
              <a:rect b="b" l="l" r="r" t="t"/>
              <a:pathLst>
                <a:path extrusionOk="0" h="2131" w="2489">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1" name="Google Shape;3231;p60"/>
            <p:cNvSpPr/>
            <p:nvPr/>
          </p:nvSpPr>
          <p:spPr>
            <a:xfrm>
              <a:off x="6179925" y="1952050"/>
              <a:ext cx="62225" cy="53450"/>
            </a:xfrm>
            <a:custGeom>
              <a:rect b="b" l="l" r="r" t="t"/>
              <a:pathLst>
                <a:path extrusionOk="0" h="2138" w="2489">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2" name="Google Shape;3232;p60"/>
            <p:cNvSpPr/>
            <p:nvPr/>
          </p:nvSpPr>
          <p:spPr>
            <a:xfrm>
              <a:off x="6179925"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3" name="Google Shape;3233;p60"/>
            <p:cNvSpPr/>
            <p:nvPr/>
          </p:nvSpPr>
          <p:spPr>
            <a:xfrm>
              <a:off x="6103700" y="2028275"/>
              <a:ext cx="62425" cy="53450"/>
            </a:xfrm>
            <a:custGeom>
              <a:rect b="b" l="l" r="r" t="t"/>
              <a:pathLst>
                <a:path extrusionOk="0" h="2138" w="2497">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4" name="Google Shape;3234;p60"/>
            <p:cNvSpPr/>
            <p:nvPr/>
          </p:nvSpPr>
          <p:spPr>
            <a:xfrm>
              <a:off x="6027500" y="2028275"/>
              <a:ext cx="62425" cy="53450"/>
            </a:xfrm>
            <a:custGeom>
              <a:rect b="b" l="l" r="r" t="t"/>
              <a:pathLst>
                <a:path extrusionOk="0" h="2138" w="2497">
                  <a:moveTo>
                    <a:pt x="1073" y="1"/>
                  </a:moveTo>
                  <a:cubicBezTo>
                    <a:pt x="480" y="1"/>
                    <a:pt x="9" y="480"/>
                    <a:pt x="0" y="1065"/>
                  </a:cubicBezTo>
                  <a:cubicBezTo>
                    <a:pt x="0" y="1709"/>
                    <a:pt x="529" y="2137"/>
                    <a:pt x="1078" y="2137"/>
                  </a:cubicBezTo>
                  <a:cubicBezTo>
                    <a:pt x="1340" y="2137"/>
                    <a:pt x="1606" y="2040"/>
                    <a:pt x="1821" y="1821"/>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5" name="Google Shape;3235;p60"/>
            <p:cNvSpPr/>
            <p:nvPr/>
          </p:nvSpPr>
          <p:spPr>
            <a:xfrm>
              <a:off x="6027500" y="2104500"/>
              <a:ext cx="62425" cy="53325"/>
            </a:xfrm>
            <a:custGeom>
              <a:rect b="b" l="l" r="r" t="t"/>
              <a:pathLst>
                <a:path extrusionOk="0" h="2133" w="2497">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6" name="Google Shape;3236;p60"/>
            <p:cNvSpPr/>
            <p:nvPr/>
          </p:nvSpPr>
          <p:spPr>
            <a:xfrm>
              <a:off x="5951475"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7" name="Google Shape;3237;p60"/>
            <p:cNvSpPr/>
            <p:nvPr/>
          </p:nvSpPr>
          <p:spPr>
            <a:xfrm>
              <a:off x="5494400" y="1647400"/>
              <a:ext cx="62225" cy="53450"/>
            </a:xfrm>
            <a:custGeom>
              <a:rect b="b" l="l" r="r" t="t"/>
              <a:pathLst>
                <a:path extrusionOk="0" h="2138" w="2489">
                  <a:moveTo>
                    <a:pt x="1066" y="1"/>
                  </a:moveTo>
                  <a:cubicBezTo>
                    <a:pt x="480" y="1"/>
                    <a:pt x="1" y="481"/>
                    <a:pt x="1" y="1066"/>
                  </a:cubicBezTo>
                  <a:cubicBezTo>
                    <a:pt x="1" y="1710"/>
                    <a:pt x="526" y="2138"/>
                    <a:pt x="1075" y="2138"/>
                  </a:cubicBezTo>
                  <a:cubicBezTo>
                    <a:pt x="1337" y="2138"/>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8" name="Google Shape;3238;p60"/>
            <p:cNvSpPr/>
            <p:nvPr/>
          </p:nvSpPr>
          <p:spPr>
            <a:xfrm>
              <a:off x="549440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9" name="Google Shape;3239;p60"/>
            <p:cNvSpPr/>
            <p:nvPr/>
          </p:nvSpPr>
          <p:spPr>
            <a:xfrm>
              <a:off x="5494400"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0" name="Google Shape;3240;p60"/>
            <p:cNvSpPr/>
            <p:nvPr/>
          </p:nvSpPr>
          <p:spPr>
            <a:xfrm>
              <a:off x="5494400" y="1876050"/>
              <a:ext cx="62225" cy="53300"/>
            </a:xfrm>
            <a:custGeom>
              <a:rect b="b" l="l" r="r" t="t"/>
              <a:pathLst>
                <a:path extrusionOk="0" h="2132" w="2489">
                  <a:moveTo>
                    <a:pt x="1066" y="1"/>
                  </a:moveTo>
                  <a:cubicBezTo>
                    <a:pt x="480" y="1"/>
                    <a:pt x="1" y="472"/>
                    <a:pt x="1" y="1066"/>
                  </a:cubicBezTo>
                  <a:cubicBezTo>
                    <a:pt x="1" y="1705"/>
                    <a:pt x="525" y="2132"/>
                    <a:pt x="1072" y="2132"/>
                  </a:cubicBezTo>
                  <a:cubicBezTo>
                    <a:pt x="1332" y="2132"/>
                    <a:pt x="1597" y="2036"/>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60"/>
            <p:cNvSpPr/>
            <p:nvPr/>
          </p:nvSpPr>
          <p:spPr>
            <a:xfrm>
              <a:off x="5494400" y="1952050"/>
              <a:ext cx="62225" cy="53450"/>
            </a:xfrm>
            <a:custGeom>
              <a:rect b="b" l="l" r="r" t="t"/>
              <a:pathLst>
                <a:path extrusionOk="0" h="2138" w="2489">
                  <a:moveTo>
                    <a:pt x="1066" y="1"/>
                  </a:moveTo>
                  <a:cubicBezTo>
                    <a:pt x="480" y="9"/>
                    <a:pt x="1" y="481"/>
                    <a:pt x="1" y="1074"/>
                  </a:cubicBezTo>
                  <a:cubicBezTo>
                    <a:pt x="1" y="1712"/>
                    <a:pt x="525" y="2138"/>
                    <a:pt x="1074" y="2138"/>
                  </a:cubicBezTo>
                  <a:cubicBezTo>
                    <a:pt x="1336" y="2138"/>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2" name="Google Shape;3242;p60"/>
            <p:cNvSpPr/>
            <p:nvPr/>
          </p:nvSpPr>
          <p:spPr>
            <a:xfrm>
              <a:off x="5494400"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3" name="Google Shape;3243;p60"/>
            <p:cNvSpPr/>
            <p:nvPr/>
          </p:nvSpPr>
          <p:spPr>
            <a:xfrm>
              <a:off x="5494400"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4" name="Google Shape;3244;p60"/>
            <p:cNvSpPr/>
            <p:nvPr/>
          </p:nvSpPr>
          <p:spPr>
            <a:xfrm>
              <a:off x="5494400"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5" name="Google Shape;3245;p60"/>
            <p:cNvSpPr/>
            <p:nvPr/>
          </p:nvSpPr>
          <p:spPr>
            <a:xfrm>
              <a:off x="5494400" y="2256925"/>
              <a:ext cx="62375" cy="53425"/>
            </a:xfrm>
            <a:custGeom>
              <a:rect b="b" l="l" r="r" t="t"/>
              <a:pathLst>
                <a:path extrusionOk="0" h="2137" w="2495">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6" name="Google Shape;3246;p60"/>
            <p:cNvSpPr/>
            <p:nvPr/>
          </p:nvSpPr>
          <p:spPr>
            <a:xfrm>
              <a:off x="5494400" y="2333125"/>
              <a:ext cx="62225" cy="53450"/>
            </a:xfrm>
            <a:custGeom>
              <a:rect b="b" l="l" r="r" t="t"/>
              <a:pathLst>
                <a:path extrusionOk="0" h="2138" w="2489">
                  <a:moveTo>
                    <a:pt x="1066" y="1"/>
                  </a:moveTo>
                  <a:cubicBezTo>
                    <a:pt x="480" y="1"/>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7" name="Google Shape;3247;p60"/>
            <p:cNvSpPr/>
            <p:nvPr/>
          </p:nvSpPr>
          <p:spPr>
            <a:xfrm>
              <a:off x="5494400" y="2485550"/>
              <a:ext cx="62225" cy="53300"/>
            </a:xfrm>
            <a:custGeom>
              <a:rect b="b" l="l" r="r" t="t"/>
              <a:pathLst>
                <a:path extrusionOk="0" h="2132" w="2489">
                  <a:moveTo>
                    <a:pt x="1066" y="1"/>
                  </a:moveTo>
                  <a:cubicBezTo>
                    <a:pt x="480" y="1"/>
                    <a:pt x="1" y="472"/>
                    <a:pt x="1" y="1066"/>
                  </a:cubicBezTo>
                  <a:cubicBezTo>
                    <a:pt x="1" y="1708"/>
                    <a:pt x="523" y="2131"/>
                    <a:pt x="1070" y="2131"/>
                  </a:cubicBezTo>
                  <a:cubicBezTo>
                    <a:pt x="1333" y="2131"/>
                    <a:pt x="1603"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8" name="Google Shape;3248;p60"/>
            <p:cNvSpPr/>
            <p:nvPr/>
          </p:nvSpPr>
          <p:spPr>
            <a:xfrm>
              <a:off x="5494400" y="2561575"/>
              <a:ext cx="62225" cy="53425"/>
            </a:xfrm>
            <a:custGeom>
              <a:rect b="b" l="l" r="r" t="t"/>
              <a:pathLst>
                <a:path extrusionOk="0" h="2137" w="2489">
                  <a:moveTo>
                    <a:pt x="1066" y="0"/>
                  </a:moveTo>
                  <a:cubicBezTo>
                    <a:pt x="480" y="0"/>
                    <a:pt x="1" y="480"/>
                    <a:pt x="1" y="1073"/>
                  </a:cubicBezTo>
                  <a:cubicBezTo>
                    <a:pt x="1" y="1711"/>
                    <a:pt x="522" y="2137"/>
                    <a:pt x="1067" y="2137"/>
                  </a:cubicBezTo>
                  <a:cubicBezTo>
                    <a:pt x="1329" y="2137"/>
                    <a:pt x="1595" y="2039"/>
                    <a:pt x="1814" y="1821"/>
                  </a:cubicBezTo>
                  <a:cubicBezTo>
                    <a:pt x="2488" y="1154"/>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9" name="Google Shape;3249;p60"/>
            <p:cNvSpPr/>
            <p:nvPr/>
          </p:nvSpPr>
          <p:spPr>
            <a:xfrm>
              <a:off x="5494400" y="2637775"/>
              <a:ext cx="62225" cy="53450"/>
            </a:xfrm>
            <a:custGeom>
              <a:rect b="b" l="l" r="r" t="t"/>
              <a:pathLst>
                <a:path extrusionOk="0" h="2138" w="2489">
                  <a:moveTo>
                    <a:pt x="1066" y="1"/>
                  </a:moveTo>
                  <a:cubicBezTo>
                    <a:pt x="480" y="1"/>
                    <a:pt x="1" y="480"/>
                    <a:pt x="1" y="1074"/>
                  </a:cubicBezTo>
                  <a:cubicBezTo>
                    <a:pt x="1" y="1712"/>
                    <a:pt x="525" y="2137"/>
                    <a:pt x="1074" y="2137"/>
                  </a:cubicBezTo>
                  <a:cubicBezTo>
                    <a:pt x="1336" y="2137"/>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60"/>
            <p:cNvSpPr/>
            <p:nvPr/>
          </p:nvSpPr>
          <p:spPr>
            <a:xfrm>
              <a:off x="5494400"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1" name="Google Shape;3251;p60"/>
            <p:cNvSpPr/>
            <p:nvPr/>
          </p:nvSpPr>
          <p:spPr>
            <a:xfrm>
              <a:off x="5494400"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2" name="Google Shape;3252;p60"/>
            <p:cNvSpPr/>
            <p:nvPr/>
          </p:nvSpPr>
          <p:spPr>
            <a:xfrm>
              <a:off x="5570625" y="1266550"/>
              <a:ext cx="62200" cy="53450"/>
            </a:xfrm>
            <a:custGeom>
              <a:rect b="b" l="l" r="r" t="t"/>
              <a:pathLst>
                <a:path extrusionOk="0" h="2138" w="2488">
                  <a:moveTo>
                    <a:pt x="1065" y="0"/>
                  </a:moveTo>
                  <a:cubicBezTo>
                    <a:pt x="472" y="9"/>
                    <a:pt x="0" y="480"/>
                    <a:pt x="0" y="1074"/>
                  </a:cubicBezTo>
                  <a:cubicBezTo>
                    <a:pt x="0" y="1711"/>
                    <a:pt x="525" y="2137"/>
                    <a:pt x="1071" y="2137"/>
                  </a:cubicBezTo>
                  <a:cubicBezTo>
                    <a:pt x="1332" y="2137"/>
                    <a:pt x="1598" y="2040"/>
                    <a:pt x="1813" y="1821"/>
                  </a:cubicBezTo>
                  <a:cubicBezTo>
                    <a:pt x="2488" y="1155"/>
                    <a:pt x="2016" y="9"/>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60"/>
            <p:cNvSpPr/>
            <p:nvPr/>
          </p:nvSpPr>
          <p:spPr>
            <a:xfrm>
              <a:off x="5570625" y="1342750"/>
              <a:ext cx="62200" cy="53450"/>
            </a:xfrm>
            <a:custGeom>
              <a:rect b="b" l="l" r="r" t="t"/>
              <a:pathLst>
                <a:path extrusionOk="0" h="2138" w="2488">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4" name="Google Shape;3254;p60"/>
            <p:cNvSpPr/>
            <p:nvPr/>
          </p:nvSpPr>
          <p:spPr>
            <a:xfrm>
              <a:off x="5570625" y="1418975"/>
              <a:ext cx="62200" cy="53350"/>
            </a:xfrm>
            <a:custGeom>
              <a:rect b="b" l="l" r="r" t="t"/>
              <a:pathLst>
                <a:path extrusionOk="0" h="2134" w="2488">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5" name="Google Shape;3255;p60"/>
            <p:cNvSpPr/>
            <p:nvPr/>
          </p:nvSpPr>
          <p:spPr>
            <a:xfrm>
              <a:off x="5570625" y="1495200"/>
              <a:ext cx="62200" cy="53325"/>
            </a:xfrm>
            <a:custGeom>
              <a:rect b="b" l="l" r="r" t="t"/>
              <a:pathLst>
                <a:path extrusionOk="0" h="2133" w="2488">
                  <a:moveTo>
                    <a:pt x="1065" y="0"/>
                  </a:moveTo>
                  <a:cubicBezTo>
                    <a:pt x="472" y="0"/>
                    <a:pt x="0" y="472"/>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6" name="Google Shape;3256;p60"/>
            <p:cNvSpPr/>
            <p:nvPr/>
          </p:nvSpPr>
          <p:spPr>
            <a:xfrm>
              <a:off x="5570625" y="1571400"/>
              <a:ext cx="62200" cy="53250"/>
            </a:xfrm>
            <a:custGeom>
              <a:rect b="b" l="l" r="r" t="t"/>
              <a:pathLst>
                <a:path extrusionOk="0" h="2130" w="2488">
                  <a:moveTo>
                    <a:pt x="1065" y="1"/>
                  </a:moveTo>
                  <a:cubicBezTo>
                    <a:pt x="472" y="1"/>
                    <a:pt x="0" y="472"/>
                    <a:pt x="0" y="1066"/>
                  </a:cubicBezTo>
                  <a:cubicBezTo>
                    <a:pt x="0" y="1703"/>
                    <a:pt x="525" y="2129"/>
                    <a:pt x="1071" y="2129"/>
                  </a:cubicBezTo>
                  <a:cubicBezTo>
                    <a:pt x="1332" y="2129"/>
                    <a:pt x="1598"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7" name="Google Shape;3257;p60"/>
            <p:cNvSpPr/>
            <p:nvPr/>
          </p:nvSpPr>
          <p:spPr>
            <a:xfrm>
              <a:off x="5570625" y="1647400"/>
              <a:ext cx="62200" cy="53450"/>
            </a:xfrm>
            <a:custGeom>
              <a:rect b="b" l="l" r="r" t="t"/>
              <a:pathLst>
                <a:path extrusionOk="0" h="2138" w="2488">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8" name="Google Shape;3258;p60"/>
            <p:cNvSpPr/>
            <p:nvPr/>
          </p:nvSpPr>
          <p:spPr>
            <a:xfrm>
              <a:off x="5570625" y="1723625"/>
              <a:ext cx="62200" cy="53350"/>
            </a:xfrm>
            <a:custGeom>
              <a:rect b="b" l="l" r="r" t="t"/>
              <a:pathLst>
                <a:path extrusionOk="0" h="2134" w="2488">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9" name="Google Shape;3259;p60"/>
            <p:cNvSpPr/>
            <p:nvPr/>
          </p:nvSpPr>
          <p:spPr>
            <a:xfrm>
              <a:off x="5570625" y="1799850"/>
              <a:ext cx="62200" cy="53325"/>
            </a:xfrm>
            <a:custGeom>
              <a:rect b="b" l="l" r="r" t="t"/>
              <a:pathLst>
                <a:path extrusionOk="0" h="2133"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0" name="Google Shape;3260;p60"/>
            <p:cNvSpPr/>
            <p:nvPr/>
          </p:nvSpPr>
          <p:spPr>
            <a:xfrm>
              <a:off x="5570625" y="1876050"/>
              <a:ext cx="62200" cy="53350"/>
            </a:xfrm>
            <a:custGeom>
              <a:rect b="b" l="l" r="r" t="t"/>
              <a:pathLst>
                <a:path extrusionOk="0" h="2134" w="2488">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1" name="Google Shape;3261;p60"/>
            <p:cNvSpPr/>
            <p:nvPr/>
          </p:nvSpPr>
          <p:spPr>
            <a:xfrm>
              <a:off x="5570625" y="1952050"/>
              <a:ext cx="62200" cy="53450"/>
            </a:xfrm>
            <a:custGeom>
              <a:rect b="b" l="l" r="r" t="t"/>
              <a:pathLst>
                <a:path extrusionOk="0" h="2138" w="2488">
                  <a:moveTo>
                    <a:pt x="1065" y="1"/>
                  </a:moveTo>
                  <a:cubicBezTo>
                    <a:pt x="472" y="9"/>
                    <a:pt x="0" y="481"/>
                    <a:pt x="0" y="1074"/>
                  </a:cubicBezTo>
                  <a:cubicBezTo>
                    <a:pt x="0" y="1712"/>
                    <a:pt x="525" y="2138"/>
                    <a:pt x="1071" y="2138"/>
                  </a:cubicBezTo>
                  <a:cubicBezTo>
                    <a:pt x="1332" y="2138"/>
                    <a:pt x="1598" y="2040"/>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2" name="Google Shape;3262;p60"/>
            <p:cNvSpPr/>
            <p:nvPr/>
          </p:nvSpPr>
          <p:spPr>
            <a:xfrm>
              <a:off x="5570625" y="2028275"/>
              <a:ext cx="62200" cy="53450"/>
            </a:xfrm>
            <a:custGeom>
              <a:rect b="b" l="l" r="r" t="t"/>
              <a:pathLst>
                <a:path extrusionOk="0" h="2138" w="2488">
                  <a:moveTo>
                    <a:pt x="1065" y="1"/>
                  </a:moveTo>
                  <a:cubicBezTo>
                    <a:pt x="472" y="1"/>
                    <a:pt x="0" y="480"/>
                    <a:pt x="0" y="1065"/>
                  </a:cubicBezTo>
                  <a:cubicBezTo>
                    <a:pt x="0" y="1709"/>
                    <a:pt x="526" y="2137"/>
                    <a:pt x="1072" y="2137"/>
                  </a:cubicBezTo>
                  <a:cubicBezTo>
                    <a:pt x="1332" y="2137"/>
                    <a:pt x="1598" y="2040"/>
                    <a:pt x="1813" y="1821"/>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3" name="Google Shape;3263;p60"/>
            <p:cNvSpPr/>
            <p:nvPr/>
          </p:nvSpPr>
          <p:spPr>
            <a:xfrm>
              <a:off x="5570625" y="2104500"/>
              <a:ext cx="62200" cy="53325"/>
            </a:xfrm>
            <a:custGeom>
              <a:rect b="b" l="l" r="r" t="t"/>
              <a:pathLst>
                <a:path extrusionOk="0" h="2133"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4" name="Google Shape;3264;p60"/>
            <p:cNvSpPr/>
            <p:nvPr/>
          </p:nvSpPr>
          <p:spPr>
            <a:xfrm>
              <a:off x="5570625" y="2180700"/>
              <a:ext cx="62200" cy="53350"/>
            </a:xfrm>
            <a:custGeom>
              <a:rect b="b" l="l" r="r" t="t"/>
              <a:pathLst>
                <a:path extrusionOk="0" h="2134" w="2488">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5" name="Google Shape;3265;p60"/>
            <p:cNvSpPr/>
            <p:nvPr/>
          </p:nvSpPr>
          <p:spPr>
            <a:xfrm>
              <a:off x="5570625" y="2256925"/>
              <a:ext cx="62425" cy="53425"/>
            </a:xfrm>
            <a:custGeom>
              <a:rect b="b" l="l" r="r" t="t"/>
              <a:pathLst>
                <a:path extrusionOk="0" h="2137" w="2497">
                  <a:moveTo>
                    <a:pt x="1065" y="0"/>
                  </a:moveTo>
                  <a:cubicBezTo>
                    <a:pt x="472" y="0"/>
                    <a:pt x="0" y="480"/>
                    <a:pt x="0" y="1065"/>
                  </a:cubicBezTo>
                  <a:cubicBezTo>
                    <a:pt x="0" y="1709"/>
                    <a:pt x="526"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6" name="Google Shape;3266;p60"/>
            <p:cNvSpPr/>
            <p:nvPr/>
          </p:nvSpPr>
          <p:spPr>
            <a:xfrm>
              <a:off x="5570625" y="2333125"/>
              <a:ext cx="62200" cy="53450"/>
            </a:xfrm>
            <a:custGeom>
              <a:rect b="b" l="l" r="r" t="t"/>
              <a:pathLst>
                <a:path extrusionOk="0" h="2138" w="2488">
                  <a:moveTo>
                    <a:pt x="1065" y="1"/>
                  </a:moveTo>
                  <a:cubicBezTo>
                    <a:pt x="472" y="1"/>
                    <a:pt x="0" y="480"/>
                    <a:pt x="0" y="1066"/>
                  </a:cubicBezTo>
                  <a:cubicBezTo>
                    <a:pt x="0" y="1709"/>
                    <a:pt x="526" y="2137"/>
                    <a:pt x="1072" y="2137"/>
                  </a:cubicBezTo>
                  <a:cubicBezTo>
                    <a:pt x="1332" y="2137"/>
                    <a:pt x="1598"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7" name="Google Shape;3267;p60"/>
            <p:cNvSpPr/>
            <p:nvPr/>
          </p:nvSpPr>
          <p:spPr>
            <a:xfrm>
              <a:off x="5570625" y="2485550"/>
              <a:ext cx="62200" cy="53300"/>
            </a:xfrm>
            <a:custGeom>
              <a:rect b="b" l="l" r="r" t="t"/>
              <a:pathLst>
                <a:path extrusionOk="0" h="2132" w="2488">
                  <a:moveTo>
                    <a:pt x="1065" y="1"/>
                  </a:moveTo>
                  <a:cubicBezTo>
                    <a:pt x="480" y="1"/>
                    <a:pt x="0" y="480"/>
                    <a:pt x="0" y="1066"/>
                  </a:cubicBezTo>
                  <a:cubicBezTo>
                    <a:pt x="0" y="1708"/>
                    <a:pt x="523" y="2131"/>
                    <a:pt x="1070"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8" name="Google Shape;3268;p60"/>
            <p:cNvSpPr/>
            <p:nvPr/>
          </p:nvSpPr>
          <p:spPr>
            <a:xfrm>
              <a:off x="5570625" y="2561575"/>
              <a:ext cx="62200" cy="53425"/>
            </a:xfrm>
            <a:custGeom>
              <a:rect b="b" l="l" r="r" t="t"/>
              <a:pathLst>
                <a:path extrusionOk="0" h="2137" w="2488">
                  <a:moveTo>
                    <a:pt x="1065" y="0"/>
                  </a:moveTo>
                  <a:cubicBezTo>
                    <a:pt x="472" y="8"/>
                    <a:pt x="0" y="480"/>
                    <a:pt x="0" y="1073"/>
                  </a:cubicBezTo>
                  <a:cubicBezTo>
                    <a:pt x="0" y="1711"/>
                    <a:pt x="525" y="2137"/>
                    <a:pt x="1071" y="2137"/>
                  </a:cubicBezTo>
                  <a:cubicBezTo>
                    <a:pt x="1332" y="2137"/>
                    <a:pt x="1598" y="2039"/>
                    <a:pt x="1813" y="1821"/>
                  </a:cubicBezTo>
                  <a:cubicBezTo>
                    <a:pt x="2488" y="1154"/>
                    <a:pt x="2016" y="8"/>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9" name="Google Shape;3269;p60"/>
            <p:cNvSpPr/>
            <p:nvPr/>
          </p:nvSpPr>
          <p:spPr>
            <a:xfrm>
              <a:off x="5570625" y="26377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0" name="Google Shape;3270;p60"/>
            <p:cNvSpPr/>
            <p:nvPr/>
          </p:nvSpPr>
          <p:spPr>
            <a:xfrm>
              <a:off x="5570625" y="2866425"/>
              <a:ext cx="62200" cy="53275"/>
            </a:xfrm>
            <a:custGeom>
              <a:rect b="b" l="l" r="r" t="t"/>
              <a:pathLst>
                <a:path extrusionOk="0" h="2131" w="2488">
                  <a:moveTo>
                    <a:pt x="1065" y="0"/>
                  </a:moveTo>
                  <a:cubicBezTo>
                    <a:pt x="480" y="0"/>
                    <a:pt x="0" y="472"/>
                    <a:pt x="0" y="1065"/>
                  </a:cubicBezTo>
                  <a:cubicBezTo>
                    <a:pt x="0" y="1707"/>
                    <a:pt x="523" y="2131"/>
                    <a:pt x="1070"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1" name="Google Shape;3271;p60"/>
            <p:cNvSpPr/>
            <p:nvPr/>
          </p:nvSpPr>
          <p:spPr>
            <a:xfrm>
              <a:off x="5570625" y="2790200"/>
              <a:ext cx="62200" cy="53350"/>
            </a:xfrm>
            <a:custGeom>
              <a:rect b="b" l="l" r="r" t="t"/>
              <a:pathLst>
                <a:path extrusionOk="0" h="2134" w="2488">
                  <a:moveTo>
                    <a:pt x="1065" y="1"/>
                  </a:moveTo>
                  <a:cubicBezTo>
                    <a:pt x="472" y="1"/>
                    <a:pt x="0" y="472"/>
                    <a:pt x="0" y="1066"/>
                  </a:cubicBezTo>
                  <a:cubicBezTo>
                    <a:pt x="0" y="1709"/>
                    <a:pt x="526" y="2134"/>
                    <a:pt x="1072" y="2134"/>
                  </a:cubicBezTo>
                  <a:cubicBezTo>
                    <a:pt x="1333"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2" name="Google Shape;3272;p60"/>
            <p:cNvSpPr/>
            <p:nvPr/>
          </p:nvSpPr>
          <p:spPr>
            <a:xfrm>
              <a:off x="5570625" y="2714000"/>
              <a:ext cx="62200" cy="53350"/>
            </a:xfrm>
            <a:custGeom>
              <a:rect b="b" l="l" r="r" t="t"/>
              <a:pathLst>
                <a:path extrusionOk="0" h="2134"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3" name="Google Shape;3273;p60"/>
            <p:cNvSpPr/>
            <p:nvPr/>
          </p:nvSpPr>
          <p:spPr>
            <a:xfrm>
              <a:off x="564682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4" name="Google Shape;3274;p60"/>
            <p:cNvSpPr/>
            <p:nvPr/>
          </p:nvSpPr>
          <p:spPr>
            <a:xfrm>
              <a:off x="564682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5" name="Google Shape;3275;p60"/>
            <p:cNvSpPr/>
            <p:nvPr/>
          </p:nvSpPr>
          <p:spPr>
            <a:xfrm>
              <a:off x="564682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6" name="Google Shape;3276;p60"/>
            <p:cNvSpPr/>
            <p:nvPr/>
          </p:nvSpPr>
          <p:spPr>
            <a:xfrm>
              <a:off x="5646825"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7" name="Google Shape;3277;p60"/>
            <p:cNvSpPr/>
            <p:nvPr/>
          </p:nvSpPr>
          <p:spPr>
            <a:xfrm>
              <a:off x="5646825"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8" name="Google Shape;3278;p60"/>
            <p:cNvSpPr/>
            <p:nvPr/>
          </p:nvSpPr>
          <p:spPr>
            <a:xfrm>
              <a:off x="5646825"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9" name="Google Shape;3279;p60"/>
            <p:cNvSpPr/>
            <p:nvPr/>
          </p:nvSpPr>
          <p:spPr>
            <a:xfrm>
              <a:off x="5646825" y="1876050"/>
              <a:ext cx="62225" cy="53350"/>
            </a:xfrm>
            <a:custGeom>
              <a:rect b="b" l="l" r="r" t="t"/>
              <a:pathLst>
                <a:path extrusionOk="0" h="2134" w="2489">
                  <a:moveTo>
                    <a:pt x="1066" y="1"/>
                  </a:moveTo>
                  <a:cubicBezTo>
                    <a:pt x="472"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0" name="Google Shape;3280;p60"/>
            <p:cNvSpPr/>
            <p:nvPr/>
          </p:nvSpPr>
          <p:spPr>
            <a:xfrm>
              <a:off x="5646825"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60"/>
            <p:cNvSpPr/>
            <p:nvPr/>
          </p:nvSpPr>
          <p:spPr>
            <a:xfrm>
              <a:off x="5646825"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2" name="Google Shape;3282;p60"/>
            <p:cNvSpPr/>
            <p:nvPr/>
          </p:nvSpPr>
          <p:spPr>
            <a:xfrm>
              <a:off x="5646825"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60"/>
            <p:cNvSpPr/>
            <p:nvPr/>
          </p:nvSpPr>
          <p:spPr>
            <a:xfrm>
              <a:off x="5646825"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4" name="Google Shape;3284;p60"/>
            <p:cNvSpPr/>
            <p:nvPr/>
          </p:nvSpPr>
          <p:spPr>
            <a:xfrm>
              <a:off x="5646825" y="2256925"/>
              <a:ext cx="62375" cy="53425"/>
            </a:xfrm>
            <a:custGeom>
              <a:rect b="b" l="l" r="r" t="t"/>
              <a:pathLst>
                <a:path extrusionOk="0" h="2137" w="2495">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60"/>
            <p:cNvSpPr/>
            <p:nvPr/>
          </p:nvSpPr>
          <p:spPr>
            <a:xfrm>
              <a:off x="5646825"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60"/>
            <p:cNvSpPr/>
            <p:nvPr/>
          </p:nvSpPr>
          <p:spPr>
            <a:xfrm>
              <a:off x="5646825" y="2485550"/>
              <a:ext cx="62225" cy="53300"/>
            </a:xfrm>
            <a:custGeom>
              <a:rect b="b" l="l" r="r" t="t"/>
              <a:pathLst>
                <a:path extrusionOk="0" h="2132" w="2489">
                  <a:moveTo>
                    <a:pt x="1066" y="1"/>
                  </a:moveTo>
                  <a:cubicBezTo>
                    <a:pt x="472" y="1"/>
                    <a:pt x="1" y="472"/>
                    <a:pt x="1" y="1066"/>
                  </a:cubicBezTo>
                  <a:cubicBezTo>
                    <a:pt x="1" y="1708"/>
                    <a:pt x="523" y="2131"/>
                    <a:pt x="1068" y="2131"/>
                  </a:cubicBezTo>
                  <a:cubicBezTo>
                    <a:pt x="1330" y="2131"/>
                    <a:pt x="1597" y="2033"/>
                    <a:pt x="1814"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60"/>
            <p:cNvSpPr/>
            <p:nvPr/>
          </p:nvSpPr>
          <p:spPr>
            <a:xfrm>
              <a:off x="5646825"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60"/>
            <p:cNvSpPr/>
            <p:nvPr/>
          </p:nvSpPr>
          <p:spPr>
            <a:xfrm>
              <a:off x="5646825" y="271400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60"/>
            <p:cNvSpPr/>
            <p:nvPr/>
          </p:nvSpPr>
          <p:spPr>
            <a:xfrm>
              <a:off x="5646825" y="2637775"/>
              <a:ext cx="62225" cy="53450"/>
            </a:xfrm>
            <a:custGeom>
              <a:rect b="b" l="l" r="r" t="t"/>
              <a:pathLst>
                <a:path extrusionOk="0" h="2138" w="2489">
                  <a:moveTo>
                    <a:pt x="1066" y="1"/>
                  </a:moveTo>
                  <a:cubicBezTo>
                    <a:pt x="472" y="1"/>
                    <a:pt x="1" y="480"/>
                    <a:pt x="1" y="1074"/>
                  </a:cubicBezTo>
                  <a:cubicBezTo>
                    <a:pt x="1" y="1712"/>
                    <a:pt x="525" y="2137"/>
                    <a:pt x="1071" y="2137"/>
                  </a:cubicBezTo>
                  <a:cubicBezTo>
                    <a:pt x="1332" y="2137"/>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0" name="Google Shape;3290;p60"/>
            <p:cNvSpPr/>
            <p:nvPr/>
          </p:nvSpPr>
          <p:spPr>
            <a:xfrm>
              <a:off x="5723050" y="141897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1" name="Google Shape;3291;p60"/>
            <p:cNvSpPr/>
            <p:nvPr/>
          </p:nvSpPr>
          <p:spPr>
            <a:xfrm>
              <a:off x="5723050" y="14952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2" name="Google Shape;3292;p60"/>
            <p:cNvSpPr/>
            <p:nvPr/>
          </p:nvSpPr>
          <p:spPr>
            <a:xfrm>
              <a:off x="5723050" y="1571400"/>
              <a:ext cx="62150" cy="53250"/>
            </a:xfrm>
            <a:custGeom>
              <a:rect b="b" l="l" r="r" t="t"/>
              <a:pathLst>
                <a:path extrusionOk="0" h="2130" w="2486">
                  <a:moveTo>
                    <a:pt x="1075" y="1"/>
                  </a:moveTo>
                  <a:cubicBezTo>
                    <a:pt x="1072" y="1"/>
                    <a:pt x="1069" y="1"/>
                    <a:pt x="1065" y="1"/>
                  </a:cubicBezTo>
                  <a:cubicBezTo>
                    <a:pt x="472" y="1"/>
                    <a:pt x="0" y="472"/>
                    <a:pt x="0" y="1066"/>
                  </a:cubicBezTo>
                  <a:cubicBezTo>
                    <a:pt x="0" y="1703"/>
                    <a:pt x="525" y="2129"/>
                    <a:pt x="1071" y="2129"/>
                  </a:cubicBezTo>
                  <a:cubicBezTo>
                    <a:pt x="1332" y="2129"/>
                    <a:pt x="1598" y="2032"/>
                    <a:pt x="1813" y="1813"/>
                  </a:cubicBezTo>
                  <a:cubicBezTo>
                    <a:pt x="2486" y="1149"/>
                    <a:pt x="2012"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3" name="Google Shape;3293;p60"/>
            <p:cNvSpPr/>
            <p:nvPr/>
          </p:nvSpPr>
          <p:spPr>
            <a:xfrm>
              <a:off x="5723050" y="1647400"/>
              <a:ext cx="62225" cy="53450"/>
            </a:xfrm>
            <a:custGeom>
              <a:rect b="b" l="l" r="r" t="t"/>
              <a:pathLst>
                <a:path extrusionOk="0" h="2138" w="2489">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60"/>
            <p:cNvSpPr/>
            <p:nvPr/>
          </p:nvSpPr>
          <p:spPr>
            <a:xfrm>
              <a:off x="5723050" y="172362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5" name="Google Shape;3295;p60"/>
            <p:cNvSpPr/>
            <p:nvPr/>
          </p:nvSpPr>
          <p:spPr>
            <a:xfrm>
              <a:off x="5723050" y="179985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6" name="Google Shape;3296;p60"/>
            <p:cNvSpPr/>
            <p:nvPr/>
          </p:nvSpPr>
          <p:spPr>
            <a:xfrm>
              <a:off x="5723050" y="1876050"/>
              <a:ext cx="62225" cy="53275"/>
            </a:xfrm>
            <a:custGeom>
              <a:rect b="b" l="l" r="r" t="t"/>
              <a:pathLst>
                <a:path extrusionOk="0" h="2131" w="2489">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7" name="Google Shape;3297;p60"/>
            <p:cNvSpPr/>
            <p:nvPr/>
          </p:nvSpPr>
          <p:spPr>
            <a:xfrm>
              <a:off x="5723050" y="1952050"/>
              <a:ext cx="62225" cy="53450"/>
            </a:xfrm>
            <a:custGeom>
              <a:rect b="b" l="l" r="r" t="t"/>
              <a:pathLst>
                <a:path extrusionOk="0" h="2138" w="2489">
                  <a:moveTo>
                    <a:pt x="1065" y="1"/>
                  </a:moveTo>
                  <a:cubicBezTo>
                    <a:pt x="472" y="9"/>
                    <a:pt x="0" y="481"/>
                    <a:pt x="0" y="1074"/>
                  </a:cubicBezTo>
                  <a:cubicBezTo>
                    <a:pt x="0" y="1712"/>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60"/>
            <p:cNvSpPr/>
            <p:nvPr/>
          </p:nvSpPr>
          <p:spPr>
            <a:xfrm>
              <a:off x="5723050" y="2028275"/>
              <a:ext cx="62225" cy="53450"/>
            </a:xfrm>
            <a:custGeom>
              <a:rect b="b" l="l" r="r" t="t"/>
              <a:pathLst>
                <a:path extrusionOk="0" h="2138" w="2489">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9" name="Google Shape;3299;p60"/>
            <p:cNvSpPr/>
            <p:nvPr/>
          </p:nvSpPr>
          <p:spPr>
            <a:xfrm>
              <a:off x="5723050" y="21045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60"/>
            <p:cNvSpPr/>
            <p:nvPr/>
          </p:nvSpPr>
          <p:spPr>
            <a:xfrm>
              <a:off x="5723050" y="2180700"/>
              <a:ext cx="62225" cy="53350"/>
            </a:xfrm>
            <a:custGeom>
              <a:rect b="b" l="l" r="r" t="t"/>
              <a:pathLst>
                <a:path extrusionOk="0" h="2134" w="2489">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1" name="Google Shape;3301;p60"/>
            <p:cNvSpPr/>
            <p:nvPr/>
          </p:nvSpPr>
          <p:spPr>
            <a:xfrm>
              <a:off x="5723050"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2" name="Google Shape;3302;p60"/>
            <p:cNvSpPr/>
            <p:nvPr/>
          </p:nvSpPr>
          <p:spPr>
            <a:xfrm>
              <a:off x="5723050" y="2333125"/>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3" name="Google Shape;3303;p60"/>
            <p:cNvSpPr/>
            <p:nvPr/>
          </p:nvSpPr>
          <p:spPr>
            <a:xfrm>
              <a:off x="5722850" y="2485550"/>
              <a:ext cx="62425" cy="53300"/>
            </a:xfrm>
            <a:custGeom>
              <a:rect b="b" l="l" r="r" t="t"/>
              <a:pathLst>
                <a:path extrusionOk="0" h="2132" w="2497">
                  <a:moveTo>
                    <a:pt x="1073" y="1"/>
                  </a:moveTo>
                  <a:cubicBezTo>
                    <a:pt x="480" y="1"/>
                    <a:pt x="8" y="480"/>
                    <a:pt x="0" y="1066"/>
                  </a:cubicBezTo>
                  <a:cubicBezTo>
                    <a:pt x="0" y="1708"/>
                    <a:pt x="526" y="2131"/>
                    <a:pt x="1073" y="2131"/>
                  </a:cubicBezTo>
                  <a:cubicBezTo>
                    <a:pt x="1336" y="2131"/>
                    <a:pt x="1605" y="2033"/>
                    <a:pt x="1821" y="1814"/>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4" name="Google Shape;3304;p60"/>
            <p:cNvSpPr/>
            <p:nvPr/>
          </p:nvSpPr>
          <p:spPr>
            <a:xfrm>
              <a:off x="5723050" y="2561575"/>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60"/>
            <p:cNvSpPr/>
            <p:nvPr/>
          </p:nvSpPr>
          <p:spPr>
            <a:xfrm>
              <a:off x="5722850" y="2637775"/>
              <a:ext cx="62425" cy="53450"/>
            </a:xfrm>
            <a:custGeom>
              <a:rect b="b" l="l" r="r" t="t"/>
              <a:pathLst>
                <a:path extrusionOk="0" h="2138" w="2497">
                  <a:moveTo>
                    <a:pt x="1073" y="1"/>
                  </a:moveTo>
                  <a:cubicBezTo>
                    <a:pt x="480" y="9"/>
                    <a:pt x="8" y="480"/>
                    <a:pt x="0" y="1074"/>
                  </a:cubicBezTo>
                  <a:cubicBezTo>
                    <a:pt x="0" y="1712"/>
                    <a:pt x="529" y="2137"/>
                    <a:pt x="1077" y="2137"/>
                  </a:cubicBezTo>
                  <a:cubicBezTo>
                    <a:pt x="1339" y="2137"/>
                    <a:pt x="1606"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60"/>
            <p:cNvSpPr/>
            <p:nvPr/>
          </p:nvSpPr>
          <p:spPr>
            <a:xfrm>
              <a:off x="5799275" y="1418975"/>
              <a:ext cx="62200" cy="53350"/>
            </a:xfrm>
            <a:custGeom>
              <a:rect b="b" l="l" r="r" t="t"/>
              <a:pathLst>
                <a:path extrusionOk="0" h="2134" w="2488">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7" name="Google Shape;3307;p60"/>
            <p:cNvSpPr/>
            <p:nvPr/>
          </p:nvSpPr>
          <p:spPr>
            <a:xfrm>
              <a:off x="5799275" y="1495200"/>
              <a:ext cx="62150" cy="53275"/>
            </a:xfrm>
            <a:custGeom>
              <a:rect b="b" l="l" r="r" t="t"/>
              <a:pathLst>
                <a:path extrusionOk="0" h="2131" w="2486">
                  <a:moveTo>
                    <a:pt x="1067" y="0"/>
                  </a:moveTo>
                  <a:cubicBezTo>
                    <a:pt x="1064" y="0"/>
                    <a:pt x="1060" y="0"/>
                    <a:pt x="1057" y="0"/>
                  </a:cubicBezTo>
                  <a:cubicBezTo>
                    <a:pt x="472" y="0"/>
                    <a:pt x="0" y="480"/>
                    <a:pt x="0" y="1065"/>
                  </a:cubicBezTo>
                  <a:cubicBezTo>
                    <a:pt x="0" y="1707"/>
                    <a:pt x="522" y="2130"/>
                    <a:pt x="1067" y="2130"/>
                  </a:cubicBezTo>
                  <a:cubicBezTo>
                    <a:pt x="1329" y="2130"/>
                    <a:pt x="1596" y="2032"/>
                    <a:pt x="1813" y="1813"/>
                  </a:cubicBezTo>
                  <a:cubicBezTo>
                    <a:pt x="2485" y="1149"/>
                    <a:pt x="2011" y="0"/>
                    <a:pt x="106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8" name="Google Shape;3308;p60"/>
            <p:cNvSpPr/>
            <p:nvPr/>
          </p:nvSpPr>
          <p:spPr>
            <a:xfrm>
              <a:off x="5799275" y="1571400"/>
              <a:ext cx="62150" cy="53275"/>
            </a:xfrm>
            <a:custGeom>
              <a:rect b="b" l="l" r="r" t="t"/>
              <a:pathLst>
                <a:path extrusionOk="0" h="2131" w="2486">
                  <a:moveTo>
                    <a:pt x="1067" y="1"/>
                  </a:moveTo>
                  <a:cubicBezTo>
                    <a:pt x="1064" y="1"/>
                    <a:pt x="1060" y="1"/>
                    <a:pt x="1057" y="1"/>
                  </a:cubicBezTo>
                  <a:cubicBezTo>
                    <a:pt x="472" y="1"/>
                    <a:pt x="0" y="472"/>
                    <a:pt x="0" y="1066"/>
                  </a:cubicBezTo>
                  <a:cubicBezTo>
                    <a:pt x="0" y="1708"/>
                    <a:pt x="522" y="2131"/>
                    <a:pt x="1067" y="2131"/>
                  </a:cubicBezTo>
                  <a:cubicBezTo>
                    <a:pt x="1329" y="2131"/>
                    <a:pt x="1596" y="2033"/>
                    <a:pt x="1813" y="1813"/>
                  </a:cubicBezTo>
                  <a:cubicBezTo>
                    <a:pt x="2485" y="1141"/>
                    <a:pt x="2011" y="1"/>
                    <a:pt x="106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9" name="Google Shape;3309;p60"/>
            <p:cNvSpPr/>
            <p:nvPr/>
          </p:nvSpPr>
          <p:spPr>
            <a:xfrm>
              <a:off x="5799275" y="1647400"/>
              <a:ext cx="62200" cy="53450"/>
            </a:xfrm>
            <a:custGeom>
              <a:rect b="b" l="l" r="r" t="t"/>
              <a:pathLst>
                <a:path extrusionOk="0" h="2138" w="2488">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60"/>
            <p:cNvSpPr/>
            <p:nvPr/>
          </p:nvSpPr>
          <p:spPr>
            <a:xfrm>
              <a:off x="5799275" y="1723625"/>
              <a:ext cx="62200" cy="53350"/>
            </a:xfrm>
            <a:custGeom>
              <a:rect b="b" l="l" r="r" t="t"/>
              <a:pathLst>
                <a:path extrusionOk="0" h="2134" w="2488">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1" name="Google Shape;3311;p60"/>
            <p:cNvSpPr/>
            <p:nvPr/>
          </p:nvSpPr>
          <p:spPr>
            <a:xfrm>
              <a:off x="5799275" y="1799825"/>
              <a:ext cx="62150" cy="53300"/>
            </a:xfrm>
            <a:custGeom>
              <a:rect b="b" l="l" r="r" t="t"/>
              <a:pathLst>
                <a:path extrusionOk="0" h="2132" w="2486">
                  <a:moveTo>
                    <a:pt x="1067" y="1"/>
                  </a:moveTo>
                  <a:cubicBezTo>
                    <a:pt x="1064" y="1"/>
                    <a:pt x="1060" y="1"/>
                    <a:pt x="1057" y="1"/>
                  </a:cubicBezTo>
                  <a:cubicBezTo>
                    <a:pt x="472" y="1"/>
                    <a:pt x="0" y="481"/>
                    <a:pt x="0" y="1066"/>
                  </a:cubicBezTo>
                  <a:cubicBezTo>
                    <a:pt x="0" y="1708"/>
                    <a:pt x="522" y="2131"/>
                    <a:pt x="1069" y="2131"/>
                  </a:cubicBezTo>
                  <a:cubicBezTo>
                    <a:pt x="1333" y="2131"/>
                    <a:pt x="1602" y="2033"/>
                    <a:pt x="1821" y="1814"/>
                  </a:cubicBezTo>
                  <a:cubicBezTo>
                    <a:pt x="2485" y="1150"/>
                    <a:pt x="2011" y="1"/>
                    <a:pt x="106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2" name="Google Shape;3312;p60"/>
            <p:cNvSpPr/>
            <p:nvPr/>
          </p:nvSpPr>
          <p:spPr>
            <a:xfrm>
              <a:off x="5799275" y="1876050"/>
              <a:ext cx="62150" cy="53275"/>
            </a:xfrm>
            <a:custGeom>
              <a:rect b="b" l="l" r="r" t="t"/>
              <a:pathLst>
                <a:path extrusionOk="0" h="2131" w="2486">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60"/>
            <p:cNvSpPr/>
            <p:nvPr/>
          </p:nvSpPr>
          <p:spPr>
            <a:xfrm>
              <a:off x="5799275" y="1952050"/>
              <a:ext cx="62200" cy="53500"/>
            </a:xfrm>
            <a:custGeom>
              <a:rect b="b" l="l" r="r" t="t"/>
              <a:pathLst>
                <a:path extrusionOk="0" h="2140" w="2488">
                  <a:moveTo>
                    <a:pt x="1057" y="1"/>
                  </a:moveTo>
                  <a:cubicBezTo>
                    <a:pt x="472" y="9"/>
                    <a:pt x="0" y="481"/>
                    <a:pt x="0" y="1074"/>
                  </a:cubicBezTo>
                  <a:cubicBezTo>
                    <a:pt x="0" y="1716"/>
                    <a:pt x="522" y="2139"/>
                    <a:pt x="1069" y="2139"/>
                  </a:cubicBezTo>
                  <a:cubicBezTo>
                    <a:pt x="1333" y="2139"/>
                    <a:pt x="1602" y="2041"/>
                    <a:pt x="1821"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4" name="Google Shape;3314;p60"/>
            <p:cNvSpPr/>
            <p:nvPr/>
          </p:nvSpPr>
          <p:spPr>
            <a:xfrm>
              <a:off x="5799275" y="2028275"/>
              <a:ext cx="62200" cy="53450"/>
            </a:xfrm>
            <a:custGeom>
              <a:rect b="b" l="l" r="r" t="t"/>
              <a:pathLst>
                <a:path extrusionOk="0" h="2138" w="2488">
                  <a:moveTo>
                    <a:pt x="1057" y="1"/>
                  </a:moveTo>
                  <a:cubicBezTo>
                    <a:pt x="472" y="9"/>
                    <a:pt x="0" y="480"/>
                    <a:pt x="0" y="1065"/>
                  </a:cubicBezTo>
                  <a:cubicBezTo>
                    <a:pt x="0" y="1709"/>
                    <a:pt x="525" y="2137"/>
                    <a:pt x="1074" y="2137"/>
                  </a:cubicBezTo>
                  <a:cubicBezTo>
                    <a:pt x="1336" y="2137"/>
                    <a:pt x="1603" y="2040"/>
                    <a:pt x="1821" y="1821"/>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5" name="Google Shape;3315;p60"/>
            <p:cNvSpPr/>
            <p:nvPr/>
          </p:nvSpPr>
          <p:spPr>
            <a:xfrm>
              <a:off x="5875275"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6" name="Google Shape;3316;p60"/>
            <p:cNvSpPr/>
            <p:nvPr/>
          </p:nvSpPr>
          <p:spPr>
            <a:xfrm>
              <a:off x="5875275" y="14952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7" name="Google Shape;3317;p60"/>
            <p:cNvSpPr/>
            <p:nvPr/>
          </p:nvSpPr>
          <p:spPr>
            <a:xfrm>
              <a:off x="5875275" y="1571400"/>
              <a:ext cx="62225" cy="53250"/>
            </a:xfrm>
            <a:custGeom>
              <a:rect b="b" l="l" r="r" t="t"/>
              <a:pathLst>
                <a:path extrusionOk="0" h="2130" w="2489">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8" name="Google Shape;3318;p60"/>
            <p:cNvSpPr/>
            <p:nvPr/>
          </p:nvSpPr>
          <p:spPr>
            <a:xfrm>
              <a:off x="5875275"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9" name="Google Shape;3319;p60"/>
            <p:cNvSpPr/>
            <p:nvPr/>
          </p:nvSpPr>
          <p:spPr>
            <a:xfrm>
              <a:off x="5875275" y="17236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0" name="Google Shape;3320;p60"/>
            <p:cNvSpPr/>
            <p:nvPr/>
          </p:nvSpPr>
          <p:spPr>
            <a:xfrm>
              <a:off x="5875275" y="17998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1" name="Google Shape;3321;p60"/>
            <p:cNvSpPr/>
            <p:nvPr/>
          </p:nvSpPr>
          <p:spPr>
            <a:xfrm>
              <a:off x="5875275" y="1876050"/>
              <a:ext cx="62225" cy="53350"/>
            </a:xfrm>
            <a:custGeom>
              <a:rect b="b" l="l" r="r" t="t"/>
              <a:pathLst>
                <a:path extrusionOk="0" h="2134" w="2489">
                  <a:moveTo>
                    <a:pt x="1065" y="1"/>
                  </a:moveTo>
                  <a:cubicBezTo>
                    <a:pt x="480" y="1"/>
                    <a:pt x="0" y="472"/>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2" name="Google Shape;3322;p60"/>
            <p:cNvSpPr/>
            <p:nvPr/>
          </p:nvSpPr>
          <p:spPr>
            <a:xfrm>
              <a:off x="5875275" y="1952050"/>
              <a:ext cx="62225" cy="53450"/>
            </a:xfrm>
            <a:custGeom>
              <a:rect b="b" l="l" r="r" t="t"/>
              <a:pathLst>
                <a:path extrusionOk="0" h="2138" w="2489">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3" name="Google Shape;3323;p60"/>
            <p:cNvSpPr/>
            <p:nvPr/>
          </p:nvSpPr>
          <p:spPr>
            <a:xfrm>
              <a:off x="5875275"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60"/>
            <p:cNvSpPr/>
            <p:nvPr/>
          </p:nvSpPr>
          <p:spPr>
            <a:xfrm>
              <a:off x="5875275" y="21045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5" name="Google Shape;3325;p60"/>
            <p:cNvSpPr/>
            <p:nvPr/>
          </p:nvSpPr>
          <p:spPr>
            <a:xfrm>
              <a:off x="5799275" y="2104500"/>
              <a:ext cx="62200" cy="53325"/>
            </a:xfrm>
            <a:custGeom>
              <a:rect b="b" l="l" r="r" t="t"/>
              <a:pathLst>
                <a:path extrusionOk="0" h="2133" w="2488">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6" name="Google Shape;3326;p60"/>
            <p:cNvSpPr/>
            <p:nvPr/>
          </p:nvSpPr>
          <p:spPr>
            <a:xfrm>
              <a:off x="5799275" y="2180700"/>
              <a:ext cx="62150" cy="53275"/>
            </a:xfrm>
            <a:custGeom>
              <a:rect b="b" l="l" r="r" t="t"/>
              <a:pathLst>
                <a:path extrusionOk="0" h="2131" w="2486">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7" name="Google Shape;3327;p60"/>
            <p:cNvSpPr/>
            <p:nvPr/>
          </p:nvSpPr>
          <p:spPr>
            <a:xfrm>
              <a:off x="5799275" y="2256925"/>
              <a:ext cx="62350" cy="53425"/>
            </a:xfrm>
            <a:custGeom>
              <a:rect b="b" l="l" r="r" t="t"/>
              <a:pathLst>
                <a:path extrusionOk="0" h="2137" w="2494">
                  <a:moveTo>
                    <a:pt x="1067" y="0"/>
                  </a:moveTo>
                  <a:cubicBezTo>
                    <a:pt x="1064" y="0"/>
                    <a:pt x="1060" y="0"/>
                    <a:pt x="1057" y="0"/>
                  </a:cubicBezTo>
                  <a:cubicBezTo>
                    <a:pt x="472" y="0"/>
                    <a:pt x="0" y="480"/>
                    <a:pt x="0" y="1065"/>
                  </a:cubicBezTo>
                  <a:cubicBezTo>
                    <a:pt x="0" y="1709"/>
                    <a:pt x="529" y="2137"/>
                    <a:pt x="1077" y="2137"/>
                  </a:cubicBezTo>
                  <a:cubicBezTo>
                    <a:pt x="1339" y="2137"/>
                    <a:pt x="1606" y="2039"/>
                    <a:pt x="1821" y="1821"/>
                  </a:cubicBezTo>
                  <a:cubicBezTo>
                    <a:pt x="2493" y="1149"/>
                    <a:pt x="2019" y="0"/>
                    <a:pt x="106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8" name="Google Shape;3328;p60"/>
            <p:cNvSpPr/>
            <p:nvPr/>
          </p:nvSpPr>
          <p:spPr>
            <a:xfrm>
              <a:off x="5799275" y="2333125"/>
              <a:ext cx="62200" cy="53450"/>
            </a:xfrm>
            <a:custGeom>
              <a:rect b="b" l="l" r="r" t="t"/>
              <a:pathLst>
                <a:path extrusionOk="0" h="2138" w="2488">
                  <a:moveTo>
                    <a:pt x="1057" y="1"/>
                  </a:moveTo>
                  <a:cubicBezTo>
                    <a:pt x="472" y="9"/>
                    <a:pt x="0" y="480"/>
                    <a:pt x="0" y="1066"/>
                  </a:cubicBezTo>
                  <a:cubicBezTo>
                    <a:pt x="0" y="1709"/>
                    <a:pt x="525" y="2137"/>
                    <a:pt x="1071" y="2137"/>
                  </a:cubicBezTo>
                  <a:cubicBezTo>
                    <a:pt x="1332" y="2137"/>
                    <a:pt x="1597" y="2040"/>
                    <a:pt x="1813"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60"/>
            <p:cNvSpPr/>
            <p:nvPr/>
          </p:nvSpPr>
          <p:spPr>
            <a:xfrm>
              <a:off x="5799050" y="2637775"/>
              <a:ext cx="62425" cy="53450"/>
            </a:xfrm>
            <a:custGeom>
              <a:rect b="b" l="l" r="r" t="t"/>
              <a:pathLst>
                <a:path extrusionOk="0" h="2138" w="2497">
                  <a:moveTo>
                    <a:pt x="1066" y="1"/>
                  </a:moveTo>
                  <a:cubicBezTo>
                    <a:pt x="481" y="9"/>
                    <a:pt x="1" y="480"/>
                    <a:pt x="1" y="1074"/>
                  </a:cubicBezTo>
                  <a:cubicBezTo>
                    <a:pt x="1" y="1712"/>
                    <a:pt x="525" y="2137"/>
                    <a:pt x="1074" y="2137"/>
                  </a:cubicBezTo>
                  <a:cubicBezTo>
                    <a:pt x="1336"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0" name="Google Shape;3330;p60"/>
            <p:cNvSpPr/>
            <p:nvPr/>
          </p:nvSpPr>
          <p:spPr>
            <a:xfrm>
              <a:off x="5799275" y="2561575"/>
              <a:ext cx="62200" cy="53425"/>
            </a:xfrm>
            <a:custGeom>
              <a:rect b="b" l="l" r="r" t="t"/>
              <a:pathLst>
                <a:path extrusionOk="0" h="2137" w="2488">
                  <a:moveTo>
                    <a:pt x="1057" y="0"/>
                  </a:moveTo>
                  <a:cubicBezTo>
                    <a:pt x="472" y="8"/>
                    <a:pt x="0" y="480"/>
                    <a:pt x="0" y="1073"/>
                  </a:cubicBezTo>
                  <a:cubicBezTo>
                    <a:pt x="0" y="1711"/>
                    <a:pt x="524" y="2137"/>
                    <a:pt x="1070" y="2137"/>
                  </a:cubicBezTo>
                  <a:cubicBezTo>
                    <a:pt x="1331" y="2137"/>
                    <a:pt x="1597" y="2039"/>
                    <a:pt x="1813" y="1821"/>
                  </a:cubicBezTo>
                  <a:cubicBezTo>
                    <a:pt x="2488" y="1146"/>
                    <a:pt x="2008" y="0"/>
                    <a:pt x="105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1" name="Google Shape;3331;p60"/>
            <p:cNvSpPr/>
            <p:nvPr/>
          </p:nvSpPr>
          <p:spPr>
            <a:xfrm>
              <a:off x="5799050" y="2485550"/>
              <a:ext cx="62425" cy="53300"/>
            </a:xfrm>
            <a:custGeom>
              <a:rect b="b" l="l" r="r" t="t"/>
              <a:pathLst>
                <a:path extrusionOk="0" h="2132" w="2497">
                  <a:moveTo>
                    <a:pt x="1066" y="1"/>
                  </a:moveTo>
                  <a:cubicBezTo>
                    <a:pt x="481" y="1"/>
                    <a:pt x="1" y="472"/>
                    <a:pt x="1" y="1066"/>
                  </a:cubicBezTo>
                  <a:cubicBezTo>
                    <a:pt x="1" y="1708"/>
                    <a:pt x="523" y="2131"/>
                    <a:pt x="1070" y="2131"/>
                  </a:cubicBezTo>
                  <a:cubicBezTo>
                    <a:pt x="1333" y="2131"/>
                    <a:pt x="1603" y="2033"/>
                    <a:pt x="1822" y="1814"/>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2" name="Google Shape;3332;p60"/>
            <p:cNvSpPr/>
            <p:nvPr/>
          </p:nvSpPr>
          <p:spPr>
            <a:xfrm>
              <a:off x="5799275" y="2409350"/>
              <a:ext cx="62150" cy="53275"/>
            </a:xfrm>
            <a:custGeom>
              <a:rect b="b" l="l" r="r" t="t"/>
              <a:pathLst>
                <a:path extrusionOk="0" h="2131" w="2486">
                  <a:moveTo>
                    <a:pt x="1067" y="0"/>
                  </a:moveTo>
                  <a:cubicBezTo>
                    <a:pt x="1064" y="0"/>
                    <a:pt x="1060" y="0"/>
                    <a:pt x="1057" y="0"/>
                  </a:cubicBezTo>
                  <a:cubicBezTo>
                    <a:pt x="472" y="0"/>
                    <a:pt x="0" y="480"/>
                    <a:pt x="0" y="1065"/>
                  </a:cubicBezTo>
                  <a:cubicBezTo>
                    <a:pt x="0" y="1707"/>
                    <a:pt x="522" y="2131"/>
                    <a:pt x="1069" y="2131"/>
                  </a:cubicBezTo>
                  <a:cubicBezTo>
                    <a:pt x="1333" y="2131"/>
                    <a:pt x="1602" y="2032"/>
                    <a:pt x="1821" y="1813"/>
                  </a:cubicBezTo>
                  <a:cubicBezTo>
                    <a:pt x="2485" y="1149"/>
                    <a:pt x="2011" y="0"/>
                    <a:pt x="106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3" name="Google Shape;3333;p60"/>
            <p:cNvSpPr/>
            <p:nvPr/>
          </p:nvSpPr>
          <p:spPr>
            <a:xfrm>
              <a:off x="5723050" y="2409350"/>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4" name="Google Shape;3334;p60"/>
            <p:cNvSpPr/>
            <p:nvPr/>
          </p:nvSpPr>
          <p:spPr>
            <a:xfrm>
              <a:off x="5646825"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5" name="Google Shape;3335;p60"/>
            <p:cNvSpPr/>
            <p:nvPr/>
          </p:nvSpPr>
          <p:spPr>
            <a:xfrm>
              <a:off x="5570625" y="2409350"/>
              <a:ext cx="62200" cy="53350"/>
            </a:xfrm>
            <a:custGeom>
              <a:rect b="b" l="l" r="r" t="t"/>
              <a:pathLst>
                <a:path extrusionOk="0" h="2134"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60"/>
            <p:cNvSpPr/>
            <p:nvPr/>
          </p:nvSpPr>
          <p:spPr>
            <a:xfrm>
              <a:off x="5494400"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7" name="Google Shape;3337;p60"/>
            <p:cNvSpPr/>
            <p:nvPr/>
          </p:nvSpPr>
          <p:spPr>
            <a:xfrm>
              <a:off x="5418200" y="240935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8" name="Google Shape;3338;p60"/>
            <p:cNvSpPr/>
            <p:nvPr/>
          </p:nvSpPr>
          <p:spPr>
            <a:xfrm>
              <a:off x="5341975" y="240935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9" name="Google Shape;3339;p60"/>
            <p:cNvSpPr/>
            <p:nvPr/>
          </p:nvSpPr>
          <p:spPr>
            <a:xfrm>
              <a:off x="6027500" y="3399500"/>
              <a:ext cx="62425" cy="53350"/>
            </a:xfrm>
            <a:custGeom>
              <a:rect b="b" l="l" r="r" t="t"/>
              <a:pathLst>
                <a:path extrusionOk="0" h="2134" w="2497">
                  <a:moveTo>
                    <a:pt x="1073" y="1"/>
                  </a:moveTo>
                  <a:cubicBezTo>
                    <a:pt x="480" y="1"/>
                    <a:pt x="9" y="480"/>
                    <a:pt x="0" y="1066"/>
                  </a:cubicBezTo>
                  <a:cubicBezTo>
                    <a:pt x="0" y="1709"/>
                    <a:pt x="529" y="2134"/>
                    <a:pt x="1078" y="2134"/>
                  </a:cubicBezTo>
                  <a:cubicBezTo>
                    <a:pt x="1340" y="2134"/>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0" name="Google Shape;3340;p60"/>
            <p:cNvSpPr/>
            <p:nvPr/>
          </p:nvSpPr>
          <p:spPr>
            <a:xfrm>
              <a:off x="6027500" y="3323300"/>
              <a:ext cx="62425" cy="53425"/>
            </a:xfrm>
            <a:custGeom>
              <a:rect b="b" l="l" r="r" t="t"/>
              <a:pathLst>
                <a:path extrusionOk="0" h="2137" w="2497">
                  <a:moveTo>
                    <a:pt x="1073" y="0"/>
                  </a:moveTo>
                  <a:cubicBezTo>
                    <a:pt x="480" y="0"/>
                    <a:pt x="9" y="480"/>
                    <a:pt x="0" y="1065"/>
                  </a:cubicBezTo>
                  <a:cubicBezTo>
                    <a:pt x="0" y="1709"/>
                    <a:pt x="529" y="2137"/>
                    <a:pt x="1078" y="2137"/>
                  </a:cubicBezTo>
                  <a:cubicBezTo>
                    <a:pt x="1340" y="2137"/>
                    <a:pt x="1606" y="2039"/>
                    <a:pt x="1821" y="1821"/>
                  </a:cubicBezTo>
                  <a:cubicBezTo>
                    <a:pt x="2496" y="1154"/>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1" name="Google Shape;3341;p60"/>
            <p:cNvSpPr/>
            <p:nvPr/>
          </p:nvSpPr>
          <p:spPr>
            <a:xfrm>
              <a:off x="6103700" y="3171075"/>
              <a:ext cx="62425" cy="53275"/>
            </a:xfrm>
            <a:custGeom>
              <a:rect b="b" l="l" r="r" t="t"/>
              <a:pathLst>
                <a:path extrusionOk="0" h="2131" w="2497">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2" name="Google Shape;3342;p60"/>
            <p:cNvSpPr/>
            <p:nvPr/>
          </p:nvSpPr>
          <p:spPr>
            <a:xfrm>
              <a:off x="6103700" y="3094850"/>
              <a:ext cx="62425" cy="53350"/>
            </a:xfrm>
            <a:custGeom>
              <a:rect b="b" l="l" r="r" t="t"/>
              <a:pathLst>
                <a:path extrusionOk="0" h="2134" w="2497">
                  <a:moveTo>
                    <a:pt x="1066" y="1"/>
                  </a:moveTo>
                  <a:cubicBezTo>
                    <a:pt x="481" y="1"/>
                    <a:pt x="1" y="480"/>
                    <a:pt x="1" y="1066"/>
                  </a:cubicBezTo>
                  <a:cubicBezTo>
                    <a:pt x="1" y="1709"/>
                    <a:pt x="526" y="2134"/>
                    <a:pt x="1075" y="2134"/>
                  </a:cubicBezTo>
                  <a:cubicBezTo>
                    <a:pt x="1337" y="2134"/>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3" name="Google Shape;3343;p60"/>
            <p:cNvSpPr/>
            <p:nvPr/>
          </p:nvSpPr>
          <p:spPr>
            <a:xfrm>
              <a:off x="5951475" y="309485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4" name="Google Shape;3344;p60"/>
            <p:cNvSpPr/>
            <p:nvPr/>
          </p:nvSpPr>
          <p:spPr>
            <a:xfrm>
              <a:off x="5951475"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5" name="Google Shape;3345;p60"/>
            <p:cNvSpPr/>
            <p:nvPr/>
          </p:nvSpPr>
          <p:spPr>
            <a:xfrm>
              <a:off x="5875275" y="33995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6" name="Google Shape;3346;p60"/>
            <p:cNvSpPr/>
            <p:nvPr/>
          </p:nvSpPr>
          <p:spPr>
            <a:xfrm>
              <a:off x="5875275" y="33233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7" name="Google Shape;3347;p60"/>
            <p:cNvSpPr/>
            <p:nvPr/>
          </p:nvSpPr>
          <p:spPr>
            <a:xfrm>
              <a:off x="5875275" y="3247075"/>
              <a:ext cx="62225" cy="53450"/>
            </a:xfrm>
            <a:custGeom>
              <a:rect b="b" l="l" r="r" t="t"/>
              <a:pathLst>
                <a:path extrusionOk="0" h="2138" w="2489">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8" name="Google Shape;3348;p60"/>
            <p:cNvSpPr/>
            <p:nvPr/>
          </p:nvSpPr>
          <p:spPr>
            <a:xfrm>
              <a:off x="5799125" y="3399500"/>
              <a:ext cx="62350" cy="53450"/>
            </a:xfrm>
            <a:custGeom>
              <a:rect b="b" l="l" r="r" t="t"/>
              <a:pathLst>
                <a:path extrusionOk="0" h="2138" w="2494">
                  <a:moveTo>
                    <a:pt x="1063" y="1"/>
                  </a:moveTo>
                  <a:cubicBezTo>
                    <a:pt x="478" y="1"/>
                    <a:pt x="6" y="480"/>
                    <a:pt x="6" y="1066"/>
                  </a:cubicBezTo>
                  <a:cubicBezTo>
                    <a:pt x="1" y="1709"/>
                    <a:pt x="528" y="2137"/>
                    <a:pt x="1076" y="2137"/>
                  </a:cubicBezTo>
                  <a:cubicBezTo>
                    <a:pt x="1337" y="2137"/>
                    <a:pt x="1603" y="2040"/>
                    <a:pt x="1819" y="1822"/>
                  </a:cubicBezTo>
                  <a:cubicBezTo>
                    <a:pt x="2494" y="1147"/>
                    <a:pt x="2014" y="1"/>
                    <a:pt x="106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9" name="Google Shape;3349;p60"/>
            <p:cNvSpPr/>
            <p:nvPr/>
          </p:nvSpPr>
          <p:spPr>
            <a:xfrm>
              <a:off x="5799125" y="3323300"/>
              <a:ext cx="62350" cy="53425"/>
            </a:xfrm>
            <a:custGeom>
              <a:rect b="b" l="l" r="r" t="t"/>
              <a:pathLst>
                <a:path extrusionOk="0" h="2137" w="2494">
                  <a:moveTo>
                    <a:pt x="1063" y="0"/>
                  </a:moveTo>
                  <a:cubicBezTo>
                    <a:pt x="478" y="8"/>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0" name="Google Shape;3350;p60"/>
            <p:cNvSpPr/>
            <p:nvPr/>
          </p:nvSpPr>
          <p:spPr>
            <a:xfrm>
              <a:off x="6027500" y="3551925"/>
              <a:ext cx="62425" cy="53250"/>
            </a:xfrm>
            <a:custGeom>
              <a:rect b="b" l="l" r="r" t="t"/>
              <a:pathLst>
                <a:path extrusionOk="0" h="2130" w="2497">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1" name="Google Shape;3351;p60"/>
            <p:cNvSpPr/>
            <p:nvPr/>
          </p:nvSpPr>
          <p:spPr>
            <a:xfrm>
              <a:off x="5951475" y="355192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2" name="Google Shape;3352;p60"/>
            <p:cNvSpPr/>
            <p:nvPr/>
          </p:nvSpPr>
          <p:spPr>
            <a:xfrm>
              <a:off x="5875275" y="355192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3" name="Google Shape;3353;p60"/>
            <p:cNvSpPr/>
            <p:nvPr/>
          </p:nvSpPr>
          <p:spPr>
            <a:xfrm>
              <a:off x="5799050" y="3551925"/>
              <a:ext cx="62375" cy="53300"/>
            </a:xfrm>
            <a:custGeom>
              <a:rect b="b" l="l" r="r" t="t"/>
              <a:pathLst>
                <a:path extrusionOk="0" h="2132" w="2495">
                  <a:moveTo>
                    <a:pt x="1076" y="1"/>
                  </a:moveTo>
                  <a:cubicBezTo>
                    <a:pt x="1073" y="1"/>
                    <a:pt x="1069" y="1"/>
                    <a:pt x="1066" y="1"/>
                  </a:cubicBezTo>
                  <a:cubicBezTo>
                    <a:pt x="481" y="1"/>
                    <a:pt x="1" y="480"/>
                    <a:pt x="9" y="1066"/>
                  </a:cubicBezTo>
                  <a:cubicBezTo>
                    <a:pt x="9" y="1708"/>
                    <a:pt x="531" y="2131"/>
                    <a:pt x="1078" y="2131"/>
                  </a:cubicBezTo>
                  <a:cubicBezTo>
                    <a:pt x="1342" y="2131"/>
                    <a:pt x="1611" y="2033"/>
                    <a:pt x="1830" y="1814"/>
                  </a:cubicBezTo>
                  <a:cubicBezTo>
                    <a:pt x="2494" y="1141"/>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4" name="Google Shape;3354;p60"/>
            <p:cNvSpPr/>
            <p:nvPr/>
          </p:nvSpPr>
          <p:spPr>
            <a:xfrm>
              <a:off x="5723050" y="3551925"/>
              <a:ext cx="62150" cy="53300"/>
            </a:xfrm>
            <a:custGeom>
              <a:rect b="b" l="l" r="r" t="t"/>
              <a:pathLst>
                <a:path extrusionOk="0" h="2132" w="2486">
                  <a:moveTo>
                    <a:pt x="1075" y="1"/>
                  </a:moveTo>
                  <a:cubicBezTo>
                    <a:pt x="1072" y="1"/>
                    <a:pt x="1069" y="1"/>
                    <a:pt x="1065" y="1"/>
                  </a:cubicBezTo>
                  <a:cubicBezTo>
                    <a:pt x="472" y="1"/>
                    <a:pt x="0" y="480"/>
                    <a:pt x="0" y="1066"/>
                  </a:cubicBezTo>
                  <a:cubicBezTo>
                    <a:pt x="0" y="1708"/>
                    <a:pt x="523" y="2131"/>
                    <a:pt x="1070" y="2131"/>
                  </a:cubicBezTo>
                  <a:cubicBezTo>
                    <a:pt x="1333" y="2131"/>
                    <a:pt x="1602" y="2033"/>
                    <a:pt x="1821" y="1814"/>
                  </a:cubicBezTo>
                  <a:cubicBezTo>
                    <a:pt x="2486" y="1141"/>
                    <a:pt x="2012"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5" name="Google Shape;3355;p60"/>
            <p:cNvSpPr/>
            <p:nvPr/>
          </p:nvSpPr>
          <p:spPr>
            <a:xfrm>
              <a:off x="5723050" y="3475725"/>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6" name="Google Shape;3356;p60"/>
            <p:cNvSpPr/>
            <p:nvPr/>
          </p:nvSpPr>
          <p:spPr>
            <a:xfrm>
              <a:off x="5646825" y="34757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7" name="Google Shape;3357;p60"/>
            <p:cNvSpPr/>
            <p:nvPr/>
          </p:nvSpPr>
          <p:spPr>
            <a:xfrm>
              <a:off x="5646700" y="3399500"/>
              <a:ext cx="62350" cy="53350"/>
            </a:xfrm>
            <a:custGeom>
              <a:rect b="b" l="l" r="r" t="t"/>
              <a:pathLst>
                <a:path extrusionOk="0" h="2134" w="2494">
                  <a:moveTo>
                    <a:pt x="1071" y="1"/>
                  </a:moveTo>
                  <a:cubicBezTo>
                    <a:pt x="477" y="1"/>
                    <a:pt x="6" y="480"/>
                    <a:pt x="6" y="1066"/>
                  </a:cubicBezTo>
                  <a:cubicBezTo>
                    <a:pt x="0" y="1709"/>
                    <a:pt x="528" y="2134"/>
                    <a:pt x="1076" y="2134"/>
                  </a:cubicBezTo>
                  <a:cubicBezTo>
                    <a:pt x="1337" y="2134"/>
                    <a:pt x="1603" y="2037"/>
                    <a:pt x="1819" y="1822"/>
                  </a:cubicBezTo>
                  <a:cubicBezTo>
                    <a:pt x="2494" y="1147"/>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8" name="Google Shape;3358;p60"/>
            <p:cNvSpPr/>
            <p:nvPr/>
          </p:nvSpPr>
          <p:spPr>
            <a:xfrm>
              <a:off x="5570475" y="3399500"/>
              <a:ext cx="62350" cy="53350"/>
            </a:xfrm>
            <a:custGeom>
              <a:rect b="b" l="l" r="r" t="t"/>
              <a:pathLst>
                <a:path extrusionOk="0" h="2134" w="2494">
                  <a:moveTo>
                    <a:pt x="1071" y="1"/>
                  </a:moveTo>
                  <a:cubicBezTo>
                    <a:pt x="486" y="1"/>
                    <a:pt x="6" y="480"/>
                    <a:pt x="6" y="1066"/>
                  </a:cubicBezTo>
                  <a:cubicBezTo>
                    <a:pt x="1" y="1709"/>
                    <a:pt x="528" y="2134"/>
                    <a:pt x="1076" y="2134"/>
                  </a:cubicBezTo>
                  <a:cubicBezTo>
                    <a:pt x="1338" y="2134"/>
                    <a:pt x="1604" y="2037"/>
                    <a:pt x="1819" y="1822"/>
                  </a:cubicBezTo>
                  <a:cubicBezTo>
                    <a:pt x="2494" y="1155"/>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9" name="Google Shape;3359;p60"/>
            <p:cNvSpPr/>
            <p:nvPr/>
          </p:nvSpPr>
          <p:spPr>
            <a:xfrm>
              <a:off x="5570475" y="3323300"/>
              <a:ext cx="62350" cy="53425"/>
            </a:xfrm>
            <a:custGeom>
              <a:rect b="b" l="l" r="r" t="t"/>
              <a:pathLst>
                <a:path extrusionOk="0" h="2137" w="2494">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0" name="Google Shape;3360;p60"/>
            <p:cNvSpPr/>
            <p:nvPr/>
          </p:nvSpPr>
          <p:spPr>
            <a:xfrm>
              <a:off x="5494275" y="3323300"/>
              <a:ext cx="62350" cy="53425"/>
            </a:xfrm>
            <a:custGeom>
              <a:rect b="b" l="l" r="r" t="t"/>
              <a:pathLst>
                <a:path extrusionOk="0" h="2137" w="2494">
                  <a:moveTo>
                    <a:pt x="1071" y="0"/>
                  </a:moveTo>
                  <a:cubicBezTo>
                    <a:pt x="485" y="0"/>
                    <a:pt x="6" y="480"/>
                    <a:pt x="6" y="1065"/>
                  </a:cubicBezTo>
                  <a:cubicBezTo>
                    <a:pt x="0" y="1709"/>
                    <a:pt x="524" y="2137"/>
                    <a:pt x="1072" y="2137"/>
                  </a:cubicBezTo>
                  <a:cubicBezTo>
                    <a:pt x="1333" y="2137"/>
                    <a:pt x="1601" y="2039"/>
                    <a:pt x="1819" y="1821"/>
                  </a:cubicBezTo>
                  <a:cubicBezTo>
                    <a:pt x="2493" y="1154"/>
                    <a:pt x="2022" y="8"/>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1" name="Google Shape;3361;p60"/>
            <p:cNvSpPr/>
            <p:nvPr/>
          </p:nvSpPr>
          <p:spPr>
            <a:xfrm>
              <a:off x="5494275" y="3247075"/>
              <a:ext cx="62350" cy="53500"/>
            </a:xfrm>
            <a:custGeom>
              <a:rect b="b" l="l" r="r" t="t"/>
              <a:pathLst>
                <a:path extrusionOk="0" h="2140" w="2494">
                  <a:moveTo>
                    <a:pt x="1071" y="1"/>
                  </a:moveTo>
                  <a:cubicBezTo>
                    <a:pt x="485" y="1"/>
                    <a:pt x="6" y="480"/>
                    <a:pt x="6" y="1066"/>
                  </a:cubicBezTo>
                  <a:cubicBezTo>
                    <a:pt x="0" y="1711"/>
                    <a:pt x="527" y="2140"/>
                    <a:pt x="1077" y="2140"/>
                  </a:cubicBezTo>
                  <a:cubicBezTo>
                    <a:pt x="1337" y="2140"/>
                    <a:pt x="1602" y="2044"/>
                    <a:pt x="1819" y="1830"/>
                  </a:cubicBezTo>
                  <a:cubicBezTo>
                    <a:pt x="2493" y="1155"/>
                    <a:pt x="2022" y="9"/>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2" name="Google Shape;3362;p60"/>
            <p:cNvSpPr/>
            <p:nvPr/>
          </p:nvSpPr>
          <p:spPr>
            <a:xfrm>
              <a:off x="5646700" y="3247075"/>
              <a:ext cx="62350" cy="53450"/>
            </a:xfrm>
            <a:custGeom>
              <a:rect b="b" l="l" r="r" t="t"/>
              <a:pathLst>
                <a:path extrusionOk="0" h="2138" w="2494">
                  <a:moveTo>
                    <a:pt x="1071" y="1"/>
                  </a:moveTo>
                  <a:cubicBezTo>
                    <a:pt x="486" y="9"/>
                    <a:pt x="6" y="480"/>
                    <a:pt x="6" y="1066"/>
                  </a:cubicBezTo>
                  <a:cubicBezTo>
                    <a:pt x="0" y="1709"/>
                    <a:pt x="524" y="2137"/>
                    <a:pt x="1072" y="2137"/>
                  </a:cubicBezTo>
                  <a:cubicBezTo>
                    <a:pt x="1333" y="2137"/>
                    <a:pt x="1601" y="2040"/>
                    <a:pt x="1819" y="1822"/>
                  </a:cubicBezTo>
                  <a:cubicBezTo>
                    <a:pt x="2494" y="1155"/>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3" name="Google Shape;3363;p60"/>
            <p:cNvSpPr/>
            <p:nvPr/>
          </p:nvSpPr>
          <p:spPr>
            <a:xfrm>
              <a:off x="5570625" y="3171075"/>
              <a:ext cx="62200" cy="53350"/>
            </a:xfrm>
            <a:custGeom>
              <a:rect b="b" l="l" r="r" t="t"/>
              <a:pathLst>
                <a:path extrusionOk="0" h="2134" w="2488">
                  <a:moveTo>
                    <a:pt x="1065" y="0"/>
                  </a:moveTo>
                  <a:cubicBezTo>
                    <a:pt x="472" y="0"/>
                    <a:pt x="0" y="472"/>
                    <a:pt x="0" y="1065"/>
                  </a:cubicBezTo>
                  <a:cubicBezTo>
                    <a:pt x="0" y="1709"/>
                    <a:pt x="526" y="2133"/>
                    <a:pt x="1072" y="2133"/>
                  </a:cubicBezTo>
                  <a:cubicBezTo>
                    <a:pt x="1333" y="2133"/>
                    <a:pt x="1598" y="2037"/>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4" name="Google Shape;3364;p60"/>
            <p:cNvSpPr/>
            <p:nvPr/>
          </p:nvSpPr>
          <p:spPr>
            <a:xfrm>
              <a:off x="5494400" y="309485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5" name="Google Shape;3365;p60"/>
            <p:cNvSpPr/>
            <p:nvPr/>
          </p:nvSpPr>
          <p:spPr>
            <a:xfrm>
              <a:off x="7322525" y="1495200"/>
              <a:ext cx="62400" cy="53325"/>
            </a:xfrm>
            <a:custGeom>
              <a:rect b="b" l="l" r="r" t="t"/>
              <a:pathLst>
                <a:path extrusionOk="0" h="2133" w="2496">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6" name="Google Shape;3366;p60"/>
            <p:cNvSpPr/>
            <p:nvPr/>
          </p:nvSpPr>
          <p:spPr>
            <a:xfrm>
              <a:off x="724650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7" name="Google Shape;3367;p60"/>
            <p:cNvSpPr/>
            <p:nvPr/>
          </p:nvSpPr>
          <p:spPr>
            <a:xfrm>
              <a:off x="724650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8" name="Google Shape;3368;p60"/>
            <p:cNvSpPr/>
            <p:nvPr/>
          </p:nvSpPr>
          <p:spPr>
            <a:xfrm>
              <a:off x="717030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9" name="Google Shape;3369;p60"/>
            <p:cNvSpPr/>
            <p:nvPr/>
          </p:nvSpPr>
          <p:spPr>
            <a:xfrm>
              <a:off x="7170300" y="141897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0" name="Google Shape;3370;p60"/>
            <p:cNvSpPr/>
            <p:nvPr/>
          </p:nvSpPr>
          <p:spPr>
            <a:xfrm>
              <a:off x="7094075" y="1571400"/>
              <a:ext cx="62425" cy="53250"/>
            </a:xfrm>
            <a:custGeom>
              <a:rect b="b" l="l" r="r" t="t"/>
              <a:pathLst>
                <a:path extrusionOk="0" h="2130" w="2497">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1" name="Google Shape;3371;p60"/>
            <p:cNvSpPr/>
            <p:nvPr/>
          </p:nvSpPr>
          <p:spPr>
            <a:xfrm>
              <a:off x="7094075" y="141897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2" name="Google Shape;3372;p60"/>
            <p:cNvSpPr/>
            <p:nvPr/>
          </p:nvSpPr>
          <p:spPr>
            <a:xfrm>
              <a:off x="7017875" y="1571400"/>
              <a:ext cx="62400" cy="53250"/>
            </a:xfrm>
            <a:custGeom>
              <a:rect b="b" l="l" r="r" t="t"/>
              <a:pathLst>
                <a:path extrusionOk="0" h="2130" w="2496">
                  <a:moveTo>
                    <a:pt x="1073" y="1"/>
                  </a:moveTo>
                  <a:cubicBezTo>
                    <a:pt x="480" y="1"/>
                    <a:pt x="8" y="472"/>
                    <a:pt x="0" y="1066"/>
                  </a:cubicBezTo>
                  <a:cubicBezTo>
                    <a:pt x="0" y="1703"/>
                    <a:pt x="528" y="2129"/>
                    <a:pt x="1076" y="2129"/>
                  </a:cubicBezTo>
                  <a:cubicBezTo>
                    <a:pt x="1339" y="2129"/>
                    <a:pt x="1605" y="2032"/>
                    <a:pt x="1821" y="1813"/>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3" name="Google Shape;3373;p60"/>
            <p:cNvSpPr/>
            <p:nvPr/>
          </p:nvSpPr>
          <p:spPr>
            <a:xfrm>
              <a:off x="7017875" y="1418975"/>
              <a:ext cx="62400" cy="53350"/>
            </a:xfrm>
            <a:custGeom>
              <a:rect b="b" l="l" r="r" t="t"/>
              <a:pathLst>
                <a:path extrusionOk="0" h="2134" w="2496">
                  <a:moveTo>
                    <a:pt x="1073" y="1"/>
                  </a:moveTo>
                  <a:cubicBezTo>
                    <a:pt x="480" y="1"/>
                    <a:pt x="8"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4" name="Google Shape;3374;p60"/>
            <p:cNvSpPr/>
            <p:nvPr/>
          </p:nvSpPr>
          <p:spPr>
            <a:xfrm>
              <a:off x="6941850"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5" name="Google Shape;3375;p60"/>
            <p:cNvSpPr/>
            <p:nvPr/>
          </p:nvSpPr>
          <p:spPr>
            <a:xfrm>
              <a:off x="694185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6" name="Google Shape;3376;p60"/>
            <p:cNvSpPr/>
            <p:nvPr/>
          </p:nvSpPr>
          <p:spPr>
            <a:xfrm>
              <a:off x="694185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7" name="Google Shape;3377;p60"/>
            <p:cNvSpPr/>
            <p:nvPr/>
          </p:nvSpPr>
          <p:spPr>
            <a:xfrm>
              <a:off x="6941850"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8" name="Google Shape;3378;p60"/>
            <p:cNvSpPr/>
            <p:nvPr/>
          </p:nvSpPr>
          <p:spPr>
            <a:xfrm>
              <a:off x="686565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9" name="Google Shape;3379;p60"/>
            <p:cNvSpPr/>
            <p:nvPr/>
          </p:nvSpPr>
          <p:spPr>
            <a:xfrm>
              <a:off x="6865650"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0" name="Google Shape;3380;p60"/>
            <p:cNvSpPr/>
            <p:nvPr/>
          </p:nvSpPr>
          <p:spPr>
            <a:xfrm>
              <a:off x="68656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1" name="Google Shape;3381;p60"/>
            <p:cNvSpPr/>
            <p:nvPr/>
          </p:nvSpPr>
          <p:spPr>
            <a:xfrm>
              <a:off x="6865650"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2" name="Google Shape;3382;p60"/>
            <p:cNvSpPr/>
            <p:nvPr/>
          </p:nvSpPr>
          <p:spPr>
            <a:xfrm>
              <a:off x="6789225" y="179985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3" name="Google Shape;3383;p60"/>
            <p:cNvSpPr/>
            <p:nvPr/>
          </p:nvSpPr>
          <p:spPr>
            <a:xfrm>
              <a:off x="6789225" y="172362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4" name="Google Shape;3384;p60"/>
            <p:cNvSpPr/>
            <p:nvPr/>
          </p:nvSpPr>
          <p:spPr>
            <a:xfrm>
              <a:off x="6789225" y="1571400"/>
              <a:ext cx="62425" cy="53250"/>
            </a:xfrm>
            <a:custGeom>
              <a:rect b="b" l="l" r="r" t="t"/>
              <a:pathLst>
                <a:path extrusionOk="0" h="2130" w="2497">
                  <a:moveTo>
                    <a:pt x="1074" y="1"/>
                  </a:moveTo>
                  <a:cubicBezTo>
                    <a:pt x="480" y="1"/>
                    <a:pt x="9" y="472"/>
                    <a:pt x="1" y="1066"/>
                  </a:cubicBezTo>
                  <a:cubicBezTo>
                    <a:pt x="1" y="1703"/>
                    <a:pt x="525" y="2129"/>
                    <a:pt x="1073" y="2129"/>
                  </a:cubicBezTo>
                  <a:cubicBezTo>
                    <a:pt x="1335" y="2129"/>
                    <a:pt x="1603" y="2032"/>
                    <a:pt x="1822" y="1813"/>
                  </a:cubicBezTo>
                  <a:cubicBezTo>
                    <a:pt x="2496" y="1147"/>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5" name="Google Shape;3385;p60"/>
            <p:cNvSpPr/>
            <p:nvPr/>
          </p:nvSpPr>
          <p:spPr>
            <a:xfrm>
              <a:off x="6789225" y="1342750"/>
              <a:ext cx="62425" cy="53450"/>
            </a:xfrm>
            <a:custGeom>
              <a:rect b="b" l="l" r="r" t="t"/>
              <a:pathLst>
                <a:path extrusionOk="0" h="2138" w="2497">
                  <a:moveTo>
                    <a:pt x="1074" y="1"/>
                  </a:moveTo>
                  <a:cubicBezTo>
                    <a:pt x="480" y="1"/>
                    <a:pt x="9" y="481"/>
                    <a:pt x="1" y="1066"/>
                  </a:cubicBezTo>
                  <a:cubicBezTo>
                    <a:pt x="1" y="1710"/>
                    <a:pt x="526" y="2138"/>
                    <a:pt x="1074" y="2138"/>
                  </a:cubicBezTo>
                  <a:cubicBezTo>
                    <a:pt x="1336" y="2138"/>
                    <a:pt x="1604" y="2040"/>
                    <a:pt x="1822" y="1822"/>
                  </a:cubicBezTo>
                  <a:cubicBezTo>
                    <a:pt x="2496" y="1155"/>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6" name="Google Shape;3386;p60"/>
            <p:cNvSpPr/>
            <p:nvPr/>
          </p:nvSpPr>
          <p:spPr>
            <a:xfrm>
              <a:off x="6713225" y="1876050"/>
              <a:ext cx="62200" cy="53275"/>
            </a:xfrm>
            <a:custGeom>
              <a:rect b="b" l="l" r="r" t="t"/>
              <a:pathLst>
                <a:path extrusionOk="0" h="2131" w="2488">
                  <a:moveTo>
                    <a:pt x="1065" y="1"/>
                  </a:moveTo>
                  <a:cubicBezTo>
                    <a:pt x="472" y="1"/>
                    <a:pt x="0" y="472"/>
                    <a:pt x="0" y="1066"/>
                  </a:cubicBezTo>
                  <a:cubicBezTo>
                    <a:pt x="0" y="1707"/>
                    <a:pt x="522" y="2131"/>
                    <a:pt x="1067" y="2131"/>
                  </a:cubicBezTo>
                  <a:cubicBezTo>
                    <a:pt x="1329" y="2131"/>
                    <a:pt x="1596" y="2033"/>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7" name="Google Shape;3387;p60"/>
            <p:cNvSpPr/>
            <p:nvPr/>
          </p:nvSpPr>
          <p:spPr>
            <a:xfrm>
              <a:off x="6713225" y="179985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8" name="Google Shape;3388;p60"/>
            <p:cNvSpPr/>
            <p:nvPr/>
          </p:nvSpPr>
          <p:spPr>
            <a:xfrm>
              <a:off x="6713225" y="1647400"/>
              <a:ext cx="62200" cy="53450"/>
            </a:xfrm>
            <a:custGeom>
              <a:rect b="b" l="l" r="r" t="t"/>
              <a:pathLst>
                <a:path extrusionOk="0" h="2138" w="2488">
                  <a:moveTo>
                    <a:pt x="1065" y="1"/>
                  </a:moveTo>
                  <a:cubicBezTo>
                    <a:pt x="472" y="9"/>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9" name="Google Shape;3389;p60"/>
            <p:cNvSpPr/>
            <p:nvPr/>
          </p:nvSpPr>
          <p:spPr>
            <a:xfrm>
              <a:off x="6713225" y="1571400"/>
              <a:ext cx="62200" cy="53250"/>
            </a:xfrm>
            <a:custGeom>
              <a:rect b="b" l="l" r="r" t="t"/>
              <a:pathLst>
                <a:path extrusionOk="0" h="2130" w="2488">
                  <a:moveTo>
                    <a:pt x="1065" y="1"/>
                  </a:moveTo>
                  <a:cubicBezTo>
                    <a:pt x="472" y="1"/>
                    <a:pt x="0" y="472"/>
                    <a:pt x="0" y="1066"/>
                  </a:cubicBezTo>
                  <a:cubicBezTo>
                    <a:pt x="0" y="1703"/>
                    <a:pt x="525" y="2129"/>
                    <a:pt x="1070" y="2129"/>
                  </a:cubicBezTo>
                  <a:cubicBezTo>
                    <a:pt x="1331" y="2129"/>
                    <a:pt x="1597" y="2032"/>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0" name="Google Shape;3390;p60"/>
            <p:cNvSpPr/>
            <p:nvPr/>
          </p:nvSpPr>
          <p:spPr>
            <a:xfrm>
              <a:off x="6713225" y="1342750"/>
              <a:ext cx="62200" cy="53450"/>
            </a:xfrm>
            <a:custGeom>
              <a:rect b="b" l="l" r="r" t="t"/>
              <a:pathLst>
                <a:path extrusionOk="0" h="2138" w="2488">
                  <a:moveTo>
                    <a:pt x="1065" y="1"/>
                  </a:moveTo>
                  <a:cubicBezTo>
                    <a:pt x="472" y="1"/>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1" name="Google Shape;3391;p60"/>
            <p:cNvSpPr/>
            <p:nvPr/>
          </p:nvSpPr>
          <p:spPr>
            <a:xfrm>
              <a:off x="6637000" y="1647400"/>
              <a:ext cx="62225" cy="53450"/>
            </a:xfrm>
            <a:custGeom>
              <a:rect b="b" l="l" r="r" t="t"/>
              <a:pathLst>
                <a:path extrusionOk="0" h="2138" w="2489">
                  <a:moveTo>
                    <a:pt x="1066" y="1"/>
                  </a:moveTo>
                  <a:cubicBezTo>
                    <a:pt x="480" y="1"/>
                    <a:pt x="1" y="481"/>
                    <a:pt x="1" y="1066"/>
                  </a:cubicBezTo>
                  <a:cubicBezTo>
                    <a:pt x="1" y="1710"/>
                    <a:pt x="526" y="2138"/>
                    <a:pt x="1072" y="2138"/>
                  </a:cubicBezTo>
                  <a:cubicBezTo>
                    <a:pt x="1333" y="2138"/>
                    <a:pt x="1598" y="2040"/>
                    <a:pt x="1813"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2" name="Google Shape;3392;p60"/>
            <p:cNvSpPr/>
            <p:nvPr/>
          </p:nvSpPr>
          <p:spPr>
            <a:xfrm>
              <a:off x="6637000" y="1342750"/>
              <a:ext cx="62225" cy="53450"/>
            </a:xfrm>
            <a:custGeom>
              <a:rect b="b" l="l" r="r" t="t"/>
              <a:pathLst>
                <a:path extrusionOk="0" h="2138" w="2489">
                  <a:moveTo>
                    <a:pt x="1066" y="1"/>
                  </a:moveTo>
                  <a:cubicBezTo>
                    <a:pt x="480" y="1"/>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3" name="Google Shape;3393;p60"/>
            <p:cNvSpPr/>
            <p:nvPr/>
          </p:nvSpPr>
          <p:spPr>
            <a:xfrm>
              <a:off x="656080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4" name="Google Shape;3394;p60"/>
            <p:cNvSpPr/>
            <p:nvPr/>
          </p:nvSpPr>
          <p:spPr>
            <a:xfrm>
              <a:off x="6560800"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5" name="Google Shape;3395;p60"/>
            <p:cNvSpPr/>
            <p:nvPr/>
          </p:nvSpPr>
          <p:spPr>
            <a:xfrm>
              <a:off x="6560800" y="1266550"/>
              <a:ext cx="62200" cy="53450"/>
            </a:xfrm>
            <a:custGeom>
              <a:rect b="b" l="l" r="r" t="t"/>
              <a:pathLst>
                <a:path extrusionOk="0" h="2138" w="2488">
                  <a:moveTo>
                    <a:pt x="1065" y="0"/>
                  </a:moveTo>
                  <a:cubicBezTo>
                    <a:pt x="480" y="9"/>
                    <a:pt x="0" y="480"/>
                    <a:pt x="0" y="1074"/>
                  </a:cubicBezTo>
                  <a:cubicBezTo>
                    <a:pt x="0" y="1711"/>
                    <a:pt x="524"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6" name="Google Shape;3396;p60"/>
            <p:cNvSpPr/>
            <p:nvPr/>
          </p:nvSpPr>
          <p:spPr>
            <a:xfrm>
              <a:off x="6484575" y="1647400"/>
              <a:ext cx="62425" cy="53450"/>
            </a:xfrm>
            <a:custGeom>
              <a:rect b="b" l="l" r="r" t="t"/>
              <a:pathLst>
                <a:path extrusionOk="0" h="2138" w="2497">
                  <a:moveTo>
                    <a:pt x="1065" y="1"/>
                  </a:moveTo>
                  <a:cubicBezTo>
                    <a:pt x="480" y="9"/>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7" name="Google Shape;3397;p60"/>
            <p:cNvSpPr/>
            <p:nvPr/>
          </p:nvSpPr>
          <p:spPr>
            <a:xfrm>
              <a:off x="6484575" y="1266550"/>
              <a:ext cx="62425" cy="53450"/>
            </a:xfrm>
            <a:custGeom>
              <a:rect b="b" l="l" r="r" t="t"/>
              <a:pathLst>
                <a:path extrusionOk="0" h="2138" w="2497">
                  <a:moveTo>
                    <a:pt x="1065" y="0"/>
                  </a:moveTo>
                  <a:cubicBezTo>
                    <a:pt x="480" y="9"/>
                    <a:pt x="1" y="480"/>
                    <a:pt x="1" y="1074"/>
                  </a:cubicBezTo>
                  <a:cubicBezTo>
                    <a:pt x="1" y="1711"/>
                    <a:pt x="525" y="2137"/>
                    <a:pt x="1073" y="2137"/>
                  </a:cubicBezTo>
                  <a:cubicBezTo>
                    <a:pt x="1335" y="2137"/>
                    <a:pt x="1603" y="2040"/>
                    <a:pt x="1822" y="1821"/>
                  </a:cubicBezTo>
                  <a:cubicBezTo>
                    <a:pt x="2496"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8" name="Google Shape;3398;p60"/>
            <p:cNvSpPr/>
            <p:nvPr/>
          </p:nvSpPr>
          <p:spPr>
            <a:xfrm>
              <a:off x="6408350" y="2333125"/>
              <a:ext cx="62425" cy="53450"/>
            </a:xfrm>
            <a:custGeom>
              <a:rect b="b" l="l" r="r" t="t"/>
              <a:pathLst>
                <a:path extrusionOk="0" h="2138" w="2497">
                  <a:moveTo>
                    <a:pt x="1074" y="1"/>
                  </a:moveTo>
                  <a:cubicBezTo>
                    <a:pt x="481" y="1"/>
                    <a:pt x="1"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9" name="Google Shape;3399;p60"/>
            <p:cNvSpPr/>
            <p:nvPr/>
          </p:nvSpPr>
          <p:spPr>
            <a:xfrm>
              <a:off x="6408350" y="2256925"/>
              <a:ext cx="62575" cy="53425"/>
            </a:xfrm>
            <a:custGeom>
              <a:rect b="b" l="l" r="r" t="t"/>
              <a:pathLst>
                <a:path extrusionOk="0" h="2137" w="2503">
                  <a:moveTo>
                    <a:pt x="1084" y="0"/>
                  </a:moveTo>
                  <a:cubicBezTo>
                    <a:pt x="1081" y="0"/>
                    <a:pt x="1077" y="0"/>
                    <a:pt x="1074" y="0"/>
                  </a:cubicBezTo>
                  <a:cubicBezTo>
                    <a:pt x="481" y="0"/>
                    <a:pt x="1"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60"/>
            <p:cNvSpPr/>
            <p:nvPr/>
          </p:nvSpPr>
          <p:spPr>
            <a:xfrm>
              <a:off x="6408350" y="2104500"/>
              <a:ext cx="62425" cy="53325"/>
            </a:xfrm>
            <a:custGeom>
              <a:rect b="b" l="l" r="r" t="t"/>
              <a:pathLst>
                <a:path extrusionOk="0" h="2133" w="2497">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60"/>
            <p:cNvSpPr/>
            <p:nvPr/>
          </p:nvSpPr>
          <p:spPr>
            <a:xfrm>
              <a:off x="6408350" y="1799850"/>
              <a:ext cx="62425" cy="53325"/>
            </a:xfrm>
            <a:custGeom>
              <a:rect b="b" l="l" r="r" t="t"/>
              <a:pathLst>
                <a:path extrusionOk="0" h="2133" w="2497">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2" name="Google Shape;3402;p60"/>
            <p:cNvSpPr/>
            <p:nvPr/>
          </p:nvSpPr>
          <p:spPr>
            <a:xfrm>
              <a:off x="6408350" y="1647400"/>
              <a:ext cx="62425" cy="53450"/>
            </a:xfrm>
            <a:custGeom>
              <a:rect b="b" l="l" r="r" t="t"/>
              <a:pathLst>
                <a:path extrusionOk="0" h="2138" w="2497">
                  <a:moveTo>
                    <a:pt x="1074" y="1"/>
                  </a:moveTo>
                  <a:cubicBezTo>
                    <a:pt x="481" y="1"/>
                    <a:pt x="9" y="481"/>
                    <a:pt x="1" y="1066"/>
                  </a:cubicBezTo>
                  <a:cubicBezTo>
                    <a:pt x="1" y="1710"/>
                    <a:pt x="526" y="2138"/>
                    <a:pt x="1075" y="2138"/>
                  </a:cubicBezTo>
                  <a:cubicBezTo>
                    <a:pt x="1337" y="2138"/>
                    <a:pt x="1604"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3" name="Google Shape;3403;p60"/>
            <p:cNvSpPr/>
            <p:nvPr/>
          </p:nvSpPr>
          <p:spPr>
            <a:xfrm>
              <a:off x="6408350" y="1342750"/>
              <a:ext cx="62425" cy="53450"/>
            </a:xfrm>
            <a:custGeom>
              <a:rect b="b" l="l" r="r" t="t"/>
              <a:pathLst>
                <a:path extrusionOk="0" h="2138" w="2497">
                  <a:moveTo>
                    <a:pt x="1074" y="1"/>
                  </a:moveTo>
                  <a:cubicBezTo>
                    <a:pt x="481" y="1"/>
                    <a:pt x="9" y="481"/>
                    <a:pt x="1" y="1066"/>
                  </a:cubicBezTo>
                  <a:cubicBezTo>
                    <a:pt x="1" y="1710"/>
                    <a:pt x="526" y="2138"/>
                    <a:pt x="1075" y="2138"/>
                  </a:cubicBezTo>
                  <a:cubicBezTo>
                    <a:pt x="1337" y="2138"/>
                    <a:pt x="1604"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4" name="Google Shape;3404;p60"/>
            <p:cNvSpPr/>
            <p:nvPr/>
          </p:nvSpPr>
          <p:spPr>
            <a:xfrm>
              <a:off x="6408350" y="1266550"/>
              <a:ext cx="62425" cy="53450"/>
            </a:xfrm>
            <a:custGeom>
              <a:rect b="b" l="l" r="r" t="t"/>
              <a:pathLst>
                <a:path extrusionOk="0" h="2138" w="2497">
                  <a:moveTo>
                    <a:pt x="1074" y="0"/>
                  </a:moveTo>
                  <a:cubicBezTo>
                    <a:pt x="481" y="9"/>
                    <a:pt x="9" y="480"/>
                    <a:pt x="1" y="1074"/>
                  </a:cubicBezTo>
                  <a:cubicBezTo>
                    <a:pt x="1" y="1711"/>
                    <a:pt x="525" y="2137"/>
                    <a:pt x="1074" y="2137"/>
                  </a:cubicBezTo>
                  <a:cubicBezTo>
                    <a:pt x="1336" y="2137"/>
                    <a:pt x="1604"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5" name="Google Shape;3405;p60"/>
            <p:cNvSpPr/>
            <p:nvPr/>
          </p:nvSpPr>
          <p:spPr>
            <a:xfrm>
              <a:off x="633235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60"/>
            <p:cNvSpPr/>
            <p:nvPr/>
          </p:nvSpPr>
          <p:spPr>
            <a:xfrm>
              <a:off x="633235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60"/>
            <p:cNvSpPr/>
            <p:nvPr/>
          </p:nvSpPr>
          <p:spPr>
            <a:xfrm>
              <a:off x="633235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3" y="1822"/>
                  </a:cubicBezTo>
                  <a:cubicBezTo>
                    <a:pt x="2488" y="1155"/>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8" name="Google Shape;3408;p60"/>
            <p:cNvSpPr/>
            <p:nvPr/>
          </p:nvSpPr>
          <p:spPr>
            <a:xfrm>
              <a:off x="6332350"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29" y="2131"/>
                    <a:pt x="1597" y="2033"/>
                    <a:pt x="1813"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9" name="Google Shape;3409;p60"/>
            <p:cNvSpPr/>
            <p:nvPr/>
          </p:nvSpPr>
          <p:spPr>
            <a:xfrm>
              <a:off x="6332350"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0" name="Google Shape;3410;p60"/>
            <p:cNvSpPr/>
            <p:nvPr/>
          </p:nvSpPr>
          <p:spPr>
            <a:xfrm>
              <a:off x="6332350"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1" name="Google Shape;3411;p60"/>
            <p:cNvSpPr/>
            <p:nvPr/>
          </p:nvSpPr>
          <p:spPr>
            <a:xfrm>
              <a:off x="6332350"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2" name="Google Shape;3412;p60"/>
            <p:cNvSpPr/>
            <p:nvPr/>
          </p:nvSpPr>
          <p:spPr>
            <a:xfrm>
              <a:off x="6256150" y="2485550"/>
              <a:ext cx="62200" cy="53300"/>
            </a:xfrm>
            <a:custGeom>
              <a:rect b="b" l="l" r="r" t="t"/>
              <a:pathLst>
                <a:path extrusionOk="0" h="2132" w="2488">
                  <a:moveTo>
                    <a:pt x="1065" y="1"/>
                  </a:moveTo>
                  <a:cubicBezTo>
                    <a:pt x="472" y="1"/>
                    <a:pt x="0" y="472"/>
                    <a:pt x="0" y="1066"/>
                  </a:cubicBezTo>
                  <a:cubicBezTo>
                    <a:pt x="0" y="1708"/>
                    <a:pt x="522" y="2131"/>
                    <a:pt x="1067" y="2131"/>
                  </a:cubicBezTo>
                  <a:cubicBezTo>
                    <a:pt x="1329" y="2131"/>
                    <a:pt x="1596" y="2033"/>
                    <a:pt x="1813"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3" name="Google Shape;3413;p60"/>
            <p:cNvSpPr/>
            <p:nvPr/>
          </p:nvSpPr>
          <p:spPr>
            <a:xfrm>
              <a:off x="6256150" y="2409350"/>
              <a:ext cx="62200" cy="53350"/>
            </a:xfrm>
            <a:custGeom>
              <a:rect b="b" l="l" r="r" t="t"/>
              <a:pathLst>
                <a:path extrusionOk="0" h="2134" w="2488">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4" name="Google Shape;3414;p60"/>
            <p:cNvSpPr/>
            <p:nvPr/>
          </p:nvSpPr>
          <p:spPr>
            <a:xfrm>
              <a:off x="6256150" y="2028275"/>
              <a:ext cx="62200" cy="53450"/>
            </a:xfrm>
            <a:custGeom>
              <a:rect b="b" l="l" r="r" t="t"/>
              <a:pathLst>
                <a:path extrusionOk="0" h="2138" w="2488">
                  <a:moveTo>
                    <a:pt x="1065" y="1"/>
                  </a:moveTo>
                  <a:cubicBezTo>
                    <a:pt x="480" y="1"/>
                    <a:pt x="0" y="480"/>
                    <a:pt x="0" y="1065"/>
                  </a:cubicBezTo>
                  <a:cubicBezTo>
                    <a:pt x="0" y="1709"/>
                    <a:pt x="525" y="2137"/>
                    <a:pt x="1071" y="2137"/>
                  </a:cubicBezTo>
                  <a:cubicBezTo>
                    <a:pt x="1332" y="2137"/>
                    <a:pt x="1597" y="2040"/>
                    <a:pt x="1813"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5" name="Google Shape;3415;p60"/>
            <p:cNvSpPr/>
            <p:nvPr/>
          </p:nvSpPr>
          <p:spPr>
            <a:xfrm>
              <a:off x="6256150" y="1952050"/>
              <a:ext cx="62200" cy="53450"/>
            </a:xfrm>
            <a:custGeom>
              <a:rect b="b" l="l" r="r" t="t"/>
              <a:pathLst>
                <a:path extrusionOk="0" h="2138" w="2488">
                  <a:moveTo>
                    <a:pt x="1065" y="1"/>
                  </a:moveTo>
                  <a:cubicBezTo>
                    <a:pt x="480" y="9"/>
                    <a:pt x="0" y="481"/>
                    <a:pt x="0" y="1074"/>
                  </a:cubicBezTo>
                  <a:cubicBezTo>
                    <a:pt x="0" y="1712"/>
                    <a:pt x="524" y="2138"/>
                    <a:pt x="1070" y="2138"/>
                  </a:cubicBezTo>
                  <a:cubicBezTo>
                    <a:pt x="1331" y="2138"/>
                    <a:pt x="1597"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6" name="Google Shape;3416;p60"/>
            <p:cNvSpPr/>
            <p:nvPr/>
          </p:nvSpPr>
          <p:spPr>
            <a:xfrm>
              <a:off x="6256150" y="1876050"/>
              <a:ext cx="62200" cy="53350"/>
            </a:xfrm>
            <a:custGeom>
              <a:rect b="b" l="l" r="r" t="t"/>
              <a:pathLst>
                <a:path extrusionOk="0" h="2134" w="2488">
                  <a:moveTo>
                    <a:pt x="1065" y="1"/>
                  </a:moveTo>
                  <a:cubicBezTo>
                    <a:pt x="480" y="1"/>
                    <a:pt x="0" y="472"/>
                    <a:pt x="0" y="1066"/>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7" name="Google Shape;3417;p60"/>
            <p:cNvSpPr/>
            <p:nvPr/>
          </p:nvSpPr>
          <p:spPr>
            <a:xfrm>
              <a:off x="6256150" y="1799850"/>
              <a:ext cx="62200" cy="53325"/>
            </a:xfrm>
            <a:custGeom>
              <a:rect b="b" l="l" r="r" t="t"/>
              <a:pathLst>
                <a:path extrusionOk="0" h="2133" w="2488">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8" name="Google Shape;3418;p60"/>
            <p:cNvSpPr/>
            <p:nvPr/>
          </p:nvSpPr>
          <p:spPr>
            <a:xfrm>
              <a:off x="6256150" y="1723625"/>
              <a:ext cx="62200" cy="53350"/>
            </a:xfrm>
            <a:custGeom>
              <a:rect b="b" l="l" r="r" t="t"/>
              <a:pathLst>
                <a:path extrusionOk="0" h="2134" w="2488">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9" name="Google Shape;3419;p60"/>
            <p:cNvSpPr/>
            <p:nvPr/>
          </p:nvSpPr>
          <p:spPr>
            <a:xfrm>
              <a:off x="6256150" y="1342750"/>
              <a:ext cx="62200" cy="53450"/>
            </a:xfrm>
            <a:custGeom>
              <a:rect b="b" l="l" r="r" t="t"/>
              <a:pathLst>
                <a:path extrusionOk="0" h="2138" w="2488">
                  <a:moveTo>
                    <a:pt x="1065" y="1"/>
                  </a:moveTo>
                  <a:cubicBezTo>
                    <a:pt x="480" y="1"/>
                    <a:pt x="0" y="481"/>
                    <a:pt x="0" y="1066"/>
                  </a:cubicBezTo>
                  <a:cubicBezTo>
                    <a:pt x="0" y="1710"/>
                    <a:pt x="525" y="2138"/>
                    <a:pt x="1071" y="2138"/>
                  </a:cubicBezTo>
                  <a:cubicBezTo>
                    <a:pt x="1332" y="2138"/>
                    <a:pt x="1597"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0" name="Google Shape;3420;p60"/>
            <p:cNvSpPr/>
            <p:nvPr/>
          </p:nvSpPr>
          <p:spPr>
            <a:xfrm>
              <a:off x="6179925" y="2485550"/>
              <a:ext cx="62225" cy="53300"/>
            </a:xfrm>
            <a:custGeom>
              <a:rect b="b" l="l" r="r" t="t"/>
              <a:pathLst>
                <a:path extrusionOk="0" h="2132" w="2489">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1" name="Google Shape;3421;p60"/>
            <p:cNvSpPr/>
            <p:nvPr/>
          </p:nvSpPr>
          <p:spPr>
            <a:xfrm>
              <a:off x="6179925" y="240935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2" name="Google Shape;3422;p60"/>
            <p:cNvSpPr/>
            <p:nvPr/>
          </p:nvSpPr>
          <p:spPr>
            <a:xfrm>
              <a:off x="6179925" y="21045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3" name="Google Shape;3423;p60"/>
            <p:cNvSpPr/>
            <p:nvPr/>
          </p:nvSpPr>
          <p:spPr>
            <a:xfrm>
              <a:off x="6179925" y="134275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4" name="Google Shape;3424;p60"/>
            <p:cNvSpPr/>
            <p:nvPr/>
          </p:nvSpPr>
          <p:spPr>
            <a:xfrm>
              <a:off x="6103700" y="2333125"/>
              <a:ext cx="62425" cy="53450"/>
            </a:xfrm>
            <a:custGeom>
              <a:rect b="b" l="l" r="r" t="t"/>
              <a:pathLst>
                <a:path extrusionOk="0" h="2138" w="2497">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5" name="Google Shape;3425;p60"/>
            <p:cNvSpPr/>
            <p:nvPr/>
          </p:nvSpPr>
          <p:spPr>
            <a:xfrm>
              <a:off x="6103700" y="2256925"/>
              <a:ext cx="62575" cy="53425"/>
            </a:xfrm>
            <a:custGeom>
              <a:rect b="b" l="l" r="r" t="t"/>
              <a:pathLst>
                <a:path extrusionOk="0" h="2137" w="2503">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9"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6" name="Google Shape;3426;p60"/>
            <p:cNvSpPr/>
            <p:nvPr/>
          </p:nvSpPr>
          <p:spPr>
            <a:xfrm>
              <a:off x="6103700" y="2180700"/>
              <a:ext cx="62425" cy="53350"/>
            </a:xfrm>
            <a:custGeom>
              <a:rect b="b" l="l" r="r" t="t"/>
              <a:pathLst>
                <a:path extrusionOk="0" h="2134" w="2497">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7" name="Google Shape;3427;p60"/>
            <p:cNvSpPr/>
            <p:nvPr/>
          </p:nvSpPr>
          <p:spPr>
            <a:xfrm>
              <a:off x="6103700" y="210450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8" name="Google Shape;3428;p60"/>
            <p:cNvSpPr/>
            <p:nvPr/>
          </p:nvSpPr>
          <p:spPr>
            <a:xfrm>
              <a:off x="6103700" y="1342750"/>
              <a:ext cx="62425" cy="53450"/>
            </a:xfrm>
            <a:custGeom>
              <a:rect b="b" l="l" r="r" t="t"/>
              <a:pathLst>
                <a:path extrusionOk="0" h="2138" w="2497">
                  <a:moveTo>
                    <a:pt x="1066" y="1"/>
                  </a:moveTo>
                  <a:cubicBezTo>
                    <a:pt x="481" y="1"/>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9" name="Google Shape;3429;p60"/>
            <p:cNvSpPr/>
            <p:nvPr/>
          </p:nvSpPr>
          <p:spPr>
            <a:xfrm>
              <a:off x="6027500" y="2180700"/>
              <a:ext cx="62425" cy="53350"/>
            </a:xfrm>
            <a:custGeom>
              <a:rect b="b" l="l" r="r" t="t"/>
              <a:pathLst>
                <a:path extrusionOk="0" h="2134" w="2497">
                  <a:moveTo>
                    <a:pt x="1073" y="1"/>
                  </a:moveTo>
                  <a:cubicBezTo>
                    <a:pt x="480" y="1"/>
                    <a:pt x="9" y="480"/>
                    <a:pt x="0" y="1066"/>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0" name="Google Shape;3430;p60"/>
            <p:cNvSpPr/>
            <p:nvPr/>
          </p:nvSpPr>
          <p:spPr>
            <a:xfrm>
              <a:off x="6027500" y="1342750"/>
              <a:ext cx="62425" cy="53450"/>
            </a:xfrm>
            <a:custGeom>
              <a:rect b="b" l="l" r="r" t="t"/>
              <a:pathLst>
                <a:path extrusionOk="0" h="2138" w="2497">
                  <a:moveTo>
                    <a:pt x="1073" y="1"/>
                  </a:moveTo>
                  <a:cubicBezTo>
                    <a:pt x="480" y="1"/>
                    <a:pt x="9" y="481"/>
                    <a:pt x="0" y="1066"/>
                  </a:cubicBezTo>
                  <a:cubicBezTo>
                    <a:pt x="0" y="1710"/>
                    <a:pt x="529" y="2138"/>
                    <a:pt x="1078" y="2138"/>
                  </a:cubicBezTo>
                  <a:cubicBezTo>
                    <a:pt x="1340" y="2138"/>
                    <a:pt x="1606"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1" name="Google Shape;3431;p60"/>
            <p:cNvSpPr/>
            <p:nvPr/>
          </p:nvSpPr>
          <p:spPr>
            <a:xfrm>
              <a:off x="5951475" y="2485550"/>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2" name="Google Shape;3432;p60"/>
            <p:cNvSpPr/>
            <p:nvPr/>
          </p:nvSpPr>
          <p:spPr>
            <a:xfrm>
              <a:off x="5951475"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3" name="Google Shape;3433;p60"/>
            <p:cNvSpPr/>
            <p:nvPr/>
          </p:nvSpPr>
          <p:spPr>
            <a:xfrm>
              <a:off x="5951475"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4" name="Google Shape;3434;p60"/>
            <p:cNvSpPr/>
            <p:nvPr/>
          </p:nvSpPr>
          <p:spPr>
            <a:xfrm>
              <a:off x="5951475"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5" name="Google Shape;3435;p60"/>
            <p:cNvSpPr/>
            <p:nvPr/>
          </p:nvSpPr>
          <p:spPr>
            <a:xfrm>
              <a:off x="595147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6" name="Google Shape;3436;p60"/>
            <p:cNvSpPr/>
            <p:nvPr/>
          </p:nvSpPr>
          <p:spPr>
            <a:xfrm>
              <a:off x="5875275" y="271400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7" name="Google Shape;3437;p60"/>
            <p:cNvSpPr/>
            <p:nvPr/>
          </p:nvSpPr>
          <p:spPr>
            <a:xfrm>
              <a:off x="5875275" y="2637775"/>
              <a:ext cx="62225" cy="53450"/>
            </a:xfrm>
            <a:custGeom>
              <a:rect b="b" l="l" r="r" t="t"/>
              <a:pathLst>
                <a:path extrusionOk="0" h="2138" w="2489">
                  <a:moveTo>
                    <a:pt x="1065" y="1"/>
                  </a:moveTo>
                  <a:cubicBezTo>
                    <a:pt x="480" y="1"/>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8" name="Google Shape;3438;p60"/>
            <p:cNvSpPr/>
            <p:nvPr/>
          </p:nvSpPr>
          <p:spPr>
            <a:xfrm>
              <a:off x="5875275" y="2561575"/>
              <a:ext cx="62225" cy="53425"/>
            </a:xfrm>
            <a:custGeom>
              <a:rect b="b" l="l" r="r" t="t"/>
              <a:pathLst>
                <a:path extrusionOk="0" h="2137" w="2489">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9" name="Google Shape;3439;p60"/>
            <p:cNvSpPr/>
            <p:nvPr/>
          </p:nvSpPr>
          <p:spPr>
            <a:xfrm>
              <a:off x="5875275" y="2485550"/>
              <a:ext cx="62225" cy="53300"/>
            </a:xfrm>
            <a:custGeom>
              <a:rect b="b" l="l" r="r" t="t"/>
              <a:pathLst>
                <a:path extrusionOk="0" h="2132" w="2489">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0" name="Google Shape;3440;p60"/>
            <p:cNvSpPr/>
            <p:nvPr/>
          </p:nvSpPr>
          <p:spPr>
            <a:xfrm>
              <a:off x="5875275" y="2333125"/>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1" name="Google Shape;3441;p60"/>
            <p:cNvSpPr/>
            <p:nvPr/>
          </p:nvSpPr>
          <p:spPr>
            <a:xfrm>
              <a:off x="5875275"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2" name="Google Shape;3442;p60"/>
            <p:cNvSpPr/>
            <p:nvPr/>
          </p:nvSpPr>
          <p:spPr>
            <a:xfrm>
              <a:off x="5875275" y="134275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3" name="Google Shape;3443;p60"/>
            <p:cNvSpPr/>
            <p:nvPr/>
          </p:nvSpPr>
          <p:spPr>
            <a:xfrm>
              <a:off x="5799275" y="2714000"/>
              <a:ext cx="62200" cy="53350"/>
            </a:xfrm>
            <a:custGeom>
              <a:rect b="b" l="l" r="r" t="t"/>
              <a:pathLst>
                <a:path extrusionOk="0" h="2134" w="2488">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4" name="Google Shape;3444;p60"/>
            <p:cNvSpPr/>
            <p:nvPr/>
          </p:nvSpPr>
          <p:spPr>
            <a:xfrm>
              <a:off x="5799275" y="1342750"/>
              <a:ext cx="62200" cy="53450"/>
            </a:xfrm>
            <a:custGeom>
              <a:rect b="b" l="l" r="r" t="t"/>
              <a:pathLst>
                <a:path extrusionOk="0" h="2138" w="2488">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5" name="Google Shape;3445;p60"/>
            <p:cNvSpPr/>
            <p:nvPr/>
          </p:nvSpPr>
          <p:spPr>
            <a:xfrm>
              <a:off x="5799125" y="1190550"/>
              <a:ext cx="62350" cy="53425"/>
            </a:xfrm>
            <a:custGeom>
              <a:rect b="b" l="l" r="r" t="t"/>
              <a:pathLst>
                <a:path extrusionOk="0" h="2137" w="2494">
                  <a:moveTo>
                    <a:pt x="1063" y="0"/>
                  </a:moveTo>
                  <a:cubicBezTo>
                    <a:pt x="478" y="0"/>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6" name="Google Shape;3446;p60"/>
            <p:cNvSpPr/>
            <p:nvPr/>
          </p:nvSpPr>
          <p:spPr>
            <a:xfrm>
              <a:off x="5723050" y="3094850"/>
              <a:ext cx="62225" cy="53350"/>
            </a:xfrm>
            <a:custGeom>
              <a:rect b="b" l="l" r="r" t="t"/>
              <a:pathLst>
                <a:path extrusionOk="0" h="2134" w="2489">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7" name="Google Shape;3447;p60"/>
            <p:cNvSpPr/>
            <p:nvPr/>
          </p:nvSpPr>
          <p:spPr>
            <a:xfrm>
              <a:off x="5723050" y="3018650"/>
              <a:ext cx="62225" cy="53425"/>
            </a:xfrm>
            <a:custGeom>
              <a:rect b="b" l="l" r="r" t="t"/>
              <a:pathLst>
                <a:path extrusionOk="0" h="2137" w="2489">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8" name="Google Shape;3448;p60"/>
            <p:cNvSpPr/>
            <p:nvPr/>
          </p:nvSpPr>
          <p:spPr>
            <a:xfrm>
              <a:off x="5723050" y="2942425"/>
              <a:ext cx="62225" cy="53450"/>
            </a:xfrm>
            <a:custGeom>
              <a:rect b="b" l="l" r="r" t="t"/>
              <a:pathLst>
                <a:path extrusionOk="0" h="2138" w="2489">
                  <a:moveTo>
                    <a:pt x="1065" y="1"/>
                  </a:moveTo>
                  <a:cubicBezTo>
                    <a:pt x="472" y="9"/>
                    <a:pt x="0" y="480"/>
                    <a:pt x="0" y="1074"/>
                  </a:cubicBezTo>
                  <a:cubicBezTo>
                    <a:pt x="0" y="1712"/>
                    <a:pt x="525" y="2137"/>
                    <a:pt x="1071"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9" name="Google Shape;3449;p60"/>
            <p:cNvSpPr/>
            <p:nvPr/>
          </p:nvSpPr>
          <p:spPr>
            <a:xfrm>
              <a:off x="5723050" y="2714000"/>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0" name="Google Shape;3450;p60"/>
            <p:cNvSpPr/>
            <p:nvPr/>
          </p:nvSpPr>
          <p:spPr>
            <a:xfrm>
              <a:off x="5723050" y="1342750"/>
              <a:ext cx="62225" cy="53450"/>
            </a:xfrm>
            <a:custGeom>
              <a:rect b="b" l="l" r="r" t="t"/>
              <a:pathLst>
                <a:path extrusionOk="0" h="2138" w="2489">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60"/>
            <p:cNvSpPr/>
            <p:nvPr/>
          </p:nvSpPr>
          <p:spPr>
            <a:xfrm>
              <a:off x="5722900" y="1190550"/>
              <a:ext cx="62375" cy="53425"/>
            </a:xfrm>
            <a:custGeom>
              <a:rect b="b" l="l" r="r" t="t"/>
              <a:pathLst>
                <a:path extrusionOk="0" h="2137" w="2495">
                  <a:moveTo>
                    <a:pt x="1071" y="0"/>
                  </a:moveTo>
                  <a:cubicBezTo>
                    <a:pt x="478" y="0"/>
                    <a:pt x="6" y="480"/>
                    <a:pt x="6" y="1065"/>
                  </a:cubicBezTo>
                  <a:cubicBezTo>
                    <a:pt x="1" y="1709"/>
                    <a:pt x="524" y="2137"/>
                    <a:pt x="1072" y="2137"/>
                  </a:cubicBezTo>
                  <a:cubicBezTo>
                    <a:pt x="1334" y="2137"/>
                    <a:pt x="1601" y="2039"/>
                    <a:pt x="1819" y="1821"/>
                  </a:cubicBezTo>
                  <a:cubicBezTo>
                    <a:pt x="2494" y="1146"/>
                    <a:pt x="2014"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2" name="Google Shape;3452;p60"/>
            <p:cNvSpPr/>
            <p:nvPr/>
          </p:nvSpPr>
          <p:spPr>
            <a:xfrm>
              <a:off x="5646825" y="3018650"/>
              <a:ext cx="62225" cy="53425"/>
            </a:xfrm>
            <a:custGeom>
              <a:rect b="b" l="l" r="r" t="t"/>
              <a:pathLst>
                <a:path extrusionOk="0" h="2137" w="2489">
                  <a:moveTo>
                    <a:pt x="1066" y="0"/>
                  </a:moveTo>
                  <a:cubicBezTo>
                    <a:pt x="472" y="0"/>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3" name="Google Shape;3453;p60"/>
            <p:cNvSpPr/>
            <p:nvPr/>
          </p:nvSpPr>
          <p:spPr>
            <a:xfrm>
              <a:off x="5646825" y="2866425"/>
              <a:ext cx="62225" cy="53275"/>
            </a:xfrm>
            <a:custGeom>
              <a:rect b="b" l="l" r="r" t="t"/>
              <a:pathLst>
                <a:path extrusionOk="0" h="2131" w="2489">
                  <a:moveTo>
                    <a:pt x="1066" y="0"/>
                  </a:moveTo>
                  <a:cubicBezTo>
                    <a:pt x="472" y="0"/>
                    <a:pt x="1" y="472"/>
                    <a:pt x="1" y="1065"/>
                  </a:cubicBezTo>
                  <a:cubicBezTo>
                    <a:pt x="1" y="1707"/>
                    <a:pt x="523" y="2131"/>
                    <a:pt x="1068" y="2131"/>
                  </a:cubicBezTo>
                  <a:cubicBezTo>
                    <a:pt x="1330" y="2131"/>
                    <a:pt x="1597" y="2032"/>
                    <a:pt x="1814"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4" name="Google Shape;3454;p60"/>
            <p:cNvSpPr/>
            <p:nvPr/>
          </p:nvSpPr>
          <p:spPr>
            <a:xfrm>
              <a:off x="5646825" y="27902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5" name="Google Shape;3455;p60"/>
            <p:cNvSpPr/>
            <p:nvPr/>
          </p:nvSpPr>
          <p:spPr>
            <a:xfrm>
              <a:off x="564682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6" name="Google Shape;3456;p60"/>
            <p:cNvSpPr/>
            <p:nvPr/>
          </p:nvSpPr>
          <p:spPr>
            <a:xfrm>
              <a:off x="5646825" y="1266550"/>
              <a:ext cx="62225" cy="53450"/>
            </a:xfrm>
            <a:custGeom>
              <a:rect b="b" l="l" r="r" t="t"/>
              <a:pathLst>
                <a:path extrusionOk="0" h="2138" w="2489">
                  <a:moveTo>
                    <a:pt x="1066" y="0"/>
                  </a:moveTo>
                  <a:cubicBezTo>
                    <a:pt x="472" y="9"/>
                    <a:pt x="1" y="480"/>
                    <a:pt x="1" y="1074"/>
                  </a:cubicBezTo>
                  <a:cubicBezTo>
                    <a:pt x="1" y="1711"/>
                    <a:pt x="525" y="2137"/>
                    <a:pt x="1071" y="2137"/>
                  </a:cubicBezTo>
                  <a:cubicBezTo>
                    <a:pt x="1332" y="2137"/>
                    <a:pt x="1598" y="2040"/>
                    <a:pt x="1814" y="1821"/>
                  </a:cubicBezTo>
                  <a:cubicBezTo>
                    <a:pt x="2489"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7" name="Google Shape;3457;p60"/>
            <p:cNvSpPr/>
            <p:nvPr/>
          </p:nvSpPr>
          <p:spPr>
            <a:xfrm>
              <a:off x="5646700" y="1190550"/>
              <a:ext cx="62350" cy="53425"/>
            </a:xfrm>
            <a:custGeom>
              <a:rect b="b" l="l" r="r" t="t"/>
              <a:pathLst>
                <a:path extrusionOk="0" h="2137" w="2494">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8" name="Google Shape;3458;p60"/>
            <p:cNvSpPr/>
            <p:nvPr/>
          </p:nvSpPr>
          <p:spPr>
            <a:xfrm>
              <a:off x="5570625" y="3018650"/>
              <a:ext cx="62200" cy="53425"/>
            </a:xfrm>
            <a:custGeom>
              <a:rect b="b" l="l" r="r" t="t"/>
              <a:pathLst>
                <a:path extrusionOk="0" h="2137" w="2488">
                  <a:moveTo>
                    <a:pt x="1065" y="0"/>
                  </a:moveTo>
                  <a:cubicBezTo>
                    <a:pt x="472" y="0"/>
                    <a:pt x="0" y="480"/>
                    <a:pt x="0" y="1065"/>
                  </a:cubicBezTo>
                  <a:cubicBezTo>
                    <a:pt x="0" y="1709"/>
                    <a:pt x="526" y="2137"/>
                    <a:pt x="1072" y="2137"/>
                  </a:cubicBezTo>
                  <a:cubicBezTo>
                    <a:pt x="1332" y="2137"/>
                    <a:pt x="1598" y="2039"/>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9" name="Google Shape;3459;p60"/>
            <p:cNvSpPr/>
            <p:nvPr/>
          </p:nvSpPr>
          <p:spPr>
            <a:xfrm>
              <a:off x="5570625" y="2942425"/>
              <a:ext cx="62200" cy="53450"/>
            </a:xfrm>
            <a:custGeom>
              <a:rect b="b" l="l" r="r" t="t"/>
              <a:pathLst>
                <a:path extrusionOk="0" h="2138" w="2488">
                  <a:moveTo>
                    <a:pt x="1065" y="1"/>
                  </a:moveTo>
                  <a:cubicBezTo>
                    <a:pt x="472" y="1"/>
                    <a:pt x="0" y="480"/>
                    <a:pt x="0" y="1074"/>
                  </a:cubicBezTo>
                  <a:cubicBezTo>
                    <a:pt x="0" y="1712"/>
                    <a:pt x="525" y="2137"/>
                    <a:pt x="1071" y="2137"/>
                  </a:cubicBezTo>
                  <a:cubicBezTo>
                    <a:pt x="1332" y="2137"/>
                    <a:pt x="1598"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0" name="Google Shape;3460;p60"/>
            <p:cNvSpPr/>
            <p:nvPr/>
          </p:nvSpPr>
          <p:spPr>
            <a:xfrm>
              <a:off x="5570475" y="1190550"/>
              <a:ext cx="62350" cy="53325"/>
            </a:xfrm>
            <a:custGeom>
              <a:rect b="b" l="l" r="r" t="t"/>
              <a:pathLst>
                <a:path extrusionOk="0" h="2133" w="2494">
                  <a:moveTo>
                    <a:pt x="1071" y="0"/>
                  </a:moveTo>
                  <a:cubicBezTo>
                    <a:pt x="486" y="0"/>
                    <a:pt x="6" y="472"/>
                    <a:pt x="6" y="1065"/>
                  </a:cubicBezTo>
                  <a:cubicBezTo>
                    <a:pt x="1" y="1709"/>
                    <a:pt x="524" y="2133"/>
                    <a:pt x="1073" y="2133"/>
                  </a:cubicBezTo>
                  <a:cubicBezTo>
                    <a:pt x="1334" y="2133"/>
                    <a:pt x="1601" y="2036"/>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1" name="Google Shape;3461;p60"/>
            <p:cNvSpPr/>
            <p:nvPr/>
          </p:nvSpPr>
          <p:spPr>
            <a:xfrm>
              <a:off x="5494400" y="2942425"/>
              <a:ext cx="62225" cy="53450"/>
            </a:xfrm>
            <a:custGeom>
              <a:rect b="b" l="l" r="r" t="t"/>
              <a:pathLst>
                <a:path extrusionOk="0" h="2138" w="2489">
                  <a:moveTo>
                    <a:pt x="1066" y="1"/>
                  </a:moveTo>
                  <a:cubicBezTo>
                    <a:pt x="480" y="1"/>
                    <a:pt x="1" y="480"/>
                    <a:pt x="1" y="1066"/>
                  </a:cubicBezTo>
                  <a:cubicBezTo>
                    <a:pt x="1" y="1709"/>
                    <a:pt x="526" y="2137"/>
                    <a:pt x="1075" y="2137"/>
                  </a:cubicBezTo>
                  <a:cubicBezTo>
                    <a:pt x="1337" y="2137"/>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2" name="Google Shape;3462;p60"/>
            <p:cNvSpPr/>
            <p:nvPr/>
          </p:nvSpPr>
          <p:spPr>
            <a:xfrm>
              <a:off x="5494400"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3"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3" name="Google Shape;3463;p60"/>
            <p:cNvSpPr/>
            <p:nvPr/>
          </p:nvSpPr>
          <p:spPr>
            <a:xfrm>
              <a:off x="5494275" y="1190550"/>
              <a:ext cx="62350" cy="53325"/>
            </a:xfrm>
            <a:custGeom>
              <a:rect b="b" l="l" r="r" t="t"/>
              <a:pathLst>
                <a:path extrusionOk="0" h="2133" w="2494">
                  <a:moveTo>
                    <a:pt x="1071" y="0"/>
                  </a:moveTo>
                  <a:cubicBezTo>
                    <a:pt x="485" y="0"/>
                    <a:pt x="6" y="472"/>
                    <a:pt x="6" y="1065"/>
                  </a:cubicBezTo>
                  <a:cubicBezTo>
                    <a:pt x="0" y="1709"/>
                    <a:pt x="524" y="2133"/>
                    <a:pt x="1072" y="2133"/>
                  </a:cubicBezTo>
                  <a:cubicBezTo>
                    <a:pt x="1334" y="2133"/>
                    <a:pt x="1601" y="2036"/>
                    <a:pt x="1819" y="1821"/>
                  </a:cubicBezTo>
                  <a:cubicBezTo>
                    <a:pt x="2493"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4" name="Google Shape;3464;p60"/>
            <p:cNvSpPr/>
            <p:nvPr/>
          </p:nvSpPr>
          <p:spPr>
            <a:xfrm>
              <a:off x="5418200" y="2866425"/>
              <a:ext cx="62425" cy="53275"/>
            </a:xfrm>
            <a:custGeom>
              <a:rect b="b" l="l" r="r" t="t"/>
              <a:pathLst>
                <a:path extrusionOk="0" h="2131" w="2497">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5" name="Google Shape;3465;p60"/>
            <p:cNvSpPr/>
            <p:nvPr/>
          </p:nvSpPr>
          <p:spPr>
            <a:xfrm>
              <a:off x="5418200" y="27902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6" name="Google Shape;3466;p60"/>
            <p:cNvSpPr/>
            <p:nvPr/>
          </p:nvSpPr>
          <p:spPr>
            <a:xfrm>
              <a:off x="5418200" y="1266550"/>
              <a:ext cx="62425" cy="53450"/>
            </a:xfrm>
            <a:custGeom>
              <a:rect b="b" l="l" r="r" t="t"/>
              <a:pathLst>
                <a:path extrusionOk="0" h="2138" w="2497">
                  <a:moveTo>
                    <a:pt x="1065" y="0"/>
                  </a:moveTo>
                  <a:cubicBezTo>
                    <a:pt x="480" y="9"/>
                    <a:pt x="0"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7" name="Google Shape;3467;p60"/>
            <p:cNvSpPr/>
            <p:nvPr/>
          </p:nvSpPr>
          <p:spPr>
            <a:xfrm>
              <a:off x="5418200" y="11905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8" name="Google Shape;3468;p60"/>
            <p:cNvSpPr/>
            <p:nvPr/>
          </p:nvSpPr>
          <p:spPr>
            <a:xfrm>
              <a:off x="5341975" y="271400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60"/>
            <p:cNvSpPr/>
            <p:nvPr/>
          </p:nvSpPr>
          <p:spPr>
            <a:xfrm>
              <a:off x="5341975" y="1266550"/>
              <a:ext cx="62425" cy="53450"/>
            </a:xfrm>
            <a:custGeom>
              <a:rect b="b" l="l" r="r" t="t"/>
              <a:pathLst>
                <a:path extrusionOk="0" h="2138" w="2497">
                  <a:moveTo>
                    <a:pt x="1074" y="0"/>
                  </a:moveTo>
                  <a:cubicBezTo>
                    <a:pt x="480"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60"/>
            <p:cNvSpPr/>
            <p:nvPr/>
          </p:nvSpPr>
          <p:spPr>
            <a:xfrm>
              <a:off x="5265775" y="2790200"/>
              <a:ext cx="62200" cy="53350"/>
            </a:xfrm>
            <a:custGeom>
              <a:rect b="b" l="l" r="r" t="t"/>
              <a:pathLst>
                <a:path extrusionOk="0" h="2134" w="2488">
                  <a:moveTo>
                    <a:pt x="1065" y="1"/>
                  </a:moveTo>
                  <a:cubicBezTo>
                    <a:pt x="480" y="1"/>
                    <a:pt x="0" y="472"/>
                    <a:pt x="0" y="1066"/>
                  </a:cubicBezTo>
                  <a:cubicBezTo>
                    <a:pt x="0" y="1709"/>
                    <a:pt x="522" y="2134"/>
                    <a:pt x="1068" y="2134"/>
                  </a:cubicBezTo>
                  <a:cubicBezTo>
                    <a:pt x="1329" y="2134"/>
                    <a:pt x="1595" y="2037"/>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60"/>
            <p:cNvSpPr/>
            <p:nvPr/>
          </p:nvSpPr>
          <p:spPr>
            <a:xfrm>
              <a:off x="5265775" y="2714000"/>
              <a:ext cx="62200" cy="53350"/>
            </a:xfrm>
            <a:custGeom>
              <a:rect b="b" l="l" r="r" t="t"/>
              <a:pathLst>
                <a:path extrusionOk="0" h="2134" w="2488">
                  <a:moveTo>
                    <a:pt x="1065" y="0"/>
                  </a:moveTo>
                  <a:cubicBezTo>
                    <a:pt x="480" y="0"/>
                    <a:pt x="0" y="480"/>
                    <a:pt x="0" y="1065"/>
                  </a:cubicBezTo>
                  <a:cubicBezTo>
                    <a:pt x="0" y="1709"/>
                    <a:pt x="522" y="2133"/>
                    <a:pt x="1068" y="2133"/>
                  </a:cubicBezTo>
                  <a:cubicBezTo>
                    <a:pt x="1329" y="2133"/>
                    <a:pt x="1595" y="2036"/>
                    <a:pt x="1813" y="1821"/>
                  </a:cubicBezTo>
                  <a:cubicBezTo>
                    <a:pt x="2488" y="1155"/>
                    <a:pt x="2016" y="8"/>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60"/>
            <p:cNvSpPr/>
            <p:nvPr/>
          </p:nvSpPr>
          <p:spPr>
            <a:xfrm>
              <a:off x="5265775" y="1266550"/>
              <a:ext cx="62200" cy="53450"/>
            </a:xfrm>
            <a:custGeom>
              <a:rect b="b" l="l" r="r" t="t"/>
              <a:pathLst>
                <a:path extrusionOk="0" h="2138" w="2488">
                  <a:moveTo>
                    <a:pt x="1065" y="0"/>
                  </a:moveTo>
                  <a:cubicBezTo>
                    <a:pt x="480" y="0"/>
                    <a:pt x="0" y="480"/>
                    <a:pt x="0" y="1074"/>
                  </a:cubicBezTo>
                  <a:cubicBezTo>
                    <a:pt x="0" y="1711"/>
                    <a:pt x="521" y="2137"/>
                    <a:pt x="1067" y="2137"/>
                  </a:cubicBezTo>
                  <a:cubicBezTo>
                    <a:pt x="1328" y="2137"/>
                    <a:pt x="1595" y="2040"/>
                    <a:pt x="1813" y="1821"/>
                  </a:cubicBezTo>
                  <a:cubicBezTo>
                    <a:pt x="2488" y="1155"/>
                    <a:pt x="2016" y="9"/>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3" name="Google Shape;3473;p60"/>
            <p:cNvSpPr/>
            <p:nvPr/>
          </p:nvSpPr>
          <p:spPr>
            <a:xfrm>
              <a:off x="5189550" y="2866425"/>
              <a:ext cx="62425" cy="53275"/>
            </a:xfrm>
            <a:custGeom>
              <a:rect b="b" l="l" r="r" t="t"/>
              <a:pathLst>
                <a:path extrusionOk="0" h="2131" w="2497">
                  <a:moveTo>
                    <a:pt x="1066" y="0"/>
                  </a:moveTo>
                  <a:cubicBezTo>
                    <a:pt x="480" y="0"/>
                    <a:pt x="1" y="472"/>
                    <a:pt x="1" y="1065"/>
                  </a:cubicBezTo>
                  <a:cubicBezTo>
                    <a:pt x="1" y="1707"/>
                    <a:pt x="523" y="2131"/>
                    <a:pt x="1070" y="2131"/>
                  </a:cubicBezTo>
                  <a:cubicBezTo>
                    <a:pt x="1333" y="2131"/>
                    <a:pt x="1602" y="2032"/>
                    <a:pt x="1822" y="1813"/>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4" name="Google Shape;3474;p60"/>
            <p:cNvSpPr/>
            <p:nvPr/>
          </p:nvSpPr>
          <p:spPr>
            <a:xfrm>
              <a:off x="5189550" y="2790200"/>
              <a:ext cx="62225" cy="53350"/>
            </a:xfrm>
            <a:custGeom>
              <a:rect b="b" l="l" r="r" t="t"/>
              <a:pathLst>
                <a:path extrusionOk="0" h="2134" w="2489">
                  <a:moveTo>
                    <a:pt x="1066" y="1"/>
                  </a:moveTo>
                  <a:cubicBezTo>
                    <a:pt x="480" y="1"/>
                    <a:pt x="1" y="472"/>
                    <a:pt x="1" y="1066"/>
                  </a:cubicBezTo>
                  <a:cubicBezTo>
                    <a:pt x="1" y="1709"/>
                    <a:pt x="522" y="2134"/>
                    <a:pt x="1069" y="2134"/>
                  </a:cubicBezTo>
                  <a:cubicBezTo>
                    <a:pt x="1329" y="2134"/>
                    <a:pt x="1596" y="2037"/>
                    <a:pt x="1814"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5" name="Google Shape;3475;p60"/>
            <p:cNvSpPr/>
            <p:nvPr/>
          </p:nvSpPr>
          <p:spPr>
            <a:xfrm>
              <a:off x="5189550" y="1342750"/>
              <a:ext cx="62225" cy="53350"/>
            </a:xfrm>
            <a:custGeom>
              <a:rect b="b" l="l" r="r" t="t"/>
              <a:pathLst>
                <a:path extrusionOk="0" h="2134" w="2489">
                  <a:moveTo>
                    <a:pt x="1066" y="1"/>
                  </a:moveTo>
                  <a:cubicBezTo>
                    <a:pt x="480" y="1"/>
                    <a:pt x="1" y="481"/>
                    <a:pt x="1" y="1066"/>
                  </a:cubicBezTo>
                  <a:cubicBezTo>
                    <a:pt x="1" y="1710"/>
                    <a:pt x="522" y="2134"/>
                    <a:pt x="1069" y="2134"/>
                  </a:cubicBezTo>
                  <a:cubicBezTo>
                    <a:pt x="1329" y="2134"/>
                    <a:pt x="1596" y="2037"/>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6" name="Google Shape;3476;p60"/>
            <p:cNvSpPr/>
            <p:nvPr/>
          </p:nvSpPr>
          <p:spPr>
            <a:xfrm>
              <a:off x="5113350" y="3094850"/>
              <a:ext cx="62400" cy="53350"/>
            </a:xfrm>
            <a:custGeom>
              <a:rect b="b" l="l" r="r" t="t"/>
              <a:pathLst>
                <a:path extrusionOk="0" h="2134" w="2496">
                  <a:moveTo>
                    <a:pt x="1073" y="1"/>
                  </a:moveTo>
                  <a:cubicBezTo>
                    <a:pt x="480" y="1"/>
                    <a:pt x="0"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7" name="Google Shape;3477;p60"/>
            <p:cNvSpPr/>
            <p:nvPr/>
          </p:nvSpPr>
          <p:spPr>
            <a:xfrm>
              <a:off x="5113350" y="3018650"/>
              <a:ext cx="62400" cy="53425"/>
            </a:xfrm>
            <a:custGeom>
              <a:rect b="b" l="l" r="r" t="t"/>
              <a:pathLst>
                <a:path extrusionOk="0" h="2137" w="2496">
                  <a:moveTo>
                    <a:pt x="1073" y="0"/>
                  </a:moveTo>
                  <a:cubicBezTo>
                    <a:pt x="480" y="0"/>
                    <a:pt x="0" y="480"/>
                    <a:pt x="0" y="1065"/>
                  </a:cubicBezTo>
                  <a:cubicBezTo>
                    <a:pt x="0" y="1709"/>
                    <a:pt x="529" y="2137"/>
                    <a:pt x="1078" y="2137"/>
                  </a:cubicBezTo>
                  <a:cubicBezTo>
                    <a:pt x="1339" y="2137"/>
                    <a:pt x="1606" y="2039"/>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8" name="Google Shape;3478;p60"/>
            <p:cNvSpPr/>
            <p:nvPr/>
          </p:nvSpPr>
          <p:spPr>
            <a:xfrm>
              <a:off x="5113350" y="2942425"/>
              <a:ext cx="62400" cy="53450"/>
            </a:xfrm>
            <a:custGeom>
              <a:rect b="b" l="l" r="r" t="t"/>
              <a:pathLst>
                <a:path extrusionOk="0" h="2138" w="2496">
                  <a:moveTo>
                    <a:pt x="1073" y="1"/>
                  </a:moveTo>
                  <a:cubicBezTo>
                    <a:pt x="480" y="1"/>
                    <a:pt x="8" y="480"/>
                    <a:pt x="0" y="1066"/>
                  </a:cubicBezTo>
                  <a:cubicBezTo>
                    <a:pt x="0" y="1709"/>
                    <a:pt x="525" y="2137"/>
                    <a:pt x="1074" y="2137"/>
                  </a:cubicBezTo>
                  <a:cubicBezTo>
                    <a:pt x="1336" y="2137"/>
                    <a:pt x="1603"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9" name="Google Shape;3479;p60"/>
            <p:cNvSpPr/>
            <p:nvPr/>
          </p:nvSpPr>
          <p:spPr>
            <a:xfrm>
              <a:off x="5113350" y="2866425"/>
              <a:ext cx="62400" cy="53275"/>
            </a:xfrm>
            <a:custGeom>
              <a:rect b="b" l="l" r="r" t="t"/>
              <a:pathLst>
                <a:path extrusionOk="0" h="2131" w="2496">
                  <a:moveTo>
                    <a:pt x="1073" y="0"/>
                  </a:moveTo>
                  <a:cubicBezTo>
                    <a:pt x="480" y="0"/>
                    <a:pt x="0" y="472"/>
                    <a:pt x="0" y="1065"/>
                  </a:cubicBezTo>
                  <a:cubicBezTo>
                    <a:pt x="0" y="1707"/>
                    <a:pt x="526" y="2131"/>
                    <a:pt x="1073" y="2131"/>
                  </a:cubicBezTo>
                  <a:cubicBezTo>
                    <a:pt x="1336" y="2131"/>
                    <a:pt x="1604" y="2032"/>
                    <a:pt x="1821" y="1813"/>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0" name="Google Shape;3480;p60"/>
            <p:cNvSpPr/>
            <p:nvPr/>
          </p:nvSpPr>
          <p:spPr>
            <a:xfrm>
              <a:off x="5113350" y="2790200"/>
              <a:ext cx="62400" cy="53350"/>
            </a:xfrm>
            <a:custGeom>
              <a:rect b="b" l="l" r="r" t="t"/>
              <a:pathLst>
                <a:path extrusionOk="0" h="2134" w="2496">
                  <a:moveTo>
                    <a:pt x="1073" y="1"/>
                  </a:moveTo>
                  <a:cubicBezTo>
                    <a:pt x="480" y="1"/>
                    <a:pt x="8"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1" name="Google Shape;3481;p60"/>
            <p:cNvSpPr/>
            <p:nvPr/>
          </p:nvSpPr>
          <p:spPr>
            <a:xfrm>
              <a:off x="5113350" y="2714000"/>
              <a:ext cx="62400" cy="53350"/>
            </a:xfrm>
            <a:custGeom>
              <a:rect b="b" l="l" r="r" t="t"/>
              <a:pathLst>
                <a:path extrusionOk="0" h="2134" w="2496">
                  <a:moveTo>
                    <a:pt x="1073" y="0"/>
                  </a:moveTo>
                  <a:cubicBezTo>
                    <a:pt x="480" y="0"/>
                    <a:pt x="0"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2" name="Google Shape;3482;p60"/>
            <p:cNvSpPr/>
            <p:nvPr/>
          </p:nvSpPr>
          <p:spPr>
            <a:xfrm>
              <a:off x="5113350" y="1418975"/>
              <a:ext cx="62400" cy="53350"/>
            </a:xfrm>
            <a:custGeom>
              <a:rect b="b" l="l" r="r" t="t"/>
              <a:pathLst>
                <a:path extrusionOk="0" h="2134" w="2496">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3" name="Google Shape;3483;p60"/>
            <p:cNvSpPr/>
            <p:nvPr/>
          </p:nvSpPr>
          <p:spPr>
            <a:xfrm>
              <a:off x="5113350" y="1342750"/>
              <a:ext cx="62400" cy="53450"/>
            </a:xfrm>
            <a:custGeom>
              <a:rect b="b" l="l" r="r" t="t"/>
              <a:pathLst>
                <a:path extrusionOk="0" h="2138" w="2496">
                  <a:moveTo>
                    <a:pt x="1073" y="1"/>
                  </a:moveTo>
                  <a:cubicBezTo>
                    <a:pt x="480" y="1"/>
                    <a:pt x="8" y="481"/>
                    <a:pt x="0" y="1066"/>
                  </a:cubicBezTo>
                  <a:cubicBezTo>
                    <a:pt x="0" y="1710"/>
                    <a:pt x="525" y="2138"/>
                    <a:pt x="1074" y="2138"/>
                  </a:cubicBezTo>
                  <a:cubicBezTo>
                    <a:pt x="1336" y="2138"/>
                    <a:pt x="1603"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4" name="Google Shape;3484;p60"/>
            <p:cNvSpPr/>
            <p:nvPr/>
          </p:nvSpPr>
          <p:spPr>
            <a:xfrm>
              <a:off x="5037325" y="3018650"/>
              <a:ext cx="62225" cy="53425"/>
            </a:xfrm>
            <a:custGeom>
              <a:rect b="b" l="l" r="r" t="t"/>
              <a:pathLst>
                <a:path extrusionOk="0" h="2137" w="2489">
                  <a:moveTo>
                    <a:pt x="1066" y="0"/>
                  </a:moveTo>
                  <a:cubicBezTo>
                    <a:pt x="472" y="0"/>
                    <a:pt x="1" y="480"/>
                    <a:pt x="1" y="1065"/>
                  </a:cubicBezTo>
                  <a:cubicBezTo>
                    <a:pt x="1" y="1709"/>
                    <a:pt x="526" y="2137"/>
                    <a:pt x="1072" y="2137"/>
                  </a:cubicBezTo>
                  <a:cubicBezTo>
                    <a:pt x="1333" y="2137"/>
                    <a:pt x="1598" y="2039"/>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5" name="Google Shape;3485;p60"/>
            <p:cNvSpPr/>
            <p:nvPr/>
          </p:nvSpPr>
          <p:spPr>
            <a:xfrm>
              <a:off x="5037325"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6" name="Google Shape;3486;p60"/>
            <p:cNvSpPr/>
            <p:nvPr/>
          </p:nvSpPr>
          <p:spPr>
            <a:xfrm>
              <a:off x="5037325" y="2866425"/>
              <a:ext cx="62225" cy="53275"/>
            </a:xfrm>
            <a:custGeom>
              <a:rect b="b" l="l" r="r" t="t"/>
              <a:pathLst>
                <a:path extrusionOk="0" h="2131" w="2489">
                  <a:moveTo>
                    <a:pt x="1066" y="0"/>
                  </a:moveTo>
                  <a:cubicBezTo>
                    <a:pt x="472" y="0"/>
                    <a:pt x="1" y="472"/>
                    <a:pt x="1" y="1065"/>
                  </a:cubicBezTo>
                  <a:cubicBezTo>
                    <a:pt x="1" y="1707"/>
                    <a:pt x="523" y="2131"/>
                    <a:pt x="1067" y="2131"/>
                  </a:cubicBezTo>
                  <a:cubicBezTo>
                    <a:pt x="1330" y="2131"/>
                    <a:pt x="1597" y="2032"/>
                    <a:pt x="1814" y="1813"/>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7" name="Google Shape;3487;p60"/>
            <p:cNvSpPr/>
            <p:nvPr/>
          </p:nvSpPr>
          <p:spPr>
            <a:xfrm>
              <a:off x="5037325" y="27902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8" name="Google Shape;3488;p60"/>
            <p:cNvSpPr/>
            <p:nvPr/>
          </p:nvSpPr>
          <p:spPr>
            <a:xfrm>
              <a:off x="5037325" y="271400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9" name="Google Shape;3489;p60"/>
            <p:cNvSpPr/>
            <p:nvPr/>
          </p:nvSpPr>
          <p:spPr>
            <a:xfrm>
              <a:off x="5037325" y="2637775"/>
              <a:ext cx="62225" cy="53450"/>
            </a:xfrm>
            <a:custGeom>
              <a:rect b="b" l="l" r="r" t="t"/>
              <a:pathLst>
                <a:path extrusionOk="0" h="2138" w="2489">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0" name="Google Shape;3490;p60"/>
            <p:cNvSpPr/>
            <p:nvPr/>
          </p:nvSpPr>
          <p:spPr>
            <a:xfrm>
              <a:off x="503732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1" name="Google Shape;3491;p60"/>
            <p:cNvSpPr/>
            <p:nvPr/>
          </p:nvSpPr>
          <p:spPr>
            <a:xfrm>
              <a:off x="4961125" y="271400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2" name="Google Shape;3492;p60"/>
            <p:cNvSpPr/>
            <p:nvPr/>
          </p:nvSpPr>
          <p:spPr>
            <a:xfrm>
              <a:off x="4961125" y="26377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3" name="Google Shape;3493;p60"/>
            <p:cNvSpPr/>
            <p:nvPr/>
          </p:nvSpPr>
          <p:spPr>
            <a:xfrm>
              <a:off x="4961125"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4" name="Google Shape;3494;p60"/>
            <p:cNvSpPr/>
            <p:nvPr/>
          </p:nvSpPr>
          <p:spPr>
            <a:xfrm>
              <a:off x="4961125"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5" name="Google Shape;3495;p60"/>
            <p:cNvSpPr/>
            <p:nvPr/>
          </p:nvSpPr>
          <p:spPr>
            <a:xfrm>
              <a:off x="4961125"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6" name="Google Shape;3496;p60"/>
            <p:cNvSpPr/>
            <p:nvPr/>
          </p:nvSpPr>
          <p:spPr>
            <a:xfrm>
              <a:off x="4961125"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7" name="Google Shape;3497;p60"/>
            <p:cNvSpPr/>
            <p:nvPr/>
          </p:nvSpPr>
          <p:spPr>
            <a:xfrm>
              <a:off x="4884900" y="2637775"/>
              <a:ext cx="62225" cy="53450"/>
            </a:xfrm>
            <a:custGeom>
              <a:rect b="b" l="l" r="r" t="t"/>
              <a:pathLst>
                <a:path extrusionOk="0" h="2138" w="2489">
                  <a:moveTo>
                    <a:pt x="1066" y="1"/>
                  </a:moveTo>
                  <a:cubicBezTo>
                    <a:pt x="480" y="1"/>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8" name="Google Shape;3498;p60"/>
            <p:cNvSpPr/>
            <p:nvPr/>
          </p:nvSpPr>
          <p:spPr>
            <a:xfrm>
              <a:off x="488490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9" name="Google Shape;3499;p60"/>
            <p:cNvSpPr/>
            <p:nvPr/>
          </p:nvSpPr>
          <p:spPr>
            <a:xfrm>
              <a:off x="488490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0" name="Google Shape;3500;p60"/>
            <p:cNvSpPr/>
            <p:nvPr/>
          </p:nvSpPr>
          <p:spPr>
            <a:xfrm>
              <a:off x="4884900" y="11905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1" name="Google Shape;3501;p60"/>
            <p:cNvSpPr/>
            <p:nvPr/>
          </p:nvSpPr>
          <p:spPr>
            <a:xfrm>
              <a:off x="4808700" y="2637775"/>
              <a:ext cx="62400" cy="53450"/>
            </a:xfrm>
            <a:custGeom>
              <a:rect b="b" l="l" r="r" t="t"/>
              <a:pathLst>
                <a:path extrusionOk="0" h="2138" w="2496">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2" name="Google Shape;3502;p60"/>
            <p:cNvSpPr/>
            <p:nvPr/>
          </p:nvSpPr>
          <p:spPr>
            <a:xfrm>
              <a:off x="4808700" y="2561575"/>
              <a:ext cx="62400" cy="53425"/>
            </a:xfrm>
            <a:custGeom>
              <a:rect b="b" l="l" r="r" t="t"/>
              <a:pathLst>
                <a:path extrusionOk="0" h="2137" w="2496">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3" name="Google Shape;3503;p60"/>
            <p:cNvSpPr/>
            <p:nvPr/>
          </p:nvSpPr>
          <p:spPr>
            <a:xfrm>
              <a:off x="4808700" y="141897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4" name="Google Shape;3504;p60"/>
            <p:cNvSpPr/>
            <p:nvPr/>
          </p:nvSpPr>
          <p:spPr>
            <a:xfrm>
              <a:off x="4808700" y="134275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5" name="Google Shape;3505;p60"/>
            <p:cNvSpPr/>
            <p:nvPr/>
          </p:nvSpPr>
          <p:spPr>
            <a:xfrm>
              <a:off x="4808700" y="119055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6" name="Google Shape;3506;p60"/>
            <p:cNvSpPr/>
            <p:nvPr/>
          </p:nvSpPr>
          <p:spPr>
            <a:xfrm>
              <a:off x="4808700" y="1038125"/>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7" name="Google Shape;3507;p60"/>
            <p:cNvSpPr/>
            <p:nvPr/>
          </p:nvSpPr>
          <p:spPr>
            <a:xfrm>
              <a:off x="4732475" y="2790200"/>
              <a:ext cx="62425" cy="53350"/>
            </a:xfrm>
            <a:custGeom>
              <a:rect b="b" l="l" r="r" t="t"/>
              <a:pathLst>
                <a:path extrusionOk="0" h="2134" w="2497">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8" name="Google Shape;3508;p60"/>
            <p:cNvSpPr/>
            <p:nvPr/>
          </p:nvSpPr>
          <p:spPr>
            <a:xfrm>
              <a:off x="4732475" y="2714000"/>
              <a:ext cx="62425" cy="53350"/>
            </a:xfrm>
            <a:custGeom>
              <a:rect b="b" l="l" r="r" t="t"/>
              <a:pathLst>
                <a:path extrusionOk="0" h="2134" w="2497">
                  <a:moveTo>
                    <a:pt x="1074" y="0"/>
                  </a:moveTo>
                  <a:cubicBezTo>
                    <a:pt x="480" y="0"/>
                    <a:pt x="1"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9" name="Google Shape;3509;p60"/>
            <p:cNvSpPr/>
            <p:nvPr/>
          </p:nvSpPr>
          <p:spPr>
            <a:xfrm>
              <a:off x="4732475" y="2561575"/>
              <a:ext cx="62425" cy="53425"/>
            </a:xfrm>
            <a:custGeom>
              <a:rect b="b" l="l" r="r" t="t"/>
              <a:pathLst>
                <a:path extrusionOk="0" h="2137" w="2497">
                  <a:moveTo>
                    <a:pt x="1074" y="0"/>
                  </a:moveTo>
                  <a:cubicBezTo>
                    <a:pt x="480" y="8"/>
                    <a:pt x="9" y="480"/>
                    <a:pt x="1" y="1073"/>
                  </a:cubicBezTo>
                  <a:cubicBezTo>
                    <a:pt x="1" y="1711"/>
                    <a:pt x="525" y="2137"/>
                    <a:pt x="1073" y="2137"/>
                  </a:cubicBezTo>
                  <a:cubicBezTo>
                    <a:pt x="1335" y="2137"/>
                    <a:pt x="1603" y="2039"/>
                    <a:pt x="1822" y="1821"/>
                  </a:cubicBezTo>
                  <a:cubicBezTo>
                    <a:pt x="2496"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0" name="Google Shape;3510;p60"/>
            <p:cNvSpPr/>
            <p:nvPr/>
          </p:nvSpPr>
          <p:spPr>
            <a:xfrm>
              <a:off x="4732475" y="141897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1" name="Google Shape;3511;p60"/>
            <p:cNvSpPr/>
            <p:nvPr/>
          </p:nvSpPr>
          <p:spPr>
            <a:xfrm>
              <a:off x="4732475" y="119055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2" name="Google Shape;3512;p60"/>
            <p:cNvSpPr/>
            <p:nvPr/>
          </p:nvSpPr>
          <p:spPr>
            <a:xfrm>
              <a:off x="4656475" y="2866425"/>
              <a:ext cx="62200" cy="53275"/>
            </a:xfrm>
            <a:custGeom>
              <a:rect b="b" l="l" r="r" t="t"/>
              <a:pathLst>
                <a:path extrusionOk="0" h="2131" w="2488">
                  <a:moveTo>
                    <a:pt x="1065" y="0"/>
                  </a:moveTo>
                  <a:cubicBezTo>
                    <a:pt x="472"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3" name="Google Shape;3513;p60"/>
            <p:cNvSpPr/>
            <p:nvPr/>
          </p:nvSpPr>
          <p:spPr>
            <a:xfrm>
              <a:off x="4656475" y="2790200"/>
              <a:ext cx="62200" cy="53350"/>
            </a:xfrm>
            <a:custGeom>
              <a:rect b="b" l="l" r="r" t="t"/>
              <a:pathLst>
                <a:path extrusionOk="0" h="2134" w="2488">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4" name="Google Shape;3514;p60"/>
            <p:cNvSpPr/>
            <p:nvPr/>
          </p:nvSpPr>
          <p:spPr>
            <a:xfrm>
              <a:off x="4656475" y="2714000"/>
              <a:ext cx="62200" cy="53350"/>
            </a:xfrm>
            <a:custGeom>
              <a:rect b="b" l="l" r="r" t="t"/>
              <a:pathLst>
                <a:path extrusionOk="0" h="2134"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5" name="Google Shape;3515;p60"/>
            <p:cNvSpPr/>
            <p:nvPr/>
          </p:nvSpPr>
          <p:spPr>
            <a:xfrm>
              <a:off x="4656475" y="2485550"/>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6" name="Google Shape;3516;p60"/>
            <p:cNvSpPr/>
            <p:nvPr/>
          </p:nvSpPr>
          <p:spPr>
            <a:xfrm>
              <a:off x="4656475" y="149520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7" name="Google Shape;3517;p60"/>
            <p:cNvSpPr/>
            <p:nvPr/>
          </p:nvSpPr>
          <p:spPr>
            <a:xfrm>
              <a:off x="4656475" y="141897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8" name="Google Shape;3518;p60"/>
            <p:cNvSpPr/>
            <p:nvPr/>
          </p:nvSpPr>
          <p:spPr>
            <a:xfrm>
              <a:off x="4656475" y="1266550"/>
              <a:ext cx="62200" cy="53450"/>
            </a:xfrm>
            <a:custGeom>
              <a:rect b="b" l="l" r="r" t="t"/>
              <a:pathLst>
                <a:path extrusionOk="0" h="2138" w="2488">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9" name="Google Shape;3519;p60"/>
            <p:cNvSpPr/>
            <p:nvPr/>
          </p:nvSpPr>
          <p:spPr>
            <a:xfrm>
              <a:off x="4656475" y="1038125"/>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0" name="Google Shape;3520;p60"/>
            <p:cNvSpPr/>
            <p:nvPr/>
          </p:nvSpPr>
          <p:spPr>
            <a:xfrm>
              <a:off x="4580250" y="2942425"/>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1" name="Google Shape;3521;p60"/>
            <p:cNvSpPr/>
            <p:nvPr/>
          </p:nvSpPr>
          <p:spPr>
            <a:xfrm>
              <a:off x="4580250"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2" name="Google Shape;3522;p60"/>
            <p:cNvSpPr/>
            <p:nvPr/>
          </p:nvSpPr>
          <p:spPr>
            <a:xfrm>
              <a:off x="4580250"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60"/>
            <p:cNvSpPr/>
            <p:nvPr/>
          </p:nvSpPr>
          <p:spPr>
            <a:xfrm>
              <a:off x="4580250" y="26377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4" name="Google Shape;3524;p60"/>
            <p:cNvSpPr/>
            <p:nvPr/>
          </p:nvSpPr>
          <p:spPr>
            <a:xfrm>
              <a:off x="4580250" y="2485550"/>
              <a:ext cx="62225" cy="53300"/>
            </a:xfrm>
            <a:custGeom>
              <a:rect b="b" l="l" r="r" t="t"/>
              <a:pathLst>
                <a:path extrusionOk="0" h="2132" w="2489">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5" name="Google Shape;3525;p60"/>
            <p:cNvSpPr/>
            <p:nvPr/>
          </p:nvSpPr>
          <p:spPr>
            <a:xfrm>
              <a:off x="458025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6" name="Google Shape;3526;p60"/>
            <p:cNvSpPr/>
            <p:nvPr/>
          </p:nvSpPr>
          <p:spPr>
            <a:xfrm>
              <a:off x="458025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7" name="Google Shape;3527;p60"/>
            <p:cNvSpPr/>
            <p:nvPr/>
          </p:nvSpPr>
          <p:spPr>
            <a:xfrm>
              <a:off x="4580250"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8" name="Google Shape;3528;p60"/>
            <p:cNvSpPr/>
            <p:nvPr/>
          </p:nvSpPr>
          <p:spPr>
            <a:xfrm>
              <a:off x="4504050" y="29424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9" name="Google Shape;3529;p60"/>
            <p:cNvSpPr/>
            <p:nvPr/>
          </p:nvSpPr>
          <p:spPr>
            <a:xfrm>
              <a:off x="4504050" y="2637775"/>
              <a:ext cx="62200" cy="53450"/>
            </a:xfrm>
            <a:custGeom>
              <a:rect b="b" l="l" r="r" t="t"/>
              <a:pathLst>
                <a:path extrusionOk="0" h="2138" w="2488">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0" name="Google Shape;3530;p60"/>
            <p:cNvSpPr/>
            <p:nvPr/>
          </p:nvSpPr>
          <p:spPr>
            <a:xfrm>
              <a:off x="450405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1" name="Google Shape;3531;p60"/>
            <p:cNvSpPr/>
            <p:nvPr/>
          </p:nvSpPr>
          <p:spPr>
            <a:xfrm>
              <a:off x="4504050" y="2485550"/>
              <a:ext cx="62200" cy="53300"/>
            </a:xfrm>
            <a:custGeom>
              <a:rect b="b" l="l" r="r" t="t"/>
              <a:pathLst>
                <a:path extrusionOk="0" h="2132" w="2488">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2" name="Google Shape;3532;p60"/>
            <p:cNvSpPr/>
            <p:nvPr/>
          </p:nvSpPr>
          <p:spPr>
            <a:xfrm>
              <a:off x="450405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3" name="Google Shape;3533;p60"/>
            <p:cNvSpPr/>
            <p:nvPr/>
          </p:nvSpPr>
          <p:spPr>
            <a:xfrm>
              <a:off x="4504050"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4" name="Google Shape;3534;p60"/>
            <p:cNvSpPr/>
            <p:nvPr/>
          </p:nvSpPr>
          <p:spPr>
            <a:xfrm>
              <a:off x="4427825" y="2942425"/>
              <a:ext cx="62425" cy="53450"/>
            </a:xfrm>
            <a:custGeom>
              <a:rect b="b" l="l" r="r" t="t"/>
              <a:pathLst>
                <a:path extrusionOk="0" h="2138" w="2497">
                  <a:moveTo>
                    <a:pt x="1065" y="1"/>
                  </a:moveTo>
                  <a:cubicBezTo>
                    <a:pt x="480" y="9"/>
                    <a:pt x="9"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5" name="Google Shape;3535;p60"/>
            <p:cNvSpPr/>
            <p:nvPr/>
          </p:nvSpPr>
          <p:spPr>
            <a:xfrm>
              <a:off x="4427825" y="2866425"/>
              <a:ext cx="62425" cy="53275"/>
            </a:xfrm>
            <a:custGeom>
              <a:rect b="b" l="l" r="r" t="t"/>
              <a:pathLst>
                <a:path extrusionOk="0" h="2131" w="2497">
                  <a:moveTo>
                    <a:pt x="1065" y="0"/>
                  </a:moveTo>
                  <a:cubicBezTo>
                    <a:pt x="480" y="0"/>
                    <a:pt x="1" y="472"/>
                    <a:pt x="1" y="1065"/>
                  </a:cubicBezTo>
                  <a:cubicBezTo>
                    <a:pt x="1" y="1707"/>
                    <a:pt x="526" y="2131"/>
                    <a:pt x="1073" y="2131"/>
                  </a:cubicBezTo>
                  <a:cubicBezTo>
                    <a:pt x="1337" y="2131"/>
                    <a:pt x="1605" y="2032"/>
                    <a:pt x="1822" y="1813"/>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6" name="Google Shape;3536;p60"/>
            <p:cNvSpPr/>
            <p:nvPr/>
          </p:nvSpPr>
          <p:spPr>
            <a:xfrm>
              <a:off x="4427825" y="2790200"/>
              <a:ext cx="62425" cy="53350"/>
            </a:xfrm>
            <a:custGeom>
              <a:rect b="b" l="l" r="r" t="t"/>
              <a:pathLst>
                <a:path extrusionOk="0" h="2134" w="2497">
                  <a:moveTo>
                    <a:pt x="1065" y="1"/>
                  </a:moveTo>
                  <a:cubicBezTo>
                    <a:pt x="480" y="1"/>
                    <a:pt x="9"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7" name="Google Shape;3537;p60"/>
            <p:cNvSpPr/>
            <p:nvPr/>
          </p:nvSpPr>
          <p:spPr>
            <a:xfrm>
              <a:off x="4427825" y="2561575"/>
              <a:ext cx="62425" cy="53425"/>
            </a:xfrm>
            <a:custGeom>
              <a:rect b="b" l="l" r="r" t="t"/>
              <a:pathLst>
                <a:path extrusionOk="0" h="2137" w="2497">
                  <a:moveTo>
                    <a:pt x="1065" y="0"/>
                  </a:moveTo>
                  <a:cubicBezTo>
                    <a:pt x="480" y="8"/>
                    <a:pt x="9" y="480"/>
                    <a:pt x="1" y="1073"/>
                  </a:cubicBezTo>
                  <a:cubicBezTo>
                    <a:pt x="1" y="1711"/>
                    <a:pt x="525" y="2137"/>
                    <a:pt x="1073" y="2137"/>
                  </a:cubicBezTo>
                  <a:cubicBezTo>
                    <a:pt x="1335" y="2137"/>
                    <a:pt x="1603" y="2039"/>
                    <a:pt x="1822" y="1821"/>
                  </a:cubicBezTo>
                  <a:cubicBezTo>
                    <a:pt x="2496"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8" name="Google Shape;3538;p60"/>
            <p:cNvSpPr/>
            <p:nvPr/>
          </p:nvSpPr>
          <p:spPr>
            <a:xfrm>
              <a:off x="4427825" y="2485550"/>
              <a:ext cx="62425" cy="53300"/>
            </a:xfrm>
            <a:custGeom>
              <a:rect b="b" l="l" r="r" t="t"/>
              <a:pathLst>
                <a:path extrusionOk="0" h="2132" w="2497">
                  <a:moveTo>
                    <a:pt x="1065" y="1"/>
                  </a:moveTo>
                  <a:cubicBezTo>
                    <a:pt x="480" y="1"/>
                    <a:pt x="1" y="480"/>
                    <a:pt x="1" y="1066"/>
                  </a:cubicBezTo>
                  <a:cubicBezTo>
                    <a:pt x="1" y="1708"/>
                    <a:pt x="526" y="2131"/>
                    <a:pt x="1073" y="2131"/>
                  </a:cubicBezTo>
                  <a:cubicBezTo>
                    <a:pt x="1337" y="2131"/>
                    <a:pt x="1605" y="2033"/>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9" name="Google Shape;3539;p60"/>
            <p:cNvSpPr/>
            <p:nvPr/>
          </p:nvSpPr>
          <p:spPr>
            <a:xfrm>
              <a:off x="4427825" y="2409350"/>
              <a:ext cx="62425" cy="53350"/>
            </a:xfrm>
            <a:custGeom>
              <a:rect b="b" l="l" r="r" t="t"/>
              <a:pathLst>
                <a:path extrusionOk="0" h="2134" w="2497">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0" name="Google Shape;3540;p60"/>
            <p:cNvSpPr/>
            <p:nvPr/>
          </p:nvSpPr>
          <p:spPr>
            <a:xfrm>
              <a:off x="4351600" y="27902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1" name="Google Shape;3541;p60"/>
            <p:cNvSpPr/>
            <p:nvPr/>
          </p:nvSpPr>
          <p:spPr>
            <a:xfrm>
              <a:off x="4351600" y="2714000"/>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2" name="Google Shape;3542;p60"/>
            <p:cNvSpPr/>
            <p:nvPr/>
          </p:nvSpPr>
          <p:spPr>
            <a:xfrm>
              <a:off x="4351600" y="2637775"/>
              <a:ext cx="62425" cy="53450"/>
            </a:xfrm>
            <a:custGeom>
              <a:rect b="b" l="l" r="r" t="t"/>
              <a:pathLst>
                <a:path extrusionOk="0" h="2138" w="2497">
                  <a:moveTo>
                    <a:pt x="1074" y="1"/>
                  </a:moveTo>
                  <a:cubicBezTo>
                    <a:pt x="481" y="1"/>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3" name="Google Shape;3543;p60"/>
            <p:cNvSpPr/>
            <p:nvPr/>
          </p:nvSpPr>
          <p:spPr>
            <a:xfrm>
              <a:off x="4351600" y="2561575"/>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4" name="Google Shape;3544;p60"/>
            <p:cNvSpPr/>
            <p:nvPr/>
          </p:nvSpPr>
          <p:spPr>
            <a:xfrm>
              <a:off x="4275600" y="2637775"/>
              <a:ext cx="62225" cy="53450"/>
            </a:xfrm>
            <a:custGeom>
              <a:rect b="b" l="l" r="r" t="t"/>
              <a:pathLst>
                <a:path extrusionOk="0" h="2138" w="2489">
                  <a:moveTo>
                    <a:pt x="1066" y="1"/>
                  </a:moveTo>
                  <a:cubicBezTo>
                    <a:pt x="472"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5" name="Google Shape;3545;p60"/>
            <p:cNvSpPr/>
            <p:nvPr/>
          </p:nvSpPr>
          <p:spPr>
            <a:xfrm>
              <a:off x="4275600"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3"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6" name="Google Shape;3546;p60"/>
            <p:cNvSpPr/>
            <p:nvPr/>
          </p:nvSpPr>
          <p:spPr>
            <a:xfrm>
              <a:off x="4275600" y="2485550"/>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7" name="Google Shape;3547;p60"/>
            <p:cNvSpPr/>
            <p:nvPr/>
          </p:nvSpPr>
          <p:spPr>
            <a:xfrm>
              <a:off x="427560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8" name="Google Shape;3548;p60"/>
            <p:cNvSpPr/>
            <p:nvPr/>
          </p:nvSpPr>
          <p:spPr>
            <a:xfrm>
              <a:off x="427560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9" name="Google Shape;3549;p60"/>
            <p:cNvSpPr/>
            <p:nvPr/>
          </p:nvSpPr>
          <p:spPr>
            <a:xfrm>
              <a:off x="4275600" y="2256925"/>
              <a:ext cx="62350" cy="53425"/>
            </a:xfrm>
            <a:custGeom>
              <a:rect b="b" l="l" r="r" t="t"/>
              <a:pathLst>
                <a:path extrusionOk="0" h="2137" w="2494">
                  <a:moveTo>
                    <a:pt x="1076" y="0"/>
                  </a:moveTo>
                  <a:cubicBezTo>
                    <a:pt x="1072" y="0"/>
                    <a:pt x="1069" y="0"/>
                    <a:pt x="1066" y="0"/>
                  </a:cubicBezTo>
                  <a:cubicBezTo>
                    <a:pt x="472" y="0"/>
                    <a:pt x="1" y="480"/>
                    <a:pt x="1" y="1065"/>
                  </a:cubicBezTo>
                  <a:cubicBezTo>
                    <a:pt x="1" y="1709"/>
                    <a:pt x="526" y="2137"/>
                    <a:pt x="1074" y="2137"/>
                  </a:cubicBezTo>
                  <a:cubicBezTo>
                    <a:pt x="1336"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0" name="Google Shape;3550;p60"/>
            <p:cNvSpPr/>
            <p:nvPr/>
          </p:nvSpPr>
          <p:spPr>
            <a:xfrm>
              <a:off x="4199400" y="2485550"/>
              <a:ext cx="62200" cy="53300"/>
            </a:xfrm>
            <a:custGeom>
              <a:rect b="b" l="l" r="r" t="t"/>
              <a:pathLst>
                <a:path extrusionOk="0" h="2132" w="2488">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1" name="Google Shape;3551;p60"/>
            <p:cNvSpPr/>
            <p:nvPr/>
          </p:nvSpPr>
          <p:spPr>
            <a:xfrm>
              <a:off x="4199400"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2" name="Google Shape;3552;p60"/>
            <p:cNvSpPr/>
            <p:nvPr/>
          </p:nvSpPr>
          <p:spPr>
            <a:xfrm>
              <a:off x="4199400" y="2256925"/>
              <a:ext cx="62350" cy="53425"/>
            </a:xfrm>
            <a:custGeom>
              <a:rect b="b" l="l" r="r" t="t"/>
              <a:pathLst>
                <a:path extrusionOk="0" h="2137" w="2494">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19"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3" name="Google Shape;3553;p60"/>
            <p:cNvSpPr/>
            <p:nvPr/>
          </p:nvSpPr>
          <p:spPr>
            <a:xfrm>
              <a:off x="4123175" y="2333125"/>
              <a:ext cx="62425" cy="53450"/>
            </a:xfrm>
            <a:custGeom>
              <a:rect b="b" l="l" r="r" t="t"/>
              <a:pathLst>
                <a:path extrusionOk="0" h="2138" w="2497">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4" name="Google Shape;3554;p60"/>
            <p:cNvSpPr/>
            <p:nvPr/>
          </p:nvSpPr>
          <p:spPr>
            <a:xfrm>
              <a:off x="4123175" y="2256925"/>
              <a:ext cx="62350" cy="53425"/>
            </a:xfrm>
            <a:custGeom>
              <a:rect b="b" l="l" r="r" t="t"/>
              <a:pathLst>
                <a:path extrusionOk="0" h="2137" w="2494">
                  <a:moveTo>
                    <a:pt x="1076"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8"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55" name="Google Shape;3555;p60"/>
          <p:cNvGrpSpPr/>
          <p:nvPr/>
        </p:nvGrpSpPr>
        <p:grpSpPr>
          <a:xfrm>
            <a:off x="5834043" y="994977"/>
            <a:ext cx="2590840" cy="1380235"/>
            <a:chOff x="233350" y="949250"/>
            <a:chExt cx="7137300" cy="3802300"/>
          </a:xfrm>
        </p:grpSpPr>
        <p:sp>
          <p:nvSpPr>
            <p:cNvPr id="3556" name="Google Shape;3556;p60"/>
            <p:cNvSpPr/>
            <p:nvPr/>
          </p:nvSpPr>
          <p:spPr>
            <a:xfrm>
              <a:off x="4428450" y="2808675"/>
              <a:ext cx="1478900" cy="330100"/>
            </a:xfrm>
            <a:custGeom>
              <a:rect b="b" l="l" r="r" t="t"/>
              <a:pathLst>
                <a:path extrusionOk="0" h="13204" w="59156">
                  <a:moveTo>
                    <a:pt x="1" y="0"/>
                  </a:moveTo>
                  <a:lnTo>
                    <a:pt x="1" y="0"/>
                  </a:lnTo>
                  <a:close/>
                  <a:moveTo>
                    <a:pt x="59155" y="13203"/>
                  </a:move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7" name="Google Shape;3557;p60"/>
            <p:cNvSpPr/>
            <p:nvPr/>
          </p:nvSpPr>
          <p:spPr>
            <a:xfrm>
              <a:off x="2909400" y="1076125"/>
              <a:ext cx="4118650" cy="3109225"/>
            </a:xfrm>
            <a:custGeom>
              <a:rect b="b" l="l" r="r" t="t"/>
              <a:pathLst>
                <a:path extrusionOk="0" h="124369" w="164746">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8" name="Google Shape;3558;p60"/>
            <p:cNvSpPr/>
            <p:nvPr/>
          </p:nvSpPr>
          <p:spPr>
            <a:xfrm>
              <a:off x="5913800" y="3523050"/>
              <a:ext cx="1109075" cy="813875"/>
            </a:xfrm>
            <a:custGeom>
              <a:rect b="b" l="l" r="r" t="t"/>
              <a:pathLst>
                <a:path extrusionOk="0" h="32555" w="44363">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9" name="Google Shape;3559;p60"/>
            <p:cNvSpPr/>
            <p:nvPr/>
          </p:nvSpPr>
          <p:spPr>
            <a:xfrm>
              <a:off x="6442175" y="3238700"/>
              <a:ext cx="571625" cy="311800"/>
            </a:xfrm>
            <a:custGeom>
              <a:rect b="b" l="l" r="r" t="t"/>
              <a:pathLst>
                <a:path extrusionOk="0" h="12472" w="22865">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0" name="Google Shape;3560;p60"/>
            <p:cNvSpPr/>
            <p:nvPr/>
          </p:nvSpPr>
          <p:spPr>
            <a:xfrm>
              <a:off x="5898675" y="3029225"/>
              <a:ext cx="282150" cy="318450"/>
            </a:xfrm>
            <a:custGeom>
              <a:rect b="b" l="l" r="r" t="t"/>
              <a:pathLst>
                <a:path extrusionOk="0" h="12738" w="11286">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1" name="Google Shape;3561;p60"/>
            <p:cNvSpPr/>
            <p:nvPr/>
          </p:nvSpPr>
          <p:spPr>
            <a:xfrm>
              <a:off x="5544400" y="3065225"/>
              <a:ext cx="541800" cy="430700"/>
            </a:xfrm>
            <a:custGeom>
              <a:rect b="b" l="l" r="r" t="t"/>
              <a:pathLst>
                <a:path extrusionOk="0" h="17228" w="21672">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2" name="Google Shape;3562;p60"/>
            <p:cNvSpPr/>
            <p:nvPr/>
          </p:nvSpPr>
          <p:spPr>
            <a:xfrm>
              <a:off x="4388700" y="3530600"/>
              <a:ext cx="227275" cy="395425"/>
            </a:xfrm>
            <a:custGeom>
              <a:rect b="b" l="l" r="r" t="t"/>
              <a:pathLst>
                <a:path extrusionOk="0" h="15817" w="9091">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3" name="Google Shape;3563;p60"/>
            <p:cNvSpPr/>
            <p:nvPr/>
          </p:nvSpPr>
          <p:spPr>
            <a:xfrm>
              <a:off x="6438300" y="1893850"/>
              <a:ext cx="267450" cy="418275"/>
            </a:xfrm>
            <a:custGeom>
              <a:rect b="b" l="l" r="r" t="t"/>
              <a:pathLst>
                <a:path extrusionOk="0" h="16731" w="10698">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4" name="Google Shape;3564;p60"/>
            <p:cNvSpPr/>
            <p:nvPr/>
          </p:nvSpPr>
          <p:spPr>
            <a:xfrm>
              <a:off x="6901875" y="4220725"/>
              <a:ext cx="468775" cy="354550"/>
            </a:xfrm>
            <a:custGeom>
              <a:rect b="b" l="l" r="r" t="t"/>
              <a:pathLst>
                <a:path extrusionOk="0" h="14182" w="18751">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5" name="Google Shape;3565;p60"/>
            <p:cNvSpPr/>
            <p:nvPr/>
          </p:nvSpPr>
          <p:spPr>
            <a:xfrm>
              <a:off x="6306100" y="2654825"/>
              <a:ext cx="232875" cy="385425"/>
            </a:xfrm>
            <a:custGeom>
              <a:rect b="b" l="l" r="r" t="t"/>
              <a:pathLst>
                <a:path extrusionOk="0" h="15417" w="9315">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60"/>
            <p:cNvSpPr/>
            <p:nvPr/>
          </p:nvSpPr>
          <p:spPr>
            <a:xfrm>
              <a:off x="6139750" y="3178550"/>
              <a:ext cx="185375" cy="227425"/>
            </a:xfrm>
            <a:custGeom>
              <a:rect b="b" l="l" r="r" t="t"/>
              <a:pathLst>
                <a:path extrusionOk="0" h="9097" w="7415">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7" name="Google Shape;3567;p60"/>
            <p:cNvSpPr/>
            <p:nvPr/>
          </p:nvSpPr>
          <p:spPr>
            <a:xfrm>
              <a:off x="4320000" y="1079225"/>
              <a:ext cx="260125" cy="163000"/>
            </a:xfrm>
            <a:custGeom>
              <a:rect b="b" l="l" r="r" t="t"/>
              <a:pathLst>
                <a:path extrusionOk="0" h="6520" w="10405">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8" name="Google Shape;3568;p60"/>
            <p:cNvSpPr/>
            <p:nvPr/>
          </p:nvSpPr>
          <p:spPr>
            <a:xfrm>
              <a:off x="3605850" y="1017225"/>
              <a:ext cx="246275" cy="88775"/>
            </a:xfrm>
            <a:custGeom>
              <a:rect b="b" l="l" r="r" t="t"/>
              <a:pathLst>
                <a:path extrusionOk="0" h="3551" w="9851">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9" name="Google Shape;3569;p60"/>
            <p:cNvSpPr/>
            <p:nvPr/>
          </p:nvSpPr>
          <p:spPr>
            <a:xfrm>
              <a:off x="3161275" y="1612775"/>
              <a:ext cx="115825" cy="115825"/>
            </a:xfrm>
            <a:custGeom>
              <a:rect b="b" l="l" r="r" t="t"/>
              <a:pathLst>
                <a:path extrusionOk="0" h="4633" w="4633">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0" name="Google Shape;3570;p60"/>
            <p:cNvSpPr/>
            <p:nvPr/>
          </p:nvSpPr>
          <p:spPr>
            <a:xfrm>
              <a:off x="6082850" y="3458350"/>
              <a:ext cx="215350" cy="82375"/>
            </a:xfrm>
            <a:custGeom>
              <a:rect b="b" l="l" r="r" t="t"/>
              <a:pathLst>
                <a:path extrusionOk="0" h="3295" w="8614">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1" name="Google Shape;3571;p60"/>
            <p:cNvSpPr/>
            <p:nvPr/>
          </p:nvSpPr>
          <p:spPr>
            <a:xfrm>
              <a:off x="5726825" y="1103850"/>
              <a:ext cx="262175" cy="54825"/>
            </a:xfrm>
            <a:custGeom>
              <a:rect b="b" l="l" r="r" t="t"/>
              <a:pathLst>
                <a:path extrusionOk="0" h="2193" w="10487">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2" name="Google Shape;3572;p60"/>
            <p:cNvSpPr/>
            <p:nvPr/>
          </p:nvSpPr>
          <p:spPr>
            <a:xfrm>
              <a:off x="6497925" y="4391525"/>
              <a:ext cx="125725" cy="97375"/>
            </a:xfrm>
            <a:custGeom>
              <a:rect b="b" l="l" r="r" t="t"/>
              <a:pathLst>
                <a:path extrusionOk="0" h="3895" w="5029">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3" name="Google Shape;3573;p60"/>
            <p:cNvSpPr/>
            <p:nvPr/>
          </p:nvSpPr>
          <p:spPr>
            <a:xfrm>
              <a:off x="5334875" y="2906300"/>
              <a:ext cx="82100" cy="128050"/>
            </a:xfrm>
            <a:custGeom>
              <a:rect b="b" l="l" r="r" t="t"/>
              <a:pathLst>
                <a:path extrusionOk="0" h="5122" w="3284">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4" name="Google Shape;3574;p60"/>
            <p:cNvSpPr/>
            <p:nvPr/>
          </p:nvSpPr>
          <p:spPr>
            <a:xfrm>
              <a:off x="4869125" y="997550"/>
              <a:ext cx="160750" cy="66150"/>
            </a:xfrm>
            <a:custGeom>
              <a:rect b="b" l="l" r="r" t="t"/>
              <a:pathLst>
                <a:path extrusionOk="0" h="2646" w="643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5" name="Google Shape;3575;p60"/>
            <p:cNvSpPr/>
            <p:nvPr/>
          </p:nvSpPr>
          <p:spPr>
            <a:xfrm>
              <a:off x="3763550" y="998475"/>
              <a:ext cx="117975" cy="55725"/>
            </a:xfrm>
            <a:custGeom>
              <a:rect b="b" l="l" r="r" t="t"/>
              <a:pathLst>
                <a:path extrusionOk="0" h="2229" w="4719">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6" name="Google Shape;3576;p60"/>
            <p:cNvSpPr/>
            <p:nvPr/>
          </p:nvSpPr>
          <p:spPr>
            <a:xfrm>
              <a:off x="6244750" y="3463175"/>
              <a:ext cx="127900" cy="76650"/>
            </a:xfrm>
            <a:custGeom>
              <a:rect b="b" l="l" r="r" t="t"/>
              <a:pathLst>
                <a:path extrusionOk="0" h="3066" w="5116">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7" name="Google Shape;3577;p60"/>
            <p:cNvSpPr/>
            <p:nvPr/>
          </p:nvSpPr>
          <p:spPr>
            <a:xfrm>
              <a:off x="6286725" y="2464325"/>
              <a:ext cx="67775" cy="93850"/>
            </a:xfrm>
            <a:custGeom>
              <a:rect b="b" l="l" r="r" t="t"/>
              <a:pathLst>
                <a:path extrusionOk="0" h="3754" w="2711">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8" name="Google Shape;3578;p60"/>
            <p:cNvSpPr/>
            <p:nvPr/>
          </p:nvSpPr>
          <p:spPr>
            <a:xfrm>
              <a:off x="6279300" y="2861375"/>
              <a:ext cx="75625" cy="97275"/>
            </a:xfrm>
            <a:custGeom>
              <a:rect b="b" l="l" r="r" t="t"/>
              <a:pathLst>
                <a:path extrusionOk="0" h="3891" w="3025">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9" name="Google Shape;3579;p60"/>
            <p:cNvSpPr/>
            <p:nvPr/>
          </p:nvSpPr>
          <p:spPr>
            <a:xfrm>
              <a:off x="4145025" y="994975"/>
              <a:ext cx="111500" cy="47325"/>
            </a:xfrm>
            <a:custGeom>
              <a:rect b="b" l="l" r="r" t="t"/>
              <a:pathLst>
                <a:path extrusionOk="0" h="1893" w="446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0" name="Google Shape;3580;p60"/>
            <p:cNvSpPr/>
            <p:nvPr/>
          </p:nvSpPr>
          <p:spPr>
            <a:xfrm>
              <a:off x="7213625" y="3803350"/>
              <a:ext cx="74075" cy="80050"/>
            </a:xfrm>
            <a:custGeom>
              <a:rect b="b" l="l" r="r" t="t"/>
              <a:pathLst>
                <a:path extrusionOk="0" h="3202" w="2963">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1" name="Google Shape;3581;p60"/>
            <p:cNvSpPr/>
            <p:nvPr/>
          </p:nvSpPr>
          <p:spPr>
            <a:xfrm>
              <a:off x="6542025" y="3118350"/>
              <a:ext cx="66075" cy="79800"/>
            </a:xfrm>
            <a:custGeom>
              <a:rect b="b" l="l" r="r" t="t"/>
              <a:pathLst>
                <a:path extrusionOk="0" h="3192" w="2643">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2" name="Google Shape;3582;p60"/>
            <p:cNvSpPr/>
            <p:nvPr/>
          </p:nvSpPr>
          <p:spPr>
            <a:xfrm>
              <a:off x="4278100" y="987200"/>
              <a:ext cx="87225" cy="50150"/>
            </a:xfrm>
            <a:custGeom>
              <a:rect b="b" l="l" r="r" t="t"/>
              <a:pathLst>
                <a:path extrusionOk="0" h="2006" w="3489">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3" name="Google Shape;3583;p60"/>
            <p:cNvSpPr/>
            <p:nvPr/>
          </p:nvSpPr>
          <p:spPr>
            <a:xfrm>
              <a:off x="6595650" y="1204100"/>
              <a:ext cx="81075" cy="41800"/>
            </a:xfrm>
            <a:custGeom>
              <a:rect b="b" l="l" r="r" t="t"/>
              <a:pathLst>
                <a:path extrusionOk="0" h="1672" w="3243">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4" name="Google Shape;3584;p60"/>
            <p:cNvSpPr/>
            <p:nvPr/>
          </p:nvSpPr>
          <p:spPr>
            <a:xfrm>
              <a:off x="5040350" y="1034625"/>
              <a:ext cx="81550" cy="46975"/>
            </a:xfrm>
            <a:custGeom>
              <a:rect b="b" l="l" r="r" t="t"/>
              <a:pathLst>
                <a:path extrusionOk="0" h="1879" w="3262">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5" name="Google Shape;3585;p60"/>
            <p:cNvSpPr/>
            <p:nvPr/>
          </p:nvSpPr>
          <p:spPr>
            <a:xfrm>
              <a:off x="6380950" y="3302475"/>
              <a:ext cx="77800" cy="40225"/>
            </a:xfrm>
            <a:custGeom>
              <a:rect b="b" l="l" r="r" t="t"/>
              <a:pathLst>
                <a:path extrusionOk="0" h="1609" w="3112">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6" name="Google Shape;3586;p60"/>
            <p:cNvSpPr/>
            <p:nvPr/>
          </p:nvSpPr>
          <p:spPr>
            <a:xfrm>
              <a:off x="4384825" y="996700"/>
              <a:ext cx="62025" cy="39775"/>
            </a:xfrm>
            <a:custGeom>
              <a:rect b="b" l="l" r="r" t="t"/>
              <a:pathLst>
                <a:path extrusionOk="0" h="1591" w="2481">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7" name="Google Shape;3587;p60"/>
            <p:cNvSpPr/>
            <p:nvPr/>
          </p:nvSpPr>
          <p:spPr>
            <a:xfrm>
              <a:off x="2100625" y="1004500"/>
              <a:ext cx="520200" cy="95050"/>
            </a:xfrm>
            <a:custGeom>
              <a:rect b="b" l="l" r="r" t="t"/>
              <a:pathLst>
                <a:path extrusionOk="0" h="3802" w="20808">
                  <a:moveTo>
                    <a:pt x="20756" y="0"/>
                  </a:moveTo>
                  <a:lnTo>
                    <a:pt x="20738" y="17"/>
                  </a:lnTo>
                  <a:lnTo>
                    <a:pt x="20773" y="17"/>
                  </a:lnTo>
                  <a:lnTo>
                    <a:pt x="20808" y="0"/>
                  </a:lnTo>
                  <a:close/>
                  <a:moveTo>
                    <a:pt x="1" y="3785"/>
                  </a:moveTo>
                  <a:lnTo>
                    <a:pt x="1" y="3802"/>
                  </a:lnTo>
                  <a:lnTo>
                    <a:pt x="18" y="3802"/>
                  </a:lnTo>
                  <a:lnTo>
                    <a:pt x="18" y="3785"/>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8" name="Google Shape;3588;p60"/>
            <p:cNvSpPr/>
            <p:nvPr/>
          </p:nvSpPr>
          <p:spPr>
            <a:xfrm>
              <a:off x="233350" y="949250"/>
              <a:ext cx="3232550" cy="3802300"/>
            </a:xfrm>
            <a:custGeom>
              <a:rect b="b" l="l" r="r" t="t"/>
              <a:pathLst>
                <a:path extrusionOk="0" h="152092" w="129302">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9" name="Google Shape;3589;p60"/>
            <p:cNvSpPr/>
            <p:nvPr/>
          </p:nvSpPr>
          <p:spPr>
            <a:xfrm>
              <a:off x="1581325" y="1051125"/>
              <a:ext cx="283000" cy="91675"/>
            </a:xfrm>
            <a:custGeom>
              <a:rect b="b" l="l" r="r" t="t"/>
              <a:pathLst>
                <a:path extrusionOk="0" h="3667" w="1132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0" name="Google Shape;3590;p60"/>
            <p:cNvSpPr/>
            <p:nvPr/>
          </p:nvSpPr>
          <p:spPr>
            <a:xfrm>
              <a:off x="3144425" y="1319375"/>
              <a:ext cx="213450" cy="95575"/>
            </a:xfrm>
            <a:custGeom>
              <a:rect b="b" l="l" r="r" t="t"/>
              <a:pathLst>
                <a:path extrusionOk="0" h="3823" w="8538">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1" name="Google Shape;3591;p60"/>
            <p:cNvSpPr/>
            <p:nvPr/>
          </p:nvSpPr>
          <p:spPr>
            <a:xfrm>
              <a:off x="1453000" y="2509000"/>
              <a:ext cx="263575" cy="113100"/>
            </a:xfrm>
            <a:custGeom>
              <a:rect b="b" l="l" r="r" t="t"/>
              <a:pathLst>
                <a:path extrusionOk="0" h="4524" w="10543">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2" name="Google Shape;3592;p60"/>
            <p:cNvSpPr/>
            <p:nvPr/>
          </p:nvSpPr>
          <p:spPr>
            <a:xfrm>
              <a:off x="1880725" y="1020350"/>
              <a:ext cx="162025" cy="112025"/>
            </a:xfrm>
            <a:custGeom>
              <a:rect b="b" l="l" r="r" t="t"/>
              <a:pathLst>
                <a:path extrusionOk="0" h="4481" w="6481">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3" name="Google Shape;3593;p60"/>
            <p:cNvSpPr/>
            <p:nvPr/>
          </p:nvSpPr>
          <p:spPr>
            <a:xfrm>
              <a:off x="1688900" y="2603450"/>
              <a:ext cx="165050" cy="73950"/>
            </a:xfrm>
            <a:custGeom>
              <a:rect b="b" l="l" r="r" t="t"/>
              <a:pathLst>
                <a:path extrusionOk="0" h="2958" w="6602">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4" name="Google Shape;3594;p60"/>
            <p:cNvSpPr/>
            <p:nvPr/>
          </p:nvSpPr>
          <p:spPr>
            <a:xfrm>
              <a:off x="1922200" y="1344925"/>
              <a:ext cx="129625" cy="64525"/>
            </a:xfrm>
            <a:custGeom>
              <a:rect b="b" l="l" r="r" t="t"/>
              <a:pathLst>
                <a:path extrusionOk="0" h="2581" w="5185">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5" name="Google Shape;3595;p60"/>
            <p:cNvSpPr/>
            <p:nvPr/>
          </p:nvSpPr>
          <p:spPr>
            <a:xfrm>
              <a:off x="1787825" y="1030550"/>
              <a:ext cx="94250" cy="44825"/>
            </a:xfrm>
            <a:custGeom>
              <a:rect b="b" l="l" r="r" t="t"/>
              <a:pathLst>
                <a:path extrusionOk="0" h="1793" w="377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6" name="Google Shape;3596;p60"/>
            <p:cNvSpPr/>
            <p:nvPr/>
          </p:nvSpPr>
          <p:spPr>
            <a:xfrm>
              <a:off x="1870350" y="2639275"/>
              <a:ext cx="59225" cy="44325"/>
            </a:xfrm>
            <a:custGeom>
              <a:rect b="b" l="l" r="r" t="t"/>
              <a:pathLst>
                <a:path extrusionOk="0" h="1773" w="2369">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7" name="Google Shape;3597;p60"/>
            <p:cNvSpPr/>
            <p:nvPr/>
          </p:nvSpPr>
          <p:spPr>
            <a:xfrm>
              <a:off x="2264800" y="4630125"/>
              <a:ext cx="62675" cy="39225"/>
            </a:xfrm>
            <a:custGeom>
              <a:rect b="b" l="l" r="r" t="t"/>
              <a:pathLst>
                <a:path extrusionOk="0" h="1569" w="2507">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8" name="Google Shape;3598;p60"/>
            <p:cNvSpPr/>
            <p:nvPr/>
          </p:nvSpPr>
          <p:spPr>
            <a:xfrm>
              <a:off x="1604225" y="2645350"/>
              <a:ext cx="56175" cy="38275"/>
            </a:xfrm>
            <a:custGeom>
              <a:rect b="b" l="l" r="r" t="t"/>
              <a:pathLst>
                <a:path extrusionOk="0" h="1531" w="2247">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9" name="Google Shape;3599;p60"/>
            <p:cNvSpPr/>
            <p:nvPr/>
          </p:nvSpPr>
          <p:spPr>
            <a:xfrm>
              <a:off x="7045475" y="3384250"/>
              <a:ext cx="47375" cy="53550"/>
            </a:xfrm>
            <a:custGeom>
              <a:rect b="b" l="l" r="r" t="t"/>
              <a:pathLst>
                <a:path extrusionOk="0" h="2142" w="1895">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0" name="Google Shape;3600;p60"/>
            <p:cNvSpPr/>
            <p:nvPr/>
          </p:nvSpPr>
          <p:spPr>
            <a:xfrm>
              <a:off x="4291500" y="1250400"/>
              <a:ext cx="54900" cy="37900"/>
            </a:xfrm>
            <a:custGeom>
              <a:rect b="b" l="l" r="r" t="t"/>
              <a:pathLst>
                <a:path extrusionOk="0" h="1516" w="2196">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1" name="Google Shape;3601;p60"/>
            <p:cNvSpPr/>
            <p:nvPr/>
          </p:nvSpPr>
          <p:spPr>
            <a:xfrm>
              <a:off x="6323375" y="3314875"/>
              <a:ext cx="50125" cy="37325"/>
            </a:xfrm>
            <a:custGeom>
              <a:rect b="b" l="l" r="r" t="t"/>
              <a:pathLst>
                <a:path extrusionOk="0" h="1493" w="2005">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2" name="Google Shape;3602;p60"/>
            <p:cNvSpPr/>
            <p:nvPr/>
          </p:nvSpPr>
          <p:spPr>
            <a:xfrm>
              <a:off x="6680225" y="1890750"/>
              <a:ext cx="46075" cy="42200"/>
            </a:xfrm>
            <a:custGeom>
              <a:rect b="b" l="l" r="r" t="t"/>
              <a:pathLst>
                <a:path extrusionOk="0" h="1688" w="1843">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3" name="Google Shape;3603;p60"/>
            <p:cNvSpPr/>
            <p:nvPr/>
          </p:nvSpPr>
          <p:spPr>
            <a:xfrm>
              <a:off x="3550975" y="1955400"/>
              <a:ext cx="53600" cy="126175"/>
            </a:xfrm>
            <a:custGeom>
              <a:rect b="b" l="l" r="r" t="t"/>
              <a:pathLst>
                <a:path extrusionOk="0" h="5047" w="2144">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4" name="Google Shape;3604;p60"/>
            <p:cNvSpPr/>
            <p:nvPr/>
          </p:nvSpPr>
          <p:spPr>
            <a:xfrm>
              <a:off x="3910000" y="2161475"/>
              <a:ext cx="93775" cy="45400"/>
            </a:xfrm>
            <a:custGeom>
              <a:rect b="b" l="l" r="r" t="t"/>
              <a:pathLst>
                <a:path extrusionOk="0" h="1816" w="3751">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5" name="Google Shape;3605;p60"/>
            <p:cNvSpPr/>
            <p:nvPr/>
          </p:nvSpPr>
          <p:spPr>
            <a:xfrm>
              <a:off x="4125600" y="2173875"/>
              <a:ext cx="50575" cy="37600"/>
            </a:xfrm>
            <a:custGeom>
              <a:rect b="b" l="l" r="r" t="t"/>
              <a:pathLst>
                <a:path extrusionOk="0" h="1504" w="2023">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6" name="Google Shape;3606;p60"/>
            <p:cNvSpPr/>
            <p:nvPr/>
          </p:nvSpPr>
          <p:spPr>
            <a:xfrm>
              <a:off x="3415775" y="2038325"/>
              <a:ext cx="44925" cy="38175"/>
            </a:xfrm>
            <a:custGeom>
              <a:rect b="b" l="l" r="r" t="t"/>
              <a:pathLst>
                <a:path extrusionOk="0" h="1527" w="1797">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07" name="Google Shape;3607;p60"/>
          <p:cNvGrpSpPr/>
          <p:nvPr/>
        </p:nvGrpSpPr>
        <p:grpSpPr>
          <a:xfrm>
            <a:off x="7648472" y="3039750"/>
            <a:ext cx="104231" cy="320340"/>
            <a:chOff x="7564426" y="3224343"/>
            <a:chExt cx="119985" cy="368801"/>
          </a:xfrm>
        </p:grpSpPr>
        <p:sp>
          <p:nvSpPr>
            <p:cNvPr id="3608" name="Google Shape;3608;p60"/>
            <p:cNvSpPr/>
            <p:nvPr/>
          </p:nvSpPr>
          <p:spPr>
            <a:xfrm>
              <a:off x="7564426" y="3224379"/>
              <a:ext cx="119985" cy="368765"/>
            </a:xfrm>
            <a:custGeom>
              <a:rect b="b" l="l" r="r" t="t"/>
              <a:pathLst>
                <a:path extrusionOk="0" h="40557" w="13196">
                  <a:moveTo>
                    <a:pt x="2529" y="1"/>
                  </a:moveTo>
                  <a:lnTo>
                    <a:pt x="2547" y="1348"/>
                  </a:lnTo>
                  <a:lnTo>
                    <a:pt x="10244" y="1459"/>
                  </a:lnTo>
                  <a:lnTo>
                    <a:pt x="10227" y="108"/>
                  </a:lnTo>
                  <a:lnTo>
                    <a:pt x="2529" y="1"/>
                  </a:lnTo>
                  <a:close/>
                  <a:moveTo>
                    <a:pt x="3107" y="1850"/>
                  </a:moveTo>
                  <a:lnTo>
                    <a:pt x="556" y="15262"/>
                  </a:lnTo>
                  <a:lnTo>
                    <a:pt x="12617" y="15439"/>
                  </a:lnTo>
                  <a:lnTo>
                    <a:pt x="9489" y="1872"/>
                  </a:lnTo>
                  <a:lnTo>
                    <a:pt x="3107" y="1850"/>
                  </a:lnTo>
                  <a:close/>
                  <a:moveTo>
                    <a:pt x="1" y="15688"/>
                  </a:moveTo>
                  <a:lnTo>
                    <a:pt x="23" y="17035"/>
                  </a:lnTo>
                  <a:lnTo>
                    <a:pt x="13195" y="17226"/>
                  </a:lnTo>
                  <a:lnTo>
                    <a:pt x="13177" y="15879"/>
                  </a:lnTo>
                  <a:lnTo>
                    <a:pt x="1" y="15688"/>
                  </a:lnTo>
                  <a:close/>
                  <a:moveTo>
                    <a:pt x="4658" y="17528"/>
                  </a:moveTo>
                  <a:lnTo>
                    <a:pt x="4658" y="17528"/>
                  </a:lnTo>
                  <a:cubicBezTo>
                    <a:pt x="4685" y="21359"/>
                    <a:pt x="6027" y="32838"/>
                    <a:pt x="6902" y="40557"/>
                  </a:cubicBezTo>
                  <a:cubicBezTo>
                    <a:pt x="6902" y="40557"/>
                    <a:pt x="8813" y="21274"/>
                    <a:pt x="8560" y="17586"/>
                  </a:cubicBezTo>
                  <a:lnTo>
                    <a:pt x="4658" y="17528"/>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9" name="Google Shape;3609;p60"/>
            <p:cNvSpPr/>
            <p:nvPr/>
          </p:nvSpPr>
          <p:spPr>
            <a:xfrm>
              <a:off x="7564426" y="3224343"/>
              <a:ext cx="119985" cy="368801"/>
            </a:xfrm>
            <a:custGeom>
              <a:rect b="b" l="l" r="r" t="t"/>
              <a:pathLst>
                <a:path extrusionOk="0" h="40561" w="13196">
                  <a:moveTo>
                    <a:pt x="2529" y="1"/>
                  </a:moveTo>
                  <a:lnTo>
                    <a:pt x="2529" y="5"/>
                  </a:lnTo>
                  <a:lnTo>
                    <a:pt x="2547" y="1352"/>
                  </a:lnTo>
                  <a:lnTo>
                    <a:pt x="10244" y="1463"/>
                  </a:lnTo>
                  <a:lnTo>
                    <a:pt x="10227" y="112"/>
                  </a:lnTo>
                  <a:lnTo>
                    <a:pt x="2529" y="1"/>
                  </a:lnTo>
                  <a:close/>
                  <a:moveTo>
                    <a:pt x="3107" y="1854"/>
                  </a:moveTo>
                  <a:lnTo>
                    <a:pt x="556" y="15266"/>
                  </a:lnTo>
                  <a:lnTo>
                    <a:pt x="12617" y="15443"/>
                  </a:lnTo>
                  <a:lnTo>
                    <a:pt x="9489" y="1876"/>
                  </a:lnTo>
                  <a:lnTo>
                    <a:pt x="3107" y="1854"/>
                  </a:lnTo>
                  <a:close/>
                  <a:moveTo>
                    <a:pt x="1" y="15692"/>
                  </a:moveTo>
                  <a:lnTo>
                    <a:pt x="23" y="17039"/>
                  </a:lnTo>
                  <a:lnTo>
                    <a:pt x="13195" y="17230"/>
                  </a:lnTo>
                  <a:lnTo>
                    <a:pt x="13177" y="15883"/>
                  </a:lnTo>
                  <a:lnTo>
                    <a:pt x="1" y="15692"/>
                  </a:lnTo>
                  <a:close/>
                  <a:moveTo>
                    <a:pt x="4658" y="17532"/>
                  </a:moveTo>
                  <a:lnTo>
                    <a:pt x="4658" y="17532"/>
                  </a:lnTo>
                  <a:cubicBezTo>
                    <a:pt x="4685" y="21363"/>
                    <a:pt x="6027" y="32842"/>
                    <a:pt x="6902" y="40561"/>
                  </a:cubicBezTo>
                  <a:cubicBezTo>
                    <a:pt x="6902" y="40561"/>
                    <a:pt x="8813" y="21278"/>
                    <a:pt x="8560" y="17590"/>
                  </a:cubicBezTo>
                  <a:lnTo>
                    <a:pt x="4658" y="17532"/>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10" name="Google Shape;3610;p60"/>
          <p:cNvGrpSpPr/>
          <p:nvPr/>
        </p:nvGrpSpPr>
        <p:grpSpPr>
          <a:xfrm>
            <a:off x="7347961" y="3033852"/>
            <a:ext cx="189489" cy="332132"/>
            <a:chOff x="8370831" y="3202002"/>
            <a:chExt cx="218129" cy="382376"/>
          </a:xfrm>
        </p:grpSpPr>
        <p:sp>
          <p:nvSpPr>
            <p:cNvPr id="3611" name="Google Shape;3611;p60"/>
            <p:cNvSpPr/>
            <p:nvPr/>
          </p:nvSpPr>
          <p:spPr>
            <a:xfrm>
              <a:off x="8370831" y="3202002"/>
              <a:ext cx="218129" cy="382376"/>
            </a:xfrm>
            <a:custGeom>
              <a:rect b="b" l="l" r="r" t="t"/>
              <a:pathLst>
                <a:path extrusionOk="0" h="42054" w="23990">
                  <a:moveTo>
                    <a:pt x="11991" y="0"/>
                  </a:moveTo>
                  <a:cubicBezTo>
                    <a:pt x="11992" y="0"/>
                    <a:pt x="11992" y="0"/>
                    <a:pt x="11993" y="0"/>
                  </a:cubicBezTo>
                  <a:lnTo>
                    <a:pt x="11993" y="0"/>
                  </a:lnTo>
                  <a:cubicBezTo>
                    <a:pt x="11994" y="0"/>
                    <a:pt x="11995" y="0"/>
                    <a:pt x="11995" y="0"/>
                  </a:cubicBezTo>
                  <a:close/>
                  <a:moveTo>
                    <a:pt x="11993" y="0"/>
                  </a:moveTo>
                  <a:cubicBezTo>
                    <a:pt x="5373" y="1"/>
                    <a:pt x="1" y="4974"/>
                    <a:pt x="1" y="11110"/>
                  </a:cubicBezTo>
                  <a:cubicBezTo>
                    <a:pt x="1" y="14754"/>
                    <a:pt x="1894" y="17985"/>
                    <a:pt x="4823" y="20011"/>
                  </a:cubicBezTo>
                  <a:lnTo>
                    <a:pt x="12062" y="42054"/>
                  </a:lnTo>
                  <a:lnTo>
                    <a:pt x="18950" y="20154"/>
                  </a:lnTo>
                  <a:cubicBezTo>
                    <a:pt x="21999" y="18136"/>
                    <a:pt x="23990" y="14843"/>
                    <a:pt x="23990" y="11110"/>
                  </a:cubicBezTo>
                  <a:cubicBezTo>
                    <a:pt x="23990" y="4978"/>
                    <a:pt x="18618" y="1"/>
                    <a:pt x="11993" y="0"/>
                  </a:cubicBezTo>
                  <a:close/>
                </a:path>
              </a:pathLst>
            </a:custGeom>
            <a:solidFill>
              <a:srgbClr val="92A9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2" name="Google Shape;3612;p60"/>
            <p:cNvSpPr/>
            <p:nvPr/>
          </p:nvSpPr>
          <p:spPr>
            <a:xfrm>
              <a:off x="8397745" y="3226607"/>
              <a:ext cx="164347" cy="152181"/>
            </a:xfrm>
            <a:custGeom>
              <a:rect b="b" l="l" r="r" t="t"/>
              <a:pathLst>
                <a:path extrusionOk="0" h="16737" w="18075">
                  <a:moveTo>
                    <a:pt x="9035" y="0"/>
                  </a:moveTo>
                  <a:cubicBezTo>
                    <a:pt x="4045" y="0"/>
                    <a:pt x="1" y="3747"/>
                    <a:pt x="1" y="8368"/>
                  </a:cubicBezTo>
                  <a:cubicBezTo>
                    <a:pt x="1" y="12990"/>
                    <a:pt x="4045" y="16736"/>
                    <a:pt x="9035" y="16736"/>
                  </a:cubicBezTo>
                  <a:cubicBezTo>
                    <a:pt x="14026" y="16736"/>
                    <a:pt x="18075" y="12990"/>
                    <a:pt x="18075" y="8368"/>
                  </a:cubicBezTo>
                  <a:cubicBezTo>
                    <a:pt x="18075" y="3747"/>
                    <a:pt x="14030" y="0"/>
                    <a:pt x="903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13" name="Google Shape;3613;p60"/>
          <p:cNvGrpSpPr/>
          <p:nvPr/>
        </p:nvGrpSpPr>
        <p:grpSpPr>
          <a:xfrm>
            <a:off x="8071350" y="3444984"/>
            <a:ext cx="309429" cy="267000"/>
            <a:chOff x="6742064" y="3750480"/>
            <a:chExt cx="399315" cy="344560"/>
          </a:xfrm>
        </p:grpSpPr>
        <p:sp>
          <p:nvSpPr>
            <p:cNvPr id="3614" name="Google Shape;3614;p60"/>
            <p:cNvSpPr/>
            <p:nvPr/>
          </p:nvSpPr>
          <p:spPr>
            <a:xfrm>
              <a:off x="6742064" y="3750480"/>
              <a:ext cx="399315" cy="344560"/>
            </a:xfrm>
            <a:custGeom>
              <a:rect b="b" l="l" r="r" t="t"/>
              <a:pathLst>
                <a:path extrusionOk="0" h="37895" w="43917">
                  <a:moveTo>
                    <a:pt x="37846" y="1"/>
                  </a:moveTo>
                  <a:lnTo>
                    <a:pt x="6071" y="1"/>
                  </a:lnTo>
                  <a:cubicBezTo>
                    <a:pt x="2729" y="1"/>
                    <a:pt x="0" y="2734"/>
                    <a:pt x="0" y="6071"/>
                  </a:cubicBezTo>
                  <a:lnTo>
                    <a:pt x="0" y="18212"/>
                  </a:lnTo>
                  <a:cubicBezTo>
                    <a:pt x="0" y="21550"/>
                    <a:pt x="2729" y="24278"/>
                    <a:pt x="6071" y="24278"/>
                  </a:cubicBezTo>
                  <a:lnTo>
                    <a:pt x="18927" y="24278"/>
                  </a:lnTo>
                  <a:cubicBezTo>
                    <a:pt x="19332" y="24278"/>
                    <a:pt x="19754" y="24705"/>
                    <a:pt x="19821" y="25105"/>
                  </a:cubicBezTo>
                  <a:lnTo>
                    <a:pt x="21958" y="37895"/>
                  </a:lnTo>
                  <a:lnTo>
                    <a:pt x="24096" y="25101"/>
                  </a:lnTo>
                  <a:cubicBezTo>
                    <a:pt x="24162" y="24687"/>
                    <a:pt x="24629" y="24278"/>
                    <a:pt x="25051" y="24278"/>
                  </a:cubicBezTo>
                  <a:lnTo>
                    <a:pt x="37846" y="24278"/>
                  </a:lnTo>
                  <a:cubicBezTo>
                    <a:pt x="41183" y="24278"/>
                    <a:pt x="43916" y="21550"/>
                    <a:pt x="43916" y="18212"/>
                  </a:cubicBezTo>
                  <a:lnTo>
                    <a:pt x="43916" y="6071"/>
                  </a:lnTo>
                  <a:cubicBezTo>
                    <a:pt x="43916" y="2734"/>
                    <a:pt x="41183" y="1"/>
                    <a:pt x="3784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5" name="Google Shape;3615;p60"/>
            <p:cNvSpPr/>
            <p:nvPr/>
          </p:nvSpPr>
          <p:spPr>
            <a:xfrm>
              <a:off x="6764168" y="3772584"/>
              <a:ext cx="355108" cy="176549"/>
            </a:xfrm>
            <a:custGeom>
              <a:rect b="b" l="l" r="r" t="t"/>
              <a:pathLst>
                <a:path extrusionOk="0" h="19417" w="39055">
                  <a:moveTo>
                    <a:pt x="3755" y="1"/>
                  </a:moveTo>
                  <a:lnTo>
                    <a:pt x="35295" y="1"/>
                  </a:lnTo>
                  <a:cubicBezTo>
                    <a:pt x="37370" y="10"/>
                    <a:pt x="39045" y="1685"/>
                    <a:pt x="39054" y="3756"/>
                  </a:cubicBezTo>
                  <a:lnTo>
                    <a:pt x="39054" y="15666"/>
                  </a:lnTo>
                  <a:cubicBezTo>
                    <a:pt x="39045" y="17737"/>
                    <a:pt x="37370" y="19412"/>
                    <a:pt x="35295" y="19417"/>
                  </a:cubicBezTo>
                  <a:lnTo>
                    <a:pt x="3755" y="19417"/>
                  </a:lnTo>
                  <a:cubicBezTo>
                    <a:pt x="1680" y="19412"/>
                    <a:pt x="5" y="17737"/>
                    <a:pt x="0" y="15666"/>
                  </a:cubicBezTo>
                  <a:lnTo>
                    <a:pt x="0" y="3756"/>
                  </a:lnTo>
                  <a:cubicBezTo>
                    <a:pt x="5" y="1685"/>
                    <a:pt x="1680" y="10"/>
                    <a:pt x="37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16" name="Google Shape;3616;p60"/>
          <p:cNvGrpSpPr/>
          <p:nvPr/>
        </p:nvGrpSpPr>
        <p:grpSpPr>
          <a:xfrm>
            <a:off x="7610369" y="3796031"/>
            <a:ext cx="180437" cy="281608"/>
            <a:chOff x="7248525" y="3739696"/>
            <a:chExt cx="230531" cy="359790"/>
          </a:xfrm>
        </p:grpSpPr>
        <p:sp>
          <p:nvSpPr>
            <p:cNvPr id="3617" name="Google Shape;3617;p60"/>
            <p:cNvSpPr/>
            <p:nvPr/>
          </p:nvSpPr>
          <p:spPr>
            <a:xfrm>
              <a:off x="7248525" y="3739696"/>
              <a:ext cx="230531" cy="359790"/>
            </a:xfrm>
            <a:custGeom>
              <a:rect b="b" l="l" r="r" t="t"/>
              <a:pathLst>
                <a:path extrusionOk="0" h="39570" w="25354">
                  <a:moveTo>
                    <a:pt x="19434" y="18"/>
                  </a:moveTo>
                  <a:lnTo>
                    <a:pt x="6338" y="5"/>
                  </a:lnTo>
                  <a:cubicBezTo>
                    <a:pt x="2854" y="0"/>
                    <a:pt x="1" y="2858"/>
                    <a:pt x="1" y="6342"/>
                  </a:cubicBezTo>
                  <a:lnTo>
                    <a:pt x="1" y="19016"/>
                  </a:lnTo>
                  <a:cubicBezTo>
                    <a:pt x="1" y="29006"/>
                    <a:pt x="6280" y="22820"/>
                    <a:pt x="12679" y="39570"/>
                  </a:cubicBezTo>
                  <a:cubicBezTo>
                    <a:pt x="19074" y="22820"/>
                    <a:pt x="25354" y="29006"/>
                    <a:pt x="25354" y="19016"/>
                  </a:cubicBezTo>
                  <a:lnTo>
                    <a:pt x="25354" y="6342"/>
                  </a:lnTo>
                  <a:cubicBezTo>
                    <a:pt x="25354" y="2858"/>
                    <a:pt x="22923" y="18"/>
                    <a:pt x="19434" y="18"/>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8" name="Google Shape;3618;p60"/>
            <p:cNvSpPr/>
            <p:nvPr/>
          </p:nvSpPr>
          <p:spPr>
            <a:xfrm>
              <a:off x="7271639" y="3762810"/>
              <a:ext cx="184350" cy="184387"/>
            </a:xfrm>
            <a:custGeom>
              <a:rect b="b" l="l" r="r" t="t"/>
              <a:pathLst>
                <a:path extrusionOk="0" h="20279" w="20275">
                  <a:moveTo>
                    <a:pt x="3738" y="0"/>
                  </a:moveTo>
                  <a:lnTo>
                    <a:pt x="16532" y="0"/>
                  </a:lnTo>
                  <a:cubicBezTo>
                    <a:pt x="18594" y="5"/>
                    <a:pt x="20270" y="1680"/>
                    <a:pt x="20274" y="3742"/>
                  </a:cubicBezTo>
                  <a:lnTo>
                    <a:pt x="20274" y="16536"/>
                  </a:lnTo>
                  <a:cubicBezTo>
                    <a:pt x="20270" y="18598"/>
                    <a:pt x="18594" y="20274"/>
                    <a:pt x="16532" y="20278"/>
                  </a:cubicBezTo>
                  <a:lnTo>
                    <a:pt x="3738" y="20278"/>
                  </a:lnTo>
                  <a:cubicBezTo>
                    <a:pt x="1676" y="20274"/>
                    <a:pt x="5" y="18598"/>
                    <a:pt x="1" y="16536"/>
                  </a:cubicBezTo>
                  <a:lnTo>
                    <a:pt x="1" y="3742"/>
                  </a:lnTo>
                  <a:cubicBezTo>
                    <a:pt x="5" y="1680"/>
                    <a:pt x="1676" y="5"/>
                    <a:pt x="373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19" name="Google Shape;3619;p60"/>
          <p:cNvGrpSpPr/>
          <p:nvPr/>
        </p:nvGrpSpPr>
        <p:grpSpPr>
          <a:xfrm>
            <a:off x="7856288" y="3439255"/>
            <a:ext cx="162896" cy="278710"/>
            <a:chOff x="7601242" y="3729267"/>
            <a:chExt cx="222566" cy="380803"/>
          </a:xfrm>
        </p:grpSpPr>
        <p:sp>
          <p:nvSpPr>
            <p:cNvPr id="3620" name="Google Shape;3620;p60"/>
            <p:cNvSpPr/>
            <p:nvPr/>
          </p:nvSpPr>
          <p:spPr>
            <a:xfrm>
              <a:off x="7601242" y="3729267"/>
              <a:ext cx="222566" cy="380803"/>
            </a:xfrm>
            <a:custGeom>
              <a:rect b="b" l="l" r="r" t="t"/>
              <a:pathLst>
                <a:path extrusionOk="0" h="41881" w="24478">
                  <a:moveTo>
                    <a:pt x="12239" y="1"/>
                  </a:moveTo>
                  <a:cubicBezTo>
                    <a:pt x="5480" y="1"/>
                    <a:pt x="0" y="5320"/>
                    <a:pt x="0" y="11875"/>
                  </a:cubicBezTo>
                  <a:cubicBezTo>
                    <a:pt x="0" y="17537"/>
                    <a:pt x="4080" y="22270"/>
                    <a:pt x="9537" y="23461"/>
                  </a:cubicBezTo>
                  <a:cubicBezTo>
                    <a:pt x="10235" y="23616"/>
                    <a:pt x="10190" y="24114"/>
                    <a:pt x="10270" y="24825"/>
                  </a:cubicBezTo>
                  <a:lnTo>
                    <a:pt x="12239" y="41881"/>
                  </a:lnTo>
                  <a:lnTo>
                    <a:pt x="14181" y="25065"/>
                  </a:lnTo>
                  <a:cubicBezTo>
                    <a:pt x="14257" y="24385"/>
                    <a:pt x="14230" y="23612"/>
                    <a:pt x="14897" y="23469"/>
                  </a:cubicBezTo>
                  <a:cubicBezTo>
                    <a:pt x="20381" y="22296"/>
                    <a:pt x="24478" y="17550"/>
                    <a:pt x="24478" y="11875"/>
                  </a:cubicBezTo>
                  <a:cubicBezTo>
                    <a:pt x="24478" y="5320"/>
                    <a:pt x="18998" y="1"/>
                    <a:pt x="12239"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1" name="Google Shape;3621;p60"/>
            <p:cNvSpPr/>
            <p:nvPr/>
          </p:nvSpPr>
          <p:spPr>
            <a:xfrm>
              <a:off x="7621200" y="3748625"/>
              <a:ext cx="182696" cy="177276"/>
            </a:xfrm>
            <a:custGeom>
              <a:rect b="b" l="l" r="r" t="t"/>
              <a:pathLst>
                <a:path extrusionOk="0" h="19497" w="20093">
                  <a:moveTo>
                    <a:pt x="10044" y="19496"/>
                  </a:moveTo>
                  <a:cubicBezTo>
                    <a:pt x="15577" y="19496"/>
                    <a:pt x="20092" y="15119"/>
                    <a:pt x="20092" y="9751"/>
                  </a:cubicBezTo>
                  <a:cubicBezTo>
                    <a:pt x="20092" y="4378"/>
                    <a:pt x="15577" y="0"/>
                    <a:pt x="10044" y="0"/>
                  </a:cubicBezTo>
                  <a:cubicBezTo>
                    <a:pt x="4511" y="0"/>
                    <a:pt x="1" y="4378"/>
                    <a:pt x="1" y="9751"/>
                  </a:cubicBezTo>
                  <a:cubicBezTo>
                    <a:pt x="1" y="15119"/>
                    <a:pt x="4511" y="19496"/>
                    <a:pt x="10044" y="19496"/>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22" name="Google Shape;3622;p60"/>
          <p:cNvSpPr/>
          <p:nvPr/>
        </p:nvSpPr>
        <p:spPr>
          <a:xfrm>
            <a:off x="7822314" y="3051612"/>
            <a:ext cx="230844" cy="296575"/>
          </a:xfrm>
          <a:custGeom>
            <a:rect b="b" l="l" r="r" t="t"/>
            <a:pathLst>
              <a:path extrusionOk="0" h="37553" w="29230">
                <a:moveTo>
                  <a:pt x="9655" y="0"/>
                </a:moveTo>
                <a:cubicBezTo>
                  <a:pt x="7693" y="0"/>
                  <a:pt x="5983" y="1692"/>
                  <a:pt x="5974" y="3671"/>
                </a:cubicBezTo>
                <a:cubicBezTo>
                  <a:pt x="5974" y="4182"/>
                  <a:pt x="6085" y="4693"/>
                  <a:pt x="6245" y="5036"/>
                </a:cubicBezTo>
                <a:cubicBezTo>
                  <a:pt x="7169" y="7653"/>
                  <a:pt x="7369" y="9675"/>
                  <a:pt x="6863" y="11515"/>
                </a:cubicBezTo>
                <a:lnTo>
                  <a:pt x="6716" y="11933"/>
                </a:lnTo>
                <a:cubicBezTo>
                  <a:pt x="6089" y="13821"/>
                  <a:pt x="5018" y="16181"/>
                  <a:pt x="1850" y="19345"/>
                </a:cubicBezTo>
                <a:cubicBezTo>
                  <a:pt x="1" y="21194"/>
                  <a:pt x="623" y="24331"/>
                  <a:pt x="3041" y="25340"/>
                </a:cubicBezTo>
                <a:cubicBezTo>
                  <a:pt x="3475" y="25523"/>
                  <a:pt x="3948" y="25620"/>
                  <a:pt x="4422" y="25620"/>
                </a:cubicBezTo>
                <a:cubicBezTo>
                  <a:pt x="4433" y="25620"/>
                  <a:pt x="4443" y="25620"/>
                  <a:pt x="4454" y="25620"/>
                </a:cubicBezTo>
                <a:lnTo>
                  <a:pt x="12866" y="25620"/>
                </a:lnTo>
                <a:lnTo>
                  <a:pt x="14862" y="37552"/>
                </a:lnTo>
                <a:lnTo>
                  <a:pt x="16848" y="25625"/>
                </a:lnTo>
                <a:lnTo>
                  <a:pt x="25243" y="25625"/>
                </a:lnTo>
                <a:cubicBezTo>
                  <a:pt x="25254" y="25625"/>
                  <a:pt x="25264" y="25625"/>
                  <a:pt x="25275" y="25625"/>
                </a:cubicBezTo>
                <a:cubicBezTo>
                  <a:pt x="25753" y="25625"/>
                  <a:pt x="26230" y="25527"/>
                  <a:pt x="26669" y="25345"/>
                </a:cubicBezTo>
                <a:cubicBezTo>
                  <a:pt x="27576" y="24976"/>
                  <a:pt x="28292" y="24256"/>
                  <a:pt x="28660" y="23354"/>
                </a:cubicBezTo>
                <a:cubicBezTo>
                  <a:pt x="29229" y="21980"/>
                  <a:pt x="28914" y="20398"/>
                  <a:pt x="27865" y="19345"/>
                </a:cubicBezTo>
                <a:cubicBezTo>
                  <a:pt x="24701" y="16177"/>
                  <a:pt x="23630" y="13821"/>
                  <a:pt x="22999" y="11933"/>
                </a:cubicBezTo>
                <a:cubicBezTo>
                  <a:pt x="22354" y="9999"/>
                  <a:pt x="22505" y="7880"/>
                  <a:pt x="23443" y="5213"/>
                </a:cubicBezTo>
                <a:cubicBezTo>
                  <a:pt x="23661" y="4733"/>
                  <a:pt x="23772" y="4218"/>
                  <a:pt x="23772" y="3693"/>
                </a:cubicBezTo>
                <a:cubicBezTo>
                  <a:pt x="23759" y="1670"/>
                  <a:pt x="22105" y="27"/>
                  <a:pt x="20100" y="27"/>
                </a:cubicBezTo>
                <a:cubicBezTo>
                  <a:pt x="20098" y="27"/>
                  <a:pt x="20095" y="27"/>
                  <a:pt x="20092" y="27"/>
                </a:cubicBezTo>
                <a:lnTo>
                  <a:pt x="9662" y="0"/>
                </a:lnTo>
                <a:cubicBezTo>
                  <a:pt x="9660" y="0"/>
                  <a:pt x="9657" y="0"/>
                  <a:pt x="9655" y="0"/>
                </a:cubicBezTo>
                <a:close/>
              </a:path>
            </a:pathLst>
          </a:custGeom>
          <a:solidFill>
            <a:srgbClr val="A5B7C6">
              <a:alpha val="723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23" name="Google Shape;3623;p60"/>
          <p:cNvGrpSpPr/>
          <p:nvPr/>
        </p:nvGrpSpPr>
        <p:grpSpPr>
          <a:xfrm>
            <a:off x="7345934" y="3440396"/>
            <a:ext cx="193543" cy="275990"/>
            <a:chOff x="8304647" y="3738687"/>
            <a:chExt cx="225076" cy="320956"/>
          </a:xfrm>
        </p:grpSpPr>
        <p:sp>
          <p:nvSpPr>
            <p:cNvPr id="3624" name="Google Shape;3624;p60"/>
            <p:cNvSpPr/>
            <p:nvPr/>
          </p:nvSpPr>
          <p:spPr>
            <a:xfrm>
              <a:off x="8335725" y="3738687"/>
              <a:ext cx="12248" cy="309245"/>
            </a:xfrm>
            <a:custGeom>
              <a:rect b="b" l="l" r="r" t="t"/>
              <a:pathLst>
                <a:path extrusionOk="0" h="34011" w="1347">
                  <a:moveTo>
                    <a:pt x="0" y="0"/>
                  </a:moveTo>
                  <a:lnTo>
                    <a:pt x="0" y="34010"/>
                  </a:lnTo>
                  <a:lnTo>
                    <a:pt x="1347" y="34010"/>
                  </a:lnTo>
                  <a:lnTo>
                    <a:pt x="1347" y="0"/>
                  </a:lnTo>
                  <a:close/>
                </a:path>
              </a:pathLst>
            </a:custGeom>
            <a:solidFill>
              <a:srgbClr val="E1E7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5" name="Google Shape;3625;p60"/>
            <p:cNvSpPr/>
            <p:nvPr/>
          </p:nvSpPr>
          <p:spPr>
            <a:xfrm>
              <a:off x="8337943" y="3738687"/>
              <a:ext cx="191779" cy="86151"/>
            </a:xfrm>
            <a:custGeom>
              <a:rect b="b" l="l" r="r" t="t"/>
              <a:pathLst>
                <a:path extrusionOk="0" h="9475" w="21092">
                  <a:moveTo>
                    <a:pt x="1" y="0"/>
                  </a:moveTo>
                  <a:lnTo>
                    <a:pt x="432" y="9475"/>
                  </a:lnTo>
                  <a:lnTo>
                    <a:pt x="21092" y="9475"/>
                  </a:lnTo>
                  <a:lnTo>
                    <a:pt x="17648" y="4524"/>
                  </a:lnTo>
                  <a:lnTo>
                    <a:pt x="21092" y="0"/>
                  </a:lnTo>
                  <a:close/>
                </a:path>
              </a:pathLst>
            </a:custGeom>
            <a:solidFill>
              <a:srgbClr val="E1E7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6" name="Google Shape;3626;p60"/>
            <p:cNvSpPr/>
            <p:nvPr/>
          </p:nvSpPr>
          <p:spPr>
            <a:xfrm>
              <a:off x="8304647" y="4044004"/>
              <a:ext cx="76341" cy="15639"/>
            </a:xfrm>
            <a:custGeom>
              <a:rect b="b" l="l" r="r" t="t"/>
              <a:pathLst>
                <a:path extrusionOk="0" h="1720" w="8396">
                  <a:moveTo>
                    <a:pt x="4200" y="0"/>
                  </a:moveTo>
                  <a:cubicBezTo>
                    <a:pt x="1881" y="0"/>
                    <a:pt x="1" y="382"/>
                    <a:pt x="1" y="862"/>
                  </a:cubicBezTo>
                  <a:cubicBezTo>
                    <a:pt x="1" y="1338"/>
                    <a:pt x="1881" y="1720"/>
                    <a:pt x="4200" y="1720"/>
                  </a:cubicBezTo>
                  <a:cubicBezTo>
                    <a:pt x="6516" y="1720"/>
                    <a:pt x="8395" y="1338"/>
                    <a:pt x="8395" y="862"/>
                  </a:cubicBezTo>
                  <a:cubicBezTo>
                    <a:pt x="8395" y="382"/>
                    <a:pt x="6516" y="0"/>
                    <a:pt x="4200" y="0"/>
                  </a:cubicBezTo>
                  <a:close/>
                </a:path>
              </a:pathLst>
            </a:custGeom>
            <a:solidFill>
              <a:srgbClr val="E1E7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27" name="Google Shape;3627;p60"/>
          <p:cNvGrpSpPr/>
          <p:nvPr/>
        </p:nvGrpSpPr>
        <p:grpSpPr>
          <a:xfrm>
            <a:off x="7618426" y="3440396"/>
            <a:ext cx="178492" cy="275990"/>
            <a:chOff x="8615101" y="3738687"/>
            <a:chExt cx="207573" cy="320956"/>
          </a:xfrm>
        </p:grpSpPr>
        <p:sp>
          <p:nvSpPr>
            <p:cNvPr id="3628" name="Google Shape;3628;p60"/>
            <p:cNvSpPr/>
            <p:nvPr/>
          </p:nvSpPr>
          <p:spPr>
            <a:xfrm>
              <a:off x="8646134" y="3738687"/>
              <a:ext cx="12248" cy="309245"/>
            </a:xfrm>
            <a:custGeom>
              <a:rect b="b" l="l" r="r" t="t"/>
              <a:pathLst>
                <a:path extrusionOk="0" h="34011" w="1347">
                  <a:moveTo>
                    <a:pt x="0" y="0"/>
                  </a:moveTo>
                  <a:lnTo>
                    <a:pt x="0" y="34010"/>
                  </a:lnTo>
                  <a:lnTo>
                    <a:pt x="1347" y="34010"/>
                  </a:lnTo>
                  <a:lnTo>
                    <a:pt x="1347"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9" name="Google Shape;3629;p60"/>
            <p:cNvSpPr/>
            <p:nvPr/>
          </p:nvSpPr>
          <p:spPr>
            <a:xfrm>
              <a:off x="8615101" y="4044004"/>
              <a:ext cx="76332" cy="15639"/>
            </a:xfrm>
            <a:custGeom>
              <a:rect b="b" l="l" r="r" t="t"/>
              <a:pathLst>
                <a:path extrusionOk="0" h="1720" w="8395">
                  <a:moveTo>
                    <a:pt x="4195" y="0"/>
                  </a:moveTo>
                  <a:cubicBezTo>
                    <a:pt x="1875" y="0"/>
                    <a:pt x="0" y="382"/>
                    <a:pt x="0" y="862"/>
                  </a:cubicBezTo>
                  <a:cubicBezTo>
                    <a:pt x="0" y="1338"/>
                    <a:pt x="1875" y="1720"/>
                    <a:pt x="4195" y="1720"/>
                  </a:cubicBezTo>
                  <a:cubicBezTo>
                    <a:pt x="6515" y="1720"/>
                    <a:pt x="8395" y="1338"/>
                    <a:pt x="8395" y="862"/>
                  </a:cubicBezTo>
                  <a:cubicBezTo>
                    <a:pt x="8395" y="382"/>
                    <a:pt x="6515" y="0"/>
                    <a:pt x="419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0" name="Google Shape;3630;p60"/>
            <p:cNvSpPr/>
            <p:nvPr/>
          </p:nvSpPr>
          <p:spPr>
            <a:xfrm>
              <a:off x="8651953" y="3738687"/>
              <a:ext cx="170721" cy="99808"/>
            </a:xfrm>
            <a:custGeom>
              <a:rect b="b" l="l" r="r" t="t"/>
              <a:pathLst>
                <a:path extrusionOk="0" h="10977" w="18776">
                  <a:moveTo>
                    <a:pt x="707" y="0"/>
                  </a:moveTo>
                  <a:lnTo>
                    <a:pt x="0" y="10977"/>
                  </a:lnTo>
                  <a:lnTo>
                    <a:pt x="18776" y="4360"/>
                  </a:lnTo>
                  <a:lnTo>
                    <a:pt x="707"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31" name="Google Shape;3631;p60"/>
          <p:cNvSpPr/>
          <p:nvPr/>
        </p:nvSpPr>
        <p:spPr>
          <a:xfrm>
            <a:off x="8114866" y="3030279"/>
            <a:ext cx="222397" cy="288694"/>
          </a:xfrm>
          <a:custGeom>
            <a:rect b="b" l="l" r="r" t="t"/>
            <a:pathLst>
              <a:path extrusionOk="0" h="3648" w="2810">
                <a:moveTo>
                  <a:pt x="1365" y="241"/>
                </a:moveTo>
                <a:cubicBezTo>
                  <a:pt x="1630" y="241"/>
                  <a:pt x="1899" y="338"/>
                  <a:pt x="2120" y="555"/>
                </a:cubicBezTo>
                <a:cubicBezTo>
                  <a:pt x="2810" y="1245"/>
                  <a:pt x="2329" y="2416"/>
                  <a:pt x="1356" y="2416"/>
                </a:cubicBezTo>
                <a:cubicBezTo>
                  <a:pt x="764" y="2416"/>
                  <a:pt x="272" y="1935"/>
                  <a:pt x="272" y="1344"/>
                </a:cubicBezTo>
                <a:cubicBezTo>
                  <a:pt x="263" y="681"/>
                  <a:pt x="802" y="241"/>
                  <a:pt x="1365" y="241"/>
                </a:cubicBezTo>
                <a:close/>
                <a:moveTo>
                  <a:pt x="1356" y="1"/>
                </a:moveTo>
                <a:cubicBezTo>
                  <a:pt x="604" y="1"/>
                  <a:pt x="0" y="604"/>
                  <a:pt x="0" y="1356"/>
                </a:cubicBezTo>
                <a:cubicBezTo>
                  <a:pt x="0" y="2391"/>
                  <a:pt x="1183" y="3512"/>
                  <a:pt x="1331" y="3648"/>
                </a:cubicBezTo>
                <a:lnTo>
                  <a:pt x="1368" y="3648"/>
                </a:lnTo>
                <a:cubicBezTo>
                  <a:pt x="1528" y="3512"/>
                  <a:pt x="2711" y="2453"/>
                  <a:pt x="2711" y="1356"/>
                </a:cubicBezTo>
                <a:cubicBezTo>
                  <a:pt x="2711" y="604"/>
                  <a:pt x="2095" y="1"/>
                  <a:pt x="1356"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32" name="Google Shape;3632;p60"/>
          <p:cNvGrpSpPr/>
          <p:nvPr/>
        </p:nvGrpSpPr>
        <p:grpSpPr>
          <a:xfrm>
            <a:off x="6013131" y="3561884"/>
            <a:ext cx="557670" cy="511283"/>
            <a:chOff x="6015419" y="3716859"/>
            <a:chExt cx="557671" cy="511283"/>
          </a:xfrm>
        </p:grpSpPr>
        <p:sp>
          <p:nvSpPr>
            <p:cNvPr id="3633" name="Google Shape;3633;p60"/>
            <p:cNvSpPr/>
            <p:nvPr/>
          </p:nvSpPr>
          <p:spPr>
            <a:xfrm>
              <a:off x="6015419" y="3716859"/>
              <a:ext cx="557671" cy="511283"/>
            </a:xfrm>
            <a:custGeom>
              <a:rect b="b" l="l" r="r" t="t"/>
              <a:pathLst>
                <a:path extrusionOk="0" h="88649" w="96650">
                  <a:moveTo>
                    <a:pt x="48692" y="0"/>
                  </a:moveTo>
                  <a:cubicBezTo>
                    <a:pt x="46526" y="0"/>
                    <a:pt x="44332" y="152"/>
                    <a:pt x="42124" y="465"/>
                  </a:cubicBezTo>
                  <a:cubicBezTo>
                    <a:pt x="17336" y="3960"/>
                    <a:pt x="1" y="26441"/>
                    <a:pt x="3443" y="50679"/>
                  </a:cubicBezTo>
                  <a:cubicBezTo>
                    <a:pt x="6564" y="72751"/>
                    <a:pt x="25836" y="88649"/>
                    <a:pt x="48004" y="88649"/>
                  </a:cubicBezTo>
                  <a:cubicBezTo>
                    <a:pt x="50160" y="88649"/>
                    <a:pt x="52345" y="88498"/>
                    <a:pt x="54544" y="88188"/>
                  </a:cubicBezTo>
                  <a:cubicBezTo>
                    <a:pt x="79332" y="84675"/>
                    <a:pt x="96649" y="62194"/>
                    <a:pt x="93225" y="37975"/>
                  </a:cubicBezTo>
                  <a:cubicBezTo>
                    <a:pt x="90105" y="15895"/>
                    <a:pt x="70848" y="0"/>
                    <a:pt x="4869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34" name="Google Shape;3634;p60"/>
            <p:cNvGrpSpPr/>
            <p:nvPr/>
          </p:nvGrpSpPr>
          <p:grpSpPr>
            <a:xfrm>
              <a:off x="6036094" y="3716980"/>
              <a:ext cx="529860" cy="510468"/>
              <a:chOff x="6036094" y="3716980"/>
              <a:chExt cx="529860" cy="510468"/>
            </a:xfrm>
          </p:grpSpPr>
          <p:sp>
            <p:nvSpPr>
              <p:cNvPr id="3635" name="Google Shape;3635;p60"/>
              <p:cNvSpPr/>
              <p:nvPr/>
            </p:nvSpPr>
            <p:spPr>
              <a:xfrm>
                <a:off x="6220140" y="3716980"/>
                <a:ext cx="80065" cy="64273"/>
              </a:xfrm>
              <a:custGeom>
                <a:rect b="b" l="l" r="r" t="t"/>
                <a:pathLst>
                  <a:path extrusionOk="0" h="11144" w="13876">
                    <a:moveTo>
                      <a:pt x="11055" y="0"/>
                    </a:moveTo>
                    <a:cubicBezTo>
                      <a:pt x="9600" y="71"/>
                      <a:pt x="8127" y="213"/>
                      <a:pt x="6654" y="426"/>
                    </a:cubicBezTo>
                    <a:cubicBezTo>
                      <a:pt x="4401" y="746"/>
                      <a:pt x="2165" y="1225"/>
                      <a:pt x="1" y="1863"/>
                    </a:cubicBezTo>
                    <a:lnTo>
                      <a:pt x="54" y="2307"/>
                    </a:lnTo>
                    <a:lnTo>
                      <a:pt x="2165" y="2396"/>
                    </a:lnTo>
                    <a:lnTo>
                      <a:pt x="1739" y="4117"/>
                    </a:lnTo>
                    <a:lnTo>
                      <a:pt x="3194" y="4401"/>
                    </a:lnTo>
                    <a:lnTo>
                      <a:pt x="1828" y="5146"/>
                    </a:lnTo>
                    <a:cubicBezTo>
                      <a:pt x="2893" y="6015"/>
                      <a:pt x="1207" y="7417"/>
                      <a:pt x="2538" y="8393"/>
                    </a:cubicBezTo>
                    <a:cubicBezTo>
                      <a:pt x="3088" y="8783"/>
                      <a:pt x="3088" y="9937"/>
                      <a:pt x="3301" y="10611"/>
                    </a:cubicBezTo>
                    <a:lnTo>
                      <a:pt x="6335" y="11143"/>
                    </a:lnTo>
                    <a:cubicBezTo>
                      <a:pt x="6583" y="10611"/>
                      <a:pt x="6832" y="10061"/>
                      <a:pt x="7098" y="9493"/>
                    </a:cubicBezTo>
                    <a:cubicBezTo>
                      <a:pt x="7670" y="8245"/>
                      <a:pt x="7649" y="6456"/>
                      <a:pt x="9632" y="6456"/>
                    </a:cubicBezTo>
                    <a:cubicBezTo>
                      <a:pt x="9679" y="6456"/>
                      <a:pt x="9728" y="6457"/>
                      <a:pt x="9777" y="6459"/>
                    </a:cubicBezTo>
                    <a:cubicBezTo>
                      <a:pt x="10380" y="5217"/>
                      <a:pt x="11410" y="4791"/>
                      <a:pt x="12723" y="4685"/>
                    </a:cubicBezTo>
                    <a:cubicBezTo>
                      <a:pt x="13113" y="4649"/>
                      <a:pt x="13450" y="3939"/>
                      <a:pt x="13876" y="3443"/>
                    </a:cubicBezTo>
                    <a:cubicBezTo>
                      <a:pt x="13166" y="2378"/>
                      <a:pt x="12687" y="1012"/>
                      <a:pt x="11729" y="391"/>
                    </a:cubicBezTo>
                    <a:cubicBezTo>
                      <a:pt x="11516" y="249"/>
                      <a:pt x="11285" y="125"/>
                      <a:pt x="1105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6" name="Google Shape;3636;p60"/>
              <p:cNvSpPr/>
              <p:nvPr/>
            </p:nvSpPr>
            <p:spPr>
              <a:xfrm>
                <a:off x="6368562" y="3771936"/>
                <a:ext cx="39115" cy="36745"/>
              </a:xfrm>
              <a:custGeom>
                <a:rect b="b" l="l" r="r" t="t"/>
                <a:pathLst>
                  <a:path extrusionOk="0" h="6371" w="6779">
                    <a:moveTo>
                      <a:pt x="870" y="1"/>
                    </a:moveTo>
                    <a:lnTo>
                      <a:pt x="1" y="1154"/>
                    </a:lnTo>
                    <a:lnTo>
                      <a:pt x="1509" y="2698"/>
                    </a:lnTo>
                    <a:lnTo>
                      <a:pt x="2272" y="3283"/>
                    </a:lnTo>
                    <a:cubicBezTo>
                      <a:pt x="3567" y="3922"/>
                      <a:pt x="3301" y="5625"/>
                      <a:pt x="4436" y="6370"/>
                    </a:cubicBezTo>
                    <a:cubicBezTo>
                      <a:pt x="4880" y="5341"/>
                      <a:pt x="5838" y="5554"/>
                      <a:pt x="6654" y="5377"/>
                    </a:cubicBezTo>
                    <a:cubicBezTo>
                      <a:pt x="6778" y="4117"/>
                      <a:pt x="5732" y="3549"/>
                      <a:pt x="4933" y="3265"/>
                    </a:cubicBezTo>
                    <a:cubicBezTo>
                      <a:pt x="3762" y="2875"/>
                      <a:pt x="2928" y="2360"/>
                      <a:pt x="2325" y="1278"/>
                    </a:cubicBezTo>
                    <a:cubicBezTo>
                      <a:pt x="2023" y="746"/>
                      <a:pt x="1367" y="426"/>
                      <a:pt x="87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7" name="Google Shape;3637;p60"/>
              <p:cNvSpPr/>
              <p:nvPr/>
            </p:nvSpPr>
            <p:spPr>
              <a:xfrm>
                <a:off x="6304793" y="3747169"/>
                <a:ext cx="25088" cy="13311"/>
              </a:xfrm>
              <a:custGeom>
                <a:rect b="b" l="l" r="r" t="t"/>
                <a:pathLst>
                  <a:path extrusionOk="0" h="2308" w="4348">
                    <a:moveTo>
                      <a:pt x="3957" y="1"/>
                    </a:moveTo>
                    <a:cubicBezTo>
                      <a:pt x="2680" y="355"/>
                      <a:pt x="1296" y="143"/>
                      <a:pt x="0" y="906"/>
                    </a:cubicBezTo>
                    <a:cubicBezTo>
                      <a:pt x="728" y="1651"/>
                      <a:pt x="728" y="1615"/>
                      <a:pt x="1544" y="1757"/>
                    </a:cubicBezTo>
                    <a:cubicBezTo>
                      <a:pt x="2147" y="1917"/>
                      <a:pt x="2733" y="2094"/>
                      <a:pt x="3318" y="2307"/>
                    </a:cubicBezTo>
                    <a:lnTo>
                      <a:pt x="4348" y="639"/>
                    </a:lnTo>
                    <a:lnTo>
                      <a:pt x="3957"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8" name="Google Shape;3638;p60"/>
              <p:cNvSpPr/>
              <p:nvPr/>
            </p:nvSpPr>
            <p:spPr>
              <a:xfrm>
                <a:off x="6365182" y="3787492"/>
                <a:ext cx="18025" cy="16582"/>
              </a:xfrm>
              <a:custGeom>
                <a:rect b="b" l="l" r="r" t="t"/>
                <a:pathLst>
                  <a:path extrusionOk="0" h="2875" w="3124">
                    <a:moveTo>
                      <a:pt x="2095" y="1"/>
                    </a:moveTo>
                    <a:lnTo>
                      <a:pt x="1" y="1030"/>
                    </a:lnTo>
                    <a:cubicBezTo>
                      <a:pt x="498" y="1455"/>
                      <a:pt x="782" y="1615"/>
                      <a:pt x="941" y="1864"/>
                    </a:cubicBezTo>
                    <a:cubicBezTo>
                      <a:pt x="1119" y="2112"/>
                      <a:pt x="1154" y="2449"/>
                      <a:pt x="1279" y="2875"/>
                    </a:cubicBezTo>
                    <a:lnTo>
                      <a:pt x="3124" y="2467"/>
                    </a:lnTo>
                    <a:lnTo>
                      <a:pt x="2858" y="586"/>
                    </a:lnTo>
                    <a:lnTo>
                      <a:pt x="2095"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9" name="Google Shape;3639;p60"/>
              <p:cNvSpPr/>
              <p:nvPr/>
            </p:nvSpPr>
            <p:spPr>
              <a:xfrm>
                <a:off x="6367131" y="3727108"/>
                <a:ext cx="198823" cy="438001"/>
              </a:xfrm>
              <a:custGeom>
                <a:rect b="b" l="l" r="r" t="t"/>
                <a:pathLst>
                  <a:path extrusionOk="0" h="75943" w="34458">
                    <a:moveTo>
                      <a:pt x="8836" y="6211"/>
                    </a:moveTo>
                    <a:cubicBezTo>
                      <a:pt x="10061" y="6371"/>
                      <a:pt x="10061" y="6371"/>
                      <a:pt x="12438" y="9352"/>
                    </a:cubicBezTo>
                    <a:lnTo>
                      <a:pt x="10930" y="10416"/>
                    </a:lnTo>
                    <a:cubicBezTo>
                      <a:pt x="10646" y="10044"/>
                      <a:pt x="9244" y="10079"/>
                      <a:pt x="10309" y="8997"/>
                    </a:cubicBezTo>
                    <a:lnTo>
                      <a:pt x="8836" y="6211"/>
                    </a:lnTo>
                    <a:close/>
                    <a:moveTo>
                      <a:pt x="13237" y="17585"/>
                    </a:moveTo>
                    <a:cubicBezTo>
                      <a:pt x="14213" y="18330"/>
                      <a:pt x="14976" y="19235"/>
                      <a:pt x="15951" y="19572"/>
                    </a:cubicBezTo>
                    <a:cubicBezTo>
                      <a:pt x="17034" y="19945"/>
                      <a:pt x="17548" y="20761"/>
                      <a:pt x="18294" y="21506"/>
                    </a:cubicBezTo>
                    <a:lnTo>
                      <a:pt x="16892" y="22216"/>
                    </a:lnTo>
                    <a:lnTo>
                      <a:pt x="19092" y="23440"/>
                    </a:lnTo>
                    <a:lnTo>
                      <a:pt x="18826" y="19359"/>
                    </a:lnTo>
                    <a:lnTo>
                      <a:pt x="18826" y="19359"/>
                    </a:lnTo>
                    <a:cubicBezTo>
                      <a:pt x="19500" y="20264"/>
                      <a:pt x="19890" y="20867"/>
                      <a:pt x="20352" y="21382"/>
                    </a:cubicBezTo>
                    <a:cubicBezTo>
                      <a:pt x="20813" y="21914"/>
                      <a:pt x="21328" y="22340"/>
                      <a:pt x="22091" y="23050"/>
                    </a:cubicBezTo>
                    <a:lnTo>
                      <a:pt x="22587" y="21346"/>
                    </a:lnTo>
                    <a:lnTo>
                      <a:pt x="25267" y="23742"/>
                    </a:lnTo>
                    <a:lnTo>
                      <a:pt x="26402" y="22713"/>
                    </a:lnTo>
                    <a:lnTo>
                      <a:pt x="27999" y="26261"/>
                    </a:lnTo>
                    <a:cubicBezTo>
                      <a:pt x="27384" y="26597"/>
                      <a:pt x="26823" y="26720"/>
                      <a:pt x="26292" y="26720"/>
                    </a:cubicBezTo>
                    <a:cubicBezTo>
                      <a:pt x="24969" y="26720"/>
                      <a:pt x="23833" y="25957"/>
                      <a:pt x="22516" y="25818"/>
                    </a:cubicBezTo>
                    <a:cubicBezTo>
                      <a:pt x="22516" y="26527"/>
                      <a:pt x="22499" y="27131"/>
                      <a:pt x="22499" y="27787"/>
                    </a:cubicBezTo>
                    <a:cubicBezTo>
                      <a:pt x="22392" y="27787"/>
                      <a:pt x="22270" y="27819"/>
                      <a:pt x="22169" y="27819"/>
                    </a:cubicBezTo>
                    <a:cubicBezTo>
                      <a:pt x="22118" y="27819"/>
                      <a:pt x="22073" y="27811"/>
                      <a:pt x="22037" y="27787"/>
                    </a:cubicBezTo>
                    <a:cubicBezTo>
                      <a:pt x="21133" y="27288"/>
                      <a:pt x="20502" y="26308"/>
                      <a:pt x="19338" y="26308"/>
                    </a:cubicBezTo>
                    <a:cubicBezTo>
                      <a:pt x="19178" y="26308"/>
                      <a:pt x="19008" y="26327"/>
                      <a:pt x="18826" y="26368"/>
                    </a:cubicBezTo>
                    <a:cubicBezTo>
                      <a:pt x="18808" y="26372"/>
                      <a:pt x="18788" y="26375"/>
                      <a:pt x="18768" y="26375"/>
                    </a:cubicBezTo>
                    <a:cubicBezTo>
                      <a:pt x="18417" y="26375"/>
                      <a:pt x="17797" y="25667"/>
                      <a:pt x="17495" y="25197"/>
                    </a:cubicBezTo>
                    <a:cubicBezTo>
                      <a:pt x="16998" y="24416"/>
                      <a:pt x="16661" y="23529"/>
                      <a:pt x="16360" y="22925"/>
                    </a:cubicBezTo>
                    <a:cubicBezTo>
                      <a:pt x="16129" y="22764"/>
                      <a:pt x="15928" y="22701"/>
                      <a:pt x="15748" y="22701"/>
                    </a:cubicBezTo>
                    <a:cubicBezTo>
                      <a:pt x="15114" y="22701"/>
                      <a:pt x="14724" y="23479"/>
                      <a:pt x="14110" y="23479"/>
                    </a:cubicBezTo>
                    <a:cubicBezTo>
                      <a:pt x="13959" y="23479"/>
                      <a:pt x="13794" y="23432"/>
                      <a:pt x="13609" y="23316"/>
                    </a:cubicBezTo>
                    <a:cubicBezTo>
                      <a:pt x="13398" y="23182"/>
                      <a:pt x="13213" y="23127"/>
                      <a:pt x="13048" y="23127"/>
                    </a:cubicBezTo>
                    <a:cubicBezTo>
                      <a:pt x="12310" y="23127"/>
                      <a:pt x="11952" y="24236"/>
                      <a:pt x="11285" y="24540"/>
                    </a:cubicBezTo>
                    <a:cubicBezTo>
                      <a:pt x="10309" y="24984"/>
                      <a:pt x="9475" y="24913"/>
                      <a:pt x="8357" y="25126"/>
                    </a:cubicBezTo>
                    <a:cubicBezTo>
                      <a:pt x="8712" y="23440"/>
                      <a:pt x="10007" y="23263"/>
                      <a:pt x="10877" y="22588"/>
                    </a:cubicBezTo>
                    <a:cubicBezTo>
                      <a:pt x="9333" y="21453"/>
                      <a:pt x="11161" y="20583"/>
                      <a:pt x="11107" y="19732"/>
                    </a:cubicBezTo>
                    <a:cubicBezTo>
                      <a:pt x="10966" y="17815"/>
                      <a:pt x="13183" y="19075"/>
                      <a:pt x="13237" y="17585"/>
                    </a:cubicBezTo>
                    <a:close/>
                    <a:moveTo>
                      <a:pt x="444" y="1"/>
                    </a:moveTo>
                    <a:lnTo>
                      <a:pt x="444" y="1"/>
                    </a:lnTo>
                    <a:cubicBezTo>
                      <a:pt x="373" y="746"/>
                      <a:pt x="0" y="1438"/>
                      <a:pt x="1278" y="1758"/>
                    </a:cubicBezTo>
                    <a:cubicBezTo>
                      <a:pt x="2147" y="1953"/>
                      <a:pt x="2662" y="2929"/>
                      <a:pt x="2857" y="3869"/>
                    </a:cubicBezTo>
                    <a:cubicBezTo>
                      <a:pt x="3034" y="4756"/>
                      <a:pt x="3123" y="5643"/>
                      <a:pt x="3247" y="6530"/>
                    </a:cubicBezTo>
                    <a:lnTo>
                      <a:pt x="3549" y="6140"/>
                    </a:lnTo>
                    <a:lnTo>
                      <a:pt x="5412" y="8145"/>
                    </a:lnTo>
                    <a:lnTo>
                      <a:pt x="6654" y="6903"/>
                    </a:lnTo>
                    <a:lnTo>
                      <a:pt x="8393" y="10505"/>
                    </a:lnTo>
                    <a:lnTo>
                      <a:pt x="6654" y="14426"/>
                    </a:lnTo>
                    <a:lnTo>
                      <a:pt x="5944" y="14036"/>
                    </a:lnTo>
                    <a:cubicBezTo>
                      <a:pt x="5678" y="14338"/>
                      <a:pt x="5447" y="14657"/>
                      <a:pt x="5252" y="14976"/>
                    </a:cubicBezTo>
                    <a:cubicBezTo>
                      <a:pt x="5163" y="15154"/>
                      <a:pt x="5217" y="15402"/>
                      <a:pt x="5199" y="15615"/>
                    </a:cubicBezTo>
                    <a:cubicBezTo>
                      <a:pt x="7346" y="16591"/>
                      <a:pt x="7701" y="17017"/>
                      <a:pt x="8162" y="19004"/>
                    </a:cubicBezTo>
                    <a:lnTo>
                      <a:pt x="4471" y="18827"/>
                    </a:lnTo>
                    <a:lnTo>
                      <a:pt x="4471" y="18827"/>
                    </a:lnTo>
                    <a:cubicBezTo>
                      <a:pt x="4755" y="21754"/>
                      <a:pt x="5057" y="22606"/>
                      <a:pt x="6193" y="24114"/>
                    </a:cubicBezTo>
                    <a:lnTo>
                      <a:pt x="7754" y="24061"/>
                    </a:lnTo>
                    <a:lnTo>
                      <a:pt x="7754" y="24061"/>
                    </a:lnTo>
                    <a:cubicBezTo>
                      <a:pt x="8073" y="25480"/>
                      <a:pt x="7914" y="26740"/>
                      <a:pt x="6920" y="27379"/>
                    </a:cubicBezTo>
                    <a:cubicBezTo>
                      <a:pt x="5518" y="28319"/>
                      <a:pt x="7026" y="29703"/>
                      <a:pt x="5962" y="30857"/>
                    </a:cubicBezTo>
                    <a:cubicBezTo>
                      <a:pt x="4241" y="32720"/>
                      <a:pt x="3850" y="35399"/>
                      <a:pt x="2644" y="37812"/>
                    </a:cubicBezTo>
                    <a:lnTo>
                      <a:pt x="4471" y="38380"/>
                    </a:lnTo>
                    <a:cubicBezTo>
                      <a:pt x="4400" y="39161"/>
                      <a:pt x="4436" y="40012"/>
                      <a:pt x="4259" y="40829"/>
                    </a:cubicBezTo>
                    <a:cubicBezTo>
                      <a:pt x="3939" y="42319"/>
                      <a:pt x="4329" y="43579"/>
                      <a:pt x="5252" y="44732"/>
                    </a:cubicBezTo>
                    <a:cubicBezTo>
                      <a:pt x="5838" y="45460"/>
                      <a:pt x="6370" y="46240"/>
                      <a:pt x="7026" y="46932"/>
                    </a:cubicBezTo>
                    <a:cubicBezTo>
                      <a:pt x="7789" y="47731"/>
                      <a:pt x="9209" y="47678"/>
                      <a:pt x="9670" y="48920"/>
                    </a:cubicBezTo>
                    <a:cubicBezTo>
                      <a:pt x="9723" y="49026"/>
                      <a:pt x="9812" y="49097"/>
                      <a:pt x="9919" y="49132"/>
                    </a:cubicBezTo>
                    <a:cubicBezTo>
                      <a:pt x="10191" y="49213"/>
                      <a:pt x="10478" y="49350"/>
                      <a:pt x="10740" y="49350"/>
                    </a:cubicBezTo>
                    <a:cubicBezTo>
                      <a:pt x="10768" y="49350"/>
                      <a:pt x="10796" y="49349"/>
                      <a:pt x="10824" y="49345"/>
                    </a:cubicBezTo>
                    <a:cubicBezTo>
                      <a:pt x="11569" y="49257"/>
                      <a:pt x="12279" y="49257"/>
                      <a:pt x="12917" y="48547"/>
                    </a:cubicBezTo>
                    <a:cubicBezTo>
                      <a:pt x="12958" y="48500"/>
                      <a:pt x="13033" y="48481"/>
                      <a:pt x="13131" y="48481"/>
                    </a:cubicBezTo>
                    <a:cubicBezTo>
                      <a:pt x="13526" y="48481"/>
                      <a:pt x="14291" y="48790"/>
                      <a:pt x="14670" y="48790"/>
                    </a:cubicBezTo>
                    <a:cubicBezTo>
                      <a:pt x="14764" y="48790"/>
                      <a:pt x="14834" y="48771"/>
                      <a:pt x="14869" y="48724"/>
                    </a:cubicBezTo>
                    <a:cubicBezTo>
                      <a:pt x="15721" y="47642"/>
                      <a:pt x="16892" y="47944"/>
                      <a:pt x="17921" y="47695"/>
                    </a:cubicBezTo>
                    <a:cubicBezTo>
                      <a:pt x="17948" y="47687"/>
                      <a:pt x="17976" y="47684"/>
                      <a:pt x="18005" y="47684"/>
                    </a:cubicBezTo>
                    <a:cubicBezTo>
                      <a:pt x="18165" y="47684"/>
                      <a:pt x="18357" y="47795"/>
                      <a:pt x="18613" y="47855"/>
                    </a:cubicBezTo>
                    <a:cubicBezTo>
                      <a:pt x="18550" y="48716"/>
                      <a:pt x="18847" y="48890"/>
                      <a:pt x="19260" y="48890"/>
                    </a:cubicBezTo>
                    <a:cubicBezTo>
                      <a:pt x="19540" y="48890"/>
                      <a:pt x="19874" y="48810"/>
                      <a:pt x="20185" y="48810"/>
                    </a:cubicBezTo>
                    <a:cubicBezTo>
                      <a:pt x="20457" y="48810"/>
                      <a:pt x="20713" y="48871"/>
                      <a:pt x="20902" y="49097"/>
                    </a:cubicBezTo>
                    <a:cubicBezTo>
                      <a:pt x="20831" y="49558"/>
                      <a:pt x="20902" y="50233"/>
                      <a:pt x="20636" y="50765"/>
                    </a:cubicBezTo>
                    <a:cubicBezTo>
                      <a:pt x="20228" y="51546"/>
                      <a:pt x="21150" y="52592"/>
                      <a:pt x="20068" y="53178"/>
                    </a:cubicBezTo>
                    <a:cubicBezTo>
                      <a:pt x="21771" y="55112"/>
                      <a:pt x="20955" y="57649"/>
                      <a:pt x="21594" y="59424"/>
                    </a:cubicBezTo>
                    <a:cubicBezTo>
                      <a:pt x="20742" y="61713"/>
                      <a:pt x="19589" y="63327"/>
                      <a:pt x="19624" y="65776"/>
                    </a:cubicBezTo>
                    <a:cubicBezTo>
                      <a:pt x="19678" y="68597"/>
                      <a:pt x="18453" y="71436"/>
                      <a:pt x="17406" y="74168"/>
                    </a:cubicBezTo>
                    <a:cubicBezTo>
                      <a:pt x="17247" y="74577"/>
                      <a:pt x="17158" y="75002"/>
                      <a:pt x="16910" y="75943"/>
                    </a:cubicBezTo>
                    <a:cubicBezTo>
                      <a:pt x="28177" y="66379"/>
                      <a:pt x="34458" y="51617"/>
                      <a:pt x="32258" y="36144"/>
                    </a:cubicBezTo>
                    <a:cubicBezTo>
                      <a:pt x="29756" y="18472"/>
                      <a:pt x="16874" y="4756"/>
                      <a:pt x="44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0" name="Google Shape;3640;p60"/>
              <p:cNvSpPr/>
              <p:nvPr/>
            </p:nvSpPr>
            <p:spPr>
              <a:xfrm>
                <a:off x="6036094" y="3734681"/>
                <a:ext cx="181628" cy="303024"/>
              </a:xfrm>
              <a:custGeom>
                <a:rect b="b" l="l" r="r" t="t"/>
                <a:pathLst>
                  <a:path extrusionOk="0" h="52540" w="31478">
                    <a:moveTo>
                      <a:pt x="28337" y="1"/>
                    </a:moveTo>
                    <a:cubicBezTo>
                      <a:pt x="13326" y="5785"/>
                      <a:pt x="2556" y="18986"/>
                      <a:pt x="1" y="34405"/>
                    </a:cubicBezTo>
                    <a:cubicBezTo>
                      <a:pt x="516" y="36961"/>
                      <a:pt x="764" y="39569"/>
                      <a:pt x="1154" y="42159"/>
                    </a:cubicBezTo>
                    <a:cubicBezTo>
                      <a:pt x="1172" y="42266"/>
                      <a:pt x="1438" y="42355"/>
                      <a:pt x="1687" y="42496"/>
                    </a:cubicBezTo>
                    <a:cubicBezTo>
                      <a:pt x="1687" y="41574"/>
                      <a:pt x="1704" y="40704"/>
                      <a:pt x="1704" y="39835"/>
                    </a:cubicBezTo>
                    <a:lnTo>
                      <a:pt x="2112" y="39817"/>
                    </a:lnTo>
                    <a:lnTo>
                      <a:pt x="3905" y="45513"/>
                    </a:lnTo>
                    <a:cubicBezTo>
                      <a:pt x="4490" y="45956"/>
                      <a:pt x="5289" y="46595"/>
                      <a:pt x="6122" y="47145"/>
                    </a:cubicBezTo>
                    <a:cubicBezTo>
                      <a:pt x="6548" y="47465"/>
                      <a:pt x="7045" y="47678"/>
                      <a:pt x="7560" y="47784"/>
                    </a:cubicBezTo>
                    <a:cubicBezTo>
                      <a:pt x="9813" y="48068"/>
                      <a:pt x="12492" y="48884"/>
                      <a:pt x="13557" y="50481"/>
                    </a:cubicBezTo>
                    <a:cubicBezTo>
                      <a:pt x="14515" y="51971"/>
                      <a:pt x="15810" y="52202"/>
                      <a:pt x="16751" y="52539"/>
                    </a:cubicBezTo>
                    <a:lnTo>
                      <a:pt x="18827" y="51652"/>
                    </a:lnTo>
                    <a:cubicBezTo>
                      <a:pt x="18720" y="51475"/>
                      <a:pt x="18632" y="51155"/>
                      <a:pt x="18525" y="51138"/>
                    </a:cubicBezTo>
                    <a:cubicBezTo>
                      <a:pt x="15367" y="50960"/>
                      <a:pt x="15367" y="50978"/>
                      <a:pt x="14905" y="48015"/>
                    </a:cubicBezTo>
                    <a:cubicBezTo>
                      <a:pt x="14870" y="47695"/>
                      <a:pt x="14799" y="47376"/>
                      <a:pt x="14675" y="46755"/>
                    </a:cubicBezTo>
                    <a:lnTo>
                      <a:pt x="11818" y="46152"/>
                    </a:lnTo>
                    <a:lnTo>
                      <a:pt x="12031" y="42461"/>
                    </a:lnTo>
                    <a:cubicBezTo>
                      <a:pt x="12009" y="42460"/>
                      <a:pt x="11988" y="42460"/>
                      <a:pt x="11967" y="42460"/>
                    </a:cubicBezTo>
                    <a:cubicBezTo>
                      <a:pt x="9761" y="42460"/>
                      <a:pt x="10756" y="45214"/>
                      <a:pt x="9157" y="45531"/>
                    </a:cubicBezTo>
                    <a:cubicBezTo>
                      <a:pt x="7577" y="44537"/>
                      <a:pt x="7577" y="44537"/>
                      <a:pt x="6832" y="39036"/>
                    </a:cubicBezTo>
                    <a:cubicBezTo>
                      <a:pt x="7471" y="36162"/>
                      <a:pt x="10807" y="37120"/>
                      <a:pt x="11570" y="34867"/>
                    </a:cubicBezTo>
                    <a:lnTo>
                      <a:pt x="13876" y="35683"/>
                    </a:lnTo>
                    <a:cubicBezTo>
                      <a:pt x="13930" y="37014"/>
                      <a:pt x="14213" y="38274"/>
                      <a:pt x="15651" y="39090"/>
                    </a:cubicBezTo>
                    <a:lnTo>
                      <a:pt x="14870" y="33554"/>
                    </a:lnTo>
                    <a:cubicBezTo>
                      <a:pt x="15012" y="33305"/>
                      <a:pt x="15189" y="33092"/>
                      <a:pt x="15367" y="32880"/>
                    </a:cubicBezTo>
                    <a:cubicBezTo>
                      <a:pt x="16733" y="31584"/>
                      <a:pt x="18720" y="30662"/>
                      <a:pt x="18277" y="28231"/>
                    </a:cubicBezTo>
                    <a:cubicBezTo>
                      <a:pt x="19217" y="27148"/>
                      <a:pt x="19501" y="25569"/>
                      <a:pt x="20903" y="24824"/>
                    </a:cubicBezTo>
                    <a:cubicBezTo>
                      <a:pt x="21169" y="24664"/>
                      <a:pt x="21701" y="24540"/>
                      <a:pt x="21701" y="24416"/>
                    </a:cubicBezTo>
                    <a:cubicBezTo>
                      <a:pt x="21701" y="22606"/>
                      <a:pt x="23298" y="22375"/>
                      <a:pt x="24345" y="21453"/>
                    </a:cubicBezTo>
                    <a:cubicBezTo>
                      <a:pt x="24698" y="21969"/>
                      <a:pt x="25002" y="22149"/>
                      <a:pt x="25280" y="22149"/>
                    </a:cubicBezTo>
                    <a:cubicBezTo>
                      <a:pt x="25925" y="22149"/>
                      <a:pt x="26432" y="21185"/>
                      <a:pt x="27082" y="21185"/>
                    </a:cubicBezTo>
                    <a:cubicBezTo>
                      <a:pt x="27098" y="21185"/>
                      <a:pt x="27114" y="21185"/>
                      <a:pt x="27131" y="21187"/>
                    </a:cubicBezTo>
                    <a:cubicBezTo>
                      <a:pt x="27184" y="21187"/>
                      <a:pt x="27237" y="20867"/>
                      <a:pt x="27255" y="20832"/>
                    </a:cubicBezTo>
                    <a:lnTo>
                      <a:pt x="25250" y="19909"/>
                    </a:lnTo>
                    <a:lnTo>
                      <a:pt x="25835" y="18348"/>
                    </a:lnTo>
                    <a:lnTo>
                      <a:pt x="24274" y="17851"/>
                    </a:lnTo>
                    <a:cubicBezTo>
                      <a:pt x="25161" y="17514"/>
                      <a:pt x="26048" y="17727"/>
                      <a:pt x="26829" y="17531"/>
                    </a:cubicBezTo>
                    <a:cubicBezTo>
                      <a:pt x="27610" y="17336"/>
                      <a:pt x="28266" y="16751"/>
                      <a:pt x="28976" y="16325"/>
                    </a:cubicBezTo>
                    <a:cubicBezTo>
                      <a:pt x="29774" y="15846"/>
                      <a:pt x="30573" y="15349"/>
                      <a:pt x="31478" y="14781"/>
                    </a:cubicBezTo>
                    <a:cubicBezTo>
                      <a:pt x="30466" y="12723"/>
                      <a:pt x="27769" y="12049"/>
                      <a:pt x="27698" y="9565"/>
                    </a:cubicBezTo>
                    <a:lnTo>
                      <a:pt x="25143" y="11836"/>
                    </a:lnTo>
                    <a:cubicBezTo>
                      <a:pt x="25764" y="8571"/>
                      <a:pt x="23600" y="8908"/>
                      <a:pt x="22269" y="8465"/>
                    </a:cubicBezTo>
                    <a:cubicBezTo>
                      <a:pt x="21932" y="8855"/>
                      <a:pt x="21559" y="9032"/>
                      <a:pt x="21027" y="9316"/>
                    </a:cubicBezTo>
                    <a:lnTo>
                      <a:pt x="21825" y="10132"/>
                    </a:lnTo>
                    <a:lnTo>
                      <a:pt x="20353" y="11197"/>
                    </a:lnTo>
                    <a:cubicBezTo>
                      <a:pt x="21772" y="12244"/>
                      <a:pt x="20956" y="13628"/>
                      <a:pt x="20690" y="13734"/>
                    </a:cubicBezTo>
                    <a:cubicBezTo>
                      <a:pt x="18756" y="14444"/>
                      <a:pt x="19217" y="16396"/>
                      <a:pt x="18401" y="17620"/>
                    </a:cubicBezTo>
                    <a:lnTo>
                      <a:pt x="17460" y="16910"/>
                    </a:lnTo>
                    <a:cubicBezTo>
                      <a:pt x="17052" y="16502"/>
                      <a:pt x="17886" y="16360"/>
                      <a:pt x="17851" y="16023"/>
                    </a:cubicBezTo>
                    <a:cubicBezTo>
                      <a:pt x="17833" y="15580"/>
                      <a:pt x="17744" y="15136"/>
                      <a:pt x="17673" y="14639"/>
                    </a:cubicBezTo>
                    <a:lnTo>
                      <a:pt x="14781" y="13805"/>
                    </a:lnTo>
                    <a:cubicBezTo>
                      <a:pt x="14391" y="10558"/>
                      <a:pt x="17727" y="10026"/>
                      <a:pt x="19075" y="8056"/>
                    </a:cubicBezTo>
                    <a:cubicBezTo>
                      <a:pt x="19476" y="8451"/>
                      <a:pt x="19895" y="8555"/>
                      <a:pt x="20323" y="8555"/>
                    </a:cubicBezTo>
                    <a:cubicBezTo>
                      <a:pt x="20808" y="8555"/>
                      <a:pt x="21305" y="8420"/>
                      <a:pt x="21802" y="8420"/>
                    </a:cubicBezTo>
                    <a:cubicBezTo>
                      <a:pt x="21952" y="8420"/>
                      <a:pt x="22102" y="8433"/>
                      <a:pt x="22251" y="8465"/>
                    </a:cubicBezTo>
                    <a:cubicBezTo>
                      <a:pt x="22127" y="7702"/>
                      <a:pt x="22056" y="7152"/>
                      <a:pt x="21967" y="6495"/>
                    </a:cubicBezTo>
                    <a:cubicBezTo>
                      <a:pt x="23198" y="6481"/>
                      <a:pt x="23566" y="4540"/>
                      <a:pt x="24952" y="4540"/>
                    </a:cubicBezTo>
                    <a:cubicBezTo>
                      <a:pt x="25264" y="4540"/>
                      <a:pt x="25629" y="4639"/>
                      <a:pt x="26066" y="4880"/>
                    </a:cubicBezTo>
                    <a:cubicBezTo>
                      <a:pt x="25374" y="5963"/>
                      <a:pt x="24274" y="6335"/>
                      <a:pt x="23458" y="7010"/>
                    </a:cubicBezTo>
                    <a:lnTo>
                      <a:pt x="26243" y="8376"/>
                    </a:lnTo>
                    <a:lnTo>
                      <a:pt x="28089" y="7205"/>
                    </a:lnTo>
                    <a:lnTo>
                      <a:pt x="28160" y="5324"/>
                    </a:lnTo>
                    <a:cubicBezTo>
                      <a:pt x="28332" y="5383"/>
                      <a:pt x="28506" y="5414"/>
                      <a:pt x="28690" y="5414"/>
                    </a:cubicBezTo>
                    <a:cubicBezTo>
                      <a:pt x="29226" y="5414"/>
                      <a:pt x="29853" y="5151"/>
                      <a:pt x="30804" y="4543"/>
                    </a:cubicBezTo>
                    <a:lnTo>
                      <a:pt x="29029" y="3621"/>
                    </a:lnTo>
                    <a:lnTo>
                      <a:pt x="29561" y="2733"/>
                    </a:lnTo>
                    <a:lnTo>
                      <a:pt x="28231" y="1722"/>
                    </a:lnTo>
                    <a:cubicBezTo>
                      <a:pt x="28355" y="1190"/>
                      <a:pt x="28692" y="586"/>
                      <a:pt x="28515" y="232"/>
                    </a:cubicBezTo>
                    <a:cubicBezTo>
                      <a:pt x="28479" y="161"/>
                      <a:pt x="28408" y="72"/>
                      <a:pt x="28337"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1" name="Google Shape;3641;p60"/>
              <p:cNvSpPr/>
              <p:nvPr/>
            </p:nvSpPr>
            <p:spPr>
              <a:xfrm>
                <a:off x="6143575" y="4010833"/>
                <a:ext cx="186233" cy="216616"/>
              </a:xfrm>
              <a:custGeom>
                <a:rect b="b" l="l" r="r" t="t"/>
                <a:pathLst>
                  <a:path extrusionOk="0" h="37558" w="32276">
                    <a:moveTo>
                      <a:pt x="3376" y="1"/>
                    </a:moveTo>
                    <a:cubicBezTo>
                      <a:pt x="3358" y="1"/>
                      <a:pt x="3345" y="4"/>
                      <a:pt x="3336" y="12"/>
                    </a:cubicBezTo>
                    <a:cubicBezTo>
                      <a:pt x="905" y="2621"/>
                      <a:pt x="905" y="2621"/>
                      <a:pt x="1243" y="6400"/>
                    </a:cubicBezTo>
                    <a:cubicBezTo>
                      <a:pt x="1260" y="6595"/>
                      <a:pt x="1118" y="6790"/>
                      <a:pt x="1065" y="7003"/>
                    </a:cubicBezTo>
                    <a:cubicBezTo>
                      <a:pt x="693" y="8405"/>
                      <a:pt x="338" y="9807"/>
                      <a:pt x="1" y="11155"/>
                    </a:cubicBezTo>
                    <a:lnTo>
                      <a:pt x="1118" y="14012"/>
                    </a:lnTo>
                    <a:cubicBezTo>
                      <a:pt x="2147" y="15148"/>
                      <a:pt x="3106" y="16283"/>
                      <a:pt x="4188" y="17330"/>
                    </a:cubicBezTo>
                    <a:cubicBezTo>
                      <a:pt x="5271" y="18413"/>
                      <a:pt x="5677" y="20424"/>
                      <a:pt x="7592" y="20424"/>
                    </a:cubicBezTo>
                    <a:cubicBezTo>
                      <a:pt x="7779" y="20424"/>
                      <a:pt x="7980" y="20405"/>
                      <a:pt x="8198" y="20364"/>
                    </a:cubicBezTo>
                    <a:cubicBezTo>
                      <a:pt x="9263" y="21234"/>
                      <a:pt x="10735" y="21553"/>
                      <a:pt x="11179" y="23221"/>
                    </a:cubicBezTo>
                    <a:cubicBezTo>
                      <a:pt x="11587" y="24711"/>
                      <a:pt x="12669" y="26024"/>
                      <a:pt x="13024" y="27515"/>
                    </a:cubicBezTo>
                    <a:cubicBezTo>
                      <a:pt x="13361" y="28863"/>
                      <a:pt x="14461" y="29662"/>
                      <a:pt x="14834" y="30780"/>
                    </a:cubicBezTo>
                    <a:cubicBezTo>
                      <a:pt x="15278" y="32128"/>
                      <a:pt x="15970" y="33246"/>
                      <a:pt x="16573" y="34470"/>
                    </a:cubicBezTo>
                    <a:cubicBezTo>
                      <a:pt x="17070" y="35428"/>
                      <a:pt x="18223" y="35038"/>
                      <a:pt x="18525" y="36191"/>
                    </a:cubicBezTo>
                    <a:cubicBezTo>
                      <a:pt x="18631" y="36564"/>
                      <a:pt x="18844" y="36901"/>
                      <a:pt x="19146" y="37185"/>
                    </a:cubicBezTo>
                    <a:cubicBezTo>
                      <a:pt x="20299" y="37345"/>
                      <a:pt x="21470" y="37469"/>
                      <a:pt x="22659" y="37558"/>
                    </a:cubicBezTo>
                    <a:cubicBezTo>
                      <a:pt x="22559" y="37158"/>
                      <a:pt x="22490" y="36790"/>
                      <a:pt x="21808" y="36790"/>
                    </a:cubicBezTo>
                    <a:cubicBezTo>
                      <a:pt x="21763" y="36790"/>
                      <a:pt x="21716" y="36791"/>
                      <a:pt x="21665" y="36795"/>
                    </a:cubicBezTo>
                    <a:cubicBezTo>
                      <a:pt x="21645" y="36796"/>
                      <a:pt x="21626" y="36796"/>
                      <a:pt x="21608" y="36796"/>
                    </a:cubicBezTo>
                    <a:cubicBezTo>
                      <a:pt x="20725" y="36796"/>
                      <a:pt x="22437" y="35547"/>
                      <a:pt x="21115" y="35251"/>
                    </a:cubicBezTo>
                    <a:cubicBezTo>
                      <a:pt x="20388" y="35073"/>
                      <a:pt x="22109" y="33707"/>
                      <a:pt x="20725" y="33246"/>
                    </a:cubicBezTo>
                    <a:lnTo>
                      <a:pt x="20920" y="32980"/>
                    </a:lnTo>
                    <a:lnTo>
                      <a:pt x="22783" y="32394"/>
                    </a:lnTo>
                    <a:lnTo>
                      <a:pt x="21860" y="30017"/>
                    </a:lnTo>
                    <a:lnTo>
                      <a:pt x="23191" y="29839"/>
                    </a:lnTo>
                    <a:cubicBezTo>
                      <a:pt x="23599" y="29041"/>
                      <a:pt x="24007" y="28313"/>
                      <a:pt x="24380" y="27550"/>
                    </a:cubicBezTo>
                    <a:cubicBezTo>
                      <a:pt x="24646" y="26982"/>
                      <a:pt x="25178" y="26308"/>
                      <a:pt x="25036" y="25829"/>
                    </a:cubicBezTo>
                    <a:cubicBezTo>
                      <a:pt x="24451" y="23718"/>
                      <a:pt x="26083" y="22972"/>
                      <a:pt x="27343" y="22529"/>
                    </a:cubicBezTo>
                    <a:cubicBezTo>
                      <a:pt x="28603" y="22068"/>
                      <a:pt x="29082" y="21482"/>
                      <a:pt x="29242" y="20311"/>
                    </a:cubicBezTo>
                    <a:cubicBezTo>
                      <a:pt x="29419" y="19069"/>
                      <a:pt x="29809" y="17862"/>
                      <a:pt x="29898" y="16620"/>
                    </a:cubicBezTo>
                    <a:cubicBezTo>
                      <a:pt x="29987" y="15467"/>
                      <a:pt x="30005" y="14438"/>
                      <a:pt x="31087" y="13675"/>
                    </a:cubicBezTo>
                    <a:cubicBezTo>
                      <a:pt x="31442" y="13444"/>
                      <a:pt x="31531" y="12788"/>
                      <a:pt x="31655" y="12309"/>
                    </a:cubicBezTo>
                    <a:cubicBezTo>
                      <a:pt x="32276" y="10144"/>
                      <a:pt x="31868" y="9612"/>
                      <a:pt x="29490" y="9133"/>
                    </a:cubicBezTo>
                    <a:cubicBezTo>
                      <a:pt x="29100" y="9062"/>
                      <a:pt x="28816" y="8494"/>
                      <a:pt x="28266" y="7926"/>
                    </a:cubicBezTo>
                    <a:lnTo>
                      <a:pt x="24895" y="8778"/>
                    </a:lnTo>
                    <a:cubicBezTo>
                      <a:pt x="24522" y="7678"/>
                      <a:pt x="23315" y="7678"/>
                      <a:pt x="22215" y="7465"/>
                    </a:cubicBezTo>
                    <a:lnTo>
                      <a:pt x="21647" y="8157"/>
                    </a:lnTo>
                    <a:lnTo>
                      <a:pt x="18063" y="3597"/>
                    </a:lnTo>
                    <a:cubicBezTo>
                      <a:pt x="16840" y="3528"/>
                      <a:pt x="15905" y="3374"/>
                      <a:pt x="15067" y="3374"/>
                    </a:cubicBezTo>
                    <a:cubicBezTo>
                      <a:pt x="14823" y="3374"/>
                      <a:pt x="14587" y="3387"/>
                      <a:pt x="14355" y="3419"/>
                    </a:cubicBezTo>
                    <a:cubicBezTo>
                      <a:pt x="14295" y="3427"/>
                      <a:pt x="14238" y="3430"/>
                      <a:pt x="14183" y="3430"/>
                    </a:cubicBezTo>
                    <a:cubicBezTo>
                      <a:pt x="13092" y="3430"/>
                      <a:pt x="13035" y="1981"/>
                      <a:pt x="11835" y="1964"/>
                    </a:cubicBezTo>
                    <a:cubicBezTo>
                      <a:pt x="11108" y="1964"/>
                      <a:pt x="9901" y="1467"/>
                      <a:pt x="9582" y="438"/>
                    </a:cubicBezTo>
                    <a:cubicBezTo>
                      <a:pt x="8677" y="793"/>
                      <a:pt x="7914" y="1361"/>
                      <a:pt x="7133" y="1361"/>
                    </a:cubicBezTo>
                    <a:cubicBezTo>
                      <a:pt x="7119" y="1361"/>
                      <a:pt x="7105" y="1361"/>
                      <a:pt x="7091" y="1361"/>
                    </a:cubicBezTo>
                    <a:cubicBezTo>
                      <a:pt x="6288" y="1361"/>
                      <a:pt x="5470" y="877"/>
                      <a:pt x="4703" y="616"/>
                    </a:cubicBezTo>
                    <a:lnTo>
                      <a:pt x="4170" y="1184"/>
                    </a:lnTo>
                    <a:lnTo>
                      <a:pt x="3585" y="48"/>
                    </a:lnTo>
                    <a:cubicBezTo>
                      <a:pt x="3517" y="34"/>
                      <a:pt x="3429" y="1"/>
                      <a:pt x="337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2" name="Google Shape;3642;p60"/>
              <p:cNvSpPr/>
              <p:nvPr/>
            </p:nvSpPr>
            <p:spPr>
              <a:xfrm>
                <a:off x="6110513" y="3969114"/>
                <a:ext cx="33997" cy="13957"/>
              </a:xfrm>
              <a:custGeom>
                <a:rect b="b" l="l" r="r" t="t"/>
                <a:pathLst>
                  <a:path extrusionOk="0" h="2420" w="5892">
                    <a:moveTo>
                      <a:pt x="2076" y="1"/>
                    </a:moveTo>
                    <a:cubicBezTo>
                      <a:pt x="1454" y="1"/>
                      <a:pt x="791" y="230"/>
                      <a:pt x="0" y="592"/>
                    </a:cubicBezTo>
                    <a:cubicBezTo>
                      <a:pt x="564" y="957"/>
                      <a:pt x="1113" y="1415"/>
                      <a:pt x="1254" y="1415"/>
                    </a:cubicBezTo>
                    <a:cubicBezTo>
                      <a:pt x="1264" y="1415"/>
                      <a:pt x="1272" y="1412"/>
                      <a:pt x="1278" y="1408"/>
                    </a:cubicBezTo>
                    <a:cubicBezTo>
                      <a:pt x="1606" y="1108"/>
                      <a:pt x="1874" y="952"/>
                      <a:pt x="2167" y="952"/>
                    </a:cubicBezTo>
                    <a:cubicBezTo>
                      <a:pt x="2429" y="952"/>
                      <a:pt x="2710" y="1077"/>
                      <a:pt x="3070" y="1337"/>
                    </a:cubicBezTo>
                    <a:cubicBezTo>
                      <a:pt x="3815" y="1869"/>
                      <a:pt x="4773" y="2011"/>
                      <a:pt x="5838" y="2419"/>
                    </a:cubicBezTo>
                    <a:lnTo>
                      <a:pt x="5891" y="1071"/>
                    </a:lnTo>
                    <a:cubicBezTo>
                      <a:pt x="5040" y="893"/>
                      <a:pt x="4170" y="964"/>
                      <a:pt x="3656" y="574"/>
                    </a:cubicBezTo>
                    <a:cubicBezTo>
                      <a:pt x="3121" y="171"/>
                      <a:pt x="2614" y="1"/>
                      <a:pt x="207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3" name="Google Shape;3643;p60"/>
              <p:cNvSpPr/>
              <p:nvPr/>
            </p:nvSpPr>
            <p:spPr>
              <a:xfrm>
                <a:off x="6151865" y="3979381"/>
                <a:ext cx="35739" cy="11875"/>
              </a:xfrm>
              <a:custGeom>
                <a:rect b="b" l="l" r="r" t="t"/>
                <a:pathLst>
                  <a:path extrusionOk="0" h="2059" w="6194">
                    <a:moveTo>
                      <a:pt x="6193" y="0"/>
                    </a:moveTo>
                    <a:lnTo>
                      <a:pt x="6193" y="0"/>
                    </a:lnTo>
                    <a:cubicBezTo>
                      <a:pt x="4801" y="195"/>
                      <a:pt x="3970" y="433"/>
                      <a:pt x="3202" y="433"/>
                    </a:cubicBezTo>
                    <a:cubicBezTo>
                      <a:pt x="3128" y="433"/>
                      <a:pt x="3055" y="431"/>
                      <a:pt x="2982" y="426"/>
                    </a:cubicBezTo>
                    <a:cubicBezTo>
                      <a:pt x="2453" y="395"/>
                      <a:pt x="1944" y="74"/>
                      <a:pt x="1353" y="74"/>
                    </a:cubicBezTo>
                    <a:cubicBezTo>
                      <a:pt x="951" y="74"/>
                      <a:pt x="511" y="222"/>
                      <a:pt x="1" y="710"/>
                    </a:cubicBezTo>
                    <a:lnTo>
                      <a:pt x="1473" y="2059"/>
                    </a:lnTo>
                    <a:cubicBezTo>
                      <a:pt x="2432" y="409"/>
                      <a:pt x="4472" y="1526"/>
                      <a:pt x="619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4" name="Google Shape;3644;p60"/>
              <p:cNvSpPr/>
              <p:nvPr/>
            </p:nvSpPr>
            <p:spPr>
              <a:xfrm>
                <a:off x="6203762" y="3831292"/>
                <a:ext cx="19768" cy="12285"/>
              </a:xfrm>
              <a:custGeom>
                <a:rect b="b" l="l" r="r" t="t"/>
                <a:pathLst>
                  <a:path extrusionOk="0" h="2130" w="3426">
                    <a:moveTo>
                      <a:pt x="1473" y="1"/>
                    </a:moveTo>
                    <a:lnTo>
                      <a:pt x="1" y="1828"/>
                    </a:lnTo>
                    <a:lnTo>
                      <a:pt x="3372" y="2130"/>
                    </a:lnTo>
                    <a:cubicBezTo>
                      <a:pt x="3407" y="1917"/>
                      <a:pt x="3425" y="1704"/>
                      <a:pt x="3425" y="1509"/>
                    </a:cubicBezTo>
                    <a:cubicBezTo>
                      <a:pt x="3390" y="1172"/>
                      <a:pt x="3301" y="870"/>
                      <a:pt x="3248" y="586"/>
                    </a:cubicBezTo>
                    <a:lnTo>
                      <a:pt x="1473"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45" name="Google Shape;3645;p60"/>
          <p:cNvGrpSpPr/>
          <p:nvPr/>
        </p:nvGrpSpPr>
        <p:grpSpPr>
          <a:xfrm>
            <a:off x="6642016" y="2918653"/>
            <a:ext cx="576302" cy="511871"/>
            <a:chOff x="6644304" y="3073628"/>
            <a:chExt cx="576302" cy="511871"/>
          </a:xfrm>
        </p:grpSpPr>
        <p:sp>
          <p:nvSpPr>
            <p:cNvPr id="3646" name="Google Shape;3646;p60"/>
            <p:cNvSpPr/>
            <p:nvPr/>
          </p:nvSpPr>
          <p:spPr>
            <a:xfrm>
              <a:off x="6644304" y="3073628"/>
              <a:ext cx="576302" cy="511871"/>
            </a:xfrm>
            <a:custGeom>
              <a:rect b="b" l="l" r="r" t="t"/>
              <a:pathLst>
                <a:path extrusionOk="0" h="88751" w="99879">
                  <a:moveTo>
                    <a:pt x="50483" y="1"/>
                  </a:moveTo>
                  <a:cubicBezTo>
                    <a:pt x="46751" y="1"/>
                    <a:pt x="42953" y="456"/>
                    <a:pt x="39160" y="1409"/>
                  </a:cubicBezTo>
                  <a:cubicBezTo>
                    <a:pt x="14870" y="7513"/>
                    <a:pt x="1" y="31697"/>
                    <a:pt x="5963" y="55420"/>
                  </a:cubicBezTo>
                  <a:cubicBezTo>
                    <a:pt x="10993" y="75452"/>
                    <a:pt x="29236" y="88750"/>
                    <a:pt x="49406" y="88750"/>
                  </a:cubicBezTo>
                  <a:cubicBezTo>
                    <a:pt x="53141" y="88750"/>
                    <a:pt x="56941" y="88294"/>
                    <a:pt x="60736" y="87341"/>
                  </a:cubicBezTo>
                  <a:cubicBezTo>
                    <a:pt x="85027" y="81237"/>
                    <a:pt x="99878" y="57053"/>
                    <a:pt x="93917" y="33330"/>
                  </a:cubicBezTo>
                  <a:cubicBezTo>
                    <a:pt x="88901" y="13311"/>
                    <a:pt x="70655" y="1"/>
                    <a:pt x="5048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47" name="Google Shape;3647;p60"/>
            <p:cNvGrpSpPr/>
            <p:nvPr/>
          </p:nvGrpSpPr>
          <p:grpSpPr>
            <a:xfrm>
              <a:off x="6712169" y="3085440"/>
              <a:ext cx="481622" cy="494913"/>
              <a:chOff x="6712169" y="3085440"/>
              <a:chExt cx="481622" cy="494913"/>
            </a:xfrm>
          </p:grpSpPr>
          <p:sp>
            <p:nvSpPr>
              <p:cNvPr id="3648" name="Google Shape;3648;p60"/>
              <p:cNvSpPr/>
              <p:nvPr/>
            </p:nvSpPr>
            <p:spPr>
              <a:xfrm>
                <a:off x="6712169" y="3085440"/>
                <a:ext cx="238757" cy="315615"/>
              </a:xfrm>
              <a:custGeom>
                <a:rect b="b" l="l" r="r" t="t"/>
                <a:pathLst>
                  <a:path extrusionOk="0" h="54723" w="41379">
                    <a:moveTo>
                      <a:pt x="20938" y="3904"/>
                    </a:moveTo>
                    <a:lnTo>
                      <a:pt x="22677" y="6583"/>
                    </a:lnTo>
                    <a:lnTo>
                      <a:pt x="22091" y="7097"/>
                    </a:lnTo>
                    <a:lnTo>
                      <a:pt x="18951" y="4400"/>
                    </a:lnTo>
                    <a:lnTo>
                      <a:pt x="20938" y="3904"/>
                    </a:lnTo>
                    <a:close/>
                    <a:moveTo>
                      <a:pt x="25072" y="0"/>
                    </a:moveTo>
                    <a:lnTo>
                      <a:pt x="25072" y="0"/>
                    </a:lnTo>
                    <a:cubicBezTo>
                      <a:pt x="24433" y="195"/>
                      <a:pt x="23812" y="408"/>
                      <a:pt x="23191" y="621"/>
                    </a:cubicBezTo>
                    <a:lnTo>
                      <a:pt x="23493" y="1047"/>
                    </a:lnTo>
                    <a:lnTo>
                      <a:pt x="21861" y="1136"/>
                    </a:lnTo>
                    <a:cubicBezTo>
                      <a:pt x="20920" y="1491"/>
                      <a:pt x="19980" y="1899"/>
                      <a:pt x="19075" y="2307"/>
                    </a:cubicBezTo>
                    <a:lnTo>
                      <a:pt x="17709" y="4489"/>
                    </a:lnTo>
                    <a:lnTo>
                      <a:pt x="19341" y="6778"/>
                    </a:lnTo>
                    <a:lnTo>
                      <a:pt x="19341" y="6778"/>
                    </a:lnTo>
                    <a:lnTo>
                      <a:pt x="16697" y="6086"/>
                    </a:lnTo>
                    <a:lnTo>
                      <a:pt x="17017" y="4542"/>
                    </a:lnTo>
                    <a:lnTo>
                      <a:pt x="15473" y="4205"/>
                    </a:lnTo>
                    <a:cubicBezTo>
                      <a:pt x="14124" y="4968"/>
                      <a:pt x="12811" y="5820"/>
                      <a:pt x="11552" y="6725"/>
                    </a:cubicBezTo>
                    <a:lnTo>
                      <a:pt x="12581" y="6920"/>
                    </a:lnTo>
                    <a:lnTo>
                      <a:pt x="11836" y="8091"/>
                    </a:lnTo>
                    <a:cubicBezTo>
                      <a:pt x="11392" y="7967"/>
                      <a:pt x="10842" y="7772"/>
                      <a:pt x="10363" y="7612"/>
                    </a:cubicBezTo>
                    <a:cubicBezTo>
                      <a:pt x="6300" y="10753"/>
                      <a:pt x="2804" y="14567"/>
                      <a:pt x="1" y="18897"/>
                    </a:cubicBezTo>
                    <a:cubicBezTo>
                      <a:pt x="356" y="19536"/>
                      <a:pt x="498" y="20299"/>
                      <a:pt x="373" y="21026"/>
                    </a:cubicBezTo>
                    <a:cubicBezTo>
                      <a:pt x="285" y="21895"/>
                      <a:pt x="870" y="22800"/>
                      <a:pt x="977" y="23723"/>
                    </a:cubicBezTo>
                    <a:cubicBezTo>
                      <a:pt x="1101" y="24681"/>
                      <a:pt x="835" y="25710"/>
                      <a:pt x="1048" y="26633"/>
                    </a:cubicBezTo>
                    <a:cubicBezTo>
                      <a:pt x="1580" y="28922"/>
                      <a:pt x="1651" y="28904"/>
                      <a:pt x="1314" y="30696"/>
                    </a:cubicBezTo>
                    <a:cubicBezTo>
                      <a:pt x="1260" y="30998"/>
                      <a:pt x="1243" y="31335"/>
                      <a:pt x="1189" y="31654"/>
                    </a:cubicBezTo>
                    <a:cubicBezTo>
                      <a:pt x="906" y="33943"/>
                      <a:pt x="852" y="36090"/>
                      <a:pt x="2378" y="38184"/>
                    </a:cubicBezTo>
                    <a:cubicBezTo>
                      <a:pt x="3194" y="39302"/>
                      <a:pt x="4490" y="39461"/>
                      <a:pt x="5217" y="40473"/>
                    </a:cubicBezTo>
                    <a:cubicBezTo>
                      <a:pt x="5377" y="41147"/>
                      <a:pt x="5679" y="41821"/>
                      <a:pt x="5679" y="42496"/>
                    </a:cubicBezTo>
                    <a:cubicBezTo>
                      <a:pt x="5679" y="43170"/>
                      <a:pt x="7311" y="43347"/>
                      <a:pt x="6406" y="44146"/>
                    </a:cubicBezTo>
                    <a:lnTo>
                      <a:pt x="8429" y="45122"/>
                    </a:lnTo>
                    <a:lnTo>
                      <a:pt x="8429" y="45122"/>
                    </a:lnTo>
                    <a:lnTo>
                      <a:pt x="8269" y="43170"/>
                    </a:lnTo>
                    <a:lnTo>
                      <a:pt x="8269" y="43170"/>
                    </a:lnTo>
                    <a:cubicBezTo>
                      <a:pt x="8872" y="43613"/>
                      <a:pt x="9298" y="43826"/>
                      <a:pt x="9600" y="44146"/>
                    </a:cubicBezTo>
                    <a:cubicBezTo>
                      <a:pt x="10345" y="44909"/>
                      <a:pt x="10948" y="45849"/>
                      <a:pt x="11765" y="46523"/>
                    </a:cubicBezTo>
                    <a:cubicBezTo>
                      <a:pt x="12652" y="47251"/>
                      <a:pt x="13734" y="47730"/>
                      <a:pt x="13255" y="49167"/>
                    </a:cubicBezTo>
                    <a:cubicBezTo>
                      <a:pt x="15142" y="50239"/>
                      <a:pt x="17068" y="51273"/>
                      <a:pt x="19240" y="51273"/>
                    </a:cubicBezTo>
                    <a:cubicBezTo>
                      <a:pt x="19621" y="51273"/>
                      <a:pt x="20009" y="51241"/>
                      <a:pt x="20406" y="51172"/>
                    </a:cubicBezTo>
                    <a:cubicBezTo>
                      <a:pt x="21066" y="51051"/>
                      <a:pt x="21687" y="50867"/>
                      <a:pt x="22299" y="50867"/>
                    </a:cubicBezTo>
                    <a:cubicBezTo>
                      <a:pt x="22856" y="50867"/>
                      <a:pt x="23406" y="51019"/>
                      <a:pt x="23972" y="51509"/>
                    </a:cubicBezTo>
                    <a:cubicBezTo>
                      <a:pt x="24575" y="52042"/>
                      <a:pt x="25551" y="52219"/>
                      <a:pt x="26403" y="52414"/>
                    </a:cubicBezTo>
                    <a:cubicBezTo>
                      <a:pt x="26412" y="52417"/>
                      <a:pt x="26421" y="52418"/>
                      <a:pt x="26431" y="52418"/>
                    </a:cubicBezTo>
                    <a:cubicBezTo>
                      <a:pt x="26612" y="52418"/>
                      <a:pt x="26911" y="51958"/>
                      <a:pt x="27130" y="51722"/>
                    </a:cubicBezTo>
                    <a:cubicBezTo>
                      <a:pt x="29563" y="53875"/>
                      <a:pt x="30553" y="54722"/>
                      <a:pt x="31970" y="54722"/>
                    </a:cubicBezTo>
                    <a:cubicBezTo>
                      <a:pt x="32888" y="54722"/>
                      <a:pt x="33985" y="54367"/>
                      <a:pt x="35771" y="53780"/>
                    </a:cubicBezTo>
                    <a:cubicBezTo>
                      <a:pt x="35754" y="53674"/>
                      <a:pt x="35736" y="53568"/>
                      <a:pt x="35700" y="53461"/>
                    </a:cubicBezTo>
                    <a:cubicBezTo>
                      <a:pt x="35026" y="53479"/>
                      <a:pt x="34387" y="53550"/>
                      <a:pt x="33731" y="53568"/>
                    </a:cubicBezTo>
                    <a:cubicBezTo>
                      <a:pt x="33590" y="53572"/>
                      <a:pt x="33456" y="53574"/>
                      <a:pt x="33329" y="53574"/>
                    </a:cubicBezTo>
                    <a:cubicBezTo>
                      <a:pt x="31461" y="53574"/>
                      <a:pt x="31079" y="53047"/>
                      <a:pt x="30697" y="50871"/>
                    </a:cubicBezTo>
                    <a:cubicBezTo>
                      <a:pt x="30590" y="50179"/>
                      <a:pt x="30005" y="49575"/>
                      <a:pt x="29650" y="48972"/>
                    </a:cubicBezTo>
                    <a:lnTo>
                      <a:pt x="26030" y="49628"/>
                    </a:lnTo>
                    <a:lnTo>
                      <a:pt x="26030" y="49628"/>
                    </a:lnTo>
                    <a:lnTo>
                      <a:pt x="26385" y="45406"/>
                    </a:lnTo>
                    <a:lnTo>
                      <a:pt x="24167" y="45956"/>
                    </a:lnTo>
                    <a:cubicBezTo>
                      <a:pt x="23812" y="46931"/>
                      <a:pt x="24007" y="48085"/>
                      <a:pt x="22553" y="48564"/>
                    </a:cubicBezTo>
                    <a:cubicBezTo>
                      <a:pt x="22259" y="48659"/>
                      <a:pt x="21992" y="48700"/>
                      <a:pt x="21745" y="48700"/>
                    </a:cubicBezTo>
                    <a:cubicBezTo>
                      <a:pt x="20706" y="48700"/>
                      <a:pt x="20016" y="47976"/>
                      <a:pt x="19199" y="47517"/>
                    </a:cubicBezTo>
                    <a:lnTo>
                      <a:pt x="17851" y="42123"/>
                    </a:lnTo>
                    <a:cubicBezTo>
                      <a:pt x="19459" y="40109"/>
                      <a:pt x="19754" y="39740"/>
                      <a:pt x="21393" y="39740"/>
                    </a:cubicBezTo>
                    <a:cubicBezTo>
                      <a:pt x="21761" y="39740"/>
                      <a:pt x="22197" y="39758"/>
                      <a:pt x="22730" y="39781"/>
                    </a:cubicBezTo>
                    <a:lnTo>
                      <a:pt x="22890" y="38237"/>
                    </a:lnTo>
                    <a:lnTo>
                      <a:pt x="27042" y="38113"/>
                    </a:lnTo>
                    <a:lnTo>
                      <a:pt x="30324" y="41786"/>
                    </a:lnTo>
                    <a:cubicBezTo>
                      <a:pt x="30679" y="39550"/>
                      <a:pt x="29064" y="38290"/>
                      <a:pt x="28532" y="36374"/>
                    </a:cubicBezTo>
                    <a:cubicBezTo>
                      <a:pt x="29366" y="35363"/>
                      <a:pt x="30324" y="34280"/>
                      <a:pt x="31229" y="33163"/>
                    </a:cubicBezTo>
                    <a:cubicBezTo>
                      <a:pt x="32045" y="32133"/>
                      <a:pt x="31974" y="31885"/>
                      <a:pt x="30644" y="30359"/>
                    </a:cubicBezTo>
                    <a:cubicBezTo>
                      <a:pt x="31105" y="29916"/>
                      <a:pt x="31886" y="29490"/>
                      <a:pt x="31957" y="28993"/>
                    </a:cubicBezTo>
                    <a:cubicBezTo>
                      <a:pt x="32152" y="27378"/>
                      <a:pt x="33411" y="26757"/>
                      <a:pt x="34441" y="25906"/>
                    </a:cubicBezTo>
                    <a:lnTo>
                      <a:pt x="34245" y="24273"/>
                    </a:lnTo>
                    <a:lnTo>
                      <a:pt x="36588" y="22996"/>
                    </a:lnTo>
                    <a:lnTo>
                      <a:pt x="37120" y="24096"/>
                    </a:lnTo>
                    <a:lnTo>
                      <a:pt x="40438" y="20849"/>
                    </a:lnTo>
                    <a:lnTo>
                      <a:pt x="40048" y="20387"/>
                    </a:lnTo>
                    <a:lnTo>
                      <a:pt x="38184" y="21700"/>
                    </a:lnTo>
                    <a:lnTo>
                      <a:pt x="36410" y="20547"/>
                    </a:lnTo>
                    <a:cubicBezTo>
                      <a:pt x="37315" y="19429"/>
                      <a:pt x="38309" y="18631"/>
                      <a:pt x="38752" y="17584"/>
                    </a:cubicBezTo>
                    <a:cubicBezTo>
                      <a:pt x="39285" y="16377"/>
                      <a:pt x="40686" y="16271"/>
                      <a:pt x="41378" y="15295"/>
                    </a:cubicBezTo>
                    <a:cubicBezTo>
                      <a:pt x="40314" y="14177"/>
                      <a:pt x="39285" y="13663"/>
                      <a:pt x="37989" y="13521"/>
                    </a:cubicBezTo>
                    <a:cubicBezTo>
                      <a:pt x="37031" y="13467"/>
                      <a:pt x="36162" y="12971"/>
                      <a:pt x="35647" y="12154"/>
                    </a:cubicBezTo>
                    <a:cubicBezTo>
                      <a:pt x="35257" y="11622"/>
                      <a:pt x="34813" y="11161"/>
                      <a:pt x="34281" y="10770"/>
                    </a:cubicBezTo>
                    <a:cubicBezTo>
                      <a:pt x="34068" y="10593"/>
                      <a:pt x="33678" y="10628"/>
                      <a:pt x="33323" y="10557"/>
                    </a:cubicBezTo>
                    <a:lnTo>
                      <a:pt x="32773" y="12509"/>
                    </a:lnTo>
                    <a:cubicBezTo>
                      <a:pt x="31022" y="12013"/>
                      <a:pt x="29978" y="9739"/>
                      <a:pt x="28235" y="9739"/>
                    </a:cubicBezTo>
                    <a:cubicBezTo>
                      <a:pt x="27735" y="9739"/>
                      <a:pt x="27176" y="9927"/>
                      <a:pt x="26527" y="10398"/>
                    </a:cubicBezTo>
                    <a:cubicBezTo>
                      <a:pt x="26793" y="11711"/>
                      <a:pt x="25942" y="13290"/>
                      <a:pt x="27343" y="14479"/>
                    </a:cubicBezTo>
                    <a:cubicBezTo>
                      <a:pt x="27538" y="14638"/>
                      <a:pt x="27609" y="15295"/>
                      <a:pt x="27485" y="15419"/>
                    </a:cubicBezTo>
                    <a:cubicBezTo>
                      <a:pt x="26154" y="16590"/>
                      <a:pt x="27095" y="18169"/>
                      <a:pt x="26935" y="19447"/>
                    </a:cubicBezTo>
                    <a:cubicBezTo>
                      <a:pt x="26757" y="19471"/>
                      <a:pt x="26594" y="19483"/>
                      <a:pt x="26444" y="19483"/>
                    </a:cubicBezTo>
                    <a:cubicBezTo>
                      <a:pt x="24534" y="19483"/>
                      <a:pt x="24803" y="17604"/>
                      <a:pt x="24309" y="16732"/>
                    </a:cubicBezTo>
                    <a:cubicBezTo>
                      <a:pt x="23538" y="16756"/>
                      <a:pt x="22881" y="16829"/>
                      <a:pt x="22272" y="16829"/>
                    </a:cubicBezTo>
                    <a:cubicBezTo>
                      <a:pt x="21985" y="16829"/>
                      <a:pt x="21708" y="16813"/>
                      <a:pt x="21435" y="16768"/>
                    </a:cubicBezTo>
                    <a:cubicBezTo>
                      <a:pt x="20583" y="16626"/>
                      <a:pt x="19767" y="16235"/>
                      <a:pt x="18968" y="15880"/>
                    </a:cubicBezTo>
                    <a:cubicBezTo>
                      <a:pt x="18099" y="15508"/>
                      <a:pt x="17904" y="14745"/>
                      <a:pt x="18117" y="13929"/>
                    </a:cubicBezTo>
                    <a:cubicBezTo>
                      <a:pt x="18489" y="12562"/>
                      <a:pt x="19820" y="11799"/>
                      <a:pt x="20317" y="10433"/>
                    </a:cubicBezTo>
                    <a:cubicBezTo>
                      <a:pt x="20420" y="10159"/>
                      <a:pt x="20643" y="10069"/>
                      <a:pt x="20926" y="10069"/>
                    </a:cubicBezTo>
                    <a:cubicBezTo>
                      <a:pt x="21466" y="10069"/>
                      <a:pt x="22224" y="10398"/>
                      <a:pt x="22783" y="10398"/>
                    </a:cubicBezTo>
                    <a:cubicBezTo>
                      <a:pt x="23422" y="10398"/>
                      <a:pt x="24078" y="10114"/>
                      <a:pt x="25445" y="9777"/>
                    </a:cubicBezTo>
                    <a:lnTo>
                      <a:pt x="22925" y="8836"/>
                    </a:lnTo>
                    <a:cubicBezTo>
                      <a:pt x="23351" y="8002"/>
                      <a:pt x="23759" y="7435"/>
                      <a:pt x="23972" y="6796"/>
                    </a:cubicBezTo>
                    <a:cubicBezTo>
                      <a:pt x="24489" y="5333"/>
                      <a:pt x="24808" y="4715"/>
                      <a:pt x="25467" y="4715"/>
                    </a:cubicBezTo>
                    <a:cubicBezTo>
                      <a:pt x="25870" y="4715"/>
                      <a:pt x="26401" y="4947"/>
                      <a:pt x="27184" y="5359"/>
                    </a:cubicBezTo>
                    <a:cubicBezTo>
                      <a:pt x="27485" y="5518"/>
                      <a:pt x="27787" y="5713"/>
                      <a:pt x="28177" y="5944"/>
                    </a:cubicBezTo>
                    <a:lnTo>
                      <a:pt x="26012" y="8694"/>
                    </a:lnTo>
                    <a:cubicBezTo>
                      <a:pt x="26754" y="8600"/>
                      <a:pt x="27262" y="8535"/>
                      <a:pt x="27696" y="8535"/>
                    </a:cubicBezTo>
                    <a:cubicBezTo>
                      <a:pt x="28642" y="8535"/>
                      <a:pt x="29231" y="8844"/>
                      <a:pt x="31105" y="9830"/>
                    </a:cubicBezTo>
                    <a:lnTo>
                      <a:pt x="32844" y="8304"/>
                    </a:lnTo>
                    <a:lnTo>
                      <a:pt x="31886" y="7346"/>
                    </a:lnTo>
                    <a:lnTo>
                      <a:pt x="32861" y="5341"/>
                    </a:lnTo>
                    <a:lnTo>
                      <a:pt x="25232" y="2005"/>
                    </a:lnTo>
                    <a:lnTo>
                      <a:pt x="21577" y="2733"/>
                    </a:lnTo>
                    <a:lnTo>
                      <a:pt x="21452" y="2218"/>
                    </a:lnTo>
                    <a:lnTo>
                      <a:pt x="24540" y="1437"/>
                    </a:lnTo>
                    <a:lnTo>
                      <a:pt x="25072"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9" name="Google Shape;3649;p60"/>
              <p:cNvSpPr/>
              <p:nvPr/>
            </p:nvSpPr>
            <p:spPr>
              <a:xfrm>
                <a:off x="6913100" y="3367694"/>
                <a:ext cx="190537" cy="212659"/>
              </a:xfrm>
              <a:custGeom>
                <a:rect b="b" l="l" r="r" t="t"/>
                <a:pathLst>
                  <a:path extrusionOk="0" h="36872" w="33022">
                    <a:moveTo>
                      <a:pt x="11233" y="0"/>
                    </a:moveTo>
                    <a:cubicBezTo>
                      <a:pt x="10639" y="505"/>
                      <a:pt x="10418" y="1084"/>
                      <a:pt x="9687" y="1084"/>
                    </a:cubicBezTo>
                    <a:cubicBezTo>
                      <a:pt x="9544" y="1084"/>
                      <a:pt x="9381" y="1061"/>
                      <a:pt x="9192" y="1012"/>
                    </a:cubicBezTo>
                    <a:cubicBezTo>
                      <a:pt x="8542" y="845"/>
                      <a:pt x="7805" y="576"/>
                      <a:pt x="7089" y="576"/>
                    </a:cubicBezTo>
                    <a:cubicBezTo>
                      <a:pt x="6437" y="576"/>
                      <a:pt x="5804" y="799"/>
                      <a:pt x="5271" y="1526"/>
                    </a:cubicBezTo>
                    <a:lnTo>
                      <a:pt x="4632" y="231"/>
                    </a:lnTo>
                    <a:cubicBezTo>
                      <a:pt x="3940" y="1030"/>
                      <a:pt x="3780" y="2165"/>
                      <a:pt x="2591" y="2325"/>
                    </a:cubicBezTo>
                    <a:cubicBezTo>
                      <a:pt x="1208" y="2502"/>
                      <a:pt x="2538" y="4649"/>
                      <a:pt x="959" y="4844"/>
                    </a:cubicBezTo>
                    <a:lnTo>
                      <a:pt x="2006" y="8961"/>
                    </a:lnTo>
                    <a:lnTo>
                      <a:pt x="1" y="12190"/>
                    </a:lnTo>
                    <a:cubicBezTo>
                      <a:pt x="1190" y="12935"/>
                      <a:pt x="143" y="14302"/>
                      <a:pt x="640" y="15153"/>
                    </a:cubicBezTo>
                    <a:cubicBezTo>
                      <a:pt x="1882" y="15987"/>
                      <a:pt x="3071" y="16697"/>
                      <a:pt x="4135" y="17531"/>
                    </a:cubicBezTo>
                    <a:cubicBezTo>
                      <a:pt x="5058" y="18276"/>
                      <a:pt x="5732" y="19359"/>
                      <a:pt x="6726" y="19980"/>
                    </a:cubicBezTo>
                    <a:cubicBezTo>
                      <a:pt x="7808" y="20654"/>
                      <a:pt x="9121" y="20973"/>
                      <a:pt x="10044" y="21364"/>
                    </a:cubicBezTo>
                    <a:cubicBezTo>
                      <a:pt x="11250" y="25161"/>
                      <a:pt x="11587" y="28638"/>
                      <a:pt x="10878" y="32152"/>
                    </a:cubicBezTo>
                    <a:cubicBezTo>
                      <a:pt x="11091" y="32506"/>
                      <a:pt x="11623" y="32968"/>
                      <a:pt x="11605" y="33394"/>
                    </a:cubicBezTo>
                    <a:cubicBezTo>
                      <a:pt x="11552" y="34405"/>
                      <a:pt x="11605" y="35416"/>
                      <a:pt x="11783" y="36428"/>
                    </a:cubicBezTo>
                    <a:cubicBezTo>
                      <a:pt x="11800" y="36587"/>
                      <a:pt x="11836" y="36729"/>
                      <a:pt x="11871" y="36871"/>
                    </a:cubicBezTo>
                    <a:cubicBezTo>
                      <a:pt x="12634" y="36712"/>
                      <a:pt x="13379" y="36552"/>
                      <a:pt x="14125" y="36357"/>
                    </a:cubicBezTo>
                    <a:lnTo>
                      <a:pt x="14568" y="36233"/>
                    </a:lnTo>
                    <a:cubicBezTo>
                      <a:pt x="15172" y="34139"/>
                      <a:pt x="15828" y="32045"/>
                      <a:pt x="17798" y="30785"/>
                    </a:cubicBezTo>
                    <a:cubicBezTo>
                      <a:pt x="18543" y="30324"/>
                      <a:pt x="18951" y="29845"/>
                      <a:pt x="19235" y="29117"/>
                    </a:cubicBezTo>
                    <a:cubicBezTo>
                      <a:pt x="19377" y="28763"/>
                      <a:pt x="19465" y="28230"/>
                      <a:pt x="19732" y="28124"/>
                    </a:cubicBezTo>
                    <a:cubicBezTo>
                      <a:pt x="22233" y="27059"/>
                      <a:pt x="23334" y="24930"/>
                      <a:pt x="24008" y="22535"/>
                    </a:cubicBezTo>
                    <a:cubicBezTo>
                      <a:pt x="24345" y="21346"/>
                      <a:pt x="25232" y="20423"/>
                      <a:pt x="26403" y="20051"/>
                    </a:cubicBezTo>
                    <a:cubicBezTo>
                      <a:pt x="28550" y="19447"/>
                      <a:pt x="29065" y="17904"/>
                      <a:pt x="29615" y="16147"/>
                    </a:cubicBezTo>
                    <a:cubicBezTo>
                      <a:pt x="30449" y="13503"/>
                      <a:pt x="30999" y="10735"/>
                      <a:pt x="32844" y="8517"/>
                    </a:cubicBezTo>
                    <a:cubicBezTo>
                      <a:pt x="32933" y="8429"/>
                      <a:pt x="32986" y="8340"/>
                      <a:pt x="33021" y="8216"/>
                    </a:cubicBezTo>
                    <a:cubicBezTo>
                      <a:pt x="33021" y="7683"/>
                      <a:pt x="33021" y="7133"/>
                      <a:pt x="33021" y="6424"/>
                    </a:cubicBezTo>
                    <a:cubicBezTo>
                      <a:pt x="32898" y="6449"/>
                      <a:pt x="32778" y="6461"/>
                      <a:pt x="32662" y="6461"/>
                    </a:cubicBezTo>
                    <a:cubicBezTo>
                      <a:pt x="31610" y="6461"/>
                      <a:pt x="30838" y="5512"/>
                      <a:pt x="29835" y="5512"/>
                    </a:cubicBezTo>
                    <a:cubicBezTo>
                      <a:pt x="29647" y="5512"/>
                      <a:pt x="29450" y="5546"/>
                      <a:pt x="29242" y="5625"/>
                    </a:cubicBezTo>
                    <a:cubicBezTo>
                      <a:pt x="28763" y="5810"/>
                      <a:pt x="28295" y="5881"/>
                      <a:pt x="27833" y="5881"/>
                    </a:cubicBezTo>
                    <a:cubicBezTo>
                      <a:pt x="27010" y="5881"/>
                      <a:pt x="26203" y="5659"/>
                      <a:pt x="25374" y="5465"/>
                    </a:cubicBezTo>
                    <a:cubicBezTo>
                      <a:pt x="25322" y="5454"/>
                      <a:pt x="25270" y="5449"/>
                      <a:pt x="25215" y="5449"/>
                    </a:cubicBezTo>
                    <a:cubicBezTo>
                      <a:pt x="24767" y="5449"/>
                      <a:pt x="24231" y="5812"/>
                      <a:pt x="23582" y="6033"/>
                    </a:cubicBezTo>
                    <a:lnTo>
                      <a:pt x="20637" y="2112"/>
                    </a:lnTo>
                    <a:lnTo>
                      <a:pt x="16467" y="2201"/>
                    </a:lnTo>
                    <a:lnTo>
                      <a:pt x="11233"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0" name="Google Shape;3650;p60"/>
              <p:cNvSpPr/>
              <p:nvPr/>
            </p:nvSpPr>
            <p:spPr>
              <a:xfrm>
                <a:off x="7135734" y="3186037"/>
                <a:ext cx="58058" cy="152383"/>
              </a:xfrm>
              <a:custGeom>
                <a:rect b="b" l="l" r="r" t="t"/>
                <a:pathLst>
                  <a:path extrusionOk="0" h="26421" w="10062">
                    <a:moveTo>
                      <a:pt x="2520" y="1"/>
                    </a:moveTo>
                    <a:lnTo>
                      <a:pt x="2254" y="19"/>
                    </a:lnTo>
                    <a:cubicBezTo>
                      <a:pt x="2077" y="515"/>
                      <a:pt x="2041" y="1474"/>
                      <a:pt x="1545" y="1864"/>
                    </a:cubicBezTo>
                    <a:cubicBezTo>
                      <a:pt x="107" y="3035"/>
                      <a:pt x="214" y="4401"/>
                      <a:pt x="586" y="5927"/>
                    </a:cubicBezTo>
                    <a:cubicBezTo>
                      <a:pt x="746" y="6566"/>
                      <a:pt x="1012" y="7311"/>
                      <a:pt x="835" y="7897"/>
                    </a:cubicBezTo>
                    <a:cubicBezTo>
                      <a:pt x="1" y="10523"/>
                      <a:pt x="799" y="13202"/>
                      <a:pt x="72" y="15917"/>
                    </a:cubicBezTo>
                    <a:lnTo>
                      <a:pt x="1686" y="15846"/>
                    </a:lnTo>
                    <a:cubicBezTo>
                      <a:pt x="1811" y="17177"/>
                      <a:pt x="2698" y="18241"/>
                      <a:pt x="1970" y="19590"/>
                    </a:cubicBezTo>
                    <a:cubicBezTo>
                      <a:pt x="1740" y="20051"/>
                      <a:pt x="2024" y="21293"/>
                      <a:pt x="2414" y="21506"/>
                    </a:cubicBezTo>
                    <a:cubicBezTo>
                      <a:pt x="4596" y="22642"/>
                      <a:pt x="4632" y="25587"/>
                      <a:pt x="6885" y="26421"/>
                    </a:cubicBezTo>
                    <a:lnTo>
                      <a:pt x="10061" y="24079"/>
                    </a:lnTo>
                    <a:cubicBezTo>
                      <a:pt x="9973" y="15491"/>
                      <a:pt x="7364" y="7098"/>
                      <a:pt x="252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1" name="Google Shape;3651;p60"/>
              <p:cNvSpPr/>
              <p:nvPr/>
            </p:nvSpPr>
            <p:spPr>
              <a:xfrm>
                <a:off x="6870416" y="3332822"/>
                <a:ext cx="47510" cy="11685"/>
              </a:xfrm>
              <a:custGeom>
                <a:rect b="b" l="l" r="r" t="t"/>
                <a:pathLst>
                  <a:path extrusionOk="0" h="2026" w="8234">
                    <a:moveTo>
                      <a:pt x="3405" y="1"/>
                    </a:moveTo>
                    <a:cubicBezTo>
                      <a:pt x="2255" y="1"/>
                      <a:pt x="1201" y="655"/>
                      <a:pt x="1" y="919"/>
                    </a:cubicBezTo>
                    <a:cubicBezTo>
                      <a:pt x="371" y="1711"/>
                      <a:pt x="675" y="1974"/>
                      <a:pt x="943" y="1974"/>
                    </a:cubicBezTo>
                    <a:cubicBezTo>
                      <a:pt x="1419" y="1974"/>
                      <a:pt x="1781" y="1142"/>
                      <a:pt x="2201" y="972"/>
                    </a:cubicBezTo>
                    <a:cubicBezTo>
                      <a:pt x="2266" y="967"/>
                      <a:pt x="2330" y="964"/>
                      <a:pt x="2394" y="964"/>
                    </a:cubicBezTo>
                    <a:cubicBezTo>
                      <a:pt x="3717" y="964"/>
                      <a:pt x="4976" y="2025"/>
                      <a:pt x="6356" y="2025"/>
                    </a:cubicBezTo>
                    <a:cubicBezTo>
                      <a:pt x="6954" y="2025"/>
                      <a:pt x="7575" y="1826"/>
                      <a:pt x="8234" y="1256"/>
                    </a:cubicBezTo>
                    <a:cubicBezTo>
                      <a:pt x="7932" y="936"/>
                      <a:pt x="7684" y="440"/>
                      <a:pt x="7400" y="422"/>
                    </a:cubicBezTo>
                    <a:cubicBezTo>
                      <a:pt x="7374" y="421"/>
                      <a:pt x="7348" y="420"/>
                      <a:pt x="7322" y="420"/>
                    </a:cubicBezTo>
                    <a:cubicBezTo>
                      <a:pt x="6763" y="420"/>
                      <a:pt x="6090" y="679"/>
                      <a:pt x="5591" y="679"/>
                    </a:cubicBezTo>
                    <a:cubicBezTo>
                      <a:pt x="5418" y="679"/>
                      <a:pt x="5266" y="648"/>
                      <a:pt x="5147" y="564"/>
                    </a:cubicBezTo>
                    <a:cubicBezTo>
                      <a:pt x="4527" y="150"/>
                      <a:pt x="3955" y="1"/>
                      <a:pt x="340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2" name="Google Shape;3652;p60"/>
              <p:cNvSpPr/>
              <p:nvPr/>
            </p:nvSpPr>
            <p:spPr>
              <a:xfrm>
                <a:off x="6925590" y="3336277"/>
                <a:ext cx="38094" cy="14228"/>
              </a:xfrm>
              <a:custGeom>
                <a:rect b="b" l="l" r="r" t="t"/>
                <a:pathLst>
                  <a:path extrusionOk="0" h="2467" w="6602">
                    <a:moveTo>
                      <a:pt x="6601" y="0"/>
                    </a:moveTo>
                    <a:cubicBezTo>
                      <a:pt x="4188" y="231"/>
                      <a:pt x="2254" y="391"/>
                      <a:pt x="338" y="604"/>
                    </a:cubicBezTo>
                    <a:cubicBezTo>
                      <a:pt x="231" y="621"/>
                      <a:pt x="160" y="976"/>
                      <a:pt x="1" y="1384"/>
                    </a:cubicBezTo>
                    <a:lnTo>
                      <a:pt x="1438" y="2467"/>
                    </a:lnTo>
                    <a:cubicBezTo>
                      <a:pt x="2573" y="621"/>
                      <a:pt x="4862" y="1491"/>
                      <a:pt x="660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53" name="Google Shape;3653;p60"/>
            <p:cNvSpPr/>
            <p:nvPr/>
          </p:nvSpPr>
          <p:spPr>
            <a:xfrm>
              <a:off x="6867451" y="3073651"/>
              <a:ext cx="102383" cy="56919"/>
            </a:xfrm>
            <a:custGeom>
              <a:rect b="b" l="l" r="r" t="t"/>
              <a:pathLst>
                <a:path extrusionOk="0" h="9869" w="17744">
                  <a:moveTo>
                    <a:pt x="11775" y="1"/>
                  </a:moveTo>
                  <a:cubicBezTo>
                    <a:pt x="7969" y="1"/>
                    <a:pt x="4175" y="474"/>
                    <a:pt x="479" y="1405"/>
                  </a:cubicBezTo>
                  <a:lnTo>
                    <a:pt x="0" y="1530"/>
                  </a:lnTo>
                  <a:cubicBezTo>
                    <a:pt x="266" y="1749"/>
                    <a:pt x="570" y="1886"/>
                    <a:pt x="955" y="1886"/>
                  </a:cubicBezTo>
                  <a:cubicBezTo>
                    <a:pt x="1161" y="1886"/>
                    <a:pt x="1391" y="1847"/>
                    <a:pt x="1651" y="1760"/>
                  </a:cubicBezTo>
                  <a:cubicBezTo>
                    <a:pt x="2029" y="1630"/>
                    <a:pt x="2392" y="1564"/>
                    <a:pt x="2739" y="1564"/>
                  </a:cubicBezTo>
                  <a:cubicBezTo>
                    <a:pt x="3580" y="1564"/>
                    <a:pt x="4337" y="1950"/>
                    <a:pt x="5040" y="2754"/>
                  </a:cubicBezTo>
                  <a:cubicBezTo>
                    <a:pt x="5749" y="3588"/>
                    <a:pt x="7204" y="3428"/>
                    <a:pt x="7967" y="4422"/>
                  </a:cubicBezTo>
                  <a:cubicBezTo>
                    <a:pt x="8017" y="4486"/>
                    <a:pt x="8125" y="4504"/>
                    <a:pt x="8257" y="4504"/>
                  </a:cubicBezTo>
                  <a:cubicBezTo>
                    <a:pt x="8429" y="4504"/>
                    <a:pt x="8642" y="4473"/>
                    <a:pt x="8821" y="4473"/>
                  </a:cubicBezTo>
                  <a:cubicBezTo>
                    <a:pt x="8844" y="4473"/>
                    <a:pt x="8868" y="4474"/>
                    <a:pt x="8890" y="4475"/>
                  </a:cubicBezTo>
                  <a:lnTo>
                    <a:pt x="8233" y="6054"/>
                  </a:lnTo>
                  <a:cubicBezTo>
                    <a:pt x="9475" y="6533"/>
                    <a:pt x="11019" y="6640"/>
                    <a:pt x="11605" y="7420"/>
                  </a:cubicBezTo>
                  <a:cubicBezTo>
                    <a:pt x="13095" y="9479"/>
                    <a:pt x="15065" y="9745"/>
                    <a:pt x="17744" y="9869"/>
                  </a:cubicBezTo>
                  <a:cubicBezTo>
                    <a:pt x="17105" y="8982"/>
                    <a:pt x="16271" y="8325"/>
                    <a:pt x="16342" y="7828"/>
                  </a:cubicBezTo>
                  <a:cubicBezTo>
                    <a:pt x="16502" y="6888"/>
                    <a:pt x="16892" y="6125"/>
                    <a:pt x="15632" y="5717"/>
                  </a:cubicBezTo>
                  <a:lnTo>
                    <a:pt x="16857" y="4706"/>
                  </a:lnTo>
                  <a:lnTo>
                    <a:pt x="16484" y="3215"/>
                  </a:lnTo>
                  <a:cubicBezTo>
                    <a:pt x="16786" y="3073"/>
                    <a:pt x="17123" y="3002"/>
                    <a:pt x="17336" y="2772"/>
                  </a:cubicBezTo>
                  <a:cubicBezTo>
                    <a:pt x="17531" y="2559"/>
                    <a:pt x="17549" y="2222"/>
                    <a:pt x="17744" y="1689"/>
                  </a:cubicBezTo>
                  <a:cubicBezTo>
                    <a:pt x="16928" y="1441"/>
                    <a:pt x="16218" y="1281"/>
                    <a:pt x="15579" y="660"/>
                  </a:cubicBezTo>
                  <a:cubicBezTo>
                    <a:pt x="15384" y="465"/>
                    <a:pt x="15171" y="270"/>
                    <a:pt x="14940" y="110"/>
                  </a:cubicBezTo>
                  <a:cubicBezTo>
                    <a:pt x="13885" y="37"/>
                    <a:pt x="12830" y="1"/>
                    <a:pt x="1177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4" name="Google Shape;3654;p60"/>
            <p:cNvSpPr/>
            <p:nvPr/>
          </p:nvSpPr>
          <p:spPr>
            <a:xfrm>
              <a:off x="7069097" y="3119476"/>
              <a:ext cx="78535" cy="76898"/>
            </a:xfrm>
            <a:custGeom>
              <a:rect b="b" l="l" r="r" t="t"/>
              <a:pathLst>
                <a:path extrusionOk="0" h="13333" w="13611">
                  <a:moveTo>
                    <a:pt x="1947" y="1"/>
                  </a:moveTo>
                  <a:cubicBezTo>
                    <a:pt x="1321" y="1"/>
                    <a:pt x="678" y="263"/>
                    <a:pt x="1" y="842"/>
                  </a:cubicBezTo>
                  <a:lnTo>
                    <a:pt x="1420" y="2634"/>
                  </a:lnTo>
                  <a:lnTo>
                    <a:pt x="5856" y="2829"/>
                  </a:lnTo>
                  <a:lnTo>
                    <a:pt x="5342" y="5224"/>
                  </a:lnTo>
                  <a:lnTo>
                    <a:pt x="8802" y="7105"/>
                  </a:lnTo>
                  <a:lnTo>
                    <a:pt x="7453" y="8702"/>
                  </a:lnTo>
                  <a:lnTo>
                    <a:pt x="9884" y="12925"/>
                  </a:lnTo>
                  <a:lnTo>
                    <a:pt x="12386" y="13333"/>
                  </a:lnTo>
                  <a:cubicBezTo>
                    <a:pt x="11889" y="12109"/>
                    <a:pt x="13610" y="10813"/>
                    <a:pt x="11694" y="9891"/>
                  </a:cubicBezTo>
                  <a:cubicBezTo>
                    <a:pt x="11605" y="9181"/>
                    <a:pt x="11232" y="8436"/>
                    <a:pt x="11179" y="7726"/>
                  </a:cubicBezTo>
                  <a:cubicBezTo>
                    <a:pt x="8713" y="4852"/>
                    <a:pt x="5892" y="2297"/>
                    <a:pt x="2769" y="150"/>
                  </a:cubicBezTo>
                  <a:cubicBezTo>
                    <a:pt x="2497" y="52"/>
                    <a:pt x="2224" y="1"/>
                    <a:pt x="1947"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5" name="Google Shape;3655;p60"/>
            <p:cNvSpPr/>
            <p:nvPr/>
          </p:nvSpPr>
          <p:spPr>
            <a:xfrm>
              <a:off x="6946266" y="3181844"/>
              <a:ext cx="21095" cy="14742"/>
            </a:xfrm>
            <a:custGeom>
              <a:rect b="b" l="l" r="r" t="t"/>
              <a:pathLst>
                <a:path extrusionOk="0" h="2556" w="3656">
                  <a:moveTo>
                    <a:pt x="498" y="0"/>
                  </a:moveTo>
                  <a:cubicBezTo>
                    <a:pt x="444" y="426"/>
                    <a:pt x="373" y="852"/>
                    <a:pt x="302" y="1278"/>
                  </a:cubicBezTo>
                  <a:cubicBezTo>
                    <a:pt x="231" y="1686"/>
                    <a:pt x="107" y="2076"/>
                    <a:pt x="1" y="2555"/>
                  </a:cubicBezTo>
                  <a:lnTo>
                    <a:pt x="3656" y="2467"/>
                  </a:lnTo>
                  <a:lnTo>
                    <a:pt x="3319" y="1100"/>
                  </a:lnTo>
                  <a:lnTo>
                    <a:pt x="498"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56" name="Google Shape;3656;p60"/>
          <p:cNvSpPr/>
          <p:nvPr/>
        </p:nvSpPr>
        <p:spPr>
          <a:xfrm>
            <a:off x="6986051" y="2935281"/>
            <a:ext cx="24269" cy="11004"/>
          </a:xfrm>
          <a:custGeom>
            <a:rect b="b" l="l" r="r" t="t"/>
            <a:pathLst>
              <a:path extrusionOk="0" h="1908" w="4206">
                <a:moveTo>
                  <a:pt x="2533" y="1"/>
                </a:moveTo>
                <a:cubicBezTo>
                  <a:pt x="1985" y="1"/>
                  <a:pt x="1354" y="226"/>
                  <a:pt x="0" y="709"/>
                </a:cubicBezTo>
                <a:cubicBezTo>
                  <a:pt x="1204" y="1500"/>
                  <a:pt x="1825" y="1908"/>
                  <a:pt x="2340" y="1908"/>
                </a:cubicBezTo>
                <a:cubicBezTo>
                  <a:pt x="2889" y="1908"/>
                  <a:pt x="3319" y="1447"/>
                  <a:pt x="4206" y="496"/>
                </a:cubicBezTo>
                <a:cubicBezTo>
                  <a:pt x="3427" y="173"/>
                  <a:pt x="3012" y="1"/>
                  <a:pt x="253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57" name="Google Shape;3657;p60"/>
          <p:cNvGrpSpPr/>
          <p:nvPr/>
        </p:nvGrpSpPr>
        <p:grpSpPr>
          <a:xfrm>
            <a:off x="6649867" y="3561648"/>
            <a:ext cx="560631" cy="511352"/>
            <a:chOff x="6652154" y="3716623"/>
            <a:chExt cx="560631" cy="511352"/>
          </a:xfrm>
        </p:grpSpPr>
        <p:sp>
          <p:nvSpPr>
            <p:cNvPr id="3658" name="Google Shape;3658;p60"/>
            <p:cNvSpPr/>
            <p:nvPr/>
          </p:nvSpPr>
          <p:spPr>
            <a:xfrm>
              <a:off x="6652154" y="3716623"/>
              <a:ext cx="560631" cy="511352"/>
            </a:xfrm>
            <a:custGeom>
              <a:rect b="b" l="l" r="r" t="t"/>
              <a:pathLst>
                <a:path extrusionOk="0" h="88661" w="97163">
                  <a:moveTo>
                    <a:pt x="48942" y="1"/>
                  </a:moveTo>
                  <a:cubicBezTo>
                    <a:pt x="46560" y="1"/>
                    <a:pt x="44145" y="185"/>
                    <a:pt x="41715" y="565"/>
                  </a:cubicBezTo>
                  <a:cubicBezTo>
                    <a:pt x="16981" y="4433"/>
                    <a:pt x="0" y="27180"/>
                    <a:pt x="3779" y="51346"/>
                  </a:cubicBezTo>
                  <a:cubicBezTo>
                    <a:pt x="7187" y="73133"/>
                    <a:pt x="26312" y="88661"/>
                    <a:pt x="48182" y="88661"/>
                  </a:cubicBezTo>
                  <a:cubicBezTo>
                    <a:pt x="50571" y="88661"/>
                    <a:pt x="52993" y="88476"/>
                    <a:pt x="55431" y="88093"/>
                  </a:cubicBezTo>
                  <a:cubicBezTo>
                    <a:pt x="80165" y="84225"/>
                    <a:pt x="97163" y="61496"/>
                    <a:pt x="93366" y="37311"/>
                  </a:cubicBezTo>
                  <a:cubicBezTo>
                    <a:pt x="89958" y="15517"/>
                    <a:pt x="70820" y="1"/>
                    <a:pt x="4894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59" name="Google Shape;3659;p60"/>
            <p:cNvGrpSpPr/>
            <p:nvPr/>
          </p:nvGrpSpPr>
          <p:grpSpPr>
            <a:xfrm>
              <a:off x="6669657" y="3716715"/>
              <a:ext cx="466779" cy="464290"/>
              <a:chOff x="6669657" y="3716715"/>
              <a:chExt cx="466779" cy="464290"/>
            </a:xfrm>
          </p:grpSpPr>
          <p:sp>
            <p:nvSpPr>
              <p:cNvPr id="3660" name="Google Shape;3660;p60"/>
              <p:cNvSpPr/>
              <p:nvPr/>
            </p:nvSpPr>
            <p:spPr>
              <a:xfrm>
                <a:off x="6669657" y="3716715"/>
                <a:ext cx="386382" cy="464290"/>
              </a:xfrm>
              <a:custGeom>
                <a:rect b="b" l="l" r="r" t="t"/>
                <a:pathLst>
                  <a:path extrusionOk="0" h="80501" w="66964">
                    <a:moveTo>
                      <a:pt x="45863" y="0"/>
                    </a:moveTo>
                    <a:cubicBezTo>
                      <a:pt x="43461" y="0"/>
                      <a:pt x="41054" y="188"/>
                      <a:pt x="38663" y="566"/>
                    </a:cubicBezTo>
                    <a:cubicBezTo>
                      <a:pt x="20352" y="3441"/>
                      <a:pt x="6281" y="16660"/>
                      <a:pt x="1757" y="33161"/>
                    </a:cubicBezTo>
                    <a:lnTo>
                      <a:pt x="4081" y="32487"/>
                    </a:lnTo>
                    <a:lnTo>
                      <a:pt x="4081" y="32487"/>
                    </a:lnTo>
                    <a:cubicBezTo>
                      <a:pt x="4756" y="33871"/>
                      <a:pt x="3939" y="34971"/>
                      <a:pt x="3496" y="36213"/>
                    </a:cubicBezTo>
                    <a:cubicBezTo>
                      <a:pt x="3088" y="37384"/>
                      <a:pt x="2129" y="37207"/>
                      <a:pt x="1384" y="37295"/>
                    </a:cubicBezTo>
                    <a:cubicBezTo>
                      <a:pt x="1207" y="37313"/>
                      <a:pt x="1012" y="37348"/>
                      <a:pt x="816" y="37366"/>
                    </a:cubicBezTo>
                    <a:cubicBezTo>
                      <a:pt x="36" y="41997"/>
                      <a:pt x="0" y="46717"/>
                      <a:pt x="728" y="51348"/>
                    </a:cubicBezTo>
                    <a:cubicBezTo>
                      <a:pt x="2644" y="63591"/>
                      <a:pt x="9528" y="73847"/>
                      <a:pt x="19057" y="80501"/>
                    </a:cubicBezTo>
                    <a:cubicBezTo>
                      <a:pt x="18897" y="80217"/>
                      <a:pt x="18737" y="79950"/>
                      <a:pt x="18560" y="79684"/>
                    </a:cubicBezTo>
                    <a:cubicBezTo>
                      <a:pt x="18099" y="79010"/>
                      <a:pt x="17069" y="77928"/>
                      <a:pt x="17194" y="77768"/>
                    </a:cubicBezTo>
                    <a:cubicBezTo>
                      <a:pt x="18081" y="76703"/>
                      <a:pt x="16094" y="76632"/>
                      <a:pt x="16626" y="75834"/>
                    </a:cubicBezTo>
                    <a:cubicBezTo>
                      <a:pt x="15206" y="74876"/>
                      <a:pt x="14816" y="73652"/>
                      <a:pt x="15277" y="71948"/>
                    </a:cubicBezTo>
                    <a:cubicBezTo>
                      <a:pt x="15455" y="71292"/>
                      <a:pt x="15100" y="70529"/>
                      <a:pt x="14426" y="69854"/>
                    </a:cubicBezTo>
                    <a:cubicBezTo>
                      <a:pt x="13468" y="68896"/>
                      <a:pt x="12811" y="67601"/>
                      <a:pt x="12101" y="66394"/>
                    </a:cubicBezTo>
                    <a:cubicBezTo>
                      <a:pt x="11782" y="65862"/>
                      <a:pt x="11338" y="65152"/>
                      <a:pt x="11463" y="64620"/>
                    </a:cubicBezTo>
                    <a:cubicBezTo>
                      <a:pt x="11871" y="62739"/>
                      <a:pt x="12172" y="60734"/>
                      <a:pt x="13095" y="59102"/>
                    </a:cubicBezTo>
                    <a:cubicBezTo>
                      <a:pt x="14337" y="56919"/>
                      <a:pt x="14284" y="54914"/>
                      <a:pt x="13343" y="51969"/>
                    </a:cubicBezTo>
                    <a:lnTo>
                      <a:pt x="13343" y="51969"/>
                    </a:lnTo>
                    <a:cubicBezTo>
                      <a:pt x="12811" y="53619"/>
                      <a:pt x="11888" y="53229"/>
                      <a:pt x="11090" y="53353"/>
                    </a:cubicBezTo>
                    <a:cubicBezTo>
                      <a:pt x="10814" y="53401"/>
                      <a:pt x="10612" y="53439"/>
                      <a:pt x="10447" y="53439"/>
                    </a:cubicBezTo>
                    <a:cubicBezTo>
                      <a:pt x="9997" y="53439"/>
                      <a:pt x="9823" y="53151"/>
                      <a:pt x="9174" y="51969"/>
                    </a:cubicBezTo>
                    <a:cubicBezTo>
                      <a:pt x="7861" y="50763"/>
                      <a:pt x="6619" y="49485"/>
                      <a:pt x="5447" y="48136"/>
                    </a:cubicBezTo>
                    <a:cubicBezTo>
                      <a:pt x="5270" y="47853"/>
                      <a:pt x="5146" y="47551"/>
                      <a:pt x="5110" y="47214"/>
                    </a:cubicBezTo>
                    <a:cubicBezTo>
                      <a:pt x="4862" y="45759"/>
                      <a:pt x="4649" y="44304"/>
                      <a:pt x="4773" y="42796"/>
                    </a:cubicBezTo>
                    <a:lnTo>
                      <a:pt x="4773" y="42796"/>
                    </a:lnTo>
                    <a:lnTo>
                      <a:pt x="9653" y="51756"/>
                    </a:lnTo>
                    <a:cubicBezTo>
                      <a:pt x="11924" y="50745"/>
                      <a:pt x="13680" y="49201"/>
                      <a:pt x="15650" y="47995"/>
                    </a:cubicBezTo>
                    <a:cubicBezTo>
                      <a:pt x="17034" y="47161"/>
                      <a:pt x="17584" y="45954"/>
                      <a:pt x="18045" y="44606"/>
                    </a:cubicBezTo>
                    <a:cubicBezTo>
                      <a:pt x="18205" y="44109"/>
                      <a:pt x="18329" y="43594"/>
                      <a:pt x="18436" y="43080"/>
                    </a:cubicBezTo>
                    <a:lnTo>
                      <a:pt x="15597" y="40542"/>
                    </a:lnTo>
                    <a:lnTo>
                      <a:pt x="15224" y="41749"/>
                    </a:lnTo>
                    <a:cubicBezTo>
                      <a:pt x="14000" y="41092"/>
                      <a:pt x="12793" y="40507"/>
                      <a:pt x="11640" y="39833"/>
                    </a:cubicBezTo>
                    <a:cubicBezTo>
                      <a:pt x="10593" y="39212"/>
                      <a:pt x="10433" y="38395"/>
                      <a:pt x="11374" y="37082"/>
                    </a:cubicBezTo>
                    <a:lnTo>
                      <a:pt x="11374" y="37082"/>
                    </a:lnTo>
                    <a:cubicBezTo>
                      <a:pt x="12448" y="38789"/>
                      <a:pt x="13681" y="39825"/>
                      <a:pt x="15346" y="39825"/>
                    </a:cubicBezTo>
                    <a:cubicBezTo>
                      <a:pt x="15689" y="39825"/>
                      <a:pt x="16049" y="39781"/>
                      <a:pt x="16431" y="39691"/>
                    </a:cubicBezTo>
                    <a:cubicBezTo>
                      <a:pt x="16437" y="39689"/>
                      <a:pt x="16444" y="39688"/>
                      <a:pt x="16450" y="39688"/>
                    </a:cubicBezTo>
                    <a:cubicBezTo>
                      <a:pt x="16592" y="39688"/>
                      <a:pt x="16795" y="40029"/>
                      <a:pt x="16998" y="40063"/>
                    </a:cubicBezTo>
                    <a:cubicBezTo>
                      <a:pt x="17810" y="40257"/>
                      <a:pt x="18605" y="40492"/>
                      <a:pt x="19428" y="40492"/>
                    </a:cubicBezTo>
                    <a:cubicBezTo>
                      <a:pt x="19811" y="40492"/>
                      <a:pt x="20200" y="40441"/>
                      <a:pt x="20600" y="40312"/>
                    </a:cubicBezTo>
                    <a:cubicBezTo>
                      <a:pt x="21150" y="40152"/>
                      <a:pt x="21718" y="40045"/>
                      <a:pt x="22304" y="40010"/>
                    </a:cubicBezTo>
                    <a:cubicBezTo>
                      <a:pt x="24003" y="41489"/>
                      <a:pt x="25144" y="42940"/>
                      <a:pt x="27015" y="42940"/>
                    </a:cubicBezTo>
                    <a:cubicBezTo>
                      <a:pt x="27253" y="42940"/>
                      <a:pt x="27504" y="42917"/>
                      <a:pt x="27769" y="42867"/>
                    </a:cubicBezTo>
                    <a:cubicBezTo>
                      <a:pt x="27999" y="44251"/>
                      <a:pt x="27875" y="45564"/>
                      <a:pt x="28407" y="46486"/>
                    </a:cubicBezTo>
                    <a:cubicBezTo>
                      <a:pt x="29614" y="48616"/>
                      <a:pt x="31158" y="50532"/>
                      <a:pt x="32701" y="52732"/>
                    </a:cubicBezTo>
                    <a:lnTo>
                      <a:pt x="34600" y="50425"/>
                    </a:lnTo>
                    <a:lnTo>
                      <a:pt x="34103" y="47196"/>
                    </a:lnTo>
                    <a:cubicBezTo>
                      <a:pt x="34972" y="46096"/>
                      <a:pt x="36268" y="45173"/>
                      <a:pt x="36286" y="44251"/>
                    </a:cubicBezTo>
                    <a:cubicBezTo>
                      <a:pt x="36303" y="42707"/>
                      <a:pt x="38503" y="42955"/>
                      <a:pt x="38202" y="41394"/>
                    </a:cubicBezTo>
                    <a:cubicBezTo>
                      <a:pt x="38184" y="41305"/>
                      <a:pt x="39604" y="40986"/>
                      <a:pt x="40313" y="40702"/>
                    </a:cubicBezTo>
                    <a:cubicBezTo>
                      <a:pt x="40650" y="40560"/>
                      <a:pt x="40899" y="40223"/>
                      <a:pt x="41378" y="39797"/>
                    </a:cubicBezTo>
                    <a:lnTo>
                      <a:pt x="44785" y="44978"/>
                    </a:lnTo>
                    <a:lnTo>
                      <a:pt x="46630" y="43914"/>
                    </a:lnTo>
                    <a:cubicBezTo>
                      <a:pt x="47553" y="45102"/>
                      <a:pt x="46754" y="46699"/>
                      <a:pt x="48067" y="47480"/>
                    </a:cubicBezTo>
                    <a:cubicBezTo>
                      <a:pt x="47020" y="50124"/>
                      <a:pt x="48741" y="51508"/>
                      <a:pt x="50445" y="52980"/>
                    </a:cubicBezTo>
                    <a:cubicBezTo>
                      <a:pt x="50764" y="53247"/>
                      <a:pt x="50640" y="54010"/>
                      <a:pt x="50746" y="54684"/>
                    </a:cubicBezTo>
                    <a:cubicBezTo>
                      <a:pt x="49546" y="54279"/>
                      <a:pt x="48739" y="53108"/>
                      <a:pt x="47515" y="53108"/>
                    </a:cubicBezTo>
                    <a:cubicBezTo>
                      <a:pt x="47074" y="53108"/>
                      <a:pt x="46579" y="53260"/>
                      <a:pt x="45991" y="53655"/>
                    </a:cubicBezTo>
                    <a:cubicBezTo>
                      <a:pt x="46130" y="53637"/>
                      <a:pt x="46261" y="53629"/>
                      <a:pt x="46385" y="53629"/>
                    </a:cubicBezTo>
                    <a:cubicBezTo>
                      <a:pt x="47902" y="53629"/>
                      <a:pt x="48314" y="54868"/>
                      <a:pt x="48954" y="55606"/>
                    </a:cubicBezTo>
                    <a:cubicBezTo>
                      <a:pt x="49646" y="56387"/>
                      <a:pt x="51119" y="56937"/>
                      <a:pt x="50782" y="58712"/>
                    </a:cubicBezTo>
                    <a:cubicBezTo>
                      <a:pt x="50925" y="58653"/>
                      <a:pt x="51063" y="58628"/>
                      <a:pt x="51196" y="58628"/>
                    </a:cubicBezTo>
                    <a:cubicBezTo>
                      <a:pt x="52116" y="58628"/>
                      <a:pt x="52822" y="59846"/>
                      <a:pt x="53828" y="59846"/>
                    </a:cubicBezTo>
                    <a:cubicBezTo>
                      <a:pt x="54135" y="59846"/>
                      <a:pt x="54469" y="59733"/>
                      <a:pt x="54845" y="59439"/>
                    </a:cubicBezTo>
                    <a:lnTo>
                      <a:pt x="55431" y="57026"/>
                    </a:lnTo>
                    <a:cubicBezTo>
                      <a:pt x="55147" y="56955"/>
                      <a:pt x="54863" y="56902"/>
                      <a:pt x="54579" y="56849"/>
                    </a:cubicBezTo>
                    <a:cubicBezTo>
                      <a:pt x="53053" y="56760"/>
                      <a:pt x="51385" y="55819"/>
                      <a:pt x="51793" y="55269"/>
                    </a:cubicBezTo>
                    <a:lnTo>
                      <a:pt x="52787" y="54844"/>
                    </a:lnTo>
                    <a:lnTo>
                      <a:pt x="52414" y="52501"/>
                    </a:lnTo>
                    <a:cubicBezTo>
                      <a:pt x="48866" y="49893"/>
                      <a:pt x="48440" y="48917"/>
                      <a:pt x="49770" y="46291"/>
                    </a:cubicBezTo>
                    <a:lnTo>
                      <a:pt x="49770" y="46291"/>
                    </a:lnTo>
                    <a:cubicBezTo>
                      <a:pt x="50462" y="46859"/>
                      <a:pt x="51208" y="47338"/>
                      <a:pt x="51775" y="47977"/>
                    </a:cubicBezTo>
                    <a:cubicBezTo>
                      <a:pt x="52326" y="48562"/>
                      <a:pt x="52698" y="49325"/>
                      <a:pt x="53088" y="49929"/>
                    </a:cubicBezTo>
                    <a:lnTo>
                      <a:pt x="55821" y="46948"/>
                    </a:lnTo>
                    <a:lnTo>
                      <a:pt x="55200" y="42955"/>
                    </a:lnTo>
                    <a:lnTo>
                      <a:pt x="52805" y="41447"/>
                    </a:lnTo>
                    <a:lnTo>
                      <a:pt x="53585" y="38253"/>
                    </a:lnTo>
                    <a:lnTo>
                      <a:pt x="55111" y="39229"/>
                    </a:lnTo>
                    <a:cubicBezTo>
                      <a:pt x="55111" y="40045"/>
                      <a:pt x="55111" y="40542"/>
                      <a:pt x="55111" y="41039"/>
                    </a:cubicBezTo>
                    <a:lnTo>
                      <a:pt x="56300" y="41021"/>
                    </a:lnTo>
                    <a:lnTo>
                      <a:pt x="56034" y="38466"/>
                    </a:lnTo>
                    <a:cubicBezTo>
                      <a:pt x="59778" y="37011"/>
                      <a:pt x="60754" y="35876"/>
                      <a:pt x="62546" y="30925"/>
                    </a:cubicBezTo>
                    <a:lnTo>
                      <a:pt x="59370" y="25407"/>
                    </a:lnTo>
                    <a:lnTo>
                      <a:pt x="60754" y="24609"/>
                    </a:lnTo>
                    <a:cubicBezTo>
                      <a:pt x="60620" y="24079"/>
                      <a:pt x="60336" y="23926"/>
                      <a:pt x="59999" y="23926"/>
                    </a:cubicBezTo>
                    <a:cubicBezTo>
                      <a:pt x="59536" y="23926"/>
                      <a:pt x="58975" y="24215"/>
                      <a:pt x="58567" y="24215"/>
                    </a:cubicBezTo>
                    <a:cubicBezTo>
                      <a:pt x="58326" y="24215"/>
                      <a:pt x="58138" y="24114"/>
                      <a:pt x="58057" y="23792"/>
                    </a:cubicBezTo>
                    <a:lnTo>
                      <a:pt x="59316" y="21344"/>
                    </a:lnTo>
                    <a:lnTo>
                      <a:pt x="60062" y="22692"/>
                    </a:lnTo>
                    <a:lnTo>
                      <a:pt x="61286" y="21858"/>
                    </a:lnTo>
                    <a:lnTo>
                      <a:pt x="63504" y="23775"/>
                    </a:lnTo>
                    <a:lnTo>
                      <a:pt x="64178" y="27040"/>
                    </a:lnTo>
                    <a:cubicBezTo>
                      <a:pt x="64959" y="25993"/>
                      <a:pt x="65598" y="25478"/>
                      <a:pt x="65775" y="24822"/>
                    </a:cubicBezTo>
                    <a:cubicBezTo>
                      <a:pt x="66201" y="23367"/>
                      <a:pt x="64356" y="23225"/>
                      <a:pt x="64089" y="22515"/>
                    </a:cubicBezTo>
                    <a:lnTo>
                      <a:pt x="64444" y="18647"/>
                    </a:lnTo>
                    <a:cubicBezTo>
                      <a:pt x="66520" y="17955"/>
                      <a:pt x="66538" y="17902"/>
                      <a:pt x="66609" y="16305"/>
                    </a:cubicBezTo>
                    <a:cubicBezTo>
                      <a:pt x="66698" y="14229"/>
                      <a:pt x="66840" y="12171"/>
                      <a:pt x="66964" y="10059"/>
                    </a:cubicBezTo>
                    <a:cubicBezTo>
                      <a:pt x="65951" y="8994"/>
                      <a:pt x="64617" y="8884"/>
                      <a:pt x="63235" y="8884"/>
                    </a:cubicBezTo>
                    <a:cubicBezTo>
                      <a:pt x="62876" y="8884"/>
                      <a:pt x="62514" y="8891"/>
                      <a:pt x="62153" y="8891"/>
                    </a:cubicBezTo>
                    <a:cubicBezTo>
                      <a:pt x="62029" y="8891"/>
                      <a:pt x="61906" y="8890"/>
                      <a:pt x="61783" y="8888"/>
                    </a:cubicBezTo>
                    <a:cubicBezTo>
                      <a:pt x="61978" y="8001"/>
                      <a:pt x="62209" y="7362"/>
                      <a:pt x="62262" y="6741"/>
                    </a:cubicBezTo>
                    <a:cubicBezTo>
                      <a:pt x="62297" y="6102"/>
                      <a:pt x="62173" y="5464"/>
                      <a:pt x="62120" y="4701"/>
                    </a:cubicBezTo>
                    <a:lnTo>
                      <a:pt x="65119" y="4239"/>
                    </a:lnTo>
                    <a:cubicBezTo>
                      <a:pt x="59052" y="1427"/>
                      <a:pt x="52479" y="0"/>
                      <a:pt x="4586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1" name="Google Shape;3661;p60"/>
              <p:cNvSpPr/>
              <p:nvPr/>
            </p:nvSpPr>
            <p:spPr>
              <a:xfrm>
                <a:off x="7010819" y="4061082"/>
                <a:ext cx="117645" cy="102137"/>
              </a:xfrm>
              <a:custGeom>
                <a:rect b="b" l="l" r="r" t="t"/>
                <a:pathLst>
                  <a:path extrusionOk="0" h="17709" w="20389">
                    <a:moveTo>
                      <a:pt x="17567" y="0"/>
                    </a:moveTo>
                    <a:lnTo>
                      <a:pt x="17567" y="0"/>
                    </a:lnTo>
                    <a:cubicBezTo>
                      <a:pt x="17070" y="1331"/>
                      <a:pt x="16644" y="2697"/>
                      <a:pt x="16307" y="4081"/>
                    </a:cubicBezTo>
                    <a:cubicBezTo>
                      <a:pt x="16278" y="4199"/>
                      <a:pt x="16114" y="4268"/>
                      <a:pt x="16100" y="4268"/>
                    </a:cubicBezTo>
                    <a:cubicBezTo>
                      <a:pt x="16097" y="4268"/>
                      <a:pt x="16100" y="4265"/>
                      <a:pt x="16112" y="4259"/>
                    </a:cubicBezTo>
                    <a:lnTo>
                      <a:pt x="13912" y="3034"/>
                    </a:lnTo>
                    <a:lnTo>
                      <a:pt x="14391" y="1437"/>
                    </a:lnTo>
                    <a:lnTo>
                      <a:pt x="12617" y="337"/>
                    </a:lnTo>
                    <a:cubicBezTo>
                      <a:pt x="12563" y="2112"/>
                      <a:pt x="10416" y="1970"/>
                      <a:pt x="10523" y="3655"/>
                    </a:cubicBezTo>
                    <a:cubicBezTo>
                      <a:pt x="10523" y="3709"/>
                      <a:pt x="10239" y="3797"/>
                      <a:pt x="10079" y="3815"/>
                    </a:cubicBezTo>
                    <a:cubicBezTo>
                      <a:pt x="8287" y="4028"/>
                      <a:pt x="8553" y="4418"/>
                      <a:pt x="7276" y="5305"/>
                    </a:cubicBezTo>
                    <a:cubicBezTo>
                      <a:pt x="5785" y="6352"/>
                      <a:pt x="5466" y="8730"/>
                      <a:pt x="3017" y="8765"/>
                    </a:cubicBezTo>
                    <a:cubicBezTo>
                      <a:pt x="2166" y="8783"/>
                      <a:pt x="1154" y="9919"/>
                      <a:pt x="569" y="10770"/>
                    </a:cubicBezTo>
                    <a:cubicBezTo>
                      <a:pt x="178" y="11356"/>
                      <a:pt x="1" y="12705"/>
                      <a:pt x="374" y="13095"/>
                    </a:cubicBezTo>
                    <a:cubicBezTo>
                      <a:pt x="1687" y="14443"/>
                      <a:pt x="746" y="15810"/>
                      <a:pt x="569" y="17708"/>
                    </a:cubicBezTo>
                    <a:cubicBezTo>
                      <a:pt x="3337" y="16519"/>
                      <a:pt x="5839" y="15668"/>
                      <a:pt x="8074" y="14213"/>
                    </a:cubicBezTo>
                    <a:lnTo>
                      <a:pt x="10558" y="15934"/>
                    </a:lnTo>
                    <a:lnTo>
                      <a:pt x="9866" y="17336"/>
                    </a:lnTo>
                    <a:cubicBezTo>
                      <a:pt x="11960" y="17300"/>
                      <a:pt x="13592" y="16998"/>
                      <a:pt x="14710" y="15508"/>
                    </a:cubicBezTo>
                    <a:cubicBezTo>
                      <a:pt x="16094" y="13645"/>
                      <a:pt x="17585" y="11835"/>
                      <a:pt x="18773" y="9866"/>
                    </a:cubicBezTo>
                    <a:cubicBezTo>
                      <a:pt x="19590" y="8482"/>
                      <a:pt x="20388" y="6885"/>
                      <a:pt x="18862" y="5305"/>
                    </a:cubicBezTo>
                    <a:cubicBezTo>
                      <a:pt x="18596" y="5039"/>
                      <a:pt x="18330" y="4330"/>
                      <a:pt x="18472" y="4099"/>
                    </a:cubicBezTo>
                    <a:cubicBezTo>
                      <a:pt x="19732" y="2307"/>
                      <a:pt x="17372" y="1491"/>
                      <a:pt x="17567"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2" name="Google Shape;3662;p60"/>
              <p:cNvSpPr/>
              <p:nvPr/>
            </p:nvSpPr>
            <p:spPr>
              <a:xfrm>
                <a:off x="6995058" y="4000087"/>
                <a:ext cx="41059" cy="51071"/>
              </a:xfrm>
              <a:custGeom>
                <a:rect b="b" l="l" r="r" t="t"/>
                <a:pathLst>
                  <a:path extrusionOk="0" h="8855" w="7116">
                    <a:moveTo>
                      <a:pt x="5359" y="0"/>
                    </a:moveTo>
                    <a:cubicBezTo>
                      <a:pt x="4649" y="976"/>
                      <a:pt x="3993" y="1774"/>
                      <a:pt x="3460" y="2644"/>
                    </a:cubicBezTo>
                    <a:cubicBezTo>
                      <a:pt x="2910" y="3513"/>
                      <a:pt x="1455" y="3638"/>
                      <a:pt x="1828" y="5181"/>
                    </a:cubicBezTo>
                    <a:cubicBezTo>
                      <a:pt x="1354" y="4803"/>
                      <a:pt x="1037" y="4660"/>
                      <a:pt x="815" y="4660"/>
                    </a:cubicBezTo>
                    <a:cubicBezTo>
                      <a:pt x="256" y="4660"/>
                      <a:pt x="305" y="5571"/>
                      <a:pt x="1" y="5926"/>
                    </a:cubicBezTo>
                    <a:cubicBezTo>
                      <a:pt x="1136" y="7417"/>
                      <a:pt x="1438" y="7577"/>
                      <a:pt x="5412" y="8854"/>
                    </a:cubicBezTo>
                    <a:cubicBezTo>
                      <a:pt x="5590" y="7896"/>
                      <a:pt x="5625" y="7239"/>
                      <a:pt x="5820" y="6636"/>
                    </a:cubicBezTo>
                    <a:cubicBezTo>
                      <a:pt x="6033" y="6015"/>
                      <a:pt x="6335" y="5430"/>
                      <a:pt x="6708" y="4880"/>
                    </a:cubicBezTo>
                    <a:cubicBezTo>
                      <a:pt x="7116" y="4294"/>
                      <a:pt x="5696" y="4170"/>
                      <a:pt x="6459" y="3354"/>
                    </a:cubicBezTo>
                    <a:cubicBezTo>
                      <a:pt x="6849" y="2928"/>
                      <a:pt x="6637" y="1686"/>
                      <a:pt x="6778" y="1384"/>
                    </a:cubicBezTo>
                    <a:cubicBezTo>
                      <a:pt x="6832" y="1224"/>
                      <a:pt x="6867" y="1047"/>
                      <a:pt x="6885" y="870"/>
                    </a:cubicBezTo>
                    <a:lnTo>
                      <a:pt x="5359"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3" name="Google Shape;3663;p60"/>
              <p:cNvSpPr/>
              <p:nvPr/>
            </p:nvSpPr>
            <p:spPr>
              <a:xfrm>
                <a:off x="7078892" y="4018504"/>
                <a:ext cx="57544" cy="36030"/>
              </a:xfrm>
              <a:custGeom>
                <a:rect b="b" l="l" r="r" t="t"/>
                <a:pathLst>
                  <a:path extrusionOk="0" h="6247" w="9973">
                    <a:moveTo>
                      <a:pt x="0" y="1"/>
                    </a:moveTo>
                    <a:lnTo>
                      <a:pt x="266" y="1722"/>
                    </a:lnTo>
                    <a:lnTo>
                      <a:pt x="1668" y="1970"/>
                    </a:lnTo>
                    <a:lnTo>
                      <a:pt x="870" y="3177"/>
                    </a:lnTo>
                    <a:cubicBezTo>
                      <a:pt x="1300" y="3058"/>
                      <a:pt x="1704" y="3001"/>
                      <a:pt x="2079" y="3001"/>
                    </a:cubicBezTo>
                    <a:cubicBezTo>
                      <a:pt x="3221" y="3001"/>
                      <a:pt x="4106" y="3533"/>
                      <a:pt x="4720" y="4508"/>
                    </a:cubicBezTo>
                    <a:cubicBezTo>
                      <a:pt x="5319" y="5452"/>
                      <a:pt x="5558" y="5867"/>
                      <a:pt x="5945" y="5867"/>
                    </a:cubicBezTo>
                    <a:cubicBezTo>
                      <a:pt x="6235" y="5867"/>
                      <a:pt x="6607" y="5635"/>
                      <a:pt x="7275" y="5218"/>
                    </a:cubicBezTo>
                    <a:cubicBezTo>
                      <a:pt x="7453" y="5111"/>
                      <a:pt x="7648" y="5058"/>
                      <a:pt x="7861" y="5022"/>
                    </a:cubicBezTo>
                    <a:lnTo>
                      <a:pt x="9564" y="6247"/>
                    </a:lnTo>
                    <a:lnTo>
                      <a:pt x="9972" y="5679"/>
                    </a:lnTo>
                    <a:cubicBezTo>
                      <a:pt x="9582" y="4809"/>
                      <a:pt x="9262" y="3887"/>
                      <a:pt x="8819" y="3035"/>
                    </a:cubicBezTo>
                    <a:cubicBezTo>
                      <a:pt x="8151" y="1821"/>
                      <a:pt x="7070" y="1194"/>
                      <a:pt x="5857" y="1194"/>
                    </a:cubicBezTo>
                    <a:cubicBezTo>
                      <a:pt x="5138" y="1194"/>
                      <a:pt x="4373" y="1415"/>
                      <a:pt x="3620" y="1864"/>
                    </a:cubicBezTo>
                    <a:cubicBezTo>
                      <a:pt x="3336" y="2024"/>
                      <a:pt x="3052" y="2166"/>
                      <a:pt x="2644" y="2396"/>
                    </a:cubicBezTo>
                    <a:lnTo>
                      <a:pt x="1970" y="462"/>
                    </a:lnTo>
                    <a:lnTo>
                      <a:pt x="0"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4" name="Google Shape;3664;p60"/>
              <p:cNvSpPr/>
              <p:nvPr/>
            </p:nvSpPr>
            <p:spPr>
              <a:xfrm>
                <a:off x="7051663" y="3806456"/>
                <a:ext cx="38503" cy="70819"/>
              </a:xfrm>
              <a:custGeom>
                <a:rect b="b" l="l" r="r" t="t"/>
                <a:pathLst>
                  <a:path extrusionOk="0" h="12279" w="6673">
                    <a:moveTo>
                      <a:pt x="6672" y="1"/>
                    </a:moveTo>
                    <a:lnTo>
                      <a:pt x="6672" y="1"/>
                    </a:lnTo>
                    <a:cubicBezTo>
                      <a:pt x="6223" y="198"/>
                      <a:pt x="5784" y="260"/>
                      <a:pt x="5357" y="260"/>
                    </a:cubicBezTo>
                    <a:cubicBezTo>
                      <a:pt x="4670" y="260"/>
                      <a:pt x="4013" y="100"/>
                      <a:pt x="3390" y="89"/>
                    </a:cubicBezTo>
                    <a:lnTo>
                      <a:pt x="3088" y="2786"/>
                    </a:lnTo>
                    <a:lnTo>
                      <a:pt x="4809" y="5164"/>
                    </a:lnTo>
                    <a:lnTo>
                      <a:pt x="1" y="10771"/>
                    </a:lnTo>
                    <a:lnTo>
                      <a:pt x="1083" y="12279"/>
                    </a:lnTo>
                    <a:lnTo>
                      <a:pt x="6388" y="7772"/>
                    </a:lnTo>
                    <a:cubicBezTo>
                      <a:pt x="4454" y="6495"/>
                      <a:pt x="6175" y="3709"/>
                      <a:pt x="4383" y="2502"/>
                    </a:cubicBezTo>
                    <a:lnTo>
                      <a:pt x="6672"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5" name="Google Shape;3665;p60"/>
              <p:cNvSpPr/>
              <p:nvPr/>
            </p:nvSpPr>
            <p:spPr>
              <a:xfrm>
                <a:off x="6984824" y="4061618"/>
                <a:ext cx="42081" cy="8893"/>
              </a:xfrm>
              <a:custGeom>
                <a:rect b="b" l="l" r="r" t="t"/>
                <a:pathLst>
                  <a:path extrusionOk="0" h="1542" w="7293">
                    <a:moveTo>
                      <a:pt x="4286" y="0"/>
                    </a:moveTo>
                    <a:cubicBezTo>
                      <a:pt x="2949" y="0"/>
                      <a:pt x="1596" y="367"/>
                      <a:pt x="0" y="510"/>
                    </a:cubicBezTo>
                    <a:cubicBezTo>
                      <a:pt x="787" y="973"/>
                      <a:pt x="1302" y="1542"/>
                      <a:pt x="1738" y="1542"/>
                    </a:cubicBezTo>
                    <a:cubicBezTo>
                      <a:pt x="1970" y="1542"/>
                      <a:pt x="2179" y="1380"/>
                      <a:pt x="2396" y="954"/>
                    </a:cubicBezTo>
                    <a:cubicBezTo>
                      <a:pt x="2708" y="1325"/>
                      <a:pt x="3056" y="1432"/>
                      <a:pt x="3417" y="1432"/>
                    </a:cubicBezTo>
                    <a:cubicBezTo>
                      <a:pt x="3816" y="1432"/>
                      <a:pt x="4231" y="1302"/>
                      <a:pt x="4631" y="1256"/>
                    </a:cubicBezTo>
                    <a:cubicBezTo>
                      <a:pt x="5394" y="1149"/>
                      <a:pt x="6157" y="1025"/>
                      <a:pt x="7293" y="830"/>
                    </a:cubicBezTo>
                    <a:cubicBezTo>
                      <a:pt x="6240" y="198"/>
                      <a:pt x="5268" y="0"/>
                      <a:pt x="428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6" name="Google Shape;3666;p60"/>
              <p:cNvSpPr/>
              <p:nvPr/>
            </p:nvSpPr>
            <p:spPr>
              <a:xfrm>
                <a:off x="7035181" y="4030478"/>
                <a:ext cx="15469" cy="21703"/>
              </a:xfrm>
              <a:custGeom>
                <a:rect b="b" l="l" r="r" t="t"/>
                <a:pathLst>
                  <a:path extrusionOk="0" h="3763" w="2681">
                    <a:moveTo>
                      <a:pt x="2662" y="1"/>
                    </a:moveTo>
                    <a:cubicBezTo>
                      <a:pt x="19" y="675"/>
                      <a:pt x="1" y="764"/>
                      <a:pt x="1012" y="3763"/>
                    </a:cubicBezTo>
                    <a:lnTo>
                      <a:pt x="1491" y="2148"/>
                    </a:lnTo>
                    <a:lnTo>
                      <a:pt x="2201" y="3408"/>
                    </a:lnTo>
                    <a:lnTo>
                      <a:pt x="2680" y="3372"/>
                    </a:lnTo>
                    <a:cubicBezTo>
                      <a:pt x="2574" y="2840"/>
                      <a:pt x="2485" y="2308"/>
                      <a:pt x="2450" y="1758"/>
                    </a:cubicBezTo>
                    <a:cubicBezTo>
                      <a:pt x="2485" y="1172"/>
                      <a:pt x="2556" y="586"/>
                      <a:pt x="266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7" name="Google Shape;3667;p60"/>
              <p:cNvSpPr/>
              <p:nvPr/>
            </p:nvSpPr>
            <p:spPr>
              <a:xfrm>
                <a:off x="7045011" y="3983609"/>
                <a:ext cx="19047" cy="18121"/>
              </a:xfrm>
              <a:custGeom>
                <a:rect b="b" l="l" r="r" t="t"/>
                <a:pathLst>
                  <a:path extrusionOk="0" h="3142" w="3301">
                    <a:moveTo>
                      <a:pt x="3301" y="0"/>
                    </a:moveTo>
                    <a:lnTo>
                      <a:pt x="0" y="1455"/>
                    </a:lnTo>
                    <a:lnTo>
                      <a:pt x="550" y="2520"/>
                    </a:lnTo>
                    <a:lnTo>
                      <a:pt x="1154" y="1793"/>
                    </a:lnTo>
                    <a:lnTo>
                      <a:pt x="2804" y="3141"/>
                    </a:lnTo>
                    <a:lnTo>
                      <a:pt x="3301"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8" name="Google Shape;3668;p60"/>
              <p:cNvSpPr/>
              <p:nvPr/>
            </p:nvSpPr>
            <p:spPr>
              <a:xfrm>
                <a:off x="7034362" y="3943182"/>
                <a:ext cx="9734" cy="24570"/>
              </a:xfrm>
              <a:custGeom>
                <a:rect b="b" l="l" r="r" t="t"/>
                <a:pathLst>
                  <a:path extrusionOk="0" h="4260" w="1687">
                    <a:moveTo>
                      <a:pt x="249" y="1"/>
                    </a:moveTo>
                    <a:cubicBezTo>
                      <a:pt x="1" y="2627"/>
                      <a:pt x="1" y="2627"/>
                      <a:pt x="977" y="4259"/>
                    </a:cubicBezTo>
                    <a:cubicBezTo>
                      <a:pt x="1687" y="1261"/>
                      <a:pt x="1687" y="1261"/>
                      <a:pt x="249"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9" name="Google Shape;3669;p60"/>
              <p:cNvSpPr/>
              <p:nvPr/>
            </p:nvSpPr>
            <p:spPr>
              <a:xfrm>
                <a:off x="6724214" y="4015234"/>
                <a:ext cx="1131" cy="513"/>
              </a:xfrm>
              <a:custGeom>
                <a:rect b="b" l="l" r="r" t="t"/>
                <a:pathLst>
                  <a:path extrusionOk="0" h="89" w="196">
                    <a:moveTo>
                      <a:pt x="196" y="0"/>
                    </a:moveTo>
                    <a:lnTo>
                      <a:pt x="1" y="89"/>
                    </a:lnTo>
                    <a:lnTo>
                      <a:pt x="1" y="89"/>
                    </a:lnTo>
                    <a:lnTo>
                      <a:pt x="196" y="18"/>
                    </a:lnTo>
                    <a:lnTo>
                      <a:pt x="196"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0" name="Google Shape;3670;p60"/>
              <p:cNvSpPr/>
              <p:nvPr/>
            </p:nvSpPr>
            <p:spPr>
              <a:xfrm>
                <a:off x="7071623" y="3755083"/>
                <a:ext cx="16589" cy="16380"/>
              </a:xfrm>
              <a:custGeom>
                <a:rect b="b" l="l" r="r" t="t"/>
                <a:pathLst>
                  <a:path extrusionOk="0" h="2840" w="2875">
                    <a:moveTo>
                      <a:pt x="1" y="0"/>
                    </a:moveTo>
                    <a:lnTo>
                      <a:pt x="1" y="0"/>
                    </a:lnTo>
                    <a:cubicBezTo>
                      <a:pt x="835" y="1029"/>
                      <a:pt x="1739" y="1970"/>
                      <a:pt x="2733" y="2839"/>
                    </a:cubicBezTo>
                    <a:cubicBezTo>
                      <a:pt x="2840" y="2520"/>
                      <a:pt x="2875" y="2201"/>
                      <a:pt x="2822" y="1881"/>
                    </a:cubicBezTo>
                    <a:cubicBezTo>
                      <a:pt x="1899" y="1225"/>
                      <a:pt x="959" y="604"/>
                      <a:pt x="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1" name="Google Shape;3671;p60"/>
              <p:cNvSpPr/>
              <p:nvPr/>
            </p:nvSpPr>
            <p:spPr>
              <a:xfrm>
                <a:off x="6722575" y="4015741"/>
                <a:ext cx="1541" cy="727"/>
              </a:xfrm>
              <a:custGeom>
                <a:rect b="b" l="l" r="r" t="t"/>
                <a:pathLst>
                  <a:path extrusionOk="0" h="126" w="267">
                    <a:moveTo>
                      <a:pt x="267" y="1"/>
                    </a:moveTo>
                    <a:cubicBezTo>
                      <a:pt x="178" y="36"/>
                      <a:pt x="89" y="72"/>
                      <a:pt x="1" y="125"/>
                    </a:cubicBezTo>
                    <a:cubicBezTo>
                      <a:pt x="107" y="90"/>
                      <a:pt x="178" y="36"/>
                      <a:pt x="267"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2" name="Google Shape;3672;p60"/>
              <p:cNvSpPr/>
              <p:nvPr/>
            </p:nvSpPr>
            <p:spPr>
              <a:xfrm>
                <a:off x="6772321" y="4116142"/>
                <a:ext cx="30927" cy="46769"/>
              </a:xfrm>
              <a:custGeom>
                <a:rect b="b" l="l" r="r" t="t"/>
                <a:pathLst>
                  <a:path extrusionOk="0" h="8109" w="5360">
                    <a:moveTo>
                      <a:pt x="1828" y="0"/>
                    </a:moveTo>
                    <a:lnTo>
                      <a:pt x="1" y="2946"/>
                    </a:lnTo>
                    <a:cubicBezTo>
                      <a:pt x="444" y="3762"/>
                      <a:pt x="1030" y="4738"/>
                      <a:pt x="1527" y="5785"/>
                    </a:cubicBezTo>
                    <a:cubicBezTo>
                      <a:pt x="2308" y="7328"/>
                      <a:pt x="3479" y="8091"/>
                      <a:pt x="5359" y="8109"/>
                    </a:cubicBezTo>
                    <a:cubicBezTo>
                      <a:pt x="4667" y="6689"/>
                      <a:pt x="3993" y="5625"/>
                      <a:pt x="3798" y="4205"/>
                    </a:cubicBezTo>
                    <a:cubicBezTo>
                      <a:pt x="3621" y="2768"/>
                      <a:pt x="2574" y="1491"/>
                      <a:pt x="1828"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73" name="Google Shape;3673;p60"/>
          <p:cNvGrpSpPr/>
          <p:nvPr/>
        </p:nvGrpSpPr>
        <p:grpSpPr>
          <a:xfrm>
            <a:off x="7843958" y="3843056"/>
            <a:ext cx="187557" cy="187557"/>
            <a:chOff x="8565775" y="671075"/>
            <a:chExt cx="441000" cy="441000"/>
          </a:xfrm>
        </p:grpSpPr>
        <p:sp>
          <p:nvSpPr>
            <p:cNvPr id="3674" name="Google Shape;3674;p60"/>
            <p:cNvSpPr/>
            <p:nvPr/>
          </p:nvSpPr>
          <p:spPr>
            <a:xfrm>
              <a:off x="8565775" y="671075"/>
              <a:ext cx="441000" cy="441000"/>
            </a:xfrm>
            <a:prstGeom prst="ellipse">
              <a:avLst/>
            </a:prstGeom>
            <a:gradFill>
              <a:gsLst>
                <a:gs pos="0">
                  <a:srgbClr val="869FB1">
                    <a:alpha val="65920"/>
                  </a:srgbClr>
                </a:gs>
                <a:gs pos="100000">
                  <a:srgbClr val="FFFFFF">
                    <a:alpha val="0"/>
                    <a:alpha val="659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5" name="Google Shape;3675;p60"/>
            <p:cNvSpPr/>
            <p:nvPr/>
          </p:nvSpPr>
          <p:spPr>
            <a:xfrm>
              <a:off x="8706625" y="811925"/>
              <a:ext cx="159300" cy="159300"/>
            </a:xfrm>
            <a:prstGeom prst="ellipse">
              <a:avLst/>
            </a:prstGeom>
            <a:solidFill>
              <a:srgbClr val="D7DF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76" name="Google Shape;3676;p60"/>
          <p:cNvSpPr/>
          <p:nvPr/>
        </p:nvSpPr>
        <p:spPr>
          <a:xfrm>
            <a:off x="8145172" y="3838977"/>
            <a:ext cx="193683" cy="195716"/>
          </a:xfrm>
          <a:custGeom>
            <a:rect b="b" l="l" r="r" t="t"/>
            <a:pathLst>
              <a:path extrusionOk="0" h="196207" w="194168">
                <a:moveTo>
                  <a:pt x="11576" y="0"/>
                </a:moveTo>
                <a:cubicBezTo>
                  <a:pt x="8883" y="0"/>
                  <a:pt x="6181" y="987"/>
                  <a:pt x="4103" y="3065"/>
                </a:cubicBezTo>
                <a:cubicBezTo>
                  <a:pt x="1026" y="5799"/>
                  <a:pt x="1" y="10243"/>
                  <a:pt x="1368" y="14004"/>
                </a:cubicBezTo>
                <a:lnTo>
                  <a:pt x="65293" y="189369"/>
                </a:lnTo>
                <a:cubicBezTo>
                  <a:pt x="67002" y="193471"/>
                  <a:pt x="70762" y="196206"/>
                  <a:pt x="74864" y="196206"/>
                </a:cubicBezTo>
                <a:cubicBezTo>
                  <a:pt x="79308" y="196206"/>
                  <a:pt x="83410" y="193813"/>
                  <a:pt x="85120" y="190053"/>
                </a:cubicBezTo>
                <a:lnTo>
                  <a:pt x="114176" y="124077"/>
                </a:lnTo>
                <a:cubicBezTo>
                  <a:pt x="115202" y="121342"/>
                  <a:pt x="117595" y="119291"/>
                  <a:pt x="119988" y="118266"/>
                </a:cubicBezTo>
                <a:lnTo>
                  <a:pt x="187331" y="92286"/>
                </a:lnTo>
                <a:cubicBezTo>
                  <a:pt x="191433" y="90577"/>
                  <a:pt x="193826" y="86816"/>
                  <a:pt x="193826" y="82714"/>
                </a:cubicBezTo>
                <a:cubicBezTo>
                  <a:pt x="194168" y="78270"/>
                  <a:pt x="191433" y="74510"/>
                  <a:pt x="187673" y="72801"/>
                </a:cubicBezTo>
                <a:lnTo>
                  <a:pt x="15384" y="672"/>
                </a:lnTo>
                <a:cubicBezTo>
                  <a:pt x="14163" y="228"/>
                  <a:pt x="12871" y="0"/>
                  <a:pt x="11576" y="0"/>
                </a:cubicBezTo>
                <a:close/>
              </a:path>
            </a:pathLst>
          </a:custGeom>
          <a:solidFill>
            <a:srgbClr val="7994A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7" name="Google Shape;3677;p60"/>
          <p:cNvSpPr/>
          <p:nvPr/>
        </p:nvSpPr>
        <p:spPr>
          <a:xfrm flipH="1">
            <a:off x="7353411" y="3805432"/>
            <a:ext cx="178589" cy="262805"/>
          </a:xfrm>
          <a:custGeom>
            <a:rect b="b" l="l" r="r" t="t"/>
            <a:pathLst>
              <a:path extrusionOk="0" h="195758" w="133027">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rgbClr val="C9D4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78" name="Google Shape;3678;p60"/>
          <p:cNvGrpSpPr/>
          <p:nvPr/>
        </p:nvGrpSpPr>
        <p:grpSpPr>
          <a:xfrm>
            <a:off x="5997813" y="2921275"/>
            <a:ext cx="587871" cy="512373"/>
            <a:chOff x="6000100" y="3076250"/>
            <a:chExt cx="587871" cy="512373"/>
          </a:xfrm>
        </p:grpSpPr>
        <p:sp>
          <p:nvSpPr>
            <p:cNvPr id="3679" name="Google Shape;3679;p60"/>
            <p:cNvSpPr/>
            <p:nvPr/>
          </p:nvSpPr>
          <p:spPr>
            <a:xfrm>
              <a:off x="6000100" y="3076250"/>
              <a:ext cx="587871" cy="512373"/>
            </a:xfrm>
            <a:custGeom>
              <a:rect b="b" l="l" r="r" t="t"/>
              <a:pathLst>
                <a:path extrusionOk="0" h="88838" w="101884">
                  <a:moveTo>
                    <a:pt x="50272" y="0"/>
                  </a:moveTo>
                  <a:cubicBezTo>
                    <a:pt x="31897" y="0"/>
                    <a:pt x="14791" y="11087"/>
                    <a:pt x="8322" y="29000"/>
                  </a:cubicBezTo>
                  <a:cubicBezTo>
                    <a:pt x="1" y="51995"/>
                    <a:pt x="12332" y="77546"/>
                    <a:pt x="35878" y="86063"/>
                  </a:cubicBezTo>
                  <a:cubicBezTo>
                    <a:pt x="41078" y="87945"/>
                    <a:pt x="46391" y="88838"/>
                    <a:pt x="51602" y="88838"/>
                  </a:cubicBezTo>
                  <a:cubicBezTo>
                    <a:pt x="69970" y="88838"/>
                    <a:pt x="87079" y="77751"/>
                    <a:pt x="93562" y="59838"/>
                  </a:cubicBezTo>
                  <a:cubicBezTo>
                    <a:pt x="101883" y="36843"/>
                    <a:pt x="89534" y="11292"/>
                    <a:pt x="66006" y="2775"/>
                  </a:cubicBezTo>
                  <a:cubicBezTo>
                    <a:pt x="60802" y="893"/>
                    <a:pt x="55486" y="0"/>
                    <a:pt x="5027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80" name="Google Shape;3680;p60"/>
            <p:cNvGrpSpPr/>
            <p:nvPr/>
          </p:nvGrpSpPr>
          <p:grpSpPr>
            <a:xfrm>
              <a:off x="6031360" y="3076713"/>
              <a:ext cx="539107" cy="480965"/>
              <a:chOff x="6031360" y="3076713"/>
              <a:chExt cx="539107" cy="480965"/>
            </a:xfrm>
          </p:grpSpPr>
          <p:sp>
            <p:nvSpPr>
              <p:cNvPr id="3681" name="Google Shape;3681;p60"/>
              <p:cNvSpPr/>
              <p:nvPr/>
            </p:nvSpPr>
            <p:spPr>
              <a:xfrm>
                <a:off x="6160232" y="3107767"/>
                <a:ext cx="410235" cy="449911"/>
              </a:xfrm>
              <a:custGeom>
                <a:rect b="b" l="l" r="r" t="t"/>
                <a:pathLst>
                  <a:path extrusionOk="0" h="78008" w="71098">
                    <a:moveTo>
                      <a:pt x="36108" y="3531"/>
                    </a:moveTo>
                    <a:lnTo>
                      <a:pt x="36835" y="4631"/>
                    </a:lnTo>
                    <a:cubicBezTo>
                      <a:pt x="36551" y="4826"/>
                      <a:pt x="36268" y="5039"/>
                      <a:pt x="35948" y="5217"/>
                    </a:cubicBezTo>
                    <a:cubicBezTo>
                      <a:pt x="35043" y="5749"/>
                      <a:pt x="34635" y="6459"/>
                      <a:pt x="35132" y="7488"/>
                    </a:cubicBezTo>
                    <a:cubicBezTo>
                      <a:pt x="35486" y="8208"/>
                      <a:pt x="35984" y="8561"/>
                      <a:pt x="36635" y="8561"/>
                    </a:cubicBezTo>
                    <a:cubicBezTo>
                      <a:pt x="36866" y="8561"/>
                      <a:pt x="37116" y="8517"/>
                      <a:pt x="37385" y="8428"/>
                    </a:cubicBezTo>
                    <a:cubicBezTo>
                      <a:pt x="37776" y="8304"/>
                      <a:pt x="38184" y="8198"/>
                      <a:pt x="38752" y="8056"/>
                    </a:cubicBezTo>
                    <a:lnTo>
                      <a:pt x="38752" y="8056"/>
                    </a:lnTo>
                    <a:cubicBezTo>
                      <a:pt x="38412" y="9075"/>
                      <a:pt x="37909" y="9331"/>
                      <a:pt x="37373" y="9331"/>
                    </a:cubicBezTo>
                    <a:cubicBezTo>
                      <a:pt x="36833" y="9331"/>
                      <a:pt x="36258" y="9072"/>
                      <a:pt x="35779" y="9072"/>
                    </a:cubicBezTo>
                    <a:cubicBezTo>
                      <a:pt x="35690" y="9072"/>
                      <a:pt x="35604" y="9081"/>
                      <a:pt x="35522" y="9102"/>
                    </a:cubicBezTo>
                    <a:lnTo>
                      <a:pt x="33162" y="11977"/>
                    </a:lnTo>
                    <a:lnTo>
                      <a:pt x="28585" y="11037"/>
                    </a:lnTo>
                    <a:lnTo>
                      <a:pt x="31832" y="10238"/>
                    </a:lnTo>
                    <a:cubicBezTo>
                      <a:pt x="32825" y="8162"/>
                      <a:pt x="33127" y="7062"/>
                      <a:pt x="32914" y="6228"/>
                    </a:cubicBezTo>
                    <a:lnTo>
                      <a:pt x="36108" y="3531"/>
                    </a:lnTo>
                    <a:close/>
                    <a:moveTo>
                      <a:pt x="38947" y="36232"/>
                    </a:moveTo>
                    <a:lnTo>
                      <a:pt x="38947" y="36232"/>
                    </a:lnTo>
                    <a:cubicBezTo>
                      <a:pt x="40402" y="36374"/>
                      <a:pt x="40561" y="37705"/>
                      <a:pt x="41253" y="38486"/>
                    </a:cubicBezTo>
                    <a:cubicBezTo>
                      <a:pt x="40278" y="40029"/>
                      <a:pt x="42194" y="41076"/>
                      <a:pt x="41963" y="42673"/>
                    </a:cubicBezTo>
                    <a:cubicBezTo>
                      <a:pt x="41786" y="43862"/>
                      <a:pt x="42833" y="45264"/>
                      <a:pt x="43241" y="46648"/>
                    </a:cubicBezTo>
                    <a:cubicBezTo>
                      <a:pt x="43560" y="47641"/>
                      <a:pt x="43507" y="48741"/>
                      <a:pt x="43046" y="49699"/>
                    </a:cubicBezTo>
                    <a:lnTo>
                      <a:pt x="40473" y="45760"/>
                    </a:lnTo>
                    <a:cubicBezTo>
                      <a:pt x="41449" y="42726"/>
                      <a:pt x="39160" y="39728"/>
                      <a:pt x="38947" y="36232"/>
                    </a:cubicBezTo>
                    <a:close/>
                    <a:moveTo>
                      <a:pt x="36430" y="1"/>
                    </a:moveTo>
                    <a:cubicBezTo>
                      <a:pt x="35873" y="1"/>
                      <a:pt x="35316" y="87"/>
                      <a:pt x="34759" y="284"/>
                    </a:cubicBezTo>
                    <a:cubicBezTo>
                      <a:pt x="33659" y="657"/>
                      <a:pt x="32346" y="870"/>
                      <a:pt x="31885" y="2005"/>
                    </a:cubicBezTo>
                    <a:cubicBezTo>
                      <a:pt x="31264" y="3567"/>
                      <a:pt x="29809" y="3549"/>
                      <a:pt x="28656" y="3992"/>
                    </a:cubicBezTo>
                    <a:cubicBezTo>
                      <a:pt x="26331" y="4826"/>
                      <a:pt x="26012" y="5465"/>
                      <a:pt x="27006" y="7683"/>
                    </a:cubicBezTo>
                    <a:lnTo>
                      <a:pt x="29791" y="7736"/>
                    </a:lnTo>
                    <a:lnTo>
                      <a:pt x="29046" y="10327"/>
                    </a:lnTo>
                    <a:lnTo>
                      <a:pt x="28425" y="7736"/>
                    </a:lnTo>
                    <a:lnTo>
                      <a:pt x="26633" y="11143"/>
                    </a:lnTo>
                    <a:cubicBezTo>
                      <a:pt x="25746" y="11374"/>
                      <a:pt x="24734" y="11391"/>
                      <a:pt x="24113" y="11870"/>
                    </a:cubicBezTo>
                    <a:cubicBezTo>
                      <a:pt x="22960" y="12775"/>
                      <a:pt x="21328" y="12509"/>
                      <a:pt x="20352" y="13680"/>
                    </a:cubicBezTo>
                    <a:lnTo>
                      <a:pt x="19695" y="12900"/>
                    </a:lnTo>
                    <a:lnTo>
                      <a:pt x="18808" y="14106"/>
                    </a:lnTo>
                    <a:cubicBezTo>
                      <a:pt x="18523" y="13971"/>
                      <a:pt x="18518" y="13452"/>
                      <a:pt x="18160" y="13452"/>
                    </a:cubicBezTo>
                    <a:cubicBezTo>
                      <a:pt x="18049" y="13452"/>
                      <a:pt x="17905" y="13501"/>
                      <a:pt x="17708" y="13627"/>
                    </a:cubicBezTo>
                    <a:lnTo>
                      <a:pt x="18560" y="17193"/>
                    </a:lnTo>
                    <a:cubicBezTo>
                      <a:pt x="17972" y="17718"/>
                      <a:pt x="17385" y="18062"/>
                      <a:pt x="16823" y="18062"/>
                    </a:cubicBezTo>
                    <a:cubicBezTo>
                      <a:pt x="16435" y="18062"/>
                      <a:pt x="16059" y="17897"/>
                      <a:pt x="15703" y="17513"/>
                    </a:cubicBezTo>
                    <a:cubicBezTo>
                      <a:pt x="14869" y="16626"/>
                      <a:pt x="13929" y="16750"/>
                      <a:pt x="13112" y="16643"/>
                    </a:cubicBezTo>
                    <a:lnTo>
                      <a:pt x="11196" y="21381"/>
                    </a:lnTo>
                    <a:cubicBezTo>
                      <a:pt x="11922" y="22616"/>
                      <a:pt x="12753" y="22986"/>
                      <a:pt x="13632" y="22986"/>
                    </a:cubicBezTo>
                    <a:cubicBezTo>
                      <a:pt x="14835" y="22986"/>
                      <a:pt x="16130" y="22292"/>
                      <a:pt x="17371" y="22179"/>
                    </a:cubicBezTo>
                    <a:lnTo>
                      <a:pt x="17868" y="20618"/>
                    </a:lnTo>
                    <a:cubicBezTo>
                      <a:pt x="19961" y="20600"/>
                      <a:pt x="19961" y="20600"/>
                      <a:pt x="21594" y="18879"/>
                    </a:cubicBezTo>
                    <a:lnTo>
                      <a:pt x="22587" y="19784"/>
                    </a:lnTo>
                    <a:lnTo>
                      <a:pt x="24646" y="19181"/>
                    </a:lnTo>
                    <a:lnTo>
                      <a:pt x="28762" y="24788"/>
                    </a:lnTo>
                    <a:lnTo>
                      <a:pt x="24930" y="23971"/>
                    </a:lnTo>
                    <a:lnTo>
                      <a:pt x="24930" y="23971"/>
                    </a:lnTo>
                    <a:lnTo>
                      <a:pt x="26544" y="25746"/>
                    </a:lnTo>
                    <a:cubicBezTo>
                      <a:pt x="28177" y="25604"/>
                      <a:pt x="29507" y="24930"/>
                      <a:pt x="30182" y="23209"/>
                    </a:cubicBezTo>
                    <a:cubicBezTo>
                      <a:pt x="29738" y="22747"/>
                      <a:pt x="29365" y="22321"/>
                      <a:pt x="28957" y="21949"/>
                    </a:cubicBezTo>
                    <a:cubicBezTo>
                      <a:pt x="28017" y="21150"/>
                      <a:pt x="27165" y="20352"/>
                      <a:pt x="27502" y="18400"/>
                    </a:cubicBezTo>
                    <a:lnTo>
                      <a:pt x="27502" y="18400"/>
                    </a:lnTo>
                    <a:cubicBezTo>
                      <a:pt x="28336" y="19678"/>
                      <a:pt x="28709" y="20902"/>
                      <a:pt x="29472" y="21239"/>
                    </a:cubicBezTo>
                    <a:cubicBezTo>
                      <a:pt x="30678" y="21771"/>
                      <a:pt x="30785" y="22641"/>
                      <a:pt x="30927" y="23617"/>
                    </a:cubicBezTo>
                    <a:cubicBezTo>
                      <a:pt x="31016" y="24255"/>
                      <a:pt x="30874" y="24965"/>
                      <a:pt x="31087" y="25551"/>
                    </a:cubicBezTo>
                    <a:cubicBezTo>
                      <a:pt x="31282" y="26083"/>
                      <a:pt x="31832" y="26473"/>
                      <a:pt x="32187" y="26952"/>
                    </a:cubicBezTo>
                    <a:cubicBezTo>
                      <a:pt x="32275" y="27077"/>
                      <a:pt x="32329" y="27236"/>
                      <a:pt x="32329" y="27396"/>
                    </a:cubicBezTo>
                    <a:lnTo>
                      <a:pt x="34369" y="26225"/>
                    </a:lnTo>
                    <a:cubicBezTo>
                      <a:pt x="33860" y="25322"/>
                      <a:pt x="33670" y="24632"/>
                      <a:pt x="34867" y="24632"/>
                    </a:cubicBezTo>
                    <a:cubicBezTo>
                      <a:pt x="34964" y="24632"/>
                      <a:pt x="35070" y="24636"/>
                      <a:pt x="35185" y="24646"/>
                    </a:cubicBezTo>
                    <a:cubicBezTo>
                      <a:pt x="35416" y="25462"/>
                      <a:pt x="35718" y="26189"/>
                      <a:pt x="35753" y="26917"/>
                    </a:cubicBezTo>
                    <a:cubicBezTo>
                      <a:pt x="35859" y="28390"/>
                      <a:pt x="37013" y="29011"/>
                      <a:pt x="38024" y="29224"/>
                    </a:cubicBezTo>
                    <a:cubicBezTo>
                      <a:pt x="38126" y="29247"/>
                      <a:pt x="38227" y="29254"/>
                      <a:pt x="38330" y="29254"/>
                    </a:cubicBezTo>
                    <a:cubicBezTo>
                      <a:pt x="38476" y="29254"/>
                      <a:pt x="38623" y="29240"/>
                      <a:pt x="38773" y="29240"/>
                    </a:cubicBezTo>
                    <a:cubicBezTo>
                      <a:pt x="39073" y="29240"/>
                      <a:pt x="39384" y="29296"/>
                      <a:pt x="39710" y="29632"/>
                    </a:cubicBezTo>
                    <a:cubicBezTo>
                      <a:pt x="39812" y="29734"/>
                      <a:pt x="39986" y="29769"/>
                      <a:pt x="40202" y="29769"/>
                    </a:cubicBezTo>
                    <a:cubicBezTo>
                      <a:pt x="40620" y="29769"/>
                      <a:pt x="41193" y="29637"/>
                      <a:pt x="41697" y="29614"/>
                    </a:cubicBezTo>
                    <a:lnTo>
                      <a:pt x="41697" y="29614"/>
                    </a:lnTo>
                    <a:cubicBezTo>
                      <a:pt x="41182" y="31175"/>
                      <a:pt x="41608" y="32825"/>
                      <a:pt x="39657" y="33517"/>
                    </a:cubicBezTo>
                    <a:cubicBezTo>
                      <a:pt x="37368" y="32683"/>
                      <a:pt x="34369" y="33198"/>
                      <a:pt x="32488" y="30608"/>
                    </a:cubicBezTo>
                    <a:cubicBezTo>
                      <a:pt x="32240" y="30253"/>
                      <a:pt x="31388" y="30306"/>
                      <a:pt x="30820" y="30217"/>
                    </a:cubicBezTo>
                    <a:cubicBezTo>
                      <a:pt x="30607" y="30217"/>
                      <a:pt x="30395" y="30270"/>
                      <a:pt x="30182" y="30324"/>
                    </a:cubicBezTo>
                    <a:lnTo>
                      <a:pt x="29507" y="32151"/>
                    </a:lnTo>
                    <a:cubicBezTo>
                      <a:pt x="27875" y="31246"/>
                      <a:pt x="26686" y="29969"/>
                      <a:pt x="25373" y="29259"/>
                    </a:cubicBezTo>
                    <a:cubicBezTo>
                      <a:pt x="23918" y="28496"/>
                      <a:pt x="23794" y="27431"/>
                      <a:pt x="23794" y="26456"/>
                    </a:cubicBezTo>
                    <a:cubicBezTo>
                      <a:pt x="23808" y="24745"/>
                      <a:pt x="23906" y="24354"/>
                      <a:pt x="23055" y="24354"/>
                    </a:cubicBezTo>
                    <a:cubicBezTo>
                      <a:pt x="22802" y="24354"/>
                      <a:pt x="22466" y="24388"/>
                      <a:pt x="22020" y="24433"/>
                    </a:cubicBezTo>
                    <a:cubicBezTo>
                      <a:pt x="21712" y="24458"/>
                      <a:pt x="21377" y="24558"/>
                      <a:pt x="21074" y="24558"/>
                    </a:cubicBezTo>
                    <a:cubicBezTo>
                      <a:pt x="20958" y="24558"/>
                      <a:pt x="20846" y="24543"/>
                      <a:pt x="20742" y="24504"/>
                    </a:cubicBezTo>
                    <a:cubicBezTo>
                      <a:pt x="20157" y="24291"/>
                      <a:pt x="19678" y="23670"/>
                      <a:pt x="19092" y="23546"/>
                    </a:cubicBezTo>
                    <a:cubicBezTo>
                      <a:pt x="19019" y="23530"/>
                      <a:pt x="18944" y="23524"/>
                      <a:pt x="18868" y="23524"/>
                    </a:cubicBezTo>
                    <a:cubicBezTo>
                      <a:pt x="18388" y="23524"/>
                      <a:pt x="17849" y="23788"/>
                      <a:pt x="17363" y="23788"/>
                    </a:cubicBezTo>
                    <a:cubicBezTo>
                      <a:pt x="17305" y="23788"/>
                      <a:pt x="17249" y="23784"/>
                      <a:pt x="17193" y="23776"/>
                    </a:cubicBezTo>
                    <a:cubicBezTo>
                      <a:pt x="17025" y="23751"/>
                      <a:pt x="16855" y="23741"/>
                      <a:pt x="16686" y="23741"/>
                    </a:cubicBezTo>
                    <a:cubicBezTo>
                      <a:pt x="15885" y="23741"/>
                      <a:pt x="15077" y="23971"/>
                      <a:pt x="14280" y="23971"/>
                    </a:cubicBezTo>
                    <a:cubicBezTo>
                      <a:pt x="13809" y="23971"/>
                      <a:pt x="13342" y="23890"/>
                      <a:pt x="12882" y="23634"/>
                    </a:cubicBezTo>
                    <a:cubicBezTo>
                      <a:pt x="12688" y="23891"/>
                      <a:pt x="12389" y="23939"/>
                      <a:pt x="12067" y="23939"/>
                    </a:cubicBezTo>
                    <a:cubicBezTo>
                      <a:pt x="11878" y="23939"/>
                      <a:pt x="11682" y="23923"/>
                      <a:pt x="11494" y="23923"/>
                    </a:cubicBezTo>
                    <a:cubicBezTo>
                      <a:pt x="11005" y="23923"/>
                      <a:pt x="10573" y="24032"/>
                      <a:pt x="10486" y="24823"/>
                    </a:cubicBezTo>
                    <a:cubicBezTo>
                      <a:pt x="8943" y="25125"/>
                      <a:pt x="8925" y="26935"/>
                      <a:pt x="7594" y="27644"/>
                    </a:cubicBezTo>
                    <a:cubicBezTo>
                      <a:pt x="6636" y="28159"/>
                      <a:pt x="5270" y="28461"/>
                      <a:pt x="4720" y="29365"/>
                    </a:cubicBezTo>
                    <a:cubicBezTo>
                      <a:pt x="3992" y="30554"/>
                      <a:pt x="2733" y="30874"/>
                      <a:pt x="1899" y="31779"/>
                    </a:cubicBezTo>
                    <a:cubicBezTo>
                      <a:pt x="1420" y="32311"/>
                      <a:pt x="1100" y="33021"/>
                      <a:pt x="692" y="33695"/>
                    </a:cubicBezTo>
                    <a:lnTo>
                      <a:pt x="2058" y="34529"/>
                    </a:lnTo>
                    <a:lnTo>
                      <a:pt x="0" y="40331"/>
                    </a:lnTo>
                    <a:cubicBezTo>
                      <a:pt x="568" y="41839"/>
                      <a:pt x="1828" y="42460"/>
                      <a:pt x="1579" y="43844"/>
                    </a:cubicBezTo>
                    <a:cubicBezTo>
                      <a:pt x="1526" y="44093"/>
                      <a:pt x="4542" y="47659"/>
                      <a:pt x="4720" y="47677"/>
                    </a:cubicBezTo>
                    <a:cubicBezTo>
                      <a:pt x="6407" y="47823"/>
                      <a:pt x="7973" y="48589"/>
                      <a:pt x="9698" y="48589"/>
                    </a:cubicBezTo>
                    <a:cubicBezTo>
                      <a:pt x="10059" y="48589"/>
                      <a:pt x="10428" y="48555"/>
                      <a:pt x="10806" y="48475"/>
                    </a:cubicBezTo>
                    <a:cubicBezTo>
                      <a:pt x="10987" y="48438"/>
                      <a:pt x="11194" y="48420"/>
                      <a:pt x="11413" y="48420"/>
                    </a:cubicBezTo>
                    <a:cubicBezTo>
                      <a:pt x="12352" y="48420"/>
                      <a:pt x="13516" y="48748"/>
                      <a:pt x="13875" y="49309"/>
                    </a:cubicBezTo>
                    <a:cubicBezTo>
                      <a:pt x="14692" y="50587"/>
                      <a:pt x="15916" y="50622"/>
                      <a:pt x="17140" y="51048"/>
                    </a:cubicBezTo>
                    <a:lnTo>
                      <a:pt x="16076" y="56140"/>
                    </a:lnTo>
                    <a:cubicBezTo>
                      <a:pt x="17477" y="57542"/>
                      <a:pt x="16874" y="59405"/>
                      <a:pt x="17513" y="60896"/>
                    </a:cubicBezTo>
                    <a:cubicBezTo>
                      <a:pt x="17939" y="61907"/>
                      <a:pt x="17566" y="62439"/>
                      <a:pt x="17105" y="63291"/>
                    </a:cubicBezTo>
                    <a:cubicBezTo>
                      <a:pt x="16484" y="64409"/>
                      <a:pt x="14922" y="65544"/>
                      <a:pt x="15526" y="66751"/>
                    </a:cubicBezTo>
                    <a:cubicBezTo>
                      <a:pt x="16359" y="68454"/>
                      <a:pt x="16218" y="70264"/>
                      <a:pt x="16218" y="71879"/>
                    </a:cubicBezTo>
                    <a:cubicBezTo>
                      <a:pt x="16218" y="73795"/>
                      <a:pt x="17726" y="75427"/>
                      <a:pt x="16697" y="77361"/>
                    </a:cubicBezTo>
                    <a:cubicBezTo>
                      <a:pt x="17566" y="77539"/>
                      <a:pt x="18134" y="77610"/>
                      <a:pt x="18684" y="77787"/>
                    </a:cubicBezTo>
                    <a:cubicBezTo>
                      <a:pt x="19160" y="77941"/>
                      <a:pt x="19615" y="78007"/>
                      <a:pt x="20054" y="78007"/>
                    </a:cubicBezTo>
                    <a:cubicBezTo>
                      <a:pt x="21942" y="78007"/>
                      <a:pt x="23543" y="76798"/>
                      <a:pt x="25284" y="76208"/>
                    </a:cubicBezTo>
                    <a:cubicBezTo>
                      <a:pt x="25497" y="74416"/>
                      <a:pt x="27183" y="74310"/>
                      <a:pt x="28336" y="73671"/>
                    </a:cubicBezTo>
                    <a:cubicBezTo>
                      <a:pt x="29472" y="73032"/>
                      <a:pt x="29064" y="71826"/>
                      <a:pt x="29436" y="71240"/>
                    </a:cubicBezTo>
                    <a:cubicBezTo>
                      <a:pt x="30359" y="70814"/>
                      <a:pt x="31051" y="70495"/>
                      <a:pt x="31761" y="70175"/>
                    </a:cubicBezTo>
                    <a:cubicBezTo>
                      <a:pt x="32701" y="69750"/>
                      <a:pt x="34032" y="69998"/>
                      <a:pt x="34351" y="68472"/>
                    </a:cubicBezTo>
                    <a:cubicBezTo>
                      <a:pt x="34564" y="67407"/>
                      <a:pt x="35593" y="66680"/>
                      <a:pt x="35682" y="65456"/>
                    </a:cubicBezTo>
                    <a:cubicBezTo>
                      <a:pt x="35789" y="64196"/>
                      <a:pt x="36179" y="62972"/>
                      <a:pt x="36427" y="61783"/>
                    </a:cubicBezTo>
                    <a:cubicBezTo>
                      <a:pt x="38255" y="60576"/>
                      <a:pt x="39869" y="58979"/>
                      <a:pt x="41786" y="58376"/>
                    </a:cubicBezTo>
                    <a:cubicBezTo>
                      <a:pt x="44997" y="57365"/>
                      <a:pt x="46843" y="55306"/>
                      <a:pt x="48156" y="52432"/>
                    </a:cubicBezTo>
                    <a:cubicBezTo>
                      <a:pt x="47847" y="52304"/>
                      <a:pt x="47534" y="52259"/>
                      <a:pt x="47221" y="52259"/>
                    </a:cubicBezTo>
                    <a:cubicBezTo>
                      <a:pt x="46487" y="52259"/>
                      <a:pt x="45750" y="52505"/>
                      <a:pt x="45050" y="52505"/>
                    </a:cubicBezTo>
                    <a:cubicBezTo>
                      <a:pt x="44519" y="52505"/>
                      <a:pt x="44011" y="52363"/>
                      <a:pt x="43542" y="51864"/>
                    </a:cubicBezTo>
                    <a:cubicBezTo>
                      <a:pt x="44838" y="50108"/>
                      <a:pt x="44909" y="50037"/>
                      <a:pt x="46293" y="49859"/>
                    </a:cubicBezTo>
                    <a:cubicBezTo>
                      <a:pt x="49646" y="49451"/>
                      <a:pt x="52822" y="48599"/>
                      <a:pt x="55395" y="46222"/>
                    </a:cubicBezTo>
                    <a:cubicBezTo>
                      <a:pt x="55484" y="45760"/>
                      <a:pt x="55697" y="45281"/>
                      <a:pt x="55643" y="44838"/>
                    </a:cubicBezTo>
                    <a:cubicBezTo>
                      <a:pt x="55519" y="44022"/>
                      <a:pt x="55359" y="43205"/>
                      <a:pt x="55164" y="42389"/>
                    </a:cubicBezTo>
                    <a:lnTo>
                      <a:pt x="54224" y="42886"/>
                    </a:lnTo>
                    <a:lnTo>
                      <a:pt x="53887" y="41254"/>
                    </a:lnTo>
                    <a:lnTo>
                      <a:pt x="53017" y="42655"/>
                    </a:lnTo>
                    <a:cubicBezTo>
                      <a:pt x="51775" y="40810"/>
                      <a:pt x="49327" y="39763"/>
                      <a:pt x="49735" y="36906"/>
                    </a:cubicBezTo>
                    <a:lnTo>
                      <a:pt x="49735" y="36906"/>
                    </a:lnTo>
                    <a:cubicBezTo>
                      <a:pt x="51738" y="37643"/>
                      <a:pt x="51709" y="40841"/>
                      <a:pt x="54224" y="40841"/>
                    </a:cubicBezTo>
                    <a:cubicBezTo>
                      <a:pt x="54315" y="40841"/>
                      <a:pt x="54410" y="40836"/>
                      <a:pt x="54508" y="40828"/>
                    </a:cubicBezTo>
                    <a:cubicBezTo>
                      <a:pt x="55927" y="42620"/>
                      <a:pt x="57968" y="43134"/>
                      <a:pt x="59831" y="43365"/>
                    </a:cubicBezTo>
                    <a:lnTo>
                      <a:pt x="61091" y="47286"/>
                    </a:lnTo>
                    <a:lnTo>
                      <a:pt x="62244" y="46683"/>
                    </a:lnTo>
                    <a:lnTo>
                      <a:pt x="61215" y="57010"/>
                    </a:lnTo>
                    <a:cubicBezTo>
                      <a:pt x="61641" y="57382"/>
                      <a:pt x="62102" y="57613"/>
                      <a:pt x="62208" y="57950"/>
                    </a:cubicBezTo>
                    <a:cubicBezTo>
                      <a:pt x="62350" y="58411"/>
                      <a:pt x="62226" y="58944"/>
                      <a:pt x="62226" y="59547"/>
                    </a:cubicBezTo>
                    <a:cubicBezTo>
                      <a:pt x="64054" y="58323"/>
                      <a:pt x="61783" y="56531"/>
                      <a:pt x="63397" y="55164"/>
                    </a:cubicBezTo>
                    <a:cubicBezTo>
                      <a:pt x="64338" y="54348"/>
                      <a:pt x="63894" y="52503"/>
                      <a:pt x="65420" y="51421"/>
                    </a:cubicBezTo>
                    <a:cubicBezTo>
                      <a:pt x="66236" y="50835"/>
                      <a:pt x="66627" y="49575"/>
                      <a:pt x="67407" y="48670"/>
                    </a:cubicBezTo>
                    <a:cubicBezTo>
                      <a:pt x="71098" y="31370"/>
                      <a:pt x="63805" y="13556"/>
                      <a:pt x="49451" y="3265"/>
                    </a:cubicBezTo>
                    <a:lnTo>
                      <a:pt x="47836" y="4223"/>
                    </a:lnTo>
                    <a:lnTo>
                      <a:pt x="47286" y="3425"/>
                    </a:lnTo>
                    <a:lnTo>
                      <a:pt x="45068" y="5465"/>
                    </a:lnTo>
                    <a:lnTo>
                      <a:pt x="44802" y="2963"/>
                    </a:lnTo>
                    <a:cubicBezTo>
                      <a:pt x="44483" y="4383"/>
                      <a:pt x="44412" y="5554"/>
                      <a:pt x="43383" y="6193"/>
                    </a:cubicBezTo>
                    <a:lnTo>
                      <a:pt x="41094" y="4844"/>
                    </a:lnTo>
                    <a:lnTo>
                      <a:pt x="41253" y="4702"/>
                    </a:lnTo>
                    <a:lnTo>
                      <a:pt x="43436" y="4525"/>
                    </a:lnTo>
                    <a:cubicBezTo>
                      <a:pt x="43312" y="3975"/>
                      <a:pt x="43329" y="3673"/>
                      <a:pt x="43205" y="3567"/>
                    </a:cubicBezTo>
                    <a:cubicBezTo>
                      <a:pt x="41857" y="2502"/>
                      <a:pt x="40153" y="1934"/>
                      <a:pt x="38929" y="657"/>
                    </a:cubicBezTo>
                    <a:cubicBezTo>
                      <a:pt x="38787" y="497"/>
                      <a:pt x="38592" y="390"/>
                      <a:pt x="38379" y="319"/>
                    </a:cubicBezTo>
                    <a:cubicBezTo>
                      <a:pt x="37729" y="119"/>
                      <a:pt x="37080" y="1"/>
                      <a:pt x="3643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2" name="Google Shape;3682;p60"/>
              <p:cNvSpPr/>
              <p:nvPr/>
            </p:nvSpPr>
            <p:spPr>
              <a:xfrm>
                <a:off x="6031360" y="3319580"/>
                <a:ext cx="62149" cy="151155"/>
              </a:xfrm>
              <a:custGeom>
                <a:rect b="b" l="l" r="r" t="t"/>
                <a:pathLst>
                  <a:path extrusionOk="0" h="26208" w="10771">
                    <a:moveTo>
                      <a:pt x="266" y="1"/>
                    </a:moveTo>
                    <a:lnTo>
                      <a:pt x="266" y="1"/>
                    </a:lnTo>
                    <a:cubicBezTo>
                      <a:pt x="0" y="9316"/>
                      <a:pt x="2679" y="18489"/>
                      <a:pt x="7914" y="26208"/>
                    </a:cubicBezTo>
                    <a:lnTo>
                      <a:pt x="9014" y="25995"/>
                    </a:lnTo>
                    <a:cubicBezTo>
                      <a:pt x="9954" y="24078"/>
                      <a:pt x="9617" y="22073"/>
                      <a:pt x="9475" y="20068"/>
                    </a:cubicBezTo>
                    <a:cubicBezTo>
                      <a:pt x="9422" y="19412"/>
                      <a:pt x="9120" y="18347"/>
                      <a:pt x="9386" y="18188"/>
                    </a:cubicBezTo>
                    <a:cubicBezTo>
                      <a:pt x="10753" y="17336"/>
                      <a:pt x="10274" y="15881"/>
                      <a:pt x="10770" y="14834"/>
                    </a:cubicBezTo>
                    <a:cubicBezTo>
                      <a:pt x="9777" y="13415"/>
                      <a:pt x="8890" y="12137"/>
                      <a:pt x="7328" y="11161"/>
                    </a:cubicBezTo>
                    <a:cubicBezTo>
                      <a:pt x="5270" y="9901"/>
                      <a:pt x="3194" y="8216"/>
                      <a:pt x="3247" y="5235"/>
                    </a:cubicBezTo>
                    <a:cubicBezTo>
                      <a:pt x="3265" y="4649"/>
                      <a:pt x="2999" y="3709"/>
                      <a:pt x="2591" y="3514"/>
                    </a:cubicBezTo>
                    <a:cubicBezTo>
                      <a:pt x="1295" y="2893"/>
                      <a:pt x="479" y="1562"/>
                      <a:pt x="408" y="604"/>
                    </a:cubicBezTo>
                    <a:cubicBezTo>
                      <a:pt x="373" y="391"/>
                      <a:pt x="337" y="196"/>
                      <a:pt x="26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3" name="Google Shape;3683;p60"/>
              <p:cNvSpPr/>
              <p:nvPr/>
            </p:nvSpPr>
            <p:spPr>
              <a:xfrm>
                <a:off x="6189159" y="3076713"/>
                <a:ext cx="117131" cy="35868"/>
              </a:xfrm>
              <a:custGeom>
                <a:rect b="b" l="l" r="r" t="t"/>
                <a:pathLst>
                  <a:path extrusionOk="0" h="6219" w="20300">
                    <a:moveTo>
                      <a:pt x="17629" y="0"/>
                    </a:moveTo>
                    <a:cubicBezTo>
                      <a:pt x="12187" y="0"/>
                      <a:pt x="6775" y="976"/>
                      <a:pt x="1651" y="2882"/>
                    </a:cubicBezTo>
                    <a:cubicBezTo>
                      <a:pt x="1207" y="3344"/>
                      <a:pt x="764" y="3823"/>
                      <a:pt x="302" y="4266"/>
                    </a:cubicBezTo>
                    <a:cubicBezTo>
                      <a:pt x="1" y="4568"/>
                      <a:pt x="231" y="5402"/>
                      <a:pt x="214" y="6218"/>
                    </a:cubicBezTo>
                    <a:cubicBezTo>
                      <a:pt x="1402" y="5473"/>
                      <a:pt x="2201" y="4834"/>
                      <a:pt x="3141" y="4408"/>
                    </a:cubicBezTo>
                    <a:cubicBezTo>
                      <a:pt x="5525" y="3347"/>
                      <a:pt x="8003" y="2632"/>
                      <a:pt x="10607" y="2632"/>
                    </a:cubicBezTo>
                    <a:cubicBezTo>
                      <a:pt x="11182" y="2632"/>
                      <a:pt x="11763" y="2666"/>
                      <a:pt x="12350" y="2740"/>
                    </a:cubicBezTo>
                    <a:cubicBezTo>
                      <a:pt x="12586" y="2362"/>
                      <a:pt x="12876" y="2257"/>
                      <a:pt x="13186" y="2257"/>
                    </a:cubicBezTo>
                    <a:cubicBezTo>
                      <a:pt x="13571" y="2257"/>
                      <a:pt x="13986" y="2419"/>
                      <a:pt x="14364" y="2419"/>
                    </a:cubicBezTo>
                    <a:cubicBezTo>
                      <a:pt x="14550" y="2419"/>
                      <a:pt x="14727" y="2379"/>
                      <a:pt x="14887" y="2261"/>
                    </a:cubicBezTo>
                    <a:cubicBezTo>
                      <a:pt x="16502" y="1072"/>
                      <a:pt x="18472" y="718"/>
                      <a:pt x="20299" y="79"/>
                    </a:cubicBezTo>
                    <a:cubicBezTo>
                      <a:pt x="19409" y="26"/>
                      <a:pt x="18519" y="0"/>
                      <a:pt x="1762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4" name="Google Shape;3684;p60"/>
              <p:cNvSpPr/>
              <p:nvPr/>
            </p:nvSpPr>
            <p:spPr>
              <a:xfrm>
                <a:off x="6350006" y="3503923"/>
                <a:ext cx="45156" cy="42581"/>
              </a:xfrm>
              <a:custGeom>
                <a:rect b="b" l="l" r="r" t="t"/>
                <a:pathLst>
                  <a:path extrusionOk="0" h="7383" w="7826">
                    <a:moveTo>
                      <a:pt x="7648" y="1"/>
                    </a:moveTo>
                    <a:lnTo>
                      <a:pt x="7648" y="1"/>
                    </a:lnTo>
                    <a:cubicBezTo>
                      <a:pt x="6488" y="417"/>
                      <a:pt x="5728" y="1543"/>
                      <a:pt x="4541" y="1543"/>
                    </a:cubicBezTo>
                    <a:cubicBezTo>
                      <a:pt x="4311" y="1543"/>
                      <a:pt x="4065" y="1501"/>
                      <a:pt x="3797" y="1403"/>
                    </a:cubicBezTo>
                    <a:cubicBezTo>
                      <a:pt x="3766" y="1397"/>
                      <a:pt x="3735" y="1395"/>
                      <a:pt x="3704" y="1395"/>
                    </a:cubicBezTo>
                    <a:cubicBezTo>
                      <a:pt x="3523" y="1395"/>
                      <a:pt x="3348" y="1482"/>
                      <a:pt x="3212" y="1633"/>
                    </a:cubicBezTo>
                    <a:cubicBezTo>
                      <a:pt x="2520" y="3567"/>
                      <a:pt x="142" y="4490"/>
                      <a:pt x="0" y="7045"/>
                    </a:cubicBezTo>
                    <a:lnTo>
                      <a:pt x="1633" y="7382"/>
                    </a:lnTo>
                    <a:cubicBezTo>
                      <a:pt x="2662" y="6353"/>
                      <a:pt x="3655" y="5306"/>
                      <a:pt x="4844" y="4419"/>
                    </a:cubicBezTo>
                    <a:cubicBezTo>
                      <a:pt x="6211" y="3390"/>
                      <a:pt x="7825" y="2219"/>
                      <a:pt x="764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5" name="Google Shape;3685;p60"/>
              <p:cNvSpPr/>
              <p:nvPr/>
            </p:nvSpPr>
            <p:spPr>
              <a:xfrm>
                <a:off x="6262180" y="3141947"/>
                <a:ext cx="28469" cy="38688"/>
              </a:xfrm>
              <a:custGeom>
                <a:rect b="b" l="l" r="r" t="t"/>
                <a:pathLst>
                  <a:path extrusionOk="0" h="6708" w="4934">
                    <a:moveTo>
                      <a:pt x="2094" y="0"/>
                    </a:moveTo>
                    <a:lnTo>
                      <a:pt x="2094" y="0"/>
                    </a:lnTo>
                    <a:cubicBezTo>
                      <a:pt x="0" y="1420"/>
                      <a:pt x="3052" y="2467"/>
                      <a:pt x="1988" y="4454"/>
                    </a:cubicBezTo>
                    <a:lnTo>
                      <a:pt x="817" y="4756"/>
                    </a:lnTo>
                    <a:cubicBezTo>
                      <a:pt x="1243" y="6707"/>
                      <a:pt x="2822" y="6228"/>
                      <a:pt x="3851" y="6619"/>
                    </a:cubicBezTo>
                    <a:lnTo>
                      <a:pt x="4933" y="5430"/>
                    </a:lnTo>
                    <a:cubicBezTo>
                      <a:pt x="4685" y="3993"/>
                      <a:pt x="2768" y="2875"/>
                      <a:pt x="4206" y="1207"/>
                    </a:cubicBezTo>
                    <a:cubicBezTo>
                      <a:pt x="3883" y="979"/>
                      <a:pt x="3846" y="221"/>
                      <a:pt x="3400" y="221"/>
                    </a:cubicBezTo>
                    <a:cubicBezTo>
                      <a:pt x="3257" y="221"/>
                      <a:pt x="3072" y="299"/>
                      <a:pt x="2822" y="497"/>
                    </a:cubicBezTo>
                    <a:cubicBezTo>
                      <a:pt x="2815" y="502"/>
                      <a:pt x="2807" y="505"/>
                      <a:pt x="2796" y="505"/>
                    </a:cubicBezTo>
                    <a:cubicBezTo>
                      <a:pt x="2667" y="505"/>
                      <a:pt x="2259" y="115"/>
                      <a:pt x="209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6" name="Google Shape;3686;p60"/>
              <p:cNvSpPr/>
              <p:nvPr/>
            </p:nvSpPr>
            <p:spPr>
              <a:xfrm>
                <a:off x="6251907" y="3101042"/>
                <a:ext cx="26011" cy="13686"/>
              </a:xfrm>
              <a:custGeom>
                <a:rect b="b" l="l" r="r" t="t"/>
                <a:pathLst>
                  <a:path extrusionOk="0" h="2373" w="4508">
                    <a:moveTo>
                      <a:pt x="1606" y="0"/>
                    </a:moveTo>
                    <a:cubicBezTo>
                      <a:pt x="1091" y="0"/>
                      <a:pt x="558" y="171"/>
                      <a:pt x="0" y="723"/>
                    </a:cubicBezTo>
                    <a:cubicBezTo>
                      <a:pt x="430" y="1555"/>
                      <a:pt x="972" y="2195"/>
                      <a:pt x="1679" y="2195"/>
                    </a:cubicBezTo>
                    <a:cubicBezTo>
                      <a:pt x="1906" y="2195"/>
                      <a:pt x="2151" y="2129"/>
                      <a:pt x="2414" y="1982"/>
                    </a:cubicBezTo>
                    <a:cubicBezTo>
                      <a:pt x="2981" y="1663"/>
                      <a:pt x="4507" y="2373"/>
                      <a:pt x="4064" y="456"/>
                    </a:cubicBezTo>
                    <a:lnTo>
                      <a:pt x="4064" y="456"/>
                    </a:lnTo>
                    <a:cubicBezTo>
                      <a:pt x="4046" y="457"/>
                      <a:pt x="4028" y="457"/>
                      <a:pt x="4010" y="457"/>
                    </a:cubicBezTo>
                    <a:cubicBezTo>
                      <a:pt x="3239" y="457"/>
                      <a:pt x="2447" y="0"/>
                      <a:pt x="160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7" name="Google Shape;3687;p60"/>
              <p:cNvSpPr/>
              <p:nvPr/>
            </p:nvSpPr>
            <p:spPr>
              <a:xfrm>
                <a:off x="6250613" y="3155645"/>
                <a:ext cx="21609" cy="17008"/>
              </a:xfrm>
              <a:custGeom>
                <a:rect b="b" l="l" r="r" t="t"/>
                <a:pathLst>
                  <a:path extrusionOk="0" h="2949" w="3745">
                    <a:moveTo>
                      <a:pt x="1345" y="1"/>
                    </a:moveTo>
                    <a:cubicBezTo>
                      <a:pt x="985" y="1"/>
                      <a:pt x="770" y="142"/>
                      <a:pt x="568" y="429"/>
                    </a:cubicBezTo>
                    <a:cubicBezTo>
                      <a:pt x="213" y="943"/>
                      <a:pt x="249" y="1706"/>
                      <a:pt x="0" y="2948"/>
                    </a:cubicBezTo>
                    <a:lnTo>
                      <a:pt x="3744" y="695"/>
                    </a:lnTo>
                    <a:cubicBezTo>
                      <a:pt x="2515" y="235"/>
                      <a:pt x="1810" y="1"/>
                      <a:pt x="134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88" name="Google Shape;3688;p60"/>
          <p:cNvGrpSpPr/>
          <p:nvPr/>
        </p:nvGrpSpPr>
        <p:grpSpPr>
          <a:xfrm>
            <a:off x="3574273" y="2854307"/>
            <a:ext cx="2241344" cy="1330656"/>
            <a:chOff x="3597785" y="3065882"/>
            <a:chExt cx="2241344" cy="1330656"/>
          </a:xfrm>
        </p:grpSpPr>
        <p:grpSp>
          <p:nvGrpSpPr>
            <p:cNvPr id="3689" name="Google Shape;3689;p60"/>
            <p:cNvGrpSpPr/>
            <p:nvPr/>
          </p:nvGrpSpPr>
          <p:grpSpPr>
            <a:xfrm>
              <a:off x="5296908" y="3937355"/>
              <a:ext cx="143198" cy="32380"/>
              <a:chOff x="5296908" y="3937355"/>
              <a:chExt cx="143198" cy="32380"/>
            </a:xfrm>
          </p:grpSpPr>
          <p:sp>
            <p:nvSpPr>
              <p:cNvPr id="3690" name="Google Shape;3690;p60"/>
              <p:cNvSpPr/>
              <p:nvPr/>
            </p:nvSpPr>
            <p:spPr>
              <a:xfrm>
                <a:off x="5319457" y="3952794"/>
                <a:ext cx="111895" cy="8"/>
              </a:xfrm>
              <a:custGeom>
                <a:rect b="b" l="l" r="r" t="t"/>
                <a:pathLst>
                  <a:path extrusionOk="0" fill="none" h="1" w="14227">
                    <a:moveTo>
                      <a:pt x="1" y="0"/>
                    </a:moveTo>
                    <a:lnTo>
                      <a:pt x="14227"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91" name="Google Shape;3691;p60"/>
              <p:cNvGrpSpPr/>
              <p:nvPr/>
            </p:nvGrpSpPr>
            <p:grpSpPr>
              <a:xfrm>
                <a:off x="5402331" y="3937355"/>
                <a:ext cx="37776" cy="32380"/>
                <a:chOff x="5402331" y="3937355"/>
                <a:chExt cx="37776" cy="32380"/>
              </a:xfrm>
            </p:grpSpPr>
            <p:sp>
              <p:nvSpPr>
                <p:cNvPr id="3692" name="Google Shape;3692;p60"/>
                <p:cNvSpPr/>
                <p:nvPr/>
              </p:nvSpPr>
              <p:spPr>
                <a:xfrm>
                  <a:off x="5402331" y="3937355"/>
                  <a:ext cx="37776" cy="32380"/>
                </a:xfrm>
                <a:custGeom>
                  <a:rect b="b" l="l" r="r" t="t"/>
                  <a:pathLst>
                    <a:path extrusionOk="0" h="4117" w="4803">
                      <a:moveTo>
                        <a:pt x="2737" y="1"/>
                      </a:moveTo>
                      <a:cubicBezTo>
                        <a:pt x="2231" y="1"/>
                        <a:pt x="1714" y="189"/>
                        <a:pt x="1294" y="609"/>
                      </a:cubicBezTo>
                      <a:cubicBezTo>
                        <a:pt x="0" y="1903"/>
                        <a:pt x="919" y="4117"/>
                        <a:pt x="2746" y="4117"/>
                      </a:cubicBezTo>
                      <a:cubicBezTo>
                        <a:pt x="3883" y="4117"/>
                        <a:pt x="4802" y="3185"/>
                        <a:pt x="4802" y="2060"/>
                      </a:cubicBezTo>
                      <a:cubicBezTo>
                        <a:pt x="4802" y="818"/>
                        <a:pt x="3792" y="1"/>
                        <a:pt x="273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3" name="Google Shape;3693;p60"/>
                <p:cNvSpPr/>
                <p:nvPr/>
              </p:nvSpPr>
              <p:spPr>
                <a:xfrm>
                  <a:off x="5415174" y="3946990"/>
                  <a:ext cx="15321" cy="13064"/>
                </a:xfrm>
                <a:custGeom>
                  <a:rect b="b" l="l" r="r" t="t"/>
                  <a:pathLst>
                    <a:path extrusionOk="0" h="1661" w="1948">
                      <a:moveTo>
                        <a:pt x="1113" y="1"/>
                      </a:moveTo>
                      <a:cubicBezTo>
                        <a:pt x="375" y="1"/>
                        <a:pt x="0" y="896"/>
                        <a:pt x="532" y="1416"/>
                      </a:cubicBezTo>
                      <a:cubicBezTo>
                        <a:pt x="701" y="1585"/>
                        <a:pt x="910" y="1661"/>
                        <a:pt x="1114" y="1661"/>
                      </a:cubicBezTo>
                      <a:cubicBezTo>
                        <a:pt x="1540" y="1661"/>
                        <a:pt x="1948" y="1333"/>
                        <a:pt x="1948" y="835"/>
                      </a:cubicBezTo>
                      <a:cubicBezTo>
                        <a:pt x="1948" y="376"/>
                        <a:pt x="1573" y="1"/>
                        <a:pt x="111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94" name="Google Shape;3694;p60"/>
              <p:cNvGrpSpPr/>
              <p:nvPr/>
            </p:nvGrpSpPr>
            <p:grpSpPr>
              <a:xfrm>
                <a:off x="5296908" y="3937355"/>
                <a:ext cx="37783" cy="32380"/>
                <a:chOff x="5296908" y="3937355"/>
                <a:chExt cx="37783" cy="32380"/>
              </a:xfrm>
            </p:grpSpPr>
            <p:sp>
              <p:nvSpPr>
                <p:cNvPr id="3695" name="Google Shape;3695;p60"/>
                <p:cNvSpPr/>
                <p:nvPr/>
              </p:nvSpPr>
              <p:spPr>
                <a:xfrm>
                  <a:off x="5296908" y="3937355"/>
                  <a:ext cx="37783" cy="32380"/>
                </a:xfrm>
                <a:custGeom>
                  <a:rect b="b" l="l" r="r" t="t"/>
                  <a:pathLst>
                    <a:path extrusionOk="0" h="4117" w="4804">
                      <a:moveTo>
                        <a:pt x="2738" y="1"/>
                      </a:moveTo>
                      <a:cubicBezTo>
                        <a:pt x="2231" y="1"/>
                        <a:pt x="1715" y="189"/>
                        <a:pt x="1295" y="609"/>
                      </a:cubicBezTo>
                      <a:cubicBezTo>
                        <a:pt x="1" y="1903"/>
                        <a:pt x="920" y="4117"/>
                        <a:pt x="2747" y="4117"/>
                      </a:cubicBezTo>
                      <a:cubicBezTo>
                        <a:pt x="3884" y="4117"/>
                        <a:pt x="4803" y="3185"/>
                        <a:pt x="4803" y="2060"/>
                      </a:cubicBezTo>
                      <a:cubicBezTo>
                        <a:pt x="4803" y="818"/>
                        <a:pt x="3792" y="1"/>
                        <a:pt x="273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6" name="Google Shape;3696;p60"/>
                <p:cNvSpPr/>
                <p:nvPr/>
              </p:nvSpPr>
              <p:spPr>
                <a:xfrm>
                  <a:off x="5309846" y="3946990"/>
                  <a:ext cx="15235" cy="13064"/>
                </a:xfrm>
                <a:custGeom>
                  <a:rect b="b" l="l" r="r" t="t"/>
                  <a:pathLst>
                    <a:path extrusionOk="0" h="1661" w="1937">
                      <a:moveTo>
                        <a:pt x="1102" y="1"/>
                      </a:moveTo>
                      <a:cubicBezTo>
                        <a:pt x="364" y="1"/>
                        <a:pt x="1" y="896"/>
                        <a:pt x="521" y="1416"/>
                      </a:cubicBezTo>
                      <a:cubicBezTo>
                        <a:pt x="690" y="1585"/>
                        <a:pt x="899" y="1661"/>
                        <a:pt x="1103" y="1661"/>
                      </a:cubicBezTo>
                      <a:cubicBezTo>
                        <a:pt x="1528" y="1661"/>
                        <a:pt x="1936" y="1333"/>
                        <a:pt x="1936" y="835"/>
                      </a:cubicBezTo>
                      <a:cubicBezTo>
                        <a:pt x="1936" y="376"/>
                        <a:pt x="1561" y="1"/>
                        <a:pt x="110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97" name="Google Shape;3697;p60"/>
            <p:cNvGrpSpPr/>
            <p:nvPr/>
          </p:nvGrpSpPr>
          <p:grpSpPr>
            <a:xfrm>
              <a:off x="4724163" y="3119631"/>
              <a:ext cx="120838" cy="84218"/>
              <a:chOff x="4724163" y="3119631"/>
              <a:chExt cx="120838" cy="84218"/>
            </a:xfrm>
          </p:grpSpPr>
          <p:grpSp>
            <p:nvGrpSpPr>
              <p:cNvPr id="3698" name="Google Shape;3698;p60"/>
              <p:cNvGrpSpPr/>
              <p:nvPr/>
            </p:nvGrpSpPr>
            <p:grpSpPr>
              <a:xfrm>
                <a:off x="4746712" y="3132773"/>
                <a:ext cx="86869" cy="56424"/>
                <a:chOff x="4746712" y="3132773"/>
                <a:chExt cx="86869" cy="56424"/>
              </a:xfrm>
            </p:grpSpPr>
            <p:sp>
              <p:nvSpPr>
                <p:cNvPr id="3699" name="Google Shape;3699;p60"/>
                <p:cNvSpPr/>
                <p:nvPr/>
              </p:nvSpPr>
              <p:spPr>
                <a:xfrm>
                  <a:off x="4746712" y="3132773"/>
                  <a:ext cx="86869" cy="56424"/>
                </a:xfrm>
                <a:custGeom>
                  <a:rect b="b" l="l" r="r" t="t"/>
                  <a:pathLst>
                    <a:path extrusionOk="0" fill="none" h="7174" w="11045">
                      <a:moveTo>
                        <a:pt x="0" y="1597"/>
                      </a:moveTo>
                      <a:cubicBezTo>
                        <a:pt x="242" y="1743"/>
                        <a:pt x="3532" y="7174"/>
                        <a:pt x="3532" y="7174"/>
                      </a:cubicBezTo>
                      <a:lnTo>
                        <a:pt x="6290" y="3315"/>
                      </a:lnTo>
                      <a:lnTo>
                        <a:pt x="11044" y="1"/>
                      </a:lnTo>
                      <a:close/>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0" name="Google Shape;3700;p60"/>
                <p:cNvSpPr/>
                <p:nvPr/>
              </p:nvSpPr>
              <p:spPr>
                <a:xfrm>
                  <a:off x="4746712" y="3145334"/>
                  <a:ext cx="49479" cy="13520"/>
                </a:xfrm>
                <a:custGeom>
                  <a:rect b="b" l="l" r="r" t="t"/>
                  <a:pathLst>
                    <a:path extrusionOk="0" fill="none" h="1719" w="6291">
                      <a:moveTo>
                        <a:pt x="0" y="0"/>
                      </a:moveTo>
                      <a:lnTo>
                        <a:pt x="6290" y="1718"/>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01" name="Google Shape;3701;p60"/>
              <p:cNvGrpSpPr/>
              <p:nvPr/>
            </p:nvGrpSpPr>
            <p:grpSpPr>
              <a:xfrm>
                <a:off x="4773634" y="3143336"/>
                <a:ext cx="37776" cy="32451"/>
                <a:chOff x="4773634" y="3143336"/>
                <a:chExt cx="37776" cy="32451"/>
              </a:xfrm>
            </p:grpSpPr>
            <p:sp>
              <p:nvSpPr>
                <p:cNvPr id="3702" name="Google Shape;3702;p60"/>
                <p:cNvSpPr/>
                <p:nvPr/>
              </p:nvSpPr>
              <p:spPr>
                <a:xfrm>
                  <a:off x="4773634" y="3143336"/>
                  <a:ext cx="37776" cy="32451"/>
                </a:xfrm>
                <a:custGeom>
                  <a:rect b="b" l="l" r="r" t="t"/>
                  <a:pathLst>
                    <a:path extrusionOk="0" h="4126" w="4803">
                      <a:moveTo>
                        <a:pt x="2730" y="0"/>
                      </a:moveTo>
                      <a:cubicBezTo>
                        <a:pt x="2226" y="0"/>
                        <a:pt x="1713" y="187"/>
                        <a:pt x="1295" y="605"/>
                      </a:cubicBezTo>
                      <a:cubicBezTo>
                        <a:pt x="1" y="1900"/>
                        <a:pt x="920" y="4125"/>
                        <a:pt x="2746" y="4125"/>
                      </a:cubicBezTo>
                      <a:cubicBezTo>
                        <a:pt x="3884" y="4125"/>
                        <a:pt x="4803" y="3206"/>
                        <a:pt x="4803" y="2069"/>
                      </a:cubicBezTo>
                      <a:cubicBezTo>
                        <a:pt x="4803" y="824"/>
                        <a:pt x="3788"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3" name="Google Shape;3703;p60"/>
                <p:cNvSpPr/>
                <p:nvPr/>
              </p:nvSpPr>
              <p:spPr>
                <a:xfrm>
                  <a:off x="4788664" y="3153041"/>
                  <a:ext cx="13048" cy="13040"/>
                </a:xfrm>
                <a:custGeom>
                  <a:rect b="b" l="l" r="r" t="t"/>
                  <a:pathLst>
                    <a:path extrusionOk="0" h="1658" w="1659">
                      <a:moveTo>
                        <a:pt x="835" y="0"/>
                      </a:moveTo>
                      <a:cubicBezTo>
                        <a:pt x="376" y="0"/>
                        <a:pt x="1" y="375"/>
                        <a:pt x="1" y="835"/>
                      </a:cubicBezTo>
                      <a:cubicBezTo>
                        <a:pt x="1" y="1295"/>
                        <a:pt x="376" y="1657"/>
                        <a:pt x="835" y="1657"/>
                      </a:cubicBezTo>
                      <a:cubicBezTo>
                        <a:pt x="1295" y="1657"/>
                        <a:pt x="1658" y="1295"/>
                        <a:pt x="1658" y="835"/>
                      </a:cubicBezTo>
                      <a:cubicBezTo>
                        <a:pt x="1658" y="375"/>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04" name="Google Shape;3704;p60"/>
              <p:cNvGrpSpPr/>
              <p:nvPr/>
            </p:nvGrpSpPr>
            <p:grpSpPr>
              <a:xfrm>
                <a:off x="4724163" y="3131248"/>
                <a:ext cx="37776" cy="32459"/>
                <a:chOff x="4724163" y="3131248"/>
                <a:chExt cx="37776" cy="32459"/>
              </a:xfrm>
            </p:grpSpPr>
            <p:sp>
              <p:nvSpPr>
                <p:cNvPr id="3705" name="Google Shape;3705;p60"/>
                <p:cNvSpPr/>
                <p:nvPr/>
              </p:nvSpPr>
              <p:spPr>
                <a:xfrm>
                  <a:off x="4724163" y="3131248"/>
                  <a:ext cx="37776" cy="32459"/>
                </a:xfrm>
                <a:custGeom>
                  <a:rect b="b" l="l" r="r" t="t"/>
                  <a:pathLst>
                    <a:path extrusionOk="0" h="4127" w="4803">
                      <a:moveTo>
                        <a:pt x="2730" y="1"/>
                      </a:moveTo>
                      <a:cubicBezTo>
                        <a:pt x="2226" y="1"/>
                        <a:pt x="1712" y="188"/>
                        <a:pt x="1295" y="606"/>
                      </a:cubicBezTo>
                      <a:cubicBezTo>
                        <a:pt x="0" y="1900"/>
                        <a:pt x="920" y="4114"/>
                        <a:pt x="2746" y="4126"/>
                      </a:cubicBezTo>
                      <a:cubicBezTo>
                        <a:pt x="3883" y="4114"/>
                        <a:pt x="4803" y="3195"/>
                        <a:pt x="4803" y="2070"/>
                      </a:cubicBezTo>
                      <a:cubicBezTo>
                        <a:pt x="4803" y="824"/>
                        <a:pt x="3787" y="1"/>
                        <a:pt x="273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6" name="Google Shape;3706;p60"/>
                <p:cNvSpPr/>
                <p:nvPr/>
              </p:nvSpPr>
              <p:spPr>
                <a:xfrm>
                  <a:off x="4739288" y="3140953"/>
                  <a:ext cx="13040" cy="13048"/>
                </a:xfrm>
                <a:custGeom>
                  <a:rect b="b" l="l" r="r" t="t"/>
                  <a:pathLst>
                    <a:path extrusionOk="0" h="1659" w="1658">
                      <a:moveTo>
                        <a:pt x="823" y="1"/>
                      </a:moveTo>
                      <a:cubicBezTo>
                        <a:pt x="363" y="1"/>
                        <a:pt x="1" y="376"/>
                        <a:pt x="1" y="823"/>
                      </a:cubicBezTo>
                      <a:cubicBezTo>
                        <a:pt x="1" y="1283"/>
                        <a:pt x="363"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07" name="Google Shape;3707;p60"/>
              <p:cNvGrpSpPr/>
              <p:nvPr/>
            </p:nvGrpSpPr>
            <p:grpSpPr>
              <a:xfrm>
                <a:off x="4755081" y="3176054"/>
                <a:ext cx="32357" cy="27795"/>
                <a:chOff x="4755081" y="3176054"/>
                <a:chExt cx="32357" cy="27795"/>
              </a:xfrm>
            </p:grpSpPr>
            <p:sp>
              <p:nvSpPr>
                <p:cNvPr id="3708" name="Google Shape;3708;p60"/>
                <p:cNvSpPr/>
                <p:nvPr/>
              </p:nvSpPr>
              <p:spPr>
                <a:xfrm>
                  <a:off x="4755081" y="3176054"/>
                  <a:ext cx="32357" cy="27795"/>
                </a:xfrm>
                <a:custGeom>
                  <a:rect b="b" l="l" r="r" t="t"/>
                  <a:pathLst>
                    <a:path extrusionOk="0" h="3534" w="4114">
                      <a:moveTo>
                        <a:pt x="2338" y="0"/>
                      </a:moveTo>
                      <a:cubicBezTo>
                        <a:pt x="1904" y="0"/>
                        <a:pt x="1462" y="162"/>
                        <a:pt x="1101" y="522"/>
                      </a:cubicBezTo>
                      <a:cubicBezTo>
                        <a:pt x="1" y="1635"/>
                        <a:pt x="787" y="3534"/>
                        <a:pt x="2360" y="3534"/>
                      </a:cubicBezTo>
                      <a:cubicBezTo>
                        <a:pt x="3327" y="3534"/>
                        <a:pt x="4114" y="2735"/>
                        <a:pt x="4114" y="1768"/>
                      </a:cubicBezTo>
                      <a:cubicBezTo>
                        <a:pt x="4114" y="704"/>
                        <a:pt x="3245" y="0"/>
                        <a:pt x="233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9" name="Google Shape;3709;p60"/>
                <p:cNvSpPr/>
                <p:nvPr/>
              </p:nvSpPr>
              <p:spPr>
                <a:xfrm>
                  <a:off x="4767924" y="3185768"/>
                  <a:ext cx="9902" cy="8392"/>
                </a:xfrm>
                <a:custGeom>
                  <a:rect b="b" l="l" r="r" t="t"/>
                  <a:pathLst>
                    <a:path extrusionOk="0" h="1067" w="1259">
                      <a:moveTo>
                        <a:pt x="714" y="0"/>
                      </a:moveTo>
                      <a:cubicBezTo>
                        <a:pt x="243" y="0"/>
                        <a:pt x="1" y="569"/>
                        <a:pt x="339" y="908"/>
                      </a:cubicBezTo>
                      <a:cubicBezTo>
                        <a:pt x="449" y="1017"/>
                        <a:pt x="584" y="1066"/>
                        <a:pt x="716" y="1066"/>
                      </a:cubicBezTo>
                      <a:cubicBezTo>
                        <a:pt x="993" y="1066"/>
                        <a:pt x="1259" y="852"/>
                        <a:pt x="1259" y="533"/>
                      </a:cubicBezTo>
                      <a:cubicBezTo>
                        <a:pt x="1259" y="230"/>
                        <a:pt x="1017" y="0"/>
                        <a:pt x="71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10" name="Google Shape;3710;p60"/>
              <p:cNvGrpSpPr/>
              <p:nvPr/>
            </p:nvGrpSpPr>
            <p:grpSpPr>
              <a:xfrm>
                <a:off x="4812550" y="3119631"/>
                <a:ext cx="32451" cy="27803"/>
                <a:chOff x="4812550" y="3119631"/>
                <a:chExt cx="32451" cy="27803"/>
              </a:xfrm>
            </p:grpSpPr>
            <p:sp>
              <p:nvSpPr>
                <p:cNvPr id="3711" name="Google Shape;3711;p60"/>
                <p:cNvSpPr/>
                <p:nvPr/>
              </p:nvSpPr>
              <p:spPr>
                <a:xfrm>
                  <a:off x="4812550" y="3119631"/>
                  <a:ext cx="32451" cy="27803"/>
                </a:xfrm>
                <a:custGeom>
                  <a:rect b="b" l="l" r="r" t="t"/>
                  <a:pathLst>
                    <a:path extrusionOk="0" h="3535" w="4126">
                      <a:moveTo>
                        <a:pt x="2350" y="1"/>
                      </a:moveTo>
                      <a:cubicBezTo>
                        <a:pt x="1916" y="1"/>
                        <a:pt x="1473" y="162"/>
                        <a:pt x="1113" y="522"/>
                      </a:cubicBezTo>
                      <a:cubicBezTo>
                        <a:pt x="0" y="1635"/>
                        <a:pt x="798" y="3534"/>
                        <a:pt x="2371" y="3534"/>
                      </a:cubicBezTo>
                      <a:cubicBezTo>
                        <a:pt x="3339" y="3534"/>
                        <a:pt x="4125" y="2748"/>
                        <a:pt x="4125" y="1768"/>
                      </a:cubicBezTo>
                      <a:cubicBezTo>
                        <a:pt x="4125" y="705"/>
                        <a:pt x="3256" y="1"/>
                        <a:pt x="235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2" name="Google Shape;3712;p60"/>
                <p:cNvSpPr/>
                <p:nvPr/>
              </p:nvSpPr>
              <p:spPr>
                <a:xfrm>
                  <a:off x="4826912" y="3129352"/>
                  <a:ext cx="8478" cy="8376"/>
                </a:xfrm>
                <a:custGeom>
                  <a:rect b="b" l="l" r="r" t="t"/>
                  <a:pathLst>
                    <a:path extrusionOk="0" h="1065" w="1078">
                      <a:moveTo>
                        <a:pt x="533" y="0"/>
                      </a:moveTo>
                      <a:cubicBezTo>
                        <a:pt x="243" y="0"/>
                        <a:pt x="1" y="242"/>
                        <a:pt x="1" y="532"/>
                      </a:cubicBezTo>
                      <a:cubicBezTo>
                        <a:pt x="1" y="835"/>
                        <a:pt x="243" y="1065"/>
                        <a:pt x="533" y="1065"/>
                      </a:cubicBezTo>
                      <a:cubicBezTo>
                        <a:pt x="835" y="1065"/>
                        <a:pt x="1077" y="835"/>
                        <a:pt x="1077" y="532"/>
                      </a:cubicBezTo>
                      <a:cubicBezTo>
                        <a:pt x="1077" y="242"/>
                        <a:pt x="835" y="0"/>
                        <a:pt x="53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713" name="Google Shape;3713;p60"/>
            <p:cNvGrpSpPr/>
            <p:nvPr/>
          </p:nvGrpSpPr>
          <p:grpSpPr>
            <a:xfrm>
              <a:off x="5382826" y="4027197"/>
              <a:ext cx="268967" cy="250422"/>
              <a:chOff x="5382826" y="4027197"/>
              <a:chExt cx="268967" cy="250422"/>
            </a:xfrm>
          </p:grpSpPr>
          <p:grpSp>
            <p:nvGrpSpPr>
              <p:cNvPr id="3714" name="Google Shape;3714;p60"/>
              <p:cNvGrpSpPr/>
              <p:nvPr/>
            </p:nvGrpSpPr>
            <p:grpSpPr>
              <a:xfrm>
                <a:off x="5405280" y="4042510"/>
                <a:ext cx="237570" cy="218647"/>
                <a:chOff x="5405280" y="4042510"/>
                <a:chExt cx="237570" cy="218647"/>
              </a:xfrm>
            </p:grpSpPr>
            <p:sp>
              <p:nvSpPr>
                <p:cNvPr id="3715" name="Google Shape;3715;p60"/>
                <p:cNvSpPr/>
                <p:nvPr/>
              </p:nvSpPr>
              <p:spPr>
                <a:xfrm>
                  <a:off x="5405280" y="4042510"/>
                  <a:ext cx="144999" cy="173832"/>
                </a:xfrm>
                <a:custGeom>
                  <a:rect b="b" l="l" r="r" t="t"/>
                  <a:pathLst>
                    <a:path extrusionOk="0" fill="none" h="22102" w="18436">
                      <a:moveTo>
                        <a:pt x="0" y="12037"/>
                      </a:moveTo>
                      <a:cubicBezTo>
                        <a:pt x="702" y="12073"/>
                        <a:pt x="12302" y="22101"/>
                        <a:pt x="12302" y="22101"/>
                      </a:cubicBezTo>
                      <a:lnTo>
                        <a:pt x="11819" y="13005"/>
                      </a:lnTo>
                      <a:lnTo>
                        <a:pt x="18435" y="1"/>
                      </a:lnTo>
                      <a:lnTo>
                        <a:pt x="0" y="1252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6" name="Google Shape;3716;p60"/>
                <p:cNvSpPr/>
                <p:nvPr/>
              </p:nvSpPr>
              <p:spPr>
                <a:xfrm>
                  <a:off x="5502036" y="4125093"/>
                  <a:ext cx="134350" cy="135585"/>
                </a:xfrm>
                <a:custGeom>
                  <a:rect b="b" l="l" r="r" t="t"/>
                  <a:pathLst>
                    <a:path extrusionOk="0" fill="none" h="17239" w="17082">
                      <a:moveTo>
                        <a:pt x="13513" y="17239"/>
                      </a:moveTo>
                      <a:lnTo>
                        <a:pt x="12690" y="8614"/>
                      </a:lnTo>
                      <a:lnTo>
                        <a:pt x="17081" y="1"/>
                      </a:lnTo>
                      <a:lnTo>
                        <a:pt x="0" y="2021"/>
                      </a:lnTo>
                      <a:close/>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7" name="Google Shape;3717;p60"/>
                <p:cNvSpPr/>
                <p:nvPr/>
              </p:nvSpPr>
              <p:spPr>
                <a:xfrm>
                  <a:off x="5543704" y="4042990"/>
                  <a:ext cx="99146" cy="81639"/>
                </a:xfrm>
                <a:custGeom>
                  <a:rect b="b" l="l" r="r" t="t"/>
                  <a:pathLst>
                    <a:path extrusionOk="0" fill="none" h="10380" w="12606">
                      <a:moveTo>
                        <a:pt x="1" y="0"/>
                      </a:moveTo>
                      <a:lnTo>
                        <a:pt x="12606" y="1037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8" name="Google Shape;3718;p60"/>
                <p:cNvSpPr/>
                <p:nvPr/>
              </p:nvSpPr>
              <p:spPr>
                <a:xfrm>
                  <a:off x="5501941" y="4140980"/>
                  <a:ext cx="103708" cy="51862"/>
                </a:xfrm>
                <a:custGeom>
                  <a:rect b="b" l="l" r="r" t="t"/>
                  <a:pathLst>
                    <a:path extrusionOk="0" fill="none" h="6594" w="13186">
                      <a:moveTo>
                        <a:pt x="13186" y="6594"/>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9" name="Google Shape;3719;p60"/>
                <p:cNvSpPr/>
                <p:nvPr/>
              </p:nvSpPr>
              <p:spPr>
                <a:xfrm>
                  <a:off x="5495854" y="4211010"/>
                  <a:ext cx="105989" cy="50147"/>
                </a:xfrm>
                <a:custGeom>
                  <a:rect b="b" l="l" r="r" t="t"/>
                  <a:pathLst>
                    <a:path extrusionOk="0" fill="none" h="6376" w="13476">
                      <a:moveTo>
                        <a:pt x="0" y="0"/>
                      </a:moveTo>
                      <a:lnTo>
                        <a:pt x="13476" y="637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0" name="Google Shape;3720;p60"/>
                <p:cNvSpPr/>
                <p:nvPr/>
              </p:nvSpPr>
              <p:spPr>
                <a:xfrm>
                  <a:off x="5405280" y="4134420"/>
                  <a:ext cx="96669" cy="6567"/>
                </a:xfrm>
                <a:custGeom>
                  <a:rect b="b" l="l" r="r" t="t"/>
                  <a:pathLst>
                    <a:path extrusionOk="0" fill="none" h="835" w="12291">
                      <a:moveTo>
                        <a:pt x="12290" y="835"/>
                      </a:moveTo>
                      <a:lnTo>
                        <a:pt x="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21" name="Google Shape;3721;p60"/>
              <p:cNvGrpSpPr/>
              <p:nvPr/>
            </p:nvGrpSpPr>
            <p:grpSpPr>
              <a:xfrm>
                <a:off x="5382826" y="4125549"/>
                <a:ext cx="37776" cy="32380"/>
                <a:chOff x="5382826" y="4125549"/>
                <a:chExt cx="37776" cy="32380"/>
              </a:xfrm>
            </p:grpSpPr>
            <p:sp>
              <p:nvSpPr>
                <p:cNvPr id="3722" name="Google Shape;3722;p60"/>
                <p:cNvSpPr/>
                <p:nvPr/>
              </p:nvSpPr>
              <p:spPr>
                <a:xfrm>
                  <a:off x="5382826" y="4125549"/>
                  <a:ext cx="37776" cy="32380"/>
                </a:xfrm>
                <a:custGeom>
                  <a:rect b="b" l="l" r="r" t="t"/>
                  <a:pathLst>
                    <a:path extrusionOk="0" h="4117" w="4803">
                      <a:moveTo>
                        <a:pt x="2734" y="0"/>
                      </a:moveTo>
                      <a:cubicBezTo>
                        <a:pt x="2229" y="0"/>
                        <a:pt x="1714" y="188"/>
                        <a:pt x="1295" y="608"/>
                      </a:cubicBezTo>
                      <a:cubicBezTo>
                        <a:pt x="0" y="1902"/>
                        <a:pt x="907" y="4116"/>
                        <a:pt x="2746" y="4116"/>
                      </a:cubicBezTo>
                      <a:cubicBezTo>
                        <a:pt x="3871" y="4116"/>
                        <a:pt x="4790" y="3197"/>
                        <a:pt x="4803" y="2060"/>
                      </a:cubicBezTo>
                      <a:cubicBezTo>
                        <a:pt x="4794" y="817"/>
                        <a:pt x="3787" y="0"/>
                        <a:pt x="273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3" name="Google Shape;3723;p60"/>
                <p:cNvSpPr/>
                <p:nvPr/>
              </p:nvSpPr>
              <p:spPr>
                <a:xfrm>
                  <a:off x="5395669" y="4135176"/>
                  <a:ext cx="15227" cy="13072"/>
                </a:xfrm>
                <a:custGeom>
                  <a:rect b="b" l="l" r="r" t="t"/>
                  <a:pathLst>
                    <a:path extrusionOk="0" h="1662" w="1936">
                      <a:moveTo>
                        <a:pt x="1113" y="1"/>
                      </a:moveTo>
                      <a:cubicBezTo>
                        <a:pt x="375" y="1"/>
                        <a:pt x="0" y="896"/>
                        <a:pt x="520" y="1416"/>
                      </a:cubicBezTo>
                      <a:cubicBezTo>
                        <a:pt x="689" y="1585"/>
                        <a:pt x="898" y="1661"/>
                        <a:pt x="1103" y="1661"/>
                      </a:cubicBezTo>
                      <a:cubicBezTo>
                        <a:pt x="1528" y="1661"/>
                        <a:pt x="1936" y="1334"/>
                        <a:pt x="1936" y="836"/>
                      </a:cubicBezTo>
                      <a:cubicBezTo>
                        <a:pt x="1936" y="376"/>
                        <a:pt x="1561" y="1"/>
                        <a:pt x="111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24" name="Google Shape;3724;p60"/>
              <p:cNvGrpSpPr/>
              <p:nvPr/>
            </p:nvGrpSpPr>
            <p:grpSpPr>
              <a:xfrm>
                <a:off x="5475680" y="4195587"/>
                <a:ext cx="37783" cy="32364"/>
                <a:chOff x="5475680" y="4195587"/>
                <a:chExt cx="37783" cy="32364"/>
              </a:xfrm>
            </p:grpSpPr>
            <p:sp>
              <p:nvSpPr>
                <p:cNvPr id="3725" name="Google Shape;3725;p60"/>
                <p:cNvSpPr/>
                <p:nvPr/>
              </p:nvSpPr>
              <p:spPr>
                <a:xfrm>
                  <a:off x="5475680" y="4195587"/>
                  <a:ext cx="37783" cy="32364"/>
                </a:xfrm>
                <a:custGeom>
                  <a:rect b="b" l="l" r="r" t="t"/>
                  <a:pathLst>
                    <a:path extrusionOk="0" h="4115" w="4804">
                      <a:moveTo>
                        <a:pt x="2732" y="1"/>
                      </a:moveTo>
                      <a:cubicBezTo>
                        <a:pt x="2228" y="1"/>
                        <a:pt x="1713" y="188"/>
                        <a:pt x="1295" y="606"/>
                      </a:cubicBezTo>
                      <a:cubicBezTo>
                        <a:pt x="1" y="1901"/>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6" name="Google Shape;3726;p60"/>
                <p:cNvSpPr/>
                <p:nvPr/>
              </p:nvSpPr>
              <p:spPr>
                <a:xfrm>
                  <a:off x="5488523" y="4205300"/>
                  <a:ext cx="15329" cy="13040"/>
                </a:xfrm>
                <a:custGeom>
                  <a:rect b="b" l="l" r="r" t="t"/>
                  <a:pathLst>
                    <a:path extrusionOk="0" h="1658" w="1949">
                      <a:moveTo>
                        <a:pt x="1114" y="0"/>
                      </a:moveTo>
                      <a:cubicBezTo>
                        <a:pt x="376" y="0"/>
                        <a:pt x="1" y="883"/>
                        <a:pt x="533" y="1416"/>
                      </a:cubicBezTo>
                      <a:cubicBezTo>
                        <a:pt x="700" y="1583"/>
                        <a:pt x="905" y="1657"/>
                        <a:pt x="1106" y="1657"/>
                      </a:cubicBezTo>
                      <a:cubicBezTo>
                        <a:pt x="1531" y="1657"/>
                        <a:pt x="1940" y="1324"/>
                        <a:pt x="1948" y="823"/>
                      </a:cubicBezTo>
                      <a:cubicBezTo>
                        <a:pt x="1948" y="363"/>
                        <a:pt x="1573" y="0"/>
                        <a:pt x="111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27" name="Google Shape;3727;p60"/>
              <p:cNvGrpSpPr/>
              <p:nvPr/>
            </p:nvGrpSpPr>
            <p:grpSpPr>
              <a:xfrm>
                <a:off x="5532575" y="4027197"/>
                <a:ext cx="33308" cy="32262"/>
                <a:chOff x="5532575" y="4027197"/>
                <a:chExt cx="33308" cy="32262"/>
              </a:xfrm>
            </p:grpSpPr>
            <p:sp>
              <p:nvSpPr>
                <p:cNvPr id="3728" name="Google Shape;3728;p60"/>
                <p:cNvSpPr/>
                <p:nvPr/>
              </p:nvSpPr>
              <p:spPr>
                <a:xfrm>
                  <a:off x="5532575" y="4027197"/>
                  <a:ext cx="33308" cy="32262"/>
                </a:xfrm>
                <a:custGeom>
                  <a:rect b="b" l="l" r="r" t="t"/>
                  <a:pathLst>
                    <a:path extrusionOk="0" h="4102" w="4235">
                      <a:moveTo>
                        <a:pt x="1984" y="0"/>
                      </a:moveTo>
                      <a:cubicBezTo>
                        <a:pt x="871" y="49"/>
                        <a:pt x="0" y="1004"/>
                        <a:pt x="37" y="2117"/>
                      </a:cubicBezTo>
                      <a:cubicBezTo>
                        <a:pt x="73" y="3227"/>
                        <a:pt x="980" y="4101"/>
                        <a:pt x="2084" y="4101"/>
                      </a:cubicBezTo>
                      <a:cubicBezTo>
                        <a:pt x="2099" y="4101"/>
                        <a:pt x="2114" y="4101"/>
                        <a:pt x="2130" y="4101"/>
                      </a:cubicBezTo>
                      <a:lnTo>
                        <a:pt x="2275" y="4101"/>
                      </a:lnTo>
                      <a:cubicBezTo>
                        <a:pt x="3375" y="4028"/>
                        <a:pt x="4234" y="3085"/>
                        <a:pt x="4186" y="1984"/>
                      </a:cubicBezTo>
                      <a:cubicBezTo>
                        <a:pt x="4150" y="871"/>
                        <a:pt x="3242" y="0"/>
                        <a:pt x="21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9" name="Google Shape;3729;p60"/>
                <p:cNvSpPr/>
                <p:nvPr/>
              </p:nvSpPr>
              <p:spPr>
                <a:xfrm>
                  <a:off x="5540661" y="4036792"/>
                  <a:ext cx="15502" cy="13064"/>
                </a:xfrm>
                <a:custGeom>
                  <a:rect b="b" l="l" r="r" t="t"/>
                  <a:pathLst>
                    <a:path extrusionOk="0" h="1661" w="1971">
                      <a:moveTo>
                        <a:pt x="1098" y="1"/>
                      </a:moveTo>
                      <a:cubicBezTo>
                        <a:pt x="1083" y="1"/>
                        <a:pt x="1068" y="1"/>
                        <a:pt x="1053" y="2"/>
                      </a:cubicBezTo>
                      <a:cubicBezTo>
                        <a:pt x="315" y="50"/>
                        <a:pt x="1" y="970"/>
                        <a:pt x="557" y="1453"/>
                      </a:cubicBezTo>
                      <a:cubicBezTo>
                        <a:pt x="721" y="1596"/>
                        <a:pt x="913" y="1660"/>
                        <a:pt x="1100" y="1660"/>
                      </a:cubicBezTo>
                      <a:cubicBezTo>
                        <a:pt x="1548" y="1660"/>
                        <a:pt x="1970" y="1296"/>
                        <a:pt x="1936" y="776"/>
                      </a:cubicBezTo>
                      <a:cubicBezTo>
                        <a:pt x="1901" y="332"/>
                        <a:pt x="1527" y="1"/>
                        <a:pt x="109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30" name="Google Shape;3730;p60"/>
              <p:cNvGrpSpPr/>
              <p:nvPr/>
            </p:nvGrpSpPr>
            <p:grpSpPr>
              <a:xfrm>
                <a:off x="5590706" y="4245348"/>
                <a:ext cx="33497" cy="32270"/>
                <a:chOff x="5590706" y="4245348"/>
                <a:chExt cx="33497" cy="32270"/>
              </a:xfrm>
            </p:grpSpPr>
            <p:sp>
              <p:nvSpPr>
                <p:cNvPr id="3731" name="Google Shape;3731;p60"/>
                <p:cNvSpPr/>
                <p:nvPr/>
              </p:nvSpPr>
              <p:spPr>
                <a:xfrm>
                  <a:off x="5590706" y="4245348"/>
                  <a:ext cx="33497" cy="32270"/>
                </a:xfrm>
                <a:custGeom>
                  <a:rect b="b" l="l" r="r" t="t"/>
                  <a:pathLst>
                    <a:path extrusionOk="0" h="4103" w="4259">
                      <a:moveTo>
                        <a:pt x="2175" y="0"/>
                      </a:moveTo>
                      <a:cubicBezTo>
                        <a:pt x="2160" y="0"/>
                        <a:pt x="2145" y="1"/>
                        <a:pt x="2130" y="1"/>
                      </a:cubicBezTo>
                      <a:lnTo>
                        <a:pt x="1984" y="1"/>
                      </a:lnTo>
                      <a:cubicBezTo>
                        <a:pt x="872" y="49"/>
                        <a:pt x="1" y="993"/>
                        <a:pt x="37" y="2118"/>
                      </a:cubicBezTo>
                      <a:cubicBezTo>
                        <a:pt x="73" y="3228"/>
                        <a:pt x="980" y="4102"/>
                        <a:pt x="2085" y="4102"/>
                      </a:cubicBezTo>
                      <a:cubicBezTo>
                        <a:pt x="2100" y="4102"/>
                        <a:pt x="2115" y="4102"/>
                        <a:pt x="2130" y="4102"/>
                      </a:cubicBezTo>
                      <a:lnTo>
                        <a:pt x="2275" y="4102"/>
                      </a:lnTo>
                      <a:cubicBezTo>
                        <a:pt x="3388" y="4041"/>
                        <a:pt x="4259" y="3098"/>
                        <a:pt x="4222" y="1985"/>
                      </a:cubicBezTo>
                      <a:cubicBezTo>
                        <a:pt x="4175" y="875"/>
                        <a:pt x="3279" y="0"/>
                        <a:pt x="217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2" name="Google Shape;3732;p60"/>
                <p:cNvSpPr/>
                <p:nvPr/>
              </p:nvSpPr>
              <p:spPr>
                <a:xfrm>
                  <a:off x="5598791" y="4254944"/>
                  <a:ext cx="15408" cy="13048"/>
                </a:xfrm>
                <a:custGeom>
                  <a:rect b="b" l="l" r="r" t="t"/>
                  <a:pathLst>
                    <a:path extrusionOk="0" h="1659" w="1959">
                      <a:moveTo>
                        <a:pt x="1106" y="0"/>
                      </a:moveTo>
                      <a:cubicBezTo>
                        <a:pt x="1085" y="0"/>
                        <a:pt x="1063" y="1"/>
                        <a:pt x="1041" y="3"/>
                      </a:cubicBezTo>
                      <a:cubicBezTo>
                        <a:pt x="303" y="51"/>
                        <a:pt x="1" y="970"/>
                        <a:pt x="557" y="1454"/>
                      </a:cubicBezTo>
                      <a:cubicBezTo>
                        <a:pt x="720" y="1596"/>
                        <a:pt x="909" y="1659"/>
                        <a:pt x="1093" y="1659"/>
                      </a:cubicBezTo>
                      <a:cubicBezTo>
                        <a:pt x="1538" y="1659"/>
                        <a:pt x="1958" y="1290"/>
                        <a:pt x="1924" y="777"/>
                      </a:cubicBezTo>
                      <a:cubicBezTo>
                        <a:pt x="1901" y="339"/>
                        <a:pt x="1538" y="0"/>
                        <a:pt x="110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33" name="Google Shape;3733;p60"/>
              <p:cNvGrpSpPr/>
              <p:nvPr/>
            </p:nvGrpSpPr>
            <p:grpSpPr>
              <a:xfrm>
                <a:off x="5618681" y="4109677"/>
                <a:ext cx="33112" cy="32357"/>
                <a:chOff x="5618681" y="4109677"/>
                <a:chExt cx="33112" cy="32357"/>
              </a:xfrm>
            </p:grpSpPr>
            <p:sp>
              <p:nvSpPr>
                <p:cNvPr id="3734" name="Google Shape;3734;p60"/>
                <p:cNvSpPr/>
                <p:nvPr/>
              </p:nvSpPr>
              <p:spPr>
                <a:xfrm>
                  <a:off x="5618681" y="4109677"/>
                  <a:ext cx="33112" cy="32357"/>
                </a:xfrm>
                <a:custGeom>
                  <a:rect b="b" l="l" r="r" t="t"/>
                  <a:pathLst>
                    <a:path extrusionOk="0" h="4114" w="4210">
                      <a:moveTo>
                        <a:pt x="1984" y="1"/>
                      </a:moveTo>
                      <a:cubicBezTo>
                        <a:pt x="871" y="61"/>
                        <a:pt x="0" y="1005"/>
                        <a:pt x="36" y="2130"/>
                      </a:cubicBezTo>
                      <a:cubicBezTo>
                        <a:pt x="84" y="3235"/>
                        <a:pt x="992" y="4114"/>
                        <a:pt x="2106" y="4114"/>
                      </a:cubicBezTo>
                      <a:cubicBezTo>
                        <a:pt x="2114" y="4114"/>
                        <a:pt x="2121" y="4114"/>
                        <a:pt x="2129" y="4114"/>
                      </a:cubicBezTo>
                      <a:lnTo>
                        <a:pt x="2274" y="4114"/>
                      </a:lnTo>
                      <a:cubicBezTo>
                        <a:pt x="3375" y="4029"/>
                        <a:pt x="4210" y="3086"/>
                        <a:pt x="4173" y="1985"/>
                      </a:cubicBezTo>
                      <a:cubicBezTo>
                        <a:pt x="4137" y="884"/>
                        <a:pt x="3230" y="13"/>
                        <a:pt x="2129"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5" name="Google Shape;3735;p60"/>
                <p:cNvSpPr/>
                <p:nvPr/>
              </p:nvSpPr>
              <p:spPr>
                <a:xfrm>
                  <a:off x="5626767" y="4119280"/>
                  <a:ext cx="15494" cy="13056"/>
                </a:xfrm>
                <a:custGeom>
                  <a:rect b="b" l="l" r="r" t="t"/>
                  <a:pathLst>
                    <a:path extrusionOk="0" h="1660" w="1970">
                      <a:moveTo>
                        <a:pt x="1098" y="1"/>
                      </a:moveTo>
                      <a:cubicBezTo>
                        <a:pt x="1083" y="1"/>
                        <a:pt x="1068" y="1"/>
                        <a:pt x="1053" y="2"/>
                      </a:cubicBezTo>
                      <a:cubicBezTo>
                        <a:pt x="315" y="62"/>
                        <a:pt x="0" y="970"/>
                        <a:pt x="557" y="1453"/>
                      </a:cubicBezTo>
                      <a:cubicBezTo>
                        <a:pt x="721" y="1596"/>
                        <a:pt x="913" y="1660"/>
                        <a:pt x="1100" y="1660"/>
                      </a:cubicBezTo>
                      <a:cubicBezTo>
                        <a:pt x="1547" y="1660"/>
                        <a:pt x="1970" y="1296"/>
                        <a:pt x="1936" y="776"/>
                      </a:cubicBezTo>
                      <a:cubicBezTo>
                        <a:pt x="1901" y="332"/>
                        <a:pt x="1527" y="1"/>
                        <a:pt x="109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36" name="Google Shape;3736;p60"/>
              <p:cNvGrpSpPr/>
              <p:nvPr/>
            </p:nvGrpSpPr>
            <p:grpSpPr>
              <a:xfrm>
                <a:off x="5479298" y="4128262"/>
                <a:ext cx="31405" cy="26906"/>
                <a:chOff x="5479298" y="4128262"/>
                <a:chExt cx="31405" cy="26906"/>
              </a:xfrm>
            </p:grpSpPr>
            <p:sp>
              <p:nvSpPr>
                <p:cNvPr id="3737" name="Google Shape;3737;p60"/>
                <p:cNvSpPr/>
                <p:nvPr/>
              </p:nvSpPr>
              <p:spPr>
                <a:xfrm>
                  <a:off x="5479298" y="4128262"/>
                  <a:ext cx="31405" cy="26906"/>
                </a:xfrm>
                <a:custGeom>
                  <a:rect b="b" l="l" r="r" t="t"/>
                  <a:pathLst>
                    <a:path extrusionOk="0" h="3421" w="3993">
                      <a:moveTo>
                        <a:pt x="2273" y="1"/>
                      </a:moveTo>
                      <a:cubicBezTo>
                        <a:pt x="1853" y="1"/>
                        <a:pt x="1425" y="157"/>
                        <a:pt x="1077" y="505"/>
                      </a:cubicBezTo>
                      <a:cubicBezTo>
                        <a:pt x="0" y="1582"/>
                        <a:pt x="762" y="3420"/>
                        <a:pt x="2287" y="3420"/>
                      </a:cubicBezTo>
                      <a:cubicBezTo>
                        <a:pt x="3230" y="3420"/>
                        <a:pt x="3992" y="2658"/>
                        <a:pt x="3992" y="1715"/>
                      </a:cubicBezTo>
                      <a:cubicBezTo>
                        <a:pt x="3992" y="683"/>
                        <a:pt x="3150"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8" name="Google Shape;3738;p60"/>
                <p:cNvSpPr/>
                <p:nvPr/>
              </p:nvSpPr>
              <p:spPr>
                <a:xfrm>
                  <a:off x="5493471" y="4137936"/>
                  <a:ext cx="7621" cy="7621"/>
                </a:xfrm>
                <a:custGeom>
                  <a:rect b="b" l="l" r="r" t="t"/>
                  <a:pathLst>
                    <a:path extrusionOk="0" h="969" w="969">
                      <a:moveTo>
                        <a:pt x="485" y="1"/>
                      </a:moveTo>
                      <a:cubicBezTo>
                        <a:pt x="218" y="1"/>
                        <a:pt x="1" y="218"/>
                        <a:pt x="1" y="485"/>
                      </a:cubicBezTo>
                      <a:cubicBezTo>
                        <a:pt x="1" y="751"/>
                        <a:pt x="218" y="968"/>
                        <a:pt x="485" y="968"/>
                      </a:cubicBezTo>
                      <a:cubicBezTo>
                        <a:pt x="751" y="968"/>
                        <a:pt x="968" y="751"/>
                        <a:pt x="968" y="485"/>
                      </a:cubicBezTo>
                      <a:cubicBezTo>
                        <a:pt x="968" y="218"/>
                        <a:pt x="751" y="1"/>
                        <a:pt x="48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39" name="Google Shape;3739;p60"/>
              <p:cNvGrpSpPr/>
              <p:nvPr/>
            </p:nvGrpSpPr>
            <p:grpSpPr>
              <a:xfrm>
                <a:off x="5582903" y="4180116"/>
                <a:ext cx="31499" cy="26898"/>
                <a:chOff x="5582903" y="4180116"/>
                <a:chExt cx="31499" cy="26898"/>
              </a:xfrm>
            </p:grpSpPr>
            <p:sp>
              <p:nvSpPr>
                <p:cNvPr id="3740" name="Google Shape;3740;p60"/>
                <p:cNvSpPr/>
                <p:nvPr/>
              </p:nvSpPr>
              <p:spPr>
                <a:xfrm>
                  <a:off x="5582903" y="4180116"/>
                  <a:ext cx="31499" cy="26898"/>
                </a:xfrm>
                <a:custGeom>
                  <a:rect b="b" l="l" r="r" t="t"/>
                  <a:pathLst>
                    <a:path extrusionOk="0" h="3420" w="4005">
                      <a:moveTo>
                        <a:pt x="2276" y="1"/>
                      </a:moveTo>
                      <a:cubicBezTo>
                        <a:pt x="1855" y="1"/>
                        <a:pt x="1425" y="156"/>
                        <a:pt x="1077" y="505"/>
                      </a:cubicBezTo>
                      <a:cubicBezTo>
                        <a:pt x="1" y="1581"/>
                        <a:pt x="763" y="3420"/>
                        <a:pt x="2287" y="3420"/>
                      </a:cubicBezTo>
                      <a:cubicBezTo>
                        <a:pt x="3231" y="3420"/>
                        <a:pt x="4005" y="2658"/>
                        <a:pt x="4005" y="1714"/>
                      </a:cubicBezTo>
                      <a:cubicBezTo>
                        <a:pt x="4005" y="683"/>
                        <a:pt x="3157" y="1"/>
                        <a:pt x="227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1" name="Google Shape;3741;p60"/>
                <p:cNvSpPr/>
                <p:nvPr/>
              </p:nvSpPr>
              <p:spPr>
                <a:xfrm>
                  <a:off x="5597084" y="4189790"/>
                  <a:ext cx="7613" cy="7621"/>
                </a:xfrm>
                <a:custGeom>
                  <a:rect b="b" l="l" r="r" t="t"/>
                  <a:pathLst>
                    <a:path extrusionOk="0" h="969" w="968">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742" name="Google Shape;3742;p60"/>
            <p:cNvGrpSpPr/>
            <p:nvPr/>
          </p:nvGrpSpPr>
          <p:grpSpPr>
            <a:xfrm>
              <a:off x="3977681" y="3230323"/>
              <a:ext cx="94584" cy="84085"/>
              <a:chOff x="3977681" y="3230323"/>
              <a:chExt cx="94584" cy="84085"/>
            </a:xfrm>
          </p:grpSpPr>
          <p:grpSp>
            <p:nvGrpSpPr>
              <p:cNvPr id="3743" name="Google Shape;3743;p60"/>
              <p:cNvGrpSpPr/>
              <p:nvPr/>
            </p:nvGrpSpPr>
            <p:grpSpPr>
              <a:xfrm>
                <a:off x="4000135" y="3243041"/>
                <a:ext cx="59570" cy="57186"/>
                <a:chOff x="4000135" y="3243041"/>
                <a:chExt cx="59570" cy="57186"/>
              </a:xfrm>
            </p:grpSpPr>
            <p:sp>
              <p:nvSpPr>
                <p:cNvPr id="3744" name="Google Shape;3744;p60"/>
                <p:cNvSpPr/>
                <p:nvPr/>
              </p:nvSpPr>
              <p:spPr>
                <a:xfrm>
                  <a:off x="4000135" y="3243041"/>
                  <a:ext cx="59570" cy="57092"/>
                </a:xfrm>
                <a:custGeom>
                  <a:rect b="b" l="l" r="r" t="t"/>
                  <a:pathLst>
                    <a:path extrusionOk="0" fill="none" h="7259" w="7574">
                      <a:moveTo>
                        <a:pt x="1" y="2323"/>
                      </a:moveTo>
                      <a:lnTo>
                        <a:pt x="2577" y="7259"/>
                      </a:lnTo>
                      <a:lnTo>
                        <a:pt x="7573" y="4114"/>
                      </a:lnTo>
                      <a:lnTo>
                        <a:pt x="5541" y="1"/>
                      </a:lnTo>
                      <a:lnTo>
                        <a:pt x="352" y="2323"/>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5" name="Google Shape;3745;p60"/>
                <p:cNvSpPr/>
                <p:nvPr/>
              </p:nvSpPr>
              <p:spPr>
                <a:xfrm>
                  <a:off x="4024210" y="3246847"/>
                  <a:ext cx="15706" cy="53380"/>
                </a:xfrm>
                <a:custGeom>
                  <a:rect b="b" l="l" r="r" t="t"/>
                  <a:pathLst>
                    <a:path extrusionOk="0" fill="none" h="6787" w="1997">
                      <a:moveTo>
                        <a:pt x="0" y="6787"/>
                      </a:moveTo>
                      <a:lnTo>
                        <a:pt x="1996"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6" name="Google Shape;3746;p60"/>
                <p:cNvSpPr/>
                <p:nvPr/>
              </p:nvSpPr>
              <p:spPr>
                <a:xfrm>
                  <a:off x="4002896" y="3261311"/>
                  <a:ext cx="56809" cy="14086"/>
                </a:xfrm>
                <a:custGeom>
                  <a:rect b="b" l="l" r="r" t="t"/>
                  <a:pathLst>
                    <a:path extrusionOk="0" fill="none" h="1791" w="7223">
                      <a:moveTo>
                        <a:pt x="7222" y="1791"/>
                      </a:moveTo>
                      <a:lnTo>
                        <a:pt x="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47" name="Google Shape;3747;p60"/>
              <p:cNvGrpSpPr/>
              <p:nvPr/>
            </p:nvGrpSpPr>
            <p:grpSpPr>
              <a:xfrm>
                <a:off x="3977681" y="3245872"/>
                <a:ext cx="37783" cy="32380"/>
                <a:chOff x="3977681" y="3245872"/>
                <a:chExt cx="37783" cy="32380"/>
              </a:xfrm>
            </p:grpSpPr>
            <p:sp>
              <p:nvSpPr>
                <p:cNvPr id="3748" name="Google Shape;3748;p60"/>
                <p:cNvSpPr/>
                <p:nvPr/>
              </p:nvSpPr>
              <p:spPr>
                <a:xfrm>
                  <a:off x="3977681" y="3245872"/>
                  <a:ext cx="37783" cy="32380"/>
                </a:xfrm>
                <a:custGeom>
                  <a:rect b="b" l="l" r="r" t="t"/>
                  <a:pathLst>
                    <a:path extrusionOk="0" h="4117" w="4804">
                      <a:moveTo>
                        <a:pt x="2726" y="1"/>
                      </a:moveTo>
                      <a:cubicBezTo>
                        <a:pt x="2219" y="1"/>
                        <a:pt x="1703" y="189"/>
                        <a:pt x="1283" y="608"/>
                      </a:cubicBezTo>
                      <a:cubicBezTo>
                        <a:pt x="1" y="1903"/>
                        <a:pt x="908" y="4117"/>
                        <a:pt x="2747" y="4117"/>
                      </a:cubicBezTo>
                      <a:cubicBezTo>
                        <a:pt x="3872" y="4104"/>
                        <a:pt x="4791" y="3185"/>
                        <a:pt x="4803" y="2060"/>
                      </a:cubicBezTo>
                      <a:cubicBezTo>
                        <a:pt x="4795" y="818"/>
                        <a:pt x="3782" y="1"/>
                        <a:pt x="272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9" name="Google Shape;3749;p60"/>
                <p:cNvSpPr/>
                <p:nvPr/>
              </p:nvSpPr>
              <p:spPr>
                <a:xfrm>
                  <a:off x="3992718" y="3255507"/>
                  <a:ext cx="13040" cy="13040"/>
                </a:xfrm>
                <a:custGeom>
                  <a:rect b="b" l="l" r="r" t="t"/>
                  <a:pathLst>
                    <a:path extrusionOk="0" h="1658" w="1658">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50" name="Google Shape;3750;p60"/>
              <p:cNvGrpSpPr/>
              <p:nvPr/>
            </p:nvGrpSpPr>
            <p:grpSpPr>
              <a:xfrm>
                <a:off x="4040860" y="3262672"/>
                <a:ext cx="31405" cy="27001"/>
                <a:chOff x="4040860" y="3262672"/>
                <a:chExt cx="31405" cy="27001"/>
              </a:xfrm>
            </p:grpSpPr>
            <p:sp>
              <p:nvSpPr>
                <p:cNvPr id="3751" name="Google Shape;3751;p60"/>
                <p:cNvSpPr/>
                <p:nvPr/>
              </p:nvSpPr>
              <p:spPr>
                <a:xfrm>
                  <a:off x="4040860" y="3262672"/>
                  <a:ext cx="31405" cy="27001"/>
                </a:xfrm>
                <a:custGeom>
                  <a:rect b="b" l="l" r="r" t="t"/>
                  <a:pathLst>
                    <a:path extrusionOk="0" h="3433" w="3993">
                      <a:moveTo>
                        <a:pt x="2272" y="1"/>
                      </a:moveTo>
                      <a:cubicBezTo>
                        <a:pt x="1853" y="1"/>
                        <a:pt x="1425" y="157"/>
                        <a:pt x="1077" y="505"/>
                      </a:cubicBezTo>
                      <a:cubicBezTo>
                        <a:pt x="0" y="1581"/>
                        <a:pt x="762" y="3420"/>
                        <a:pt x="2286" y="3432"/>
                      </a:cubicBezTo>
                      <a:cubicBezTo>
                        <a:pt x="3230" y="3420"/>
                        <a:pt x="3992" y="2658"/>
                        <a:pt x="3992" y="1714"/>
                      </a:cubicBezTo>
                      <a:cubicBezTo>
                        <a:pt x="3992" y="683"/>
                        <a:pt x="3150" y="1"/>
                        <a:pt x="227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2" name="Google Shape;3752;p60"/>
                <p:cNvSpPr/>
                <p:nvPr/>
              </p:nvSpPr>
              <p:spPr>
                <a:xfrm>
                  <a:off x="4054938" y="3272346"/>
                  <a:ext cx="7621" cy="7621"/>
                </a:xfrm>
                <a:custGeom>
                  <a:rect b="b" l="l" r="r" t="t"/>
                  <a:pathLst>
                    <a:path extrusionOk="0" h="969" w="969">
                      <a:moveTo>
                        <a:pt x="484" y="1"/>
                      </a:moveTo>
                      <a:cubicBezTo>
                        <a:pt x="218" y="1"/>
                        <a:pt x="0" y="218"/>
                        <a:pt x="0" y="484"/>
                      </a:cubicBezTo>
                      <a:cubicBezTo>
                        <a:pt x="0" y="751"/>
                        <a:pt x="218" y="968"/>
                        <a:pt x="484" y="968"/>
                      </a:cubicBezTo>
                      <a:cubicBezTo>
                        <a:pt x="763" y="968"/>
                        <a:pt x="968" y="751"/>
                        <a:pt x="968" y="484"/>
                      </a:cubicBezTo>
                      <a:cubicBezTo>
                        <a:pt x="968" y="218"/>
                        <a:pt x="763"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53" name="Google Shape;3753;p60"/>
              <p:cNvGrpSpPr/>
              <p:nvPr/>
            </p:nvGrpSpPr>
            <p:grpSpPr>
              <a:xfrm>
                <a:off x="4021072" y="3230323"/>
                <a:ext cx="31397" cy="26906"/>
                <a:chOff x="4021072" y="3230323"/>
                <a:chExt cx="31397" cy="26906"/>
              </a:xfrm>
            </p:grpSpPr>
            <p:sp>
              <p:nvSpPr>
                <p:cNvPr id="3754" name="Google Shape;3754;p60"/>
                <p:cNvSpPr/>
                <p:nvPr/>
              </p:nvSpPr>
              <p:spPr>
                <a:xfrm>
                  <a:off x="4021072" y="3230323"/>
                  <a:ext cx="31397" cy="26906"/>
                </a:xfrm>
                <a:custGeom>
                  <a:rect b="b" l="l" r="r" t="t"/>
                  <a:pathLst>
                    <a:path extrusionOk="0" h="3421" w="3992">
                      <a:moveTo>
                        <a:pt x="2272" y="1"/>
                      </a:moveTo>
                      <a:cubicBezTo>
                        <a:pt x="1853" y="1"/>
                        <a:pt x="1425" y="157"/>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5" name="Google Shape;3755;p60"/>
                <p:cNvSpPr/>
                <p:nvPr/>
              </p:nvSpPr>
              <p:spPr>
                <a:xfrm>
                  <a:off x="4035245" y="3239997"/>
                  <a:ext cx="7621" cy="7621"/>
                </a:xfrm>
                <a:custGeom>
                  <a:rect b="b" l="l" r="r" t="t"/>
                  <a:pathLst>
                    <a:path extrusionOk="0" h="969" w="969">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56" name="Google Shape;3756;p60"/>
              <p:cNvGrpSpPr/>
              <p:nvPr/>
            </p:nvGrpSpPr>
            <p:grpSpPr>
              <a:xfrm>
                <a:off x="4001472" y="3287462"/>
                <a:ext cx="31499" cy="26945"/>
                <a:chOff x="4001472" y="3287462"/>
                <a:chExt cx="31499" cy="26945"/>
              </a:xfrm>
            </p:grpSpPr>
            <p:sp>
              <p:nvSpPr>
                <p:cNvPr id="3757" name="Google Shape;3757;p60"/>
                <p:cNvSpPr/>
                <p:nvPr/>
              </p:nvSpPr>
              <p:spPr>
                <a:xfrm>
                  <a:off x="4001472" y="3287462"/>
                  <a:ext cx="31499" cy="26945"/>
                </a:xfrm>
                <a:custGeom>
                  <a:rect b="b" l="l" r="r" t="t"/>
                  <a:pathLst>
                    <a:path extrusionOk="0" h="3426" w="4005">
                      <a:moveTo>
                        <a:pt x="2276" y="1"/>
                      </a:moveTo>
                      <a:cubicBezTo>
                        <a:pt x="1854" y="1"/>
                        <a:pt x="1425" y="158"/>
                        <a:pt x="1077" y="510"/>
                      </a:cubicBezTo>
                      <a:cubicBezTo>
                        <a:pt x="0" y="1587"/>
                        <a:pt x="762" y="3425"/>
                        <a:pt x="2286" y="3425"/>
                      </a:cubicBezTo>
                      <a:cubicBezTo>
                        <a:pt x="3230" y="3425"/>
                        <a:pt x="3992" y="2663"/>
                        <a:pt x="4004" y="1720"/>
                      </a:cubicBezTo>
                      <a:cubicBezTo>
                        <a:pt x="4004" y="688"/>
                        <a:pt x="3157" y="1"/>
                        <a:pt x="227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8" name="Google Shape;3758;p60"/>
                <p:cNvSpPr/>
                <p:nvPr/>
              </p:nvSpPr>
              <p:spPr>
                <a:xfrm>
                  <a:off x="4014410" y="3297175"/>
                  <a:ext cx="8856" cy="7590"/>
                </a:xfrm>
                <a:custGeom>
                  <a:rect b="b" l="l" r="r" t="t"/>
                  <a:pathLst>
                    <a:path extrusionOk="0" h="965" w="1126">
                      <a:moveTo>
                        <a:pt x="641" y="1"/>
                      </a:moveTo>
                      <a:cubicBezTo>
                        <a:pt x="218" y="1"/>
                        <a:pt x="0" y="521"/>
                        <a:pt x="303" y="823"/>
                      </a:cubicBezTo>
                      <a:cubicBezTo>
                        <a:pt x="400" y="921"/>
                        <a:pt x="520" y="964"/>
                        <a:pt x="638" y="964"/>
                      </a:cubicBezTo>
                      <a:cubicBezTo>
                        <a:pt x="886" y="964"/>
                        <a:pt x="1125" y="772"/>
                        <a:pt x="1125" y="485"/>
                      </a:cubicBezTo>
                      <a:cubicBezTo>
                        <a:pt x="1125" y="206"/>
                        <a:pt x="908"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759" name="Google Shape;3759;p60"/>
            <p:cNvGrpSpPr/>
            <p:nvPr/>
          </p:nvGrpSpPr>
          <p:grpSpPr>
            <a:xfrm>
              <a:off x="4084715" y="3258865"/>
              <a:ext cx="184961" cy="137268"/>
              <a:chOff x="4084715" y="3258865"/>
              <a:chExt cx="184961" cy="137268"/>
            </a:xfrm>
          </p:grpSpPr>
          <p:grpSp>
            <p:nvGrpSpPr>
              <p:cNvPr id="3760" name="Google Shape;3760;p60"/>
              <p:cNvGrpSpPr/>
              <p:nvPr/>
            </p:nvGrpSpPr>
            <p:grpSpPr>
              <a:xfrm>
                <a:off x="4107453" y="3271583"/>
                <a:ext cx="153470" cy="110275"/>
                <a:chOff x="4107453" y="3271583"/>
                <a:chExt cx="153470" cy="110275"/>
              </a:xfrm>
            </p:grpSpPr>
            <p:sp>
              <p:nvSpPr>
                <p:cNvPr id="3761" name="Google Shape;3761;p60"/>
                <p:cNvSpPr/>
                <p:nvPr/>
              </p:nvSpPr>
              <p:spPr>
                <a:xfrm>
                  <a:off x="4107453" y="3271583"/>
                  <a:ext cx="153470" cy="110275"/>
                </a:xfrm>
                <a:custGeom>
                  <a:rect b="b" l="l" r="r" t="t"/>
                  <a:pathLst>
                    <a:path extrusionOk="0" fill="none" h="14021" w="19513">
                      <a:moveTo>
                        <a:pt x="19513" y="14021"/>
                      </a:moveTo>
                      <a:lnTo>
                        <a:pt x="14844" y="968"/>
                      </a:lnTo>
                      <a:lnTo>
                        <a:pt x="5674" y="1"/>
                      </a:lnTo>
                      <a:lnTo>
                        <a:pt x="1" y="968"/>
                      </a:lnTo>
                      <a:lnTo>
                        <a:pt x="8977" y="2674"/>
                      </a:lnTo>
                      <a:lnTo>
                        <a:pt x="14360" y="10102"/>
                      </a:lnTo>
                      <a:lnTo>
                        <a:pt x="19029" y="1402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2" name="Google Shape;3762;p60"/>
                <p:cNvSpPr/>
                <p:nvPr/>
              </p:nvSpPr>
              <p:spPr>
                <a:xfrm>
                  <a:off x="4155886" y="3271968"/>
                  <a:ext cx="22171" cy="20559"/>
                </a:xfrm>
                <a:custGeom>
                  <a:rect b="b" l="l" r="r" t="t"/>
                  <a:pathLst>
                    <a:path extrusionOk="0" fill="none" h="2614" w="2819">
                      <a:moveTo>
                        <a:pt x="2819" y="2613"/>
                      </a:moveTo>
                      <a:lnTo>
                        <a:pt x="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3" name="Google Shape;3763;p60"/>
                <p:cNvSpPr/>
                <p:nvPr/>
              </p:nvSpPr>
              <p:spPr>
                <a:xfrm>
                  <a:off x="4178049" y="3279196"/>
                  <a:ext cx="42345" cy="13331"/>
                </a:xfrm>
                <a:custGeom>
                  <a:rect b="b" l="l" r="r" t="t"/>
                  <a:pathLst>
                    <a:path extrusionOk="0" fill="none" h="1695" w="5384">
                      <a:moveTo>
                        <a:pt x="1" y="1694"/>
                      </a:moveTo>
                      <a:lnTo>
                        <a:pt x="5384"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4" name="Google Shape;3764;p60"/>
                <p:cNvSpPr/>
                <p:nvPr/>
              </p:nvSpPr>
              <p:spPr>
                <a:xfrm>
                  <a:off x="4220387" y="3279196"/>
                  <a:ext cx="8" cy="71745"/>
                </a:xfrm>
                <a:custGeom>
                  <a:rect b="b" l="l" r="r" t="t"/>
                  <a:pathLst>
                    <a:path extrusionOk="0" fill="none" h="9122" w="1">
                      <a:moveTo>
                        <a:pt x="1" y="0"/>
                      </a:moveTo>
                      <a:lnTo>
                        <a:pt x="1" y="912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65" name="Google Shape;3765;p60"/>
              <p:cNvGrpSpPr/>
              <p:nvPr/>
            </p:nvGrpSpPr>
            <p:grpSpPr>
              <a:xfrm>
                <a:off x="4136947" y="3258865"/>
                <a:ext cx="31499" cy="27001"/>
                <a:chOff x="4136947" y="3258865"/>
                <a:chExt cx="31499" cy="27001"/>
              </a:xfrm>
            </p:grpSpPr>
            <p:sp>
              <p:nvSpPr>
                <p:cNvPr id="3766" name="Google Shape;3766;p60"/>
                <p:cNvSpPr/>
                <p:nvPr/>
              </p:nvSpPr>
              <p:spPr>
                <a:xfrm>
                  <a:off x="4136947" y="3258865"/>
                  <a:ext cx="31499" cy="27001"/>
                </a:xfrm>
                <a:custGeom>
                  <a:rect b="b" l="l" r="r" t="t"/>
                  <a:pathLst>
                    <a:path extrusionOk="0" h="3433" w="4005">
                      <a:moveTo>
                        <a:pt x="2285" y="1"/>
                      </a:moveTo>
                      <a:cubicBezTo>
                        <a:pt x="1866" y="1"/>
                        <a:pt x="1438" y="157"/>
                        <a:pt x="1090" y="505"/>
                      </a:cubicBezTo>
                      <a:cubicBezTo>
                        <a:pt x="1" y="1581"/>
                        <a:pt x="775" y="3432"/>
                        <a:pt x="2299" y="3432"/>
                      </a:cubicBezTo>
                      <a:cubicBezTo>
                        <a:pt x="3243" y="3420"/>
                        <a:pt x="4005" y="2658"/>
                        <a:pt x="4005" y="1715"/>
                      </a:cubicBezTo>
                      <a:cubicBezTo>
                        <a:pt x="4005" y="683"/>
                        <a:pt x="3163" y="1"/>
                        <a:pt x="228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7" name="Google Shape;3767;p60"/>
                <p:cNvSpPr/>
                <p:nvPr/>
              </p:nvSpPr>
              <p:spPr>
                <a:xfrm>
                  <a:off x="4151222" y="3268539"/>
                  <a:ext cx="7621" cy="7621"/>
                </a:xfrm>
                <a:custGeom>
                  <a:rect b="b" l="l" r="r" t="t"/>
                  <a:pathLst>
                    <a:path extrusionOk="0" h="969" w="969">
                      <a:moveTo>
                        <a:pt x="484" y="1"/>
                      </a:moveTo>
                      <a:cubicBezTo>
                        <a:pt x="206" y="1"/>
                        <a:pt x="0" y="218"/>
                        <a:pt x="0" y="485"/>
                      </a:cubicBezTo>
                      <a:cubicBezTo>
                        <a:pt x="0" y="751"/>
                        <a:pt x="206" y="968"/>
                        <a:pt x="484" y="968"/>
                      </a:cubicBezTo>
                      <a:cubicBezTo>
                        <a:pt x="750" y="968"/>
                        <a:pt x="968" y="751"/>
                        <a:pt x="968" y="485"/>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68" name="Google Shape;3768;p60"/>
              <p:cNvGrpSpPr/>
              <p:nvPr/>
            </p:nvGrpSpPr>
            <p:grpSpPr>
              <a:xfrm>
                <a:off x="4084715" y="3266478"/>
                <a:ext cx="31468" cy="26898"/>
                <a:chOff x="4084715" y="3266478"/>
                <a:chExt cx="31468" cy="26898"/>
              </a:xfrm>
            </p:grpSpPr>
            <p:sp>
              <p:nvSpPr>
                <p:cNvPr id="3769" name="Google Shape;3769;p60"/>
                <p:cNvSpPr/>
                <p:nvPr/>
              </p:nvSpPr>
              <p:spPr>
                <a:xfrm>
                  <a:off x="4084715" y="3266478"/>
                  <a:ext cx="31468" cy="26898"/>
                </a:xfrm>
                <a:custGeom>
                  <a:rect b="b" l="l" r="r" t="t"/>
                  <a:pathLst>
                    <a:path extrusionOk="0" h="3420" w="4001">
                      <a:moveTo>
                        <a:pt x="2279" y="1"/>
                      </a:moveTo>
                      <a:cubicBezTo>
                        <a:pt x="1859" y="1"/>
                        <a:pt x="1429" y="157"/>
                        <a:pt x="1077" y="505"/>
                      </a:cubicBezTo>
                      <a:cubicBezTo>
                        <a:pt x="1" y="1581"/>
                        <a:pt x="763" y="3420"/>
                        <a:pt x="2287" y="3420"/>
                      </a:cubicBezTo>
                      <a:cubicBezTo>
                        <a:pt x="3231" y="3420"/>
                        <a:pt x="3993" y="2658"/>
                        <a:pt x="3993" y="1726"/>
                      </a:cubicBezTo>
                      <a:cubicBezTo>
                        <a:pt x="4001" y="686"/>
                        <a:pt x="3161" y="1"/>
                        <a:pt x="2279"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0" name="Google Shape;3770;p60"/>
                <p:cNvSpPr/>
                <p:nvPr/>
              </p:nvSpPr>
              <p:spPr>
                <a:xfrm>
                  <a:off x="4098896" y="3276152"/>
                  <a:ext cx="7613" cy="7621"/>
                </a:xfrm>
                <a:custGeom>
                  <a:rect b="b" l="l" r="r" t="t"/>
                  <a:pathLst>
                    <a:path extrusionOk="0" h="969" w="968">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71" name="Google Shape;3771;p60"/>
              <p:cNvGrpSpPr/>
              <p:nvPr/>
            </p:nvGrpSpPr>
            <p:grpSpPr>
              <a:xfrm>
                <a:off x="4159213" y="3279849"/>
                <a:ext cx="31405" cy="26945"/>
                <a:chOff x="4159213" y="3279849"/>
                <a:chExt cx="31405" cy="26945"/>
              </a:xfrm>
            </p:grpSpPr>
            <p:sp>
              <p:nvSpPr>
                <p:cNvPr id="3772" name="Google Shape;3772;p60"/>
                <p:cNvSpPr/>
                <p:nvPr/>
              </p:nvSpPr>
              <p:spPr>
                <a:xfrm>
                  <a:off x="4159213" y="3279849"/>
                  <a:ext cx="31405" cy="26945"/>
                </a:xfrm>
                <a:custGeom>
                  <a:rect b="b" l="l" r="r" t="t"/>
                  <a:pathLst>
                    <a:path extrusionOk="0" h="3426" w="3993">
                      <a:moveTo>
                        <a:pt x="2273" y="1"/>
                      </a:moveTo>
                      <a:cubicBezTo>
                        <a:pt x="1853" y="1"/>
                        <a:pt x="1425" y="158"/>
                        <a:pt x="1077" y="510"/>
                      </a:cubicBezTo>
                      <a:cubicBezTo>
                        <a:pt x="1" y="1587"/>
                        <a:pt x="763" y="3426"/>
                        <a:pt x="2287" y="3426"/>
                      </a:cubicBezTo>
                      <a:cubicBezTo>
                        <a:pt x="3230" y="3426"/>
                        <a:pt x="3992" y="2663"/>
                        <a:pt x="3992" y="1720"/>
                      </a:cubicBezTo>
                      <a:cubicBezTo>
                        <a:pt x="3992" y="689"/>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3" name="Google Shape;3773;p60"/>
                <p:cNvSpPr/>
                <p:nvPr/>
              </p:nvSpPr>
              <p:spPr>
                <a:xfrm>
                  <a:off x="4173385" y="3289570"/>
                  <a:ext cx="7621" cy="7613"/>
                </a:xfrm>
                <a:custGeom>
                  <a:rect b="b" l="l" r="r" t="t"/>
                  <a:pathLst>
                    <a:path extrusionOk="0" h="968" w="969">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74" name="Google Shape;3774;p60"/>
              <p:cNvGrpSpPr/>
              <p:nvPr/>
            </p:nvGrpSpPr>
            <p:grpSpPr>
              <a:xfrm>
                <a:off x="4201550" y="3266502"/>
                <a:ext cx="31405" cy="26883"/>
                <a:chOff x="4201550" y="3266502"/>
                <a:chExt cx="31405" cy="26883"/>
              </a:xfrm>
            </p:grpSpPr>
            <p:sp>
              <p:nvSpPr>
                <p:cNvPr id="3775" name="Google Shape;3775;p60"/>
                <p:cNvSpPr/>
                <p:nvPr/>
              </p:nvSpPr>
              <p:spPr>
                <a:xfrm>
                  <a:off x="4201550" y="3266502"/>
                  <a:ext cx="31405" cy="26883"/>
                </a:xfrm>
                <a:custGeom>
                  <a:rect b="b" l="l" r="r" t="t"/>
                  <a:pathLst>
                    <a:path extrusionOk="0" h="3418" w="3993">
                      <a:moveTo>
                        <a:pt x="2266" y="1"/>
                      </a:moveTo>
                      <a:cubicBezTo>
                        <a:pt x="1849" y="1"/>
                        <a:pt x="1423" y="155"/>
                        <a:pt x="1077" y="502"/>
                      </a:cubicBezTo>
                      <a:cubicBezTo>
                        <a:pt x="1" y="1566"/>
                        <a:pt x="751" y="3417"/>
                        <a:pt x="2275" y="3417"/>
                      </a:cubicBezTo>
                      <a:cubicBezTo>
                        <a:pt x="2282" y="3417"/>
                        <a:pt x="2290" y="3417"/>
                        <a:pt x="2297" y="3417"/>
                      </a:cubicBezTo>
                      <a:cubicBezTo>
                        <a:pt x="3230" y="3417"/>
                        <a:pt x="3993" y="2660"/>
                        <a:pt x="3993" y="1723"/>
                      </a:cubicBezTo>
                      <a:cubicBezTo>
                        <a:pt x="3993" y="689"/>
                        <a:pt x="3146" y="1"/>
                        <a:pt x="226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6" name="Google Shape;3776;p60"/>
                <p:cNvSpPr/>
                <p:nvPr/>
              </p:nvSpPr>
              <p:spPr>
                <a:xfrm>
                  <a:off x="4214331" y="3276247"/>
                  <a:ext cx="8919" cy="7582"/>
                </a:xfrm>
                <a:custGeom>
                  <a:rect b="b" l="l" r="r" t="t"/>
                  <a:pathLst>
                    <a:path extrusionOk="0" h="964" w="1134">
                      <a:moveTo>
                        <a:pt x="635" y="0"/>
                      </a:moveTo>
                      <a:cubicBezTo>
                        <a:pt x="209" y="0"/>
                        <a:pt x="0" y="512"/>
                        <a:pt x="311" y="823"/>
                      </a:cubicBezTo>
                      <a:cubicBezTo>
                        <a:pt x="408" y="920"/>
                        <a:pt x="528" y="964"/>
                        <a:pt x="646" y="964"/>
                      </a:cubicBezTo>
                      <a:cubicBezTo>
                        <a:pt x="895" y="964"/>
                        <a:pt x="1134" y="771"/>
                        <a:pt x="1134" y="484"/>
                      </a:cubicBezTo>
                      <a:cubicBezTo>
                        <a:pt x="1134" y="206"/>
                        <a:pt x="916" y="0"/>
                        <a:pt x="650" y="0"/>
                      </a:cubicBezTo>
                      <a:cubicBezTo>
                        <a:pt x="645" y="0"/>
                        <a:pt x="640" y="0"/>
                        <a:pt x="6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77" name="Google Shape;3777;p60"/>
              <p:cNvGrpSpPr/>
              <p:nvPr/>
            </p:nvGrpSpPr>
            <p:grpSpPr>
              <a:xfrm>
                <a:off x="4201550" y="3338278"/>
                <a:ext cx="31405" cy="26930"/>
                <a:chOff x="4201550" y="3338278"/>
                <a:chExt cx="31405" cy="26930"/>
              </a:xfrm>
            </p:grpSpPr>
            <p:sp>
              <p:nvSpPr>
                <p:cNvPr id="3778" name="Google Shape;3778;p60"/>
                <p:cNvSpPr/>
                <p:nvPr/>
              </p:nvSpPr>
              <p:spPr>
                <a:xfrm>
                  <a:off x="4201550" y="3338278"/>
                  <a:ext cx="31405" cy="26930"/>
                </a:xfrm>
                <a:custGeom>
                  <a:rect b="b" l="l" r="r" t="t"/>
                  <a:pathLst>
                    <a:path extrusionOk="0" h="3424" w="3993">
                      <a:moveTo>
                        <a:pt x="2266" y="1"/>
                      </a:moveTo>
                      <a:cubicBezTo>
                        <a:pt x="1848" y="1"/>
                        <a:pt x="1423" y="154"/>
                        <a:pt x="1077" y="497"/>
                      </a:cubicBezTo>
                      <a:cubicBezTo>
                        <a:pt x="1" y="1573"/>
                        <a:pt x="751" y="3412"/>
                        <a:pt x="2275" y="3424"/>
                      </a:cubicBezTo>
                      <a:cubicBezTo>
                        <a:pt x="3218" y="3424"/>
                        <a:pt x="3993" y="2662"/>
                        <a:pt x="3993" y="1718"/>
                      </a:cubicBezTo>
                      <a:cubicBezTo>
                        <a:pt x="3993" y="684"/>
                        <a:pt x="3146" y="1"/>
                        <a:pt x="226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9" name="Google Shape;3779;p60"/>
                <p:cNvSpPr/>
                <p:nvPr/>
              </p:nvSpPr>
              <p:spPr>
                <a:xfrm>
                  <a:off x="4214331" y="3347976"/>
                  <a:ext cx="8919" cy="7590"/>
                </a:xfrm>
                <a:custGeom>
                  <a:rect b="b" l="l" r="r" t="t"/>
                  <a:pathLst>
                    <a:path extrusionOk="0" h="965" w="1134">
                      <a:moveTo>
                        <a:pt x="671" y="1"/>
                      </a:moveTo>
                      <a:cubicBezTo>
                        <a:pt x="664" y="1"/>
                        <a:pt x="657" y="1"/>
                        <a:pt x="650" y="1"/>
                      </a:cubicBezTo>
                      <a:cubicBezTo>
                        <a:pt x="645" y="1"/>
                        <a:pt x="640" y="1"/>
                        <a:pt x="635" y="1"/>
                      </a:cubicBezTo>
                      <a:cubicBezTo>
                        <a:pt x="209" y="1"/>
                        <a:pt x="0" y="513"/>
                        <a:pt x="311" y="824"/>
                      </a:cubicBezTo>
                      <a:cubicBezTo>
                        <a:pt x="408" y="921"/>
                        <a:pt x="528" y="965"/>
                        <a:pt x="646" y="965"/>
                      </a:cubicBezTo>
                      <a:cubicBezTo>
                        <a:pt x="895" y="965"/>
                        <a:pt x="1134" y="772"/>
                        <a:pt x="1134" y="485"/>
                      </a:cubicBezTo>
                      <a:cubicBezTo>
                        <a:pt x="1134" y="214"/>
                        <a:pt x="927" y="1"/>
                        <a:pt x="67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80" name="Google Shape;3780;p60"/>
              <p:cNvGrpSpPr/>
              <p:nvPr/>
            </p:nvGrpSpPr>
            <p:grpSpPr>
              <a:xfrm>
                <a:off x="4238272" y="3369132"/>
                <a:ext cx="31405" cy="27001"/>
                <a:chOff x="4238272" y="3369132"/>
                <a:chExt cx="31405" cy="27001"/>
              </a:xfrm>
            </p:grpSpPr>
            <p:sp>
              <p:nvSpPr>
                <p:cNvPr id="3781" name="Google Shape;3781;p60"/>
                <p:cNvSpPr/>
                <p:nvPr/>
              </p:nvSpPr>
              <p:spPr>
                <a:xfrm>
                  <a:off x="4238272" y="3369132"/>
                  <a:ext cx="31405" cy="27001"/>
                </a:xfrm>
                <a:custGeom>
                  <a:rect b="b" l="l" r="r" t="t"/>
                  <a:pathLst>
                    <a:path extrusionOk="0" h="3433" w="3993">
                      <a:moveTo>
                        <a:pt x="2273" y="1"/>
                      </a:moveTo>
                      <a:cubicBezTo>
                        <a:pt x="1854" y="1"/>
                        <a:pt x="1426" y="157"/>
                        <a:pt x="1078" y="505"/>
                      </a:cubicBezTo>
                      <a:cubicBezTo>
                        <a:pt x="1" y="1582"/>
                        <a:pt x="763" y="3432"/>
                        <a:pt x="2287" y="3432"/>
                      </a:cubicBezTo>
                      <a:cubicBezTo>
                        <a:pt x="3231" y="3432"/>
                        <a:pt x="3993" y="2658"/>
                        <a:pt x="3993" y="1715"/>
                      </a:cubicBezTo>
                      <a:cubicBezTo>
                        <a:pt x="3993"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2" name="Google Shape;3782;p60"/>
                <p:cNvSpPr/>
                <p:nvPr/>
              </p:nvSpPr>
              <p:spPr>
                <a:xfrm>
                  <a:off x="4251217" y="3378806"/>
                  <a:ext cx="8856" cy="7605"/>
                </a:xfrm>
                <a:custGeom>
                  <a:rect b="b" l="l" r="r" t="t"/>
                  <a:pathLst>
                    <a:path extrusionOk="0" h="967" w="1126">
                      <a:moveTo>
                        <a:pt x="641" y="1"/>
                      </a:moveTo>
                      <a:cubicBezTo>
                        <a:pt x="206" y="1"/>
                        <a:pt x="0" y="521"/>
                        <a:pt x="303" y="823"/>
                      </a:cubicBezTo>
                      <a:cubicBezTo>
                        <a:pt x="401" y="922"/>
                        <a:pt x="524" y="967"/>
                        <a:pt x="643" y="967"/>
                      </a:cubicBezTo>
                      <a:cubicBezTo>
                        <a:pt x="889" y="967"/>
                        <a:pt x="1125" y="778"/>
                        <a:pt x="1125" y="485"/>
                      </a:cubicBezTo>
                      <a:cubicBezTo>
                        <a:pt x="1125" y="219"/>
                        <a:pt x="907"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783" name="Google Shape;3783;p60"/>
            <p:cNvGrpSpPr/>
            <p:nvPr/>
          </p:nvGrpSpPr>
          <p:grpSpPr>
            <a:xfrm>
              <a:off x="4068639" y="3200169"/>
              <a:ext cx="77643" cy="37272"/>
              <a:chOff x="4068639" y="3200169"/>
              <a:chExt cx="77643" cy="37272"/>
            </a:xfrm>
          </p:grpSpPr>
          <p:sp>
            <p:nvSpPr>
              <p:cNvPr id="3784" name="Google Shape;3784;p60"/>
              <p:cNvSpPr/>
              <p:nvPr/>
            </p:nvSpPr>
            <p:spPr>
              <a:xfrm>
                <a:off x="4087570" y="3212886"/>
                <a:ext cx="49958" cy="10374"/>
              </a:xfrm>
              <a:custGeom>
                <a:rect b="b" l="l" r="r" t="t"/>
                <a:pathLst>
                  <a:path extrusionOk="0" fill="none" h="1319" w="6352">
                    <a:moveTo>
                      <a:pt x="1" y="1319"/>
                    </a:moveTo>
                    <a:lnTo>
                      <a:pt x="635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85" name="Google Shape;3785;p60"/>
              <p:cNvGrpSpPr/>
              <p:nvPr/>
            </p:nvGrpSpPr>
            <p:grpSpPr>
              <a:xfrm>
                <a:off x="4114878" y="3200169"/>
                <a:ext cx="31405" cy="26993"/>
                <a:chOff x="4114878" y="3200169"/>
                <a:chExt cx="31405" cy="26993"/>
              </a:xfrm>
            </p:grpSpPr>
            <p:sp>
              <p:nvSpPr>
                <p:cNvPr id="3786" name="Google Shape;3786;p60"/>
                <p:cNvSpPr/>
                <p:nvPr/>
              </p:nvSpPr>
              <p:spPr>
                <a:xfrm>
                  <a:off x="4114878" y="3200169"/>
                  <a:ext cx="31405" cy="26993"/>
                </a:xfrm>
                <a:custGeom>
                  <a:rect b="b" l="l" r="r" t="t"/>
                  <a:pathLst>
                    <a:path extrusionOk="0" h="3432" w="3993">
                      <a:moveTo>
                        <a:pt x="2273" y="0"/>
                      </a:moveTo>
                      <a:cubicBezTo>
                        <a:pt x="1853" y="0"/>
                        <a:pt x="1425" y="156"/>
                        <a:pt x="1077" y="504"/>
                      </a:cubicBezTo>
                      <a:cubicBezTo>
                        <a:pt x="0" y="1581"/>
                        <a:pt x="763" y="3432"/>
                        <a:pt x="2287" y="3432"/>
                      </a:cubicBezTo>
                      <a:cubicBezTo>
                        <a:pt x="3230" y="3432"/>
                        <a:pt x="3992" y="2657"/>
                        <a:pt x="3992" y="1714"/>
                      </a:cubicBezTo>
                      <a:cubicBezTo>
                        <a:pt x="3992" y="683"/>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7" name="Google Shape;3787;p60"/>
                <p:cNvSpPr/>
                <p:nvPr/>
              </p:nvSpPr>
              <p:spPr>
                <a:xfrm>
                  <a:off x="4127721" y="3209835"/>
                  <a:ext cx="8950" cy="7684"/>
                </a:xfrm>
                <a:custGeom>
                  <a:rect b="b" l="l" r="r" t="t"/>
                  <a:pathLst>
                    <a:path extrusionOk="0" h="977" w="1138">
                      <a:moveTo>
                        <a:pt x="654" y="1"/>
                      </a:moveTo>
                      <a:cubicBezTo>
                        <a:pt x="218" y="1"/>
                        <a:pt x="1" y="521"/>
                        <a:pt x="303" y="836"/>
                      </a:cubicBezTo>
                      <a:cubicBezTo>
                        <a:pt x="400" y="933"/>
                        <a:pt x="519" y="976"/>
                        <a:pt x="637" y="976"/>
                      </a:cubicBezTo>
                      <a:cubicBezTo>
                        <a:pt x="887" y="976"/>
                        <a:pt x="1129" y="781"/>
                        <a:pt x="1138" y="485"/>
                      </a:cubicBezTo>
                      <a:cubicBezTo>
                        <a:pt x="1138" y="219"/>
                        <a:pt x="920" y="1"/>
                        <a:pt x="6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88" name="Google Shape;3788;p60"/>
              <p:cNvGrpSpPr/>
              <p:nvPr/>
            </p:nvGrpSpPr>
            <p:grpSpPr>
              <a:xfrm>
                <a:off x="4068639" y="3210535"/>
                <a:ext cx="31499" cy="26906"/>
                <a:chOff x="4068639" y="3210535"/>
                <a:chExt cx="31499" cy="26906"/>
              </a:xfrm>
            </p:grpSpPr>
            <p:sp>
              <p:nvSpPr>
                <p:cNvPr id="3789" name="Google Shape;3789;p60"/>
                <p:cNvSpPr/>
                <p:nvPr/>
              </p:nvSpPr>
              <p:spPr>
                <a:xfrm>
                  <a:off x="4068639" y="3210535"/>
                  <a:ext cx="31499" cy="26906"/>
                </a:xfrm>
                <a:custGeom>
                  <a:rect b="b" l="l" r="r" t="t"/>
                  <a:pathLst>
                    <a:path extrusionOk="0" h="3421" w="4005">
                      <a:moveTo>
                        <a:pt x="2285" y="1"/>
                      </a:moveTo>
                      <a:cubicBezTo>
                        <a:pt x="1865" y="1"/>
                        <a:pt x="1437" y="157"/>
                        <a:pt x="1089" y="505"/>
                      </a:cubicBezTo>
                      <a:cubicBezTo>
                        <a:pt x="0" y="1581"/>
                        <a:pt x="775" y="3420"/>
                        <a:pt x="2299" y="3420"/>
                      </a:cubicBezTo>
                      <a:cubicBezTo>
                        <a:pt x="3242" y="3420"/>
                        <a:pt x="4004" y="2658"/>
                        <a:pt x="4004" y="1714"/>
                      </a:cubicBezTo>
                      <a:cubicBezTo>
                        <a:pt x="4004" y="683"/>
                        <a:pt x="3163" y="1"/>
                        <a:pt x="228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0" name="Google Shape;3790;p60"/>
                <p:cNvSpPr/>
                <p:nvPr/>
              </p:nvSpPr>
              <p:spPr>
                <a:xfrm>
                  <a:off x="4081577" y="3220209"/>
                  <a:ext cx="8856" cy="7582"/>
                </a:xfrm>
                <a:custGeom>
                  <a:rect b="b" l="l" r="r" t="t"/>
                  <a:pathLst>
                    <a:path extrusionOk="0" h="964" w="1126">
                      <a:moveTo>
                        <a:pt x="642" y="1"/>
                      </a:moveTo>
                      <a:cubicBezTo>
                        <a:pt x="218" y="1"/>
                        <a:pt x="1" y="521"/>
                        <a:pt x="303" y="823"/>
                      </a:cubicBezTo>
                      <a:cubicBezTo>
                        <a:pt x="400" y="920"/>
                        <a:pt x="520" y="964"/>
                        <a:pt x="638" y="964"/>
                      </a:cubicBezTo>
                      <a:cubicBezTo>
                        <a:pt x="887" y="964"/>
                        <a:pt x="1126" y="771"/>
                        <a:pt x="1126" y="484"/>
                      </a:cubicBezTo>
                      <a:cubicBezTo>
                        <a:pt x="1126" y="218"/>
                        <a:pt x="908" y="1"/>
                        <a:pt x="64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791" name="Google Shape;3791;p60"/>
            <p:cNvGrpSpPr/>
            <p:nvPr/>
          </p:nvGrpSpPr>
          <p:grpSpPr>
            <a:xfrm>
              <a:off x="3869702" y="3066935"/>
              <a:ext cx="382664" cy="190294"/>
              <a:chOff x="3869702" y="3066935"/>
              <a:chExt cx="382664" cy="190294"/>
            </a:xfrm>
          </p:grpSpPr>
          <p:grpSp>
            <p:nvGrpSpPr>
              <p:cNvPr id="3792" name="Google Shape;3792;p60"/>
              <p:cNvGrpSpPr/>
              <p:nvPr/>
            </p:nvGrpSpPr>
            <p:grpSpPr>
              <a:xfrm>
                <a:off x="3888633" y="3082351"/>
                <a:ext cx="351172" cy="160698"/>
                <a:chOff x="3888633" y="3082351"/>
                <a:chExt cx="351172" cy="160698"/>
              </a:xfrm>
            </p:grpSpPr>
            <p:sp>
              <p:nvSpPr>
                <p:cNvPr id="3793" name="Google Shape;3793;p60"/>
                <p:cNvSpPr/>
                <p:nvPr/>
              </p:nvSpPr>
              <p:spPr>
                <a:xfrm>
                  <a:off x="3892440" y="3082351"/>
                  <a:ext cx="347366" cy="160698"/>
                </a:xfrm>
                <a:custGeom>
                  <a:rect b="b" l="l" r="r" t="t"/>
                  <a:pathLst>
                    <a:path extrusionOk="0" fill="none" h="20432" w="44166">
                      <a:moveTo>
                        <a:pt x="7041" y="11529"/>
                      </a:moveTo>
                      <a:lnTo>
                        <a:pt x="22440" y="4162"/>
                      </a:lnTo>
                      <a:lnTo>
                        <a:pt x="34815" y="0"/>
                      </a:lnTo>
                      <a:lnTo>
                        <a:pt x="44166" y="484"/>
                      </a:lnTo>
                      <a:lnTo>
                        <a:pt x="38964" y="8565"/>
                      </a:lnTo>
                      <a:lnTo>
                        <a:pt x="33012" y="10065"/>
                      </a:lnTo>
                      <a:lnTo>
                        <a:pt x="22440" y="4839"/>
                      </a:lnTo>
                      <a:lnTo>
                        <a:pt x="18750" y="15424"/>
                      </a:lnTo>
                      <a:cubicBezTo>
                        <a:pt x="18750" y="15424"/>
                        <a:pt x="6206" y="11154"/>
                        <a:pt x="6557" y="11516"/>
                      </a:cubicBezTo>
                      <a:lnTo>
                        <a:pt x="0" y="2043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4" name="Google Shape;3794;p60"/>
                <p:cNvSpPr/>
                <p:nvPr/>
              </p:nvSpPr>
              <p:spPr>
                <a:xfrm>
                  <a:off x="3888633" y="3172924"/>
                  <a:ext cx="72979" cy="70124"/>
                </a:xfrm>
                <a:custGeom>
                  <a:rect b="b" l="l" r="r" t="t"/>
                  <a:pathLst>
                    <a:path extrusionOk="0" fill="none" h="8916" w="9279">
                      <a:moveTo>
                        <a:pt x="0" y="8916"/>
                      </a:moveTo>
                      <a:lnTo>
                        <a:pt x="9279" y="6883"/>
                      </a:lnTo>
                      <a:lnTo>
                        <a:pt x="704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5" name="Google Shape;3795;p60"/>
                <p:cNvSpPr/>
                <p:nvPr/>
              </p:nvSpPr>
              <p:spPr>
                <a:xfrm>
                  <a:off x="3960370" y="3203653"/>
                  <a:ext cx="79547" cy="19607"/>
                </a:xfrm>
                <a:custGeom>
                  <a:rect b="b" l="l" r="r" t="t"/>
                  <a:pathLst>
                    <a:path extrusionOk="0" fill="none" h="2493" w="10114">
                      <a:moveTo>
                        <a:pt x="0" y="2493"/>
                      </a:moveTo>
                      <a:lnTo>
                        <a:pt x="10113"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6" name="Google Shape;3796;p60"/>
                <p:cNvSpPr/>
                <p:nvPr/>
              </p:nvSpPr>
              <p:spPr>
                <a:xfrm>
                  <a:off x="4043613" y="3161504"/>
                  <a:ext cx="108474" cy="42156"/>
                </a:xfrm>
                <a:custGeom>
                  <a:rect b="b" l="l" r="r" t="t"/>
                  <a:pathLst>
                    <a:path extrusionOk="0" fill="none" h="5360" w="13792">
                      <a:moveTo>
                        <a:pt x="1" y="5360"/>
                      </a:moveTo>
                      <a:lnTo>
                        <a:pt x="1379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7" name="Google Shape;3797;p60"/>
                <p:cNvSpPr/>
                <p:nvPr/>
              </p:nvSpPr>
              <p:spPr>
                <a:xfrm>
                  <a:off x="4152079" y="3082351"/>
                  <a:ext cx="17224" cy="82968"/>
                </a:xfrm>
                <a:custGeom>
                  <a:rect b="b" l="l" r="r" t="t"/>
                  <a:pathLst>
                    <a:path extrusionOk="0" fill="none" h="10549" w="2190">
                      <a:moveTo>
                        <a:pt x="0" y="10549"/>
                      </a:moveTo>
                      <a:lnTo>
                        <a:pt x="219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8" name="Google Shape;3798;p60"/>
                <p:cNvSpPr/>
                <p:nvPr/>
              </p:nvSpPr>
              <p:spPr>
                <a:xfrm>
                  <a:off x="4169296" y="3082351"/>
                  <a:ext cx="25797" cy="63557"/>
                </a:xfrm>
                <a:custGeom>
                  <a:rect b="b" l="l" r="r" t="t"/>
                  <a:pathLst>
                    <a:path extrusionOk="0" fill="none" h="8081" w="3280">
                      <a:moveTo>
                        <a:pt x="1" y="0"/>
                      </a:moveTo>
                      <a:lnTo>
                        <a:pt x="3279" y="808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99" name="Google Shape;3799;p60"/>
              <p:cNvGrpSpPr/>
              <p:nvPr/>
            </p:nvGrpSpPr>
            <p:grpSpPr>
              <a:xfrm>
                <a:off x="4143703" y="3066935"/>
                <a:ext cx="37783" cy="32357"/>
                <a:chOff x="4143703" y="3066935"/>
                <a:chExt cx="37783" cy="32357"/>
              </a:xfrm>
            </p:grpSpPr>
            <p:sp>
              <p:nvSpPr>
                <p:cNvPr id="3800" name="Google Shape;3800;p60"/>
                <p:cNvSpPr/>
                <p:nvPr/>
              </p:nvSpPr>
              <p:spPr>
                <a:xfrm>
                  <a:off x="4143703" y="3066935"/>
                  <a:ext cx="37783" cy="32357"/>
                </a:xfrm>
                <a:custGeom>
                  <a:rect b="b" l="l" r="r" t="t"/>
                  <a:pathLst>
                    <a:path extrusionOk="0" h="4114" w="4804">
                      <a:moveTo>
                        <a:pt x="2731" y="0"/>
                      </a:moveTo>
                      <a:cubicBezTo>
                        <a:pt x="2227" y="0"/>
                        <a:pt x="1713" y="188"/>
                        <a:pt x="1295" y="605"/>
                      </a:cubicBezTo>
                      <a:cubicBezTo>
                        <a:pt x="1" y="1900"/>
                        <a:pt x="920" y="4114"/>
                        <a:pt x="2747" y="4114"/>
                      </a:cubicBezTo>
                      <a:cubicBezTo>
                        <a:pt x="3884" y="4114"/>
                        <a:pt x="4803" y="3194"/>
                        <a:pt x="4803" y="2069"/>
                      </a:cubicBezTo>
                      <a:cubicBezTo>
                        <a:pt x="4803" y="824"/>
                        <a:pt x="3788" y="0"/>
                        <a:pt x="273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1" name="Google Shape;3801;p60"/>
                <p:cNvSpPr/>
                <p:nvPr/>
              </p:nvSpPr>
              <p:spPr>
                <a:xfrm>
                  <a:off x="4158741" y="3076641"/>
                  <a:ext cx="13040" cy="13040"/>
                </a:xfrm>
                <a:custGeom>
                  <a:rect b="b" l="l" r="r" t="t"/>
                  <a:pathLst>
                    <a:path extrusionOk="0" h="1658" w="1658">
                      <a:moveTo>
                        <a:pt x="835" y="1"/>
                      </a:moveTo>
                      <a:cubicBezTo>
                        <a:pt x="375" y="1"/>
                        <a:pt x="0" y="376"/>
                        <a:pt x="0" y="823"/>
                      </a:cubicBezTo>
                      <a:cubicBezTo>
                        <a:pt x="0" y="1283"/>
                        <a:pt x="375" y="1658"/>
                        <a:pt x="835" y="1658"/>
                      </a:cubicBezTo>
                      <a:cubicBezTo>
                        <a:pt x="1294" y="1658"/>
                        <a:pt x="1657" y="1283"/>
                        <a:pt x="1657" y="823"/>
                      </a:cubicBezTo>
                      <a:cubicBezTo>
                        <a:pt x="1657" y="376"/>
                        <a:pt x="1294"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02" name="Google Shape;3802;p60"/>
              <p:cNvGrpSpPr/>
              <p:nvPr/>
            </p:nvGrpSpPr>
            <p:grpSpPr>
              <a:xfrm>
                <a:off x="4044565" y="3103563"/>
                <a:ext cx="37783" cy="32451"/>
                <a:chOff x="4044565" y="3103563"/>
                <a:chExt cx="37783" cy="32451"/>
              </a:xfrm>
            </p:grpSpPr>
            <p:sp>
              <p:nvSpPr>
                <p:cNvPr id="3803" name="Google Shape;3803;p60"/>
                <p:cNvSpPr/>
                <p:nvPr/>
              </p:nvSpPr>
              <p:spPr>
                <a:xfrm>
                  <a:off x="4044565" y="3103563"/>
                  <a:ext cx="37783" cy="32451"/>
                </a:xfrm>
                <a:custGeom>
                  <a:rect b="b" l="l" r="r" t="t"/>
                  <a:pathLst>
                    <a:path extrusionOk="0" h="4126" w="4804">
                      <a:moveTo>
                        <a:pt x="2731" y="1"/>
                      </a:moveTo>
                      <a:cubicBezTo>
                        <a:pt x="2227" y="1"/>
                        <a:pt x="1713" y="188"/>
                        <a:pt x="1295" y="606"/>
                      </a:cubicBezTo>
                      <a:cubicBezTo>
                        <a:pt x="1" y="1900"/>
                        <a:pt x="908" y="4114"/>
                        <a:pt x="2747" y="4126"/>
                      </a:cubicBezTo>
                      <a:cubicBezTo>
                        <a:pt x="3884" y="4114"/>
                        <a:pt x="4803" y="3194"/>
                        <a:pt x="4803" y="2069"/>
                      </a:cubicBezTo>
                      <a:cubicBezTo>
                        <a:pt x="4803" y="824"/>
                        <a:pt x="3788" y="1"/>
                        <a:pt x="273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4" name="Google Shape;3804;p60"/>
                <p:cNvSpPr/>
                <p:nvPr/>
              </p:nvSpPr>
              <p:spPr>
                <a:xfrm>
                  <a:off x="4059602" y="3113268"/>
                  <a:ext cx="13040" cy="13048"/>
                </a:xfrm>
                <a:custGeom>
                  <a:rect b="b" l="l" r="r" t="t"/>
                  <a:pathLst>
                    <a:path extrusionOk="0" h="1659" w="1658">
                      <a:moveTo>
                        <a:pt x="835" y="1"/>
                      </a:moveTo>
                      <a:cubicBezTo>
                        <a:pt x="375" y="1"/>
                        <a:pt x="0" y="376"/>
                        <a:pt x="0" y="835"/>
                      </a:cubicBezTo>
                      <a:cubicBezTo>
                        <a:pt x="0" y="1283"/>
                        <a:pt x="375" y="1658"/>
                        <a:pt x="835" y="1658"/>
                      </a:cubicBezTo>
                      <a:cubicBezTo>
                        <a:pt x="1295" y="1658"/>
                        <a:pt x="1657" y="1283"/>
                        <a:pt x="1657" y="835"/>
                      </a:cubicBezTo>
                      <a:cubicBezTo>
                        <a:pt x="1657" y="376"/>
                        <a:pt x="1295"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05" name="Google Shape;3805;p60"/>
              <p:cNvGrpSpPr/>
              <p:nvPr/>
            </p:nvGrpSpPr>
            <p:grpSpPr>
              <a:xfrm>
                <a:off x="4017454" y="3188237"/>
                <a:ext cx="37776" cy="32357"/>
                <a:chOff x="4017454" y="3188237"/>
                <a:chExt cx="37776" cy="32357"/>
              </a:xfrm>
            </p:grpSpPr>
            <p:sp>
              <p:nvSpPr>
                <p:cNvPr id="3806" name="Google Shape;3806;p60"/>
                <p:cNvSpPr/>
                <p:nvPr/>
              </p:nvSpPr>
              <p:spPr>
                <a:xfrm>
                  <a:off x="4017454" y="3188237"/>
                  <a:ext cx="37776" cy="32357"/>
                </a:xfrm>
                <a:custGeom>
                  <a:rect b="b" l="l" r="r" t="t"/>
                  <a:pathLst>
                    <a:path extrusionOk="0" h="4114" w="4803">
                      <a:moveTo>
                        <a:pt x="2732" y="0"/>
                      </a:moveTo>
                      <a:cubicBezTo>
                        <a:pt x="2227" y="0"/>
                        <a:pt x="1713" y="188"/>
                        <a:pt x="1295" y="606"/>
                      </a:cubicBezTo>
                      <a:cubicBezTo>
                        <a:pt x="0" y="1900"/>
                        <a:pt x="908" y="4114"/>
                        <a:pt x="2746" y="4114"/>
                      </a:cubicBezTo>
                      <a:cubicBezTo>
                        <a:pt x="3883" y="4114"/>
                        <a:pt x="4803" y="3195"/>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7" name="Google Shape;3807;p60"/>
                <p:cNvSpPr/>
                <p:nvPr/>
              </p:nvSpPr>
              <p:spPr>
                <a:xfrm>
                  <a:off x="4032484" y="3197943"/>
                  <a:ext cx="13040" cy="13048"/>
                </a:xfrm>
                <a:custGeom>
                  <a:rect b="b" l="l" r="r" t="t"/>
                  <a:pathLst>
                    <a:path extrusionOk="0" h="1659" w="1658">
                      <a:moveTo>
                        <a:pt x="835" y="1"/>
                      </a:moveTo>
                      <a:cubicBezTo>
                        <a:pt x="376" y="1"/>
                        <a:pt x="1" y="376"/>
                        <a:pt x="1" y="823"/>
                      </a:cubicBezTo>
                      <a:cubicBezTo>
                        <a:pt x="1" y="1283"/>
                        <a:pt x="376" y="1658"/>
                        <a:pt x="835" y="1658"/>
                      </a:cubicBezTo>
                      <a:cubicBezTo>
                        <a:pt x="1295" y="1658"/>
                        <a:pt x="1658" y="1283"/>
                        <a:pt x="1658" y="823"/>
                      </a:cubicBezTo>
                      <a:cubicBezTo>
                        <a:pt x="1658" y="376"/>
                        <a:pt x="1295"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08" name="Google Shape;3808;p60"/>
              <p:cNvGrpSpPr/>
              <p:nvPr/>
            </p:nvGrpSpPr>
            <p:grpSpPr>
              <a:xfrm>
                <a:off x="3921548" y="3157509"/>
                <a:ext cx="37783" cy="32357"/>
                <a:chOff x="3921548" y="3157509"/>
                <a:chExt cx="37783" cy="32357"/>
              </a:xfrm>
            </p:grpSpPr>
            <p:sp>
              <p:nvSpPr>
                <p:cNvPr id="3809" name="Google Shape;3809;p60"/>
                <p:cNvSpPr/>
                <p:nvPr/>
              </p:nvSpPr>
              <p:spPr>
                <a:xfrm>
                  <a:off x="3921548" y="3157509"/>
                  <a:ext cx="37783" cy="32357"/>
                </a:xfrm>
                <a:custGeom>
                  <a:rect b="b" l="l" r="r" t="t"/>
                  <a:pathLst>
                    <a:path extrusionOk="0" h="4114" w="4804">
                      <a:moveTo>
                        <a:pt x="2732" y="0"/>
                      </a:moveTo>
                      <a:cubicBezTo>
                        <a:pt x="2228" y="0"/>
                        <a:pt x="1713" y="187"/>
                        <a:pt x="1295" y="606"/>
                      </a:cubicBezTo>
                      <a:cubicBezTo>
                        <a:pt x="1" y="1900"/>
                        <a:pt x="908" y="4114"/>
                        <a:pt x="2747" y="4114"/>
                      </a:cubicBezTo>
                      <a:cubicBezTo>
                        <a:pt x="3872"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0" name="Google Shape;3810;p60"/>
                <p:cNvSpPr/>
                <p:nvPr/>
              </p:nvSpPr>
              <p:spPr>
                <a:xfrm>
                  <a:off x="3936586" y="3167214"/>
                  <a:ext cx="13040" cy="13040"/>
                </a:xfrm>
                <a:custGeom>
                  <a:rect b="b" l="l" r="r" t="t"/>
                  <a:pathLst>
                    <a:path extrusionOk="0" h="1658" w="1658">
                      <a:moveTo>
                        <a:pt x="835" y="1"/>
                      </a:moveTo>
                      <a:cubicBezTo>
                        <a:pt x="375" y="1"/>
                        <a:pt x="0" y="364"/>
                        <a:pt x="0" y="823"/>
                      </a:cubicBezTo>
                      <a:cubicBezTo>
                        <a:pt x="0" y="1283"/>
                        <a:pt x="375" y="1658"/>
                        <a:pt x="835" y="1658"/>
                      </a:cubicBezTo>
                      <a:cubicBezTo>
                        <a:pt x="1282" y="1658"/>
                        <a:pt x="1657" y="1283"/>
                        <a:pt x="1657" y="823"/>
                      </a:cubicBezTo>
                      <a:cubicBezTo>
                        <a:pt x="1657" y="364"/>
                        <a:pt x="1282"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11" name="Google Shape;3811;p60"/>
              <p:cNvGrpSpPr/>
              <p:nvPr/>
            </p:nvGrpSpPr>
            <p:grpSpPr>
              <a:xfrm>
                <a:off x="3939056" y="3211620"/>
                <a:ext cx="37783" cy="32380"/>
                <a:chOff x="3939056" y="3211620"/>
                <a:chExt cx="37783" cy="32380"/>
              </a:xfrm>
            </p:grpSpPr>
            <p:sp>
              <p:nvSpPr>
                <p:cNvPr id="3812" name="Google Shape;3812;p60"/>
                <p:cNvSpPr/>
                <p:nvPr/>
              </p:nvSpPr>
              <p:spPr>
                <a:xfrm>
                  <a:off x="3939056" y="3211620"/>
                  <a:ext cx="37783" cy="32380"/>
                </a:xfrm>
                <a:custGeom>
                  <a:rect b="b" l="l" r="r" t="t"/>
                  <a:pathLst>
                    <a:path extrusionOk="0" h="4117" w="4804">
                      <a:moveTo>
                        <a:pt x="2737" y="1"/>
                      </a:moveTo>
                      <a:cubicBezTo>
                        <a:pt x="2231" y="1"/>
                        <a:pt x="1715" y="189"/>
                        <a:pt x="1295" y="609"/>
                      </a:cubicBezTo>
                      <a:cubicBezTo>
                        <a:pt x="1" y="1903"/>
                        <a:pt x="920" y="4117"/>
                        <a:pt x="2759" y="4117"/>
                      </a:cubicBezTo>
                      <a:cubicBezTo>
                        <a:pt x="3884" y="4117"/>
                        <a:pt x="4803" y="3197"/>
                        <a:pt x="4803" y="2060"/>
                      </a:cubicBezTo>
                      <a:cubicBezTo>
                        <a:pt x="4803" y="818"/>
                        <a:pt x="3792" y="1"/>
                        <a:pt x="273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3" name="Google Shape;3813;p60"/>
                <p:cNvSpPr/>
                <p:nvPr/>
              </p:nvSpPr>
              <p:spPr>
                <a:xfrm>
                  <a:off x="3954188" y="3221255"/>
                  <a:ext cx="13040" cy="13040"/>
                </a:xfrm>
                <a:custGeom>
                  <a:rect b="b" l="l" r="r" t="t"/>
                  <a:pathLst>
                    <a:path extrusionOk="0" h="1658" w="1658">
                      <a:moveTo>
                        <a:pt x="823" y="1"/>
                      </a:moveTo>
                      <a:cubicBezTo>
                        <a:pt x="375" y="1"/>
                        <a:pt x="0" y="376"/>
                        <a:pt x="0" y="835"/>
                      </a:cubicBezTo>
                      <a:cubicBezTo>
                        <a:pt x="0" y="1295"/>
                        <a:pt x="375" y="1658"/>
                        <a:pt x="823" y="1658"/>
                      </a:cubicBezTo>
                      <a:cubicBezTo>
                        <a:pt x="1282" y="1658"/>
                        <a:pt x="1657" y="1295"/>
                        <a:pt x="1657" y="835"/>
                      </a:cubicBezTo>
                      <a:cubicBezTo>
                        <a:pt x="1657" y="376"/>
                        <a:pt x="1282"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14" name="Google Shape;3814;p60"/>
              <p:cNvGrpSpPr/>
              <p:nvPr/>
            </p:nvGrpSpPr>
            <p:grpSpPr>
              <a:xfrm>
                <a:off x="4176240" y="3136965"/>
                <a:ext cx="31405" cy="26930"/>
                <a:chOff x="4176240" y="3136965"/>
                <a:chExt cx="31405" cy="26930"/>
              </a:xfrm>
            </p:grpSpPr>
            <p:sp>
              <p:nvSpPr>
                <p:cNvPr id="3815" name="Google Shape;3815;p60"/>
                <p:cNvSpPr/>
                <p:nvPr/>
              </p:nvSpPr>
              <p:spPr>
                <a:xfrm>
                  <a:off x="4176240" y="3136965"/>
                  <a:ext cx="31405" cy="26930"/>
                </a:xfrm>
                <a:custGeom>
                  <a:rect b="b" l="l" r="r" t="t"/>
                  <a:pathLst>
                    <a:path extrusionOk="0" h="3424" w="3993">
                      <a:moveTo>
                        <a:pt x="2268" y="1"/>
                      </a:moveTo>
                      <a:cubicBezTo>
                        <a:pt x="1846" y="1"/>
                        <a:pt x="1415" y="158"/>
                        <a:pt x="1065" y="508"/>
                      </a:cubicBezTo>
                      <a:cubicBezTo>
                        <a:pt x="1" y="1585"/>
                        <a:pt x="763" y="3423"/>
                        <a:pt x="2275" y="3423"/>
                      </a:cubicBezTo>
                      <a:cubicBezTo>
                        <a:pt x="3231" y="3423"/>
                        <a:pt x="3993" y="2649"/>
                        <a:pt x="3993" y="1705"/>
                      </a:cubicBezTo>
                      <a:cubicBezTo>
                        <a:pt x="3985" y="677"/>
                        <a:pt x="3145" y="1"/>
                        <a:pt x="226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6" name="Google Shape;3816;p60"/>
                <p:cNvSpPr/>
                <p:nvPr/>
              </p:nvSpPr>
              <p:spPr>
                <a:xfrm>
                  <a:off x="4190327" y="3146663"/>
                  <a:ext cx="7613" cy="7621"/>
                </a:xfrm>
                <a:custGeom>
                  <a:rect b="b" l="l" r="r" t="t"/>
                  <a:pathLst>
                    <a:path extrusionOk="0" h="969" w="968">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17" name="Google Shape;3817;p60"/>
              <p:cNvGrpSpPr/>
              <p:nvPr/>
            </p:nvGrpSpPr>
            <p:grpSpPr>
              <a:xfrm>
                <a:off x="4133148" y="3152593"/>
                <a:ext cx="31499" cy="27001"/>
                <a:chOff x="4133148" y="3152593"/>
                <a:chExt cx="31499" cy="27001"/>
              </a:xfrm>
            </p:grpSpPr>
            <p:sp>
              <p:nvSpPr>
                <p:cNvPr id="3818" name="Google Shape;3818;p60"/>
                <p:cNvSpPr/>
                <p:nvPr/>
              </p:nvSpPr>
              <p:spPr>
                <a:xfrm>
                  <a:off x="4133148" y="3152593"/>
                  <a:ext cx="31499" cy="27001"/>
                </a:xfrm>
                <a:custGeom>
                  <a:rect b="b" l="l" r="r" t="t"/>
                  <a:pathLst>
                    <a:path extrusionOk="0" h="3433" w="4005">
                      <a:moveTo>
                        <a:pt x="2284" y="1"/>
                      </a:moveTo>
                      <a:cubicBezTo>
                        <a:pt x="1865" y="1"/>
                        <a:pt x="1437" y="157"/>
                        <a:pt x="1089" y="505"/>
                      </a:cubicBezTo>
                      <a:cubicBezTo>
                        <a:pt x="0" y="1581"/>
                        <a:pt x="774" y="3432"/>
                        <a:pt x="2298" y="3432"/>
                      </a:cubicBezTo>
                      <a:cubicBezTo>
                        <a:pt x="3242" y="3432"/>
                        <a:pt x="4004" y="2658"/>
                        <a:pt x="4004" y="1714"/>
                      </a:cubicBezTo>
                      <a:cubicBezTo>
                        <a:pt x="4004" y="683"/>
                        <a:pt x="3162" y="1"/>
                        <a:pt x="228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9" name="Google Shape;3819;p60"/>
                <p:cNvSpPr/>
                <p:nvPr/>
              </p:nvSpPr>
              <p:spPr>
                <a:xfrm>
                  <a:off x="4147321" y="3162267"/>
                  <a:ext cx="7621" cy="7621"/>
                </a:xfrm>
                <a:custGeom>
                  <a:rect b="b" l="l" r="r" t="t"/>
                  <a:pathLst>
                    <a:path extrusionOk="0" h="969" w="969">
                      <a:moveTo>
                        <a:pt x="484" y="1"/>
                      </a:moveTo>
                      <a:cubicBezTo>
                        <a:pt x="218" y="1"/>
                        <a:pt x="0" y="218"/>
                        <a:pt x="0" y="484"/>
                      </a:cubicBezTo>
                      <a:cubicBezTo>
                        <a:pt x="0" y="751"/>
                        <a:pt x="218" y="968"/>
                        <a:pt x="484" y="968"/>
                      </a:cubicBezTo>
                      <a:cubicBezTo>
                        <a:pt x="763" y="968"/>
                        <a:pt x="968" y="751"/>
                        <a:pt x="968" y="484"/>
                      </a:cubicBezTo>
                      <a:cubicBezTo>
                        <a:pt x="968" y="218"/>
                        <a:pt x="763"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20" name="Google Shape;3820;p60"/>
              <p:cNvGrpSpPr/>
              <p:nvPr/>
            </p:nvGrpSpPr>
            <p:grpSpPr>
              <a:xfrm>
                <a:off x="4220866" y="3073534"/>
                <a:ext cx="31499" cy="26898"/>
                <a:chOff x="4220866" y="3073534"/>
                <a:chExt cx="31499" cy="26898"/>
              </a:xfrm>
            </p:grpSpPr>
            <p:sp>
              <p:nvSpPr>
                <p:cNvPr id="3821" name="Google Shape;3821;p60"/>
                <p:cNvSpPr/>
                <p:nvPr/>
              </p:nvSpPr>
              <p:spPr>
                <a:xfrm>
                  <a:off x="4220866" y="3073534"/>
                  <a:ext cx="31499" cy="26898"/>
                </a:xfrm>
                <a:custGeom>
                  <a:rect b="b" l="l" r="r" t="t"/>
                  <a:pathLst>
                    <a:path extrusionOk="0" h="3420" w="4005">
                      <a:moveTo>
                        <a:pt x="2285" y="0"/>
                      </a:moveTo>
                      <a:cubicBezTo>
                        <a:pt x="1865" y="0"/>
                        <a:pt x="1437" y="156"/>
                        <a:pt x="1089" y="504"/>
                      </a:cubicBezTo>
                      <a:cubicBezTo>
                        <a:pt x="0" y="1581"/>
                        <a:pt x="774"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2" name="Google Shape;3822;p60"/>
                <p:cNvSpPr/>
                <p:nvPr/>
              </p:nvSpPr>
              <p:spPr>
                <a:xfrm>
                  <a:off x="4235039" y="3083114"/>
                  <a:ext cx="7621" cy="7613"/>
                </a:xfrm>
                <a:custGeom>
                  <a:rect b="b" l="l" r="r" t="t"/>
                  <a:pathLst>
                    <a:path extrusionOk="0" h="968" w="969">
                      <a:moveTo>
                        <a:pt x="485" y="0"/>
                      </a:moveTo>
                      <a:cubicBezTo>
                        <a:pt x="218" y="0"/>
                        <a:pt x="1" y="218"/>
                        <a:pt x="1" y="484"/>
                      </a:cubicBezTo>
                      <a:cubicBezTo>
                        <a:pt x="1" y="750"/>
                        <a:pt x="218" y="968"/>
                        <a:pt x="485" y="968"/>
                      </a:cubicBezTo>
                      <a:cubicBezTo>
                        <a:pt x="751" y="968"/>
                        <a:pt x="968" y="750"/>
                        <a:pt x="968" y="484"/>
                      </a:cubicBezTo>
                      <a:cubicBezTo>
                        <a:pt x="968" y="218"/>
                        <a:pt x="751" y="0"/>
                        <a:pt x="48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23" name="Google Shape;3823;p60"/>
              <p:cNvGrpSpPr/>
              <p:nvPr/>
            </p:nvGrpSpPr>
            <p:grpSpPr>
              <a:xfrm>
                <a:off x="3869702" y="3230323"/>
                <a:ext cx="31499" cy="26906"/>
                <a:chOff x="3869702" y="3230323"/>
                <a:chExt cx="31499" cy="26906"/>
              </a:xfrm>
            </p:grpSpPr>
            <p:sp>
              <p:nvSpPr>
                <p:cNvPr id="3824" name="Google Shape;3824;p60"/>
                <p:cNvSpPr/>
                <p:nvPr/>
              </p:nvSpPr>
              <p:spPr>
                <a:xfrm>
                  <a:off x="3869702" y="3230323"/>
                  <a:ext cx="31499" cy="26906"/>
                </a:xfrm>
                <a:custGeom>
                  <a:rect b="b" l="l" r="r" t="t"/>
                  <a:pathLst>
                    <a:path extrusionOk="0" h="3421" w="4005">
                      <a:moveTo>
                        <a:pt x="2275" y="1"/>
                      </a:moveTo>
                      <a:cubicBezTo>
                        <a:pt x="1854" y="1"/>
                        <a:pt x="1425" y="157"/>
                        <a:pt x="1077" y="505"/>
                      </a:cubicBezTo>
                      <a:cubicBezTo>
                        <a:pt x="0" y="1581"/>
                        <a:pt x="762" y="3420"/>
                        <a:pt x="2286" y="3420"/>
                      </a:cubicBezTo>
                      <a:cubicBezTo>
                        <a:pt x="3230" y="3420"/>
                        <a:pt x="3992" y="2658"/>
                        <a:pt x="4004" y="1714"/>
                      </a:cubicBezTo>
                      <a:cubicBezTo>
                        <a:pt x="4004" y="683"/>
                        <a:pt x="3157" y="1"/>
                        <a:pt x="227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5" name="Google Shape;3825;p60"/>
                <p:cNvSpPr/>
                <p:nvPr/>
              </p:nvSpPr>
              <p:spPr>
                <a:xfrm>
                  <a:off x="3883875" y="3239997"/>
                  <a:ext cx="7621" cy="7621"/>
                </a:xfrm>
                <a:custGeom>
                  <a:rect b="b" l="l" r="r" t="t"/>
                  <a:pathLst>
                    <a:path extrusionOk="0" h="969" w="969">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826" name="Google Shape;3826;p60"/>
            <p:cNvGrpSpPr/>
            <p:nvPr/>
          </p:nvGrpSpPr>
          <p:grpSpPr>
            <a:xfrm>
              <a:off x="4271383" y="3065882"/>
              <a:ext cx="304556" cy="341663"/>
              <a:chOff x="4271383" y="3065882"/>
              <a:chExt cx="304556" cy="341663"/>
            </a:xfrm>
          </p:grpSpPr>
          <p:grpSp>
            <p:nvGrpSpPr>
              <p:cNvPr id="3827" name="Google Shape;3827;p60"/>
              <p:cNvGrpSpPr/>
              <p:nvPr/>
            </p:nvGrpSpPr>
            <p:grpSpPr>
              <a:xfrm>
                <a:off x="4293838" y="3078639"/>
                <a:ext cx="269353" cy="311973"/>
                <a:chOff x="4293838" y="3078639"/>
                <a:chExt cx="269353" cy="311973"/>
              </a:xfrm>
            </p:grpSpPr>
            <p:sp>
              <p:nvSpPr>
                <p:cNvPr id="3828" name="Google Shape;3828;p60"/>
                <p:cNvSpPr/>
                <p:nvPr/>
              </p:nvSpPr>
              <p:spPr>
                <a:xfrm>
                  <a:off x="4293838" y="3078639"/>
                  <a:ext cx="269353" cy="311973"/>
                </a:xfrm>
                <a:custGeom>
                  <a:rect b="b" l="l" r="r" t="t"/>
                  <a:pathLst>
                    <a:path extrusionOk="0" fill="none" h="39666" w="34247">
                      <a:moveTo>
                        <a:pt x="13" y="16730"/>
                      </a:moveTo>
                      <a:lnTo>
                        <a:pt x="7162" y="27690"/>
                      </a:lnTo>
                      <a:lnTo>
                        <a:pt x="8480" y="39666"/>
                      </a:lnTo>
                      <a:lnTo>
                        <a:pt x="18182" y="34138"/>
                      </a:lnTo>
                      <a:lnTo>
                        <a:pt x="26371" y="29807"/>
                      </a:lnTo>
                      <a:cubicBezTo>
                        <a:pt x="26371" y="29807"/>
                        <a:pt x="33605" y="34694"/>
                        <a:pt x="33932" y="35456"/>
                      </a:cubicBezTo>
                      <a:cubicBezTo>
                        <a:pt x="34246" y="36218"/>
                        <a:pt x="32263" y="18388"/>
                        <a:pt x="32263" y="18388"/>
                      </a:cubicBezTo>
                      <a:lnTo>
                        <a:pt x="28428" y="2928"/>
                      </a:lnTo>
                      <a:lnTo>
                        <a:pt x="12932" y="1"/>
                      </a:lnTo>
                      <a:lnTo>
                        <a:pt x="1670" y="2650"/>
                      </a:lnTo>
                      <a:lnTo>
                        <a:pt x="0" y="1714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9" name="Google Shape;3829;p60"/>
                <p:cNvSpPr/>
                <p:nvPr/>
              </p:nvSpPr>
              <p:spPr>
                <a:xfrm>
                  <a:off x="4306965" y="3099473"/>
                  <a:ext cx="62519" cy="69652"/>
                </a:xfrm>
                <a:custGeom>
                  <a:rect b="b" l="l" r="r" t="t"/>
                  <a:pathLst>
                    <a:path extrusionOk="0" fill="none" h="8856" w="7949">
                      <a:moveTo>
                        <a:pt x="1" y="1"/>
                      </a:moveTo>
                      <a:lnTo>
                        <a:pt x="7948" y="885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0" name="Google Shape;3830;p60"/>
                <p:cNvSpPr/>
                <p:nvPr/>
              </p:nvSpPr>
              <p:spPr>
                <a:xfrm>
                  <a:off x="4369476" y="3169118"/>
                  <a:ext cx="26072" cy="98666"/>
                </a:xfrm>
                <a:custGeom>
                  <a:rect b="b" l="l" r="r" t="t"/>
                  <a:pathLst>
                    <a:path extrusionOk="0" fill="none" h="12545" w="3315">
                      <a:moveTo>
                        <a:pt x="0" y="1"/>
                      </a:moveTo>
                      <a:lnTo>
                        <a:pt x="3315" y="1254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1" name="Google Shape;3831;p60"/>
                <p:cNvSpPr/>
                <p:nvPr/>
              </p:nvSpPr>
              <p:spPr>
                <a:xfrm>
                  <a:off x="4399347" y="3078639"/>
                  <a:ext cx="60041" cy="110558"/>
                </a:xfrm>
                <a:custGeom>
                  <a:rect b="b" l="l" r="r" t="t"/>
                  <a:pathLst>
                    <a:path extrusionOk="0" fill="none" h="14057" w="7634">
                      <a:moveTo>
                        <a:pt x="7634" y="14057"/>
                      </a:moveTo>
                      <a:lnTo>
                        <a:pt x="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2" name="Google Shape;3832;p60"/>
                <p:cNvSpPr/>
                <p:nvPr/>
              </p:nvSpPr>
              <p:spPr>
                <a:xfrm>
                  <a:off x="4373282" y="3169118"/>
                  <a:ext cx="82299" cy="20079"/>
                </a:xfrm>
                <a:custGeom>
                  <a:rect b="b" l="l" r="r" t="t"/>
                  <a:pathLst>
                    <a:path extrusionOk="0" fill="none" h="2553" w="10464">
                      <a:moveTo>
                        <a:pt x="0" y="1"/>
                      </a:moveTo>
                      <a:lnTo>
                        <a:pt x="10464" y="2553"/>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3" name="Google Shape;3833;p60"/>
                <p:cNvSpPr/>
                <p:nvPr/>
              </p:nvSpPr>
              <p:spPr>
                <a:xfrm>
                  <a:off x="4369476" y="3078639"/>
                  <a:ext cx="29879" cy="90487"/>
                </a:xfrm>
                <a:custGeom>
                  <a:rect b="b" l="l" r="r" t="t"/>
                  <a:pathLst>
                    <a:path extrusionOk="0" fill="none" h="11505" w="3799">
                      <a:moveTo>
                        <a:pt x="0" y="11505"/>
                      </a:moveTo>
                      <a:lnTo>
                        <a:pt x="379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4" name="Google Shape;3834;p60"/>
                <p:cNvSpPr/>
                <p:nvPr/>
              </p:nvSpPr>
              <p:spPr>
                <a:xfrm>
                  <a:off x="4293932" y="3169118"/>
                  <a:ext cx="75551" cy="41110"/>
                </a:xfrm>
                <a:custGeom>
                  <a:rect b="b" l="l" r="r" t="t"/>
                  <a:pathLst>
                    <a:path extrusionOk="0" fill="none" h="5227" w="9606">
                      <a:moveTo>
                        <a:pt x="1" y="5226"/>
                      </a:moveTo>
                      <a:lnTo>
                        <a:pt x="9605"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5" name="Google Shape;3835;p60"/>
                <p:cNvSpPr/>
                <p:nvPr/>
              </p:nvSpPr>
              <p:spPr>
                <a:xfrm>
                  <a:off x="4350159" y="3267776"/>
                  <a:ext cx="45389" cy="27032"/>
                </a:xfrm>
                <a:custGeom>
                  <a:rect b="b" l="l" r="r" t="t"/>
                  <a:pathLst>
                    <a:path extrusionOk="0" fill="none" h="3437" w="5771">
                      <a:moveTo>
                        <a:pt x="1" y="3436"/>
                      </a:moveTo>
                      <a:lnTo>
                        <a:pt x="577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6" name="Google Shape;3836;p60"/>
                <p:cNvSpPr/>
                <p:nvPr/>
              </p:nvSpPr>
              <p:spPr>
                <a:xfrm>
                  <a:off x="4395540" y="3267776"/>
                  <a:ext cx="38830" cy="76031"/>
                </a:xfrm>
                <a:custGeom>
                  <a:rect b="b" l="l" r="r" t="t"/>
                  <a:pathLst>
                    <a:path extrusionOk="0" fill="none" h="9667" w="4937">
                      <a:moveTo>
                        <a:pt x="1" y="1"/>
                      </a:moveTo>
                      <a:lnTo>
                        <a:pt x="4936" y="966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7" name="Google Shape;3837;p60"/>
                <p:cNvSpPr/>
                <p:nvPr/>
              </p:nvSpPr>
              <p:spPr>
                <a:xfrm>
                  <a:off x="4360439" y="3267776"/>
                  <a:ext cx="35109" cy="121978"/>
                </a:xfrm>
                <a:custGeom>
                  <a:rect b="b" l="l" r="r" t="t"/>
                  <a:pathLst>
                    <a:path extrusionOk="0" fill="none" h="15509" w="4464">
                      <a:moveTo>
                        <a:pt x="0" y="15509"/>
                      </a:moveTo>
                      <a:lnTo>
                        <a:pt x="4464"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8" name="Google Shape;3838;p60"/>
                <p:cNvSpPr/>
                <p:nvPr/>
              </p:nvSpPr>
              <p:spPr>
                <a:xfrm>
                  <a:off x="4293932" y="3210220"/>
                  <a:ext cx="101616" cy="57564"/>
                </a:xfrm>
                <a:custGeom>
                  <a:rect b="b" l="l" r="r" t="t"/>
                  <a:pathLst>
                    <a:path extrusionOk="0" fill="none" h="7319" w="12920">
                      <a:moveTo>
                        <a:pt x="1" y="0"/>
                      </a:moveTo>
                      <a:lnTo>
                        <a:pt x="12920" y="731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9" name="Google Shape;3839;p60"/>
                <p:cNvSpPr/>
                <p:nvPr/>
              </p:nvSpPr>
              <p:spPr>
                <a:xfrm>
                  <a:off x="4395540" y="3186436"/>
                  <a:ext cx="66420" cy="79735"/>
                </a:xfrm>
                <a:custGeom>
                  <a:rect b="b" l="l" r="r" t="t"/>
                  <a:pathLst>
                    <a:path extrusionOk="0" fill="none" h="10138" w="8445">
                      <a:moveTo>
                        <a:pt x="8444" y="0"/>
                      </a:moveTo>
                      <a:lnTo>
                        <a:pt x="1" y="10137"/>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0" name="Google Shape;3840;p60"/>
                <p:cNvSpPr/>
                <p:nvPr/>
              </p:nvSpPr>
              <p:spPr>
                <a:xfrm>
                  <a:off x="4459380" y="3189669"/>
                  <a:ext cx="41873" cy="123402"/>
                </a:xfrm>
                <a:custGeom>
                  <a:rect b="b" l="l" r="r" t="t"/>
                  <a:pathLst>
                    <a:path extrusionOk="0" fill="none" h="15690" w="5324">
                      <a:moveTo>
                        <a:pt x="1" y="0"/>
                      </a:moveTo>
                      <a:lnTo>
                        <a:pt x="5323" y="1569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1" name="Google Shape;3841;p60"/>
                <p:cNvSpPr/>
                <p:nvPr/>
              </p:nvSpPr>
              <p:spPr>
                <a:xfrm>
                  <a:off x="4395540" y="3267776"/>
                  <a:ext cx="105713" cy="45295"/>
                </a:xfrm>
                <a:custGeom>
                  <a:rect b="b" l="l" r="r" t="t"/>
                  <a:pathLst>
                    <a:path extrusionOk="0" fill="none" h="5759" w="13441">
                      <a:moveTo>
                        <a:pt x="1" y="1"/>
                      </a:moveTo>
                      <a:lnTo>
                        <a:pt x="13440" y="575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2" name="Google Shape;3842;p60"/>
                <p:cNvSpPr/>
                <p:nvPr/>
              </p:nvSpPr>
              <p:spPr>
                <a:xfrm>
                  <a:off x="4501246" y="3223252"/>
                  <a:ext cx="46435" cy="89818"/>
                </a:xfrm>
                <a:custGeom>
                  <a:rect b="b" l="l" r="r" t="t"/>
                  <a:pathLst>
                    <a:path extrusionOk="0" fill="none" h="11420" w="5904">
                      <a:moveTo>
                        <a:pt x="0" y="11420"/>
                      </a:moveTo>
                      <a:lnTo>
                        <a:pt x="5904"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3" name="Google Shape;3843;p60"/>
                <p:cNvSpPr/>
                <p:nvPr/>
              </p:nvSpPr>
              <p:spPr>
                <a:xfrm>
                  <a:off x="4459671" y="3104231"/>
                  <a:ext cx="58421" cy="84966"/>
                </a:xfrm>
                <a:custGeom>
                  <a:rect b="b" l="l" r="r" t="t"/>
                  <a:pathLst>
                    <a:path extrusionOk="0" fill="none" h="10803" w="7428">
                      <a:moveTo>
                        <a:pt x="0" y="10803"/>
                      </a:moveTo>
                      <a:lnTo>
                        <a:pt x="7428"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4" name="Google Shape;3844;p60"/>
                <p:cNvSpPr/>
                <p:nvPr/>
              </p:nvSpPr>
              <p:spPr>
                <a:xfrm>
                  <a:off x="4459671" y="3189189"/>
                  <a:ext cx="86586" cy="36737"/>
                </a:xfrm>
                <a:custGeom>
                  <a:rect b="b" l="l" r="r" t="t"/>
                  <a:pathLst>
                    <a:path extrusionOk="0" fill="none" h="4671" w="11009">
                      <a:moveTo>
                        <a:pt x="0" y="1"/>
                      </a:moveTo>
                      <a:lnTo>
                        <a:pt x="11008" y="467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45" name="Google Shape;3845;p60"/>
              <p:cNvGrpSpPr/>
              <p:nvPr/>
            </p:nvGrpSpPr>
            <p:grpSpPr>
              <a:xfrm>
                <a:off x="4538164" y="3342061"/>
                <a:ext cx="37776" cy="32380"/>
                <a:chOff x="4538164" y="3342061"/>
                <a:chExt cx="37776" cy="32380"/>
              </a:xfrm>
            </p:grpSpPr>
            <p:sp>
              <p:nvSpPr>
                <p:cNvPr id="3846" name="Google Shape;3846;p60"/>
                <p:cNvSpPr/>
                <p:nvPr/>
              </p:nvSpPr>
              <p:spPr>
                <a:xfrm>
                  <a:off x="4538164" y="3342061"/>
                  <a:ext cx="37776" cy="32380"/>
                </a:xfrm>
                <a:custGeom>
                  <a:rect b="b" l="l" r="r" t="t"/>
                  <a:pathLst>
                    <a:path extrusionOk="0" h="4117" w="4803">
                      <a:moveTo>
                        <a:pt x="2737" y="0"/>
                      </a:moveTo>
                      <a:cubicBezTo>
                        <a:pt x="2231" y="0"/>
                        <a:pt x="1714" y="189"/>
                        <a:pt x="1294" y="608"/>
                      </a:cubicBezTo>
                      <a:cubicBezTo>
                        <a:pt x="0" y="1903"/>
                        <a:pt x="919" y="4116"/>
                        <a:pt x="2746" y="4116"/>
                      </a:cubicBezTo>
                      <a:cubicBezTo>
                        <a:pt x="3883" y="4116"/>
                        <a:pt x="4802" y="3197"/>
                        <a:pt x="4802" y="2060"/>
                      </a:cubicBezTo>
                      <a:cubicBezTo>
                        <a:pt x="4802" y="817"/>
                        <a:pt x="3792" y="0"/>
                        <a:pt x="273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7" name="Google Shape;3847;p60"/>
                <p:cNvSpPr/>
                <p:nvPr/>
              </p:nvSpPr>
              <p:spPr>
                <a:xfrm>
                  <a:off x="4553194" y="3351790"/>
                  <a:ext cx="13040" cy="13040"/>
                </a:xfrm>
                <a:custGeom>
                  <a:rect b="b" l="l" r="r" t="t"/>
                  <a:pathLst>
                    <a:path extrusionOk="0" h="1658" w="1658">
                      <a:moveTo>
                        <a:pt x="835" y="0"/>
                      </a:moveTo>
                      <a:cubicBezTo>
                        <a:pt x="375" y="0"/>
                        <a:pt x="0" y="363"/>
                        <a:pt x="0" y="823"/>
                      </a:cubicBezTo>
                      <a:cubicBezTo>
                        <a:pt x="0" y="1283"/>
                        <a:pt x="375"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48" name="Google Shape;3848;p60"/>
              <p:cNvGrpSpPr/>
              <p:nvPr/>
            </p:nvGrpSpPr>
            <p:grpSpPr>
              <a:xfrm>
                <a:off x="4271383" y="3194742"/>
                <a:ext cx="37783" cy="32420"/>
                <a:chOff x="4271383" y="3194742"/>
                <a:chExt cx="37783" cy="32420"/>
              </a:xfrm>
            </p:grpSpPr>
            <p:sp>
              <p:nvSpPr>
                <p:cNvPr id="3849" name="Google Shape;3849;p60"/>
                <p:cNvSpPr/>
                <p:nvPr/>
              </p:nvSpPr>
              <p:spPr>
                <a:xfrm>
                  <a:off x="4271383" y="3194742"/>
                  <a:ext cx="37783" cy="32420"/>
                </a:xfrm>
                <a:custGeom>
                  <a:rect b="b" l="l" r="r" t="t"/>
                  <a:pathLst>
                    <a:path extrusionOk="0" h="4122" w="4804">
                      <a:moveTo>
                        <a:pt x="2738" y="0"/>
                      </a:moveTo>
                      <a:cubicBezTo>
                        <a:pt x="2231" y="0"/>
                        <a:pt x="1715" y="190"/>
                        <a:pt x="1295" y="614"/>
                      </a:cubicBezTo>
                      <a:cubicBezTo>
                        <a:pt x="1" y="1908"/>
                        <a:pt x="920" y="4122"/>
                        <a:pt x="2747" y="4122"/>
                      </a:cubicBezTo>
                      <a:cubicBezTo>
                        <a:pt x="3884" y="4122"/>
                        <a:pt x="4803" y="3202"/>
                        <a:pt x="4803" y="2065"/>
                      </a:cubicBezTo>
                      <a:cubicBezTo>
                        <a:pt x="4803" y="823"/>
                        <a:pt x="3793" y="0"/>
                        <a:pt x="273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0" name="Google Shape;3850;p60"/>
                <p:cNvSpPr/>
                <p:nvPr/>
              </p:nvSpPr>
              <p:spPr>
                <a:xfrm>
                  <a:off x="4286516" y="3204416"/>
                  <a:ext cx="13040" cy="13040"/>
                </a:xfrm>
                <a:custGeom>
                  <a:rect b="b" l="l" r="r" t="t"/>
                  <a:pathLst>
                    <a:path extrusionOk="0" h="1658" w="1658">
                      <a:moveTo>
                        <a:pt x="823" y="0"/>
                      </a:moveTo>
                      <a:cubicBezTo>
                        <a:pt x="363" y="0"/>
                        <a:pt x="0" y="375"/>
                        <a:pt x="0" y="835"/>
                      </a:cubicBezTo>
                      <a:cubicBezTo>
                        <a:pt x="0" y="1295"/>
                        <a:pt x="363" y="1658"/>
                        <a:pt x="823" y="1658"/>
                      </a:cubicBezTo>
                      <a:cubicBezTo>
                        <a:pt x="1282" y="1658"/>
                        <a:pt x="1657" y="1295"/>
                        <a:pt x="1657" y="835"/>
                      </a:cubicBezTo>
                      <a:cubicBezTo>
                        <a:pt x="1657" y="375"/>
                        <a:pt x="1282" y="0"/>
                        <a:pt x="82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51" name="Google Shape;3851;p60"/>
              <p:cNvGrpSpPr/>
              <p:nvPr/>
            </p:nvGrpSpPr>
            <p:grpSpPr>
              <a:xfrm>
                <a:off x="4284416" y="3084058"/>
                <a:ext cx="37783" cy="32357"/>
                <a:chOff x="4284416" y="3084058"/>
                <a:chExt cx="37783" cy="32357"/>
              </a:xfrm>
            </p:grpSpPr>
            <p:sp>
              <p:nvSpPr>
                <p:cNvPr id="3852" name="Google Shape;3852;p60"/>
                <p:cNvSpPr/>
                <p:nvPr/>
              </p:nvSpPr>
              <p:spPr>
                <a:xfrm>
                  <a:off x="4284416" y="3084058"/>
                  <a:ext cx="37783" cy="32357"/>
                </a:xfrm>
                <a:custGeom>
                  <a:rect b="b" l="l" r="r" t="t"/>
                  <a:pathLst>
                    <a:path extrusionOk="0" h="4114" w="4804">
                      <a:moveTo>
                        <a:pt x="2732" y="1"/>
                      </a:moveTo>
                      <a:cubicBezTo>
                        <a:pt x="2228" y="1"/>
                        <a:pt x="1714"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3" name="Google Shape;3853;p60"/>
                <p:cNvSpPr/>
                <p:nvPr/>
              </p:nvSpPr>
              <p:spPr>
                <a:xfrm>
                  <a:off x="4299548" y="3093763"/>
                  <a:ext cx="13040" cy="13048"/>
                </a:xfrm>
                <a:custGeom>
                  <a:rect b="b" l="l" r="r" t="t"/>
                  <a:pathLst>
                    <a:path extrusionOk="0" h="1659" w="1658">
                      <a:moveTo>
                        <a:pt x="823" y="1"/>
                      </a:moveTo>
                      <a:cubicBezTo>
                        <a:pt x="363" y="1"/>
                        <a:pt x="0" y="364"/>
                        <a:pt x="0" y="824"/>
                      </a:cubicBezTo>
                      <a:cubicBezTo>
                        <a:pt x="0" y="1283"/>
                        <a:pt x="363" y="1658"/>
                        <a:pt x="823" y="1658"/>
                      </a:cubicBezTo>
                      <a:cubicBezTo>
                        <a:pt x="1283" y="1658"/>
                        <a:pt x="1658" y="1283"/>
                        <a:pt x="1658" y="824"/>
                      </a:cubicBezTo>
                      <a:cubicBezTo>
                        <a:pt x="1658" y="364"/>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54" name="Google Shape;3854;p60"/>
              <p:cNvGrpSpPr/>
              <p:nvPr/>
            </p:nvGrpSpPr>
            <p:grpSpPr>
              <a:xfrm>
                <a:off x="4478697" y="3297561"/>
                <a:ext cx="37776" cy="32451"/>
                <a:chOff x="4478697" y="3297561"/>
                <a:chExt cx="37776" cy="32451"/>
              </a:xfrm>
            </p:grpSpPr>
            <p:sp>
              <p:nvSpPr>
                <p:cNvPr id="3855" name="Google Shape;3855;p60"/>
                <p:cNvSpPr/>
                <p:nvPr/>
              </p:nvSpPr>
              <p:spPr>
                <a:xfrm>
                  <a:off x="4478697" y="3297561"/>
                  <a:ext cx="37776" cy="32451"/>
                </a:xfrm>
                <a:custGeom>
                  <a:rect b="b" l="l" r="r" t="t"/>
                  <a:pathLst>
                    <a:path extrusionOk="0" h="4126" w="4803">
                      <a:moveTo>
                        <a:pt x="2730" y="0"/>
                      </a:moveTo>
                      <a:cubicBezTo>
                        <a:pt x="2226" y="0"/>
                        <a:pt x="1713" y="187"/>
                        <a:pt x="1295" y="605"/>
                      </a:cubicBezTo>
                      <a:cubicBezTo>
                        <a:pt x="1" y="1899"/>
                        <a:pt x="920" y="4125"/>
                        <a:pt x="2746" y="4125"/>
                      </a:cubicBezTo>
                      <a:cubicBezTo>
                        <a:pt x="3884" y="4113"/>
                        <a:pt x="4803" y="3194"/>
                        <a:pt x="4803" y="2069"/>
                      </a:cubicBezTo>
                      <a:cubicBezTo>
                        <a:pt x="4803" y="824"/>
                        <a:pt x="3788"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6" name="Google Shape;3856;p60"/>
                <p:cNvSpPr/>
                <p:nvPr/>
              </p:nvSpPr>
              <p:spPr>
                <a:xfrm>
                  <a:off x="4493727" y="3307361"/>
                  <a:ext cx="13048" cy="13040"/>
                </a:xfrm>
                <a:custGeom>
                  <a:rect b="b" l="l" r="r" t="t"/>
                  <a:pathLst>
                    <a:path extrusionOk="0" h="1658" w="1659">
                      <a:moveTo>
                        <a:pt x="835" y="0"/>
                      </a:moveTo>
                      <a:cubicBezTo>
                        <a:pt x="376" y="0"/>
                        <a:pt x="1" y="363"/>
                        <a:pt x="1" y="823"/>
                      </a:cubicBezTo>
                      <a:cubicBezTo>
                        <a:pt x="1" y="1282"/>
                        <a:pt x="376" y="1657"/>
                        <a:pt x="835" y="1657"/>
                      </a:cubicBezTo>
                      <a:cubicBezTo>
                        <a:pt x="1295" y="1657"/>
                        <a:pt x="1658" y="1282"/>
                        <a:pt x="1658" y="823"/>
                      </a:cubicBezTo>
                      <a:cubicBezTo>
                        <a:pt x="1658" y="363"/>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57" name="Google Shape;3857;p60"/>
              <p:cNvGrpSpPr/>
              <p:nvPr/>
            </p:nvGrpSpPr>
            <p:grpSpPr>
              <a:xfrm>
                <a:off x="4411813" y="3331711"/>
                <a:ext cx="37776" cy="32451"/>
                <a:chOff x="4411813" y="3331711"/>
                <a:chExt cx="37776" cy="32451"/>
              </a:xfrm>
            </p:grpSpPr>
            <p:sp>
              <p:nvSpPr>
                <p:cNvPr id="3858" name="Google Shape;3858;p60"/>
                <p:cNvSpPr/>
                <p:nvPr/>
              </p:nvSpPr>
              <p:spPr>
                <a:xfrm>
                  <a:off x="4411813" y="3331711"/>
                  <a:ext cx="37776" cy="32451"/>
                </a:xfrm>
                <a:custGeom>
                  <a:rect b="b" l="l" r="r" t="t"/>
                  <a:pathLst>
                    <a:path extrusionOk="0" h="4126" w="4803">
                      <a:moveTo>
                        <a:pt x="2730" y="1"/>
                      </a:moveTo>
                      <a:cubicBezTo>
                        <a:pt x="2226" y="1"/>
                        <a:pt x="1713" y="188"/>
                        <a:pt x="1295" y="606"/>
                      </a:cubicBezTo>
                      <a:cubicBezTo>
                        <a:pt x="0" y="1900"/>
                        <a:pt x="920" y="4126"/>
                        <a:pt x="2759" y="4126"/>
                      </a:cubicBezTo>
                      <a:cubicBezTo>
                        <a:pt x="3884" y="4114"/>
                        <a:pt x="4803" y="3194"/>
                        <a:pt x="4803" y="2069"/>
                      </a:cubicBezTo>
                      <a:cubicBezTo>
                        <a:pt x="4803" y="824"/>
                        <a:pt x="3788" y="1"/>
                        <a:pt x="273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9" name="Google Shape;3859;p60"/>
                <p:cNvSpPr/>
                <p:nvPr/>
              </p:nvSpPr>
              <p:spPr>
                <a:xfrm>
                  <a:off x="4426937" y="3341416"/>
                  <a:ext cx="13048" cy="13048"/>
                </a:xfrm>
                <a:custGeom>
                  <a:rect b="b" l="l" r="r" t="t"/>
                  <a:pathLst>
                    <a:path extrusionOk="0" h="1659" w="1659">
                      <a:moveTo>
                        <a:pt x="823" y="1"/>
                      </a:moveTo>
                      <a:cubicBezTo>
                        <a:pt x="376" y="1"/>
                        <a:pt x="1" y="376"/>
                        <a:pt x="1" y="823"/>
                      </a:cubicBezTo>
                      <a:cubicBezTo>
                        <a:pt x="1" y="1283"/>
                        <a:pt x="376"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0" name="Google Shape;3860;p60"/>
              <p:cNvGrpSpPr/>
              <p:nvPr/>
            </p:nvGrpSpPr>
            <p:grpSpPr>
              <a:xfrm>
                <a:off x="4337984" y="3375188"/>
                <a:ext cx="37776" cy="32357"/>
                <a:chOff x="4337984" y="3375188"/>
                <a:chExt cx="37776" cy="32357"/>
              </a:xfrm>
            </p:grpSpPr>
            <p:sp>
              <p:nvSpPr>
                <p:cNvPr id="3861" name="Google Shape;3861;p60"/>
                <p:cNvSpPr/>
                <p:nvPr/>
              </p:nvSpPr>
              <p:spPr>
                <a:xfrm>
                  <a:off x="4337984" y="3375188"/>
                  <a:ext cx="37776" cy="32357"/>
                </a:xfrm>
                <a:custGeom>
                  <a:rect b="b" l="l" r="r" t="t"/>
                  <a:pathLst>
                    <a:path extrusionOk="0" h="4114" w="4803">
                      <a:moveTo>
                        <a:pt x="2732" y="1"/>
                      </a:moveTo>
                      <a:cubicBezTo>
                        <a:pt x="2227" y="1"/>
                        <a:pt x="1713" y="188"/>
                        <a:pt x="1295" y="606"/>
                      </a:cubicBezTo>
                      <a:cubicBezTo>
                        <a:pt x="0" y="1900"/>
                        <a:pt x="920" y="4114"/>
                        <a:pt x="2746" y="4114"/>
                      </a:cubicBezTo>
                      <a:cubicBezTo>
                        <a:pt x="3883" y="4114"/>
                        <a:pt x="4803" y="3195"/>
                        <a:pt x="4803" y="2058"/>
                      </a:cubicBezTo>
                      <a:cubicBezTo>
                        <a:pt x="4803" y="821"/>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2" name="Google Shape;3862;p60"/>
                <p:cNvSpPr/>
                <p:nvPr/>
              </p:nvSpPr>
              <p:spPr>
                <a:xfrm>
                  <a:off x="4353108" y="3384894"/>
                  <a:ext cx="13048" cy="13048"/>
                </a:xfrm>
                <a:custGeom>
                  <a:rect b="b" l="l" r="r" t="t"/>
                  <a:pathLst>
                    <a:path extrusionOk="0" h="1659" w="1659">
                      <a:moveTo>
                        <a:pt x="823" y="1"/>
                      </a:moveTo>
                      <a:cubicBezTo>
                        <a:pt x="364" y="1"/>
                        <a:pt x="1" y="364"/>
                        <a:pt x="1" y="824"/>
                      </a:cubicBezTo>
                      <a:cubicBezTo>
                        <a:pt x="1" y="1283"/>
                        <a:pt x="364" y="1658"/>
                        <a:pt x="823" y="1658"/>
                      </a:cubicBezTo>
                      <a:cubicBezTo>
                        <a:pt x="1283" y="1658"/>
                        <a:pt x="1658" y="1283"/>
                        <a:pt x="1658" y="824"/>
                      </a:cubicBezTo>
                      <a:cubicBezTo>
                        <a:pt x="1658" y="364"/>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3" name="Google Shape;3863;p60"/>
              <p:cNvGrpSpPr/>
              <p:nvPr/>
            </p:nvGrpSpPr>
            <p:grpSpPr>
              <a:xfrm>
                <a:off x="4494867" y="3090530"/>
                <a:ext cx="37878" cy="32451"/>
                <a:chOff x="4494867" y="3090530"/>
                <a:chExt cx="37878" cy="32451"/>
              </a:xfrm>
            </p:grpSpPr>
            <p:sp>
              <p:nvSpPr>
                <p:cNvPr id="3864" name="Google Shape;3864;p60"/>
                <p:cNvSpPr/>
                <p:nvPr/>
              </p:nvSpPr>
              <p:spPr>
                <a:xfrm>
                  <a:off x="4494867" y="3090530"/>
                  <a:ext cx="37878" cy="32451"/>
                </a:xfrm>
                <a:custGeom>
                  <a:rect b="b" l="l" r="r" t="t"/>
                  <a:pathLst>
                    <a:path extrusionOk="0" h="4126" w="4816">
                      <a:moveTo>
                        <a:pt x="2739" y="0"/>
                      </a:moveTo>
                      <a:cubicBezTo>
                        <a:pt x="2233" y="0"/>
                        <a:pt x="1717" y="188"/>
                        <a:pt x="1295" y="605"/>
                      </a:cubicBezTo>
                      <a:cubicBezTo>
                        <a:pt x="1" y="1900"/>
                        <a:pt x="920" y="4126"/>
                        <a:pt x="2759" y="4126"/>
                      </a:cubicBezTo>
                      <a:cubicBezTo>
                        <a:pt x="3896" y="4114"/>
                        <a:pt x="4803" y="3194"/>
                        <a:pt x="4815" y="2069"/>
                      </a:cubicBezTo>
                      <a:cubicBezTo>
                        <a:pt x="4815" y="824"/>
                        <a:pt x="3800" y="0"/>
                        <a:pt x="2739"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5" name="Google Shape;3865;p60"/>
                <p:cNvSpPr/>
                <p:nvPr/>
              </p:nvSpPr>
              <p:spPr>
                <a:xfrm>
                  <a:off x="4510000" y="3100236"/>
                  <a:ext cx="13040" cy="13040"/>
                </a:xfrm>
                <a:custGeom>
                  <a:rect b="b" l="l" r="r" t="t"/>
                  <a:pathLst>
                    <a:path extrusionOk="0" h="1658" w="1658">
                      <a:moveTo>
                        <a:pt x="835" y="1"/>
                      </a:moveTo>
                      <a:cubicBezTo>
                        <a:pt x="375" y="1"/>
                        <a:pt x="0" y="376"/>
                        <a:pt x="0" y="835"/>
                      </a:cubicBezTo>
                      <a:cubicBezTo>
                        <a:pt x="0" y="1283"/>
                        <a:pt x="375" y="1658"/>
                        <a:pt x="835" y="1658"/>
                      </a:cubicBezTo>
                      <a:cubicBezTo>
                        <a:pt x="1295" y="1658"/>
                        <a:pt x="1658" y="1283"/>
                        <a:pt x="1658" y="835"/>
                      </a:cubicBezTo>
                      <a:cubicBezTo>
                        <a:pt x="1658" y="376"/>
                        <a:pt x="1295"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6" name="Google Shape;3866;p60"/>
              <p:cNvGrpSpPr/>
              <p:nvPr/>
            </p:nvGrpSpPr>
            <p:grpSpPr>
              <a:xfrm>
                <a:off x="4525124" y="3207774"/>
                <a:ext cx="37783" cy="32420"/>
                <a:chOff x="4525124" y="3207774"/>
                <a:chExt cx="37783" cy="32420"/>
              </a:xfrm>
            </p:grpSpPr>
            <p:sp>
              <p:nvSpPr>
                <p:cNvPr id="3867" name="Google Shape;3867;p60"/>
                <p:cNvSpPr/>
                <p:nvPr/>
              </p:nvSpPr>
              <p:spPr>
                <a:xfrm>
                  <a:off x="4525124" y="3207774"/>
                  <a:ext cx="37783" cy="32420"/>
                </a:xfrm>
                <a:custGeom>
                  <a:rect b="b" l="l" r="r" t="t"/>
                  <a:pathLst>
                    <a:path extrusionOk="0" h="4122" w="4804">
                      <a:moveTo>
                        <a:pt x="2738" y="0"/>
                      </a:moveTo>
                      <a:cubicBezTo>
                        <a:pt x="2231" y="0"/>
                        <a:pt x="1715" y="190"/>
                        <a:pt x="1295" y="614"/>
                      </a:cubicBezTo>
                      <a:cubicBezTo>
                        <a:pt x="1" y="1908"/>
                        <a:pt x="920" y="4122"/>
                        <a:pt x="2747" y="4122"/>
                      </a:cubicBezTo>
                      <a:cubicBezTo>
                        <a:pt x="3884" y="4122"/>
                        <a:pt x="4803" y="3202"/>
                        <a:pt x="4803" y="2065"/>
                      </a:cubicBezTo>
                      <a:cubicBezTo>
                        <a:pt x="4803" y="823"/>
                        <a:pt x="3793" y="0"/>
                        <a:pt x="273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8" name="Google Shape;3868;p60"/>
                <p:cNvSpPr/>
                <p:nvPr/>
              </p:nvSpPr>
              <p:spPr>
                <a:xfrm>
                  <a:off x="4540256" y="3217448"/>
                  <a:ext cx="13040" cy="13040"/>
                </a:xfrm>
                <a:custGeom>
                  <a:rect b="b" l="l" r="r" t="t"/>
                  <a:pathLst>
                    <a:path extrusionOk="0" h="1658" w="1658">
                      <a:moveTo>
                        <a:pt x="823" y="1"/>
                      </a:moveTo>
                      <a:cubicBezTo>
                        <a:pt x="363" y="1"/>
                        <a:pt x="0" y="376"/>
                        <a:pt x="0" y="835"/>
                      </a:cubicBezTo>
                      <a:cubicBezTo>
                        <a:pt x="0" y="1295"/>
                        <a:pt x="363" y="1658"/>
                        <a:pt x="823" y="1658"/>
                      </a:cubicBezTo>
                      <a:cubicBezTo>
                        <a:pt x="1282" y="1658"/>
                        <a:pt x="1657" y="1295"/>
                        <a:pt x="1657" y="835"/>
                      </a:cubicBezTo>
                      <a:cubicBezTo>
                        <a:pt x="1657" y="376"/>
                        <a:pt x="1282"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9" name="Google Shape;3869;p60"/>
              <p:cNvGrpSpPr/>
              <p:nvPr/>
            </p:nvGrpSpPr>
            <p:grpSpPr>
              <a:xfrm>
                <a:off x="4440544" y="3176479"/>
                <a:ext cx="31499" cy="26898"/>
                <a:chOff x="4440544" y="3176479"/>
                <a:chExt cx="31499" cy="26898"/>
              </a:xfrm>
            </p:grpSpPr>
            <p:sp>
              <p:nvSpPr>
                <p:cNvPr id="3870" name="Google Shape;3870;p60"/>
                <p:cNvSpPr/>
                <p:nvPr/>
              </p:nvSpPr>
              <p:spPr>
                <a:xfrm>
                  <a:off x="4440544" y="3176479"/>
                  <a:ext cx="31499" cy="26898"/>
                </a:xfrm>
                <a:custGeom>
                  <a:rect b="b" l="l" r="r" t="t"/>
                  <a:pathLst>
                    <a:path extrusionOk="0" h="3420" w="4005">
                      <a:moveTo>
                        <a:pt x="2281" y="0"/>
                      </a:moveTo>
                      <a:cubicBezTo>
                        <a:pt x="1860" y="0"/>
                        <a:pt x="1429" y="156"/>
                        <a:pt x="1077" y="504"/>
                      </a:cubicBezTo>
                      <a:cubicBezTo>
                        <a:pt x="1" y="1581"/>
                        <a:pt x="763" y="3419"/>
                        <a:pt x="2287" y="3419"/>
                      </a:cubicBezTo>
                      <a:cubicBezTo>
                        <a:pt x="3231" y="3419"/>
                        <a:pt x="3993" y="2657"/>
                        <a:pt x="4005" y="1714"/>
                      </a:cubicBezTo>
                      <a:cubicBezTo>
                        <a:pt x="4005" y="682"/>
                        <a:pt x="3163" y="0"/>
                        <a:pt x="228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1" name="Google Shape;3871;p60"/>
                <p:cNvSpPr/>
                <p:nvPr/>
              </p:nvSpPr>
              <p:spPr>
                <a:xfrm>
                  <a:off x="4454724" y="3186145"/>
                  <a:ext cx="7613" cy="7621"/>
                </a:xfrm>
                <a:custGeom>
                  <a:rect b="b" l="l" r="r" t="t"/>
                  <a:pathLst>
                    <a:path extrusionOk="0" h="969" w="968">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72" name="Google Shape;3872;p60"/>
              <p:cNvGrpSpPr/>
              <p:nvPr/>
            </p:nvGrpSpPr>
            <p:grpSpPr>
              <a:xfrm>
                <a:off x="4350545" y="3156400"/>
                <a:ext cx="31405" cy="27001"/>
                <a:chOff x="4350545" y="3156400"/>
                <a:chExt cx="31405" cy="27001"/>
              </a:xfrm>
            </p:grpSpPr>
            <p:sp>
              <p:nvSpPr>
                <p:cNvPr id="3873" name="Google Shape;3873;p60"/>
                <p:cNvSpPr/>
                <p:nvPr/>
              </p:nvSpPr>
              <p:spPr>
                <a:xfrm>
                  <a:off x="4350545" y="3156400"/>
                  <a:ext cx="31405" cy="27001"/>
                </a:xfrm>
                <a:custGeom>
                  <a:rect b="b" l="l" r="r" t="t"/>
                  <a:pathLst>
                    <a:path extrusionOk="0" h="3433" w="3993">
                      <a:moveTo>
                        <a:pt x="2272" y="1"/>
                      </a:moveTo>
                      <a:cubicBezTo>
                        <a:pt x="1853" y="1"/>
                        <a:pt x="1425" y="156"/>
                        <a:pt x="1077" y="505"/>
                      </a:cubicBezTo>
                      <a:cubicBezTo>
                        <a:pt x="0" y="1581"/>
                        <a:pt x="762" y="3432"/>
                        <a:pt x="2286" y="3432"/>
                      </a:cubicBezTo>
                      <a:cubicBezTo>
                        <a:pt x="3230" y="3420"/>
                        <a:pt x="3992" y="2658"/>
                        <a:pt x="3992" y="1714"/>
                      </a:cubicBezTo>
                      <a:cubicBezTo>
                        <a:pt x="3992" y="683"/>
                        <a:pt x="3150" y="1"/>
                        <a:pt x="227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4" name="Google Shape;3874;p60"/>
                <p:cNvSpPr/>
                <p:nvPr/>
              </p:nvSpPr>
              <p:spPr>
                <a:xfrm>
                  <a:off x="4364717" y="3166074"/>
                  <a:ext cx="7621" cy="7621"/>
                </a:xfrm>
                <a:custGeom>
                  <a:rect b="b" l="l" r="r" t="t"/>
                  <a:pathLst>
                    <a:path extrusionOk="0" h="969" w="969">
                      <a:moveTo>
                        <a:pt x="484" y="0"/>
                      </a:moveTo>
                      <a:cubicBezTo>
                        <a:pt x="218" y="0"/>
                        <a:pt x="1" y="218"/>
                        <a:pt x="1" y="484"/>
                      </a:cubicBezTo>
                      <a:cubicBezTo>
                        <a:pt x="1" y="750"/>
                        <a:pt x="218" y="968"/>
                        <a:pt x="484" y="968"/>
                      </a:cubicBezTo>
                      <a:cubicBezTo>
                        <a:pt x="751" y="968"/>
                        <a:pt x="968" y="750"/>
                        <a:pt x="968" y="484"/>
                      </a:cubicBezTo>
                      <a:cubicBezTo>
                        <a:pt x="968" y="218"/>
                        <a:pt x="751"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75" name="Google Shape;3875;p60"/>
              <p:cNvGrpSpPr/>
              <p:nvPr/>
            </p:nvGrpSpPr>
            <p:grpSpPr>
              <a:xfrm>
                <a:off x="4376703" y="3255058"/>
                <a:ext cx="31405" cy="27001"/>
                <a:chOff x="4376703" y="3255058"/>
                <a:chExt cx="31405" cy="27001"/>
              </a:xfrm>
            </p:grpSpPr>
            <p:sp>
              <p:nvSpPr>
                <p:cNvPr id="3876" name="Google Shape;3876;p60"/>
                <p:cNvSpPr/>
                <p:nvPr/>
              </p:nvSpPr>
              <p:spPr>
                <a:xfrm>
                  <a:off x="4376703" y="3255058"/>
                  <a:ext cx="31405" cy="27001"/>
                </a:xfrm>
                <a:custGeom>
                  <a:rect b="b" l="l" r="r" t="t"/>
                  <a:pathLst>
                    <a:path extrusionOk="0" h="3433" w="3993">
                      <a:moveTo>
                        <a:pt x="2273" y="1"/>
                      </a:moveTo>
                      <a:cubicBezTo>
                        <a:pt x="1853" y="1"/>
                        <a:pt x="1426" y="157"/>
                        <a:pt x="1077" y="505"/>
                      </a:cubicBezTo>
                      <a:cubicBezTo>
                        <a:pt x="1" y="1582"/>
                        <a:pt x="763" y="3432"/>
                        <a:pt x="2287" y="3432"/>
                      </a:cubicBezTo>
                      <a:cubicBezTo>
                        <a:pt x="3231" y="3432"/>
                        <a:pt x="3993" y="2658"/>
                        <a:pt x="3993" y="1715"/>
                      </a:cubicBezTo>
                      <a:cubicBezTo>
                        <a:pt x="3993"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7" name="Google Shape;3877;p60"/>
                <p:cNvSpPr/>
                <p:nvPr/>
              </p:nvSpPr>
              <p:spPr>
                <a:xfrm>
                  <a:off x="4390884" y="3264732"/>
                  <a:ext cx="7613" cy="7621"/>
                </a:xfrm>
                <a:custGeom>
                  <a:rect b="b" l="l" r="r" t="t"/>
                  <a:pathLst>
                    <a:path extrusionOk="0" h="969" w="968">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78" name="Google Shape;3878;p60"/>
              <p:cNvGrpSpPr/>
              <p:nvPr/>
            </p:nvGrpSpPr>
            <p:grpSpPr>
              <a:xfrm>
                <a:off x="4331322" y="3283656"/>
                <a:ext cx="31405" cy="26945"/>
                <a:chOff x="4331322" y="3283656"/>
                <a:chExt cx="31405" cy="26945"/>
              </a:xfrm>
            </p:grpSpPr>
            <p:sp>
              <p:nvSpPr>
                <p:cNvPr id="3879" name="Google Shape;3879;p60"/>
                <p:cNvSpPr/>
                <p:nvPr/>
              </p:nvSpPr>
              <p:spPr>
                <a:xfrm>
                  <a:off x="4331322" y="3283656"/>
                  <a:ext cx="31405" cy="26945"/>
                </a:xfrm>
                <a:custGeom>
                  <a:rect b="b" l="l" r="r" t="t"/>
                  <a:pathLst>
                    <a:path extrusionOk="0" h="3426" w="3993">
                      <a:moveTo>
                        <a:pt x="2273" y="1"/>
                      </a:moveTo>
                      <a:cubicBezTo>
                        <a:pt x="1853" y="1"/>
                        <a:pt x="1425" y="158"/>
                        <a:pt x="1077" y="510"/>
                      </a:cubicBezTo>
                      <a:cubicBezTo>
                        <a:pt x="1" y="1587"/>
                        <a:pt x="763" y="3425"/>
                        <a:pt x="2287" y="3425"/>
                      </a:cubicBezTo>
                      <a:cubicBezTo>
                        <a:pt x="3230" y="3425"/>
                        <a:pt x="3993" y="2663"/>
                        <a:pt x="3993" y="1720"/>
                      </a:cubicBezTo>
                      <a:cubicBezTo>
                        <a:pt x="3993" y="689"/>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0" name="Google Shape;3880;p60"/>
                <p:cNvSpPr/>
                <p:nvPr/>
              </p:nvSpPr>
              <p:spPr>
                <a:xfrm>
                  <a:off x="4345503" y="3293274"/>
                  <a:ext cx="7613" cy="7621"/>
                </a:xfrm>
                <a:custGeom>
                  <a:rect b="b" l="l" r="r" t="t"/>
                  <a:pathLst>
                    <a:path extrusionOk="0" h="969" w="968">
                      <a:moveTo>
                        <a:pt x="484" y="1"/>
                      </a:moveTo>
                      <a:cubicBezTo>
                        <a:pt x="218" y="1"/>
                        <a:pt x="0" y="219"/>
                        <a:pt x="0" y="485"/>
                      </a:cubicBezTo>
                      <a:cubicBezTo>
                        <a:pt x="0" y="763"/>
                        <a:pt x="218" y="969"/>
                        <a:pt x="484" y="969"/>
                      </a:cubicBezTo>
                      <a:cubicBezTo>
                        <a:pt x="750" y="969"/>
                        <a:pt x="968" y="763"/>
                        <a:pt x="968" y="485"/>
                      </a:cubicBezTo>
                      <a:cubicBezTo>
                        <a:pt x="968" y="219"/>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81" name="Google Shape;3881;p60"/>
              <p:cNvGrpSpPr/>
              <p:nvPr/>
            </p:nvGrpSpPr>
            <p:grpSpPr>
              <a:xfrm>
                <a:off x="4380510" y="3065882"/>
                <a:ext cx="31405" cy="26938"/>
                <a:chOff x="4380510" y="3065882"/>
                <a:chExt cx="31405" cy="26938"/>
              </a:xfrm>
            </p:grpSpPr>
            <p:sp>
              <p:nvSpPr>
                <p:cNvPr id="3882" name="Google Shape;3882;p60"/>
                <p:cNvSpPr/>
                <p:nvPr/>
              </p:nvSpPr>
              <p:spPr>
                <a:xfrm>
                  <a:off x="4380510" y="3065882"/>
                  <a:ext cx="31405" cy="26938"/>
                </a:xfrm>
                <a:custGeom>
                  <a:rect b="b" l="l" r="r" t="t"/>
                  <a:pathLst>
                    <a:path extrusionOk="0" h="3425" w="3993">
                      <a:moveTo>
                        <a:pt x="2273" y="0"/>
                      </a:moveTo>
                      <a:cubicBezTo>
                        <a:pt x="1853" y="0"/>
                        <a:pt x="1426" y="157"/>
                        <a:pt x="1077" y="510"/>
                      </a:cubicBezTo>
                      <a:cubicBezTo>
                        <a:pt x="1" y="1586"/>
                        <a:pt x="763" y="3425"/>
                        <a:pt x="2287" y="3425"/>
                      </a:cubicBezTo>
                      <a:cubicBezTo>
                        <a:pt x="3230" y="3425"/>
                        <a:pt x="3993" y="2663"/>
                        <a:pt x="3993" y="1719"/>
                      </a:cubicBezTo>
                      <a:cubicBezTo>
                        <a:pt x="3993" y="688"/>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3" name="Google Shape;3883;p60"/>
                <p:cNvSpPr/>
                <p:nvPr/>
              </p:nvSpPr>
              <p:spPr>
                <a:xfrm>
                  <a:off x="4393354" y="3075500"/>
                  <a:ext cx="8950" cy="7676"/>
                </a:xfrm>
                <a:custGeom>
                  <a:rect b="b" l="l" r="r" t="t"/>
                  <a:pathLst>
                    <a:path extrusionOk="0" h="976" w="1138">
                      <a:moveTo>
                        <a:pt x="654" y="0"/>
                      </a:moveTo>
                      <a:cubicBezTo>
                        <a:pt x="218" y="0"/>
                        <a:pt x="1" y="521"/>
                        <a:pt x="303" y="835"/>
                      </a:cubicBezTo>
                      <a:cubicBezTo>
                        <a:pt x="401" y="932"/>
                        <a:pt x="522" y="976"/>
                        <a:pt x="641" y="976"/>
                      </a:cubicBezTo>
                      <a:cubicBezTo>
                        <a:pt x="893" y="976"/>
                        <a:pt x="1138" y="783"/>
                        <a:pt x="1138" y="496"/>
                      </a:cubicBezTo>
                      <a:cubicBezTo>
                        <a:pt x="1138" y="218"/>
                        <a:pt x="920" y="12"/>
                        <a:pt x="65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884" name="Google Shape;3884;p60"/>
            <p:cNvGrpSpPr/>
            <p:nvPr/>
          </p:nvGrpSpPr>
          <p:grpSpPr>
            <a:xfrm>
              <a:off x="4558998" y="3188237"/>
              <a:ext cx="1280131" cy="1052746"/>
              <a:chOff x="4558998" y="3188237"/>
              <a:chExt cx="1280131" cy="1052746"/>
            </a:xfrm>
          </p:grpSpPr>
          <p:sp>
            <p:nvSpPr>
              <p:cNvPr id="3885" name="Google Shape;3885;p60"/>
              <p:cNvSpPr/>
              <p:nvPr/>
            </p:nvSpPr>
            <p:spPr>
              <a:xfrm>
                <a:off x="4916156" y="3750813"/>
                <a:ext cx="8" cy="8"/>
              </a:xfrm>
              <a:custGeom>
                <a:rect b="b" l="l" r="r" t="t"/>
                <a:pathLst>
                  <a:path extrusionOk="0" fill="none" h="1" w="1">
                    <a:moveTo>
                      <a:pt x="0" y="0"/>
                    </a:moveTo>
                    <a:close/>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86" name="Google Shape;3886;p60"/>
              <p:cNvGrpSpPr/>
              <p:nvPr/>
            </p:nvGrpSpPr>
            <p:grpSpPr>
              <a:xfrm>
                <a:off x="4579164" y="3203653"/>
                <a:ext cx="1244833" cy="1020397"/>
                <a:chOff x="4579164" y="3203653"/>
                <a:chExt cx="1244833" cy="1020397"/>
              </a:xfrm>
            </p:grpSpPr>
            <p:sp>
              <p:nvSpPr>
                <p:cNvPr id="3887" name="Google Shape;3887;p60"/>
                <p:cNvSpPr/>
                <p:nvPr/>
              </p:nvSpPr>
              <p:spPr>
                <a:xfrm>
                  <a:off x="5490144" y="3482892"/>
                  <a:ext cx="58995" cy="4955"/>
                </a:xfrm>
                <a:custGeom>
                  <a:rect b="b" l="l" r="r" t="t"/>
                  <a:pathLst>
                    <a:path extrusionOk="0" fill="none" h="630" w="7501">
                      <a:moveTo>
                        <a:pt x="0" y="630"/>
                      </a:moveTo>
                      <a:lnTo>
                        <a:pt x="750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8" name="Google Shape;3888;p60"/>
                <p:cNvSpPr/>
                <p:nvPr/>
              </p:nvSpPr>
              <p:spPr>
                <a:xfrm>
                  <a:off x="5490616" y="3482892"/>
                  <a:ext cx="66137" cy="77360"/>
                </a:xfrm>
                <a:custGeom>
                  <a:rect b="b" l="l" r="r" t="t"/>
                  <a:pathLst>
                    <a:path extrusionOk="0" fill="none" h="9836" w="8409">
                      <a:moveTo>
                        <a:pt x="1" y="1"/>
                      </a:moveTo>
                      <a:lnTo>
                        <a:pt x="8408" y="983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89" name="Google Shape;3889;p60"/>
                <p:cNvGrpSpPr/>
                <p:nvPr/>
              </p:nvGrpSpPr>
              <p:grpSpPr>
                <a:xfrm>
                  <a:off x="4579164" y="3203653"/>
                  <a:ext cx="1244833" cy="1020397"/>
                  <a:chOff x="4579164" y="3203653"/>
                  <a:chExt cx="1244833" cy="1020397"/>
                </a:xfrm>
              </p:grpSpPr>
              <p:sp>
                <p:nvSpPr>
                  <p:cNvPr id="3890" name="Google Shape;3890;p60"/>
                  <p:cNvSpPr/>
                  <p:nvPr/>
                </p:nvSpPr>
                <p:spPr>
                  <a:xfrm>
                    <a:off x="4787909" y="3833395"/>
                    <a:ext cx="69267" cy="22266"/>
                  </a:xfrm>
                  <a:custGeom>
                    <a:rect b="b" l="l" r="r" t="t"/>
                    <a:pathLst>
                      <a:path extrusionOk="0" fill="none" h="2831" w="8807">
                        <a:moveTo>
                          <a:pt x="8806" y="0"/>
                        </a:moveTo>
                        <a:lnTo>
                          <a:pt x="0" y="283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1" name="Google Shape;3891;p60"/>
                  <p:cNvSpPr/>
                  <p:nvPr/>
                </p:nvSpPr>
                <p:spPr>
                  <a:xfrm>
                    <a:off x="4857263" y="3819695"/>
                    <a:ext cx="69936" cy="14181"/>
                  </a:xfrm>
                  <a:custGeom>
                    <a:rect b="b" l="l" r="r" t="t"/>
                    <a:pathLst>
                      <a:path extrusionOk="0" fill="none" h="1803" w="8892">
                        <a:moveTo>
                          <a:pt x="1" y="1803"/>
                        </a:moveTo>
                        <a:lnTo>
                          <a:pt x="8892"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92" name="Google Shape;3892;p60"/>
                  <p:cNvGrpSpPr/>
                  <p:nvPr/>
                </p:nvGrpSpPr>
                <p:grpSpPr>
                  <a:xfrm>
                    <a:off x="4579164" y="3203653"/>
                    <a:ext cx="1244833" cy="1020397"/>
                    <a:chOff x="4579164" y="3203653"/>
                    <a:chExt cx="1244833" cy="1020397"/>
                  </a:xfrm>
                </p:grpSpPr>
                <p:sp>
                  <p:nvSpPr>
                    <p:cNvPr id="3893" name="Google Shape;3893;p60"/>
                    <p:cNvSpPr/>
                    <p:nvPr/>
                  </p:nvSpPr>
                  <p:spPr>
                    <a:xfrm>
                      <a:off x="4930329" y="3363965"/>
                      <a:ext cx="23894" cy="102764"/>
                    </a:xfrm>
                    <a:custGeom>
                      <a:rect b="b" l="l" r="r" t="t"/>
                      <a:pathLst>
                        <a:path extrusionOk="0" fill="none" h="13066" w="3038">
                          <a:moveTo>
                            <a:pt x="3037" y="13065"/>
                          </a:moveTo>
                          <a:lnTo>
                            <a:pt x="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4" name="Google Shape;3894;p60"/>
                    <p:cNvSpPr/>
                    <p:nvPr/>
                  </p:nvSpPr>
                  <p:spPr>
                    <a:xfrm>
                      <a:off x="4849846" y="3385948"/>
                      <a:ext cx="104085" cy="79256"/>
                    </a:xfrm>
                    <a:custGeom>
                      <a:rect b="b" l="l" r="r" t="t"/>
                      <a:pathLst>
                        <a:path extrusionOk="0" fill="none" h="10077" w="13234">
                          <a:moveTo>
                            <a:pt x="0" y="0"/>
                          </a:moveTo>
                          <a:lnTo>
                            <a:pt x="13234" y="10077"/>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5" name="Google Shape;3895;p60"/>
                    <p:cNvSpPr/>
                    <p:nvPr/>
                  </p:nvSpPr>
                  <p:spPr>
                    <a:xfrm>
                      <a:off x="4849650" y="3306598"/>
                      <a:ext cx="45869" cy="79358"/>
                    </a:xfrm>
                    <a:custGeom>
                      <a:rect b="b" l="l" r="r" t="t"/>
                      <a:pathLst>
                        <a:path extrusionOk="0" fill="none" h="10090" w="5832">
                          <a:moveTo>
                            <a:pt x="5831" y="0"/>
                          </a:moveTo>
                          <a:lnTo>
                            <a:pt x="1" y="1008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6" name="Google Shape;3896;p60"/>
                    <p:cNvSpPr/>
                    <p:nvPr/>
                  </p:nvSpPr>
                  <p:spPr>
                    <a:xfrm>
                      <a:off x="4849650" y="3361299"/>
                      <a:ext cx="84305" cy="24657"/>
                    </a:xfrm>
                    <a:custGeom>
                      <a:rect b="b" l="l" r="r" t="t"/>
                      <a:pathLst>
                        <a:path extrusionOk="0" fill="none" h="3135" w="10719">
                          <a:moveTo>
                            <a:pt x="1" y="3134"/>
                          </a:moveTo>
                          <a:lnTo>
                            <a:pt x="1071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7" name="Google Shape;3897;p60"/>
                    <p:cNvSpPr/>
                    <p:nvPr/>
                  </p:nvSpPr>
                  <p:spPr>
                    <a:xfrm>
                      <a:off x="4789616" y="3306598"/>
                      <a:ext cx="19702" cy="54709"/>
                    </a:xfrm>
                    <a:custGeom>
                      <a:rect b="b" l="l" r="r" t="t"/>
                      <a:pathLst>
                        <a:path extrusionOk="0" fill="none" h="6956" w="2505">
                          <a:moveTo>
                            <a:pt x="2505" y="6956"/>
                          </a:moveTo>
                          <a:lnTo>
                            <a:pt x="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8" name="Google Shape;3898;p60"/>
                    <p:cNvSpPr/>
                    <p:nvPr/>
                  </p:nvSpPr>
                  <p:spPr>
                    <a:xfrm>
                      <a:off x="4738242" y="3357500"/>
                      <a:ext cx="74883" cy="10280"/>
                    </a:xfrm>
                    <a:custGeom>
                      <a:rect b="b" l="l" r="r" t="t"/>
                      <a:pathLst>
                        <a:path extrusionOk="0" fill="none" h="1307" w="9521">
                          <a:moveTo>
                            <a:pt x="1" y="1307"/>
                          </a:moveTo>
                          <a:lnTo>
                            <a:pt x="952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9" name="Google Shape;3899;p60"/>
                    <p:cNvSpPr/>
                    <p:nvPr/>
                  </p:nvSpPr>
                  <p:spPr>
                    <a:xfrm>
                      <a:off x="4710274" y="3357500"/>
                      <a:ext cx="99044" cy="63557"/>
                    </a:xfrm>
                    <a:custGeom>
                      <a:rect b="b" l="l" r="r" t="t"/>
                      <a:pathLst>
                        <a:path extrusionOk="0" fill="none" h="8081" w="12593">
                          <a:moveTo>
                            <a:pt x="0" y="8081"/>
                          </a:moveTo>
                          <a:lnTo>
                            <a:pt x="12593"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0" name="Google Shape;3900;p60"/>
                    <p:cNvSpPr/>
                    <p:nvPr/>
                  </p:nvSpPr>
                  <p:spPr>
                    <a:xfrm>
                      <a:off x="4809310" y="3306598"/>
                      <a:ext cx="87443" cy="50910"/>
                    </a:xfrm>
                    <a:custGeom>
                      <a:rect b="b" l="l" r="r" t="t"/>
                      <a:pathLst>
                        <a:path extrusionOk="0" fill="none" h="6473" w="11118">
                          <a:moveTo>
                            <a:pt x="1" y="6472"/>
                          </a:moveTo>
                          <a:lnTo>
                            <a:pt x="11118"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01" name="Google Shape;3901;p60"/>
                    <p:cNvGrpSpPr/>
                    <p:nvPr/>
                  </p:nvGrpSpPr>
                  <p:grpSpPr>
                    <a:xfrm>
                      <a:off x="4579164" y="3203653"/>
                      <a:ext cx="1244833" cy="1020397"/>
                      <a:chOff x="4579164" y="3203653"/>
                      <a:chExt cx="1244833" cy="1020397"/>
                    </a:xfrm>
                  </p:grpSpPr>
                  <p:sp>
                    <p:nvSpPr>
                      <p:cNvPr id="3902" name="Google Shape;3902;p60"/>
                      <p:cNvSpPr/>
                      <p:nvPr/>
                    </p:nvSpPr>
                    <p:spPr>
                      <a:xfrm>
                        <a:off x="4617986" y="3614284"/>
                        <a:ext cx="53002" cy="21031"/>
                      </a:xfrm>
                      <a:custGeom>
                        <a:rect b="b" l="l" r="r" t="t"/>
                        <a:pathLst>
                          <a:path extrusionOk="0" fill="none" h="2674" w="6739">
                            <a:moveTo>
                              <a:pt x="0" y="0"/>
                            </a:moveTo>
                            <a:lnTo>
                              <a:pt x="6738" y="2674"/>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3" name="Google Shape;3903;p60"/>
                      <p:cNvSpPr/>
                      <p:nvPr/>
                    </p:nvSpPr>
                    <p:spPr>
                      <a:xfrm>
                        <a:off x="4624545" y="3589069"/>
                        <a:ext cx="43682" cy="63180"/>
                      </a:xfrm>
                      <a:custGeom>
                        <a:rect b="b" l="l" r="r" t="t"/>
                        <a:pathLst>
                          <a:path extrusionOk="0" fill="none" h="8033" w="5554">
                            <a:moveTo>
                              <a:pt x="1" y="8033"/>
                            </a:moveTo>
                            <a:lnTo>
                              <a:pt x="5553"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4" name="Google Shape;3904;p60"/>
                      <p:cNvSpPr/>
                      <p:nvPr/>
                    </p:nvSpPr>
                    <p:spPr>
                      <a:xfrm>
                        <a:off x="4668220" y="3517907"/>
                        <a:ext cx="112178" cy="71170"/>
                      </a:xfrm>
                      <a:custGeom>
                        <a:rect b="b" l="l" r="r" t="t"/>
                        <a:pathLst>
                          <a:path extrusionOk="0" fill="none" h="9049" w="14263">
                            <a:moveTo>
                              <a:pt x="0" y="9049"/>
                            </a:moveTo>
                            <a:lnTo>
                              <a:pt x="14262"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5" name="Google Shape;3905;p60"/>
                      <p:cNvSpPr/>
                      <p:nvPr/>
                    </p:nvSpPr>
                    <p:spPr>
                      <a:xfrm>
                        <a:off x="4706562" y="3516766"/>
                        <a:ext cx="77455" cy="79924"/>
                      </a:xfrm>
                      <a:custGeom>
                        <a:rect b="b" l="l" r="r" t="t"/>
                        <a:pathLst>
                          <a:path extrusionOk="0" fill="none" h="10162" w="9848">
                            <a:moveTo>
                              <a:pt x="0" y="10161"/>
                            </a:moveTo>
                            <a:lnTo>
                              <a:pt x="9847"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6" name="Google Shape;3906;p60"/>
                      <p:cNvSpPr/>
                      <p:nvPr/>
                    </p:nvSpPr>
                    <p:spPr>
                      <a:xfrm>
                        <a:off x="4763646" y="3516766"/>
                        <a:ext cx="20370" cy="52806"/>
                      </a:xfrm>
                      <a:custGeom>
                        <a:rect b="b" l="l" r="r" t="t"/>
                        <a:pathLst>
                          <a:path extrusionOk="0" fill="none" h="6714" w="2590">
                            <a:moveTo>
                              <a:pt x="0" y="6714"/>
                            </a:moveTo>
                            <a:lnTo>
                              <a:pt x="2589"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7" name="Google Shape;3907;p60"/>
                      <p:cNvSpPr/>
                      <p:nvPr/>
                    </p:nvSpPr>
                    <p:spPr>
                      <a:xfrm>
                        <a:off x="4783151" y="3520565"/>
                        <a:ext cx="45861" cy="97432"/>
                      </a:xfrm>
                      <a:custGeom>
                        <a:rect b="b" l="l" r="r" t="t"/>
                        <a:pathLst>
                          <a:path extrusionOk="0" fill="none" h="12388" w="5831">
                            <a:moveTo>
                              <a:pt x="5831" y="12388"/>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8" name="Google Shape;3908;p60"/>
                      <p:cNvSpPr/>
                      <p:nvPr/>
                    </p:nvSpPr>
                    <p:spPr>
                      <a:xfrm>
                        <a:off x="4738242" y="3483175"/>
                        <a:ext cx="44917" cy="37398"/>
                      </a:xfrm>
                      <a:custGeom>
                        <a:rect b="b" l="l" r="r" t="t"/>
                        <a:pathLst>
                          <a:path extrusionOk="0" fill="none" h="4755" w="5711">
                            <a:moveTo>
                              <a:pt x="1" y="1"/>
                            </a:moveTo>
                            <a:lnTo>
                              <a:pt x="5710" y="475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9" name="Google Shape;3909;p60"/>
                      <p:cNvSpPr/>
                      <p:nvPr/>
                    </p:nvSpPr>
                    <p:spPr>
                      <a:xfrm>
                        <a:off x="4704941" y="3501823"/>
                        <a:ext cx="78217" cy="18750"/>
                      </a:xfrm>
                      <a:custGeom>
                        <a:rect b="b" l="l" r="r" t="t"/>
                        <a:pathLst>
                          <a:path extrusionOk="0" fill="none" h="2384" w="9945">
                            <a:moveTo>
                              <a:pt x="1" y="1"/>
                            </a:moveTo>
                            <a:lnTo>
                              <a:pt x="9944" y="2384"/>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0" name="Google Shape;3910;p60"/>
                      <p:cNvSpPr/>
                      <p:nvPr/>
                    </p:nvSpPr>
                    <p:spPr>
                      <a:xfrm>
                        <a:off x="4668220" y="3520565"/>
                        <a:ext cx="115796" cy="19324"/>
                      </a:xfrm>
                      <a:custGeom>
                        <a:rect b="b" l="l" r="r" t="t"/>
                        <a:pathLst>
                          <a:path extrusionOk="0" fill="none" h="2457" w="14723">
                            <a:moveTo>
                              <a:pt x="0" y="2457"/>
                            </a:moveTo>
                            <a:lnTo>
                              <a:pt x="14722"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1" name="Google Shape;3911;p60"/>
                      <p:cNvSpPr/>
                      <p:nvPr/>
                    </p:nvSpPr>
                    <p:spPr>
                      <a:xfrm>
                        <a:off x="4813117" y="3462915"/>
                        <a:ext cx="40347" cy="51193"/>
                      </a:xfrm>
                      <a:custGeom>
                        <a:rect b="b" l="l" r="r" t="t"/>
                        <a:pathLst>
                          <a:path extrusionOk="0" fill="none" h="6509" w="5130">
                            <a:moveTo>
                              <a:pt x="5130" y="6508"/>
                            </a:moveTo>
                            <a:lnTo>
                              <a:pt x="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2" name="Google Shape;3912;p60"/>
                      <p:cNvSpPr/>
                      <p:nvPr/>
                    </p:nvSpPr>
                    <p:spPr>
                      <a:xfrm>
                        <a:off x="4787807" y="3462915"/>
                        <a:ext cx="25317" cy="55000"/>
                      </a:xfrm>
                      <a:custGeom>
                        <a:rect b="b" l="l" r="r" t="t"/>
                        <a:pathLst>
                          <a:path extrusionOk="0" fill="none" h="6993" w="3219">
                            <a:moveTo>
                              <a:pt x="1" y="6992"/>
                            </a:moveTo>
                            <a:lnTo>
                              <a:pt x="3219"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3" name="Google Shape;3913;p60"/>
                      <p:cNvSpPr/>
                      <p:nvPr/>
                    </p:nvSpPr>
                    <p:spPr>
                      <a:xfrm>
                        <a:off x="4781342" y="3514100"/>
                        <a:ext cx="72311" cy="6953"/>
                      </a:xfrm>
                      <a:custGeom>
                        <a:rect b="b" l="l" r="r" t="t"/>
                        <a:pathLst>
                          <a:path extrusionOk="0" fill="none" h="884" w="9194">
                            <a:moveTo>
                              <a:pt x="0" y="883"/>
                            </a:moveTo>
                            <a:lnTo>
                              <a:pt x="9194"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4" name="Google Shape;3914;p60"/>
                      <p:cNvSpPr/>
                      <p:nvPr/>
                    </p:nvSpPr>
                    <p:spPr>
                      <a:xfrm>
                        <a:off x="4853645" y="3514100"/>
                        <a:ext cx="26175" cy="59184"/>
                      </a:xfrm>
                      <a:custGeom>
                        <a:rect b="b" l="l" r="r" t="t"/>
                        <a:pathLst>
                          <a:path extrusionOk="0" fill="none" h="7525" w="3328">
                            <a:moveTo>
                              <a:pt x="1" y="0"/>
                            </a:moveTo>
                            <a:lnTo>
                              <a:pt x="3328" y="752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5" name="Google Shape;3915;p60"/>
                      <p:cNvSpPr/>
                      <p:nvPr/>
                    </p:nvSpPr>
                    <p:spPr>
                      <a:xfrm>
                        <a:off x="4827392" y="3514100"/>
                        <a:ext cx="26261" cy="100381"/>
                      </a:xfrm>
                      <a:custGeom>
                        <a:rect b="b" l="l" r="r" t="t"/>
                        <a:pathLst>
                          <a:path extrusionOk="0" fill="none" h="12763" w="3339">
                            <a:moveTo>
                              <a:pt x="3339" y="0"/>
                            </a:moveTo>
                            <a:lnTo>
                              <a:pt x="0" y="1276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16" name="Google Shape;3916;p60"/>
                      <p:cNvGrpSpPr/>
                      <p:nvPr/>
                    </p:nvGrpSpPr>
                    <p:grpSpPr>
                      <a:xfrm>
                        <a:off x="4579164" y="3203653"/>
                        <a:ext cx="1244833" cy="1020397"/>
                        <a:chOff x="4579164" y="3203653"/>
                        <a:chExt cx="1244833" cy="1020397"/>
                      </a:xfrm>
                    </p:grpSpPr>
                    <p:sp>
                      <p:nvSpPr>
                        <p:cNvPr id="3917" name="Google Shape;3917;p60"/>
                        <p:cNvSpPr/>
                        <p:nvPr/>
                      </p:nvSpPr>
                      <p:spPr>
                        <a:xfrm>
                          <a:off x="4879812" y="3466721"/>
                          <a:ext cx="74411" cy="106563"/>
                        </a:xfrm>
                        <a:custGeom>
                          <a:rect b="b" l="l" r="r" t="t"/>
                          <a:pathLst>
                            <a:path extrusionOk="0" fill="none" h="13549" w="9461">
                              <a:moveTo>
                                <a:pt x="1" y="13549"/>
                              </a:moveTo>
                              <a:lnTo>
                                <a:pt x="946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8" name="Google Shape;3918;p60"/>
                        <p:cNvSpPr/>
                        <p:nvPr/>
                      </p:nvSpPr>
                      <p:spPr>
                        <a:xfrm>
                          <a:off x="4954215" y="3408017"/>
                          <a:ext cx="105989" cy="58712"/>
                        </a:xfrm>
                        <a:custGeom>
                          <a:rect b="b" l="l" r="r" t="t"/>
                          <a:pathLst>
                            <a:path extrusionOk="0" fill="none" h="7465" w="13476">
                              <a:moveTo>
                                <a:pt x="0" y="7464"/>
                              </a:moveTo>
                              <a:lnTo>
                                <a:pt x="13476"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9" name="Google Shape;3919;p60"/>
                        <p:cNvSpPr/>
                        <p:nvPr/>
                      </p:nvSpPr>
                      <p:spPr>
                        <a:xfrm>
                          <a:off x="4953924" y="3465195"/>
                          <a:ext cx="119792" cy="54811"/>
                        </a:xfrm>
                        <a:custGeom>
                          <a:rect b="b" l="l" r="r" t="t"/>
                          <a:pathLst>
                            <a:path extrusionOk="0" fill="none" h="6969" w="15231">
                              <a:moveTo>
                                <a:pt x="1" y="1"/>
                              </a:moveTo>
                              <a:lnTo>
                                <a:pt x="15231" y="6968"/>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0" name="Google Shape;3920;p60"/>
                        <p:cNvSpPr/>
                        <p:nvPr/>
                      </p:nvSpPr>
                      <p:spPr>
                        <a:xfrm>
                          <a:off x="5073708" y="3521045"/>
                          <a:ext cx="26938" cy="71839"/>
                        </a:xfrm>
                        <a:custGeom>
                          <a:rect b="b" l="l" r="r" t="t"/>
                          <a:pathLst>
                            <a:path extrusionOk="0" fill="none" h="9134" w="3425">
                              <a:moveTo>
                                <a:pt x="1" y="0"/>
                              </a:moveTo>
                              <a:lnTo>
                                <a:pt x="3424" y="9133"/>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1" name="Google Shape;3921;p60"/>
                        <p:cNvSpPr/>
                        <p:nvPr/>
                      </p:nvSpPr>
                      <p:spPr>
                        <a:xfrm>
                          <a:off x="5100637" y="3586309"/>
                          <a:ext cx="26741" cy="81167"/>
                        </a:xfrm>
                        <a:custGeom>
                          <a:rect b="b" l="l" r="r" t="t"/>
                          <a:pathLst>
                            <a:path extrusionOk="0" fill="none" h="10320" w="3400">
                              <a:moveTo>
                                <a:pt x="3399" y="10319"/>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2" name="Google Shape;3922;p60"/>
                        <p:cNvSpPr/>
                        <p:nvPr/>
                      </p:nvSpPr>
                      <p:spPr>
                        <a:xfrm>
                          <a:off x="5088549" y="3252840"/>
                          <a:ext cx="693968" cy="520624"/>
                        </a:xfrm>
                        <a:custGeom>
                          <a:rect b="b" l="l" r="r" t="t"/>
                          <a:pathLst>
                            <a:path extrusionOk="0" fill="none" h="66195" w="88235">
                              <a:moveTo>
                                <a:pt x="1" y="63509"/>
                              </a:moveTo>
                              <a:lnTo>
                                <a:pt x="1537" y="42400"/>
                              </a:lnTo>
                              <a:lnTo>
                                <a:pt x="10077" y="22210"/>
                              </a:lnTo>
                              <a:cubicBezTo>
                                <a:pt x="10077" y="22210"/>
                                <a:pt x="14202" y="33218"/>
                                <a:pt x="14202" y="32384"/>
                              </a:cubicBezTo>
                              <a:cubicBezTo>
                                <a:pt x="14202" y="31561"/>
                                <a:pt x="26009" y="8976"/>
                                <a:pt x="26009" y="8976"/>
                              </a:cubicBezTo>
                              <a:lnTo>
                                <a:pt x="33618" y="31077"/>
                              </a:lnTo>
                              <a:lnTo>
                                <a:pt x="15025" y="46779"/>
                              </a:lnTo>
                              <a:lnTo>
                                <a:pt x="36037" y="48944"/>
                              </a:lnTo>
                              <a:lnTo>
                                <a:pt x="27557" y="58863"/>
                              </a:lnTo>
                              <a:lnTo>
                                <a:pt x="40803" y="66194"/>
                              </a:lnTo>
                              <a:lnTo>
                                <a:pt x="43586" y="48448"/>
                              </a:lnTo>
                              <a:lnTo>
                                <a:pt x="51122" y="29734"/>
                              </a:lnTo>
                              <a:lnTo>
                                <a:pt x="49670" y="16694"/>
                              </a:lnTo>
                              <a:lnTo>
                                <a:pt x="65263" y="21376"/>
                              </a:lnTo>
                              <a:lnTo>
                                <a:pt x="68819" y="9448"/>
                              </a:lnTo>
                              <a:lnTo>
                                <a:pt x="66098" y="1"/>
                              </a:lnTo>
                              <a:lnTo>
                                <a:pt x="88235" y="2006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3" name="Google Shape;3923;p60"/>
                        <p:cNvSpPr/>
                        <p:nvPr/>
                      </p:nvSpPr>
                      <p:spPr>
                        <a:xfrm>
                          <a:off x="5060203" y="3203653"/>
                          <a:ext cx="544588" cy="316354"/>
                        </a:xfrm>
                        <a:custGeom>
                          <a:rect b="b" l="l" r="r" t="t"/>
                          <a:pathLst>
                            <a:path extrusionOk="0" fill="none" h="40223" w="69242">
                              <a:moveTo>
                                <a:pt x="69242" y="6255"/>
                              </a:moveTo>
                              <a:lnTo>
                                <a:pt x="53274" y="22948"/>
                              </a:lnTo>
                              <a:lnTo>
                                <a:pt x="45532" y="5432"/>
                              </a:lnTo>
                              <a:lnTo>
                                <a:pt x="29613" y="14747"/>
                              </a:lnTo>
                              <a:lnTo>
                                <a:pt x="28790" y="1"/>
                              </a:lnTo>
                              <a:lnTo>
                                <a:pt x="13500" y="28912"/>
                              </a:lnTo>
                              <a:lnTo>
                                <a:pt x="4306" y="13089"/>
                              </a:lnTo>
                              <a:lnTo>
                                <a:pt x="0" y="25984"/>
                              </a:lnTo>
                              <a:lnTo>
                                <a:pt x="1718" y="4022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4" name="Google Shape;3924;p60"/>
                        <p:cNvSpPr/>
                        <p:nvPr/>
                      </p:nvSpPr>
                      <p:spPr>
                        <a:xfrm>
                          <a:off x="5127371" y="3507533"/>
                          <a:ext cx="124739" cy="267835"/>
                        </a:xfrm>
                        <a:custGeom>
                          <a:rect b="b" l="l" r="r" t="t"/>
                          <a:pathLst>
                            <a:path extrusionOk="0" fill="none" h="34054" w="15860">
                              <a:moveTo>
                                <a:pt x="9266" y="1"/>
                              </a:moveTo>
                              <a:lnTo>
                                <a:pt x="10101" y="14396"/>
                              </a:lnTo>
                              <a:lnTo>
                                <a:pt x="15859" y="34053"/>
                              </a:lnTo>
                              <a:lnTo>
                                <a:pt x="0" y="19851"/>
                              </a:lnTo>
                              <a:lnTo>
                                <a:pt x="1234" y="3364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5" name="Google Shape;3925;p60"/>
                        <p:cNvSpPr/>
                        <p:nvPr/>
                      </p:nvSpPr>
                      <p:spPr>
                        <a:xfrm>
                          <a:off x="5100637" y="3507533"/>
                          <a:ext cx="99618" cy="78784"/>
                        </a:xfrm>
                        <a:custGeom>
                          <a:rect b="b" l="l" r="r" t="t"/>
                          <a:pathLst>
                            <a:path extrusionOk="0" fill="none" h="10017" w="12666">
                              <a:moveTo>
                                <a:pt x="0" y="10017"/>
                              </a:moveTo>
                              <a:lnTo>
                                <a:pt x="12665"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6" name="Google Shape;3926;p60"/>
                        <p:cNvSpPr/>
                        <p:nvPr/>
                      </p:nvSpPr>
                      <p:spPr>
                        <a:xfrm>
                          <a:off x="5200248" y="3501068"/>
                          <a:ext cx="156514" cy="6473"/>
                        </a:xfrm>
                        <a:custGeom>
                          <a:rect b="b" l="l" r="r" t="t"/>
                          <a:pathLst>
                            <a:path extrusionOk="0" fill="none" h="823" w="19900">
                              <a:moveTo>
                                <a:pt x="0" y="823"/>
                              </a:moveTo>
                              <a:lnTo>
                                <a:pt x="1990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7" name="Google Shape;3927;p60"/>
                        <p:cNvSpPr/>
                        <p:nvPr/>
                      </p:nvSpPr>
                      <p:spPr>
                        <a:xfrm>
                          <a:off x="5127371" y="3507533"/>
                          <a:ext cx="72885" cy="155853"/>
                        </a:xfrm>
                        <a:custGeom>
                          <a:rect b="b" l="l" r="r" t="t"/>
                          <a:pathLst>
                            <a:path extrusionOk="0" fill="none" h="19816" w="9267">
                              <a:moveTo>
                                <a:pt x="9266" y="1"/>
                              </a:moveTo>
                              <a:lnTo>
                                <a:pt x="0" y="1981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8" name="Google Shape;3928;p60"/>
                        <p:cNvSpPr/>
                        <p:nvPr/>
                      </p:nvSpPr>
                      <p:spPr>
                        <a:xfrm>
                          <a:off x="5352947" y="3384139"/>
                          <a:ext cx="126265" cy="117692"/>
                        </a:xfrm>
                        <a:custGeom>
                          <a:rect b="b" l="l" r="r" t="t"/>
                          <a:pathLst>
                            <a:path extrusionOk="0" fill="none" h="14964" w="16054">
                              <a:moveTo>
                                <a:pt x="1" y="14964"/>
                              </a:moveTo>
                              <a:lnTo>
                                <a:pt x="16053"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9" name="Google Shape;3929;p60"/>
                        <p:cNvSpPr/>
                        <p:nvPr/>
                      </p:nvSpPr>
                      <p:spPr>
                        <a:xfrm>
                          <a:off x="5356753" y="3246375"/>
                          <a:ext cx="61567" cy="254700"/>
                        </a:xfrm>
                        <a:custGeom>
                          <a:rect b="b" l="l" r="r" t="t"/>
                          <a:pathLst>
                            <a:path extrusionOk="0" fill="none" h="32384" w="7828">
                              <a:moveTo>
                                <a:pt x="1" y="32383"/>
                              </a:moveTo>
                              <a:lnTo>
                                <a:pt x="7827"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0" name="Google Shape;3930;p60"/>
                        <p:cNvSpPr/>
                        <p:nvPr/>
                      </p:nvSpPr>
                      <p:spPr>
                        <a:xfrm>
                          <a:off x="5352947" y="3486698"/>
                          <a:ext cx="141483" cy="10571"/>
                        </a:xfrm>
                        <a:custGeom>
                          <a:rect b="b" l="l" r="r" t="t"/>
                          <a:pathLst>
                            <a:path extrusionOk="0" fill="none" h="1344" w="17989">
                              <a:moveTo>
                                <a:pt x="1" y="1343"/>
                              </a:moveTo>
                              <a:lnTo>
                                <a:pt x="17989"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1" name="Google Shape;3931;p60"/>
                        <p:cNvSpPr/>
                        <p:nvPr/>
                      </p:nvSpPr>
                      <p:spPr>
                        <a:xfrm>
                          <a:off x="5353898" y="3501068"/>
                          <a:ext cx="18089" cy="136725"/>
                        </a:xfrm>
                        <a:custGeom>
                          <a:rect b="b" l="l" r="r" t="t"/>
                          <a:pathLst>
                            <a:path extrusionOk="0" fill="none" h="17384" w="2300">
                              <a:moveTo>
                                <a:pt x="1" y="0"/>
                              </a:moveTo>
                              <a:lnTo>
                                <a:pt x="2299" y="17383"/>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2" name="Google Shape;3932;p60"/>
                        <p:cNvSpPr/>
                        <p:nvPr/>
                      </p:nvSpPr>
                      <p:spPr>
                        <a:xfrm>
                          <a:off x="5206721" y="3620749"/>
                          <a:ext cx="102379" cy="98863"/>
                        </a:xfrm>
                        <a:custGeom>
                          <a:rect b="b" l="l" r="r" t="t"/>
                          <a:pathLst>
                            <a:path extrusionOk="0" fill="none" h="12570" w="13017">
                              <a:moveTo>
                                <a:pt x="0" y="1"/>
                              </a:moveTo>
                              <a:lnTo>
                                <a:pt x="13016" y="1256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3" name="Google Shape;3933;p60"/>
                        <p:cNvSpPr/>
                        <p:nvPr/>
                      </p:nvSpPr>
                      <p:spPr>
                        <a:xfrm>
                          <a:off x="5293102" y="3715798"/>
                          <a:ext cx="15997" cy="101238"/>
                        </a:xfrm>
                        <a:custGeom>
                          <a:rect b="b" l="l" r="r" t="t"/>
                          <a:pathLst>
                            <a:path extrusionOk="0" fill="none" h="12872" w="2034">
                              <a:moveTo>
                                <a:pt x="2033" y="0"/>
                              </a:moveTo>
                              <a:lnTo>
                                <a:pt x="1" y="1287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4" name="Google Shape;3934;p60"/>
                        <p:cNvSpPr/>
                        <p:nvPr/>
                      </p:nvSpPr>
                      <p:spPr>
                        <a:xfrm>
                          <a:off x="5127371" y="3659854"/>
                          <a:ext cx="92862" cy="134539"/>
                        </a:xfrm>
                        <a:custGeom>
                          <a:rect b="b" l="l" r="r" t="t"/>
                          <a:pathLst>
                            <a:path extrusionOk="0" fill="none" h="17106" w="11807">
                              <a:moveTo>
                                <a:pt x="11807" y="17105"/>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5" name="Google Shape;3935;p60"/>
                        <p:cNvSpPr/>
                        <p:nvPr/>
                      </p:nvSpPr>
                      <p:spPr>
                        <a:xfrm>
                          <a:off x="5479203" y="3327149"/>
                          <a:ext cx="150615" cy="56998"/>
                        </a:xfrm>
                        <a:custGeom>
                          <a:rect b="b" l="l" r="r" t="t"/>
                          <a:pathLst>
                            <a:path extrusionOk="0" fill="none" h="7247" w="19150">
                              <a:moveTo>
                                <a:pt x="19149" y="0"/>
                              </a:moveTo>
                              <a:lnTo>
                                <a:pt x="0" y="724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6" name="Google Shape;3936;p60"/>
                        <p:cNvSpPr/>
                        <p:nvPr/>
                      </p:nvSpPr>
                      <p:spPr>
                        <a:xfrm>
                          <a:off x="5371980" y="3633790"/>
                          <a:ext cx="59373" cy="4003"/>
                        </a:xfrm>
                        <a:custGeom>
                          <a:rect b="b" l="l" r="r" t="t"/>
                          <a:pathLst>
                            <a:path extrusionOk="0" fill="none" h="509" w="7549">
                              <a:moveTo>
                                <a:pt x="0" y="508"/>
                              </a:moveTo>
                              <a:lnTo>
                                <a:pt x="7549"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7" name="Google Shape;3937;p60"/>
                        <p:cNvSpPr/>
                        <p:nvPr/>
                      </p:nvSpPr>
                      <p:spPr>
                        <a:xfrm>
                          <a:off x="5352947" y="3497261"/>
                          <a:ext cx="78406" cy="136536"/>
                        </a:xfrm>
                        <a:custGeom>
                          <a:rect b="b" l="l" r="r" t="t"/>
                          <a:pathLst>
                            <a:path extrusionOk="0" fill="none" h="17360" w="9969">
                              <a:moveTo>
                                <a:pt x="9969" y="17359"/>
                              </a:moveTo>
                              <a:lnTo>
                                <a:pt x="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8" name="Google Shape;3938;p60"/>
                        <p:cNvSpPr/>
                        <p:nvPr/>
                      </p:nvSpPr>
                      <p:spPr>
                        <a:xfrm>
                          <a:off x="4917296" y="3466721"/>
                          <a:ext cx="40733" cy="122356"/>
                        </a:xfrm>
                        <a:custGeom>
                          <a:rect b="b" l="l" r="r" t="t"/>
                          <a:pathLst>
                            <a:path extrusionOk="0" fill="none" h="15557" w="5179">
                              <a:moveTo>
                                <a:pt x="1" y="15557"/>
                              </a:moveTo>
                              <a:lnTo>
                                <a:pt x="5178"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9" name="Google Shape;3939;p60"/>
                        <p:cNvSpPr/>
                        <p:nvPr/>
                      </p:nvSpPr>
                      <p:spPr>
                        <a:xfrm>
                          <a:off x="5060203" y="3408017"/>
                          <a:ext cx="111416" cy="19513"/>
                        </a:xfrm>
                        <a:custGeom>
                          <a:rect b="b" l="l" r="r" t="t"/>
                          <a:pathLst>
                            <a:path extrusionOk="0" fill="none" h="2481" w="14166">
                              <a:moveTo>
                                <a:pt x="0" y="0"/>
                              </a:moveTo>
                              <a:lnTo>
                                <a:pt x="14165" y="248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0" name="Google Shape;3940;p60"/>
                        <p:cNvSpPr/>
                        <p:nvPr/>
                      </p:nvSpPr>
                      <p:spPr>
                        <a:xfrm>
                          <a:off x="5127371" y="3620749"/>
                          <a:ext cx="79358" cy="42636"/>
                        </a:xfrm>
                        <a:custGeom>
                          <a:rect b="b" l="l" r="r" t="t"/>
                          <a:pathLst>
                            <a:path extrusionOk="0" fill="none" h="5421" w="10090">
                              <a:moveTo>
                                <a:pt x="0" y="5420"/>
                              </a:moveTo>
                              <a:lnTo>
                                <a:pt x="1008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41" name="Google Shape;3941;p60"/>
                        <p:cNvGrpSpPr/>
                        <p:nvPr/>
                      </p:nvGrpSpPr>
                      <p:grpSpPr>
                        <a:xfrm>
                          <a:off x="4579164" y="3203653"/>
                          <a:ext cx="1244833" cy="1020397"/>
                          <a:chOff x="4579164" y="3203653"/>
                          <a:chExt cx="1244833" cy="1020397"/>
                        </a:xfrm>
                      </p:grpSpPr>
                      <p:sp>
                        <p:nvSpPr>
                          <p:cNvPr id="3942" name="Google Shape;3942;p60"/>
                          <p:cNvSpPr/>
                          <p:nvPr/>
                        </p:nvSpPr>
                        <p:spPr>
                          <a:xfrm>
                            <a:off x="4949551" y="3708185"/>
                            <a:ext cx="37972" cy="3815"/>
                          </a:xfrm>
                          <a:custGeom>
                            <a:rect b="b" l="l" r="r" t="t"/>
                            <a:pathLst>
                              <a:path extrusionOk="0" fill="none" h="485" w="4828">
                                <a:moveTo>
                                  <a:pt x="0" y="1"/>
                                </a:moveTo>
                                <a:lnTo>
                                  <a:pt x="4827" y="48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43" name="Google Shape;3943;p60"/>
                          <p:cNvGrpSpPr/>
                          <p:nvPr/>
                        </p:nvGrpSpPr>
                        <p:grpSpPr>
                          <a:xfrm>
                            <a:off x="4579164" y="3203653"/>
                            <a:ext cx="1244833" cy="1020397"/>
                            <a:chOff x="4579164" y="3203653"/>
                            <a:chExt cx="1244833" cy="1020397"/>
                          </a:xfrm>
                        </p:grpSpPr>
                        <p:sp>
                          <p:nvSpPr>
                            <p:cNvPr id="3944" name="Google Shape;3944;p60"/>
                            <p:cNvSpPr/>
                            <p:nvPr/>
                          </p:nvSpPr>
                          <p:spPr>
                            <a:xfrm>
                              <a:off x="4953357" y="3586309"/>
                              <a:ext cx="147288" cy="121884"/>
                            </a:xfrm>
                            <a:custGeom>
                              <a:rect b="b" l="l" r="r" t="t"/>
                              <a:pathLst>
                                <a:path extrusionOk="0" fill="none" h="15497" w="18727">
                                  <a:moveTo>
                                    <a:pt x="18726" y="1"/>
                                  </a:moveTo>
                                  <a:lnTo>
                                    <a:pt x="0" y="15497"/>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5" name="Google Shape;3945;p60"/>
                            <p:cNvSpPr/>
                            <p:nvPr/>
                          </p:nvSpPr>
                          <p:spPr>
                            <a:xfrm>
                              <a:off x="4987515" y="3592876"/>
                              <a:ext cx="113130" cy="119123"/>
                            </a:xfrm>
                            <a:custGeom>
                              <a:rect b="b" l="l" r="r" t="t"/>
                              <a:pathLst>
                                <a:path extrusionOk="0" fill="none" h="15146" w="14384">
                                  <a:moveTo>
                                    <a:pt x="0" y="15146"/>
                                  </a:moveTo>
                                  <a:lnTo>
                                    <a:pt x="14383"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6" name="Google Shape;3946;p60"/>
                            <p:cNvSpPr/>
                            <p:nvPr/>
                          </p:nvSpPr>
                          <p:spPr>
                            <a:xfrm>
                              <a:off x="4913395" y="3708185"/>
                              <a:ext cx="39970" cy="45389"/>
                            </a:xfrm>
                            <a:custGeom>
                              <a:rect b="b" l="l" r="r" t="t"/>
                              <a:pathLst>
                                <a:path extrusionOk="0" fill="none" h="5771" w="5082">
                                  <a:moveTo>
                                    <a:pt x="1" y="5771"/>
                                  </a:moveTo>
                                  <a:lnTo>
                                    <a:pt x="508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7" name="Google Shape;3947;p60"/>
                            <p:cNvSpPr/>
                            <p:nvPr/>
                          </p:nvSpPr>
                          <p:spPr>
                            <a:xfrm>
                              <a:off x="4888943" y="3704378"/>
                              <a:ext cx="60616" cy="26080"/>
                            </a:xfrm>
                            <a:custGeom>
                              <a:rect b="b" l="l" r="r" t="t"/>
                              <a:pathLst>
                                <a:path extrusionOk="0" fill="none" h="3316" w="7707">
                                  <a:moveTo>
                                    <a:pt x="1" y="3315"/>
                                  </a:moveTo>
                                  <a:lnTo>
                                    <a:pt x="7706"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8" name="Google Shape;3948;p60"/>
                            <p:cNvSpPr/>
                            <p:nvPr/>
                          </p:nvSpPr>
                          <p:spPr>
                            <a:xfrm>
                              <a:off x="4917296" y="3589069"/>
                              <a:ext cx="32262" cy="119123"/>
                            </a:xfrm>
                            <a:custGeom>
                              <a:rect b="b" l="l" r="r" t="t"/>
                              <a:pathLst>
                                <a:path extrusionOk="0" fill="none" h="15146" w="4102">
                                  <a:moveTo>
                                    <a:pt x="1" y="1"/>
                                  </a:moveTo>
                                  <a:lnTo>
                                    <a:pt x="4101" y="1514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9" name="Google Shape;3949;p60"/>
                            <p:cNvSpPr/>
                            <p:nvPr/>
                          </p:nvSpPr>
                          <p:spPr>
                            <a:xfrm>
                              <a:off x="4949551" y="3708185"/>
                              <a:ext cx="22840" cy="72885"/>
                            </a:xfrm>
                            <a:custGeom>
                              <a:rect b="b" l="l" r="r" t="t"/>
                              <a:pathLst>
                                <a:path extrusionOk="0" fill="none" h="9267" w="2904">
                                  <a:moveTo>
                                    <a:pt x="0" y="1"/>
                                  </a:moveTo>
                                  <a:lnTo>
                                    <a:pt x="2904" y="9267"/>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0" name="Google Shape;3950;p60"/>
                            <p:cNvSpPr/>
                            <p:nvPr/>
                          </p:nvSpPr>
                          <p:spPr>
                            <a:xfrm>
                              <a:off x="4912066" y="3752237"/>
                              <a:ext cx="60325" cy="28833"/>
                            </a:xfrm>
                            <a:custGeom>
                              <a:rect b="b" l="l" r="r" t="t"/>
                              <a:pathLst>
                                <a:path extrusionOk="0" fill="none" h="3666" w="7670">
                                  <a:moveTo>
                                    <a:pt x="0" y="1"/>
                                  </a:moveTo>
                                  <a:lnTo>
                                    <a:pt x="7670" y="366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51" name="Google Shape;3951;p60"/>
                            <p:cNvGrpSpPr/>
                            <p:nvPr/>
                          </p:nvGrpSpPr>
                          <p:grpSpPr>
                            <a:xfrm>
                              <a:off x="4579164" y="3203653"/>
                              <a:ext cx="1244833" cy="1020397"/>
                              <a:chOff x="4579164" y="3203653"/>
                              <a:chExt cx="1244833" cy="1020397"/>
                            </a:xfrm>
                          </p:grpSpPr>
                          <p:sp>
                            <p:nvSpPr>
                              <p:cNvPr id="3952" name="Google Shape;3952;p60"/>
                              <p:cNvSpPr/>
                              <p:nvPr/>
                            </p:nvSpPr>
                            <p:spPr>
                              <a:xfrm>
                                <a:off x="4590301" y="3738347"/>
                                <a:ext cx="92956" cy="91722"/>
                              </a:xfrm>
                              <a:custGeom>
                                <a:rect b="b" l="l" r="r" t="t"/>
                                <a:pathLst>
                                  <a:path extrusionOk="0" fill="none" h="11662" w="11819">
                                    <a:moveTo>
                                      <a:pt x="0" y="0"/>
                                    </a:moveTo>
                                    <a:lnTo>
                                      <a:pt x="11819" y="1166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3" name="Google Shape;3953;p60"/>
                              <p:cNvSpPr/>
                              <p:nvPr/>
                            </p:nvSpPr>
                            <p:spPr>
                              <a:xfrm>
                                <a:off x="4683250" y="3652241"/>
                                <a:ext cx="33591" cy="177828"/>
                              </a:xfrm>
                              <a:custGeom>
                                <a:rect b="b" l="l" r="r" t="t"/>
                                <a:pathLst>
                                  <a:path extrusionOk="0" fill="none" h="22610" w="4271">
                                    <a:moveTo>
                                      <a:pt x="1" y="22610"/>
                                    </a:moveTo>
                                    <a:lnTo>
                                      <a:pt x="427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4" name="Google Shape;3954;p60"/>
                              <p:cNvSpPr/>
                              <p:nvPr/>
                            </p:nvSpPr>
                            <p:spPr>
                              <a:xfrm>
                                <a:off x="4716833" y="3652241"/>
                                <a:ext cx="70982" cy="207707"/>
                              </a:xfrm>
                              <a:custGeom>
                                <a:rect b="b" l="l" r="r" t="t"/>
                                <a:pathLst>
                                  <a:path extrusionOk="0" fill="none" h="26409" w="9025">
                                    <a:moveTo>
                                      <a:pt x="1" y="1"/>
                                    </a:moveTo>
                                    <a:lnTo>
                                      <a:pt x="9025" y="26408"/>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5" name="Google Shape;3955;p60"/>
                              <p:cNvSpPr/>
                              <p:nvPr/>
                            </p:nvSpPr>
                            <p:spPr>
                              <a:xfrm>
                                <a:off x="4813117" y="3694578"/>
                                <a:ext cx="44154" cy="139297"/>
                              </a:xfrm>
                              <a:custGeom>
                                <a:rect b="b" l="l" r="r" t="t"/>
                                <a:pathLst>
                                  <a:path extrusionOk="0" fill="none" h="17711" w="5614">
                                    <a:moveTo>
                                      <a:pt x="5614" y="17711"/>
                                    </a:moveTo>
                                    <a:lnTo>
                                      <a:pt x="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6" name="Google Shape;3956;p60"/>
                              <p:cNvSpPr/>
                              <p:nvPr/>
                            </p:nvSpPr>
                            <p:spPr>
                              <a:xfrm>
                                <a:off x="4787807" y="3694578"/>
                                <a:ext cx="25317" cy="165369"/>
                              </a:xfrm>
                              <a:custGeom>
                                <a:rect b="b" l="l" r="r" t="t"/>
                                <a:pathLst>
                                  <a:path extrusionOk="0" fill="none" h="21026" w="3219">
                                    <a:moveTo>
                                      <a:pt x="3219" y="1"/>
                                    </a:moveTo>
                                    <a:lnTo>
                                      <a:pt x="1" y="2102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7" name="Google Shape;3957;p60"/>
                              <p:cNvSpPr/>
                              <p:nvPr/>
                            </p:nvSpPr>
                            <p:spPr>
                              <a:xfrm>
                                <a:off x="4683250" y="3830061"/>
                                <a:ext cx="106374" cy="25223"/>
                              </a:xfrm>
                              <a:custGeom>
                                <a:rect b="b" l="l" r="r" t="t"/>
                                <a:pathLst>
                                  <a:path extrusionOk="0" fill="none" h="3207" w="13525">
                                    <a:moveTo>
                                      <a:pt x="1" y="1"/>
                                    </a:moveTo>
                                    <a:lnTo>
                                      <a:pt x="13525" y="320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8" name="Google Shape;3958;p60"/>
                              <p:cNvSpPr/>
                              <p:nvPr/>
                            </p:nvSpPr>
                            <p:spPr>
                              <a:xfrm>
                                <a:off x="4670980" y="3830061"/>
                                <a:ext cx="12277" cy="79263"/>
                              </a:xfrm>
                              <a:custGeom>
                                <a:rect b="b" l="l" r="r" t="t"/>
                                <a:pathLst>
                                  <a:path extrusionOk="0" fill="none" h="10078" w="1561">
                                    <a:moveTo>
                                      <a:pt x="1561" y="1"/>
                                    </a:moveTo>
                                    <a:lnTo>
                                      <a:pt x="0" y="10077"/>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9" name="Google Shape;3959;p60"/>
                              <p:cNvSpPr/>
                              <p:nvPr/>
                            </p:nvSpPr>
                            <p:spPr>
                              <a:xfrm>
                                <a:off x="4583828" y="3830061"/>
                                <a:ext cx="99429" cy="34543"/>
                              </a:xfrm>
                              <a:custGeom>
                                <a:rect b="b" l="l" r="r" t="t"/>
                                <a:pathLst>
                                  <a:path extrusionOk="0" fill="none" h="4392" w="12642">
                                    <a:moveTo>
                                      <a:pt x="0" y="4392"/>
                                    </a:moveTo>
                                    <a:lnTo>
                                      <a:pt x="12642"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0" name="Google Shape;3960;p60"/>
                              <p:cNvSpPr/>
                              <p:nvPr/>
                            </p:nvSpPr>
                            <p:spPr>
                              <a:xfrm>
                                <a:off x="4683250" y="3830061"/>
                                <a:ext cx="50336" cy="117983"/>
                              </a:xfrm>
                              <a:custGeom>
                                <a:rect b="b" l="l" r="r" t="t"/>
                                <a:pathLst>
                                  <a:path extrusionOk="0" fill="none" h="15001" w="6400">
                                    <a:moveTo>
                                      <a:pt x="1" y="1"/>
                                    </a:moveTo>
                                    <a:lnTo>
                                      <a:pt x="6400" y="1500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1" name="Google Shape;3961;p60"/>
                              <p:cNvSpPr/>
                              <p:nvPr/>
                            </p:nvSpPr>
                            <p:spPr>
                              <a:xfrm>
                                <a:off x="4733578" y="3855276"/>
                                <a:ext cx="56046" cy="92768"/>
                              </a:xfrm>
                              <a:custGeom>
                                <a:rect b="b" l="l" r="r" t="t"/>
                                <a:pathLst>
                                  <a:path extrusionOk="0" fill="none" h="11795" w="7126">
                                    <a:moveTo>
                                      <a:pt x="1" y="11795"/>
                                    </a:moveTo>
                                    <a:lnTo>
                                      <a:pt x="7126"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2" name="Google Shape;3962;p60"/>
                              <p:cNvSpPr/>
                              <p:nvPr/>
                            </p:nvSpPr>
                            <p:spPr>
                              <a:xfrm>
                                <a:off x="4888943" y="3730450"/>
                                <a:ext cx="34928" cy="89252"/>
                              </a:xfrm>
                              <a:custGeom>
                                <a:rect b="b" l="l" r="r" t="t"/>
                                <a:pathLst>
                                  <a:path extrusionOk="0" fill="none" h="11348" w="4441">
                                    <a:moveTo>
                                      <a:pt x="4440" y="11347"/>
                                    </a:moveTo>
                                    <a:lnTo>
                                      <a:pt x="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3" name="Google Shape;3963;p60"/>
                              <p:cNvSpPr/>
                              <p:nvPr/>
                            </p:nvSpPr>
                            <p:spPr>
                              <a:xfrm>
                                <a:off x="4590301" y="3667468"/>
                                <a:ext cx="49762" cy="70887"/>
                              </a:xfrm>
                              <a:custGeom>
                                <a:rect b="b" l="l" r="r" t="t"/>
                                <a:pathLst>
                                  <a:path extrusionOk="0" fill="none" h="9013" w="6327">
                                    <a:moveTo>
                                      <a:pt x="0" y="9012"/>
                                    </a:moveTo>
                                    <a:lnTo>
                                      <a:pt x="6327"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4" name="Google Shape;3964;p60"/>
                              <p:cNvSpPr/>
                              <p:nvPr/>
                            </p:nvSpPr>
                            <p:spPr>
                              <a:xfrm>
                                <a:off x="4640338" y="3648536"/>
                                <a:ext cx="80593" cy="20268"/>
                              </a:xfrm>
                              <a:custGeom>
                                <a:rect b="b" l="l" r="r" t="t"/>
                                <a:pathLst>
                                  <a:path extrusionOk="0" fill="none" h="2577" w="10247">
                                    <a:moveTo>
                                      <a:pt x="1" y="2577"/>
                                    </a:moveTo>
                                    <a:lnTo>
                                      <a:pt x="10247"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65" name="Google Shape;3965;p60"/>
                              <p:cNvGrpSpPr/>
                              <p:nvPr/>
                            </p:nvGrpSpPr>
                            <p:grpSpPr>
                              <a:xfrm>
                                <a:off x="4579164" y="3203653"/>
                                <a:ext cx="1244833" cy="1020397"/>
                                <a:chOff x="4579164" y="3203653"/>
                                <a:chExt cx="1244833" cy="1020397"/>
                              </a:xfrm>
                            </p:grpSpPr>
                            <p:sp>
                              <p:nvSpPr>
                                <p:cNvPr id="3966" name="Google Shape;3966;p60"/>
                                <p:cNvSpPr/>
                                <p:nvPr/>
                              </p:nvSpPr>
                              <p:spPr>
                                <a:xfrm>
                                  <a:off x="4753083" y="3966015"/>
                                  <a:ext cx="92964" cy="53765"/>
                                </a:xfrm>
                                <a:custGeom>
                                  <a:rect b="b" l="l" r="r" t="t"/>
                                  <a:pathLst>
                                    <a:path extrusionOk="0" fill="none" h="6836" w="11820">
                                      <a:moveTo>
                                        <a:pt x="1" y="6836"/>
                                      </a:moveTo>
                                      <a:lnTo>
                                        <a:pt x="1181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7" name="Google Shape;3967;p60"/>
                                <p:cNvSpPr/>
                                <p:nvPr/>
                              </p:nvSpPr>
                              <p:spPr>
                                <a:xfrm>
                                  <a:off x="4846040" y="3952794"/>
                                  <a:ext cx="103519" cy="13135"/>
                                </a:xfrm>
                                <a:custGeom>
                                  <a:rect b="b" l="l" r="r" t="t"/>
                                  <a:pathLst>
                                    <a:path extrusionOk="0" fill="none" h="1670" w="13162">
                                      <a:moveTo>
                                        <a:pt x="13161" y="0"/>
                                      </a:moveTo>
                                      <a:lnTo>
                                        <a:pt x="0" y="167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8" name="Google Shape;3968;p60"/>
                                <p:cNvSpPr/>
                                <p:nvPr/>
                              </p:nvSpPr>
                              <p:spPr>
                                <a:xfrm>
                                  <a:off x="4846040" y="3962216"/>
                                  <a:ext cx="64800" cy="128066"/>
                                </a:xfrm>
                                <a:custGeom>
                                  <a:rect b="b" l="l" r="r" t="t"/>
                                  <a:pathLst>
                                    <a:path extrusionOk="0" fill="none" h="16283" w="8239">
                                      <a:moveTo>
                                        <a:pt x="0" y="0"/>
                                      </a:moveTo>
                                      <a:lnTo>
                                        <a:pt x="8238" y="1628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9" name="Google Shape;3969;p60"/>
                                <p:cNvSpPr/>
                                <p:nvPr/>
                              </p:nvSpPr>
                              <p:spPr>
                                <a:xfrm>
                                  <a:off x="4842233" y="3962216"/>
                                  <a:ext cx="3815" cy="164787"/>
                                </a:xfrm>
                                <a:custGeom>
                                  <a:rect b="b" l="l" r="r" t="t"/>
                                  <a:pathLst>
                                    <a:path extrusionOk="0" fill="none" h="20952" w="485">
                                      <a:moveTo>
                                        <a:pt x="0" y="20952"/>
                                      </a:moveTo>
                                      <a:lnTo>
                                        <a:pt x="484"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0" name="Google Shape;3970;p60"/>
                                <p:cNvSpPr/>
                                <p:nvPr/>
                              </p:nvSpPr>
                              <p:spPr>
                                <a:xfrm>
                                  <a:off x="4842233" y="4123189"/>
                                  <a:ext cx="37587" cy="53002"/>
                                </a:xfrm>
                                <a:custGeom>
                                  <a:rect b="b" l="l" r="r" t="t"/>
                                  <a:pathLst>
                                    <a:path extrusionOk="0" fill="none" h="6739" w="4779">
                                      <a:moveTo>
                                        <a:pt x="4779" y="6739"/>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1" name="Google Shape;3971;p60"/>
                                <p:cNvSpPr/>
                                <p:nvPr/>
                              </p:nvSpPr>
                              <p:spPr>
                                <a:xfrm>
                                  <a:off x="4770779" y="4118525"/>
                                  <a:ext cx="71461" cy="4672"/>
                                </a:xfrm>
                                <a:custGeom>
                                  <a:rect b="b" l="l" r="r" t="t"/>
                                  <a:pathLst>
                                    <a:path extrusionOk="0" fill="none" h="594" w="9086">
                                      <a:moveTo>
                                        <a:pt x="9085" y="594"/>
                                      </a:moveTo>
                                      <a:lnTo>
                                        <a:pt x="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2" name="Google Shape;3972;p60"/>
                                <p:cNvSpPr/>
                                <p:nvPr/>
                              </p:nvSpPr>
                              <p:spPr>
                                <a:xfrm>
                                  <a:off x="4842233" y="4090274"/>
                                  <a:ext cx="68606" cy="32923"/>
                                </a:xfrm>
                                <a:custGeom>
                                  <a:rect b="b" l="l" r="r" t="t"/>
                                  <a:pathLst>
                                    <a:path extrusionOk="0" fill="none" h="4186" w="8723">
                                      <a:moveTo>
                                        <a:pt x="0" y="4186"/>
                                      </a:moveTo>
                                      <a:lnTo>
                                        <a:pt x="8722"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73" name="Google Shape;3973;p60"/>
                                <p:cNvGrpSpPr/>
                                <p:nvPr/>
                              </p:nvGrpSpPr>
                              <p:grpSpPr>
                                <a:xfrm>
                                  <a:off x="4579164" y="3203653"/>
                                  <a:ext cx="1244833" cy="1020397"/>
                                  <a:chOff x="4579164" y="3203653"/>
                                  <a:chExt cx="1244833" cy="1020397"/>
                                </a:xfrm>
                              </p:grpSpPr>
                              <p:sp>
                                <p:nvSpPr>
                                  <p:cNvPr id="3974" name="Google Shape;3974;p60"/>
                                  <p:cNvSpPr/>
                                  <p:nvPr/>
                                </p:nvSpPr>
                                <p:spPr>
                                  <a:xfrm>
                                    <a:off x="4788476" y="3855276"/>
                                    <a:ext cx="57572" cy="110747"/>
                                  </a:xfrm>
                                  <a:custGeom>
                                    <a:rect b="b" l="l" r="r" t="t"/>
                                    <a:pathLst>
                                      <a:path extrusionOk="0" fill="none" h="14081" w="7320">
                                        <a:moveTo>
                                          <a:pt x="7319" y="14081"/>
                                        </a:moveTo>
                                        <a:lnTo>
                                          <a:pt x="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5" name="Google Shape;3975;p60"/>
                                  <p:cNvSpPr/>
                                  <p:nvPr/>
                                </p:nvSpPr>
                                <p:spPr>
                                  <a:xfrm>
                                    <a:off x="4846040" y="3833867"/>
                                    <a:ext cx="11231" cy="132156"/>
                                  </a:xfrm>
                                  <a:custGeom>
                                    <a:rect b="b" l="l" r="r" t="t"/>
                                    <a:pathLst>
                                      <a:path extrusionOk="0" fill="none" h="16803" w="1428">
                                        <a:moveTo>
                                          <a:pt x="0" y="16803"/>
                                        </a:moveTo>
                                        <a:lnTo>
                                          <a:pt x="1428"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6" name="Google Shape;3976;p60"/>
                                  <p:cNvSpPr/>
                                  <p:nvPr/>
                                </p:nvSpPr>
                                <p:spPr>
                                  <a:xfrm>
                                    <a:off x="4761554" y="3854796"/>
                                    <a:ext cx="26261" cy="164984"/>
                                  </a:xfrm>
                                  <a:custGeom>
                                    <a:rect b="b" l="l" r="r" t="t"/>
                                    <a:pathLst>
                                      <a:path extrusionOk="0" fill="none" h="20977" w="3339">
                                        <a:moveTo>
                                          <a:pt x="0" y="20977"/>
                                        </a:moveTo>
                                        <a:lnTo>
                                          <a:pt x="333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7" name="Google Shape;3977;p60"/>
                                  <p:cNvSpPr/>
                                  <p:nvPr/>
                                </p:nvSpPr>
                                <p:spPr>
                                  <a:xfrm>
                                    <a:off x="4846991" y="3818263"/>
                                    <a:ext cx="74025" cy="146242"/>
                                  </a:xfrm>
                                  <a:custGeom>
                                    <a:rect b="b" l="l" r="r" t="t"/>
                                    <a:pathLst>
                                      <a:path extrusionOk="0" fill="none" h="18594" w="9412">
                                        <a:moveTo>
                                          <a:pt x="0" y="18593"/>
                                        </a:moveTo>
                                        <a:lnTo>
                                          <a:pt x="941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8" name="Google Shape;3978;p60"/>
                                  <p:cNvSpPr/>
                                  <p:nvPr/>
                                </p:nvSpPr>
                                <p:spPr>
                                  <a:xfrm>
                                    <a:off x="4927191" y="3823305"/>
                                    <a:ext cx="22368" cy="129497"/>
                                  </a:xfrm>
                                  <a:custGeom>
                                    <a:rect b="b" l="l" r="r" t="t"/>
                                    <a:pathLst>
                                      <a:path extrusionOk="0" fill="none" h="16465" w="2844">
                                        <a:moveTo>
                                          <a:pt x="1" y="1"/>
                                        </a:moveTo>
                                        <a:lnTo>
                                          <a:pt x="2843" y="16464"/>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79" name="Google Shape;3979;p60"/>
                                  <p:cNvGrpSpPr/>
                                  <p:nvPr/>
                                </p:nvGrpSpPr>
                                <p:grpSpPr>
                                  <a:xfrm>
                                    <a:off x="4579164" y="3203653"/>
                                    <a:ext cx="1244833" cy="1020397"/>
                                    <a:chOff x="4579164" y="3203653"/>
                                    <a:chExt cx="1244833" cy="1020397"/>
                                  </a:xfrm>
                                </p:grpSpPr>
                                <p:sp>
                                  <p:nvSpPr>
                                    <p:cNvPr id="3980" name="Google Shape;3980;p60"/>
                                    <p:cNvSpPr/>
                                    <p:nvPr/>
                                  </p:nvSpPr>
                                  <p:spPr>
                                    <a:xfrm>
                                      <a:off x="4579164" y="3652241"/>
                                      <a:ext cx="422626" cy="571809"/>
                                    </a:xfrm>
                                    <a:custGeom>
                                      <a:rect b="b" l="l" r="r" t="t"/>
                                      <a:pathLst>
                                        <a:path extrusionOk="0" fill="none" h="72703" w="53735">
                                          <a:moveTo>
                                            <a:pt x="27593" y="71880"/>
                                          </a:moveTo>
                                          <a:lnTo>
                                            <a:pt x="23771" y="58694"/>
                                          </a:lnTo>
                                          <a:lnTo>
                                            <a:pt x="22936" y="46731"/>
                                          </a:lnTo>
                                          <a:lnTo>
                                            <a:pt x="19972" y="37380"/>
                                          </a:lnTo>
                                          <a:lnTo>
                                            <a:pt x="11674" y="32686"/>
                                          </a:lnTo>
                                          <a:lnTo>
                                            <a:pt x="1" y="27001"/>
                                          </a:lnTo>
                                          <a:lnTo>
                                            <a:pt x="1392" y="10610"/>
                                          </a:lnTo>
                                          <a:lnTo>
                                            <a:pt x="17517" y="1"/>
                                          </a:lnTo>
                                          <a:lnTo>
                                            <a:pt x="29747" y="5384"/>
                                          </a:lnTo>
                                          <a:lnTo>
                                            <a:pt x="43827" y="21291"/>
                                          </a:lnTo>
                                          <a:lnTo>
                                            <a:pt x="49343" y="27122"/>
                                          </a:lnTo>
                                          <a:lnTo>
                                            <a:pt x="53735" y="25815"/>
                                          </a:lnTo>
                                          <a:lnTo>
                                            <a:pt x="50347" y="35940"/>
                                          </a:lnTo>
                                          <a:lnTo>
                                            <a:pt x="47093" y="38214"/>
                                          </a:lnTo>
                                          <a:lnTo>
                                            <a:pt x="44069" y="44275"/>
                                          </a:lnTo>
                                          <a:lnTo>
                                            <a:pt x="45073" y="51944"/>
                                          </a:lnTo>
                                          <a:lnTo>
                                            <a:pt x="42170" y="55694"/>
                                          </a:lnTo>
                                          <a:lnTo>
                                            <a:pt x="38227" y="66025"/>
                                          </a:lnTo>
                                          <a:lnTo>
                                            <a:pt x="27593" y="7270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1" name="Google Shape;3981;p60"/>
                                    <p:cNvSpPr/>
                                    <p:nvPr/>
                                  </p:nvSpPr>
                                  <p:spPr>
                                    <a:xfrm>
                                      <a:off x="4617986" y="3203653"/>
                                      <a:ext cx="1206011" cy="684357"/>
                                    </a:xfrm>
                                    <a:custGeom>
                                      <a:rect b="b" l="l" r="r" t="t"/>
                                      <a:pathLst>
                                        <a:path extrusionOk="0" fill="none" h="87013" w="153339">
                                          <a:moveTo>
                                            <a:pt x="24811" y="62214"/>
                                          </a:moveTo>
                                          <a:lnTo>
                                            <a:pt x="34452" y="66980"/>
                                          </a:lnTo>
                                          <a:lnTo>
                                            <a:pt x="37549" y="69920"/>
                                          </a:lnTo>
                                          <a:lnTo>
                                            <a:pt x="41274" y="77698"/>
                                          </a:lnTo>
                                          <a:lnTo>
                                            <a:pt x="46270" y="79222"/>
                                          </a:lnTo>
                                          <a:lnTo>
                                            <a:pt x="55899" y="72775"/>
                                          </a:lnTo>
                                          <a:lnTo>
                                            <a:pt x="52645" y="69085"/>
                                          </a:lnTo>
                                          <a:lnTo>
                                            <a:pt x="48291" y="70234"/>
                                          </a:lnTo>
                                          <a:lnTo>
                                            <a:pt x="46585" y="64634"/>
                                          </a:lnTo>
                                          <a:lnTo>
                                            <a:pt x="48774" y="66097"/>
                                          </a:lnTo>
                                          <a:lnTo>
                                            <a:pt x="59698" y="70234"/>
                                          </a:lnTo>
                                          <a:lnTo>
                                            <a:pt x="65988" y="72279"/>
                                          </a:lnTo>
                                          <a:lnTo>
                                            <a:pt x="66315" y="75944"/>
                                          </a:lnTo>
                                          <a:lnTo>
                                            <a:pt x="70960" y="87013"/>
                                          </a:lnTo>
                                          <a:lnTo>
                                            <a:pt x="76573" y="75944"/>
                                          </a:lnTo>
                                          <a:lnTo>
                                            <a:pt x="80831" y="72932"/>
                                          </a:lnTo>
                                          <a:lnTo>
                                            <a:pt x="86069" y="78146"/>
                                          </a:lnTo>
                                          <a:lnTo>
                                            <a:pt x="88355" y="83928"/>
                                          </a:lnTo>
                                          <a:lnTo>
                                            <a:pt x="94633" y="84037"/>
                                          </a:lnTo>
                                          <a:lnTo>
                                            <a:pt x="94270" y="74299"/>
                                          </a:lnTo>
                                          <a:lnTo>
                                            <a:pt x="100936" y="72690"/>
                                          </a:lnTo>
                                          <a:lnTo>
                                            <a:pt x="106682" y="64307"/>
                                          </a:lnTo>
                                          <a:lnTo>
                                            <a:pt x="106319" y="56553"/>
                                          </a:lnTo>
                                          <a:lnTo>
                                            <a:pt x="103416" y="54690"/>
                                          </a:lnTo>
                                          <a:lnTo>
                                            <a:pt x="106827" y="53105"/>
                                          </a:lnTo>
                                          <a:lnTo>
                                            <a:pt x="120194" y="45339"/>
                                          </a:lnTo>
                                          <a:lnTo>
                                            <a:pt x="122528" y="36859"/>
                                          </a:lnTo>
                                          <a:lnTo>
                                            <a:pt x="118851" y="35493"/>
                                          </a:lnTo>
                                          <a:lnTo>
                                            <a:pt x="125093" y="28464"/>
                                          </a:lnTo>
                                          <a:lnTo>
                                            <a:pt x="148536" y="25972"/>
                                          </a:lnTo>
                                          <a:lnTo>
                                            <a:pt x="153339" y="12255"/>
                                          </a:lnTo>
                                          <a:lnTo>
                                            <a:pt x="125468" y="6255"/>
                                          </a:lnTo>
                                          <a:lnTo>
                                            <a:pt x="101758" y="5432"/>
                                          </a:lnTo>
                                          <a:lnTo>
                                            <a:pt x="85016" y="1"/>
                                          </a:lnTo>
                                          <a:lnTo>
                                            <a:pt x="60532" y="12255"/>
                                          </a:lnTo>
                                          <a:lnTo>
                                            <a:pt x="39714" y="20214"/>
                                          </a:lnTo>
                                          <a:lnTo>
                                            <a:pt x="35444" y="13089"/>
                                          </a:lnTo>
                                          <a:lnTo>
                                            <a:pt x="22186" y="13464"/>
                                          </a:lnTo>
                                          <a:lnTo>
                                            <a:pt x="15291" y="21351"/>
                                          </a:lnTo>
                                          <a:lnTo>
                                            <a:pt x="11831" y="27484"/>
                                          </a:lnTo>
                                          <a:lnTo>
                                            <a:pt x="21581" y="26614"/>
                                          </a:lnTo>
                                          <a:lnTo>
                                            <a:pt x="24532" y="19561"/>
                                          </a:lnTo>
                                          <a:lnTo>
                                            <a:pt x="29480" y="22694"/>
                                          </a:lnTo>
                                          <a:lnTo>
                                            <a:pt x="24811" y="32964"/>
                                          </a:lnTo>
                                          <a:lnTo>
                                            <a:pt x="20262" y="35541"/>
                                          </a:lnTo>
                                          <a:lnTo>
                                            <a:pt x="15569" y="31368"/>
                                          </a:lnTo>
                                          <a:lnTo>
                                            <a:pt x="15061" y="35650"/>
                                          </a:lnTo>
                                          <a:lnTo>
                                            <a:pt x="11057" y="37924"/>
                                          </a:lnTo>
                                          <a:lnTo>
                                            <a:pt x="6024" y="43089"/>
                                          </a:lnTo>
                                          <a:lnTo>
                                            <a:pt x="6387" y="49210"/>
                                          </a:lnTo>
                                          <a:lnTo>
                                            <a:pt x="992" y="49210"/>
                                          </a:lnTo>
                                          <a:lnTo>
                                            <a:pt x="0" y="52198"/>
                                          </a:lnTo>
                                          <a:lnTo>
                                            <a:pt x="835" y="57037"/>
                                          </a:lnTo>
                                          <a:lnTo>
                                            <a:pt x="6726" y="55198"/>
                                          </a:lnTo>
                                          <a:lnTo>
                                            <a:pt x="10924" y="50069"/>
                                          </a:lnTo>
                                          <a:lnTo>
                                            <a:pt x="16367" y="50686"/>
                                          </a:lnTo>
                                          <a:lnTo>
                                            <a:pt x="18049" y="46670"/>
                                          </a:lnTo>
                                          <a:lnTo>
                                            <a:pt x="23093" y="54363"/>
                                          </a:lnTo>
                                          <a:lnTo>
                                            <a:pt x="26528" y="56105"/>
                                          </a:lnTo>
                                          <a:lnTo>
                                            <a:pt x="26734" y="52210"/>
                                          </a:lnTo>
                                          <a:lnTo>
                                            <a:pt x="33835" y="47069"/>
                                          </a:lnTo>
                                          <a:lnTo>
                                            <a:pt x="38069" y="49488"/>
                                          </a:lnTo>
                                          <a:lnTo>
                                            <a:pt x="36278" y="53045"/>
                                          </a:lnTo>
                                          <a:lnTo>
                                            <a:pt x="28343" y="55392"/>
                                          </a:lnTo>
                                          <a:cubicBezTo>
                                            <a:pt x="28343" y="55392"/>
                                            <a:pt x="31041" y="58888"/>
                                            <a:pt x="31319" y="58984"/>
                                          </a:cubicBezTo>
                                          <a:cubicBezTo>
                                            <a:pt x="31597" y="59069"/>
                                            <a:pt x="36278" y="58150"/>
                                            <a:pt x="36278" y="58150"/>
                                          </a:cubicBezTo>
                                          <a:lnTo>
                                            <a:pt x="35456" y="61948"/>
                                          </a:lnTo>
                                          <a:lnTo>
                                            <a:pt x="30920" y="63255"/>
                                          </a:lnTo>
                                          <a:lnTo>
                                            <a:pt x="24823" y="6214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2" name="Google Shape;3982;p60"/>
                                    <p:cNvSpPr/>
                                    <p:nvPr/>
                                  </p:nvSpPr>
                                  <p:spPr>
                                    <a:xfrm>
                                      <a:off x="4906356" y="3466721"/>
                                      <a:ext cx="194289" cy="358880"/>
                                    </a:xfrm>
                                    <a:custGeom>
                                      <a:rect b="b" l="l" r="r" t="t"/>
                                      <a:pathLst>
                                        <a:path extrusionOk="0" fill="none" h="45630" w="24703">
                                          <a:moveTo>
                                            <a:pt x="8396" y="39968"/>
                                          </a:moveTo>
                                          <a:lnTo>
                                            <a:pt x="9835" y="45629"/>
                                          </a:lnTo>
                                          <a:lnTo>
                                            <a:pt x="11626" y="36786"/>
                                          </a:lnTo>
                                          <a:lnTo>
                                            <a:pt x="5492" y="30218"/>
                                          </a:lnTo>
                                          <a:lnTo>
                                            <a:pt x="1" y="25016"/>
                                          </a:lnTo>
                                          <a:lnTo>
                                            <a:pt x="1392" y="16040"/>
                                          </a:lnTo>
                                          <a:lnTo>
                                            <a:pt x="24702" y="15206"/>
                                          </a:lnTo>
                                          <a:lnTo>
                                            <a:pt x="6472"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3" name="Google Shape;3983;p60"/>
                                    <p:cNvSpPr/>
                                    <p:nvPr/>
                                  </p:nvSpPr>
                                  <p:spPr>
                                    <a:xfrm>
                                      <a:off x="4972383" y="3756043"/>
                                      <a:ext cx="25412" cy="25026"/>
                                    </a:xfrm>
                                    <a:custGeom>
                                      <a:rect b="b" l="l" r="r" t="t"/>
                                      <a:pathLst>
                                        <a:path extrusionOk="0" fill="none" h="3182" w="3231">
                                          <a:moveTo>
                                            <a:pt x="1" y="3182"/>
                                          </a:moveTo>
                                          <a:lnTo>
                                            <a:pt x="323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sp>
                          <p:nvSpPr>
                            <p:cNvPr id="3984" name="Google Shape;3984;p60"/>
                            <p:cNvSpPr/>
                            <p:nvPr/>
                          </p:nvSpPr>
                          <p:spPr>
                            <a:xfrm>
                              <a:off x="4890375" y="3688019"/>
                              <a:ext cx="5144" cy="43769"/>
                            </a:xfrm>
                            <a:custGeom>
                              <a:rect b="b" l="l" r="r" t="t"/>
                              <a:pathLst>
                                <a:path extrusionOk="0" fill="none" h="5565" w="654">
                                  <a:moveTo>
                                    <a:pt x="653" y="0"/>
                                  </a:moveTo>
                                  <a:lnTo>
                                    <a:pt x="0" y="556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5" name="Google Shape;3985;p60"/>
                            <p:cNvSpPr/>
                            <p:nvPr/>
                          </p:nvSpPr>
                          <p:spPr>
                            <a:xfrm>
                              <a:off x="4899317" y="3688019"/>
                              <a:ext cx="54048" cy="20174"/>
                            </a:xfrm>
                            <a:custGeom>
                              <a:rect b="b" l="l" r="r" t="t"/>
                              <a:pathLst>
                                <a:path extrusionOk="0" fill="none" h="2565" w="6872">
                                  <a:moveTo>
                                    <a:pt x="0" y="0"/>
                                  </a:moveTo>
                                  <a:lnTo>
                                    <a:pt x="6871" y="256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6" name="Google Shape;3986;p60"/>
                            <p:cNvSpPr/>
                            <p:nvPr/>
                          </p:nvSpPr>
                          <p:spPr>
                            <a:xfrm>
                              <a:off x="4862690" y="3700571"/>
                              <a:ext cx="27693" cy="31216"/>
                            </a:xfrm>
                            <a:custGeom>
                              <a:rect b="b" l="l" r="r" t="t"/>
                              <a:pathLst>
                                <a:path extrusionOk="0" fill="none" h="3969" w="3521">
                                  <a:moveTo>
                                    <a:pt x="0" y="1"/>
                                  </a:moveTo>
                                  <a:lnTo>
                                    <a:pt x="3520" y="396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987" name="Google Shape;3987;p60"/>
                        <p:cNvSpPr/>
                        <p:nvPr/>
                      </p:nvSpPr>
                      <p:spPr>
                        <a:xfrm>
                          <a:off x="4953924" y="3297081"/>
                          <a:ext cx="146053" cy="168122"/>
                        </a:xfrm>
                        <a:custGeom>
                          <a:rect b="b" l="l" r="r" t="t"/>
                          <a:pathLst>
                            <a:path extrusionOk="0" fill="none" h="21376" w="18570">
                              <a:moveTo>
                                <a:pt x="1" y="21376"/>
                              </a:moveTo>
                              <a:lnTo>
                                <a:pt x="1856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grpSp>
          <p:grpSp>
            <p:nvGrpSpPr>
              <p:cNvPr id="3988" name="Google Shape;3988;p60"/>
              <p:cNvGrpSpPr/>
              <p:nvPr/>
            </p:nvGrpSpPr>
            <p:grpSpPr>
              <a:xfrm>
                <a:off x="4595437" y="3598775"/>
                <a:ext cx="37776" cy="32451"/>
                <a:chOff x="4595437" y="3598775"/>
                <a:chExt cx="37776" cy="32451"/>
              </a:xfrm>
            </p:grpSpPr>
            <p:sp>
              <p:nvSpPr>
                <p:cNvPr id="3989" name="Google Shape;3989;p60"/>
                <p:cNvSpPr/>
                <p:nvPr/>
              </p:nvSpPr>
              <p:spPr>
                <a:xfrm>
                  <a:off x="4595437" y="3598775"/>
                  <a:ext cx="37776" cy="32451"/>
                </a:xfrm>
                <a:custGeom>
                  <a:rect b="b" l="l" r="r" t="t"/>
                  <a:pathLst>
                    <a:path extrusionOk="0" h="4126" w="4803">
                      <a:moveTo>
                        <a:pt x="2730" y="0"/>
                      </a:moveTo>
                      <a:cubicBezTo>
                        <a:pt x="2226" y="0"/>
                        <a:pt x="1712" y="187"/>
                        <a:pt x="1295" y="605"/>
                      </a:cubicBezTo>
                      <a:cubicBezTo>
                        <a:pt x="0" y="1900"/>
                        <a:pt x="920" y="4125"/>
                        <a:pt x="2758" y="4125"/>
                      </a:cubicBezTo>
                      <a:cubicBezTo>
                        <a:pt x="3883" y="4113"/>
                        <a:pt x="4803" y="3194"/>
                        <a:pt x="4803" y="2069"/>
                      </a:cubicBezTo>
                      <a:cubicBezTo>
                        <a:pt x="4803" y="824"/>
                        <a:pt x="3788"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0" name="Google Shape;3990;p60"/>
                <p:cNvSpPr/>
                <p:nvPr/>
              </p:nvSpPr>
              <p:spPr>
                <a:xfrm>
                  <a:off x="4610561" y="3608480"/>
                  <a:ext cx="13040" cy="13040"/>
                </a:xfrm>
                <a:custGeom>
                  <a:rect b="b" l="l" r="r" t="t"/>
                  <a:pathLst>
                    <a:path extrusionOk="0" h="1658" w="1658">
                      <a:moveTo>
                        <a:pt x="835" y="0"/>
                      </a:moveTo>
                      <a:cubicBezTo>
                        <a:pt x="376" y="0"/>
                        <a:pt x="1" y="375"/>
                        <a:pt x="1" y="835"/>
                      </a:cubicBezTo>
                      <a:cubicBezTo>
                        <a:pt x="1" y="1283"/>
                        <a:pt x="376" y="1658"/>
                        <a:pt x="835" y="1658"/>
                      </a:cubicBezTo>
                      <a:cubicBezTo>
                        <a:pt x="1283" y="1658"/>
                        <a:pt x="1658" y="1283"/>
                        <a:pt x="1658" y="835"/>
                      </a:cubicBezTo>
                      <a:cubicBezTo>
                        <a:pt x="1658" y="375"/>
                        <a:pt x="1283"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91" name="Google Shape;3991;p60"/>
              <p:cNvGrpSpPr/>
              <p:nvPr/>
            </p:nvGrpSpPr>
            <p:grpSpPr>
              <a:xfrm>
                <a:off x="4641864" y="3524443"/>
                <a:ext cx="37776" cy="32380"/>
                <a:chOff x="4641864" y="3524443"/>
                <a:chExt cx="37776" cy="32380"/>
              </a:xfrm>
            </p:grpSpPr>
            <p:sp>
              <p:nvSpPr>
                <p:cNvPr id="3992" name="Google Shape;3992;p60"/>
                <p:cNvSpPr/>
                <p:nvPr/>
              </p:nvSpPr>
              <p:spPr>
                <a:xfrm>
                  <a:off x="4641864" y="3524443"/>
                  <a:ext cx="37776" cy="32380"/>
                </a:xfrm>
                <a:custGeom>
                  <a:rect b="b" l="l" r="r" t="t"/>
                  <a:pathLst>
                    <a:path extrusionOk="0" h="4117" w="4803">
                      <a:moveTo>
                        <a:pt x="2737" y="1"/>
                      </a:moveTo>
                      <a:cubicBezTo>
                        <a:pt x="2231" y="1"/>
                        <a:pt x="1715" y="189"/>
                        <a:pt x="1295" y="609"/>
                      </a:cubicBezTo>
                      <a:cubicBezTo>
                        <a:pt x="0" y="1903"/>
                        <a:pt x="908" y="4117"/>
                        <a:pt x="2746" y="4117"/>
                      </a:cubicBezTo>
                      <a:cubicBezTo>
                        <a:pt x="3884" y="4117"/>
                        <a:pt x="4803" y="3197"/>
                        <a:pt x="4803" y="2060"/>
                      </a:cubicBezTo>
                      <a:cubicBezTo>
                        <a:pt x="4803" y="818"/>
                        <a:pt x="3792" y="1"/>
                        <a:pt x="273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3" name="Google Shape;3993;p60"/>
                <p:cNvSpPr/>
                <p:nvPr/>
              </p:nvSpPr>
              <p:spPr>
                <a:xfrm>
                  <a:off x="4656988" y="3534077"/>
                  <a:ext cx="13048" cy="13040"/>
                </a:xfrm>
                <a:custGeom>
                  <a:rect b="b" l="l" r="r" t="t"/>
                  <a:pathLst>
                    <a:path extrusionOk="0" h="1658" w="1659">
                      <a:moveTo>
                        <a:pt x="823" y="1"/>
                      </a:moveTo>
                      <a:cubicBezTo>
                        <a:pt x="376" y="1"/>
                        <a:pt x="1" y="376"/>
                        <a:pt x="1" y="835"/>
                      </a:cubicBezTo>
                      <a:cubicBezTo>
                        <a:pt x="1" y="1295"/>
                        <a:pt x="376"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94" name="Google Shape;3994;p60"/>
              <p:cNvGrpSpPr/>
              <p:nvPr/>
            </p:nvGrpSpPr>
            <p:grpSpPr>
              <a:xfrm>
                <a:off x="4648431" y="3893901"/>
                <a:ext cx="37776" cy="32357"/>
                <a:chOff x="4648431" y="3893901"/>
                <a:chExt cx="37776" cy="32357"/>
              </a:xfrm>
            </p:grpSpPr>
            <p:sp>
              <p:nvSpPr>
                <p:cNvPr id="3995" name="Google Shape;3995;p60"/>
                <p:cNvSpPr/>
                <p:nvPr/>
              </p:nvSpPr>
              <p:spPr>
                <a:xfrm>
                  <a:off x="4648431" y="3893901"/>
                  <a:ext cx="37776" cy="32357"/>
                </a:xfrm>
                <a:custGeom>
                  <a:rect b="b" l="l" r="r" t="t"/>
                  <a:pathLst>
                    <a:path extrusionOk="0" h="4114" w="4803">
                      <a:moveTo>
                        <a:pt x="2732" y="0"/>
                      </a:moveTo>
                      <a:cubicBezTo>
                        <a:pt x="2227" y="0"/>
                        <a:pt x="1713" y="187"/>
                        <a:pt x="1295" y="605"/>
                      </a:cubicBezTo>
                      <a:cubicBezTo>
                        <a:pt x="0" y="1900"/>
                        <a:pt x="920" y="4113"/>
                        <a:pt x="2746" y="4113"/>
                      </a:cubicBezTo>
                      <a:cubicBezTo>
                        <a:pt x="3883" y="4113"/>
                        <a:pt x="4803" y="3194"/>
                        <a:pt x="4803" y="2057"/>
                      </a:cubicBezTo>
                      <a:cubicBezTo>
                        <a:pt x="4803" y="821"/>
                        <a:pt x="3788"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6" name="Google Shape;3996;p60"/>
                <p:cNvSpPr/>
                <p:nvPr/>
              </p:nvSpPr>
              <p:spPr>
                <a:xfrm>
                  <a:off x="4663556" y="3903606"/>
                  <a:ext cx="13040" cy="13040"/>
                </a:xfrm>
                <a:custGeom>
                  <a:rect b="b" l="l" r="r" t="t"/>
                  <a:pathLst>
                    <a:path extrusionOk="0" h="1658" w="1658">
                      <a:moveTo>
                        <a:pt x="823" y="0"/>
                      </a:moveTo>
                      <a:cubicBezTo>
                        <a:pt x="363" y="0"/>
                        <a:pt x="1" y="375"/>
                        <a:pt x="1" y="823"/>
                      </a:cubicBezTo>
                      <a:cubicBezTo>
                        <a:pt x="1" y="1283"/>
                        <a:pt x="363" y="1658"/>
                        <a:pt x="823" y="1658"/>
                      </a:cubicBezTo>
                      <a:cubicBezTo>
                        <a:pt x="1283" y="1658"/>
                        <a:pt x="1658" y="1283"/>
                        <a:pt x="1658" y="823"/>
                      </a:cubicBezTo>
                      <a:cubicBezTo>
                        <a:pt x="1658" y="375"/>
                        <a:pt x="1283" y="0"/>
                        <a:pt x="82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97" name="Google Shape;3997;p60"/>
              <p:cNvGrpSpPr/>
              <p:nvPr/>
            </p:nvGrpSpPr>
            <p:grpSpPr>
              <a:xfrm>
                <a:off x="4567752" y="3722908"/>
                <a:ext cx="37870" cy="32380"/>
                <a:chOff x="4567752" y="3722908"/>
                <a:chExt cx="37870" cy="32380"/>
              </a:xfrm>
            </p:grpSpPr>
            <p:sp>
              <p:nvSpPr>
                <p:cNvPr id="3998" name="Google Shape;3998;p60"/>
                <p:cNvSpPr/>
                <p:nvPr/>
              </p:nvSpPr>
              <p:spPr>
                <a:xfrm>
                  <a:off x="4567752" y="3722908"/>
                  <a:ext cx="37870" cy="32380"/>
                </a:xfrm>
                <a:custGeom>
                  <a:rect b="b" l="l" r="r" t="t"/>
                  <a:pathLst>
                    <a:path extrusionOk="0" h="4117" w="4815">
                      <a:moveTo>
                        <a:pt x="2749" y="1"/>
                      </a:moveTo>
                      <a:cubicBezTo>
                        <a:pt x="2243" y="1"/>
                        <a:pt x="1726" y="189"/>
                        <a:pt x="1307" y="609"/>
                      </a:cubicBezTo>
                      <a:cubicBezTo>
                        <a:pt x="0" y="1903"/>
                        <a:pt x="919" y="4117"/>
                        <a:pt x="2758" y="4117"/>
                      </a:cubicBezTo>
                      <a:cubicBezTo>
                        <a:pt x="3895" y="4117"/>
                        <a:pt x="4815" y="3197"/>
                        <a:pt x="4815" y="2060"/>
                      </a:cubicBezTo>
                      <a:cubicBezTo>
                        <a:pt x="4815" y="818"/>
                        <a:pt x="3804" y="1"/>
                        <a:pt x="2749"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9" name="Google Shape;3999;p60"/>
                <p:cNvSpPr/>
                <p:nvPr/>
              </p:nvSpPr>
              <p:spPr>
                <a:xfrm>
                  <a:off x="4580690" y="3732543"/>
                  <a:ext cx="15227" cy="13064"/>
                </a:xfrm>
                <a:custGeom>
                  <a:rect b="b" l="l" r="r" t="t"/>
                  <a:pathLst>
                    <a:path extrusionOk="0" h="1661" w="1936">
                      <a:moveTo>
                        <a:pt x="1113" y="0"/>
                      </a:moveTo>
                      <a:cubicBezTo>
                        <a:pt x="375" y="0"/>
                        <a:pt x="0" y="896"/>
                        <a:pt x="520" y="1416"/>
                      </a:cubicBezTo>
                      <a:cubicBezTo>
                        <a:pt x="689" y="1585"/>
                        <a:pt x="898" y="1661"/>
                        <a:pt x="1103" y="1661"/>
                      </a:cubicBezTo>
                      <a:cubicBezTo>
                        <a:pt x="1528" y="1661"/>
                        <a:pt x="1936" y="1333"/>
                        <a:pt x="1936" y="835"/>
                      </a:cubicBezTo>
                      <a:cubicBezTo>
                        <a:pt x="1936" y="375"/>
                        <a:pt x="1573" y="0"/>
                        <a:pt x="111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00" name="Google Shape;4000;p60"/>
              <p:cNvGrpSpPr/>
              <p:nvPr/>
            </p:nvGrpSpPr>
            <p:grpSpPr>
              <a:xfrm>
                <a:off x="4617506" y="3652052"/>
                <a:ext cx="37783" cy="32357"/>
                <a:chOff x="4617506" y="3652052"/>
                <a:chExt cx="37783" cy="32357"/>
              </a:xfrm>
            </p:grpSpPr>
            <p:sp>
              <p:nvSpPr>
                <p:cNvPr id="4001" name="Google Shape;4001;p60"/>
                <p:cNvSpPr/>
                <p:nvPr/>
              </p:nvSpPr>
              <p:spPr>
                <a:xfrm>
                  <a:off x="4617506" y="3652052"/>
                  <a:ext cx="37783" cy="32357"/>
                </a:xfrm>
                <a:custGeom>
                  <a:rect b="b" l="l" r="r" t="t"/>
                  <a:pathLst>
                    <a:path extrusionOk="0" h="4114" w="4804">
                      <a:moveTo>
                        <a:pt x="2732" y="0"/>
                      </a:moveTo>
                      <a:cubicBezTo>
                        <a:pt x="2228" y="0"/>
                        <a:pt x="1713" y="187"/>
                        <a:pt x="1295" y="605"/>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2" name="Google Shape;4002;p60"/>
                <p:cNvSpPr/>
                <p:nvPr/>
              </p:nvSpPr>
              <p:spPr>
                <a:xfrm>
                  <a:off x="4632638" y="3661758"/>
                  <a:ext cx="13040" cy="13040"/>
                </a:xfrm>
                <a:custGeom>
                  <a:rect b="b" l="l" r="r" t="t"/>
                  <a:pathLst>
                    <a:path extrusionOk="0" h="1658" w="1658">
                      <a:moveTo>
                        <a:pt x="823" y="1"/>
                      </a:moveTo>
                      <a:cubicBezTo>
                        <a:pt x="363" y="1"/>
                        <a:pt x="0" y="363"/>
                        <a:pt x="0" y="823"/>
                      </a:cubicBezTo>
                      <a:cubicBezTo>
                        <a:pt x="0" y="1283"/>
                        <a:pt x="363" y="1658"/>
                        <a:pt x="823" y="1658"/>
                      </a:cubicBezTo>
                      <a:cubicBezTo>
                        <a:pt x="1282" y="1658"/>
                        <a:pt x="1657" y="1283"/>
                        <a:pt x="1657" y="823"/>
                      </a:cubicBezTo>
                      <a:cubicBezTo>
                        <a:pt x="1657" y="363"/>
                        <a:pt x="1282"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03" name="Google Shape;4003;p60"/>
              <p:cNvGrpSpPr/>
              <p:nvPr/>
            </p:nvGrpSpPr>
            <p:grpSpPr>
              <a:xfrm>
                <a:off x="4739005" y="3554149"/>
                <a:ext cx="37870" cy="32357"/>
                <a:chOff x="4739005" y="3554149"/>
                <a:chExt cx="37870" cy="32357"/>
              </a:xfrm>
            </p:grpSpPr>
            <p:sp>
              <p:nvSpPr>
                <p:cNvPr id="4004" name="Google Shape;4004;p60"/>
                <p:cNvSpPr/>
                <p:nvPr/>
              </p:nvSpPr>
              <p:spPr>
                <a:xfrm>
                  <a:off x="4739005" y="3554149"/>
                  <a:ext cx="37870" cy="32357"/>
                </a:xfrm>
                <a:custGeom>
                  <a:rect b="b" l="l" r="r" t="t"/>
                  <a:pathLst>
                    <a:path extrusionOk="0" h="4114" w="4815">
                      <a:moveTo>
                        <a:pt x="2744" y="1"/>
                      </a:moveTo>
                      <a:cubicBezTo>
                        <a:pt x="2239" y="1"/>
                        <a:pt x="1725" y="188"/>
                        <a:pt x="1307" y="606"/>
                      </a:cubicBezTo>
                      <a:cubicBezTo>
                        <a:pt x="0" y="1900"/>
                        <a:pt x="920" y="4114"/>
                        <a:pt x="2758" y="4114"/>
                      </a:cubicBezTo>
                      <a:cubicBezTo>
                        <a:pt x="3895" y="4114"/>
                        <a:pt x="4815" y="3195"/>
                        <a:pt x="4815" y="2058"/>
                      </a:cubicBezTo>
                      <a:cubicBezTo>
                        <a:pt x="4815" y="821"/>
                        <a:pt x="3801" y="1"/>
                        <a:pt x="274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5" name="Google Shape;4005;p60"/>
                <p:cNvSpPr/>
                <p:nvPr/>
              </p:nvSpPr>
              <p:spPr>
                <a:xfrm>
                  <a:off x="4751943" y="3563854"/>
                  <a:ext cx="15227" cy="13048"/>
                </a:xfrm>
                <a:custGeom>
                  <a:rect b="b" l="l" r="r" t="t"/>
                  <a:pathLst>
                    <a:path extrusionOk="0" h="1659" w="1936">
                      <a:moveTo>
                        <a:pt x="1113" y="1"/>
                      </a:moveTo>
                      <a:cubicBezTo>
                        <a:pt x="375" y="1"/>
                        <a:pt x="0" y="896"/>
                        <a:pt x="521" y="1416"/>
                      </a:cubicBezTo>
                      <a:cubicBezTo>
                        <a:pt x="692" y="1583"/>
                        <a:pt x="899" y="1658"/>
                        <a:pt x="1101" y="1658"/>
                      </a:cubicBezTo>
                      <a:cubicBezTo>
                        <a:pt x="1529" y="1658"/>
                        <a:pt x="1936" y="1324"/>
                        <a:pt x="1936" y="824"/>
                      </a:cubicBezTo>
                      <a:cubicBezTo>
                        <a:pt x="1936" y="364"/>
                        <a:pt x="1573" y="1"/>
                        <a:pt x="111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06" name="Google Shape;4006;p60"/>
              <p:cNvGrpSpPr/>
              <p:nvPr/>
            </p:nvGrpSpPr>
            <p:grpSpPr>
              <a:xfrm>
                <a:off x="4806557" y="3630258"/>
                <a:ext cx="37776" cy="32364"/>
                <a:chOff x="4806557" y="3630258"/>
                <a:chExt cx="37776" cy="32364"/>
              </a:xfrm>
            </p:grpSpPr>
            <p:sp>
              <p:nvSpPr>
                <p:cNvPr id="4007" name="Google Shape;4007;p60"/>
                <p:cNvSpPr/>
                <p:nvPr/>
              </p:nvSpPr>
              <p:spPr>
                <a:xfrm>
                  <a:off x="4806557" y="3630258"/>
                  <a:ext cx="37776" cy="32364"/>
                </a:xfrm>
                <a:custGeom>
                  <a:rect b="b" l="l" r="r" t="t"/>
                  <a:pathLst>
                    <a:path extrusionOk="0" h="4115" w="4803">
                      <a:moveTo>
                        <a:pt x="2732" y="1"/>
                      </a:moveTo>
                      <a:cubicBezTo>
                        <a:pt x="2227" y="1"/>
                        <a:pt x="1713" y="188"/>
                        <a:pt x="1294" y="606"/>
                      </a:cubicBezTo>
                      <a:cubicBezTo>
                        <a:pt x="0" y="1901"/>
                        <a:pt x="907" y="4114"/>
                        <a:pt x="2746" y="4114"/>
                      </a:cubicBezTo>
                      <a:cubicBezTo>
                        <a:pt x="3883" y="4114"/>
                        <a:pt x="4802" y="3195"/>
                        <a:pt x="4802" y="2058"/>
                      </a:cubicBezTo>
                      <a:cubicBezTo>
                        <a:pt x="4802" y="822"/>
                        <a:pt x="3788"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8" name="Google Shape;4008;p60"/>
                <p:cNvSpPr/>
                <p:nvPr/>
              </p:nvSpPr>
              <p:spPr>
                <a:xfrm>
                  <a:off x="4819495" y="3639972"/>
                  <a:ext cx="15227" cy="13040"/>
                </a:xfrm>
                <a:custGeom>
                  <a:rect b="b" l="l" r="r" t="t"/>
                  <a:pathLst>
                    <a:path extrusionOk="0" h="1658" w="1936">
                      <a:moveTo>
                        <a:pt x="1113" y="0"/>
                      </a:moveTo>
                      <a:cubicBezTo>
                        <a:pt x="363" y="0"/>
                        <a:pt x="0" y="896"/>
                        <a:pt x="520" y="1416"/>
                      </a:cubicBezTo>
                      <a:cubicBezTo>
                        <a:pt x="687" y="1583"/>
                        <a:pt x="893" y="1657"/>
                        <a:pt x="1096" y="1657"/>
                      </a:cubicBezTo>
                      <a:cubicBezTo>
                        <a:pt x="1523" y="1657"/>
                        <a:pt x="1936" y="1324"/>
                        <a:pt x="1936" y="823"/>
                      </a:cubicBezTo>
                      <a:cubicBezTo>
                        <a:pt x="1936" y="363"/>
                        <a:pt x="1561" y="0"/>
                        <a:pt x="111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09" name="Google Shape;4009;p60"/>
              <p:cNvGrpSpPr/>
              <p:nvPr/>
            </p:nvGrpSpPr>
            <p:grpSpPr>
              <a:xfrm>
                <a:off x="4737007" y="4004357"/>
                <a:ext cx="37870" cy="32357"/>
                <a:chOff x="4737007" y="4004357"/>
                <a:chExt cx="37870" cy="32357"/>
              </a:xfrm>
            </p:grpSpPr>
            <p:sp>
              <p:nvSpPr>
                <p:cNvPr id="4010" name="Google Shape;4010;p60"/>
                <p:cNvSpPr/>
                <p:nvPr/>
              </p:nvSpPr>
              <p:spPr>
                <a:xfrm>
                  <a:off x="4737007" y="4004357"/>
                  <a:ext cx="37870" cy="32357"/>
                </a:xfrm>
                <a:custGeom>
                  <a:rect b="b" l="l" r="r" t="t"/>
                  <a:pathLst>
                    <a:path extrusionOk="0" h="4114" w="4815">
                      <a:moveTo>
                        <a:pt x="2740" y="0"/>
                      </a:moveTo>
                      <a:cubicBezTo>
                        <a:pt x="2234" y="0"/>
                        <a:pt x="1717" y="187"/>
                        <a:pt x="1295" y="606"/>
                      </a:cubicBezTo>
                      <a:cubicBezTo>
                        <a:pt x="0" y="1900"/>
                        <a:pt x="920" y="4114"/>
                        <a:pt x="2758" y="4114"/>
                      </a:cubicBezTo>
                      <a:cubicBezTo>
                        <a:pt x="3895" y="4114"/>
                        <a:pt x="4803" y="3194"/>
                        <a:pt x="4815" y="2057"/>
                      </a:cubicBezTo>
                      <a:cubicBezTo>
                        <a:pt x="4815" y="821"/>
                        <a:pt x="3801" y="0"/>
                        <a:pt x="274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1" name="Google Shape;4011;p60"/>
                <p:cNvSpPr/>
                <p:nvPr/>
              </p:nvSpPr>
              <p:spPr>
                <a:xfrm>
                  <a:off x="4752131" y="4014062"/>
                  <a:ext cx="13040" cy="13048"/>
                </a:xfrm>
                <a:custGeom>
                  <a:rect b="b" l="l" r="r" t="t"/>
                  <a:pathLst>
                    <a:path extrusionOk="0" h="1659" w="1658">
                      <a:moveTo>
                        <a:pt x="835" y="1"/>
                      </a:moveTo>
                      <a:cubicBezTo>
                        <a:pt x="376" y="1"/>
                        <a:pt x="1" y="364"/>
                        <a:pt x="1" y="823"/>
                      </a:cubicBezTo>
                      <a:cubicBezTo>
                        <a:pt x="1" y="1283"/>
                        <a:pt x="376" y="1658"/>
                        <a:pt x="835" y="1658"/>
                      </a:cubicBezTo>
                      <a:cubicBezTo>
                        <a:pt x="1295" y="1658"/>
                        <a:pt x="1658" y="1283"/>
                        <a:pt x="1658" y="823"/>
                      </a:cubicBezTo>
                      <a:cubicBezTo>
                        <a:pt x="1658" y="364"/>
                        <a:pt x="1295"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12" name="Google Shape;4012;p60"/>
              <p:cNvGrpSpPr/>
              <p:nvPr/>
            </p:nvGrpSpPr>
            <p:grpSpPr>
              <a:xfrm>
                <a:off x="4773634" y="4208627"/>
                <a:ext cx="37776" cy="32357"/>
                <a:chOff x="4773634" y="4208627"/>
                <a:chExt cx="37776" cy="32357"/>
              </a:xfrm>
            </p:grpSpPr>
            <p:sp>
              <p:nvSpPr>
                <p:cNvPr id="4013" name="Google Shape;4013;p60"/>
                <p:cNvSpPr/>
                <p:nvPr/>
              </p:nvSpPr>
              <p:spPr>
                <a:xfrm>
                  <a:off x="4773634" y="4208627"/>
                  <a:ext cx="37776" cy="32357"/>
                </a:xfrm>
                <a:custGeom>
                  <a:rect b="b" l="l" r="r" t="t"/>
                  <a:pathLst>
                    <a:path extrusionOk="0" h="4114" w="4803">
                      <a:moveTo>
                        <a:pt x="2732" y="0"/>
                      </a:moveTo>
                      <a:cubicBezTo>
                        <a:pt x="2227" y="0"/>
                        <a:pt x="1713" y="187"/>
                        <a:pt x="1295" y="605"/>
                      </a:cubicBezTo>
                      <a:cubicBezTo>
                        <a:pt x="1" y="1900"/>
                        <a:pt x="920" y="4114"/>
                        <a:pt x="2746" y="4114"/>
                      </a:cubicBezTo>
                      <a:cubicBezTo>
                        <a:pt x="3884"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4" name="Google Shape;4014;p60"/>
                <p:cNvSpPr/>
                <p:nvPr/>
              </p:nvSpPr>
              <p:spPr>
                <a:xfrm>
                  <a:off x="4788664" y="4218332"/>
                  <a:ext cx="13048" cy="13040"/>
                </a:xfrm>
                <a:custGeom>
                  <a:rect b="b" l="l" r="r" t="t"/>
                  <a:pathLst>
                    <a:path extrusionOk="0" h="1658" w="1659">
                      <a:moveTo>
                        <a:pt x="835" y="0"/>
                      </a:moveTo>
                      <a:cubicBezTo>
                        <a:pt x="376" y="0"/>
                        <a:pt x="1" y="363"/>
                        <a:pt x="1" y="823"/>
                      </a:cubicBezTo>
                      <a:cubicBezTo>
                        <a:pt x="1" y="1283"/>
                        <a:pt x="376"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15" name="Google Shape;4015;p60"/>
              <p:cNvGrpSpPr/>
              <p:nvPr/>
            </p:nvGrpSpPr>
            <p:grpSpPr>
              <a:xfrm>
                <a:off x="4888282" y="4074764"/>
                <a:ext cx="37776" cy="32451"/>
                <a:chOff x="4888282" y="4074764"/>
                <a:chExt cx="37776" cy="32451"/>
              </a:xfrm>
            </p:grpSpPr>
            <p:sp>
              <p:nvSpPr>
                <p:cNvPr id="4016" name="Google Shape;4016;p60"/>
                <p:cNvSpPr/>
                <p:nvPr/>
              </p:nvSpPr>
              <p:spPr>
                <a:xfrm>
                  <a:off x="4888282" y="4074764"/>
                  <a:ext cx="37776" cy="32451"/>
                </a:xfrm>
                <a:custGeom>
                  <a:rect b="b" l="l" r="r" t="t"/>
                  <a:pathLst>
                    <a:path extrusionOk="0" h="4126" w="4803">
                      <a:moveTo>
                        <a:pt x="2730" y="0"/>
                      </a:moveTo>
                      <a:cubicBezTo>
                        <a:pt x="2226" y="0"/>
                        <a:pt x="1712" y="187"/>
                        <a:pt x="1294" y="605"/>
                      </a:cubicBezTo>
                      <a:cubicBezTo>
                        <a:pt x="0" y="1912"/>
                        <a:pt x="919" y="4125"/>
                        <a:pt x="2746" y="4125"/>
                      </a:cubicBezTo>
                      <a:cubicBezTo>
                        <a:pt x="3883" y="4125"/>
                        <a:pt x="4803" y="3206"/>
                        <a:pt x="4803" y="2069"/>
                      </a:cubicBezTo>
                      <a:cubicBezTo>
                        <a:pt x="4803" y="824"/>
                        <a:pt x="3787"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7" name="Google Shape;4017;p60"/>
                <p:cNvSpPr/>
                <p:nvPr/>
              </p:nvSpPr>
              <p:spPr>
                <a:xfrm>
                  <a:off x="4901220" y="4084470"/>
                  <a:ext cx="15227" cy="13064"/>
                </a:xfrm>
                <a:custGeom>
                  <a:rect b="b" l="l" r="r" t="t"/>
                  <a:pathLst>
                    <a:path extrusionOk="0" h="1661" w="1936">
                      <a:moveTo>
                        <a:pt x="1101" y="0"/>
                      </a:moveTo>
                      <a:cubicBezTo>
                        <a:pt x="363" y="0"/>
                        <a:pt x="0" y="896"/>
                        <a:pt x="520" y="1416"/>
                      </a:cubicBezTo>
                      <a:cubicBezTo>
                        <a:pt x="689" y="1585"/>
                        <a:pt x="898" y="1660"/>
                        <a:pt x="1103" y="1660"/>
                      </a:cubicBezTo>
                      <a:cubicBezTo>
                        <a:pt x="1528" y="1660"/>
                        <a:pt x="1936" y="1333"/>
                        <a:pt x="1936" y="835"/>
                      </a:cubicBezTo>
                      <a:cubicBezTo>
                        <a:pt x="1936" y="375"/>
                        <a:pt x="1561" y="0"/>
                        <a:pt x="110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18" name="Google Shape;4018;p60"/>
              <p:cNvGrpSpPr/>
              <p:nvPr/>
            </p:nvGrpSpPr>
            <p:grpSpPr>
              <a:xfrm>
                <a:off x="4901315" y="3804271"/>
                <a:ext cx="37776" cy="32364"/>
                <a:chOff x="4901315" y="3804271"/>
                <a:chExt cx="37776" cy="32364"/>
              </a:xfrm>
            </p:grpSpPr>
            <p:sp>
              <p:nvSpPr>
                <p:cNvPr id="4019" name="Google Shape;4019;p60"/>
                <p:cNvSpPr/>
                <p:nvPr/>
              </p:nvSpPr>
              <p:spPr>
                <a:xfrm>
                  <a:off x="4901315" y="3804271"/>
                  <a:ext cx="37776" cy="32364"/>
                </a:xfrm>
                <a:custGeom>
                  <a:rect b="b" l="l" r="r" t="t"/>
                  <a:pathLst>
                    <a:path extrusionOk="0" h="4115" w="4803">
                      <a:moveTo>
                        <a:pt x="2732" y="1"/>
                      </a:moveTo>
                      <a:cubicBezTo>
                        <a:pt x="2227" y="1"/>
                        <a:pt x="1713" y="188"/>
                        <a:pt x="1295" y="606"/>
                      </a:cubicBezTo>
                      <a:cubicBezTo>
                        <a:pt x="0" y="1901"/>
                        <a:pt x="920" y="4114"/>
                        <a:pt x="2746" y="4114"/>
                      </a:cubicBezTo>
                      <a:cubicBezTo>
                        <a:pt x="3883" y="4114"/>
                        <a:pt x="4803" y="3195"/>
                        <a:pt x="4803" y="2058"/>
                      </a:cubicBezTo>
                      <a:cubicBezTo>
                        <a:pt x="4803" y="822"/>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0" name="Google Shape;4020;p60"/>
                <p:cNvSpPr/>
                <p:nvPr/>
              </p:nvSpPr>
              <p:spPr>
                <a:xfrm>
                  <a:off x="4914253" y="3813985"/>
                  <a:ext cx="15235" cy="13040"/>
                </a:xfrm>
                <a:custGeom>
                  <a:rect b="b" l="l" r="r" t="t"/>
                  <a:pathLst>
                    <a:path extrusionOk="0" h="1658" w="1937">
                      <a:moveTo>
                        <a:pt x="1101" y="0"/>
                      </a:moveTo>
                      <a:cubicBezTo>
                        <a:pt x="363" y="0"/>
                        <a:pt x="1" y="895"/>
                        <a:pt x="521" y="1416"/>
                      </a:cubicBezTo>
                      <a:cubicBezTo>
                        <a:pt x="688" y="1583"/>
                        <a:pt x="894" y="1657"/>
                        <a:pt x="1096" y="1657"/>
                      </a:cubicBezTo>
                      <a:cubicBezTo>
                        <a:pt x="1524" y="1657"/>
                        <a:pt x="1936" y="1324"/>
                        <a:pt x="1936" y="823"/>
                      </a:cubicBezTo>
                      <a:cubicBezTo>
                        <a:pt x="1936" y="363"/>
                        <a:pt x="1561" y="0"/>
                        <a:pt x="110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21" name="Google Shape;4021;p60"/>
              <p:cNvGrpSpPr/>
              <p:nvPr/>
            </p:nvGrpSpPr>
            <p:grpSpPr>
              <a:xfrm>
                <a:off x="4866394" y="3715035"/>
                <a:ext cx="37846" cy="32357"/>
                <a:chOff x="4866394" y="3715035"/>
                <a:chExt cx="37846" cy="32357"/>
              </a:xfrm>
            </p:grpSpPr>
            <p:sp>
              <p:nvSpPr>
                <p:cNvPr id="4022" name="Google Shape;4022;p60"/>
                <p:cNvSpPr/>
                <p:nvPr/>
              </p:nvSpPr>
              <p:spPr>
                <a:xfrm>
                  <a:off x="4866394" y="3715035"/>
                  <a:ext cx="37846" cy="32357"/>
                </a:xfrm>
                <a:custGeom>
                  <a:rect b="b" l="l" r="r" t="t"/>
                  <a:pathLst>
                    <a:path extrusionOk="0" h="4114" w="4812">
                      <a:moveTo>
                        <a:pt x="2735" y="0"/>
                      </a:moveTo>
                      <a:cubicBezTo>
                        <a:pt x="2229" y="0"/>
                        <a:pt x="1714" y="187"/>
                        <a:pt x="1295" y="606"/>
                      </a:cubicBezTo>
                      <a:cubicBezTo>
                        <a:pt x="1" y="1900"/>
                        <a:pt x="920" y="4114"/>
                        <a:pt x="2747" y="4114"/>
                      </a:cubicBezTo>
                      <a:cubicBezTo>
                        <a:pt x="3884" y="4114"/>
                        <a:pt x="4803" y="3194"/>
                        <a:pt x="4803" y="2057"/>
                      </a:cubicBezTo>
                      <a:cubicBezTo>
                        <a:pt x="4811" y="821"/>
                        <a:pt x="3794" y="0"/>
                        <a:pt x="273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3" name="Google Shape;4023;p60"/>
                <p:cNvSpPr/>
                <p:nvPr/>
              </p:nvSpPr>
              <p:spPr>
                <a:xfrm>
                  <a:off x="4879340" y="3724646"/>
                  <a:ext cx="15227" cy="13103"/>
                </a:xfrm>
                <a:custGeom>
                  <a:rect b="b" l="l" r="r" t="t"/>
                  <a:pathLst>
                    <a:path extrusionOk="0" h="1666" w="1936">
                      <a:moveTo>
                        <a:pt x="1101" y="0"/>
                      </a:moveTo>
                      <a:cubicBezTo>
                        <a:pt x="363" y="0"/>
                        <a:pt x="0" y="896"/>
                        <a:pt x="520" y="1416"/>
                      </a:cubicBezTo>
                      <a:cubicBezTo>
                        <a:pt x="689" y="1589"/>
                        <a:pt x="898" y="1666"/>
                        <a:pt x="1103" y="1666"/>
                      </a:cubicBezTo>
                      <a:cubicBezTo>
                        <a:pt x="1528" y="1666"/>
                        <a:pt x="1936" y="1333"/>
                        <a:pt x="1936" y="835"/>
                      </a:cubicBezTo>
                      <a:cubicBezTo>
                        <a:pt x="1936" y="375"/>
                        <a:pt x="1561" y="0"/>
                        <a:pt x="110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24" name="Google Shape;4024;p60"/>
              <p:cNvGrpSpPr/>
              <p:nvPr/>
            </p:nvGrpSpPr>
            <p:grpSpPr>
              <a:xfrm>
                <a:off x="4979233" y="3839798"/>
                <a:ext cx="37878" cy="32420"/>
                <a:chOff x="4979233" y="3839798"/>
                <a:chExt cx="37878" cy="32420"/>
              </a:xfrm>
            </p:grpSpPr>
            <p:sp>
              <p:nvSpPr>
                <p:cNvPr id="4025" name="Google Shape;4025;p60"/>
                <p:cNvSpPr/>
                <p:nvPr/>
              </p:nvSpPr>
              <p:spPr>
                <a:xfrm>
                  <a:off x="4979233" y="3839798"/>
                  <a:ext cx="37878" cy="32420"/>
                </a:xfrm>
                <a:custGeom>
                  <a:rect b="b" l="l" r="r" t="t"/>
                  <a:pathLst>
                    <a:path extrusionOk="0" h="4122" w="4816">
                      <a:moveTo>
                        <a:pt x="2738" y="0"/>
                      </a:moveTo>
                      <a:cubicBezTo>
                        <a:pt x="2231" y="0"/>
                        <a:pt x="1715" y="190"/>
                        <a:pt x="1295" y="613"/>
                      </a:cubicBezTo>
                      <a:cubicBezTo>
                        <a:pt x="1" y="1908"/>
                        <a:pt x="920" y="4122"/>
                        <a:pt x="2759" y="4122"/>
                      </a:cubicBezTo>
                      <a:cubicBezTo>
                        <a:pt x="3884" y="4122"/>
                        <a:pt x="4803" y="3202"/>
                        <a:pt x="4815" y="2065"/>
                      </a:cubicBezTo>
                      <a:cubicBezTo>
                        <a:pt x="4807" y="823"/>
                        <a:pt x="3794" y="0"/>
                        <a:pt x="273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6" name="Google Shape;4026;p60"/>
                <p:cNvSpPr/>
                <p:nvPr/>
              </p:nvSpPr>
              <p:spPr>
                <a:xfrm>
                  <a:off x="4994366" y="3849472"/>
                  <a:ext cx="13040" cy="13040"/>
                </a:xfrm>
                <a:custGeom>
                  <a:rect b="b" l="l" r="r" t="t"/>
                  <a:pathLst>
                    <a:path extrusionOk="0" h="1658" w="1658">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27" name="Google Shape;4027;p60"/>
              <p:cNvGrpSpPr/>
              <p:nvPr/>
            </p:nvGrpSpPr>
            <p:grpSpPr>
              <a:xfrm>
                <a:off x="4790662" y="3679147"/>
                <a:ext cx="37783" cy="32380"/>
                <a:chOff x="4790662" y="3679147"/>
                <a:chExt cx="37783" cy="32380"/>
              </a:xfrm>
            </p:grpSpPr>
            <p:sp>
              <p:nvSpPr>
                <p:cNvPr id="4028" name="Google Shape;4028;p60"/>
                <p:cNvSpPr/>
                <p:nvPr/>
              </p:nvSpPr>
              <p:spPr>
                <a:xfrm>
                  <a:off x="4790662" y="3679147"/>
                  <a:ext cx="37783" cy="32380"/>
                </a:xfrm>
                <a:custGeom>
                  <a:rect b="b" l="l" r="r" t="t"/>
                  <a:pathLst>
                    <a:path extrusionOk="0" h="4117" w="4804">
                      <a:moveTo>
                        <a:pt x="2738" y="0"/>
                      </a:moveTo>
                      <a:cubicBezTo>
                        <a:pt x="2231" y="0"/>
                        <a:pt x="1715" y="188"/>
                        <a:pt x="1295" y="608"/>
                      </a:cubicBezTo>
                      <a:cubicBezTo>
                        <a:pt x="1" y="1902"/>
                        <a:pt x="908" y="4116"/>
                        <a:pt x="2747" y="4116"/>
                      </a:cubicBezTo>
                      <a:cubicBezTo>
                        <a:pt x="3884" y="4116"/>
                        <a:pt x="4803" y="3197"/>
                        <a:pt x="4803" y="2060"/>
                      </a:cubicBezTo>
                      <a:cubicBezTo>
                        <a:pt x="4803" y="817"/>
                        <a:pt x="3793" y="0"/>
                        <a:pt x="273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9" name="Google Shape;4029;p60"/>
                <p:cNvSpPr/>
                <p:nvPr/>
              </p:nvSpPr>
              <p:spPr>
                <a:xfrm>
                  <a:off x="4803506" y="3688774"/>
                  <a:ext cx="15235" cy="13072"/>
                </a:xfrm>
                <a:custGeom>
                  <a:rect b="b" l="l" r="r" t="t"/>
                  <a:pathLst>
                    <a:path extrusionOk="0" h="1662" w="1937">
                      <a:moveTo>
                        <a:pt x="1114" y="1"/>
                      </a:moveTo>
                      <a:cubicBezTo>
                        <a:pt x="376" y="1"/>
                        <a:pt x="1" y="896"/>
                        <a:pt x="521" y="1416"/>
                      </a:cubicBezTo>
                      <a:cubicBezTo>
                        <a:pt x="694" y="1585"/>
                        <a:pt x="904" y="1661"/>
                        <a:pt x="1109" y="1661"/>
                      </a:cubicBezTo>
                      <a:cubicBezTo>
                        <a:pt x="1534" y="1661"/>
                        <a:pt x="1936" y="1334"/>
                        <a:pt x="1936" y="836"/>
                      </a:cubicBezTo>
                      <a:cubicBezTo>
                        <a:pt x="1936" y="376"/>
                        <a:pt x="1573" y="1"/>
                        <a:pt x="111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30" name="Google Shape;4030;p60"/>
              <p:cNvGrpSpPr/>
              <p:nvPr/>
            </p:nvGrpSpPr>
            <p:grpSpPr>
              <a:xfrm>
                <a:off x="4857263" y="3557861"/>
                <a:ext cx="37776" cy="32357"/>
                <a:chOff x="4857263" y="3557861"/>
                <a:chExt cx="37776" cy="32357"/>
              </a:xfrm>
            </p:grpSpPr>
            <p:sp>
              <p:nvSpPr>
                <p:cNvPr id="4031" name="Google Shape;4031;p60"/>
                <p:cNvSpPr/>
                <p:nvPr/>
              </p:nvSpPr>
              <p:spPr>
                <a:xfrm>
                  <a:off x="4857263" y="3557861"/>
                  <a:ext cx="37776" cy="32357"/>
                </a:xfrm>
                <a:custGeom>
                  <a:rect b="b" l="l" r="r" t="t"/>
                  <a:pathLst>
                    <a:path extrusionOk="0" h="4114" w="4803">
                      <a:moveTo>
                        <a:pt x="2732" y="0"/>
                      </a:moveTo>
                      <a:cubicBezTo>
                        <a:pt x="2228" y="0"/>
                        <a:pt x="1713" y="187"/>
                        <a:pt x="1295" y="606"/>
                      </a:cubicBezTo>
                      <a:cubicBezTo>
                        <a:pt x="1" y="1900"/>
                        <a:pt x="908"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2" name="Google Shape;4032;p60"/>
                <p:cNvSpPr/>
                <p:nvPr/>
              </p:nvSpPr>
              <p:spPr>
                <a:xfrm>
                  <a:off x="4870106" y="3567566"/>
                  <a:ext cx="15329" cy="13040"/>
                </a:xfrm>
                <a:custGeom>
                  <a:rect b="b" l="l" r="r" t="t"/>
                  <a:pathLst>
                    <a:path extrusionOk="0" h="1658" w="1949">
                      <a:moveTo>
                        <a:pt x="1114" y="1"/>
                      </a:moveTo>
                      <a:cubicBezTo>
                        <a:pt x="376" y="1"/>
                        <a:pt x="1" y="896"/>
                        <a:pt x="533" y="1416"/>
                      </a:cubicBezTo>
                      <a:cubicBezTo>
                        <a:pt x="700" y="1583"/>
                        <a:pt x="905" y="1658"/>
                        <a:pt x="1105" y="1658"/>
                      </a:cubicBezTo>
                      <a:cubicBezTo>
                        <a:pt x="1529" y="1658"/>
                        <a:pt x="1936" y="1324"/>
                        <a:pt x="1936" y="823"/>
                      </a:cubicBezTo>
                      <a:cubicBezTo>
                        <a:pt x="1948" y="364"/>
                        <a:pt x="1573" y="1"/>
                        <a:pt x="111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33" name="Google Shape;4033;p60"/>
              <p:cNvGrpSpPr/>
              <p:nvPr/>
            </p:nvGrpSpPr>
            <p:grpSpPr>
              <a:xfrm>
                <a:off x="4883902" y="3648033"/>
                <a:ext cx="37783" cy="32380"/>
                <a:chOff x="4883902" y="3648033"/>
                <a:chExt cx="37783" cy="32380"/>
              </a:xfrm>
            </p:grpSpPr>
            <p:sp>
              <p:nvSpPr>
                <p:cNvPr id="4034" name="Google Shape;4034;p60"/>
                <p:cNvSpPr/>
                <p:nvPr/>
              </p:nvSpPr>
              <p:spPr>
                <a:xfrm>
                  <a:off x="4883902" y="3648033"/>
                  <a:ext cx="37783" cy="32380"/>
                </a:xfrm>
                <a:custGeom>
                  <a:rect b="b" l="l" r="r" t="t"/>
                  <a:pathLst>
                    <a:path extrusionOk="0" h="4117" w="4804">
                      <a:moveTo>
                        <a:pt x="2731" y="0"/>
                      </a:moveTo>
                      <a:cubicBezTo>
                        <a:pt x="2226" y="0"/>
                        <a:pt x="1711" y="188"/>
                        <a:pt x="1295" y="608"/>
                      </a:cubicBezTo>
                      <a:cubicBezTo>
                        <a:pt x="1" y="1903"/>
                        <a:pt x="920" y="4104"/>
                        <a:pt x="2747" y="4116"/>
                      </a:cubicBezTo>
                      <a:cubicBezTo>
                        <a:pt x="3884" y="4104"/>
                        <a:pt x="4803" y="3185"/>
                        <a:pt x="4803" y="2048"/>
                      </a:cubicBezTo>
                      <a:cubicBezTo>
                        <a:pt x="4795" y="814"/>
                        <a:pt x="3783" y="0"/>
                        <a:pt x="273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5" name="Google Shape;4035;p60"/>
                <p:cNvSpPr/>
                <p:nvPr/>
              </p:nvSpPr>
              <p:spPr>
                <a:xfrm>
                  <a:off x="4896745" y="3657668"/>
                  <a:ext cx="15329" cy="13009"/>
                </a:xfrm>
                <a:custGeom>
                  <a:rect b="b" l="l" r="r" t="t"/>
                  <a:pathLst>
                    <a:path extrusionOk="0" h="1654" w="1949">
                      <a:moveTo>
                        <a:pt x="1114" y="0"/>
                      </a:moveTo>
                      <a:cubicBezTo>
                        <a:pt x="376" y="0"/>
                        <a:pt x="1" y="883"/>
                        <a:pt x="533" y="1404"/>
                      </a:cubicBezTo>
                      <a:cubicBezTo>
                        <a:pt x="702" y="1577"/>
                        <a:pt x="911" y="1654"/>
                        <a:pt x="1115" y="1654"/>
                      </a:cubicBezTo>
                      <a:cubicBezTo>
                        <a:pt x="1541" y="1654"/>
                        <a:pt x="1948" y="1321"/>
                        <a:pt x="1948" y="823"/>
                      </a:cubicBezTo>
                      <a:cubicBezTo>
                        <a:pt x="1948" y="363"/>
                        <a:pt x="1573" y="0"/>
                        <a:pt x="111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36" name="Google Shape;4036;p60"/>
              <p:cNvGrpSpPr/>
              <p:nvPr/>
            </p:nvGrpSpPr>
            <p:grpSpPr>
              <a:xfrm>
                <a:off x="4907780" y="3347220"/>
                <a:ext cx="37878" cy="32357"/>
                <a:chOff x="4907780" y="3347220"/>
                <a:chExt cx="37878" cy="32357"/>
              </a:xfrm>
            </p:grpSpPr>
            <p:sp>
              <p:nvSpPr>
                <p:cNvPr id="4037" name="Google Shape;4037;p60"/>
                <p:cNvSpPr/>
                <p:nvPr/>
              </p:nvSpPr>
              <p:spPr>
                <a:xfrm>
                  <a:off x="4907780" y="3347220"/>
                  <a:ext cx="37878" cy="32357"/>
                </a:xfrm>
                <a:custGeom>
                  <a:rect b="b" l="l" r="r" t="t"/>
                  <a:pathLst>
                    <a:path extrusionOk="0" h="4114" w="4816">
                      <a:moveTo>
                        <a:pt x="2733" y="0"/>
                      </a:moveTo>
                      <a:cubicBezTo>
                        <a:pt x="2228" y="0"/>
                        <a:pt x="1714" y="187"/>
                        <a:pt x="1295" y="606"/>
                      </a:cubicBezTo>
                      <a:cubicBezTo>
                        <a:pt x="1" y="1900"/>
                        <a:pt x="920" y="4114"/>
                        <a:pt x="2759" y="4114"/>
                      </a:cubicBezTo>
                      <a:cubicBezTo>
                        <a:pt x="3884" y="4114"/>
                        <a:pt x="4803" y="3194"/>
                        <a:pt x="4815" y="2057"/>
                      </a:cubicBezTo>
                      <a:cubicBezTo>
                        <a:pt x="4807" y="821"/>
                        <a:pt x="3791" y="0"/>
                        <a:pt x="273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8" name="Google Shape;4038;p60"/>
                <p:cNvSpPr/>
                <p:nvPr/>
              </p:nvSpPr>
              <p:spPr>
                <a:xfrm>
                  <a:off x="4922912" y="3356926"/>
                  <a:ext cx="13040" cy="13040"/>
                </a:xfrm>
                <a:custGeom>
                  <a:rect b="b" l="l" r="r" t="t"/>
                  <a:pathLst>
                    <a:path extrusionOk="0" h="1658" w="1658">
                      <a:moveTo>
                        <a:pt x="835" y="1"/>
                      </a:moveTo>
                      <a:cubicBezTo>
                        <a:pt x="375" y="1"/>
                        <a:pt x="0" y="363"/>
                        <a:pt x="0" y="823"/>
                      </a:cubicBezTo>
                      <a:cubicBezTo>
                        <a:pt x="0" y="1283"/>
                        <a:pt x="375" y="1658"/>
                        <a:pt x="835" y="1658"/>
                      </a:cubicBezTo>
                      <a:cubicBezTo>
                        <a:pt x="1283" y="1658"/>
                        <a:pt x="1658" y="1283"/>
                        <a:pt x="1658" y="823"/>
                      </a:cubicBezTo>
                      <a:cubicBezTo>
                        <a:pt x="1658" y="363"/>
                        <a:pt x="1283"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39" name="Google Shape;4039;p60"/>
              <p:cNvGrpSpPr/>
              <p:nvPr/>
            </p:nvGrpSpPr>
            <p:grpSpPr>
              <a:xfrm>
                <a:off x="5065048" y="3738150"/>
                <a:ext cx="37783" cy="32364"/>
                <a:chOff x="5065048" y="3738150"/>
                <a:chExt cx="37783" cy="32364"/>
              </a:xfrm>
            </p:grpSpPr>
            <p:sp>
              <p:nvSpPr>
                <p:cNvPr id="4040" name="Google Shape;4040;p60"/>
                <p:cNvSpPr/>
                <p:nvPr/>
              </p:nvSpPr>
              <p:spPr>
                <a:xfrm>
                  <a:off x="5065048" y="3738150"/>
                  <a:ext cx="37783" cy="32364"/>
                </a:xfrm>
                <a:custGeom>
                  <a:rect b="b" l="l" r="r" t="t"/>
                  <a:pathLst>
                    <a:path extrusionOk="0" h="4115" w="4804">
                      <a:moveTo>
                        <a:pt x="2732" y="1"/>
                      </a:moveTo>
                      <a:cubicBezTo>
                        <a:pt x="2228" y="1"/>
                        <a:pt x="1714"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1" name="Google Shape;4041;p60"/>
                <p:cNvSpPr/>
                <p:nvPr/>
              </p:nvSpPr>
              <p:spPr>
                <a:xfrm>
                  <a:off x="5077994" y="3747761"/>
                  <a:ext cx="15227" cy="13072"/>
                </a:xfrm>
                <a:custGeom>
                  <a:rect b="b" l="l" r="r" t="t"/>
                  <a:pathLst>
                    <a:path extrusionOk="0" h="1662" w="1936">
                      <a:moveTo>
                        <a:pt x="1101" y="1"/>
                      </a:moveTo>
                      <a:cubicBezTo>
                        <a:pt x="363" y="1"/>
                        <a:pt x="0" y="896"/>
                        <a:pt x="520" y="1416"/>
                      </a:cubicBezTo>
                      <a:cubicBezTo>
                        <a:pt x="689" y="1585"/>
                        <a:pt x="898" y="1661"/>
                        <a:pt x="1102" y="1661"/>
                      </a:cubicBezTo>
                      <a:cubicBezTo>
                        <a:pt x="1528" y="1661"/>
                        <a:pt x="1936" y="1334"/>
                        <a:pt x="1936" y="836"/>
                      </a:cubicBezTo>
                      <a:cubicBezTo>
                        <a:pt x="1936" y="376"/>
                        <a:pt x="1561" y="1"/>
                        <a:pt x="110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42" name="Google Shape;4042;p60"/>
              <p:cNvGrpSpPr/>
              <p:nvPr/>
            </p:nvGrpSpPr>
            <p:grpSpPr>
              <a:xfrm>
                <a:off x="5071616" y="3284615"/>
                <a:ext cx="37783" cy="32357"/>
                <a:chOff x="5071616" y="3284615"/>
                <a:chExt cx="37783" cy="32357"/>
              </a:xfrm>
            </p:grpSpPr>
            <p:sp>
              <p:nvSpPr>
                <p:cNvPr id="4043" name="Google Shape;4043;p60"/>
                <p:cNvSpPr/>
                <p:nvPr/>
              </p:nvSpPr>
              <p:spPr>
                <a:xfrm>
                  <a:off x="5071616" y="3284615"/>
                  <a:ext cx="37783" cy="32357"/>
                </a:xfrm>
                <a:custGeom>
                  <a:rect b="b" l="l" r="r" t="t"/>
                  <a:pathLst>
                    <a:path extrusionOk="0" h="4114" w="4804">
                      <a:moveTo>
                        <a:pt x="2732" y="0"/>
                      </a:moveTo>
                      <a:cubicBezTo>
                        <a:pt x="2228" y="0"/>
                        <a:pt x="1713" y="188"/>
                        <a:pt x="1295" y="606"/>
                      </a:cubicBezTo>
                      <a:cubicBezTo>
                        <a:pt x="1" y="1900"/>
                        <a:pt x="908" y="4114"/>
                        <a:pt x="2747" y="4114"/>
                      </a:cubicBezTo>
                      <a:cubicBezTo>
                        <a:pt x="3872" y="4114"/>
                        <a:pt x="4791" y="3195"/>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4" name="Google Shape;4044;p60"/>
                <p:cNvSpPr/>
                <p:nvPr/>
              </p:nvSpPr>
              <p:spPr>
                <a:xfrm>
                  <a:off x="5086646" y="3294320"/>
                  <a:ext cx="13048" cy="13048"/>
                </a:xfrm>
                <a:custGeom>
                  <a:rect b="b" l="l" r="r" t="t"/>
                  <a:pathLst>
                    <a:path extrusionOk="0" h="1659" w="1659">
                      <a:moveTo>
                        <a:pt x="836" y="1"/>
                      </a:moveTo>
                      <a:cubicBezTo>
                        <a:pt x="376" y="1"/>
                        <a:pt x="1" y="364"/>
                        <a:pt x="1" y="823"/>
                      </a:cubicBezTo>
                      <a:cubicBezTo>
                        <a:pt x="1" y="1283"/>
                        <a:pt x="376" y="1658"/>
                        <a:pt x="836" y="1658"/>
                      </a:cubicBezTo>
                      <a:cubicBezTo>
                        <a:pt x="1283" y="1658"/>
                        <a:pt x="1658" y="1283"/>
                        <a:pt x="1658" y="823"/>
                      </a:cubicBezTo>
                      <a:cubicBezTo>
                        <a:pt x="1658" y="364"/>
                        <a:pt x="1283" y="1"/>
                        <a:pt x="83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45" name="Google Shape;4045;p60"/>
              <p:cNvGrpSpPr/>
              <p:nvPr/>
            </p:nvGrpSpPr>
            <p:grpSpPr>
              <a:xfrm>
                <a:off x="5389291" y="3759921"/>
                <a:ext cx="37783" cy="32380"/>
                <a:chOff x="5389291" y="3759921"/>
                <a:chExt cx="37783" cy="32380"/>
              </a:xfrm>
            </p:grpSpPr>
            <p:sp>
              <p:nvSpPr>
                <p:cNvPr id="4046" name="Google Shape;4046;p60"/>
                <p:cNvSpPr/>
                <p:nvPr/>
              </p:nvSpPr>
              <p:spPr>
                <a:xfrm>
                  <a:off x="5389291" y="3759921"/>
                  <a:ext cx="37783" cy="32380"/>
                </a:xfrm>
                <a:custGeom>
                  <a:rect b="b" l="l" r="r" t="t"/>
                  <a:pathLst>
                    <a:path extrusionOk="0" h="4117" w="4804">
                      <a:moveTo>
                        <a:pt x="2738" y="0"/>
                      </a:moveTo>
                      <a:cubicBezTo>
                        <a:pt x="2231" y="0"/>
                        <a:pt x="1715" y="188"/>
                        <a:pt x="1295" y="608"/>
                      </a:cubicBezTo>
                      <a:cubicBezTo>
                        <a:pt x="1" y="1903"/>
                        <a:pt x="920" y="4116"/>
                        <a:pt x="2747" y="4116"/>
                      </a:cubicBezTo>
                      <a:cubicBezTo>
                        <a:pt x="3884" y="4116"/>
                        <a:pt x="4803" y="3197"/>
                        <a:pt x="4803" y="2060"/>
                      </a:cubicBezTo>
                      <a:cubicBezTo>
                        <a:pt x="4803" y="817"/>
                        <a:pt x="3792" y="0"/>
                        <a:pt x="273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7" name="Google Shape;4047;p60"/>
                <p:cNvSpPr/>
                <p:nvPr/>
              </p:nvSpPr>
              <p:spPr>
                <a:xfrm>
                  <a:off x="5402229" y="3769555"/>
                  <a:ext cx="15235" cy="13064"/>
                </a:xfrm>
                <a:custGeom>
                  <a:rect b="b" l="l" r="r" t="t"/>
                  <a:pathLst>
                    <a:path extrusionOk="0" h="1661" w="1937">
                      <a:moveTo>
                        <a:pt x="1114" y="0"/>
                      </a:moveTo>
                      <a:cubicBezTo>
                        <a:pt x="364" y="0"/>
                        <a:pt x="1" y="895"/>
                        <a:pt x="521" y="1415"/>
                      </a:cubicBezTo>
                      <a:cubicBezTo>
                        <a:pt x="690" y="1584"/>
                        <a:pt x="899" y="1660"/>
                        <a:pt x="1103" y="1660"/>
                      </a:cubicBezTo>
                      <a:cubicBezTo>
                        <a:pt x="1528" y="1660"/>
                        <a:pt x="1936" y="1333"/>
                        <a:pt x="1936" y="835"/>
                      </a:cubicBezTo>
                      <a:cubicBezTo>
                        <a:pt x="1936" y="375"/>
                        <a:pt x="1561" y="0"/>
                        <a:pt x="111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48" name="Google Shape;4048;p60"/>
              <p:cNvGrpSpPr/>
              <p:nvPr/>
            </p:nvGrpSpPr>
            <p:grpSpPr>
              <a:xfrm>
                <a:off x="5431534" y="3632932"/>
                <a:ext cx="37878" cy="32451"/>
                <a:chOff x="5431534" y="3632932"/>
                <a:chExt cx="37878" cy="32451"/>
              </a:xfrm>
            </p:grpSpPr>
            <p:sp>
              <p:nvSpPr>
                <p:cNvPr id="4049" name="Google Shape;4049;p60"/>
                <p:cNvSpPr/>
                <p:nvPr/>
              </p:nvSpPr>
              <p:spPr>
                <a:xfrm>
                  <a:off x="5431534" y="3632932"/>
                  <a:ext cx="37878" cy="32451"/>
                </a:xfrm>
                <a:custGeom>
                  <a:rect b="b" l="l" r="r" t="t"/>
                  <a:pathLst>
                    <a:path extrusionOk="0" h="4126" w="4816">
                      <a:moveTo>
                        <a:pt x="2734" y="0"/>
                      </a:moveTo>
                      <a:cubicBezTo>
                        <a:pt x="2228" y="0"/>
                        <a:pt x="1713" y="187"/>
                        <a:pt x="1295" y="605"/>
                      </a:cubicBezTo>
                      <a:cubicBezTo>
                        <a:pt x="1" y="1899"/>
                        <a:pt x="920" y="4125"/>
                        <a:pt x="2759" y="4125"/>
                      </a:cubicBezTo>
                      <a:cubicBezTo>
                        <a:pt x="3896" y="4113"/>
                        <a:pt x="4815" y="3194"/>
                        <a:pt x="4815" y="2069"/>
                      </a:cubicBezTo>
                      <a:cubicBezTo>
                        <a:pt x="4815" y="824"/>
                        <a:pt x="3795" y="0"/>
                        <a:pt x="273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0" name="Google Shape;4050;p60"/>
                <p:cNvSpPr/>
                <p:nvPr/>
              </p:nvSpPr>
              <p:spPr>
                <a:xfrm>
                  <a:off x="5444472" y="3642638"/>
                  <a:ext cx="15235" cy="13064"/>
                </a:xfrm>
                <a:custGeom>
                  <a:rect b="b" l="l" r="r" t="t"/>
                  <a:pathLst>
                    <a:path extrusionOk="0" h="1661" w="1937">
                      <a:moveTo>
                        <a:pt x="1114" y="0"/>
                      </a:moveTo>
                      <a:cubicBezTo>
                        <a:pt x="376" y="0"/>
                        <a:pt x="1" y="895"/>
                        <a:pt x="521" y="1415"/>
                      </a:cubicBezTo>
                      <a:cubicBezTo>
                        <a:pt x="690" y="1584"/>
                        <a:pt x="899" y="1660"/>
                        <a:pt x="1103" y="1660"/>
                      </a:cubicBezTo>
                      <a:cubicBezTo>
                        <a:pt x="1528" y="1660"/>
                        <a:pt x="1936" y="1333"/>
                        <a:pt x="1936" y="835"/>
                      </a:cubicBezTo>
                      <a:cubicBezTo>
                        <a:pt x="1936" y="375"/>
                        <a:pt x="1573" y="0"/>
                        <a:pt x="111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51" name="Google Shape;4051;p60"/>
              <p:cNvGrpSpPr/>
              <p:nvPr/>
            </p:nvGrpSpPr>
            <p:grpSpPr>
              <a:xfrm>
                <a:off x="5540755" y="3544829"/>
                <a:ext cx="37783" cy="32357"/>
                <a:chOff x="5540755" y="3544829"/>
                <a:chExt cx="37783" cy="32357"/>
              </a:xfrm>
            </p:grpSpPr>
            <p:sp>
              <p:nvSpPr>
                <p:cNvPr id="4052" name="Google Shape;4052;p60"/>
                <p:cNvSpPr/>
                <p:nvPr/>
              </p:nvSpPr>
              <p:spPr>
                <a:xfrm>
                  <a:off x="5540755" y="3544829"/>
                  <a:ext cx="37783" cy="32357"/>
                </a:xfrm>
                <a:custGeom>
                  <a:rect b="b" l="l" r="r" t="t"/>
                  <a:pathLst>
                    <a:path extrusionOk="0" h="4114" w="4804">
                      <a:moveTo>
                        <a:pt x="2732" y="0"/>
                      </a:moveTo>
                      <a:cubicBezTo>
                        <a:pt x="2228" y="0"/>
                        <a:pt x="1713" y="187"/>
                        <a:pt x="1295" y="605"/>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3" name="Google Shape;4053;p60"/>
                <p:cNvSpPr/>
                <p:nvPr/>
              </p:nvSpPr>
              <p:spPr>
                <a:xfrm>
                  <a:off x="5553693" y="3554534"/>
                  <a:ext cx="15235" cy="13040"/>
                </a:xfrm>
                <a:custGeom>
                  <a:rect b="b" l="l" r="r" t="t"/>
                  <a:pathLst>
                    <a:path extrusionOk="0" h="1658" w="1937">
                      <a:moveTo>
                        <a:pt x="1102" y="0"/>
                      </a:moveTo>
                      <a:cubicBezTo>
                        <a:pt x="364" y="0"/>
                        <a:pt x="1" y="896"/>
                        <a:pt x="521" y="1416"/>
                      </a:cubicBezTo>
                      <a:cubicBezTo>
                        <a:pt x="688" y="1583"/>
                        <a:pt x="894" y="1658"/>
                        <a:pt x="1096" y="1658"/>
                      </a:cubicBezTo>
                      <a:cubicBezTo>
                        <a:pt x="1524" y="1658"/>
                        <a:pt x="1936" y="1324"/>
                        <a:pt x="1936" y="823"/>
                      </a:cubicBezTo>
                      <a:cubicBezTo>
                        <a:pt x="1936" y="363"/>
                        <a:pt x="1561" y="0"/>
                        <a:pt x="1102"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54" name="Google Shape;4054;p60"/>
              <p:cNvGrpSpPr/>
              <p:nvPr/>
            </p:nvGrpSpPr>
            <p:grpSpPr>
              <a:xfrm>
                <a:off x="5579293" y="3412107"/>
                <a:ext cx="37776" cy="32357"/>
                <a:chOff x="5579293" y="3412107"/>
                <a:chExt cx="37776" cy="32357"/>
              </a:xfrm>
            </p:grpSpPr>
            <p:sp>
              <p:nvSpPr>
                <p:cNvPr id="4055" name="Google Shape;4055;p60"/>
                <p:cNvSpPr/>
                <p:nvPr/>
              </p:nvSpPr>
              <p:spPr>
                <a:xfrm>
                  <a:off x="5579293" y="3412107"/>
                  <a:ext cx="37776" cy="32357"/>
                </a:xfrm>
                <a:custGeom>
                  <a:rect b="b" l="l" r="r" t="t"/>
                  <a:pathLst>
                    <a:path extrusionOk="0" h="4114" w="4803">
                      <a:moveTo>
                        <a:pt x="2732" y="0"/>
                      </a:moveTo>
                      <a:cubicBezTo>
                        <a:pt x="2227" y="0"/>
                        <a:pt x="1713" y="187"/>
                        <a:pt x="1294" y="605"/>
                      </a:cubicBezTo>
                      <a:cubicBezTo>
                        <a:pt x="0" y="1900"/>
                        <a:pt x="919" y="4114"/>
                        <a:pt x="2746" y="4114"/>
                      </a:cubicBezTo>
                      <a:cubicBezTo>
                        <a:pt x="3883" y="4114"/>
                        <a:pt x="4802" y="3194"/>
                        <a:pt x="4802" y="2057"/>
                      </a:cubicBezTo>
                      <a:cubicBezTo>
                        <a:pt x="4802" y="821"/>
                        <a:pt x="3788"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6" name="Google Shape;4056;p60"/>
                <p:cNvSpPr/>
                <p:nvPr/>
              </p:nvSpPr>
              <p:spPr>
                <a:xfrm>
                  <a:off x="5594418" y="3421812"/>
                  <a:ext cx="13040" cy="13040"/>
                </a:xfrm>
                <a:custGeom>
                  <a:rect b="b" l="l" r="r" t="t"/>
                  <a:pathLst>
                    <a:path extrusionOk="0" h="1658" w="1658">
                      <a:moveTo>
                        <a:pt x="823" y="1"/>
                      </a:moveTo>
                      <a:cubicBezTo>
                        <a:pt x="375" y="1"/>
                        <a:pt x="0" y="363"/>
                        <a:pt x="0" y="823"/>
                      </a:cubicBezTo>
                      <a:cubicBezTo>
                        <a:pt x="0" y="1283"/>
                        <a:pt x="375"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57" name="Google Shape;4057;p60"/>
              <p:cNvGrpSpPr/>
              <p:nvPr/>
            </p:nvGrpSpPr>
            <p:grpSpPr>
              <a:xfrm>
                <a:off x="5801346" y="3284615"/>
                <a:ext cx="37783" cy="32357"/>
                <a:chOff x="5801346" y="3284615"/>
                <a:chExt cx="37783" cy="32357"/>
              </a:xfrm>
            </p:grpSpPr>
            <p:sp>
              <p:nvSpPr>
                <p:cNvPr id="4058" name="Google Shape;4058;p60"/>
                <p:cNvSpPr/>
                <p:nvPr/>
              </p:nvSpPr>
              <p:spPr>
                <a:xfrm>
                  <a:off x="5801346" y="3284615"/>
                  <a:ext cx="37783" cy="32357"/>
                </a:xfrm>
                <a:custGeom>
                  <a:rect b="b" l="l" r="r" t="t"/>
                  <a:pathLst>
                    <a:path extrusionOk="0" h="4114" w="4804">
                      <a:moveTo>
                        <a:pt x="2732" y="0"/>
                      </a:moveTo>
                      <a:cubicBezTo>
                        <a:pt x="2228" y="0"/>
                        <a:pt x="1714" y="188"/>
                        <a:pt x="1295" y="606"/>
                      </a:cubicBezTo>
                      <a:cubicBezTo>
                        <a:pt x="1" y="1900"/>
                        <a:pt x="920" y="4114"/>
                        <a:pt x="2759" y="4114"/>
                      </a:cubicBezTo>
                      <a:cubicBezTo>
                        <a:pt x="3884" y="4114"/>
                        <a:pt x="4803" y="3195"/>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9" name="Google Shape;4059;p60"/>
                <p:cNvSpPr/>
                <p:nvPr/>
              </p:nvSpPr>
              <p:spPr>
                <a:xfrm>
                  <a:off x="5816478" y="3294320"/>
                  <a:ext cx="13040" cy="13048"/>
                </a:xfrm>
                <a:custGeom>
                  <a:rect b="b" l="l" r="r" t="t"/>
                  <a:pathLst>
                    <a:path extrusionOk="0" h="1659" w="1658">
                      <a:moveTo>
                        <a:pt x="835" y="1"/>
                      </a:moveTo>
                      <a:cubicBezTo>
                        <a:pt x="375" y="1"/>
                        <a:pt x="0" y="364"/>
                        <a:pt x="0" y="823"/>
                      </a:cubicBezTo>
                      <a:cubicBezTo>
                        <a:pt x="0" y="1283"/>
                        <a:pt x="375" y="1658"/>
                        <a:pt x="835" y="1658"/>
                      </a:cubicBezTo>
                      <a:cubicBezTo>
                        <a:pt x="1283" y="1658"/>
                        <a:pt x="1658" y="1283"/>
                        <a:pt x="1658" y="823"/>
                      </a:cubicBezTo>
                      <a:cubicBezTo>
                        <a:pt x="1658" y="364"/>
                        <a:pt x="1283"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60" name="Google Shape;4060;p60"/>
              <p:cNvGrpSpPr/>
              <p:nvPr/>
            </p:nvGrpSpPr>
            <p:grpSpPr>
              <a:xfrm>
                <a:off x="5763578" y="3399067"/>
                <a:ext cx="37776" cy="32364"/>
                <a:chOff x="5763578" y="3399067"/>
                <a:chExt cx="37776" cy="32364"/>
              </a:xfrm>
            </p:grpSpPr>
            <p:sp>
              <p:nvSpPr>
                <p:cNvPr id="4061" name="Google Shape;4061;p60"/>
                <p:cNvSpPr/>
                <p:nvPr/>
              </p:nvSpPr>
              <p:spPr>
                <a:xfrm>
                  <a:off x="5763578" y="3399067"/>
                  <a:ext cx="37776" cy="32364"/>
                </a:xfrm>
                <a:custGeom>
                  <a:rect b="b" l="l" r="r" t="t"/>
                  <a:pathLst>
                    <a:path extrusionOk="0" h="4115" w="4803">
                      <a:moveTo>
                        <a:pt x="2732" y="1"/>
                      </a:moveTo>
                      <a:cubicBezTo>
                        <a:pt x="2227" y="1"/>
                        <a:pt x="1713" y="188"/>
                        <a:pt x="1295" y="606"/>
                      </a:cubicBezTo>
                      <a:cubicBezTo>
                        <a:pt x="0" y="1901"/>
                        <a:pt x="920" y="4114"/>
                        <a:pt x="2746" y="4114"/>
                      </a:cubicBezTo>
                      <a:cubicBezTo>
                        <a:pt x="3884" y="4114"/>
                        <a:pt x="4803" y="3195"/>
                        <a:pt x="4803" y="2058"/>
                      </a:cubicBezTo>
                      <a:cubicBezTo>
                        <a:pt x="4803" y="822"/>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2" name="Google Shape;4062;p60"/>
                <p:cNvSpPr/>
                <p:nvPr/>
              </p:nvSpPr>
              <p:spPr>
                <a:xfrm>
                  <a:off x="5776516" y="3408780"/>
                  <a:ext cx="15235" cy="13040"/>
                </a:xfrm>
                <a:custGeom>
                  <a:rect b="b" l="l" r="r" t="t"/>
                  <a:pathLst>
                    <a:path extrusionOk="0" h="1658" w="1937">
                      <a:moveTo>
                        <a:pt x="1101" y="0"/>
                      </a:moveTo>
                      <a:cubicBezTo>
                        <a:pt x="364" y="0"/>
                        <a:pt x="1" y="895"/>
                        <a:pt x="521" y="1416"/>
                      </a:cubicBezTo>
                      <a:cubicBezTo>
                        <a:pt x="688" y="1583"/>
                        <a:pt x="894" y="1657"/>
                        <a:pt x="1096" y="1657"/>
                      </a:cubicBezTo>
                      <a:cubicBezTo>
                        <a:pt x="1524" y="1657"/>
                        <a:pt x="1936" y="1324"/>
                        <a:pt x="1936" y="823"/>
                      </a:cubicBezTo>
                      <a:cubicBezTo>
                        <a:pt x="1936" y="363"/>
                        <a:pt x="1561" y="0"/>
                        <a:pt x="110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63" name="Google Shape;4063;p60"/>
              <p:cNvGrpSpPr/>
              <p:nvPr/>
            </p:nvGrpSpPr>
            <p:grpSpPr>
              <a:xfrm>
                <a:off x="5395858" y="3230952"/>
                <a:ext cx="37776" cy="32364"/>
                <a:chOff x="5395858" y="3230952"/>
                <a:chExt cx="37776" cy="32364"/>
              </a:xfrm>
            </p:grpSpPr>
            <p:sp>
              <p:nvSpPr>
                <p:cNvPr id="4064" name="Google Shape;4064;p60"/>
                <p:cNvSpPr/>
                <p:nvPr/>
              </p:nvSpPr>
              <p:spPr>
                <a:xfrm>
                  <a:off x="5395858" y="3230952"/>
                  <a:ext cx="37776" cy="32364"/>
                </a:xfrm>
                <a:custGeom>
                  <a:rect b="b" l="l" r="r" t="t"/>
                  <a:pathLst>
                    <a:path extrusionOk="0" h="4115" w="4803">
                      <a:moveTo>
                        <a:pt x="2732" y="1"/>
                      </a:moveTo>
                      <a:cubicBezTo>
                        <a:pt x="2227" y="1"/>
                        <a:pt x="1713" y="188"/>
                        <a:pt x="1295" y="606"/>
                      </a:cubicBezTo>
                      <a:cubicBezTo>
                        <a:pt x="0" y="1901"/>
                        <a:pt x="920" y="4114"/>
                        <a:pt x="2746" y="4114"/>
                      </a:cubicBezTo>
                      <a:cubicBezTo>
                        <a:pt x="3883" y="4114"/>
                        <a:pt x="4803" y="3195"/>
                        <a:pt x="4803" y="2058"/>
                      </a:cubicBezTo>
                      <a:cubicBezTo>
                        <a:pt x="4803" y="822"/>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5" name="Google Shape;4065;p60"/>
                <p:cNvSpPr/>
                <p:nvPr/>
              </p:nvSpPr>
              <p:spPr>
                <a:xfrm>
                  <a:off x="5408702" y="3240571"/>
                  <a:ext cx="15227" cy="13064"/>
                </a:xfrm>
                <a:custGeom>
                  <a:rect b="b" l="l" r="r" t="t"/>
                  <a:pathLst>
                    <a:path extrusionOk="0" h="1661" w="1936">
                      <a:moveTo>
                        <a:pt x="1113" y="0"/>
                      </a:moveTo>
                      <a:cubicBezTo>
                        <a:pt x="375" y="0"/>
                        <a:pt x="0" y="895"/>
                        <a:pt x="521" y="1416"/>
                      </a:cubicBezTo>
                      <a:cubicBezTo>
                        <a:pt x="690" y="1585"/>
                        <a:pt x="898" y="1660"/>
                        <a:pt x="1103" y="1660"/>
                      </a:cubicBezTo>
                      <a:cubicBezTo>
                        <a:pt x="1528" y="1660"/>
                        <a:pt x="1936" y="1333"/>
                        <a:pt x="1936" y="835"/>
                      </a:cubicBezTo>
                      <a:cubicBezTo>
                        <a:pt x="1936" y="375"/>
                        <a:pt x="1561" y="0"/>
                        <a:pt x="111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66" name="Google Shape;4066;p60"/>
              <p:cNvGrpSpPr/>
              <p:nvPr/>
            </p:nvGrpSpPr>
            <p:grpSpPr>
              <a:xfrm>
                <a:off x="5264088" y="3188237"/>
                <a:ext cx="37776" cy="32357"/>
                <a:chOff x="5264088" y="3188237"/>
                <a:chExt cx="37776" cy="32357"/>
              </a:xfrm>
            </p:grpSpPr>
            <p:sp>
              <p:nvSpPr>
                <p:cNvPr id="4067" name="Google Shape;4067;p60"/>
                <p:cNvSpPr/>
                <p:nvPr/>
              </p:nvSpPr>
              <p:spPr>
                <a:xfrm>
                  <a:off x="5264088" y="3188237"/>
                  <a:ext cx="37776" cy="32357"/>
                </a:xfrm>
                <a:custGeom>
                  <a:rect b="b" l="l" r="r" t="t"/>
                  <a:pathLst>
                    <a:path extrusionOk="0" h="4114" w="4803">
                      <a:moveTo>
                        <a:pt x="2732" y="0"/>
                      </a:moveTo>
                      <a:cubicBezTo>
                        <a:pt x="2227" y="0"/>
                        <a:pt x="1713" y="188"/>
                        <a:pt x="1295" y="606"/>
                      </a:cubicBezTo>
                      <a:cubicBezTo>
                        <a:pt x="0" y="1900"/>
                        <a:pt x="920" y="4114"/>
                        <a:pt x="2746" y="4114"/>
                      </a:cubicBezTo>
                      <a:cubicBezTo>
                        <a:pt x="3883" y="4114"/>
                        <a:pt x="4803" y="3195"/>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8" name="Google Shape;4068;p60"/>
                <p:cNvSpPr/>
                <p:nvPr/>
              </p:nvSpPr>
              <p:spPr>
                <a:xfrm>
                  <a:off x="5279212" y="3197943"/>
                  <a:ext cx="13048" cy="13048"/>
                </a:xfrm>
                <a:custGeom>
                  <a:rect b="b" l="l" r="r" t="t"/>
                  <a:pathLst>
                    <a:path extrusionOk="0" h="1659" w="1659">
                      <a:moveTo>
                        <a:pt x="823" y="1"/>
                      </a:moveTo>
                      <a:cubicBezTo>
                        <a:pt x="364" y="1"/>
                        <a:pt x="1" y="376"/>
                        <a:pt x="1" y="823"/>
                      </a:cubicBezTo>
                      <a:cubicBezTo>
                        <a:pt x="1" y="1283"/>
                        <a:pt x="364"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69" name="Google Shape;4069;p60"/>
              <p:cNvGrpSpPr/>
              <p:nvPr/>
            </p:nvGrpSpPr>
            <p:grpSpPr>
              <a:xfrm>
                <a:off x="5585758" y="3237425"/>
                <a:ext cx="37878" cy="32357"/>
                <a:chOff x="5585758" y="3237425"/>
                <a:chExt cx="37878" cy="32357"/>
              </a:xfrm>
            </p:grpSpPr>
            <p:sp>
              <p:nvSpPr>
                <p:cNvPr id="4070" name="Google Shape;4070;p60"/>
                <p:cNvSpPr/>
                <p:nvPr/>
              </p:nvSpPr>
              <p:spPr>
                <a:xfrm>
                  <a:off x="5585758" y="3237425"/>
                  <a:ext cx="37878" cy="32357"/>
                </a:xfrm>
                <a:custGeom>
                  <a:rect b="b" l="l" r="r" t="t"/>
                  <a:pathLst>
                    <a:path extrusionOk="0" h="4114" w="4816">
                      <a:moveTo>
                        <a:pt x="2744" y="0"/>
                      </a:moveTo>
                      <a:cubicBezTo>
                        <a:pt x="2240" y="0"/>
                        <a:pt x="1725" y="188"/>
                        <a:pt x="1307" y="606"/>
                      </a:cubicBezTo>
                      <a:cubicBezTo>
                        <a:pt x="1" y="1900"/>
                        <a:pt x="920" y="4114"/>
                        <a:pt x="2759" y="4114"/>
                      </a:cubicBezTo>
                      <a:cubicBezTo>
                        <a:pt x="3896" y="4114"/>
                        <a:pt x="4815" y="3195"/>
                        <a:pt x="4815" y="2057"/>
                      </a:cubicBezTo>
                      <a:cubicBezTo>
                        <a:pt x="4815" y="821"/>
                        <a:pt x="3801" y="0"/>
                        <a:pt x="274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1" name="Google Shape;4071;p60"/>
                <p:cNvSpPr/>
                <p:nvPr/>
              </p:nvSpPr>
              <p:spPr>
                <a:xfrm>
                  <a:off x="5598696" y="3247130"/>
                  <a:ext cx="15235" cy="13048"/>
                </a:xfrm>
                <a:custGeom>
                  <a:rect b="b" l="l" r="r" t="t"/>
                  <a:pathLst>
                    <a:path extrusionOk="0" h="1659" w="1937">
                      <a:moveTo>
                        <a:pt x="1114" y="1"/>
                      </a:moveTo>
                      <a:cubicBezTo>
                        <a:pt x="376" y="1"/>
                        <a:pt x="1" y="896"/>
                        <a:pt x="521" y="1416"/>
                      </a:cubicBezTo>
                      <a:cubicBezTo>
                        <a:pt x="692" y="1583"/>
                        <a:pt x="899" y="1658"/>
                        <a:pt x="1102" y="1658"/>
                      </a:cubicBezTo>
                      <a:cubicBezTo>
                        <a:pt x="1529" y="1658"/>
                        <a:pt x="1936" y="1324"/>
                        <a:pt x="1936" y="823"/>
                      </a:cubicBezTo>
                      <a:cubicBezTo>
                        <a:pt x="1936" y="376"/>
                        <a:pt x="1573" y="1"/>
                        <a:pt x="111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72" name="Google Shape;4072;p60"/>
              <p:cNvGrpSpPr/>
              <p:nvPr/>
            </p:nvGrpSpPr>
            <p:grpSpPr>
              <a:xfrm>
                <a:off x="4874196" y="3291088"/>
                <a:ext cx="37878" cy="32451"/>
                <a:chOff x="4874196" y="3291088"/>
                <a:chExt cx="37878" cy="32451"/>
              </a:xfrm>
            </p:grpSpPr>
            <p:sp>
              <p:nvSpPr>
                <p:cNvPr id="4073" name="Google Shape;4073;p60"/>
                <p:cNvSpPr/>
                <p:nvPr/>
              </p:nvSpPr>
              <p:spPr>
                <a:xfrm>
                  <a:off x="4874196" y="3291088"/>
                  <a:ext cx="37878" cy="32451"/>
                </a:xfrm>
                <a:custGeom>
                  <a:rect b="b" l="l" r="r" t="t"/>
                  <a:pathLst>
                    <a:path extrusionOk="0" h="4126" w="4816">
                      <a:moveTo>
                        <a:pt x="2739" y="0"/>
                      </a:moveTo>
                      <a:cubicBezTo>
                        <a:pt x="2233" y="0"/>
                        <a:pt x="1717" y="188"/>
                        <a:pt x="1295" y="605"/>
                      </a:cubicBezTo>
                      <a:cubicBezTo>
                        <a:pt x="1" y="1900"/>
                        <a:pt x="920" y="4126"/>
                        <a:pt x="2759" y="4126"/>
                      </a:cubicBezTo>
                      <a:cubicBezTo>
                        <a:pt x="3884" y="4113"/>
                        <a:pt x="4803" y="3206"/>
                        <a:pt x="4815" y="2069"/>
                      </a:cubicBezTo>
                      <a:cubicBezTo>
                        <a:pt x="4815" y="824"/>
                        <a:pt x="3800" y="0"/>
                        <a:pt x="2739"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4" name="Google Shape;4074;p60"/>
                <p:cNvSpPr/>
                <p:nvPr/>
              </p:nvSpPr>
              <p:spPr>
                <a:xfrm>
                  <a:off x="4889328" y="3300793"/>
                  <a:ext cx="13040" cy="13040"/>
                </a:xfrm>
                <a:custGeom>
                  <a:rect b="b" l="l" r="r" t="t"/>
                  <a:pathLst>
                    <a:path extrusionOk="0" h="1658" w="1658">
                      <a:moveTo>
                        <a:pt x="835" y="0"/>
                      </a:moveTo>
                      <a:cubicBezTo>
                        <a:pt x="375" y="0"/>
                        <a:pt x="0" y="375"/>
                        <a:pt x="0" y="835"/>
                      </a:cubicBezTo>
                      <a:cubicBezTo>
                        <a:pt x="0" y="1283"/>
                        <a:pt x="375" y="1658"/>
                        <a:pt x="835" y="1658"/>
                      </a:cubicBezTo>
                      <a:cubicBezTo>
                        <a:pt x="1295" y="1658"/>
                        <a:pt x="1657" y="1283"/>
                        <a:pt x="1657" y="835"/>
                      </a:cubicBezTo>
                      <a:cubicBezTo>
                        <a:pt x="1657" y="375"/>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75" name="Google Shape;4075;p60"/>
              <p:cNvGrpSpPr/>
              <p:nvPr/>
            </p:nvGrpSpPr>
            <p:grpSpPr>
              <a:xfrm>
                <a:off x="5197770" y="3785466"/>
                <a:ext cx="37783" cy="32427"/>
                <a:chOff x="5197770" y="3785466"/>
                <a:chExt cx="37783" cy="32427"/>
              </a:xfrm>
            </p:grpSpPr>
            <p:sp>
              <p:nvSpPr>
                <p:cNvPr id="4076" name="Google Shape;4076;p60"/>
                <p:cNvSpPr/>
                <p:nvPr/>
              </p:nvSpPr>
              <p:spPr>
                <a:xfrm>
                  <a:off x="5197770" y="3785466"/>
                  <a:ext cx="37783" cy="32427"/>
                </a:xfrm>
                <a:custGeom>
                  <a:rect b="b" l="l" r="r" t="t"/>
                  <a:pathLst>
                    <a:path extrusionOk="0" h="4123" w="4804">
                      <a:moveTo>
                        <a:pt x="2738" y="1"/>
                      </a:moveTo>
                      <a:cubicBezTo>
                        <a:pt x="2232" y="1"/>
                        <a:pt x="1715" y="190"/>
                        <a:pt x="1295" y="614"/>
                      </a:cubicBezTo>
                      <a:cubicBezTo>
                        <a:pt x="1" y="1909"/>
                        <a:pt x="908" y="4122"/>
                        <a:pt x="2747" y="4122"/>
                      </a:cubicBezTo>
                      <a:cubicBezTo>
                        <a:pt x="3884" y="4122"/>
                        <a:pt x="4803" y="3203"/>
                        <a:pt x="4803" y="2066"/>
                      </a:cubicBezTo>
                      <a:cubicBezTo>
                        <a:pt x="4803" y="824"/>
                        <a:pt x="3793" y="1"/>
                        <a:pt x="273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7" name="Google Shape;4077;p60"/>
                <p:cNvSpPr/>
                <p:nvPr/>
              </p:nvSpPr>
              <p:spPr>
                <a:xfrm>
                  <a:off x="5212808" y="3795148"/>
                  <a:ext cx="13040" cy="13040"/>
                </a:xfrm>
                <a:custGeom>
                  <a:rect b="b" l="l" r="r" t="t"/>
                  <a:pathLst>
                    <a:path extrusionOk="0" h="1658" w="1658">
                      <a:moveTo>
                        <a:pt x="835" y="0"/>
                      </a:moveTo>
                      <a:cubicBezTo>
                        <a:pt x="375" y="0"/>
                        <a:pt x="0" y="375"/>
                        <a:pt x="0" y="835"/>
                      </a:cubicBezTo>
                      <a:cubicBezTo>
                        <a:pt x="0" y="1294"/>
                        <a:pt x="375" y="1657"/>
                        <a:pt x="835" y="1657"/>
                      </a:cubicBezTo>
                      <a:cubicBezTo>
                        <a:pt x="1295" y="1657"/>
                        <a:pt x="1657" y="1294"/>
                        <a:pt x="1657" y="835"/>
                      </a:cubicBezTo>
                      <a:cubicBezTo>
                        <a:pt x="1657" y="375"/>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78" name="Google Shape;4078;p60"/>
              <p:cNvGrpSpPr/>
              <p:nvPr/>
            </p:nvGrpSpPr>
            <p:grpSpPr>
              <a:xfrm>
                <a:off x="5177699" y="3492117"/>
                <a:ext cx="37776" cy="32357"/>
                <a:chOff x="5177699" y="3492117"/>
                <a:chExt cx="37776" cy="32357"/>
              </a:xfrm>
            </p:grpSpPr>
            <p:sp>
              <p:nvSpPr>
                <p:cNvPr id="4079" name="Google Shape;4079;p60"/>
                <p:cNvSpPr/>
                <p:nvPr/>
              </p:nvSpPr>
              <p:spPr>
                <a:xfrm>
                  <a:off x="5177699" y="3492117"/>
                  <a:ext cx="37776" cy="32357"/>
                </a:xfrm>
                <a:custGeom>
                  <a:rect b="b" l="l" r="r" t="t"/>
                  <a:pathLst>
                    <a:path extrusionOk="0" h="4114" w="4803">
                      <a:moveTo>
                        <a:pt x="2736" y="1"/>
                      </a:moveTo>
                      <a:cubicBezTo>
                        <a:pt x="2232" y="1"/>
                        <a:pt x="1717" y="188"/>
                        <a:pt x="1295" y="606"/>
                      </a:cubicBezTo>
                      <a:cubicBezTo>
                        <a:pt x="1" y="1900"/>
                        <a:pt x="920" y="4114"/>
                        <a:pt x="2746" y="4114"/>
                      </a:cubicBezTo>
                      <a:cubicBezTo>
                        <a:pt x="3884" y="4114"/>
                        <a:pt x="4803" y="3195"/>
                        <a:pt x="4803" y="2070"/>
                      </a:cubicBezTo>
                      <a:cubicBezTo>
                        <a:pt x="4803" y="824"/>
                        <a:pt x="3793" y="1"/>
                        <a:pt x="273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0" name="Google Shape;4080;p60"/>
                <p:cNvSpPr/>
                <p:nvPr/>
              </p:nvSpPr>
              <p:spPr>
                <a:xfrm>
                  <a:off x="5192823" y="3501823"/>
                  <a:ext cx="13048" cy="13048"/>
                </a:xfrm>
                <a:custGeom>
                  <a:rect b="b" l="l" r="r" t="t"/>
                  <a:pathLst>
                    <a:path extrusionOk="0" h="1659" w="1659">
                      <a:moveTo>
                        <a:pt x="823" y="1"/>
                      </a:moveTo>
                      <a:cubicBezTo>
                        <a:pt x="376" y="1"/>
                        <a:pt x="1" y="364"/>
                        <a:pt x="1" y="823"/>
                      </a:cubicBezTo>
                      <a:cubicBezTo>
                        <a:pt x="1" y="1283"/>
                        <a:pt x="376" y="1658"/>
                        <a:pt x="823" y="1658"/>
                      </a:cubicBezTo>
                      <a:cubicBezTo>
                        <a:pt x="1283" y="1658"/>
                        <a:pt x="1658" y="1283"/>
                        <a:pt x="1658" y="823"/>
                      </a:cubicBezTo>
                      <a:cubicBezTo>
                        <a:pt x="1658" y="364"/>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81" name="Google Shape;4081;p60"/>
              <p:cNvGrpSpPr/>
              <p:nvPr/>
            </p:nvGrpSpPr>
            <p:grpSpPr>
              <a:xfrm>
                <a:off x="5349431" y="3622346"/>
                <a:ext cx="37870" cy="32380"/>
                <a:chOff x="5349431" y="3622346"/>
                <a:chExt cx="37870" cy="32380"/>
              </a:xfrm>
            </p:grpSpPr>
            <p:sp>
              <p:nvSpPr>
                <p:cNvPr id="4082" name="Google Shape;4082;p60"/>
                <p:cNvSpPr/>
                <p:nvPr/>
              </p:nvSpPr>
              <p:spPr>
                <a:xfrm>
                  <a:off x="5349431" y="3622346"/>
                  <a:ext cx="37870" cy="32380"/>
                </a:xfrm>
                <a:custGeom>
                  <a:rect b="b" l="l" r="r" t="t"/>
                  <a:pathLst>
                    <a:path extrusionOk="0" h="4117" w="4815">
                      <a:moveTo>
                        <a:pt x="2740" y="0"/>
                      </a:moveTo>
                      <a:cubicBezTo>
                        <a:pt x="2232" y="0"/>
                        <a:pt x="1714" y="189"/>
                        <a:pt x="1295" y="608"/>
                      </a:cubicBezTo>
                      <a:cubicBezTo>
                        <a:pt x="0" y="1903"/>
                        <a:pt x="920" y="4116"/>
                        <a:pt x="2758" y="4116"/>
                      </a:cubicBezTo>
                      <a:cubicBezTo>
                        <a:pt x="3883" y="4116"/>
                        <a:pt x="4815" y="3197"/>
                        <a:pt x="4815" y="2060"/>
                      </a:cubicBezTo>
                      <a:cubicBezTo>
                        <a:pt x="4815" y="817"/>
                        <a:pt x="3798" y="0"/>
                        <a:pt x="274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3" name="Google Shape;4083;p60"/>
                <p:cNvSpPr/>
                <p:nvPr/>
              </p:nvSpPr>
              <p:spPr>
                <a:xfrm>
                  <a:off x="5362369" y="3632075"/>
                  <a:ext cx="15227" cy="13040"/>
                </a:xfrm>
                <a:custGeom>
                  <a:rect b="b" l="l" r="r" t="t"/>
                  <a:pathLst>
                    <a:path extrusionOk="0" h="1658" w="1936">
                      <a:moveTo>
                        <a:pt x="1134" y="0"/>
                      </a:moveTo>
                      <a:cubicBezTo>
                        <a:pt x="1127" y="0"/>
                        <a:pt x="1120" y="0"/>
                        <a:pt x="1113" y="0"/>
                      </a:cubicBezTo>
                      <a:cubicBezTo>
                        <a:pt x="363" y="0"/>
                        <a:pt x="0" y="883"/>
                        <a:pt x="521" y="1416"/>
                      </a:cubicBezTo>
                      <a:cubicBezTo>
                        <a:pt x="691" y="1583"/>
                        <a:pt x="899" y="1657"/>
                        <a:pt x="1101" y="1657"/>
                      </a:cubicBezTo>
                      <a:cubicBezTo>
                        <a:pt x="1529" y="1657"/>
                        <a:pt x="1936" y="1324"/>
                        <a:pt x="1936" y="823"/>
                      </a:cubicBezTo>
                      <a:cubicBezTo>
                        <a:pt x="1936" y="370"/>
                        <a:pt x="1573" y="0"/>
                        <a:pt x="113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84" name="Google Shape;4084;p60"/>
              <p:cNvGrpSpPr/>
              <p:nvPr/>
            </p:nvGrpSpPr>
            <p:grpSpPr>
              <a:xfrm>
                <a:off x="5068855" y="3563980"/>
                <a:ext cx="53954" cy="46223"/>
                <a:chOff x="5068855" y="3563980"/>
                <a:chExt cx="53954" cy="46223"/>
              </a:xfrm>
            </p:grpSpPr>
            <p:sp>
              <p:nvSpPr>
                <p:cNvPr id="4085" name="Google Shape;4085;p60"/>
                <p:cNvSpPr/>
                <p:nvPr/>
              </p:nvSpPr>
              <p:spPr>
                <a:xfrm>
                  <a:off x="5068855" y="3563980"/>
                  <a:ext cx="53954" cy="46223"/>
                </a:xfrm>
                <a:custGeom>
                  <a:rect b="b" l="l" r="r" t="t"/>
                  <a:pathLst>
                    <a:path extrusionOk="0" h="5877" w="6860">
                      <a:moveTo>
                        <a:pt x="3909" y="0"/>
                      </a:moveTo>
                      <a:cubicBezTo>
                        <a:pt x="3187" y="0"/>
                        <a:pt x="2451" y="269"/>
                        <a:pt x="1852" y="868"/>
                      </a:cubicBezTo>
                      <a:cubicBezTo>
                        <a:pt x="1" y="2719"/>
                        <a:pt x="1307" y="5876"/>
                        <a:pt x="3920" y="5876"/>
                      </a:cubicBezTo>
                      <a:cubicBezTo>
                        <a:pt x="5541" y="5876"/>
                        <a:pt x="6848" y="4558"/>
                        <a:pt x="6860" y="2937"/>
                      </a:cubicBezTo>
                      <a:cubicBezTo>
                        <a:pt x="6860" y="1170"/>
                        <a:pt x="5416" y="0"/>
                        <a:pt x="3909"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6" name="Google Shape;4086;p60"/>
                <p:cNvSpPr/>
                <p:nvPr/>
              </p:nvSpPr>
              <p:spPr>
                <a:xfrm>
                  <a:off x="5086268" y="3573654"/>
                  <a:ext cx="26835" cy="26843"/>
                </a:xfrm>
                <a:custGeom>
                  <a:rect b="b" l="l" r="r" t="t"/>
                  <a:pathLst>
                    <a:path extrusionOk="0" h="3413" w="3412">
                      <a:moveTo>
                        <a:pt x="1706" y="1"/>
                      </a:moveTo>
                      <a:cubicBezTo>
                        <a:pt x="763" y="1"/>
                        <a:pt x="1" y="763"/>
                        <a:pt x="1" y="1707"/>
                      </a:cubicBezTo>
                      <a:cubicBezTo>
                        <a:pt x="1" y="2650"/>
                        <a:pt x="763" y="3412"/>
                        <a:pt x="1706" y="3412"/>
                      </a:cubicBezTo>
                      <a:cubicBezTo>
                        <a:pt x="2650" y="3412"/>
                        <a:pt x="3412" y="2650"/>
                        <a:pt x="3412" y="1707"/>
                      </a:cubicBezTo>
                      <a:cubicBezTo>
                        <a:pt x="3412" y="763"/>
                        <a:pt x="2650" y="1"/>
                        <a:pt x="170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87" name="Google Shape;4087;p60"/>
              <p:cNvGrpSpPr/>
              <p:nvPr/>
            </p:nvGrpSpPr>
            <p:grpSpPr>
              <a:xfrm>
                <a:off x="5037654" y="3392507"/>
                <a:ext cx="37870" cy="32451"/>
                <a:chOff x="5037654" y="3392507"/>
                <a:chExt cx="37870" cy="32451"/>
              </a:xfrm>
            </p:grpSpPr>
            <p:sp>
              <p:nvSpPr>
                <p:cNvPr id="4088" name="Google Shape;4088;p60"/>
                <p:cNvSpPr/>
                <p:nvPr/>
              </p:nvSpPr>
              <p:spPr>
                <a:xfrm>
                  <a:off x="5037654" y="3392507"/>
                  <a:ext cx="37870" cy="32451"/>
                </a:xfrm>
                <a:custGeom>
                  <a:rect b="b" l="l" r="r" t="t"/>
                  <a:pathLst>
                    <a:path extrusionOk="0" h="4126" w="4815">
                      <a:moveTo>
                        <a:pt x="2742" y="1"/>
                      </a:moveTo>
                      <a:cubicBezTo>
                        <a:pt x="2238" y="1"/>
                        <a:pt x="1724" y="188"/>
                        <a:pt x="1307" y="606"/>
                      </a:cubicBezTo>
                      <a:cubicBezTo>
                        <a:pt x="0" y="1912"/>
                        <a:pt x="919" y="4126"/>
                        <a:pt x="2758" y="4126"/>
                      </a:cubicBezTo>
                      <a:cubicBezTo>
                        <a:pt x="3895" y="4114"/>
                        <a:pt x="4815" y="3194"/>
                        <a:pt x="4815" y="2069"/>
                      </a:cubicBezTo>
                      <a:cubicBezTo>
                        <a:pt x="4815" y="824"/>
                        <a:pt x="3799" y="1"/>
                        <a:pt x="274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9" name="Google Shape;4089;p60"/>
                <p:cNvSpPr/>
                <p:nvPr/>
              </p:nvSpPr>
              <p:spPr>
                <a:xfrm>
                  <a:off x="5050592" y="3402213"/>
                  <a:ext cx="15227" cy="13064"/>
                </a:xfrm>
                <a:custGeom>
                  <a:rect b="b" l="l" r="r" t="t"/>
                  <a:pathLst>
                    <a:path extrusionOk="0" h="1661" w="1936">
                      <a:moveTo>
                        <a:pt x="1113" y="1"/>
                      </a:moveTo>
                      <a:cubicBezTo>
                        <a:pt x="375" y="1"/>
                        <a:pt x="0" y="896"/>
                        <a:pt x="520" y="1416"/>
                      </a:cubicBezTo>
                      <a:cubicBezTo>
                        <a:pt x="689" y="1585"/>
                        <a:pt x="898" y="1661"/>
                        <a:pt x="1103" y="1661"/>
                      </a:cubicBezTo>
                      <a:cubicBezTo>
                        <a:pt x="1528" y="1661"/>
                        <a:pt x="1936" y="1333"/>
                        <a:pt x="1936" y="835"/>
                      </a:cubicBezTo>
                      <a:cubicBezTo>
                        <a:pt x="1936" y="376"/>
                        <a:pt x="1573" y="1"/>
                        <a:pt x="111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90" name="Google Shape;4090;p60"/>
              <p:cNvGrpSpPr/>
              <p:nvPr/>
            </p:nvGrpSpPr>
            <p:grpSpPr>
              <a:xfrm>
                <a:off x="5456560" y="3368629"/>
                <a:ext cx="37870" cy="32451"/>
                <a:chOff x="5456560" y="3368629"/>
                <a:chExt cx="37870" cy="32451"/>
              </a:xfrm>
            </p:grpSpPr>
            <p:sp>
              <p:nvSpPr>
                <p:cNvPr id="4091" name="Google Shape;4091;p60"/>
                <p:cNvSpPr/>
                <p:nvPr/>
              </p:nvSpPr>
              <p:spPr>
                <a:xfrm>
                  <a:off x="5456560" y="3368629"/>
                  <a:ext cx="37870" cy="32451"/>
                </a:xfrm>
                <a:custGeom>
                  <a:rect b="b" l="l" r="r" t="t"/>
                  <a:pathLst>
                    <a:path extrusionOk="0" h="4126" w="4815">
                      <a:moveTo>
                        <a:pt x="2742" y="0"/>
                      </a:moveTo>
                      <a:cubicBezTo>
                        <a:pt x="2238" y="0"/>
                        <a:pt x="1724" y="187"/>
                        <a:pt x="1307" y="605"/>
                      </a:cubicBezTo>
                      <a:cubicBezTo>
                        <a:pt x="0" y="1912"/>
                        <a:pt x="920" y="4125"/>
                        <a:pt x="2758" y="4125"/>
                      </a:cubicBezTo>
                      <a:cubicBezTo>
                        <a:pt x="3895" y="4113"/>
                        <a:pt x="4815" y="3194"/>
                        <a:pt x="4815" y="2069"/>
                      </a:cubicBezTo>
                      <a:cubicBezTo>
                        <a:pt x="4815" y="824"/>
                        <a:pt x="3800" y="0"/>
                        <a:pt x="274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2" name="Google Shape;4092;p60"/>
                <p:cNvSpPr/>
                <p:nvPr/>
              </p:nvSpPr>
              <p:spPr>
                <a:xfrm>
                  <a:off x="5469498" y="3378334"/>
                  <a:ext cx="15227" cy="13064"/>
                </a:xfrm>
                <a:custGeom>
                  <a:rect b="b" l="l" r="r" t="t"/>
                  <a:pathLst>
                    <a:path extrusionOk="0" h="1661" w="1936">
                      <a:moveTo>
                        <a:pt x="1113" y="0"/>
                      </a:moveTo>
                      <a:cubicBezTo>
                        <a:pt x="375" y="0"/>
                        <a:pt x="0" y="895"/>
                        <a:pt x="520" y="1416"/>
                      </a:cubicBezTo>
                      <a:cubicBezTo>
                        <a:pt x="693" y="1585"/>
                        <a:pt x="903" y="1660"/>
                        <a:pt x="1108" y="1660"/>
                      </a:cubicBezTo>
                      <a:cubicBezTo>
                        <a:pt x="1533" y="1660"/>
                        <a:pt x="1936" y="1333"/>
                        <a:pt x="1936" y="835"/>
                      </a:cubicBezTo>
                      <a:cubicBezTo>
                        <a:pt x="1936" y="375"/>
                        <a:pt x="1573" y="0"/>
                        <a:pt x="111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93" name="Google Shape;4093;p60"/>
              <p:cNvGrpSpPr/>
              <p:nvPr/>
            </p:nvGrpSpPr>
            <p:grpSpPr>
              <a:xfrm>
                <a:off x="4755749" y="3501516"/>
                <a:ext cx="46246" cy="39608"/>
                <a:chOff x="4755749" y="3501516"/>
                <a:chExt cx="46246" cy="39608"/>
              </a:xfrm>
            </p:grpSpPr>
            <p:sp>
              <p:nvSpPr>
                <p:cNvPr id="4094" name="Google Shape;4094;p60"/>
                <p:cNvSpPr/>
                <p:nvPr/>
              </p:nvSpPr>
              <p:spPr>
                <a:xfrm>
                  <a:off x="4755749" y="3501516"/>
                  <a:ext cx="46246" cy="39608"/>
                </a:xfrm>
                <a:custGeom>
                  <a:rect b="b" l="l" r="r" t="t"/>
                  <a:pathLst>
                    <a:path extrusionOk="0" h="5036" w="5880">
                      <a:moveTo>
                        <a:pt x="3345" y="0"/>
                      </a:moveTo>
                      <a:cubicBezTo>
                        <a:pt x="2727" y="0"/>
                        <a:pt x="2097" y="229"/>
                        <a:pt x="1585" y="741"/>
                      </a:cubicBezTo>
                      <a:cubicBezTo>
                        <a:pt x="0" y="2326"/>
                        <a:pt x="1125" y="5036"/>
                        <a:pt x="3363" y="5036"/>
                      </a:cubicBezTo>
                      <a:cubicBezTo>
                        <a:pt x="4754" y="5036"/>
                        <a:pt x="5879" y="3911"/>
                        <a:pt x="5879" y="2520"/>
                      </a:cubicBezTo>
                      <a:cubicBezTo>
                        <a:pt x="5879" y="1005"/>
                        <a:pt x="4638" y="0"/>
                        <a:pt x="334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5" name="Google Shape;4095;p60"/>
                <p:cNvSpPr/>
                <p:nvPr/>
              </p:nvSpPr>
              <p:spPr>
                <a:xfrm>
                  <a:off x="4768687" y="3511245"/>
                  <a:ext cx="23697" cy="20221"/>
                </a:xfrm>
                <a:custGeom>
                  <a:rect b="b" l="l" r="r" t="t"/>
                  <a:pathLst>
                    <a:path extrusionOk="0" h="2571" w="3013">
                      <a:moveTo>
                        <a:pt x="1718" y="0"/>
                      </a:moveTo>
                      <a:cubicBezTo>
                        <a:pt x="569" y="0"/>
                        <a:pt x="0" y="1379"/>
                        <a:pt x="811" y="2190"/>
                      </a:cubicBezTo>
                      <a:cubicBezTo>
                        <a:pt x="1074" y="2453"/>
                        <a:pt x="1398" y="2571"/>
                        <a:pt x="1715" y="2571"/>
                      </a:cubicBezTo>
                      <a:cubicBezTo>
                        <a:pt x="2377" y="2571"/>
                        <a:pt x="3013" y="2059"/>
                        <a:pt x="3013" y="1283"/>
                      </a:cubicBezTo>
                      <a:cubicBezTo>
                        <a:pt x="3013" y="581"/>
                        <a:pt x="2432" y="0"/>
                        <a:pt x="1718"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96" name="Google Shape;4096;p60"/>
              <p:cNvGrpSpPr/>
              <p:nvPr/>
            </p:nvGrpSpPr>
            <p:grpSpPr>
              <a:xfrm>
                <a:off x="4681346" y="3485582"/>
                <a:ext cx="37783" cy="32427"/>
                <a:chOff x="4681346" y="3485582"/>
                <a:chExt cx="37783" cy="32427"/>
              </a:xfrm>
            </p:grpSpPr>
            <p:sp>
              <p:nvSpPr>
                <p:cNvPr id="4097" name="Google Shape;4097;p60"/>
                <p:cNvSpPr/>
                <p:nvPr/>
              </p:nvSpPr>
              <p:spPr>
                <a:xfrm>
                  <a:off x="4681346" y="3485582"/>
                  <a:ext cx="37783" cy="32427"/>
                </a:xfrm>
                <a:custGeom>
                  <a:rect b="b" l="l" r="r" t="t"/>
                  <a:pathLst>
                    <a:path extrusionOk="0" h="4123" w="4804">
                      <a:moveTo>
                        <a:pt x="2738" y="1"/>
                      </a:moveTo>
                      <a:cubicBezTo>
                        <a:pt x="2231" y="1"/>
                        <a:pt x="1715" y="191"/>
                        <a:pt x="1295" y="614"/>
                      </a:cubicBezTo>
                      <a:cubicBezTo>
                        <a:pt x="1" y="1909"/>
                        <a:pt x="920" y="4122"/>
                        <a:pt x="2747" y="4122"/>
                      </a:cubicBezTo>
                      <a:cubicBezTo>
                        <a:pt x="3884" y="4122"/>
                        <a:pt x="4803" y="3203"/>
                        <a:pt x="4803" y="2066"/>
                      </a:cubicBezTo>
                      <a:cubicBezTo>
                        <a:pt x="4803" y="824"/>
                        <a:pt x="3793" y="1"/>
                        <a:pt x="273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8" name="Google Shape;4098;p60"/>
                <p:cNvSpPr/>
                <p:nvPr/>
              </p:nvSpPr>
              <p:spPr>
                <a:xfrm>
                  <a:off x="4696479" y="3495263"/>
                  <a:ext cx="13040" cy="13040"/>
                </a:xfrm>
                <a:custGeom>
                  <a:rect b="b" l="l" r="r" t="t"/>
                  <a:pathLst>
                    <a:path extrusionOk="0" h="1658" w="1658">
                      <a:moveTo>
                        <a:pt x="823" y="0"/>
                      </a:moveTo>
                      <a:cubicBezTo>
                        <a:pt x="363" y="0"/>
                        <a:pt x="0" y="375"/>
                        <a:pt x="0" y="835"/>
                      </a:cubicBezTo>
                      <a:cubicBezTo>
                        <a:pt x="0" y="1295"/>
                        <a:pt x="363" y="1657"/>
                        <a:pt x="823" y="1657"/>
                      </a:cubicBezTo>
                      <a:cubicBezTo>
                        <a:pt x="1282" y="1657"/>
                        <a:pt x="1657" y="1295"/>
                        <a:pt x="1657" y="835"/>
                      </a:cubicBezTo>
                      <a:cubicBezTo>
                        <a:pt x="1657" y="375"/>
                        <a:pt x="1282" y="0"/>
                        <a:pt x="82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99" name="Google Shape;4099;p60"/>
              <p:cNvGrpSpPr/>
              <p:nvPr/>
            </p:nvGrpSpPr>
            <p:grpSpPr>
              <a:xfrm>
                <a:off x="4767067" y="3291088"/>
                <a:ext cx="37878" cy="32451"/>
                <a:chOff x="4767067" y="3291088"/>
                <a:chExt cx="37878" cy="32451"/>
              </a:xfrm>
            </p:grpSpPr>
            <p:sp>
              <p:nvSpPr>
                <p:cNvPr id="4100" name="Google Shape;4100;p60"/>
                <p:cNvSpPr/>
                <p:nvPr/>
              </p:nvSpPr>
              <p:spPr>
                <a:xfrm>
                  <a:off x="4767067" y="3291088"/>
                  <a:ext cx="37878" cy="32451"/>
                </a:xfrm>
                <a:custGeom>
                  <a:rect b="b" l="l" r="r" t="t"/>
                  <a:pathLst>
                    <a:path extrusionOk="0" h="4126" w="4816">
                      <a:moveTo>
                        <a:pt x="2739" y="0"/>
                      </a:moveTo>
                      <a:cubicBezTo>
                        <a:pt x="2233" y="0"/>
                        <a:pt x="1717" y="188"/>
                        <a:pt x="1295" y="605"/>
                      </a:cubicBezTo>
                      <a:cubicBezTo>
                        <a:pt x="1" y="1900"/>
                        <a:pt x="920" y="4126"/>
                        <a:pt x="2759" y="4126"/>
                      </a:cubicBezTo>
                      <a:cubicBezTo>
                        <a:pt x="3884" y="4113"/>
                        <a:pt x="4803" y="3206"/>
                        <a:pt x="4815" y="2069"/>
                      </a:cubicBezTo>
                      <a:cubicBezTo>
                        <a:pt x="4815" y="824"/>
                        <a:pt x="3800" y="0"/>
                        <a:pt x="2739"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1" name="Google Shape;4101;p60"/>
                <p:cNvSpPr/>
                <p:nvPr/>
              </p:nvSpPr>
              <p:spPr>
                <a:xfrm>
                  <a:off x="4780036" y="3300888"/>
                  <a:ext cx="15203" cy="13009"/>
                </a:xfrm>
                <a:custGeom>
                  <a:rect b="b" l="l" r="r" t="t"/>
                  <a:pathLst>
                    <a:path extrusionOk="0" h="1654" w="1933">
                      <a:moveTo>
                        <a:pt x="1131" y="0"/>
                      </a:moveTo>
                      <a:cubicBezTo>
                        <a:pt x="1124" y="0"/>
                        <a:pt x="1117" y="0"/>
                        <a:pt x="1110" y="1"/>
                      </a:cubicBezTo>
                      <a:cubicBezTo>
                        <a:pt x="1105" y="0"/>
                        <a:pt x="1100" y="0"/>
                        <a:pt x="1095" y="0"/>
                      </a:cubicBezTo>
                      <a:cubicBezTo>
                        <a:pt x="367" y="0"/>
                        <a:pt x="0" y="887"/>
                        <a:pt x="517" y="1404"/>
                      </a:cubicBezTo>
                      <a:cubicBezTo>
                        <a:pt x="686" y="1577"/>
                        <a:pt x="895" y="1654"/>
                        <a:pt x="1100" y="1654"/>
                      </a:cubicBezTo>
                      <a:cubicBezTo>
                        <a:pt x="1525" y="1654"/>
                        <a:pt x="1932" y="1321"/>
                        <a:pt x="1932" y="823"/>
                      </a:cubicBezTo>
                      <a:cubicBezTo>
                        <a:pt x="1932" y="371"/>
                        <a:pt x="1569" y="0"/>
                        <a:pt x="113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02" name="Google Shape;4102;p60"/>
              <p:cNvGrpSpPr/>
              <p:nvPr/>
            </p:nvGrpSpPr>
            <p:grpSpPr>
              <a:xfrm>
                <a:off x="4687819" y="3405539"/>
                <a:ext cx="37776" cy="32451"/>
                <a:chOff x="4687819" y="3405539"/>
                <a:chExt cx="37776" cy="32451"/>
              </a:xfrm>
            </p:grpSpPr>
            <p:sp>
              <p:nvSpPr>
                <p:cNvPr id="4103" name="Google Shape;4103;p60"/>
                <p:cNvSpPr/>
                <p:nvPr/>
              </p:nvSpPr>
              <p:spPr>
                <a:xfrm>
                  <a:off x="4687819" y="3405539"/>
                  <a:ext cx="37776" cy="32451"/>
                </a:xfrm>
                <a:custGeom>
                  <a:rect b="b" l="l" r="r" t="t"/>
                  <a:pathLst>
                    <a:path extrusionOk="0" h="4126" w="4803">
                      <a:moveTo>
                        <a:pt x="2730" y="1"/>
                      </a:moveTo>
                      <a:cubicBezTo>
                        <a:pt x="2226" y="1"/>
                        <a:pt x="1712" y="188"/>
                        <a:pt x="1295" y="606"/>
                      </a:cubicBezTo>
                      <a:cubicBezTo>
                        <a:pt x="0" y="1912"/>
                        <a:pt x="920" y="4126"/>
                        <a:pt x="2758" y="4126"/>
                      </a:cubicBezTo>
                      <a:cubicBezTo>
                        <a:pt x="3883" y="4114"/>
                        <a:pt x="4803" y="3195"/>
                        <a:pt x="4803" y="2070"/>
                      </a:cubicBezTo>
                      <a:cubicBezTo>
                        <a:pt x="4803" y="824"/>
                        <a:pt x="3787" y="1"/>
                        <a:pt x="273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4" name="Google Shape;4104;p60"/>
                <p:cNvSpPr/>
                <p:nvPr/>
              </p:nvSpPr>
              <p:spPr>
                <a:xfrm>
                  <a:off x="4702944" y="3415245"/>
                  <a:ext cx="13040" cy="13048"/>
                </a:xfrm>
                <a:custGeom>
                  <a:rect b="b" l="l" r="r" t="t"/>
                  <a:pathLst>
                    <a:path extrusionOk="0" h="1659" w="1658">
                      <a:moveTo>
                        <a:pt x="823" y="1"/>
                      </a:moveTo>
                      <a:cubicBezTo>
                        <a:pt x="376" y="1"/>
                        <a:pt x="1" y="376"/>
                        <a:pt x="1" y="836"/>
                      </a:cubicBezTo>
                      <a:cubicBezTo>
                        <a:pt x="1" y="1295"/>
                        <a:pt x="376" y="1658"/>
                        <a:pt x="823" y="1658"/>
                      </a:cubicBezTo>
                      <a:cubicBezTo>
                        <a:pt x="1283" y="1658"/>
                        <a:pt x="1658" y="1295"/>
                        <a:pt x="1658" y="836"/>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05" name="Google Shape;4105;p60"/>
              <p:cNvGrpSpPr/>
              <p:nvPr/>
            </p:nvGrpSpPr>
            <p:grpSpPr>
              <a:xfrm>
                <a:off x="4923101" y="3444809"/>
                <a:ext cx="52813" cy="45318"/>
                <a:chOff x="4923101" y="3444809"/>
                <a:chExt cx="52813" cy="45318"/>
              </a:xfrm>
            </p:grpSpPr>
            <p:sp>
              <p:nvSpPr>
                <p:cNvPr id="4106" name="Google Shape;4106;p60"/>
                <p:cNvSpPr/>
                <p:nvPr/>
              </p:nvSpPr>
              <p:spPr>
                <a:xfrm>
                  <a:off x="4923101" y="3444809"/>
                  <a:ext cx="52813" cy="45318"/>
                </a:xfrm>
                <a:custGeom>
                  <a:rect b="b" l="l" r="r" t="t"/>
                  <a:pathLst>
                    <a:path extrusionOk="0" h="5762" w="6715">
                      <a:moveTo>
                        <a:pt x="3823" y="1"/>
                      </a:moveTo>
                      <a:cubicBezTo>
                        <a:pt x="3117" y="1"/>
                        <a:pt x="2398" y="263"/>
                        <a:pt x="1815" y="851"/>
                      </a:cubicBezTo>
                      <a:cubicBezTo>
                        <a:pt x="1" y="2665"/>
                        <a:pt x="1283" y="5762"/>
                        <a:pt x="3847" y="5762"/>
                      </a:cubicBezTo>
                      <a:cubicBezTo>
                        <a:pt x="5432" y="5762"/>
                        <a:pt x="6714" y="4468"/>
                        <a:pt x="6714" y="2883"/>
                      </a:cubicBezTo>
                      <a:cubicBezTo>
                        <a:pt x="6714" y="1148"/>
                        <a:pt x="5298" y="1"/>
                        <a:pt x="38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7" name="Google Shape;4107;p60"/>
                <p:cNvSpPr/>
                <p:nvPr/>
              </p:nvSpPr>
              <p:spPr>
                <a:xfrm>
                  <a:off x="4936039" y="3454538"/>
                  <a:ext cx="30265" cy="25915"/>
                </a:xfrm>
                <a:custGeom>
                  <a:rect b="b" l="l" r="r" t="t"/>
                  <a:pathLst>
                    <a:path extrusionOk="0" h="3295" w="3848">
                      <a:moveTo>
                        <a:pt x="2202" y="1"/>
                      </a:moveTo>
                      <a:cubicBezTo>
                        <a:pt x="727" y="1"/>
                        <a:pt x="1" y="1779"/>
                        <a:pt x="1029" y="2807"/>
                      </a:cubicBezTo>
                      <a:cubicBezTo>
                        <a:pt x="1365" y="3144"/>
                        <a:pt x="1779" y="3294"/>
                        <a:pt x="2185" y="3294"/>
                      </a:cubicBezTo>
                      <a:cubicBezTo>
                        <a:pt x="3034" y="3294"/>
                        <a:pt x="3847" y="2636"/>
                        <a:pt x="3847" y="1646"/>
                      </a:cubicBezTo>
                      <a:cubicBezTo>
                        <a:pt x="3847" y="739"/>
                        <a:pt x="3110" y="1"/>
                        <a:pt x="220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08" name="Google Shape;4108;p60"/>
              <p:cNvGrpSpPr/>
              <p:nvPr/>
            </p:nvGrpSpPr>
            <p:grpSpPr>
              <a:xfrm>
                <a:off x="4846040" y="3654750"/>
                <a:ext cx="31405" cy="26993"/>
                <a:chOff x="4846040" y="3654750"/>
                <a:chExt cx="31405" cy="26993"/>
              </a:xfrm>
            </p:grpSpPr>
            <p:sp>
              <p:nvSpPr>
                <p:cNvPr id="4109" name="Google Shape;4109;p60"/>
                <p:cNvSpPr/>
                <p:nvPr/>
              </p:nvSpPr>
              <p:spPr>
                <a:xfrm>
                  <a:off x="4846040" y="3654750"/>
                  <a:ext cx="31405" cy="26993"/>
                </a:xfrm>
                <a:custGeom>
                  <a:rect b="b" l="l" r="r" t="t"/>
                  <a:pathLst>
                    <a:path extrusionOk="0" h="3432" w="3993">
                      <a:moveTo>
                        <a:pt x="2272" y="0"/>
                      </a:moveTo>
                      <a:cubicBezTo>
                        <a:pt x="1853" y="0"/>
                        <a:pt x="1425" y="156"/>
                        <a:pt x="1077" y="504"/>
                      </a:cubicBezTo>
                      <a:cubicBezTo>
                        <a:pt x="0" y="1581"/>
                        <a:pt x="750" y="3432"/>
                        <a:pt x="2274" y="3432"/>
                      </a:cubicBezTo>
                      <a:cubicBezTo>
                        <a:pt x="3218" y="3432"/>
                        <a:pt x="3992" y="2658"/>
                        <a:pt x="3992" y="1714"/>
                      </a:cubicBezTo>
                      <a:cubicBezTo>
                        <a:pt x="3992" y="683"/>
                        <a:pt x="3150" y="0"/>
                        <a:pt x="227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0" name="Google Shape;4110;p60"/>
                <p:cNvSpPr/>
                <p:nvPr/>
              </p:nvSpPr>
              <p:spPr>
                <a:xfrm>
                  <a:off x="4858883" y="3664424"/>
                  <a:ext cx="8856" cy="7676"/>
                </a:xfrm>
                <a:custGeom>
                  <a:rect b="b" l="l" r="r" t="t"/>
                  <a:pathLst>
                    <a:path extrusionOk="0" h="976" w="1126">
                      <a:moveTo>
                        <a:pt x="641" y="0"/>
                      </a:moveTo>
                      <a:cubicBezTo>
                        <a:pt x="218" y="0"/>
                        <a:pt x="0" y="520"/>
                        <a:pt x="303" y="835"/>
                      </a:cubicBezTo>
                      <a:cubicBezTo>
                        <a:pt x="400" y="932"/>
                        <a:pt x="519" y="975"/>
                        <a:pt x="636" y="975"/>
                      </a:cubicBezTo>
                      <a:cubicBezTo>
                        <a:pt x="885" y="975"/>
                        <a:pt x="1125" y="780"/>
                        <a:pt x="1125" y="484"/>
                      </a:cubicBezTo>
                      <a:cubicBezTo>
                        <a:pt x="1125" y="218"/>
                        <a:pt x="907" y="0"/>
                        <a:pt x="64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11" name="Google Shape;4111;p60"/>
              <p:cNvGrpSpPr/>
              <p:nvPr/>
            </p:nvGrpSpPr>
            <p:grpSpPr>
              <a:xfrm>
                <a:off x="4925673" y="3691700"/>
                <a:ext cx="40253" cy="34472"/>
                <a:chOff x="4925673" y="3691700"/>
                <a:chExt cx="40253" cy="34472"/>
              </a:xfrm>
            </p:grpSpPr>
            <p:sp>
              <p:nvSpPr>
                <p:cNvPr id="4112" name="Google Shape;4112;p60"/>
                <p:cNvSpPr/>
                <p:nvPr/>
              </p:nvSpPr>
              <p:spPr>
                <a:xfrm>
                  <a:off x="4925673" y="3691700"/>
                  <a:ext cx="40253" cy="34472"/>
                </a:xfrm>
                <a:custGeom>
                  <a:rect b="b" l="l" r="r" t="t"/>
                  <a:pathLst>
                    <a:path extrusionOk="0" h="4383" w="5118">
                      <a:moveTo>
                        <a:pt x="2908" y="0"/>
                      </a:moveTo>
                      <a:cubicBezTo>
                        <a:pt x="2371" y="0"/>
                        <a:pt x="1825" y="200"/>
                        <a:pt x="1379" y="645"/>
                      </a:cubicBezTo>
                      <a:cubicBezTo>
                        <a:pt x="0" y="2024"/>
                        <a:pt x="968" y="4383"/>
                        <a:pt x="2915" y="4383"/>
                      </a:cubicBezTo>
                      <a:cubicBezTo>
                        <a:pt x="4125" y="4383"/>
                        <a:pt x="5105" y="3403"/>
                        <a:pt x="5117" y="2193"/>
                      </a:cubicBezTo>
                      <a:cubicBezTo>
                        <a:pt x="5109" y="875"/>
                        <a:pt x="4031" y="0"/>
                        <a:pt x="290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3" name="Google Shape;4113;p60"/>
                <p:cNvSpPr/>
                <p:nvPr/>
              </p:nvSpPr>
              <p:spPr>
                <a:xfrm>
                  <a:off x="4938516" y="3701334"/>
                  <a:ext cx="17704" cy="15187"/>
                </a:xfrm>
                <a:custGeom>
                  <a:rect b="b" l="l" r="r" t="t"/>
                  <a:pathLst>
                    <a:path extrusionOk="0" h="1931" w="2251">
                      <a:moveTo>
                        <a:pt x="1295" y="1"/>
                      </a:moveTo>
                      <a:cubicBezTo>
                        <a:pt x="436" y="1"/>
                        <a:pt x="0" y="1041"/>
                        <a:pt x="605" y="1646"/>
                      </a:cubicBezTo>
                      <a:cubicBezTo>
                        <a:pt x="801" y="1842"/>
                        <a:pt x="1043" y="1930"/>
                        <a:pt x="1281" y="1930"/>
                      </a:cubicBezTo>
                      <a:cubicBezTo>
                        <a:pt x="1775" y="1930"/>
                        <a:pt x="2250" y="1549"/>
                        <a:pt x="2250" y="968"/>
                      </a:cubicBezTo>
                      <a:cubicBezTo>
                        <a:pt x="2250" y="436"/>
                        <a:pt x="1827" y="1"/>
                        <a:pt x="129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14" name="Google Shape;4114;p60"/>
              <p:cNvGrpSpPr/>
              <p:nvPr/>
            </p:nvGrpSpPr>
            <p:grpSpPr>
              <a:xfrm>
                <a:off x="4894653" y="3740848"/>
                <a:ext cx="31405" cy="26906"/>
                <a:chOff x="4894653" y="3740848"/>
                <a:chExt cx="31405" cy="26906"/>
              </a:xfrm>
            </p:grpSpPr>
            <p:sp>
              <p:nvSpPr>
                <p:cNvPr id="4115" name="Google Shape;4115;p60"/>
                <p:cNvSpPr/>
                <p:nvPr/>
              </p:nvSpPr>
              <p:spPr>
                <a:xfrm>
                  <a:off x="4894653" y="3740848"/>
                  <a:ext cx="31405" cy="26906"/>
                </a:xfrm>
                <a:custGeom>
                  <a:rect b="b" l="l" r="r" t="t"/>
                  <a:pathLst>
                    <a:path extrusionOk="0" h="3421" w="3993">
                      <a:moveTo>
                        <a:pt x="2273" y="1"/>
                      </a:moveTo>
                      <a:cubicBezTo>
                        <a:pt x="1853" y="1"/>
                        <a:pt x="1425" y="157"/>
                        <a:pt x="1077" y="505"/>
                      </a:cubicBezTo>
                      <a:cubicBezTo>
                        <a:pt x="1" y="1582"/>
                        <a:pt x="763" y="3420"/>
                        <a:pt x="2287" y="3420"/>
                      </a:cubicBezTo>
                      <a:cubicBezTo>
                        <a:pt x="3230" y="3420"/>
                        <a:pt x="3993" y="2658"/>
                        <a:pt x="3993" y="1715"/>
                      </a:cubicBezTo>
                      <a:cubicBezTo>
                        <a:pt x="3993"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6" name="Google Shape;4116;p60"/>
                <p:cNvSpPr/>
                <p:nvPr/>
              </p:nvSpPr>
              <p:spPr>
                <a:xfrm>
                  <a:off x="4907497" y="3750522"/>
                  <a:ext cx="8950" cy="7605"/>
                </a:xfrm>
                <a:custGeom>
                  <a:rect b="b" l="l" r="r" t="t"/>
                  <a:pathLst>
                    <a:path extrusionOk="0" h="967" w="1138">
                      <a:moveTo>
                        <a:pt x="654" y="1"/>
                      </a:moveTo>
                      <a:cubicBezTo>
                        <a:pt x="218" y="1"/>
                        <a:pt x="1" y="521"/>
                        <a:pt x="303" y="823"/>
                      </a:cubicBezTo>
                      <a:cubicBezTo>
                        <a:pt x="406" y="922"/>
                        <a:pt x="531" y="967"/>
                        <a:pt x="652" y="967"/>
                      </a:cubicBezTo>
                      <a:cubicBezTo>
                        <a:pt x="902" y="967"/>
                        <a:pt x="1138" y="778"/>
                        <a:pt x="1138" y="485"/>
                      </a:cubicBezTo>
                      <a:cubicBezTo>
                        <a:pt x="1138" y="219"/>
                        <a:pt x="920" y="1"/>
                        <a:pt x="6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17" name="Google Shape;4117;p60"/>
              <p:cNvGrpSpPr/>
              <p:nvPr/>
            </p:nvGrpSpPr>
            <p:grpSpPr>
              <a:xfrm>
                <a:off x="4962300" y="3696348"/>
                <a:ext cx="38255" cy="32773"/>
                <a:chOff x="4962300" y="3696348"/>
                <a:chExt cx="38255" cy="32773"/>
              </a:xfrm>
            </p:grpSpPr>
            <p:sp>
              <p:nvSpPr>
                <p:cNvPr id="4118" name="Google Shape;4118;p60"/>
                <p:cNvSpPr/>
                <p:nvPr/>
              </p:nvSpPr>
              <p:spPr>
                <a:xfrm>
                  <a:off x="4962300" y="3696348"/>
                  <a:ext cx="38255" cy="32773"/>
                </a:xfrm>
                <a:custGeom>
                  <a:rect b="b" l="l" r="r" t="t"/>
                  <a:pathLst>
                    <a:path extrusionOk="0" h="4167" w="4864">
                      <a:moveTo>
                        <a:pt x="2767" y="1"/>
                      </a:moveTo>
                      <a:cubicBezTo>
                        <a:pt x="2259" y="1"/>
                        <a:pt x="1740" y="189"/>
                        <a:pt x="1319" y="611"/>
                      </a:cubicBezTo>
                      <a:cubicBezTo>
                        <a:pt x="0" y="1929"/>
                        <a:pt x="932" y="4167"/>
                        <a:pt x="2783" y="4167"/>
                      </a:cubicBezTo>
                      <a:cubicBezTo>
                        <a:pt x="3932" y="4167"/>
                        <a:pt x="4863" y="3236"/>
                        <a:pt x="4863" y="2086"/>
                      </a:cubicBezTo>
                      <a:cubicBezTo>
                        <a:pt x="4863" y="833"/>
                        <a:pt x="3836" y="1"/>
                        <a:pt x="276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9" name="Google Shape;4119;p60"/>
                <p:cNvSpPr/>
                <p:nvPr/>
              </p:nvSpPr>
              <p:spPr>
                <a:xfrm>
                  <a:off x="4975238" y="3706093"/>
                  <a:ext cx="15612" cy="13386"/>
                </a:xfrm>
                <a:custGeom>
                  <a:rect b="b" l="l" r="r" t="t"/>
                  <a:pathLst>
                    <a:path extrusionOk="0" h="1702" w="1985">
                      <a:moveTo>
                        <a:pt x="1138" y="1"/>
                      </a:moveTo>
                      <a:cubicBezTo>
                        <a:pt x="388" y="1"/>
                        <a:pt x="1" y="908"/>
                        <a:pt x="533" y="1452"/>
                      </a:cubicBezTo>
                      <a:cubicBezTo>
                        <a:pt x="709" y="1624"/>
                        <a:pt x="923" y="1702"/>
                        <a:pt x="1132" y="1702"/>
                      </a:cubicBezTo>
                      <a:cubicBezTo>
                        <a:pt x="1569" y="1702"/>
                        <a:pt x="1984" y="1363"/>
                        <a:pt x="1984" y="847"/>
                      </a:cubicBezTo>
                      <a:cubicBezTo>
                        <a:pt x="1984" y="376"/>
                        <a:pt x="1609" y="1"/>
                        <a:pt x="113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20" name="Google Shape;4120;p60"/>
              <p:cNvGrpSpPr/>
              <p:nvPr/>
            </p:nvGrpSpPr>
            <p:grpSpPr>
              <a:xfrm>
                <a:off x="4980185" y="3743349"/>
                <a:ext cx="31499" cy="26969"/>
                <a:chOff x="4980185" y="3743349"/>
                <a:chExt cx="31499" cy="26969"/>
              </a:xfrm>
            </p:grpSpPr>
            <p:sp>
              <p:nvSpPr>
                <p:cNvPr id="4121" name="Google Shape;4121;p60"/>
                <p:cNvSpPr/>
                <p:nvPr/>
              </p:nvSpPr>
              <p:spPr>
                <a:xfrm>
                  <a:off x="4980185" y="3743349"/>
                  <a:ext cx="31499" cy="26969"/>
                </a:xfrm>
                <a:custGeom>
                  <a:rect b="b" l="l" r="r" t="t"/>
                  <a:pathLst>
                    <a:path extrusionOk="0" h="3429" w="4005">
                      <a:moveTo>
                        <a:pt x="2274" y="0"/>
                      </a:moveTo>
                      <a:cubicBezTo>
                        <a:pt x="1855" y="0"/>
                        <a:pt x="1427" y="155"/>
                        <a:pt x="1077" y="501"/>
                      </a:cubicBezTo>
                      <a:cubicBezTo>
                        <a:pt x="1" y="1578"/>
                        <a:pt x="763" y="3429"/>
                        <a:pt x="2287" y="3429"/>
                      </a:cubicBezTo>
                      <a:cubicBezTo>
                        <a:pt x="3230" y="3429"/>
                        <a:pt x="3993" y="2667"/>
                        <a:pt x="4005" y="1723"/>
                      </a:cubicBezTo>
                      <a:cubicBezTo>
                        <a:pt x="4005" y="689"/>
                        <a:pt x="3158" y="0"/>
                        <a:pt x="227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2" name="Google Shape;4122;p60"/>
                <p:cNvSpPr/>
                <p:nvPr/>
              </p:nvSpPr>
              <p:spPr>
                <a:xfrm>
                  <a:off x="4993123" y="3753094"/>
                  <a:ext cx="8856" cy="7605"/>
                </a:xfrm>
                <a:custGeom>
                  <a:rect b="b" l="l" r="r" t="t"/>
                  <a:pathLst>
                    <a:path extrusionOk="0" h="967" w="1126">
                      <a:moveTo>
                        <a:pt x="642" y="0"/>
                      </a:moveTo>
                      <a:cubicBezTo>
                        <a:pt x="206" y="0"/>
                        <a:pt x="1" y="521"/>
                        <a:pt x="303" y="823"/>
                      </a:cubicBezTo>
                      <a:cubicBezTo>
                        <a:pt x="402" y="922"/>
                        <a:pt x="524" y="966"/>
                        <a:pt x="644" y="966"/>
                      </a:cubicBezTo>
                      <a:cubicBezTo>
                        <a:pt x="890" y="966"/>
                        <a:pt x="1126" y="777"/>
                        <a:pt x="1126" y="484"/>
                      </a:cubicBezTo>
                      <a:cubicBezTo>
                        <a:pt x="1126" y="218"/>
                        <a:pt x="908" y="0"/>
                        <a:pt x="642"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23" name="Google Shape;4123;p60"/>
              <p:cNvGrpSpPr/>
              <p:nvPr/>
            </p:nvGrpSpPr>
            <p:grpSpPr>
              <a:xfrm>
                <a:off x="5013768" y="3734312"/>
                <a:ext cx="31499" cy="26969"/>
                <a:chOff x="5013768" y="3734312"/>
                <a:chExt cx="31499" cy="26969"/>
              </a:xfrm>
            </p:grpSpPr>
            <p:sp>
              <p:nvSpPr>
                <p:cNvPr id="4124" name="Google Shape;4124;p60"/>
                <p:cNvSpPr/>
                <p:nvPr/>
              </p:nvSpPr>
              <p:spPr>
                <a:xfrm>
                  <a:off x="5013768" y="3734312"/>
                  <a:ext cx="31499" cy="26969"/>
                </a:xfrm>
                <a:custGeom>
                  <a:rect b="b" l="l" r="r" t="t"/>
                  <a:pathLst>
                    <a:path extrusionOk="0" h="3429" w="4005">
                      <a:moveTo>
                        <a:pt x="2281" y="1"/>
                      </a:moveTo>
                      <a:cubicBezTo>
                        <a:pt x="1858" y="1"/>
                        <a:pt x="1428" y="159"/>
                        <a:pt x="1077" y="513"/>
                      </a:cubicBezTo>
                      <a:cubicBezTo>
                        <a:pt x="1" y="1590"/>
                        <a:pt x="775" y="3429"/>
                        <a:pt x="2299" y="3429"/>
                      </a:cubicBezTo>
                      <a:cubicBezTo>
                        <a:pt x="3231" y="3417"/>
                        <a:pt x="3993" y="2655"/>
                        <a:pt x="4005" y="1711"/>
                      </a:cubicBezTo>
                      <a:cubicBezTo>
                        <a:pt x="3997" y="682"/>
                        <a:pt x="3157" y="1"/>
                        <a:pt x="228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5" name="Google Shape;4125;p60"/>
                <p:cNvSpPr/>
                <p:nvPr/>
              </p:nvSpPr>
              <p:spPr>
                <a:xfrm>
                  <a:off x="5028043" y="3743963"/>
                  <a:ext cx="7621" cy="7613"/>
                </a:xfrm>
                <a:custGeom>
                  <a:rect b="b" l="l" r="r" t="t"/>
                  <a:pathLst>
                    <a:path extrusionOk="0" h="968" w="969">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26" name="Google Shape;4126;p60"/>
              <p:cNvGrpSpPr/>
              <p:nvPr/>
            </p:nvGrpSpPr>
            <p:grpSpPr>
              <a:xfrm>
                <a:off x="5036703" y="3764545"/>
                <a:ext cx="31499" cy="26898"/>
                <a:chOff x="5036703" y="3764545"/>
                <a:chExt cx="31499" cy="26898"/>
              </a:xfrm>
            </p:grpSpPr>
            <p:sp>
              <p:nvSpPr>
                <p:cNvPr id="4127" name="Google Shape;4127;p60"/>
                <p:cNvSpPr/>
                <p:nvPr/>
              </p:nvSpPr>
              <p:spPr>
                <a:xfrm>
                  <a:off x="5036703" y="3764545"/>
                  <a:ext cx="31499" cy="26898"/>
                </a:xfrm>
                <a:custGeom>
                  <a:rect b="b" l="l" r="r" t="t"/>
                  <a:pathLst>
                    <a:path extrusionOk="0" h="3420" w="4005">
                      <a:moveTo>
                        <a:pt x="2284" y="0"/>
                      </a:moveTo>
                      <a:cubicBezTo>
                        <a:pt x="1865" y="0"/>
                        <a:pt x="1437" y="156"/>
                        <a:pt x="1089" y="504"/>
                      </a:cubicBezTo>
                      <a:cubicBezTo>
                        <a:pt x="0" y="1581"/>
                        <a:pt x="774" y="3419"/>
                        <a:pt x="2298" y="3419"/>
                      </a:cubicBezTo>
                      <a:cubicBezTo>
                        <a:pt x="3242" y="3419"/>
                        <a:pt x="4004" y="2657"/>
                        <a:pt x="4004" y="1714"/>
                      </a:cubicBezTo>
                      <a:cubicBezTo>
                        <a:pt x="4004" y="682"/>
                        <a:pt x="3162" y="0"/>
                        <a:pt x="228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8" name="Google Shape;4128;p60"/>
                <p:cNvSpPr/>
                <p:nvPr/>
              </p:nvSpPr>
              <p:spPr>
                <a:xfrm>
                  <a:off x="5049641" y="3774211"/>
                  <a:ext cx="8856" cy="7605"/>
                </a:xfrm>
                <a:custGeom>
                  <a:rect b="b" l="l" r="r" t="t"/>
                  <a:pathLst>
                    <a:path extrusionOk="0" h="967" w="1126">
                      <a:moveTo>
                        <a:pt x="653" y="1"/>
                      </a:moveTo>
                      <a:cubicBezTo>
                        <a:pt x="218" y="1"/>
                        <a:pt x="0" y="521"/>
                        <a:pt x="303" y="823"/>
                      </a:cubicBezTo>
                      <a:cubicBezTo>
                        <a:pt x="402" y="922"/>
                        <a:pt x="524" y="967"/>
                        <a:pt x="643" y="967"/>
                      </a:cubicBezTo>
                      <a:cubicBezTo>
                        <a:pt x="890" y="967"/>
                        <a:pt x="1125" y="778"/>
                        <a:pt x="1125" y="485"/>
                      </a:cubicBezTo>
                      <a:cubicBezTo>
                        <a:pt x="1125" y="219"/>
                        <a:pt x="920" y="1"/>
                        <a:pt x="65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29" name="Google Shape;4129;p60"/>
              <p:cNvGrpSpPr/>
              <p:nvPr/>
            </p:nvGrpSpPr>
            <p:grpSpPr>
              <a:xfrm>
                <a:off x="4953546" y="3768352"/>
                <a:ext cx="31405" cy="26898"/>
                <a:chOff x="4953546" y="3768352"/>
                <a:chExt cx="31405" cy="26898"/>
              </a:xfrm>
            </p:grpSpPr>
            <p:sp>
              <p:nvSpPr>
                <p:cNvPr id="4130" name="Google Shape;4130;p60"/>
                <p:cNvSpPr/>
                <p:nvPr/>
              </p:nvSpPr>
              <p:spPr>
                <a:xfrm>
                  <a:off x="4953546" y="3768352"/>
                  <a:ext cx="31405" cy="26898"/>
                </a:xfrm>
                <a:custGeom>
                  <a:rect b="b" l="l" r="r" t="t"/>
                  <a:pathLst>
                    <a:path extrusionOk="0" h="3420" w="3993">
                      <a:moveTo>
                        <a:pt x="2271" y="0"/>
                      </a:moveTo>
                      <a:cubicBezTo>
                        <a:pt x="1852" y="0"/>
                        <a:pt x="1425" y="156"/>
                        <a:pt x="1077" y="504"/>
                      </a:cubicBezTo>
                      <a:cubicBezTo>
                        <a:pt x="1" y="1581"/>
                        <a:pt x="751" y="3419"/>
                        <a:pt x="2287" y="3419"/>
                      </a:cubicBezTo>
                      <a:cubicBezTo>
                        <a:pt x="3218" y="3419"/>
                        <a:pt x="3992" y="2657"/>
                        <a:pt x="3992" y="1726"/>
                      </a:cubicBezTo>
                      <a:cubicBezTo>
                        <a:pt x="3992" y="686"/>
                        <a:pt x="3150" y="0"/>
                        <a:pt x="227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1" name="Google Shape;4131;p60"/>
                <p:cNvSpPr/>
                <p:nvPr/>
              </p:nvSpPr>
              <p:spPr>
                <a:xfrm>
                  <a:off x="4966390" y="3778018"/>
                  <a:ext cx="8950" cy="7684"/>
                </a:xfrm>
                <a:custGeom>
                  <a:rect b="b" l="l" r="r" t="t"/>
                  <a:pathLst>
                    <a:path extrusionOk="0" h="977" w="1138">
                      <a:moveTo>
                        <a:pt x="654" y="1"/>
                      </a:moveTo>
                      <a:cubicBezTo>
                        <a:pt x="218" y="1"/>
                        <a:pt x="1" y="533"/>
                        <a:pt x="303" y="835"/>
                      </a:cubicBezTo>
                      <a:cubicBezTo>
                        <a:pt x="404" y="933"/>
                        <a:pt x="527" y="976"/>
                        <a:pt x="647" y="976"/>
                      </a:cubicBezTo>
                      <a:cubicBezTo>
                        <a:pt x="899" y="976"/>
                        <a:pt x="1138" y="784"/>
                        <a:pt x="1138" y="497"/>
                      </a:cubicBezTo>
                      <a:cubicBezTo>
                        <a:pt x="1138" y="218"/>
                        <a:pt x="920" y="1"/>
                        <a:pt x="6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32" name="Google Shape;4132;p60"/>
              <p:cNvGrpSpPr/>
              <p:nvPr/>
            </p:nvGrpSpPr>
            <p:grpSpPr>
              <a:xfrm>
                <a:off x="4964770" y="3814016"/>
                <a:ext cx="31499" cy="26993"/>
                <a:chOff x="4964770" y="3814016"/>
                <a:chExt cx="31499" cy="26993"/>
              </a:xfrm>
            </p:grpSpPr>
            <p:sp>
              <p:nvSpPr>
                <p:cNvPr id="4133" name="Google Shape;4133;p60"/>
                <p:cNvSpPr/>
                <p:nvPr/>
              </p:nvSpPr>
              <p:spPr>
                <a:xfrm>
                  <a:off x="4964770" y="3814016"/>
                  <a:ext cx="31499" cy="26993"/>
                </a:xfrm>
                <a:custGeom>
                  <a:rect b="b" l="l" r="r" t="t"/>
                  <a:pathLst>
                    <a:path extrusionOk="0" h="3432" w="4005">
                      <a:moveTo>
                        <a:pt x="2276" y="0"/>
                      </a:moveTo>
                      <a:cubicBezTo>
                        <a:pt x="1855" y="0"/>
                        <a:pt x="1426" y="156"/>
                        <a:pt x="1078" y="504"/>
                      </a:cubicBezTo>
                      <a:cubicBezTo>
                        <a:pt x="1" y="1581"/>
                        <a:pt x="763" y="3432"/>
                        <a:pt x="2287" y="3432"/>
                      </a:cubicBezTo>
                      <a:cubicBezTo>
                        <a:pt x="3231" y="3432"/>
                        <a:pt x="3993" y="2658"/>
                        <a:pt x="4005" y="1714"/>
                      </a:cubicBezTo>
                      <a:cubicBezTo>
                        <a:pt x="4005" y="683"/>
                        <a:pt x="3158" y="0"/>
                        <a:pt x="227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4" name="Google Shape;4134;p60"/>
                <p:cNvSpPr/>
                <p:nvPr/>
              </p:nvSpPr>
              <p:spPr>
                <a:xfrm>
                  <a:off x="4977715" y="3823690"/>
                  <a:ext cx="8856" cy="7676"/>
                </a:xfrm>
                <a:custGeom>
                  <a:rect b="b" l="l" r="r" t="t"/>
                  <a:pathLst>
                    <a:path extrusionOk="0" h="976" w="1126">
                      <a:moveTo>
                        <a:pt x="641" y="0"/>
                      </a:moveTo>
                      <a:cubicBezTo>
                        <a:pt x="206" y="0"/>
                        <a:pt x="0" y="520"/>
                        <a:pt x="303" y="835"/>
                      </a:cubicBezTo>
                      <a:cubicBezTo>
                        <a:pt x="399" y="932"/>
                        <a:pt x="519" y="975"/>
                        <a:pt x="636" y="975"/>
                      </a:cubicBezTo>
                      <a:cubicBezTo>
                        <a:pt x="885" y="975"/>
                        <a:pt x="1125" y="780"/>
                        <a:pt x="1125" y="484"/>
                      </a:cubicBezTo>
                      <a:cubicBezTo>
                        <a:pt x="1125" y="218"/>
                        <a:pt x="907" y="0"/>
                        <a:pt x="64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35" name="Google Shape;4135;p60"/>
              <p:cNvGrpSpPr/>
              <p:nvPr/>
            </p:nvGrpSpPr>
            <p:grpSpPr>
              <a:xfrm>
                <a:off x="4923290" y="3800504"/>
                <a:ext cx="31468" cy="26898"/>
                <a:chOff x="4923290" y="3800504"/>
                <a:chExt cx="31468" cy="26898"/>
              </a:xfrm>
            </p:grpSpPr>
            <p:sp>
              <p:nvSpPr>
                <p:cNvPr id="4136" name="Google Shape;4136;p60"/>
                <p:cNvSpPr/>
                <p:nvPr/>
              </p:nvSpPr>
              <p:spPr>
                <a:xfrm>
                  <a:off x="4923290" y="3800504"/>
                  <a:ext cx="31468" cy="26898"/>
                </a:xfrm>
                <a:custGeom>
                  <a:rect b="b" l="l" r="r" t="t"/>
                  <a:pathLst>
                    <a:path extrusionOk="0" h="3420" w="4001">
                      <a:moveTo>
                        <a:pt x="2276" y="1"/>
                      </a:moveTo>
                      <a:cubicBezTo>
                        <a:pt x="1855" y="1"/>
                        <a:pt x="1426" y="156"/>
                        <a:pt x="1077" y="505"/>
                      </a:cubicBezTo>
                      <a:cubicBezTo>
                        <a:pt x="1" y="1581"/>
                        <a:pt x="763" y="3420"/>
                        <a:pt x="2287" y="3420"/>
                      </a:cubicBezTo>
                      <a:cubicBezTo>
                        <a:pt x="3231" y="3420"/>
                        <a:pt x="3993" y="2658"/>
                        <a:pt x="3993" y="1714"/>
                      </a:cubicBezTo>
                      <a:cubicBezTo>
                        <a:pt x="4001" y="683"/>
                        <a:pt x="3156" y="1"/>
                        <a:pt x="227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7" name="Google Shape;4137;p60"/>
                <p:cNvSpPr/>
                <p:nvPr/>
              </p:nvSpPr>
              <p:spPr>
                <a:xfrm>
                  <a:off x="4937470" y="3810178"/>
                  <a:ext cx="7613" cy="7621"/>
                </a:xfrm>
                <a:custGeom>
                  <a:rect b="b" l="l" r="r" t="t"/>
                  <a:pathLst>
                    <a:path extrusionOk="0" h="969" w="968">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38" name="Google Shape;4138;p60"/>
              <p:cNvGrpSpPr/>
              <p:nvPr/>
            </p:nvGrpSpPr>
            <p:grpSpPr>
              <a:xfrm>
                <a:off x="5108534" y="3650943"/>
                <a:ext cx="31405" cy="26993"/>
                <a:chOff x="5108534" y="3650943"/>
                <a:chExt cx="31405" cy="26993"/>
              </a:xfrm>
            </p:grpSpPr>
            <p:sp>
              <p:nvSpPr>
                <p:cNvPr id="4139" name="Google Shape;4139;p60"/>
                <p:cNvSpPr/>
                <p:nvPr/>
              </p:nvSpPr>
              <p:spPr>
                <a:xfrm>
                  <a:off x="5108534" y="3650943"/>
                  <a:ext cx="31405" cy="26993"/>
                </a:xfrm>
                <a:custGeom>
                  <a:rect b="b" l="l" r="r" t="t"/>
                  <a:pathLst>
                    <a:path extrusionOk="0" h="3432" w="3993">
                      <a:moveTo>
                        <a:pt x="2272" y="1"/>
                      </a:moveTo>
                      <a:cubicBezTo>
                        <a:pt x="1853" y="1"/>
                        <a:pt x="1425" y="156"/>
                        <a:pt x="1077" y="505"/>
                      </a:cubicBezTo>
                      <a:cubicBezTo>
                        <a:pt x="0" y="1581"/>
                        <a:pt x="762" y="3432"/>
                        <a:pt x="2286" y="3432"/>
                      </a:cubicBezTo>
                      <a:cubicBezTo>
                        <a:pt x="3230" y="3432"/>
                        <a:pt x="3992" y="2658"/>
                        <a:pt x="3992" y="1714"/>
                      </a:cubicBezTo>
                      <a:cubicBezTo>
                        <a:pt x="3992" y="683"/>
                        <a:pt x="3150" y="1"/>
                        <a:pt x="227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0" name="Google Shape;4140;p60"/>
                <p:cNvSpPr/>
                <p:nvPr/>
              </p:nvSpPr>
              <p:spPr>
                <a:xfrm>
                  <a:off x="5122707" y="3660617"/>
                  <a:ext cx="7621" cy="7621"/>
                </a:xfrm>
                <a:custGeom>
                  <a:rect b="b" l="l" r="r" t="t"/>
                  <a:pathLst>
                    <a:path extrusionOk="0" h="969" w="969">
                      <a:moveTo>
                        <a:pt x="484" y="0"/>
                      </a:moveTo>
                      <a:cubicBezTo>
                        <a:pt x="218" y="0"/>
                        <a:pt x="1" y="218"/>
                        <a:pt x="1" y="484"/>
                      </a:cubicBezTo>
                      <a:cubicBezTo>
                        <a:pt x="1" y="750"/>
                        <a:pt x="218" y="968"/>
                        <a:pt x="484" y="968"/>
                      </a:cubicBezTo>
                      <a:cubicBezTo>
                        <a:pt x="751" y="968"/>
                        <a:pt x="968" y="750"/>
                        <a:pt x="968" y="484"/>
                      </a:cubicBezTo>
                      <a:cubicBezTo>
                        <a:pt x="968" y="218"/>
                        <a:pt x="751"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41" name="Google Shape;4141;p60"/>
              <p:cNvGrpSpPr/>
              <p:nvPr/>
            </p:nvGrpSpPr>
            <p:grpSpPr>
              <a:xfrm>
                <a:off x="5119380" y="3760739"/>
                <a:ext cx="31499" cy="26993"/>
                <a:chOff x="5119380" y="3760739"/>
                <a:chExt cx="31499" cy="26993"/>
              </a:xfrm>
            </p:grpSpPr>
            <p:sp>
              <p:nvSpPr>
                <p:cNvPr id="4142" name="Google Shape;4142;p60"/>
                <p:cNvSpPr/>
                <p:nvPr/>
              </p:nvSpPr>
              <p:spPr>
                <a:xfrm>
                  <a:off x="5119380" y="3760739"/>
                  <a:ext cx="31499" cy="26993"/>
                </a:xfrm>
                <a:custGeom>
                  <a:rect b="b" l="l" r="r" t="t"/>
                  <a:pathLst>
                    <a:path extrusionOk="0" h="3432" w="4005">
                      <a:moveTo>
                        <a:pt x="2275" y="0"/>
                      </a:moveTo>
                      <a:cubicBezTo>
                        <a:pt x="1854" y="0"/>
                        <a:pt x="1425" y="156"/>
                        <a:pt x="1077" y="504"/>
                      </a:cubicBezTo>
                      <a:cubicBezTo>
                        <a:pt x="0" y="1581"/>
                        <a:pt x="762" y="3432"/>
                        <a:pt x="2286" y="3432"/>
                      </a:cubicBezTo>
                      <a:cubicBezTo>
                        <a:pt x="3230" y="3420"/>
                        <a:pt x="3992" y="2657"/>
                        <a:pt x="4004" y="1714"/>
                      </a:cubicBezTo>
                      <a:cubicBezTo>
                        <a:pt x="4004" y="683"/>
                        <a:pt x="3157" y="0"/>
                        <a:pt x="227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3" name="Google Shape;4143;p60"/>
                <p:cNvSpPr/>
                <p:nvPr/>
              </p:nvSpPr>
              <p:spPr>
                <a:xfrm>
                  <a:off x="5132318" y="3770405"/>
                  <a:ext cx="8856" cy="7653"/>
                </a:xfrm>
                <a:custGeom>
                  <a:rect b="b" l="l" r="r" t="t"/>
                  <a:pathLst>
                    <a:path extrusionOk="0" h="973" w="1126">
                      <a:moveTo>
                        <a:pt x="641" y="1"/>
                      </a:moveTo>
                      <a:cubicBezTo>
                        <a:pt x="206" y="1"/>
                        <a:pt x="0" y="521"/>
                        <a:pt x="303" y="824"/>
                      </a:cubicBezTo>
                      <a:cubicBezTo>
                        <a:pt x="402" y="926"/>
                        <a:pt x="524" y="972"/>
                        <a:pt x="644" y="972"/>
                      </a:cubicBezTo>
                      <a:cubicBezTo>
                        <a:pt x="890" y="972"/>
                        <a:pt x="1125" y="778"/>
                        <a:pt x="1125" y="485"/>
                      </a:cubicBezTo>
                      <a:cubicBezTo>
                        <a:pt x="1125" y="219"/>
                        <a:pt x="908"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44" name="Google Shape;4144;p60"/>
              <p:cNvGrpSpPr/>
              <p:nvPr/>
            </p:nvGrpSpPr>
            <p:grpSpPr>
              <a:xfrm>
                <a:off x="5119380" y="3788235"/>
                <a:ext cx="31499" cy="26993"/>
                <a:chOff x="5119380" y="3788235"/>
                <a:chExt cx="31499" cy="26993"/>
              </a:xfrm>
            </p:grpSpPr>
            <p:sp>
              <p:nvSpPr>
                <p:cNvPr id="4145" name="Google Shape;4145;p60"/>
                <p:cNvSpPr/>
                <p:nvPr/>
              </p:nvSpPr>
              <p:spPr>
                <a:xfrm>
                  <a:off x="5119380" y="3788235"/>
                  <a:ext cx="31499" cy="26993"/>
                </a:xfrm>
                <a:custGeom>
                  <a:rect b="b" l="l" r="r" t="t"/>
                  <a:pathLst>
                    <a:path extrusionOk="0" h="3432" w="4005">
                      <a:moveTo>
                        <a:pt x="2275" y="0"/>
                      </a:moveTo>
                      <a:cubicBezTo>
                        <a:pt x="1854" y="0"/>
                        <a:pt x="1425" y="156"/>
                        <a:pt x="1077" y="504"/>
                      </a:cubicBezTo>
                      <a:cubicBezTo>
                        <a:pt x="0" y="1581"/>
                        <a:pt x="762" y="3432"/>
                        <a:pt x="2286" y="3432"/>
                      </a:cubicBezTo>
                      <a:cubicBezTo>
                        <a:pt x="3230" y="3419"/>
                        <a:pt x="3992" y="2657"/>
                        <a:pt x="4004" y="1714"/>
                      </a:cubicBezTo>
                      <a:cubicBezTo>
                        <a:pt x="4004" y="683"/>
                        <a:pt x="3157" y="0"/>
                        <a:pt x="227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6" name="Google Shape;4146;p60"/>
                <p:cNvSpPr/>
                <p:nvPr/>
              </p:nvSpPr>
              <p:spPr>
                <a:xfrm>
                  <a:off x="5132318" y="3797901"/>
                  <a:ext cx="8856" cy="7605"/>
                </a:xfrm>
                <a:custGeom>
                  <a:rect b="b" l="l" r="r" t="t"/>
                  <a:pathLst>
                    <a:path extrusionOk="0" h="967" w="1126">
                      <a:moveTo>
                        <a:pt x="641" y="1"/>
                      </a:moveTo>
                      <a:cubicBezTo>
                        <a:pt x="206" y="1"/>
                        <a:pt x="0" y="521"/>
                        <a:pt x="303" y="824"/>
                      </a:cubicBezTo>
                      <a:cubicBezTo>
                        <a:pt x="402" y="922"/>
                        <a:pt x="524" y="967"/>
                        <a:pt x="643" y="967"/>
                      </a:cubicBezTo>
                      <a:cubicBezTo>
                        <a:pt x="890" y="967"/>
                        <a:pt x="1125" y="778"/>
                        <a:pt x="1125" y="485"/>
                      </a:cubicBezTo>
                      <a:cubicBezTo>
                        <a:pt x="1125" y="219"/>
                        <a:pt x="908"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47" name="Google Shape;4147;p60"/>
              <p:cNvGrpSpPr/>
              <p:nvPr/>
            </p:nvGrpSpPr>
            <p:grpSpPr>
              <a:xfrm>
                <a:off x="5158005" y="3875284"/>
                <a:ext cx="31405" cy="27001"/>
                <a:chOff x="5158005" y="3875284"/>
                <a:chExt cx="31405" cy="27001"/>
              </a:xfrm>
            </p:grpSpPr>
            <p:sp>
              <p:nvSpPr>
                <p:cNvPr id="4148" name="Google Shape;4148;p60"/>
                <p:cNvSpPr/>
                <p:nvPr/>
              </p:nvSpPr>
              <p:spPr>
                <a:xfrm>
                  <a:off x="5158005" y="3875284"/>
                  <a:ext cx="31405" cy="27001"/>
                </a:xfrm>
                <a:custGeom>
                  <a:rect b="b" l="l" r="r" t="t"/>
                  <a:pathLst>
                    <a:path extrusionOk="0" h="3433" w="3993">
                      <a:moveTo>
                        <a:pt x="2273" y="1"/>
                      </a:moveTo>
                      <a:cubicBezTo>
                        <a:pt x="1853" y="1"/>
                        <a:pt x="1425" y="157"/>
                        <a:pt x="1077" y="505"/>
                      </a:cubicBezTo>
                      <a:cubicBezTo>
                        <a:pt x="0" y="1581"/>
                        <a:pt x="763" y="3432"/>
                        <a:pt x="2287" y="3432"/>
                      </a:cubicBezTo>
                      <a:cubicBezTo>
                        <a:pt x="3230" y="3432"/>
                        <a:pt x="3992" y="2658"/>
                        <a:pt x="3992" y="1714"/>
                      </a:cubicBezTo>
                      <a:cubicBezTo>
                        <a:pt x="3992"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9" name="Google Shape;4149;p60"/>
                <p:cNvSpPr/>
                <p:nvPr/>
              </p:nvSpPr>
              <p:spPr>
                <a:xfrm>
                  <a:off x="5170848" y="3884958"/>
                  <a:ext cx="8950" cy="7645"/>
                </a:xfrm>
                <a:custGeom>
                  <a:rect b="b" l="l" r="r" t="t"/>
                  <a:pathLst>
                    <a:path extrusionOk="0" h="972" w="1138">
                      <a:moveTo>
                        <a:pt x="654" y="0"/>
                      </a:moveTo>
                      <a:cubicBezTo>
                        <a:pt x="218" y="0"/>
                        <a:pt x="1" y="521"/>
                        <a:pt x="303" y="823"/>
                      </a:cubicBezTo>
                      <a:cubicBezTo>
                        <a:pt x="406" y="926"/>
                        <a:pt x="531" y="972"/>
                        <a:pt x="652" y="972"/>
                      </a:cubicBezTo>
                      <a:cubicBezTo>
                        <a:pt x="902" y="972"/>
                        <a:pt x="1138" y="777"/>
                        <a:pt x="1138" y="484"/>
                      </a:cubicBezTo>
                      <a:cubicBezTo>
                        <a:pt x="1138" y="218"/>
                        <a:pt x="920" y="0"/>
                        <a:pt x="65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50" name="Google Shape;4150;p60"/>
              <p:cNvGrpSpPr/>
              <p:nvPr/>
            </p:nvGrpSpPr>
            <p:grpSpPr>
              <a:xfrm>
                <a:off x="5233163" y="3764545"/>
                <a:ext cx="31499" cy="26898"/>
                <a:chOff x="5233163" y="3764545"/>
                <a:chExt cx="31499" cy="26898"/>
              </a:xfrm>
            </p:grpSpPr>
            <p:sp>
              <p:nvSpPr>
                <p:cNvPr id="4151" name="Google Shape;4151;p60"/>
                <p:cNvSpPr/>
                <p:nvPr/>
              </p:nvSpPr>
              <p:spPr>
                <a:xfrm>
                  <a:off x="5233163" y="3764545"/>
                  <a:ext cx="31499" cy="26898"/>
                </a:xfrm>
                <a:custGeom>
                  <a:rect b="b" l="l" r="r" t="t"/>
                  <a:pathLst>
                    <a:path extrusionOk="0" h="3420" w="4005">
                      <a:moveTo>
                        <a:pt x="2276" y="0"/>
                      </a:moveTo>
                      <a:cubicBezTo>
                        <a:pt x="1855" y="0"/>
                        <a:pt x="1426" y="156"/>
                        <a:pt x="1078" y="504"/>
                      </a:cubicBezTo>
                      <a:cubicBezTo>
                        <a:pt x="1" y="1581"/>
                        <a:pt x="763" y="3419"/>
                        <a:pt x="2287" y="3419"/>
                      </a:cubicBezTo>
                      <a:cubicBezTo>
                        <a:pt x="3231" y="3419"/>
                        <a:pt x="4005" y="2657"/>
                        <a:pt x="4005" y="1714"/>
                      </a:cubicBezTo>
                      <a:cubicBezTo>
                        <a:pt x="4005" y="682"/>
                        <a:pt x="3158" y="0"/>
                        <a:pt x="227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2" name="Google Shape;4152;p60"/>
                <p:cNvSpPr/>
                <p:nvPr/>
              </p:nvSpPr>
              <p:spPr>
                <a:xfrm>
                  <a:off x="5246108" y="3774211"/>
                  <a:ext cx="8856" cy="7590"/>
                </a:xfrm>
                <a:custGeom>
                  <a:rect b="b" l="l" r="r" t="t"/>
                  <a:pathLst>
                    <a:path extrusionOk="0" h="965" w="1126">
                      <a:moveTo>
                        <a:pt x="641" y="1"/>
                      </a:moveTo>
                      <a:cubicBezTo>
                        <a:pt x="218" y="1"/>
                        <a:pt x="0" y="521"/>
                        <a:pt x="303" y="823"/>
                      </a:cubicBezTo>
                      <a:cubicBezTo>
                        <a:pt x="400" y="921"/>
                        <a:pt x="520" y="964"/>
                        <a:pt x="638" y="964"/>
                      </a:cubicBezTo>
                      <a:cubicBezTo>
                        <a:pt x="886" y="964"/>
                        <a:pt x="1125" y="772"/>
                        <a:pt x="1125" y="485"/>
                      </a:cubicBezTo>
                      <a:cubicBezTo>
                        <a:pt x="1125" y="219"/>
                        <a:pt x="907"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53" name="Google Shape;4153;p60"/>
              <p:cNvGrpSpPr/>
              <p:nvPr/>
            </p:nvGrpSpPr>
            <p:grpSpPr>
              <a:xfrm>
                <a:off x="5276168" y="3805545"/>
                <a:ext cx="31499" cy="26906"/>
                <a:chOff x="5276168" y="3805545"/>
                <a:chExt cx="31499" cy="26906"/>
              </a:xfrm>
            </p:grpSpPr>
            <p:sp>
              <p:nvSpPr>
                <p:cNvPr id="4154" name="Google Shape;4154;p60"/>
                <p:cNvSpPr/>
                <p:nvPr/>
              </p:nvSpPr>
              <p:spPr>
                <a:xfrm>
                  <a:off x="5276168" y="3805545"/>
                  <a:ext cx="31499" cy="26906"/>
                </a:xfrm>
                <a:custGeom>
                  <a:rect b="b" l="l" r="r" t="t"/>
                  <a:pathLst>
                    <a:path extrusionOk="0" h="3421" w="4005">
                      <a:moveTo>
                        <a:pt x="2281" y="1"/>
                      </a:moveTo>
                      <a:cubicBezTo>
                        <a:pt x="1860" y="1"/>
                        <a:pt x="1429" y="157"/>
                        <a:pt x="1077" y="505"/>
                      </a:cubicBezTo>
                      <a:cubicBezTo>
                        <a:pt x="1" y="1581"/>
                        <a:pt x="763" y="3420"/>
                        <a:pt x="2287" y="3420"/>
                      </a:cubicBezTo>
                      <a:cubicBezTo>
                        <a:pt x="3231" y="3420"/>
                        <a:pt x="4005" y="2658"/>
                        <a:pt x="4005" y="1714"/>
                      </a:cubicBezTo>
                      <a:cubicBezTo>
                        <a:pt x="4005" y="683"/>
                        <a:pt x="3163" y="1"/>
                        <a:pt x="228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5" name="Google Shape;4155;p60"/>
                <p:cNvSpPr/>
                <p:nvPr/>
              </p:nvSpPr>
              <p:spPr>
                <a:xfrm>
                  <a:off x="5289106" y="3815219"/>
                  <a:ext cx="8856" cy="7605"/>
                </a:xfrm>
                <a:custGeom>
                  <a:rect b="b" l="l" r="r" t="t"/>
                  <a:pathLst>
                    <a:path extrusionOk="0" h="967" w="1126">
                      <a:moveTo>
                        <a:pt x="642" y="1"/>
                      </a:moveTo>
                      <a:cubicBezTo>
                        <a:pt x="219" y="1"/>
                        <a:pt x="1" y="521"/>
                        <a:pt x="303" y="823"/>
                      </a:cubicBezTo>
                      <a:cubicBezTo>
                        <a:pt x="402" y="922"/>
                        <a:pt x="524" y="967"/>
                        <a:pt x="644" y="967"/>
                      </a:cubicBezTo>
                      <a:cubicBezTo>
                        <a:pt x="890" y="967"/>
                        <a:pt x="1126" y="778"/>
                        <a:pt x="1126" y="484"/>
                      </a:cubicBezTo>
                      <a:cubicBezTo>
                        <a:pt x="1126" y="218"/>
                        <a:pt x="908" y="1"/>
                        <a:pt x="64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56" name="Google Shape;4156;p60"/>
              <p:cNvGrpSpPr/>
              <p:nvPr/>
            </p:nvGrpSpPr>
            <p:grpSpPr>
              <a:xfrm>
                <a:off x="5294053" y="3851933"/>
                <a:ext cx="31405" cy="26945"/>
                <a:chOff x="5294053" y="3851933"/>
                <a:chExt cx="31405" cy="26945"/>
              </a:xfrm>
            </p:grpSpPr>
            <p:sp>
              <p:nvSpPr>
                <p:cNvPr id="4157" name="Google Shape;4157;p60"/>
                <p:cNvSpPr/>
                <p:nvPr/>
              </p:nvSpPr>
              <p:spPr>
                <a:xfrm>
                  <a:off x="5294053" y="3851933"/>
                  <a:ext cx="31405" cy="26945"/>
                </a:xfrm>
                <a:custGeom>
                  <a:rect b="b" l="l" r="r" t="t"/>
                  <a:pathLst>
                    <a:path extrusionOk="0" h="3426" w="3993">
                      <a:moveTo>
                        <a:pt x="2273" y="1"/>
                      </a:moveTo>
                      <a:cubicBezTo>
                        <a:pt x="1854" y="1"/>
                        <a:pt x="1426" y="158"/>
                        <a:pt x="1077" y="510"/>
                      </a:cubicBezTo>
                      <a:cubicBezTo>
                        <a:pt x="1" y="1587"/>
                        <a:pt x="763" y="3425"/>
                        <a:pt x="2287" y="3425"/>
                      </a:cubicBezTo>
                      <a:cubicBezTo>
                        <a:pt x="3231" y="3425"/>
                        <a:pt x="3993" y="2663"/>
                        <a:pt x="3993" y="1720"/>
                      </a:cubicBezTo>
                      <a:cubicBezTo>
                        <a:pt x="3993" y="688"/>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8" name="Google Shape;4158;p60"/>
                <p:cNvSpPr/>
                <p:nvPr/>
              </p:nvSpPr>
              <p:spPr>
                <a:xfrm>
                  <a:off x="5308234" y="3861552"/>
                  <a:ext cx="7621" cy="7621"/>
                </a:xfrm>
                <a:custGeom>
                  <a:rect b="b" l="l" r="r" t="t"/>
                  <a:pathLst>
                    <a:path extrusionOk="0" h="969" w="969">
                      <a:moveTo>
                        <a:pt x="484" y="1"/>
                      </a:moveTo>
                      <a:cubicBezTo>
                        <a:pt x="218" y="1"/>
                        <a:pt x="0" y="218"/>
                        <a:pt x="0" y="485"/>
                      </a:cubicBezTo>
                      <a:cubicBezTo>
                        <a:pt x="0" y="763"/>
                        <a:pt x="218" y="968"/>
                        <a:pt x="484" y="968"/>
                      </a:cubicBezTo>
                      <a:cubicBezTo>
                        <a:pt x="750" y="968"/>
                        <a:pt x="968" y="763"/>
                        <a:pt x="968" y="485"/>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59" name="Google Shape;4159;p60"/>
              <p:cNvGrpSpPr/>
              <p:nvPr/>
            </p:nvGrpSpPr>
            <p:grpSpPr>
              <a:xfrm>
                <a:off x="5341723" y="3851902"/>
                <a:ext cx="31405" cy="26977"/>
                <a:chOff x="5341723" y="3851902"/>
                <a:chExt cx="31405" cy="26977"/>
              </a:xfrm>
            </p:grpSpPr>
            <p:sp>
              <p:nvSpPr>
                <p:cNvPr id="4160" name="Google Shape;4160;p60"/>
                <p:cNvSpPr/>
                <p:nvPr/>
              </p:nvSpPr>
              <p:spPr>
                <a:xfrm>
                  <a:off x="5341723" y="3851902"/>
                  <a:ext cx="31405" cy="26977"/>
                </a:xfrm>
                <a:custGeom>
                  <a:rect b="b" l="l" r="r" t="t"/>
                  <a:pathLst>
                    <a:path extrusionOk="0" h="3430" w="3993">
                      <a:moveTo>
                        <a:pt x="2266" y="1"/>
                      </a:moveTo>
                      <a:cubicBezTo>
                        <a:pt x="1848" y="1"/>
                        <a:pt x="1423" y="156"/>
                        <a:pt x="1077" y="502"/>
                      </a:cubicBezTo>
                      <a:cubicBezTo>
                        <a:pt x="0" y="1578"/>
                        <a:pt x="762" y="3429"/>
                        <a:pt x="2287" y="3429"/>
                      </a:cubicBezTo>
                      <a:cubicBezTo>
                        <a:pt x="3230" y="3429"/>
                        <a:pt x="3992" y="2667"/>
                        <a:pt x="3992" y="1724"/>
                      </a:cubicBezTo>
                      <a:cubicBezTo>
                        <a:pt x="3992" y="690"/>
                        <a:pt x="3146" y="1"/>
                        <a:pt x="226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1" name="Google Shape;4161;p60"/>
                <p:cNvSpPr/>
                <p:nvPr/>
              </p:nvSpPr>
              <p:spPr>
                <a:xfrm>
                  <a:off x="5354567" y="3861647"/>
                  <a:ext cx="8950" cy="7590"/>
                </a:xfrm>
                <a:custGeom>
                  <a:rect b="b" l="l" r="r" t="t"/>
                  <a:pathLst>
                    <a:path extrusionOk="0" h="965" w="1138">
                      <a:moveTo>
                        <a:pt x="654" y="1"/>
                      </a:moveTo>
                      <a:cubicBezTo>
                        <a:pt x="218" y="1"/>
                        <a:pt x="0" y="521"/>
                        <a:pt x="303" y="823"/>
                      </a:cubicBezTo>
                      <a:cubicBezTo>
                        <a:pt x="404" y="921"/>
                        <a:pt x="527" y="964"/>
                        <a:pt x="646" y="964"/>
                      </a:cubicBezTo>
                      <a:cubicBezTo>
                        <a:pt x="898" y="964"/>
                        <a:pt x="1138" y="772"/>
                        <a:pt x="1138" y="485"/>
                      </a:cubicBezTo>
                      <a:cubicBezTo>
                        <a:pt x="1138" y="206"/>
                        <a:pt x="920" y="1"/>
                        <a:pt x="6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62" name="Google Shape;4162;p60"/>
              <p:cNvGrpSpPr/>
              <p:nvPr/>
            </p:nvGrpSpPr>
            <p:grpSpPr>
              <a:xfrm>
                <a:off x="5054871" y="3507855"/>
                <a:ext cx="31405" cy="26993"/>
                <a:chOff x="5054871" y="3507855"/>
                <a:chExt cx="31405" cy="26993"/>
              </a:xfrm>
            </p:grpSpPr>
            <p:sp>
              <p:nvSpPr>
                <p:cNvPr id="4163" name="Google Shape;4163;p60"/>
                <p:cNvSpPr/>
                <p:nvPr/>
              </p:nvSpPr>
              <p:spPr>
                <a:xfrm>
                  <a:off x="5054871" y="3507855"/>
                  <a:ext cx="31405" cy="26993"/>
                </a:xfrm>
                <a:custGeom>
                  <a:rect b="b" l="l" r="r" t="t"/>
                  <a:pathLst>
                    <a:path extrusionOk="0" h="3432" w="3993">
                      <a:moveTo>
                        <a:pt x="2273" y="0"/>
                      </a:moveTo>
                      <a:cubicBezTo>
                        <a:pt x="1853" y="0"/>
                        <a:pt x="1425" y="156"/>
                        <a:pt x="1077" y="504"/>
                      </a:cubicBezTo>
                      <a:cubicBezTo>
                        <a:pt x="1" y="1581"/>
                        <a:pt x="763" y="3431"/>
                        <a:pt x="2287" y="3431"/>
                      </a:cubicBezTo>
                      <a:cubicBezTo>
                        <a:pt x="3230" y="3431"/>
                        <a:pt x="3993" y="2657"/>
                        <a:pt x="3993" y="1714"/>
                      </a:cubicBezTo>
                      <a:cubicBezTo>
                        <a:pt x="3993" y="682"/>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4" name="Google Shape;4164;p60"/>
                <p:cNvSpPr/>
                <p:nvPr/>
              </p:nvSpPr>
              <p:spPr>
                <a:xfrm>
                  <a:off x="5067715" y="3517521"/>
                  <a:ext cx="8950" cy="7605"/>
                </a:xfrm>
                <a:custGeom>
                  <a:rect b="b" l="l" r="r" t="t"/>
                  <a:pathLst>
                    <a:path extrusionOk="0" h="967" w="1138">
                      <a:moveTo>
                        <a:pt x="654" y="1"/>
                      </a:moveTo>
                      <a:cubicBezTo>
                        <a:pt x="218" y="1"/>
                        <a:pt x="1" y="521"/>
                        <a:pt x="315" y="823"/>
                      </a:cubicBezTo>
                      <a:cubicBezTo>
                        <a:pt x="414" y="922"/>
                        <a:pt x="536" y="967"/>
                        <a:pt x="656" y="967"/>
                      </a:cubicBezTo>
                      <a:cubicBezTo>
                        <a:pt x="902" y="967"/>
                        <a:pt x="1138" y="778"/>
                        <a:pt x="1138" y="485"/>
                      </a:cubicBezTo>
                      <a:cubicBezTo>
                        <a:pt x="1138" y="219"/>
                        <a:pt x="920" y="1"/>
                        <a:pt x="6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65" name="Google Shape;4165;p60"/>
              <p:cNvGrpSpPr/>
              <p:nvPr/>
            </p:nvGrpSpPr>
            <p:grpSpPr>
              <a:xfrm>
                <a:off x="4876579" y="3675325"/>
                <a:ext cx="31405" cy="26969"/>
                <a:chOff x="4876579" y="3675325"/>
                <a:chExt cx="31405" cy="26969"/>
              </a:xfrm>
            </p:grpSpPr>
            <p:sp>
              <p:nvSpPr>
                <p:cNvPr id="4166" name="Google Shape;4166;p60"/>
                <p:cNvSpPr/>
                <p:nvPr/>
              </p:nvSpPr>
              <p:spPr>
                <a:xfrm>
                  <a:off x="4876579" y="3675325"/>
                  <a:ext cx="31405" cy="26969"/>
                </a:xfrm>
                <a:custGeom>
                  <a:rect b="b" l="l" r="r" t="t"/>
                  <a:pathLst>
                    <a:path extrusionOk="0" h="3429" w="3993">
                      <a:moveTo>
                        <a:pt x="2266" y="0"/>
                      </a:moveTo>
                      <a:cubicBezTo>
                        <a:pt x="1848" y="0"/>
                        <a:pt x="1423" y="155"/>
                        <a:pt x="1077" y="501"/>
                      </a:cubicBezTo>
                      <a:cubicBezTo>
                        <a:pt x="0" y="1578"/>
                        <a:pt x="762" y="3429"/>
                        <a:pt x="2287" y="3429"/>
                      </a:cubicBezTo>
                      <a:cubicBezTo>
                        <a:pt x="3230" y="3429"/>
                        <a:pt x="3992" y="2667"/>
                        <a:pt x="3992" y="1723"/>
                      </a:cubicBezTo>
                      <a:cubicBezTo>
                        <a:pt x="3992" y="689"/>
                        <a:pt x="3146" y="0"/>
                        <a:pt x="226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7" name="Google Shape;4167;p60"/>
                <p:cNvSpPr/>
                <p:nvPr/>
              </p:nvSpPr>
              <p:spPr>
                <a:xfrm>
                  <a:off x="4889517" y="3684975"/>
                  <a:ext cx="8856" cy="7676"/>
                </a:xfrm>
                <a:custGeom>
                  <a:rect b="b" l="l" r="r" t="t"/>
                  <a:pathLst>
                    <a:path extrusionOk="0" h="976" w="1126">
                      <a:moveTo>
                        <a:pt x="642" y="0"/>
                      </a:moveTo>
                      <a:cubicBezTo>
                        <a:pt x="218" y="12"/>
                        <a:pt x="0" y="520"/>
                        <a:pt x="303" y="835"/>
                      </a:cubicBezTo>
                      <a:cubicBezTo>
                        <a:pt x="400" y="932"/>
                        <a:pt x="520" y="976"/>
                        <a:pt x="638" y="976"/>
                      </a:cubicBezTo>
                      <a:cubicBezTo>
                        <a:pt x="886" y="976"/>
                        <a:pt x="1125" y="783"/>
                        <a:pt x="1125" y="496"/>
                      </a:cubicBezTo>
                      <a:cubicBezTo>
                        <a:pt x="1125" y="218"/>
                        <a:pt x="908" y="0"/>
                        <a:pt x="642"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68" name="Google Shape;4168;p60"/>
              <p:cNvGrpSpPr/>
              <p:nvPr/>
            </p:nvGrpSpPr>
            <p:grpSpPr>
              <a:xfrm>
                <a:off x="4842233" y="3688333"/>
                <a:ext cx="31405" cy="26993"/>
                <a:chOff x="4842233" y="3688333"/>
                <a:chExt cx="31405" cy="26993"/>
              </a:xfrm>
            </p:grpSpPr>
            <p:sp>
              <p:nvSpPr>
                <p:cNvPr id="4169" name="Google Shape;4169;p60"/>
                <p:cNvSpPr/>
                <p:nvPr/>
              </p:nvSpPr>
              <p:spPr>
                <a:xfrm>
                  <a:off x="4842233" y="3688333"/>
                  <a:ext cx="31405" cy="26993"/>
                </a:xfrm>
                <a:custGeom>
                  <a:rect b="b" l="l" r="r" t="t"/>
                  <a:pathLst>
                    <a:path extrusionOk="0" h="3432" w="3993">
                      <a:moveTo>
                        <a:pt x="2273" y="1"/>
                      </a:moveTo>
                      <a:cubicBezTo>
                        <a:pt x="1853" y="1"/>
                        <a:pt x="1425" y="156"/>
                        <a:pt x="1077" y="505"/>
                      </a:cubicBezTo>
                      <a:cubicBezTo>
                        <a:pt x="0" y="1581"/>
                        <a:pt x="762" y="3420"/>
                        <a:pt x="2287" y="3432"/>
                      </a:cubicBezTo>
                      <a:cubicBezTo>
                        <a:pt x="3230" y="3432"/>
                        <a:pt x="3992" y="2658"/>
                        <a:pt x="3992" y="1714"/>
                      </a:cubicBezTo>
                      <a:cubicBezTo>
                        <a:pt x="3992" y="683"/>
                        <a:pt x="3150"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0" name="Google Shape;4170;p60"/>
                <p:cNvSpPr/>
                <p:nvPr/>
              </p:nvSpPr>
              <p:spPr>
                <a:xfrm>
                  <a:off x="4855076" y="3698094"/>
                  <a:ext cx="8856" cy="7590"/>
                </a:xfrm>
                <a:custGeom>
                  <a:rect b="b" l="l" r="r" t="t"/>
                  <a:pathLst>
                    <a:path extrusionOk="0" h="965" w="1126">
                      <a:moveTo>
                        <a:pt x="664" y="1"/>
                      </a:moveTo>
                      <a:cubicBezTo>
                        <a:pt x="656" y="1"/>
                        <a:pt x="649" y="1"/>
                        <a:pt x="641" y="1"/>
                      </a:cubicBezTo>
                      <a:cubicBezTo>
                        <a:pt x="218" y="1"/>
                        <a:pt x="0" y="522"/>
                        <a:pt x="303" y="824"/>
                      </a:cubicBezTo>
                      <a:cubicBezTo>
                        <a:pt x="400" y="921"/>
                        <a:pt x="520" y="965"/>
                        <a:pt x="638" y="965"/>
                      </a:cubicBezTo>
                      <a:cubicBezTo>
                        <a:pt x="886" y="965"/>
                        <a:pt x="1125" y="772"/>
                        <a:pt x="1125" y="485"/>
                      </a:cubicBezTo>
                      <a:cubicBezTo>
                        <a:pt x="1125" y="215"/>
                        <a:pt x="931" y="1"/>
                        <a:pt x="66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71" name="Google Shape;4171;p60"/>
              <p:cNvGrpSpPr/>
              <p:nvPr/>
            </p:nvGrpSpPr>
            <p:grpSpPr>
              <a:xfrm>
                <a:off x="5187876" y="3608032"/>
                <a:ext cx="31405" cy="27001"/>
                <a:chOff x="5187876" y="3608032"/>
                <a:chExt cx="31405" cy="27001"/>
              </a:xfrm>
            </p:grpSpPr>
            <p:sp>
              <p:nvSpPr>
                <p:cNvPr id="4172" name="Google Shape;4172;p60"/>
                <p:cNvSpPr/>
                <p:nvPr/>
              </p:nvSpPr>
              <p:spPr>
                <a:xfrm>
                  <a:off x="5187876" y="3608032"/>
                  <a:ext cx="31405" cy="27001"/>
                </a:xfrm>
                <a:custGeom>
                  <a:rect b="b" l="l" r="r" t="t"/>
                  <a:pathLst>
                    <a:path extrusionOk="0" h="3433" w="3993">
                      <a:moveTo>
                        <a:pt x="2273" y="1"/>
                      </a:moveTo>
                      <a:cubicBezTo>
                        <a:pt x="1853" y="1"/>
                        <a:pt x="1426" y="157"/>
                        <a:pt x="1077" y="505"/>
                      </a:cubicBezTo>
                      <a:cubicBezTo>
                        <a:pt x="1" y="1582"/>
                        <a:pt x="763" y="3432"/>
                        <a:pt x="2287" y="3432"/>
                      </a:cubicBezTo>
                      <a:cubicBezTo>
                        <a:pt x="3231" y="3420"/>
                        <a:pt x="3993" y="2658"/>
                        <a:pt x="3993" y="1715"/>
                      </a:cubicBezTo>
                      <a:cubicBezTo>
                        <a:pt x="3993"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3" name="Google Shape;4173;p60"/>
                <p:cNvSpPr/>
                <p:nvPr/>
              </p:nvSpPr>
              <p:spPr>
                <a:xfrm>
                  <a:off x="5202057" y="3617706"/>
                  <a:ext cx="7621" cy="7621"/>
                </a:xfrm>
                <a:custGeom>
                  <a:rect b="b" l="l" r="r" t="t"/>
                  <a:pathLst>
                    <a:path extrusionOk="0" h="969" w="969">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74" name="Google Shape;4174;p60"/>
              <p:cNvSpPr/>
              <p:nvPr/>
            </p:nvSpPr>
            <p:spPr>
              <a:xfrm>
                <a:off x="5142589" y="3410030"/>
                <a:ext cx="42542" cy="36525"/>
              </a:xfrm>
              <a:custGeom>
                <a:rect b="b" l="l" r="r" t="t"/>
                <a:pathLst>
                  <a:path extrusionOk="0" h="4644" w="5409">
                    <a:moveTo>
                      <a:pt x="3085" y="1"/>
                    </a:moveTo>
                    <a:cubicBezTo>
                      <a:pt x="2516" y="1"/>
                      <a:pt x="1935" y="213"/>
                      <a:pt x="1465" y="688"/>
                    </a:cubicBezTo>
                    <a:cubicBezTo>
                      <a:pt x="1" y="2140"/>
                      <a:pt x="1029" y="4632"/>
                      <a:pt x="3098" y="4644"/>
                    </a:cubicBezTo>
                    <a:cubicBezTo>
                      <a:pt x="4380" y="4632"/>
                      <a:pt x="5408" y="3603"/>
                      <a:pt x="5408" y="2321"/>
                    </a:cubicBezTo>
                    <a:cubicBezTo>
                      <a:pt x="5408" y="923"/>
                      <a:pt x="4270" y="1"/>
                      <a:pt x="308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5" name="Google Shape;4175;p60"/>
              <p:cNvSpPr/>
              <p:nvPr/>
            </p:nvSpPr>
            <p:spPr>
              <a:xfrm>
                <a:off x="5158382" y="3419720"/>
                <a:ext cx="17138" cy="17130"/>
              </a:xfrm>
              <a:custGeom>
                <a:rect b="b" l="l" r="r" t="t"/>
                <a:pathLst>
                  <a:path extrusionOk="0" h="2178" w="2179">
                    <a:moveTo>
                      <a:pt x="1090" y="0"/>
                    </a:moveTo>
                    <a:cubicBezTo>
                      <a:pt x="485" y="0"/>
                      <a:pt x="1" y="484"/>
                      <a:pt x="1" y="1089"/>
                    </a:cubicBezTo>
                    <a:cubicBezTo>
                      <a:pt x="1" y="1694"/>
                      <a:pt x="485" y="2178"/>
                      <a:pt x="1090" y="2178"/>
                    </a:cubicBezTo>
                    <a:cubicBezTo>
                      <a:pt x="1694" y="2178"/>
                      <a:pt x="2178" y="1694"/>
                      <a:pt x="2178" y="1089"/>
                    </a:cubicBezTo>
                    <a:cubicBezTo>
                      <a:pt x="2178" y="484"/>
                      <a:pt x="1694" y="0"/>
                      <a:pt x="109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76" name="Google Shape;4176;p60"/>
              <p:cNvGrpSpPr/>
              <p:nvPr/>
            </p:nvGrpSpPr>
            <p:grpSpPr>
              <a:xfrm>
                <a:off x="5269224" y="3304167"/>
                <a:ext cx="40253" cy="34402"/>
                <a:chOff x="5269224" y="3304167"/>
                <a:chExt cx="40253" cy="34402"/>
              </a:xfrm>
            </p:grpSpPr>
            <p:sp>
              <p:nvSpPr>
                <p:cNvPr id="4177" name="Google Shape;4177;p60"/>
                <p:cNvSpPr/>
                <p:nvPr/>
              </p:nvSpPr>
              <p:spPr>
                <a:xfrm>
                  <a:off x="5269224" y="3304167"/>
                  <a:ext cx="40253" cy="34402"/>
                </a:xfrm>
                <a:custGeom>
                  <a:rect b="b" l="l" r="r" t="t"/>
                  <a:pathLst>
                    <a:path extrusionOk="0" h="4374" w="5118">
                      <a:moveTo>
                        <a:pt x="2915" y="0"/>
                      </a:moveTo>
                      <a:cubicBezTo>
                        <a:pt x="2376" y="0"/>
                        <a:pt x="1827" y="201"/>
                        <a:pt x="1380" y="648"/>
                      </a:cubicBezTo>
                      <a:cubicBezTo>
                        <a:pt x="1" y="2015"/>
                        <a:pt x="980" y="4374"/>
                        <a:pt x="2928" y="4374"/>
                      </a:cubicBezTo>
                      <a:cubicBezTo>
                        <a:pt x="4126" y="4374"/>
                        <a:pt x="5105" y="3394"/>
                        <a:pt x="5118" y="2184"/>
                      </a:cubicBezTo>
                      <a:cubicBezTo>
                        <a:pt x="5109" y="869"/>
                        <a:pt x="4036" y="0"/>
                        <a:pt x="291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8" name="Google Shape;4178;p60"/>
                <p:cNvSpPr/>
                <p:nvPr/>
              </p:nvSpPr>
              <p:spPr>
                <a:xfrm>
                  <a:off x="5284639" y="3313826"/>
                  <a:ext cx="15132" cy="15140"/>
                </a:xfrm>
                <a:custGeom>
                  <a:rect b="b" l="l" r="r" t="t"/>
                  <a:pathLst>
                    <a:path extrusionOk="0" h="1925" w="1924">
                      <a:moveTo>
                        <a:pt x="968" y="1"/>
                      </a:moveTo>
                      <a:cubicBezTo>
                        <a:pt x="436" y="1"/>
                        <a:pt x="0" y="436"/>
                        <a:pt x="0" y="956"/>
                      </a:cubicBezTo>
                      <a:cubicBezTo>
                        <a:pt x="0" y="1489"/>
                        <a:pt x="436" y="1924"/>
                        <a:pt x="968" y="1924"/>
                      </a:cubicBezTo>
                      <a:cubicBezTo>
                        <a:pt x="1500" y="1924"/>
                        <a:pt x="1924" y="1489"/>
                        <a:pt x="1924" y="956"/>
                      </a:cubicBezTo>
                      <a:cubicBezTo>
                        <a:pt x="1924" y="436"/>
                        <a:pt x="1500" y="1"/>
                        <a:pt x="96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79" name="Google Shape;4179;p60"/>
              <p:cNvGrpSpPr/>
              <p:nvPr/>
            </p:nvGrpSpPr>
            <p:grpSpPr>
              <a:xfrm>
                <a:off x="5327354" y="3476615"/>
                <a:ext cx="49864" cy="42723"/>
                <a:chOff x="5327354" y="3476615"/>
                <a:chExt cx="49864" cy="42723"/>
              </a:xfrm>
            </p:grpSpPr>
            <p:sp>
              <p:nvSpPr>
                <p:cNvPr id="4180" name="Google Shape;4180;p60"/>
                <p:cNvSpPr/>
                <p:nvPr/>
              </p:nvSpPr>
              <p:spPr>
                <a:xfrm>
                  <a:off x="5327354" y="3476615"/>
                  <a:ext cx="49864" cy="42723"/>
                </a:xfrm>
                <a:custGeom>
                  <a:rect b="b" l="l" r="r" t="t"/>
                  <a:pathLst>
                    <a:path extrusionOk="0" h="5432" w="6340">
                      <a:moveTo>
                        <a:pt x="3602" y="1"/>
                      </a:moveTo>
                      <a:cubicBezTo>
                        <a:pt x="2936" y="1"/>
                        <a:pt x="2257" y="248"/>
                        <a:pt x="1706" y="799"/>
                      </a:cubicBezTo>
                      <a:cubicBezTo>
                        <a:pt x="1" y="2504"/>
                        <a:pt x="1210" y="5432"/>
                        <a:pt x="3630" y="5432"/>
                      </a:cubicBezTo>
                      <a:cubicBezTo>
                        <a:pt x="5118" y="5432"/>
                        <a:pt x="6339" y="4222"/>
                        <a:pt x="6339" y="2722"/>
                      </a:cubicBezTo>
                      <a:cubicBezTo>
                        <a:pt x="6339" y="1084"/>
                        <a:pt x="4998" y="1"/>
                        <a:pt x="360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1" name="Google Shape;4181;p60"/>
                <p:cNvSpPr/>
                <p:nvPr/>
              </p:nvSpPr>
              <p:spPr>
                <a:xfrm>
                  <a:off x="5340197" y="3486321"/>
                  <a:ext cx="27315" cy="23406"/>
                </a:xfrm>
                <a:custGeom>
                  <a:rect b="b" l="l" r="r" t="t"/>
                  <a:pathLst>
                    <a:path extrusionOk="0" h="2976" w="3473">
                      <a:moveTo>
                        <a:pt x="1985" y="0"/>
                      </a:moveTo>
                      <a:cubicBezTo>
                        <a:pt x="666" y="0"/>
                        <a:pt x="1" y="1597"/>
                        <a:pt x="944" y="2540"/>
                      </a:cubicBezTo>
                      <a:cubicBezTo>
                        <a:pt x="1245" y="2841"/>
                        <a:pt x="1614" y="2975"/>
                        <a:pt x="1977" y="2975"/>
                      </a:cubicBezTo>
                      <a:cubicBezTo>
                        <a:pt x="2739" y="2975"/>
                        <a:pt x="3473" y="2381"/>
                        <a:pt x="3473" y="1488"/>
                      </a:cubicBezTo>
                      <a:cubicBezTo>
                        <a:pt x="3473" y="665"/>
                        <a:pt x="2807" y="0"/>
                        <a:pt x="198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82" name="Google Shape;4182;p60"/>
              <p:cNvSpPr/>
              <p:nvPr/>
            </p:nvSpPr>
            <p:spPr>
              <a:xfrm>
                <a:off x="5290255" y="3703080"/>
                <a:ext cx="31397" cy="26898"/>
              </a:xfrm>
              <a:custGeom>
                <a:rect b="b" l="l" r="r" t="t"/>
                <a:pathLst>
                  <a:path extrusionOk="0" h="3420" w="3992">
                    <a:moveTo>
                      <a:pt x="2272" y="1"/>
                    </a:moveTo>
                    <a:cubicBezTo>
                      <a:pt x="1853" y="1"/>
                      <a:pt x="1425" y="156"/>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3" name="Google Shape;4183;p60"/>
              <p:cNvSpPr/>
              <p:nvPr/>
            </p:nvSpPr>
            <p:spPr>
              <a:xfrm>
                <a:off x="5304427" y="3712754"/>
                <a:ext cx="7621" cy="7621"/>
              </a:xfrm>
              <a:custGeom>
                <a:rect b="b" l="l" r="r" t="t"/>
                <a:pathLst>
                  <a:path extrusionOk="0" h="969" w="969">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84" name="Google Shape;4184;p60"/>
              <p:cNvGrpSpPr/>
              <p:nvPr/>
            </p:nvGrpSpPr>
            <p:grpSpPr>
              <a:xfrm>
                <a:off x="5341723" y="3775957"/>
                <a:ext cx="31405" cy="26898"/>
                <a:chOff x="5341723" y="3775957"/>
                <a:chExt cx="31405" cy="26898"/>
              </a:xfrm>
            </p:grpSpPr>
            <p:sp>
              <p:nvSpPr>
                <p:cNvPr id="4185" name="Google Shape;4185;p60"/>
                <p:cNvSpPr/>
                <p:nvPr/>
              </p:nvSpPr>
              <p:spPr>
                <a:xfrm>
                  <a:off x="5341723" y="3775957"/>
                  <a:ext cx="31405" cy="26898"/>
                </a:xfrm>
                <a:custGeom>
                  <a:rect b="b" l="l" r="r" t="t"/>
                  <a:pathLst>
                    <a:path extrusionOk="0" h="3420" w="3993">
                      <a:moveTo>
                        <a:pt x="2273" y="1"/>
                      </a:moveTo>
                      <a:cubicBezTo>
                        <a:pt x="1853" y="1"/>
                        <a:pt x="1425" y="157"/>
                        <a:pt x="1077" y="505"/>
                      </a:cubicBezTo>
                      <a:cubicBezTo>
                        <a:pt x="0" y="1581"/>
                        <a:pt x="762"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6" name="Google Shape;4186;p60"/>
                <p:cNvSpPr/>
                <p:nvPr/>
              </p:nvSpPr>
              <p:spPr>
                <a:xfrm>
                  <a:off x="5354567" y="3785631"/>
                  <a:ext cx="8950" cy="7605"/>
                </a:xfrm>
                <a:custGeom>
                  <a:rect b="b" l="l" r="r" t="t"/>
                  <a:pathLst>
                    <a:path extrusionOk="0" h="967" w="1138">
                      <a:moveTo>
                        <a:pt x="654" y="0"/>
                      </a:moveTo>
                      <a:cubicBezTo>
                        <a:pt x="218" y="0"/>
                        <a:pt x="0" y="521"/>
                        <a:pt x="303" y="823"/>
                      </a:cubicBezTo>
                      <a:cubicBezTo>
                        <a:pt x="402" y="922"/>
                        <a:pt x="525" y="966"/>
                        <a:pt x="646" y="966"/>
                      </a:cubicBezTo>
                      <a:cubicBezTo>
                        <a:pt x="896" y="966"/>
                        <a:pt x="1138" y="777"/>
                        <a:pt x="1138" y="484"/>
                      </a:cubicBezTo>
                      <a:cubicBezTo>
                        <a:pt x="1138" y="218"/>
                        <a:pt x="920" y="0"/>
                        <a:pt x="65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87" name="Google Shape;4187;p60"/>
              <p:cNvGrpSpPr/>
              <p:nvPr/>
            </p:nvGrpSpPr>
            <p:grpSpPr>
              <a:xfrm>
                <a:off x="5439053" y="3699274"/>
                <a:ext cx="31405" cy="26898"/>
                <a:chOff x="5439053" y="3699274"/>
                <a:chExt cx="31405" cy="26898"/>
              </a:xfrm>
            </p:grpSpPr>
            <p:sp>
              <p:nvSpPr>
                <p:cNvPr id="4188" name="Google Shape;4188;p60"/>
                <p:cNvSpPr/>
                <p:nvPr/>
              </p:nvSpPr>
              <p:spPr>
                <a:xfrm>
                  <a:off x="5439053" y="3699274"/>
                  <a:ext cx="31405" cy="26898"/>
                </a:xfrm>
                <a:custGeom>
                  <a:rect b="b" l="l" r="r" t="t"/>
                  <a:pathLst>
                    <a:path extrusionOk="0" h="3420" w="3993">
                      <a:moveTo>
                        <a:pt x="2273" y="1"/>
                      </a:moveTo>
                      <a:cubicBezTo>
                        <a:pt x="1853" y="1"/>
                        <a:pt x="1425" y="157"/>
                        <a:pt x="1077" y="505"/>
                      </a:cubicBezTo>
                      <a:cubicBezTo>
                        <a:pt x="0" y="1581"/>
                        <a:pt x="762"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9" name="Google Shape;4189;p60"/>
                <p:cNvSpPr/>
                <p:nvPr/>
              </p:nvSpPr>
              <p:spPr>
                <a:xfrm>
                  <a:off x="5453225" y="3708948"/>
                  <a:ext cx="7621" cy="7621"/>
                </a:xfrm>
                <a:custGeom>
                  <a:rect b="b" l="l" r="r" t="t"/>
                  <a:pathLst>
                    <a:path extrusionOk="0" h="969" w="969">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90" name="Google Shape;4190;p60"/>
              <p:cNvGrpSpPr/>
              <p:nvPr/>
            </p:nvGrpSpPr>
            <p:grpSpPr>
              <a:xfrm>
                <a:off x="5412414" y="3622307"/>
                <a:ext cx="31499" cy="26993"/>
                <a:chOff x="5412414" y="3622307"/>
                <a:chExt cx="31499" cy="26993"/>
              </a:xfrm>
            </p:grpSpPr>
            <p:sp>
              <p:nvSpPr>
                <p:cNvPr id="4191" name="Google Shape;4191;p60"/>
                <p:cNvSpPr/>
                <p:nvPr/>
              </p:nvSpPr>
              <p:spPr>
                <a:xfrm>
                  <a:off x="5412414" y="3622307"/>
                  <a:ext cx="31499" cy="26993"/>
                </a:xfrm>
                <a:custGeom>
                  <a:rect b="b" l="l" r="r" t="t"/>
                  <a:pathLst>
                    <a:path extrusionOk="0" h="3432" w="4005">
                      <a:moveTo>
                        <a:pt x="2285" y="0"/>
                      </a:moveTo>
                      <a:cubicBezTo>
                        <a:pt x="1865" y="0"/>
                        <a:pt x="1437" y="156"/>
                        <a:pt x="1089" y="504"/>
                      </a:cubicBezTo>
                      <a:cubicBezTo>
                        <a:pt x="0" y="1581"/>
                        <a:pt x="774" y="3432"/>
                        <a:pt x="2299" y="3432"/>
                      </a:cubicBezTo>
                      <a:cubicBezTo>
                        <a:pt x="3242" y="3432"/>
                        <a:pt x="4004" y="2658"/>
                        <a:pt x="4004" y="1714"/>
                      </a:cubicBezTo>
                      <a:cubicBezTo>
                        <a:pt x="4004" y="683"/>
                        <a:pt x="3163" y="0"/>
                        <a:pt x="228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2" name="Google Shape;4192;p60"/>
                <p:cNvSpPr/>
                <p:nvPr/>
              </p:nvSpPr>
              <p:spPr>
                <a:xfrm>
                  <a:off x="5426681" y="3632075"/>
                  <a:ext cx="7527" cy="7519"/>
                </a:xfrm>
                <a:custGeom>
                  <a:rect b="b" l="l" r="r" t="t"/>
                  <a:pathLst>
                    <a:path extrusionOk="0" h="956" w="957">
                      <a:moveTo>
                        <a:pt x="485" y="0"/>
                      </a:moveTo>
                      <a:cubicBezTo>
                        <a:pt x="206" y="0"/>
                        <a:pt x="1" y="206"/>
                        <a:pt x="1" y="472"/>
                      </a:cubicBezTo>
                      <a:cubicBezTo>
                        <a:pt x="1" y="738"/>
                        <a:pt x="206" y="956"/>
                        <a:pt x="485" y="956"/>
                      </a:cubicBezTo>
                      <a:cubicBezTo>
                        <a:pt x="751" y="956"/>
                        <a:pt x="956" y="738"/>
                        <a:pt x="956" y="472"/>
                      </a:cubicBezTo>
                      <a:cubicBezTo>
                        <a:pt x="956" y="206"/>
                        <a:pt x="751" y="0"/>
                        <a:pt x="48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93" name="Google Shape;4193;p60"/>
              <p:cNvGrpSpPr/>
              <p:nvPr/>
            </p:nvGrpSpPr>
            <p:grpSpPr>
              <a:xfrm>
                <a:off x="5476254" y="3473949"/>
                <a:ext cx="26835" cy="26930"/>
                <a:chOff x="5476254" y="3473949"/>
                <a:chExt cx="26835" cy="26930"/>
              </a:xfrm>
            </p:grpSpPr>
            <p:sp>
              <p:nvSpPr>
                <p:cNvPr id="4194" name="Google Shape;4194;p60"/>
                <p:cNvSpPr/>
                <p:nvPr/>
              </p:nvSpPr>
              <p:spPr>
                <a:xfrm>
                  <a:off x="5476254" y="3473949"/>
                  <a:ext cx="26835" cy="26930"/>
                </a:xfrm>
                <a:custGeom>
                  <a:rect b="b" l="l" r="r" t="t"/>
                  <a:pathLst>
                    <a:path extrusionOk="0" h="3424" w="3412">
                      <a:moveTo>
                        <a:pt x="1706" y="1"/>
                      </a:moveTo>
                      <a:cubicBezTo>
                        <a:pt x="762" y="1"/>
                        <a:pt x="0" y="775"/>
                        <a:pt x="0" y="1718"/>
                      </a:cubicBezTo>
                      <a:cubicBezTo>
                        <a:pt x="0" y="2662"/>
                        <a:pt x="762" y="3424"/>
                        <a:pt x="1706" y="3424"/>
                      </a:cubicBezTo>
                      <a:cubicBezTo>
                        <a:pt x="2649" y="3424"/>
                        <a:pt x="3411" y="2662"/>
                        <a:pt x="3411" y="1718"/>
                      </a:cubicBezTo>
                      <a:cubicBezTo>
                        <a:pt x="3411" y="775"/>
                        <a:pt x="2649" y="1"/>
                        <a:pt x="170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5" name="Google Shape;4195;p60"/>
                <p:cNvSpPr/>
                <p:nvPr/>
              </p:nvSpPr>
              <p:spPr>
                <a:xfrm>
                  <a:off x="5485857" y="3483655"/>
                  <a:ext cx="7621" cy="7621"/>
                </a:xfrm>
                <a:custGeom>
                  <a:rect b="b" l="l" r="r" t="t"/>
                  <a:pathLst>
                    <a:path extrusionOk="0" h="969" w="969">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96" name="Google Shape;4196;p60"/>
              <p:cNvGrpSpPr/>
              <p:nvPr/>
            </p:nvGrpSpPr>
            <p:grpSpPr>
              <a:xfrm>
                <a:off x="5564547" y="3481594"/>
                <a:ext cx="31397" cy="26898"/>
                <a:chOff x="5564547" y="3481594"/>
                <a:chExt cx="31397" cy="26898"/>
              </a:xfrm>
            </p:grpSpPr>
            <p:sp>
              <p:nvSpPr>
                <p:cNvPr id="4197" name="Google Shape;4197;p60"/>
                <p:cNvSpPr/>
                <p:nvPr/>
              </p:nvSpPr>
              <p:spPr>
                <a:xfrm>
                  <a:off x="5564547" y="3481594"/>
                  <a:ext cx="31397" cy="26898"/>
                </a:xfrm>
                <a:custGeom>
                  <a:rect b="b" l="l" r="r" t="t"/>
                  <a:pathLst>
                    <a:path extrusionOk="0" h="3420" w="3992">
                      <a:moveTo>
                        <a:pt x="2272" y="0"/>
                      </a:moveTo>
                      <a:cubicBezTo>
                        <a:pt x="1853" y="0"/>
                        <a:pt x="1425" y="156"/>
                        <a:pt x="1077" y="504"/>
                      </a:cubicBezTo>
                      <a:cubicBezTo>
                        <a:pt x="0" y="1581"/>
                        <a:pt x="762" y="3420"/>
                        <a:pt x="2286" y="3420"/>
                      </a:cubicBezTo>
                      <a:cubicBezTo>
                        <a:pt x="3230" y="3420"/>
                        <a:pt x="3992" y="2658"/>
                        <a:pt x="3992" y="1714"/>
                      </a:cubicBezTo>
                      <a:cubicBezTo>
                        <a:pt x="3992" y="683"/>
                        <a:pt x="3150" y="0"/>
                        <a:pt x="227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8" name="Google Shape;4198;p60"/>
                <p:cNvSpPr/>
                <p:nvPr/>
              </p:nvSpPr>
              <p:spPr>
                <a:xfrm>
                  <a:off x="5578719" y="3491268"/>
                  <a:ext cx="7621" cy="7613"/>
                </a:xfrm>
                <a:custGeom>
                  <a:rect b="b" l="l" r="r" t="t"/>
                  <a:pathLst>
                    <a:path extrusionOk="0" h="968" w="969">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99" name="Google Shape;4199;p60"/>
              <p:cNvGrpSpPr/>
              <p:nvPr/>
            </p:nvGrpSpPr>
            <p:grpSpPr>
              <a:xfrm>
                <a:off x="5534101" y="3470174"/>
                <a:ext cx="31397" cy="26906"/>
                <a:chOff x="5534101" y="3470174"/>
                <a:chExt cx="31397" cy="26906"/>
              </a:xfrm>
            </p:grpSpPr>
            <p:sp>
              <p:nvSpPr>
                <p:cNvPr id="4200" name="Google Shape;4200;p60"/>
                <p:cNvSpPr/>
                <p:nvPr/>
              </p:nvSpPr>
              <p:spPr>
                <a:xfrm>
                  <a:off x="5534101" y="3470174"/>
                  <a:ext cx="31397" cy="26906"/>
                </a:xfrm>
                <a:custGeom>
                  <a:rect b="b" l="l" r="r" t="t"/>
                  <a:pathLst>
                    <a:path extrusionOk="0" h="3421" w="3992">
                      <a:moveTo>
                        <a:pt x="2272" y="1"/>
                      </a:moveTo>
                      <a:cubicBezTo>
                        <a:pt x="1853" y="1"/>
                        <a:pt x="1425" y="157"/>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1" name="Google Shape;4201;p60"/>
                <p:cNvSpPr/>
                <p:nvPr/>
              </p:nvSpPr>
              <p:spPr>
                <a:xfrm>
                  <a:off x="5546945" y="3479848"/>
                  <a:ext cx="8950" cy="7582"/>
                </a:xfrm>
                <a:custGeom>
                  <a:rect b="b" l="l" r="r" t="t"/>
                  <a:pathLst>
                    <a:path extrusionOk="0" h="964" w="1138">
                      <a:moveTo>
                        <a:pt x="653" y="1"/>
                      </a:moveTo>
                      <a:cubicBezTo>
                        <a:pt x="218" y="1"/>
                        <a:pt x="0" y="521"/>
                        <a:pt x="303" y="823"/>
                      </a:cubicBezTo>
                      <a:cubicBezTo>
                        <a:pt x="404" y="921"/>
                        <a:pt x="526" y="964"/>
                        <a:pt x="646" y="964"/>
                      </a:cubicBezTo>
                      <a:cubicBezTo>
                        <a:pt x="898" y="964"/>
                        <a:pt x="1137" y="771"/>
                        <a:pt x="1137" y="484"/>
                      </a:cubicBezTo>
                      <a:cubicBezTo>
                        <a:pt x="1137" y="218"/>
                        <a:pt x="919" y="1"/>
                        <a:pt x="65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02" name="Google Shape;4202;p60"/>
              <p:cNvGrpSpPr/>
              <p:nvPr/>
            </p:nvGrpSpPr>
            <p:grpSpPr>
              <a:xfrm>
                <a:off x="5610879" y="3314486"/>
                <a:ext cx="31499" cy="26938"/>
                <a:chOff x="5610879" y="3314486"/>
                <a:chExt cx="31499" cy="26938"/>
              </a:xfrm>
            </p:grpSpPr>
            <p:sp>
              <p:nvSpPr>
                <p:cNvPr id="4203" name="Google Shape;4203;p60"/>
                <p:cNvSpPr/>
                <p:nvPr/>
              </p:nvSpPr>
              <p:spPr>
                <a:xfrm>
                  <a:off x="5610879" y="3314486"/>
                  <a:ext cx="31499" cy="26938"/>
                </a:xfrm>
                <a:custGeom>
                  <a:rect b="b" l="l" r="r" t="t"/>
                  <a:pathLst>
                    <a:path extrusionOk="0" h="3425" w="4005">
                      <a:moveTo>
                        <a:pt x="2285" y="0"/>
                      </a:moveTo>
                      <a:cubicBezTo>
                        <a:pt x="1865" y="0"/>
                        <a:pt x="1437" y="157"/>
                        <a:pt x="1089" y="509"/>
                      </a:cubicBezTo>
                      <a:cubicBezTo>
                        <a:pt x="0" y="1586"/>
                        <a:pt x="774" y="3425"/>
                        <a:pt x="2299" y="3425"/>
                      </a:cubicBezTo>
                      <a:cubicBezTo>
                        <a:pt x="3242" y="3425"/>
                        <a:pt x="4004" y="2663"/>
                        <a:pt x="4004" y="1719"/>
                      </a:cubicBezTo>
                      <a:cubicBezTo>
                        <a:pt x="4004" y="688"/>
                        <a:pt x="3163" y="0"/>
                        <a:pt x="228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4" name="Google Shape;4204;p60"/>
                <p:cNvSpPr/>
                <p:nvPr/>
              </p:nvSpPr>
              <p:spPr>
                <a:xfrm>
                  <a:off x="5623817" y="3324192"/>
                  <a:ext cx="8950" cy="7590"/>
                </a:xfrm>
                <a:custGeom>
                  <a:rect b="b" l="l" r="r" t="t"/>
                  <a:pathLst>
                    <a:path extrusionOk="0" h="965" w="1138">
                      <a:moveTo>
                        <a:pt x="675" y="1"/>
                      </a:moveTo>
                      <a:cubicBezTo>
                        <a:pt x="668" y="1"/>
                        <a:pt x="661" y="1"/>
                        <a:pt x="654" y="1"/>
                      </a:cubicBezTo>
                      <a:cubicBezTo>
                        <a:pt x="218" y="1"/>
                        <a:pt x="0" y="509"/>
                        <a:pt x="303" y="824"/>
                      </a:cubicBezTo>
                      <a:cubicBezTo>
                        <a:pt x="404" y="921"/>
                        <a:pt x="525" y="965"/>
                        <a:pt x="644" y="965"/>
                      </a:cubicBezTo>
                      <a:cubicBezTo>
                        <a:pt x="893" y="965"/>
                        <a:pt x="1129" y="772"/>
                        <a:pt x="1137" y="485"/>
                      </a:cubicBezTo>
                      <a:cubicBezTo>
                        <a:pt x="1137" y="214"/>
                        <a:pt x="931" y="1"/>
                        <a:pt x="67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05" name="Google Shape;4205;p60"/>
              <p:cNvGrpSpPr/>
              <p:nvPr/>
            </p:nvGrpSpPr>
            <p:grpSpPr>
              <a:xfrm>
                <a:off x="4834525" y="3501382"/>
                <a:ext cx="31499" cy="26898"/>
                <a:chOff x="4834525" y="3501382"/>
                <a:chExt cx="31499" cy="26898"/>
              </a:xfrm>
            </p:grpSpPr>
            <p:sp>
              <p:nvSpPr>
                <p:cNvPr id="4206" name="Google Shape;4206;p60"/>
                <p:cNvSpPr/>
                <p:nvPr/>
              </p:nvSpPr>
              <p:spPr>
                <a:xfrm>
                  <a:off x="4834525" y="3501382"/>
                  <a:ext cx="31499" cy="26898"/>
                </a:xfrm>
                <a:custGeom>
                  <a:rect b="b" l="l" r="r" t="t"/>
                  <a:pathLst>
                    <a:path extrusionOk="0" h="3420" w="4005">
                      <a:moveTo>
                        <a:pt x="2285" y="0"/>
                      </a:moveTo>
                      <a:cubicBezTo>
                        <a:pt x="1865" y="0"/>
                        <a:pt x="1437" y="156"/>
                        <a:pt x="1089" y="504"/>
                      </a:cubicBezTo>
                      <a:cubicBezTo>
                        <a:pt x="0" y="1581"/>
                        <a:pt x="775"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7" name="Google Shape;4207;p60"/>
                <p:cNvSpPr/>
                <p:nvPr/>
              </p:nvSpPr>
              <p:spPr>
                <a:xfrm>
                  <a:off x="4847463" y="3511056"/>
                  <a:ext cx="8950" cy="7605"/>
                </a:xfrm>
                <a:custGeom>
                  <a:rect b="b" l="l" r="r" t="t"/>
                  <a:pathLst>
                    <a:path extrusionOk="0" h="967" w="1138">
                      <a:moveTo>
                        <a:pt x="654" y="0"/>
                      </a:moveTo>
                      <a:cubicBezTo>
                        <a:pt x="218" y="0"/>
                        <a:pt x="1" y="520"/>
                        <a:pt x="303" y="823"/>
                      </a:cubicBezTo>
                      <a:cubicBezTo>
                        <a:pt x="402" y="922"/>
                        <a:pt x="524" y="966"/>
                        <a:pt x="644" y="966"/>
                      </a:cubicBezTo>
                      <a:cubicBezTo>
                        <a:pt x="891" y="966"/>
                        <a:pt x="1130" y="777"/>
                        <a:pt x="1138" y="484"/>
                      </a:cubicBezTo>
                      <a:cubicBezTo>
                        <a:pt x="1138" y="218"/>
                        <a:pt x="920" y="0"/>
                        <a:pt x="65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08" name="Google Shape;4208;p60"/>
              <p:cNvGrpSpPr/>
              <p:nvPr/>
            </p:nvGrpSpPr>
            <p:grpSpPr>
              <a:xfrm>
                <a:off x="4898460" y="3580158"/>
                <a:ext cx="31405" cy="26898"/>
                <a:chOff x="4898460" y="3580158"/>
                <a:chExt cx="31405" cy="26898"/>
              </a:xfrm>
            </p:grpSpPr>
            <p:sp>
              <p:nvSpPr>
                <p:cNvPr id="4209" name="Google Shape;4209;p60"/>
                <p:cNvSpPr/>
                <p:nvPr/>
              </p:nvSpPr>
              <p:spPr>
                <a:xfrm>
                  <a:off x="4898460" y="3580158"/>
                  <a:ext cx="31405" cy="26898"/>
                </a:xfrm>
                <a:custGeom>
                  <a:rect b="b" l="l" r="r" t="t"/>
                  <a:pathLst>
                    <a:path extrusionOk="0" h="3420" w="3993">
                      <a:moveTo>
                        <a:pt x="2273" y="1"/>
                      </a:moveTo>
                      <a:cubicBezTo>
                        <a:pt x="1853" y="1"/>
                        <a:pt x="1425" y="156"/>
                        <a:pt x="1077" y="505"/>
                      </a:cubicBezTo>
                      <a:cubicBezTo>
                        <a:pt x="0" y="1581"/>
                        <a:pt x="763"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0" name="Google Shape;4210;p60"/>
                <p:cNvSpPr/>
                <p:nvPr/>
              </p:nvSpPr>
              <p:spPr>
                <a:xfrm>
                  <a:off x="4911303" y="3589832"/>
                  <a:ext cx="8950" cy="7605"/>
                </a:xfrm>
                <a:custGeom>
                  <a:rect b="b" l="l" r="r" t="t"/>
                  <a:pathLst>
                    <a:path extrusionOk="0" h="967" w="1138">
                      <a:moveTo>
                        <a:pt x="654" y="0"/>
                      </a:moveTo>
                      <a:cubicBezTo>
                        <a:pt x="218" y="0"/>
                        <a:pt x="1" y="521"/>
                        <a:pt x="303" y="823"/>
                      </a:cubicBezTo>
                      <a:cubicBezTo>
                        <a:pt x="402" y="922"/>
                        <a:pt x="524" y="966"/>
                        <a:pt x="644" y="966"/>
                      </a:cubicBezTo>
                      <a:cubicBezTo>
                        <a:pt x="891" y="966"/>
                        <a:pt x="1130" y="777"/>
                        <a:pt x="1138" y="484"/>
                      </a:cubicBezTo>
                      <a:cubicBezTo>
                        <a:pt x="1138" y="218"/>
                        <a:pt x="920" y="0"/>
                        <a:pt x="65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11" name="Google Shape;4211;p60"/>
              <p:cNvGrpSpPr/>
              <p:nvPr/>
            </p:nvGrpSpPr>
            <p:grpSpPr>
              <a:xfrm>
                <a:off x="4882667" y="3608032"/>
                <a:ext cx="31499" cy="27001"/>
                <a:chOff x="4882667" y="3608032"/>
                <a:chExt cx="31499" cy="27001"/>
              </a:xfrm>
            </p:grpSpPr>
            <p:sp>
              <p:nvSpPr>
                <p:cNvPr id="4212" name="Google Shape;4212;p60"/>
                <p:cNvSpPr/>
                <p:nvPr/>
              </p:nvSpPr>
              <p:spPr>
                <a:xfrm>
                  <a:off x="4882667" y="3608032"/>
                  <a:ext cx="31499" cy="27001"/>
                </a:xfrm>
                <a:custGeom>
                  <a:rect b="b" l="l" r="r" t="t"/>
                  <a:pathLst>
                    <a:path extrusionOk="0" h="3433" w="4005">
                      <a:moveTo>
                        <a:pt x="2276" y="1"/>
                      </a:moveTo>
                      <a:cubicBezTo>
                        <a:pt x="1854" y="1"/>
                        <a:pt x="1425" y="157"/>
                        <a:pt x="1077" y="505"/>
                      </a:cubicBezTo>
                      <a:cubicBezTo>
                        <a:pt x="0" y="1582"/>
                        <a:pt x="763" y="3432"/>
                        <a:pt x="2287" y="3432"/>
                      </a:cubicBezTo>
                      <a:cubicBezTo>
                        <a:pt x="3230" y="3420"/>
                        <a:pt x="4004" y="2658"/>
                        <a:pt x="4004" y="1715"/>
                      </a:cubicBezTo>
                      <a:cubicBezTo>
                        <a:pt x="4004" y="683"/>
                        <a:pt x="3157" y="1"/>
                        <a:pt x="227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3" name="Google Shape;4213;p60"/>
                <p:cNvSpPr/>
                <p:nvPr/>
              </p:nvSpPr>
              <p:spPr>
                <a:xfrm>
                  <a:off x="4895605" y="3617706"/>
                  <a:ext cx="8950" cy="7653"/>
                </a:xfrm>
                <a:custGeom>
                  <a:rect b="b" l="l" r="r" t="t"/>
                  <a:pathLst>
                    <a:path extrusionOk="0" h="973" w="1138">
                      <a:moveTo>
                        <a:pt x="642" y="1"/>
                      </a:moveTo>
                      <a:cubicBezTo>
                        <a:pt x="218" y="1"/>
                        <a:pt x="1" y="521"/>
                        <a:pt x="303" y="823"/>
                      </a:cubicBezTo>
                      <a:cubicBezTo>
                        <a:pt x="402" y="926"/>
                        <a:pt x="524" y="972"/>
                        <a:pt x="644" y="972"/>
                      </a:cubicBezTo>
                      <a:cubicBezTo>
                        <a:pt x="891" y="972"/>
                        <a:pt x="1130" y="778"/>
                        <a:pt x="1138" y="485"/>
                      </a:cubicBezTo>
                      <a:cubicBezTo>
                        <a:pt x="1138" y="218"/>
                        <a:pt x="920" y="1"/>
                        <a:pt x="64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14" name="Google Shape;4214;p60"/>
              <p:cNvGrpSpPr/>
              <p:nvPr/>
            </p:nvGrpSpPr>
            <p:grpSpPr>
              <a:xfrm>
                <a:off x="4843373" y="3631407"/>
                <a:ext cx="16273" cy="16186"/>
                <a:chOff x="4843373" y="3631407"/>
                <a:chExt cx="16273" cy="16186"/>
              </a:xfrm>
            </p:grpSpPr>
            <p:sp>
              <p:nvSpPr>
                <p:cNvPr id="4215" name="Google Shape;4215;p60"/>
                <p:cNvSpPr/>
                <p:nvPr/>
              </p:nvSpPr>
              <p:spPr>
                <a:xfrm>
                  <a:off x="4843373" y="3631407"/>
                  <a:ext cx="16273" cy="16186"/>
                </a:xfrm>
                <a:custGeom>
                  <a:rect b="b" l="l" r="r" t="t"/>
                  <a:pathLst>
                    <a:path extrusionOk="0" h="2058" w="2069">
                      <a:moveTo>
                        <a:pt x="1029" y="1"/>
                      </a:moveTo>
                      <a:cubicBezTo>
                        <a:pt x="460" y="1"/>
                        <a:pt x="0" y="460"/>
                        <a:pt x="0" y="1029"/>
                      </a:cubicBezTo>
                      <a:cubicBezTo>
                        <a:pt x="0" y="1597"/>
                        <a:pt x="460" y="2057"/>
                        <a:pt x="1029" y="2057"/>
                      </a:cubicBezTo>
                      <a:cubicBezTo>
                        <a:pt x="1609" y="2057"/>
                        <a:pt x="2069" y="1597"/>
                        <a:pt x="2069" y="1029"/>
                      </a:cubicBezTo>
                      <a:cubicBezTo>
                        <a:pt x="2069" y="460"/>
                        <a:pt x="1609" y="1"/>
                        <a:pt x="1029"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6" name="Google Shape;4216;p60"/>
                <p:cNvSpPr/>
                <p:nvPr/>
              </p:nvSpPr>
              <p:spPr>
                <a:xfrm>
                  <a:off x="4849178" y="3637211"/>
                  <a:ext cx="4672" cy="4577"/>
                </a:xfrm>
                <a:custGeom>
                  <a:rect b="b" l="l" r="r" t="t"/>
                  <a:pathLst>
                    <a:path extrusionOk="0" h="582" w="594">
                      <a:moveTo>
                        <a:pt x="291" y="1"/>
                      </a:moveTo>
                      <a:cubicBezTo>
                        <a:pt x="133" y="1"/>
                        <a:pt x="0" y="134"/>
                        <a:pt x="0" y="291"/>
                      </a:cubicBezTo>
                      <a:cubicBezTo>
                        <a:pt x="0" y="460"/>
                        <a:pt x="133" y="581"/>
                        <a:pt x="291" y="581"/>
                      </a:cubicBezTo>
                      <a:cubicBezTo>
                        <a:pt x="460" y="581"/>
                        <a:pt x="593" y="460"/>
                        <a:pt x="593" y="291"/>
                      </a:cubicBezTo>
                      <a:cubicBezTo>
                        <a:pt x="593" y="134"/>
                        <a:pt x="460" y="1"/>
                        <a:pt x="29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17" name="Google Shape;4217;p60"/>
              <p:cNvGrpSpPr/>
              <p:nvPr/>
            </p:nvGrpSpPr>
            <p:grpSpPr>
              <a:xfrm>
                <a:off x="4727773" y="3591578"/>
                <a:ext cx="31499" cy="26898"/>
                <a:chOff x="4727773" y="3591578"/>
                <a:chExt cx="31499" cy="26898"/>
              </a:xfrm>
            </p:grpSpPr>
            <p:sp>
              <p:nvSpPr>
                <p:cNvPr id="4218" name="Google Shape;4218;p60"/>
                <p:cNvSpPr/>
                <p:nvPr/>
              </p:nvSpPr>
              <p:spPr>
                <a:xfrm>
                  <a:off x="4727773" y="3591578"/>
                  <a:ext cx="31499" cy="26898"/>
                </a:xfrm>
                <a:custGeom>
                  <a:rect b="b" l="l" r="r" t="t"/>
                  <a:pathLst>
                    <a:path extrusionOk="0" h="3420" w="4005">
                      <a:moveTo>
                        <a:pt x="2276" y="0"/>
                      </a:moveTo>
                      <a:cubicBezTo>
                        <a:pt x="1855" y="0"/>
                        <a:pt x="1426" y="156"/>
                        <a:pt x="1077" y="504"/>
                      </a:cubicBezTo>
                      <a:cubicBezTo>
                        <a:pt x="1" y="1581"/>
                        <a:pt x="763" y="3419"/>
                        <a:pt x="2287" y="3419"/>
                      </a:cubicBezTo>
                      <a:cubicBezTo>
                        <a:pt x="3231" y="3419"/>
                        <a:pt x="3993" y="2657"/>
                        <a:pt x="4005" y="1714"/>
                      </a:cubicBezTo>
                      <a:cubicBezTo>
                        <a:pt x="4005" y="683"/>
                        <a:pt x="3158" y="0"/>
                        <a:pt x="227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9" name="Google Shape;4219;p60"/>
                <p:cNvSpPr/>
                <p:nvPr/>
              </p:nvSpPr>
              <p:spPr>
                <a:xfrm>
                  <a:off x="4740719" y="3601244"/>
                  <a:ext cx="8856" cy="7590"/>
                </a:xfrm>
                <a:custGeom>
                  <a:rect b="b" l="l" r="r" t="t"/>
                  <a:pathLst>
                    <a:path extrusionOk="0" h="965" w="1126">
                      <a:moveTo>
                        <a:pt x="641" y="1"/>
                      </a:moveTo>
                      <a:cubicBezTo>
                        <a:pt x="206" y="1"/>
                        <a:pt x="0" y="521"/>
                        <a:pt x="302" y="824"/>
                      </a:cubicBezTo>
                      <a:cubicBezTo>
                        <a:pt x="400" y="921"/>
                        <a:pt x="520" y="964"/>
                        <a:pt x="638" y="964"/>
                      </a:cubicBezTo>
                      <a:cubicBezTo>
                        <a:pt x="886" y="964"/>
                        <a:pt x="1125" y="772"/>
                        <a:pt x="1125" y="485"/>
                      </a:cubicBezTo>
                      <a:cubicBezTo>
                        <a:pt x="1125" y="219"/>
                        <a:pt x="907"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20" name="Google Shape;4220;p60"/>
              <p:cNvSpPr/>
              <p:nvPr/>
            </p:nvSpPr>
            <p:spPr>
              <a:xfrm>
                <a:off x="4652041" y="3622590"/>
                <a:ext cx="31405" cy="26906"/>
              </a:xfrm>
              <a:custGeom>
                <a:rect b="b" l="l" r="r" t="t"/>
                <a:pathLst>
                  <a:path extrusionOk="0" h="3421" w="3993">
                    <a:moveTo>
                      <a:pt x="2273" y="1"/>
                    </a:moveTo>
                    <a:cubicBezTo>
                      <a:pt x="1853" y="1"/>
                      <a:pt x="1426" y="157"/>
                      <a:pt x="1077" y="505"/>
                    </a:cubicBezTo>
                    <a:cubicBezTo>
                      <a:pt x="1" y="1581"/>
                      <a:pt x="763" y="3420"/>
                      <a:pt x="2287" y="3420"/>
                    </a:cubicBezTo>
                    <a:cubicBezTo>
                      <a:pt x="3231" y="3420"/>
                      <a:pt x="3993" y="2658"/>
                      <a:pt x="3993" y="1714"/>
                    </a:cubicBezTo>
                    <a:cubicBezTo>
                      <a:pt x="3993"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1" name="Google Shape;4221;p60"/>
              <p:cNvSpPr/>
              <p:nvPr/>
            </p:nvSpPr>
            <p:spPr>
              <a:xfrm>
                <a:off x="4666222" y="3632264"/>
                <a:ext cx="7613" cy="7621"/>
              </a:xfrm>
              <a:custGeom>
                <a:rect b="b" l="l" r="r" t="t"/>
                <a:pathLst>
                  <a:path extrusionOk="0" h="969" w="968">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22" name="Google Shape;4222;p60"/>
              <p:cNvGrpSpPr/>
              <p:nvPr/>
            </p:nvGrpSpPr>
            <p:grpSpPr>
              <a:xfrm>
                <a:off x="4609421" y="3577398"/>
                <a:ext cx="31499" cy="27001"/>
                <a:chOff x="4609421" y="3577398"/>
                <a:chExt cx="31499" cy="27001"/>
              </a:xfrm>
            </p:grpSpPr>
            <p:sp>
              <p:nvSpPr>
                <p:cNvPr id="4223" name="Google Shape;4223;p60"/>
                <p:cNvSpPr/>
                <p:nvPr/>
              </p:nvSpPr>
              <p:spPr>
                <a:xfrm>
                  <a:off x="4609421" y="3577398"/>
                  <a:ext cx="31499" cy="27001"/>
                </a:xfrm>
                <a:custGeom>
                  <a:rect b="b" l="l" r="r" t="t"/>
                  <a:pathLst>
                    <a:path extrusionOk="0" h="3433" w="4005">
                      <a:moveTo>
                        <a:pt x="2273" y="1"/>
                      </a:moveTo>
                      <a:cubicBezTo>
                        <a:pt x="1853" y="1"/>
                        <a:pt x="1425" y="157"/>
                        <a:pt x="1077" y="505"/>
                      </a:cubicBezTo>
                      <a:cubicBezTo>
                        <a:pt x="0" y="1581"/>
                        <a:pt x="763" y="3432"/>
                        <a:pt x="2287" y="3432"/>
                      </a:cubicBezTo>
                      <a:cubicBezTo>
                        <a:pt x="3230" y="3432"/>
                        <a:pt x="3992" y="2658"/>
                        <a:pt x="4005" y="1714"/>
                      </a:cubicBezTo>
                      <a:cubicBezTo>
                        <a:pt x="3996" y="683"/>
                        <a:pt x="3152"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4" name="Google Shape;4224;p60"/>
                <p:cNvSpPr/>
                <p:nvPr/>
              </p:nvSpPr>
              <p:spPr>
                <a:xfrm>
                  <a:off x="4623594" y="3587072"/>
                  <a:ext cx="7621" cy="7621"/>
                </a:xfrm>
                <a:custGeom>
                  <a:rect b="b" l="l" r="r" t="t"/>
                  <a:pathLst>
                    <a:path extrusionOk="0" h="969" w="969">
                      <a:moveTo>
                        <a:pt x="485" y="1"/>
                      </a:moveTo>
                      <a:cubicBezTo>
                        <a:pt x="219" y="1"/>
                        <a:pt x="1" y="218"/>
                        <a:pt x="1" y="484"/>
                      </a:cubicBezTo>
                      <a:cubicBezTo>
                        <a:pt x="1" y="751"/>
                        <a:pt x="219" y="968"/>
                        <a:pt x="485" y="968"/>
                      </a:cubicBezTo>
                      <a:cubicBezTo>
                        <a:pt x="751" y="968"/>
                        <a:pt x="969" y="751"/>
                        <a:pt x="969" y="484"/>
                      </a:cubicBezTo>
                      <a:cubicBezTo>
                        <a:pt x="969" y="218"/>
                        <a:pt x="751" y="1"/>
                        <a:pt x="48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25" name="Google Shape;4225;p60"/>
              <p:cNvGrpSpPr/>
              <p:nvPr/>
            </p:nvGrpSpPr>
            <p:grpSpPr>
              <a:xfrm>
                <a:off x="4649289" y="3577398"/>
                <a:ext cx="31499" cy="27001"/>
                <a:chOff x="4649289" y="3577398"/>
                <a:chExt cx="31499" cy="27001"/>
              </a:xfrm>
            </p:grpSpPr>
            <p:sp>
              <p:nvSpPr>
                <p:cNvPr id="4226" name="Google Shape;4226;p60"/>
                <p:cNvSpPr/>
                <p:nvPr/>
              </p:nvSpPr>
              <p:spPr>
                <a:xfrm>
                  <a:off x="4649289" y="3577398"/>
                  <a:ext cx="31499" cy="27001"/>
                </a:xfrm>
                <a:custGeom>
                  <a:rect b="b" l="l" r="r" t="t"/>
                  <a:pathLst>
                    <a:path extrusionOk="0" h="3433" w="4005">
                      <a:moveTo>
                        <a:pt x="2275" y="1"/>
                      </a:moveTo>
                      <a:cubicBezTo>
                        <a:pt x="1854" y="1"/>
                        <a:pt x="1425" y="157"/>
                        <a:pt x="1077" y="505"/>
                      </a:cubicBezTo>
                      <a:cubicBezTo>
                        <a:pt x="0" y="1581"/>
                        <a:pt x="762" y="3432"/>
                        <a:pt x="2286" y="3432"/>
                      </a:cubicBezTo>
                      <a:cubicBezTo>
                        <a:pt x="3230" y="3432"/>
                        <a:pt x="4004" y="2658"/>
                        <a:pt x="4004" y="1714"/>
                      </a:cubicBezTo>
                      <a:cubicBezTo>
                        <a:pt x="4004" y="683"/>
                        <a:pt x="3157" y="1"/>
                        <a:pt x="227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7" name="Google Shape;4227;p60"/>
                <p:cNvSpPr/>
                <p:nvPr/>
              </p:nvSpPr>
              <p:spPr>
                <a:xfrm>
                  <a:off x="4662227" y="3587072"/>
                  <a:ext cx="8856" cy="7676"/>
                </a:xfrm>
                <a:custGeom>
                  <a:rect b="b" l="l" r="r" t="t"/>
                  <a:pathLst>
                    <a:path extrusionOk="0" h="976" w="1126">
                      <a:moveTo>
                        <a:pt x="641" y="1"/>
                      </a:moveTo>
                      <a:cubicBezTo>
                        <a:pt x="218" y="1"/>
                        <a:pt x="0" y="521"/>
                        <a:pt x="303" y="835"/>
                      </a:cubicBezTo>
                      <a:cubicBezTo>
                        <a:pt x="400" y="932"/>
                        <a:pt x="519" y="976"/>
                        <a:pt x="636" y="976"/>
                      </a:cubicBezTo>
                      <a:cubicBezTo>
                        <a:pt x="885" y="976"/>
                        <a:pt x="1125" y="780"/>
                        <a:pt x="1125" y="484"/>
                      </a:cubicBezTo>
                      <a:cubicBezTo>
                        <a:pt x="1125" y="218"/>
                        <a:pt x="907"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28" name="Google Shape;4228;p60"/>
              <p:cNvGrpSpPr/>
              <p:nvPr/>
            </p:nvGrpSpPr>
            <p:grpSpPr>
              <a:xfrm>
                <a:off x="4605614" y="3639523"/>
                <a:ext cx="31499" cy="26906"/>
                <a:chOff x="4605614" y="3639523"/>
                <a:chExt cx="31499" cy="26906"/>
              </a:xfrm>
            </p:grpSpPr>
            <p:sp>
              <p:nvSpPr>
                <p:cNvPr id="4229" name="Google Shape;4229;p60"/>
                <p:cNvSpPr/>
                <p:nvPr/>
              </p:nvSpPr>
              <p:spPr>
                <a:xfrm>
                  <a:off x="4605614" y="3639523"/>
                  <a:ext cx="31499" cy="26906"/>
                </a:xfrm>
                <a:custGeom>
                  <a:rect b="b" l="l" r="r" t="t"/>
                  <a:pathLst>
                    <a:path extrusionOk="0" h="3421" w="4005">
                      <a:moveTo>
                        <a:pt x="2276" y="1"/>
                      </a:moveTo>
                      <a:cubicBezTo>
                        <a:pt x="1855" y="1"/>
                        <a:pt x="1425" y="157"/>
                        <a:pt x="1077" y="505"/>
                      </a:cubicBezTo>
                      <a:cubicBezTo>
                        <a:pt x="1" y="1582"/>
                        <a:pt x="763" y="3420"/>
                        <a:pt x="2287" y="3420"/>
                      </a:cubicBezTo>
                      <a:cubicBezTo>
                        <a:pt x="3230" y="3420"/>
                        <a:pt x="3993" y="2658"/>
                        <a:pt x="4005" y="1715"/>
                      </a:cubicBezTo>
                      <a:cubicBezTo>
                        <a:pt x="4005" y="683"/>
                        <a:pt x="3157" y="1"/>
                        <a:pt x="227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0" name="Google Shape;4230;p60"/>
                <p:cNvSpPr/>
                <p:nvPr/>
              </p:nvSpPr>
              <p:spPr>
                <a:xfrm>
                  <a:off x="4619795" y="3649197"/>
                  <a:ext cx="7613" cy="7621"/>
                </a:xfrm>
                <a:custGeom>
                  <a:rect b="b" l="l" r="r" t="t"/>
                  <a:pathLst>
                    <a:path extrusionOk="0" h="969" w="968">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31" name="Google Shape;4231;p60"/>
              <p:cNvGrpSpPr/>
              <p:nvPr/>
            </p:nvGrpSpPr>
            <p:grpSpPr>
              <a:xfrm>
                <a:off x="4785149" y="3618846"/>
                <a:ext cx="26930" cy="26843"/>
                <a:chOff x="4785149" y="3618846"/>
                <a:chExt cx="26930" cy="26843"/>
              </a:xfrm>
            </p:grpSpPr>
            <p:sp>
              <p:nvSpPr>
                <p:cNvPr id="4232" name="Google Shape;4232;p60"/>
                <p:cNvSpPr/>
                <p:nvPr/>
              </p:nvSpPr>
              <p:spPr>
                <a:xfrm>
                  <a:off x="4785149" y="3618846"/>
                  <a:ext cx="26930" cy="26843"/>
                </a:xfrm>
                <a:custGeom>
                  <a:rect b="b" l="l" r="r" t="t"/>
                  <a:pathLst>
                    <a:path extrusionOk="0" h="3413" w="3424">
                      <a:moveTo>
                        <a:pt x="1718" y="1"/>
                      </a:moveTo>
                      <a:cubicBezTo>
                        <a:pt x="774" y="1"/>
                        <a:pt x="0" y="763"/>
                        <a:pt x="0" y="1707"/>
                      </a:cubicBezTo>
                      <a:cubicBezTo>
                        <a:pt x="0" y="2650"/>
                        <a:pt x="774" y="3412"/>
                        <a:pt x="1718" y="3412"/>
                      </a:cubicBezTo>
                      <a:cubicBezTo>
                        <a:pt x="2662" y="3412"/>
                        <a:pt x="3424" y="2650"/>
                        <a:pt x="3424" y="1707"/>
                      </a:cubicBezTo>
                      <a:cubicBezTo>
                        <a:pt x="3424" y="763"/>
                        <a:pt x="2662" y="1"/>
                        <a:pt x="171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3" name="Google Shape;4233;p60"/>
                <p:cNvSpPr/>
                <p:nvPr/>
              </p:nvSpPr>
              <p:spPr>
                <a:xfrm>
                  <a:off x="4793611" y="3628457"/>
                  <a:ext cx="8856" cy="7590"/>
                </a:xfrm>
                <a:custGeom>
                  <a:rect b="b" l="l" r="r" t="t"/>
                  <a:pathLst>
                    <a:path extrusionOk="0" h="965" w="1126">
                      <a:moveTo>
                        <a:pt x="642" y="1"/>
                      </a:moveTo>
                      <a:cubicBezTo>
                        <a:pt x="206" y="1"/>
                        <a:pt x="1" y="521"/>
                        <a:pt x="303" y="823"/>
                      </a:cubicBezTo>
                      <a:cubicBezTo>
                        <a:pt x="401" y="921"/>
                        <a:pt x="521" y="964"/>
                        <a:pt x="639" y="964"/>
                      </a:cubicBezTo>
                      <a:cubicBezTo>
                        <a:pt x="887" y="964"/>
                        <a:pt x="1126" y="772"/>
                        <a:pt x="1126" y="485"/>
                      </a:cubicBezTo>
                      <a:cubicBezTo>
                        <a:pt x="1126" y="218"/>
                        <a:pt x="908" y="1"/>
                        <a:pt x="64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34" name="Google Shape;4234;p60"/>
              <p:cNvGrpSpPr/>
              <p:nvPr/>
            </p:nvGrpSpPr>
            <p:grpSpPr>
              <a:xfrm>
                <a:off x="4810167" y="3601567"/>
                <a:ext cx="31405" cy="26898"/>
                <a:chOff x="4810167" y="3601567"/>
                <a:chExt cx="31405" cy="26898"/>
              </a:xfrm>
            </p:grpSpPr>
            <p:sp>
              <p:nvSpPr>
                <p:cNvPr id="4235" name="Google Shape;4235;p60"/>
                <p:cNvSpPr/>
                <p:nvPr/>
              </p:nvSpPr>
              <p:spPr>
                <a:xfrm>
                  <a:off x="4810167" y="3601567"/>
                  <a:ext cx="31405" cy="26898"/>
                </a:xfrm>
                <a:custGeom>
                  <a:rect b="b" l="l" r="r" t="t"/>
                  <a:pathLst>
                    <a:path extrusionOk="0" h="3420" w="3993">
                      <a:moveTo>
                        <a:pt x="2273" y="0"/>
                      </a:moveTo>
                      <a:cubicBezTo>
                        <a:pt x="1853" y="0"/>
                        <a:pt x="1425" y="156"/>
                        <a:pt x="1077" y="504"/>
                      </a:cubicBezTo>
                      <a:cubicBezTo>
                        <a:pt x="1" y="1581"/>
                        <a:pt x="763" y="3420"/>
                        <a:pt x="2287" y="3420"/>
                      </a:cubicBezTo>
                      <a:cubicBezTo>
                        <a:pt x="3231" y="3420"/>
                        <a:pt x="3993" y="2658"/>
                        <a:pt x="3993" y="1714"/>
                      </a:cubicBezTo>
                      <a:cubicBezTo>
                        <a:pt x="3993" y="683"/>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6" name="Google Shape;4236;p60"/>
                <p:cNvSpPr/>
                <p:nvPr/>
              </p:nvSpPr>
              <p:spPr>
                <a:xfrm>
                  <a:off x="4824348" y="3611241"/>
                  <a:ext cx="7613" cy="7613"/>
                </a:xfrm>
                <a:custGeom>
                  <a:rect b="b" l="l" r="r" t="t"/>
                  <a:pathLst>
                    <a:path extrusionOk="0" h="968" w="968">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37" name="Google Shape;4237;p60"/>
              <p:cNvGrpSpPr/>
              <p:nvPr/>
            </p:nvGrpSpPr>
            <p:grpSpPr>
              <a:xfrm>
                <a:off x="4831002" y="3373230"/>
                <a:ext cx="31405" cy="26898"/>
                <a:chOff x="4831002" y="3373230"/>
                <a:chExt cx="31405" cy="26898"/>
              </a:xfrm>
            </p:grpSpPr>
            <p:sp>
              <p:nvSpPr>
                <p:cNvPr id="4238" name="Google Shape;4238;p60"/>
                <p:cNvSpPr/>
                <p:nvPr/>
              </p:nvSpPr>
              <p:spPr>
                <a:xfrm>
                  <a:off x="4831002" y="3373230"/>
                  <a:ext cx="31405" cy="26898"/>
                </a:xfrm>
                <a:custGeom>
                  <a:rect b="b" l="l" r="r" t="t"/>
                  <a:pathLst>
                    <a:path extrusionOk="0" h="3420" w="3993">
                      <a:moveTo>
                        <a:pt x="2273" y="0"/>
                      </a:moveTo>
                      <a:cubicBezTo>
                        <a:pt x="1853" y="0"/>
                        <a:pt x="1426" y="156"/>
                        <a:pt x="1077" y="504"/>
                      </a:cubicBezTo>
                      <a:cubicBezTo>
                        <a:pt x="1" y="1581"/>
                        <a:pt x="763" y="3419"/>
                        <a:pt x="2287" y="3419"/>
                      </a:cubicBezTo>
                      <a:cubicBezTo>
                        <a:pt x="3231" y="3419"/>
                        <a:pt x="3993" y="2657"/>
                        <a:pt x="3993" y="1714"/>
                      </a:cubicBezTo>
                      <a:cubicBezTo>
                        <a:pt x="3993" y="683"/>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9" name="Google Shape;4239;p60"/>
                <p:cNvSpPr/>
                <p:nvPr/>
              </p:nvSpPr>
              <p:spPr>
                <a:xfrm>
                  <a:off x="4845182" y="3382896"/>
                  <a:ext cx="7519" cy="7621"/>
                </a:xfrm>
                <a:custGeom>
                  <a:rect b="b" l="l" r="r" t="t"/>
                  <a:pathLst>
                    <a:path extrusionOk="0" h="969" w="956">
                      <a:moveTo>
                        <a:pt x="472" y="1"/>
                      </a:moveTo>
                      <a:cubicBezTo>
                        <a:pt x="206" y="1"/>
                        <a:pt x="0" y="219"/>
                        <a:pt x="0" y="485"/>
                      </a:cubicBezTo>
                      <a:cubicBezTo>
                        <a:pt x="0" y="751"/>
                        <a:pt x="206" y="969"/>
                        <a:pt x="472" y="969"/>
                      </a:cubicBezTo>
                      <a:cubicBezTo>
                        <a:pt x="750" y="969"/>
                        <a:pt x="956" y="751"/>
                        <a:pt x="956" y="485"/>
                      </a:cubicBezTo>
                      <a:cubicBezTo>
                        <a:pt x="956" y="219"/>
                        <a:pt x="750" y="1"/>
                        <a:pt x="47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40" name="Google Shape;4240;p60"/>
              <p:cNvGrpSpPr/>
              <p:nvPr/>
            </p:nvGrpSpPr>
            <p:grpSpPr>
              <a:xfrm>
                <a:off x="4719311" y="3355054"/>
                <a:ext cx="31499" cy="27001"/>
                <a:chOff x="4719311" y="3355054"/>
                <a:chExt cx="31499" cy="27001"/>
              </a:xfrm>
            </p:grpSpPr>
            <p:sp>
              <p:nvSpPr>
                <p:cNvPr id="4241" name="Google Shape;4241;p60"/>
                <p:cNvSpPr/>
                <p:nvPr/>
              </p:nvSpPr>
              <p:spPr>
                <a:xfrm>
                  <a:off x="4719311" y="3355054"/>
                  <a:ext cx="31499" cy="27001"/>
                </a:xfrm>
                <a:custGeom>
                  <a:rect b="b" l="l" r="r" t="t"/>
                  <a:pathLst>
                    <a:path extrusionOk="0" h="3433" w="4005">
                      <a:moveTo>
                        <a:pt x="2275" y="1"/>
                      </a:moveTo>
                      <a:cubicBezTo>
                        <a:pt x="1854" y="1"/>
                        <a:pt x="1425" y="157"/>
                        <a:pt x="1077" y="505"/>
                      </a:cubicBezTo>
                      <a:cubicBezTo>
                        <a:pt x="0" y="1581"/>
                        <a:pt x="762" y="3432"/>
                        <a:pt x="2287" y="3432"/>
                      </a:cubicBezTo>
                      <a:cubicBezTo>
                        <a:pt x="3230" y="3432"/>
                        <a:pt x="4004" y="2658"/>
                        <a:pt x="4004" y="1714"/>
                      </a:cubicBezTo>
                      <a:cubicBezTo>
                        <a:pt x="4004" y="683"/>
                        <a:pt x="3157" y="1"/>
                        <a:pt x="227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2" name="Google Shape;4242;p60"/>
                <p:cNvSpPr/>
                <p:nvPr/>
              </p:nvSpPr>
              <p:spPr>
                <a:xfrm>
                  <a:off x="4733578" y="3364822"/>
                  <a:ext cx="7527" cy="7527"/>
                </a:xfrm>
                <a:custGeom>
                  <a:rect b="b" l="l" r="r" t="t"/>
                  <a:pathLst>
                    <a:path extrusionOk="0" h="957" w="957">
                      <a:moveTo>
                        <a:pt x="473" y="1"/>
                      </a:moveTo>
                      <a:cubicBezTo>
                        <a:pt x="206" y="1"/>
                        <a:pt x="1" y="206"/>
                        <a:pt x="1" y="472"/>
                      </a:cubicBezTo>
                      <a:cubicBezTo>
                        <a:pt x="1" y="738"/>
                        <a:pt x="206" y="956"/>
                        <a:pt x="473" y="956"/>
                      </a:cubicBezTo>
                      <a:cubicBezTo>
                        <a:pt x="751" y="956"/>
                        <a:pt x="956" y="738"/>
                        <a:pt x="956" y="472"/>
                      </a:cubicBezTo>
                      <a:cubicBezTo>
                        <a:pt x="956" y="206"/>
                        <a:pt x="751" y="1"/>
                        <a:pt x="47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43" name="Google Shape;4243;p60"/>
              <p:cNvGrpSpPr/>
              <p:nvPr/>
            </p:nvGrpSpPr>
            <p:grpSpPr>
              <a:xfrm>
                <a:off x="4798755" y="3450260"/>
                <a:ext cx="26930" cy="26930"/>
                <a:chOff x="4798755" y="3450260"/>
                <a:chExt cx="26930" cy="26930"/>
              </a:xfrm>
            </p:grpSpPr>
            <p:sp>
              <p:nvSpPr>
                <p:cNvPr id="4244" name="Google Shape;4244;p60"/>
                <p:cNvSpPr/>
                <p:nvPr/>
              </p:nvSpPr>
              <p:spPr>
                <a:xfrm>
                  <a:off x="4798755" y="3450260"/>
                  <a:ext cx="26930" cy="26930"/>
                </a:xfrm>
                <a:custGeom>
                  <a:rect b="b" l="l" r="r" t="t"/>
                  <a:pathLst>
                    <a:path extrusionOk="0" h="3424" w="3424">
                      <a:moveTo>
                        <a:pt x="1718" y="0"/>
                      </a:moveTo>
                      <a:cubicBezTo>
                        <a:pt x="774" y="0"/>
                        <a:pt x="0" y="763"/>
                        <a:pt x="0" y="1706"/>
                      </a:cubicBezTo>
                      <a:cubicBezTo>
                        <a:pt x="0" y="2650"/>
                        <a:pt x="774" y="3424"/>
                        <a:pt x="1718" y="3424"/>
                      </a:cubicBezTo>
                      <a:cubicBezTo>
                        <a:pt x="2661" y="3424"/>
                        <a:pt x="3423" y="2650"/>
                        <a:pt x="3423" y="1706"/>
                      </a:cubicBezTo>
                      <a:cubicBezTo>
                        <a:pt x="3423" y="763"/>
                        <a:pt x="2661" y="0"/>
                        <a:pt x="171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5" name="Google Shape;4245;p60"/>
                <p:cNvSpPr/>
                <p:nvPr/>
              </p:nvSpPr>
              <p:spPr>
                <a:xfrm>
                  <a:off x="4807218" y="3459871"/>
                  <a:ext cx="8856" cy="7605"/>
                </a:xfrm>
                <a:custGeom>
                  <a:rect b="b" l="l" r="r" t="t"/>
                  <a:pathLst>
                    <a:path extrusionOk="0" h="967" w="1126">
                      <a:moveTo>
                        <a:pt x="642" y="0"/>
                      </a:moveTo>
                      <a:cubicBezTo>
                        <a:pt x="206" y="0"/>
                        <a:pt x="1" y="520"/>
                        <a:pt x="303" y="823"/>
                      </a:cubicBezTo>
                      <a:cubicBezTo>
                        <a:pt x="402" y="922"/>
                        <a:pt x="524" y="966"/>
                        <a:pt x="644" y="966"/>
                      </a:cubicBezTo>
                      <a:cubicBezTo>
                        <a:pt x="890" y="966"/>
                        <a:pt x="1126" y="777"/>
                        <a:pt x="1126" y="484"/>
                      </a:cubicBezTo>
                      <a:cubicBezTo>
                        <a:pt x="1126" y="218"/>
                        <a:pt x="908" y="0"/>
                        <a:pt x="642"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46" name="Google Shape;4246;p60"/>
              <p:cNvGrpSpPr/>
              <p:nvPr/>
            </p:nvGrpSpPr>
            <p:grpSpPr>
              <a:xfrm>
                <a:off x="4645576" y="3467555"/>
                <a:ext cx="31405" cy="26953"/>
                <a:chOff x="4645576" y="3467555"/>
                <a:chExt cx="31405" cy="26953"/>
              </a:xfrm>
            </p:grpSpPr>
            <p:sp>
              <p:nvSpPr>
                <p:cNvPr id="4247" name="Google Shape;4247;p60"/>
                <p:cNvSpPr/>
                <p:nvPr/>
              </p:nvSpPr>
              <p:spPr>
                <a:xfrm>
                  <a:off x="4645576" y="3467555"/>
                  <a:ext cx="31405" cy="26953"/>
                </a:xfrm>
                <a:custGeom>
                  <a:rect b="b" l="l" r="r" t="t"/>
                  <a:pathLst>
                    <a:path extrusionOk="0" h="3427" w="3993">
                      <a:moveTo>
                        <a:pt x="2272" y="0"/>
                      </a:moveTo>
                      <a:cubicBezTo>
                        <a:pt x="1853" y="0"/>
                        <a:pt x="1425" y="155"/>
                        <a:pt x="1077" y="499"/>
                      </a:cubicBezTo>
                      <a:cubicBezTo>
                        <a:pt x="0" y="1576"/>
                        <a:pt x="750" y="3414"/>
                        <a:pt x="2274" y="3426"/>
                      </a:cubicBezTo>
                      <a:cubicBezTo>
                        <a:pt x="3218" y="3426"/>
                        <a:pt x="3992" y="2652"/>
                        <a:pt x="3992" y="1709"/>
                      </a:cubicBezTo>
                      <a:cubicBezTo>
                        <a:pt x="3992" y="677"/>
                        <a:pt x="3150" y="0"/>
                        <a:pt x="227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8" name="Google Shape;4248;p60"/>
                <p:cNvSpPr/>
                <p:nvPr/>
              </p:nvSpPr>
              <p:spPr>
                <a:xfrm>
                  <a:off x="4659749" y="3477182"/>
                  <a:ext cx="7527" cy="7621"/>
                </a:xfrm>
                <a:custGeom>
                  <a:rect b="b" l="l" r="r" t="t"/>
                  <a:pathLst>
                    <a:path extrusionOk="0" h="969" w="957">
                      <a:moveTo>
                        <a:pt x="472" y="1"/>
                      </a:moveTo>
                      <a:cubicBezTo>
                        <a:pt x="206" y="1"/>
                        <a:pt x="1" y="219"/>
                        <a:pt x="1" y="485"/>
                      </a:cubicBezTo>
                      <a:cubicBezTo>
                        <a:pt x="1" y="751"/>
                        <a:pt x="206" y="969"/>
                        <a:pt x="472" y="969"/>
                      </a:cubicBezTo>
                      <a:cubicBezTo>
                        <a:pt x="751" y="969"/>
                        <a:pt x="956" y="751"/>
                        <a:pt x="956" y="485"/>
                      </a:cubicBezTo>
                      <a:cubicBezTo>
                        <a:pt x="956" y="219"/>
                        <a:pt x="751" y="1"/>
                        <a:pt x="47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49" name="Google Shape;4249;p60"/>
              <p:cNvGrpSpPr/>
              <p:nvPr/>
            </p:nvGrpSpPr>
            <p:grpSpPr>
              <a:xfrm>
                <a:off x="4687631" y="3583965"/>
                <a:ext cx="31499" cy="26898"/>
                <a:chOff x="4687631" y="3583965"/>
                <a:chExt cx="31499" cy="26898"/>
              </a:xfrm>
            </p:grpSpPr>
            <p:sp>
              <p:nvSpPr>
                <p:cNvPr id="4250" name="Google Shape;4250;p60"/>
                <p:cNvSpPr/>
                <p:nvPr/>
              </p:nvSpPr>
              <p:spPr>
                <a:xfrm>
                  <a:off x="4687631" y="3583965"/>
                  <a:ext cx="31499" cy="26898"/>
                </a:xfrm>
                <a:custGeom>
                  <a:rect b="b" l="l" r="r" t="t"/>
                  <a:pathLst>
                    <a:path extrusionOk="0" h="3420" w="4005">
                      <a:moveTo>
                        <a:pt x="2284" y="0"/>
                      </a:moveTo>
                      <a:cubicBezTo>
                        <a:pt x="1865" y="0"/>
                        <a:pt x="1437" y="156"/>
                        <a:pt x="1089" y="504"/>
                      </a:cubicBezTo>
                      <a:cubicBezTo>
                        <a:pt x="0" y="1581"/>
                        <a:pt x="774" y="3420"/>
                        <a:pt x="2298" y="3420"/>
                      </a:cubicBezTo>
                      <a:cubicBezTo>
                        <a:pt x="3242" y="3420"/>
                        <a:pt x="4004" y="2658"/>
                        <a:pt x="4004" y="1714"/>
                      </a:cubicBezTo>
                      <a:cubicBezTo>
                        <a:pt x="4004" y="683"/>
                        <a:pt x="3162" y="0"/>
                        <a:pt x="228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1" name="Google Shape;4251;p60"/>
                <p:cNvSpPr/>
                <p:nvPr/>
              </p:nvSpPr>
              <p:spPr>
                <a:xfrm>
                  <a:off x="4700568" y="3593639"/>
                  <a:ext cx="8950" cy="7582"/>
                </a:xfrm>
                <a:custGeom>
                  <a:rect b="b" l="l" r="r" t="t"/>
                  <a:pathLst>
                    <a:path extrusionOk="0" h="964" w="1138">
                      <a:moveTo>
                        <a:pt x="641" y="0"/>
                      </a:moveTo>
                      <a:cubicBezTo>
                        <a:pt x="218" y="0"/>
                        <a:pt x="0" y="520"/>
                        <a:pt x="303" y="823"/>
                      </a:cubicBezTo>
                      <a:cubicBezTo>
                        <a:pt x="404" y="920"/>
                        <a:pt x="525" y="964"/>
                        <a:pt x="644" y="964"/>
                      </a:cubicBezTo>
                      <a:cubicBezTo>
                        <a:pt x="893" y="964"/>
                        <a:pt x="1129" y="771"/>
                        <a:pt x="1137" y="484"/>
                      </a:cubicBezTo>
                      <a:cubicBezTo>
                        <a:pt x="1137" y="218"/>
                        <a:pt x="920" y="0"/>
                        <a:pt x="64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52" name="Google Shape;4252;p60"/>
              <p:cNvGrpSpPr/>
              <p:nvPr/>
            </p:nvGrpSpPr>
            <p:grpSpPr>
              <a:xfrm>
                <a:off x="4719311" y="3471314"/>
                <a:ext cx="31499" cy="27001"/>
                <a:chOff x="4719311" y="3471314"/>
                <a:chExt cx="31499" cy="27001"/>
              </a:xfrm>
            </p:grpSpPr>
            <p:sp>
              <p:nvSpPr>
                <p:cNvPr id="4253" name="Google Shape;4253;p60"/>
                <p:cNvSpPr/>
                <p:nvPr/>
              </p:nvSpPr>
              <p:spPr>
                <a:xfrm>
                  <a:off x="4719311" y="3471314"/>
                  <a:ext cx="31499" cy="27001"/>
                </a:xfrm>
                <a:custGeom>
                  <a:rect b="b" l="l" r="r" t="t"/>
                  <a:pathLst>
                    <a:path extrusionOk="0" h="3433" w="4005">
                      <a:moveTo>
                        <a:pt x="2285" y="1"/>
                      </a:moveTo>
                      <a:cubicBezTo>
                        <a:pt x="1865" y="1"/>
                        <a:pt x="1437" y="157"/>
                        <a:pt x="1089" y="505"/>
                      </a:cubicBezTo>
                      <a:cubicBezTo>
                        <a:pt x="0" y="1581"/>
                        <a:pt x="774" y="3432"/>
                        <a:pt x="2299" y="3432"/>
                      </a:cubicBezTo>
                      <a:cubicBezTo>
                        <a:pt x="3242" y="3432"/>
                        <a:pt x="4004" y="2658"/>
                        <a:pt x="4004" y="1715"/>
                      </a:cubicBezTo>
                      <a:cubicBezTo>
                        <a:pt x="4004" y="683"/>
                        <a:pt x="3163" y="1"/>
                        <a:pt x="228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4" name="Google Shape;4254;p60"/>
                <p:cNvSpPr/>
                <p:nvPr/>
              </p:nvSpPr>
              <p:spPr>
                <a:xfrm>
                  <a:off x="4732249" y="3480988"/>
                  <a:ext cx="8856" cy="7605"/>
                </a:xfrm>
                <a:custGeom>
                  <a:rect b="b" l="l" r="r" t="t"/>
                  <a:pathLst>
                    <a:path extrusionOk="0" h="967" w="1126">
                      <a:moveTo>
                        <a:pt x="642" y="1"/>
                      </a:moveTo>
                      <a:cubicBezTo>
                        <a:pt x="218" y="1"/>
                        <a:pt x="0" y="521"/>
                        <a:pt x="303" y="823"/>
                      </a:cubicBezTo>
                      <a:cubicBezTo>
                        <a:pt x="402" y="922"/>
                        <a:pt x="524" y="967"/>
                        <a:pt x="643" y="967"/>
                      </a:cubicBezTo>
                      <a:cubicBezTo>
                        <a:pt x="890" y="967"/>
                        <a:pt x="1125" y="778"/>
                        <a:pt x="1125" y="485"/>
                      </a:cubicBezTo>
                      <a:cubicBezTo>
                        <a:pt x="1125" y="218"/>
                        <a:pt x="920" y="1"/>
                        <a:pt x="64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55" name="Google Shape;4255;p60"/>
              <p:cNvGrpSpPr/>
              <p:nvPr/>
            </p:nvGrpSpPr>
            <p:grpSpPr>
              <a:xfrm>
                <a:off x="4719311" y="3434404"/>
                <a:ext cx="31499" cy="26898"/>
                <a:chOff x="4719311" y="3434404"/>
                <a:chExt cx="31499" cy="26898"/>
              </a:xfrm>
            </p:grpSpPr>
            <p:sp>
              <p:nvSpPr>
                <p:cNvPr id="4256" name="Google Shape;4256;p60"/>
                <p:cNvSpPr/>
                <p:nvPr/>
              </p:nvSpPr>
              <p:spPr>
                <a:xfrm>
                  <a:off x="4719311" y="3434404"/>
                  <a:ext cx="31499" cy="26898"/>
                </a:xfrm>
                <a:custGeom>
                  <a:rect b="b" l="l" r="r" t="t"/>
                  <a:pathLst>
                    <a:path extrusionOk="0" h="3420" w="4005">
                      <a:moveTo>
                        <a:pt x="2285" y="0"/>
                      </a:moveTo>
                      <a:cubicBezTo>
                        <a:pt x="1865" y="0"/>
                        <a:pt x="1437" y="156"/>
                        <a:pt x="1089" y="504"/>
                      </a:cubicBezTo>
                      <a:cubicBezTo>
                        <a:pt x="0" y="1581"/>
                        <a:pt x="774"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7" name="Google Shape;4257;p60"/>
                <p:cNvSpPr/>
                <p:nvPr/>
              </p:nvSpPr>
              <p:spPr>
                <a:xfrm>
                  <a:off x="4732249" y="3444078"/>
                  <a:ext cx="8856" cy="7582"/>
                </a:xfrm>
                <a:custGeom>
                  <a:rect b="b" l="l" r="r" t="t"/>
                  <a:pathLst>
                    <a:path extrusionOk="0" h="964" w="1126">
                      <a:moveTo>
                        <a:pt x="642" y="0"/>
                      </a:moveTo>
                      <a:cubicBezTo>
                        <a:pt x="218" y="0"/>
                        <a:pt x="0" y="520"/>
                        <a:pt x="303" y="823"/>
                      </a:cubicBezTo>
                      <a:cubicBezTo>
                        <a:pt x="400" y="920"/>
                        <a:pt x="520" y="964"/>
                        <a:pt x="638" y="964"/>
                      </a:cubicBezTo>
                      <a:cubicBezTo>
                        <a:pt x="886" y="964"/>
                        <a:pt x="1125" y="771"/>
                        <a:pt x="1125" y="484"/>
                      </a:cubicBezTo>
                      <a:cubicBezTo>
                        <a:pt x="1125" y="218"/>
                        <a:pt x="920" y="0"/>
                        <a:pt x="642"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58" name="Google Shape;4258;p60"/>
              <p:cNvGrpSpPr/>
              <p:nvPr/>
            </p:nvGrpSpPr>
            <p:grpSpPr>
              <a:xfrm>
                <a:off x="4768876" y="3401772"/>
                <a:ext cx="31499" cy="26898"/>
                <a:chOff x="4768876" y="3401772"/>
                <a:chExt cx="31499" cy="26898"/>
              </a:xfrm>
            </p:grpSpPr>
            <p:sp>
              <p:nvSpPr>
                <p:cNvPr id="4259" name="Google Shape;4259;p60"/>
                <p:cNvSpPr/>
                <p:nvPr/>
              </p:nvSpPr>
              <p:spPr>
                <a:xfrm>
                  <a:off x="4768876" y="3401772"/>
                  <a:ext cx="31499" cy="26898"/>
                </a:xfrm>
                <a:custGeom>
                  <a:rect b="b" l="l" r="r" t="t"/>
                  <a:pathLst>
                    <a:path extrusionOk="0" h="3420" w="4005">
                      <a:moveTo>
                        <a:pt x="2276" y="0"/>
                      </a:moveTo>
                      <a:cubicBezTo>
                        <a:pt x="1855" y="0"/>
                        <a:pt x="1425" y="156"/>
                        <a:pt x="1077" y="504"/>
                      </a:cubicBezTo>
                      <a:cubicBezTo>
                        <a:pt x="1" y="1581"/>
                        <a:pt x="763" y="3419"/>
                        <a:pt x="2287" y="3419"/>
                      </a:cubicBezTo>
                      <a:cubicBezTo>
                        <a:pt x="3231" y="3419"/>
                        <a:pt x="4005" y="2657"/>
                        <a:pt x="4005" y="1714"/>
                      </a:cubicBezTo>
                      <a:cubicBezTo>
                        <a:pt x="4005" y="683"/>
                        <a:pt x="3157" y="0"/>
                        <a:pt x="227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0" name="Google Shape;4260;p60"/>
                <p:cNvSpPr/>
                <p:nvPr/>
              </p:nvSpPr>
              <p:spPr>
                <a:xfrm>
                  <a:off x="4783057" y="3411438"/>
                  <a:ext cx="7613" cy="7621"/>
                </a:xfrm>
                <a:custGeom>
                  <a:rect b="b" l="l" r="r" t="t"/>
                  <a:pathLst>
                    <a:path extrusionOk="0" h="969" w="968">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61" name="Google Shape;4261;p60"/>
              <p:cNvGrpSpPr/>
              <p:nvPr/>
            </p:nvGrpSpPr>
            <p:grpSpPr>
              <a:xfrm>
                <a:off x="4762214" y="3471377"/>
                <a:ext cx="26938" cy="26938"/>
                <a:chOff x="4762214" y="3471377"/>
                <a:chExt cx="26938" cy="26938"/>
              </a:xfrm>
            </p:grpSpPr>
            <p:sp>
              <p:nvSpPr>
                <p:cNvPr id="4262" name="Google Shape;4262;p60"/>
                <p:cNvSpPr/>
                <p:nvPr/>
              </p:nvSpPr>
              <p:spPr>
                <a:xfrm>
                  <a:off x="4762214" y="3471377"/>
                  <a:ext cx="26938" cy="26938"/>
                </a:xfrm>
                <a:custGeom>
                  <a:rect b="b" l="l" r="r" t="t"/>
                  <a:pathLst>
                    <a:path extrusionOk="0" h="3425" w="3425">
                      <a:moveTo>
                        <a:pt x="1707" y="1"/>
                      </a:moveTo>
                      <a:cubicBezTo>
                        <a:pt x="763" y="1"/>
                        <a:pt x="1" y="763"/>
                        <a:pt x="1" y="1707"/>
                      </a:cubicBezTo>
                      <a:cubicBezTo>
                        <a:pt x="1" y="2650"/>
                        <a:pt x="763" y="3424"/>
                        <a:pt x="1707" y="3424"/>
                      </a:cubicBezTo>
                      <a:cubicBezTo>
                        <a:pt x="2662" y="3424"/>
                        <a:pt x="3424" y="2650"/>
                        <a:pt x="3424" y="1707"/>
                      </a:cubicBezTo>
                      <a:cubicBezTo>
                        <a:pt x="3424" y="763"/>
                        <a:pt x="2662" y="1"/>
                        <a:pt x="170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3" name="Google Shape;4263;p60"/>
                <p:cNvSpPr/>
                <p:nvPr/>
              </p:nvSpPr>
              <p:spPr>
                <a:xfrm>
                  <a:off x="4770591" y="3480988"/>
                  <a:ext cx="8856" cy="7605"/>
                </a:xfrm>
                <a:custGeom>
                  <a:rect b="b" l="l" r="r" t="t"/>
                  <a:pathLst>
                    <a:path extrusionOk="0" h="967" w="1126">
                      <a:moveTo>
                        <a:pt x="642" y="1"/>
                      </a:moveTo>
                      <a:cubicBezTo>
                        <a:pt x="218" y="1"/>
                        <a:pt x="0" y="521"/>
                        <a:pt x="303" y="823"/>
                      </a:cubicBezTo>
                      <a:cubicBezTo>
                        <a:pt x="402" y="922"/>
                        <a:pt x="524" y="967"/>
                        <a:pt x="643" y="967"/>
                      </a:cubicBezTo>
                      <a:cubicBezTo>
                        <a:pt x="890" y="967"/>
                        <a:pt x="1125" y="778"/>
                        <a:pt x="1125" y="485"/>
                      </a:cubicBezTo>
                      <a:cubicBezTo>
                        <a:pt x="1125" y="218"/>
                        <a:pt x="920" y="1"/>
                        <a:pt x="64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64" name="Google Shape;4264;p60"/>
              <p:cNvGrpSpPr/>
              <p:nvPr/>
            </p:nvGrpSpPr>
            <p:grpSpPr>
              <a:xfrm>
                <a:off x="4790473" y="3344782"/>
                <a:ext cx="31405" cy="26898"/>
                <a:chOff x="4790473" y="3344782"/>
                <a:chExt cx="31405" cy="26898"/>
              </a:xfrm>
            </p:grpSpPr>
            <p:sp>
              <p:nvSpPr>
                <p:cNvPr id="4265" name="Google Shape;4265;p60"/>
                <p:cNvSpPr/>
                <p:nvPr/>
              </p:nvSpPr>
              <p:spPr>
                <a:xfrm>
                  <a:off x="4790473" y="3344782"/>
                  <a:ext cx="31405" cy="26898"/>
                </a:xfrm>
                <a:custGeom>
                  <a:rect b="b" l="l" r="r" t="t"/>
                  <a:pathLst>
                    <a:path extrusionOk="0" h="3420" w="3993">
                      <a:moveTo>
                        <a:pt x="2273" y="0"/>
                      </a:moveTo>
                      <a:cubicBezTo>
                        <a:pt x="1853" y="0"/>
                        <a:pt x="1425" y="156"/>
                        <a:pt x="1077" y="504"/>
                      </a:cubicBezTo>
                      <a:cubicBezTo>
                        <a:pt x="1" y="1581"/>
                        <a:pt x="763" y="3420"/>
                        <a:pt x="2287" y="3420"/>
                      </a:cubicBezTo>
                      <a:cubicBezTo>
                        <a:pt x="3230" y="3420"/>
                        <a:pt x="3993" y="2657"/>
                        <a:pt x="3993" y="1714"/>
                      </a:cubicBezTo>
                      <a:cubicBezTo>
                        <a:pt x="3993" y="683"/>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6" name="Google Shape;4266;p60"/>
                <p:cNvSpPr/>
                <p:nvPr/>
              </p:nvSpPr>
              <p:spPr>
                <a:xfrm>
                  <a:off x="4804654" y="3354456"/>
                  <a:ext cx="7613" cy="7613"/>
                </a:xfrm>
                <a:custGeom>
                  <a:rect b="b" l="l" r="r" t="t"/>
                  <a:pathLst>
                    <a:path extrusionOk="0" h="968" w="968">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67" name="Google Shape;4267;p60"/>
              <p:cNvGrpSpPr/>
              <p:nvPr/>
            </p:nvGrpSpPr>
            <p:grpSpPr>
              <a:xfrm>
                <a:off x="4823774" y="3950733"/>
                <a:ext cx="37398" cy="32034"/>
                <a:chOff x="4823774" y="3950733"/>
                <a:chExt cx="37398" cy="32034"/>
              </a:xfrm>
            </p:grpSpPr>
            <p:sp>
              <p:nvSpPr>
                <p:cNvPr id="4268" name="Google Shape;4268;p60"/>
                <p:cNvSpPr/>
                <p:nvPr/>
              </p:nvSpPr>
              <p:spPr>
                <a:xfrm>
                  <a:off x="4823774" y="3950733"/>
                  <a:ext cx="37398" cy="32034"/>
                </a:xfrm>
                <a:custGeom>
                  <a:rect b="b" l="l" r="r" t="t"/>
                  <a:pathLst>
                    <a:path extrusionOk="0" h="4073" w="4755">
                      <a:moveTo>
                        <a:pt x="2707" y="1"/>
                      </a:moveTo>
                      <a:cubicBezTo>
                        <a:pt x="2207" y="1"/>
                        <a:pt x="1698" y="186"/>
                        <a:pt x="1283" y="601"/>
                      </a:cubicBezTo>
                      <a:cubicBezTo>
                        <a:pt x="1" y="1883"/>
                        <a:pt x="908" y="4073"/>
                        <a:pt x="2722" y="4073"/>
                      </a:cubicBezTo>
                      <a:cubicBezTo>
                        <a:pt x="3835" y="4073"/>
                        <a:pt x="4755" y="3166"/>
                        <a:pt x="4755" y="2041"/>
                      </a:cubicBezTo>
                      <a:cubicBezTo>
                        <a:pt x="4755" y="813"/>
                        <a:pt x="3752" y="1"/>
                        <a:pt x="270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9" name="Google Shape;4269;p60"/>
                <p:cNvSpPr/>
                <p:nvPr/>
              </p:nvSpPr>
              <p:spPr>
                <a:xfrm>
                  <a:off x="4836617" y="3960407"/>
                  <a:ext cx="14849" cy="12718"/>
                </a:xfrm>
                <a:custGeom>
                  <a:rect b="b" l="l" r="r" t="t"/>
                  <a:pathLst>
                    <a:path extrusionOk="0" h="1617" w="1888">
                      <a:moveTo>
                        <a:pt x="1089" y="0"/>
                      </a:moveTo>
                      <a:cubicBezTo>
                        <a:pt x="363" y="0"/>
                        <a:pt x="1" y="871"/>
                        <a:pt x="509" y="1379"/>
                      </a:cubicBezTo>
                      <a:cubicBezTo>
                        <a:pt x="673" y="1543"/>
                        <a:pt x="874" y="1616"/>
                        <a:pt x="1073" y="1616"/>
                      </a:cubicBezTo>
                      <a:cubicBezTo>
                        <a:pt x="1488" y="1616"/>
                        <a:pt x="1888" y="1294"/>
                        <a:pt x="1888" y="811"/>
                      </a:cubicBezTo>
                      <a:cubicBezTo>
                        <a:pt x="1888" y="363"/>
                        <a:pt x="1537" y="0"/>
                        <a:pt x="108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70" name="Google Shape;4270;p60"/>
              <p:cNvGrpSpPr/>
              <p:nvPr/>
            </p:nvGrpSpPr>
            <p:grpSpPr>
              <a:xfrm>
                <a:off x="4823396" y="4110566"/>
                <a:ext cx="31405" cy="26906"/>
                <a:chOff x="4823396" y="4110566"/>
                <a:chExt cx="31405" cy="26906"/>
              </a:xfrm>
            </p:grpSpPr>
            <p:sp>
              <p:nvSpPr>
                <p:cNvPr id="4271" name="Google Shape;4271;p60"/>
                <p:cNvSpPr/>
                <p:nvPr/>
              </p:nvSpPr>
              <p:spPr>
                <a:xfrm>
                  <a:off x="4823396" y="4110566"/>
                  <a:ext cx="31405" cy="26906"/>
                </a:xfrm>
                <a:custGeom>
                  <a:rect b="b" l="l" r="r" t="t"/>
                  <a:pathLst>
                    <a:path extrusionOk="0" h="3421" w="3993">
                      <a:moveTo>
                        <a:pt x="2272" y="1"/>
                      </a:moveTo>
                      <a:cubicBezTo>
                        <a:pt x="1853" y="1"/>
                        <a:pt x="1425" y="157"/>
                        <a:pt x="1077" y="505"/>
                      </a:cubicBezTo>
                      <a:cubicBezTo>
                        <a:pt x="0" y="1582"/>
                        <a:pt x="762" y="3420"/>
                        <a:pt x="2286" y="3420"/>
                      </a:cubicBezTo>
                      <a:cubicBezTo>
                        <a:pt x="3230" y="3420"/>
                        <a:pt x="3992" y="2658"/>
                        <a:pt x="3992" y="1715"/>
                      </a:cubicBezTo>
                      <a:cubicBezTo>
                        <a:pt x="3992" y="683"/>
                        <a:pt x="3150" y="1"/>
                        <a:pt x="227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2" name="Google Shape;4272;p60"/>
                <p:cNvSpPr/>
                <p:nvPr/>
              </p:nvSpPr>
              <p:spPr>
                <a:xfrm>
                  <a:off x="4836240" y="4120145"/>
                  <a:ext cx="8950" cy="7684"/>
                </a:xfrm>
                <a:custGeom>
                  <a:rect b="b" l="l" r="r" t="t"/>
                  <a:pathLst>
                    <a:path extrusionOk="0" h="977" w="1138">
                      <a:moveTo>
                        <a:pt x="653" y="1"/>
                      </a:moveTo>
                      <a:cubicBezTo>
                        <a:pt x="218" y="1"/>
                        <a:pt x="0" y="533"/>
                        <a:pt x="303" y="835"/>
                      </a:cubicBezTo>
                      <a:cubicBezTo>
                        <a:pt x="404" y="933"/>
                        <a:pt x="527" y="976"/>
                        <a:pt x="646" y="976"/>
                      </a:cubicBezTo>
                      <a:cubicBezTo>
                        <a:pt x="898" y="976"/>
                        <a:pt x="1137" y="784"/>
                        <a:pt x="1137" y="497"/>
                      </a:cubicBezTo>
                      <a:cubicBezTo>
                        <a:pt x="1137" y="218"/>
                        <a:pt x="920" y="1"/>
                        <a:pt x="65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73" name="Google Shape;4273;p60"/>
              <p:cNvGrpSpPr/>
              <p:nvPr/>
            </p:nvGrpSpPr>
            <p:grpSpPr>
              <a:xfrm>
                <a:off x="4838332" y="3821150"/>
                <a:ext cx="31499" cy="26898"/>
                <a:chOff x="4838332" y="3821150"/>
                <a:chExt cx="31499" cy="26898"/>
              </a:xfrm>
            </p:grpSpPr>
            <p:sp>
              <p:nvSpPr>
                <p:cNvPr id="4274" name="Google Shape;4274;p60"/>
                <p:cNvSpPr/>
                <p:nvPr/>
              </p:nvSpPr>
              <p:spPr>
                <a:xfrm>
                  <a:off x="4838332" y="3821150"/>
                  <a:ext cx="31499" cy="26898"/>
                </a:xfrm>
                <a:custGeom>
                  <a:rect b="b" l="l" r="r" t="t"/>
                  <a:pathLst>
                    <a:path extrusionOk="0" h="3420" w="4005">
                      <a:moveTo>
                        <a:pt x="2285" y="1"/>
                      </a:moveTo>
                      <a:cubicBezTo>
                        <a:pt x="1865" y="1"/>
                        <a:pt x="1437" y="156"/>
                        <a:pt x="1089" y="505"/>
                      </a:cubicBezTo>
                      <a:cubicBezTo>
                        <a:pt x="0" y="1581"/>
                        <a:pt x="775" y="3420"/>
                        <a:pt x="2299" y="3420"/>
                      </a:cubicBezTo>
                      <a:cubicBezTo>
                        <a:pt x="3242" y="3420"/>
                        <a:pt x="4004" y="2658"/>
                        <a:pt x="4004" y="1714"/>
                      </a:cubicBezTo>
                      <a:cubicBezTo>
                        <a:pt x="4004" y="683"/>
                        <a:pt x="3163" y="1"/>
                        <a:pt x="228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5" name="Google Shape;4275;p60"/>
                <p:cNvSpPr/>
                <p:nvPr/>
              </p:nvSpPr>
              <p:spPr>
                <a:xfrm>
                  <a:off x="4851270" y="3830824"/>
                  <a:ext cx="8950" cy="7582"/>
                </a:xfrm>
                <a:custGeom>
                  <a:rect b="b" l="l" r="r" t="t"/>
                  <a:pathLst>
                    <a:path extrusionOk="0" h="964" w="1138">
                      <a:moveTo>
                        <a:pt x="654" y="0"/>
                      </a:moveTo>
                      <a:cubicBezTo>
                        <a:pt x="218" y="0"/>
                        <a:pt x="0" y="521"/>
                        <a:pt x="303" y="823"/>
                      </a:cubicBezTo>
                      <a:cubicBezTo>
                        <a:pt x="404" y="920"/>
                        <a:pt x="526" y="964"/>
                        <a:pt x="644" y="964"/>
                      </a:cubicBezTo>
                      <a:cubicBezTo>
                        <a:pt x="893" y="964"/>
                        <a:pt x="1129" y="771"/>
                        <a:pt x="1138" y="484"/>
                      </a:cubicBezTo>
                      <a:cubicBezTo>
                        <a:pt x="1125" y="218"/>
                        <a:pt x="920" y="0"/>
                        <a:pt x="65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76" name="Google Shape;4276;p60"/>
              <p:cNvGrpSpPr/>
              <p:nvPr/>
            </p:nvGrpSpPr>
            <p:grpSpPr>
              <a:xfrm>
                <a:off x="4661275" y="3815007"/>
                <a:ext cx="36824" cy="31523"/>
                <a:chOff x="4661275" y="3815007"/>
                <a:chExt cx="36824" cy="31523"/>
              </a:xfrm>
            </p:grpSpPr>
            <p:sp>
              <p:nvSpPr>
                <p:cNvPr id="4277" name="Google Shape;4277;p60"/>
                <p:cNvSpPr/>
                <p:nvPr/>
              </p:nvSpPr>
              <p:spPr>
                <a:xfrm>
                  <a:off x="4661275" y="3815007"/>
                  <a:ext cx="36824" cy="31523"/>
                </a:xfrm>
                <a:custGeom>
                  <a:rect b="b" l="l" r="r" t="t"/>
                  <a:pathLst>
                    <a:path extrusionOk="0" h="4008" w="4682">
                      <a:moveTo>
                        <a:pt x="2663" y="0"/>
                      </a:moveTo>
                      <a:cubicBezTo>
                        <a:pt x="2169" y="0"/>
                        <a:pt x="1666" y="184"/>
                        <a:pt x="1258" y="596"/>
                      </a:cubicBezTo>
                      <a:cubicBezTo>
                        <a:pt x="0" y="1854"/>
                        <a:pt x="895" y="4007"/>
                        <a:pt x="2674" y="4007"/>
                      </a:cubicBezTo>
                      <a:cubicBezTo>
                        <a:pt x="3774" y="4007"/>
                        <a:pt x="4682" y="3112"/>
                        <a:pt x="4682" y="2011"/>
                      </a:cubicBezTo>
                      <a:cubicBezTo>
                        <a:pt x="4682" y="801"/>
                        <a:pt x="3692" y="0"/>
                        <a:pt x="266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8" name="Google Shape;4278;p60"/>
                <p:cNvSpPr/>
                <p:nvPr/>
              </p:nvSpPr>
              <p:spPr>
                <a:xfrm>
                  <a:off x="4676211" y="3824736"/>
                  <a:ext cx="12183" cy="12183"/>
                </a:xfrm>
                <a:custGeom>
                  <a:rect b="b" l="l" r="r" t="t"/>
                  <a:pathLst>
                    <a:path extrusionOk="0" h="1549" w="1549">
                      <a:moveTo>
                        <a:pt x="775" y="0"/>
                      </a:moveTo>
                      <a:cubicBezTo>
                        <a:pt x="351" y="0"/>
                        <a:pt x="0" y="339"/>
                        <a:pt x="0" y="774"/>
                      </a:cubicBezTo>
                      <a:cubicBezTo>
                        <a:pt x="0" y="1198"/>
                        <a:pt x="351" y="1549"/>
                        <a:pt x="775" y="1549"/>
                      </a:cubicBezTo>
                      <a:cubicBezTo>
                        <a:pt x="1210" y="1549"/>
                        <a:pt x="1549" y="1198"/>
                        <a:pt x="1549" y="774"/>
                      </a:cubicBezTo>
                      <a:cubicBezTo>
                        <a:pt x="1549" y="339"/>
                        <a:pt x="1210" y="0"/>
                        <a:pt x="77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79" name="Google Shape;4279;p60"/>
              <p:cNvGrpSpPr/>
              <p:nvPr/>
            </p:nvGrpSpPr>
            <p:grpSpPr>
              <a:xfrm>
                <a:off x="4558998" y="3851037"/>
                <a:ext cx="33591" cy="28699"/>
                <a:chOff x="4558998" y="3851037"/>
                <a:chExt cx="33591" cy="28699"/>
              </a:xfrm>
            </p:grpSpPr>
            <p:sp>
              <p:nvSpPr>
                <p:cNvPr id="4280" name="Google Shape;4280;p60"/>
                <p:cNvSpPr/>
                <p:nvPr/>
              </p:nvSpPr>
              <p:spPr>
                <a:xfrm>
                  <a:off x="4558998" y="3851037"/>
                  <a:ext cx="33591" cy="28699"/>
                </a:xfrm>
                <a:custGeom>
                  <a:rect b="b" l="l" r="r" t="t"/>
                  <a:pathLst>
                    <a:path extrusionOk="0" h="3649" w="4271">
                      <a:moveTo>
                        <a:pt x="2430" y="0"/>
                      </a:moveTo>
                      <a:cubicBezTo>
                        <a:pt x="1980" y="0"/>
                        <a:pt x="1522" y="167"/>
                        <a:pt x="1149" y="539"/>
                      </a:cubicBezTo>
                      <a:cubicBezTo>
                        <a:pt x="0" y="1688"/>
                        <a:pt x="823" y="3648"/>
                        <a:pt x="2444" y="3648"/>
                      </a:cubicBezTo>
                      <a:cubicBezTo>
                        <a:pt x="3448" y="3648"/>
                        <a:pt x="4270" y="2838"/>
                        <a:pt x="4270" y="1822"/>
                      </a:cubicBezTo>
                      <a:cubicBezTo>
                        <a:pt x="4270" y="726"/>
                        <a:pt x="3369" y="0"/>
                        <a:pt x="24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1" name="Google Shape;4281;p60"/>
                <p:cNvSpPr/>
                <p:nvPr/>
              </p:nvSpPr>
              <p:spPr>
                <a:xfrm>
                  <a:off x="4573557" y="3860695"/>
                  <a:ext cx="9328" cy="9430"/>
                </a:xfrm>
                <a:custGeom>
                  <a:rect b="b" l="l" r="r" t="t"/>
                  <a:pathLst>
                    <a:path extrusionOk="0" h="1199" w="1186">
                      <a:moveTo>
                        <a:pt x="593" y="1"/>
                      </a:moveTo>
                      <a:cubicBezTo>
                        <a:pt x="266" y="1"/>
                        <a:pt x="0" y="267"/>
                        <a:pt x="0" y="594"/>
                      </a:cubicBezTo>
                      <a:cubicBezTo>
                        <a:pt x="0" y="932"/>
                        <a:pt x="266" y="1198"/>
                        <a:pt x="593" y="1198"/>
                      </a:cubicBezTo>
                      <a:cubicBezTo>
                        <a:pt x="919" y="1198"/>
                        <a:pt x="1185" y="932"/>
                        <a:pt x="1185" y="594"/>
                      </a:cubicBezTo>
                      <a:cubicBezTo>
                        <a:pt x="1185" y="267"/>
                        <a:pt x="919" y="1"/>
                        <a:pt x="59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82" name="Google Shape;4282;p60"/>
              <p:cNvGrpSpPr/>
              <p:nvPr/>
            </p:nvGrpSpPr>
            <p:grpSpPr>
              <a:xfrm>
                <a:off x="4696762" y="3638587"/>
                <a:ext cx="33591" cy="28794"/>
                <a:chOff x="4696762" y="3638587"/>
                <a:chExt cx="33591" cy="28794"/>
              </a:xfrm>
            </p:grpSpPr>
            <p:sp>
              <p:nvSpPr>
                <p:cNvPr id="4283" name="Google Shape;4283;p60"/>
                <p:cNvSpPr/>
                <p:nvPr/>
              </p:nvSpPr>
              <p:spPr>
                <a:xfrm>
                  <a:off x="4696762" y="3638587"/>
                  <a:ext cx="33591" cy="28794"/>
                </a:xfrm>
                <a:custGeom>
                  <a:rect b="b" l="l" r="r" t="t"/>
                  <a:pathLst>
                    <a:path extrusionOk="0" h="3661" w="4271">
                      <a:moveTo>
                        <a:pt x="2426" y="1"/>
                      </a:moveTo>
                      <a:cubicBezTo>
                        <a:pt x="1978" y="1"/>
                        <a:pt x="1521" y="167"/>
                        <a:pt x="1150" y="539"/>
                      </a:cubicBezTo>
                      <a:cubicBezTo>
                        <a:pt x="0" y="1688"/>
                        <a:pt x="823" y="3660"/>
                        <a:pt x="2444" y="3660"/>
                      </a:cubicBezTo>
                      <a:cubicBezTo>
                        <a:pt x="3448" y="3648"/>
                        <a:pt x="4258" y="2838"/>
                        <a:pt x="4270" y="1834"/>
                      </a:cubicBezTo>
                      <a:cubicBezTo>
                        <a:pt x="4262" y="729"/>
                        <a:pt x="3363" y="1"/>
                        <a:pt x="242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4" name="Google Shape;4284;p60"/>
                <p:cNvSpPr/>
                <p:nvPr/>
              </p:nvSpPr>
              <p:spPr>
                <a:xfrm>
                  <a:off x="4711320" y="3648245"/>
                  <a:ext cx="9328" cy="9430"/>
                </a:xfrm>
                <a:custGeom>
                  <a:rect b="b" l="l" r="r" t="t"/>
                  <a:pathLst>
                    <a:path extrusionOk="0" h="1199" w="1186">
                      <a:moveTo>
                        <a:pt x="593" y="1"/>
                      </a:moveTo>
                      <a:cubicBezTo>
                        <a:pt x="266" y="1"/>
                        <a:pt x="0" y="279"/>
                        <a:pt x="0" y="606"/>
                      </a:cubicBezTo>
                      <a:cubicBezTo>
                        <a:pt x="0" y="932"/>
                        <a:pt x="266" y="1198"/>
                        <a:pt x="593" y="1198"/>
                      </a:cubicBezTo>
                      <a:cubicBezTo>
                        <a:pt x="919" y="1198"/>
                        <a:pt x="1186" y="932"/>
                        <a:pt x="1186" y="606"/>
                      </a:cubicBezTo>
                      <a:cubicBezTo>
                        <a:pt x="1186" y="279"/>
                        <a:pt x="919" y="1"/>
                        <a:pt x="59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85" name="Google Shape;4285;p60"/>
              <p:cNvGrpSpPr/>
              <p:nvPr/>
            </p:nvGrpSpPr>
            <p:grpSpPr>
              <a:xfrm>
                <a:off x="4929479" y="3939140"/>
                <a:ext cx="33497" cy="28692"/>
                <a:chOff x="4929479" y="3939140"/>
                <a:chExt cx="33497" cy="28692"/>
              </a:xfrm>
            </p:grpSpPr>
            <p:sp>
              <p:nvSpPr>
                <p:cNvPr id="4286" name="Google Shape;4286;p60"/>
                <p:cNvSpPr/>
                <p:nvPr/>
              </p:nvSpPr>
              <p:spPr>
                <a:xfrm>
                  <a:off x="4929479" y="3939140"/>
                  <a:ext cx="33497" cy="28692"/>
                </a:xfrm>
                <a:custGeom>
                  <a:rect b="b" l="l" r="r" t="t"/>
                  <a:pathLst>
                    <a:path extrusionOk="0" h="3648" w="4259">
                      <a:moveTo>
                        <a:pt x="2426" y="0"/>
                      </a:moveTo>
                      <a:cubicBezTo>
                        <a:pt x="1978" y="0"/>
                        <a:pt x="1521" y="167"/>
                        <a:pt x="1149" y="539"/>
                      </a:cubicBezTo>
                      <a:cubicBezTo>
                        <a:pt x="0" y="1688"/>
                        <a:pt x="811" y="3648"/>
                        <a:pt x="2431" y="3648"/>
                      </a:cubicBezTo>
                      <a:cubicBezTo>
                        <a:pt x="3448" y="3648"/>
                        <a:pt x="4258" y="2837"/>
                        <a:pt x="4258" y="1833"/>
                      </a:cubicBezTo>
                      <a:cubicBezTo>
                        <a:pt x="4258" y="729"/>
                        <a:pt x="3361" y="0"/>
                        <a:pt x="242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7" name="Google Shape;4287;p60"/>
                <p:cNvSpPr/>
                <p:nvPr/>
              </p:nvSpPr>
              <p:spPr>
                <a:xfrm>
                  <a:off x="4943935" y="3948893"/>
                  <a:ext cx="9430" cy="9328"/>
                </a:xfrm>
                <a:custGeom>
                  <a:rect b="b" l="l" r="r" t="t"/>
                  <a:pathLst>
                    <a:path extrusionOk="0" h="1186" w="1199">
                      <a:moveTo>
                        <a:pt x="593" y="0"/>
                      </a:moveTo>
                      <a:cubicBezTo>
                        <a:pt x="267" y="0"/>
                        <a:pt x="1" y="267"/>
                        <a:pt x="1" y="593"/>
                      </a:cubicBezTo>
                      <a:cubicBezTo>
                        <a:pt x="1" y="920"/>
                        <a:pt x="267" y="1186"/>
                        <a:pt x="593" y="1186"/>
                      </a:cubicBezTo>
                      <a:cubicBezTo>
                        <a:pt x="932" y="1186"/>
                        <a:pt x="1198" y="920"/>
                        <a:pt x="1198" y="593"/>
                      </a:cubicBezTo>
                      <a:cubicBezTo>
                        <a:pt x="1198" y="267"/>
                        <a:pt x="932" y="0"/>
                        <a:pt x="59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88" name="Google Shape;4288;p60"/>
              <p:cNvGrpSpPr/>
              <p:nvPr/>
            </p:nvGrpSpPr>
            <p:grpSpPr>
              <a:xfrm>
                <a:off x="4907119" y="3986039"/>
                <a:ext cx="33497" cy="28699"/>
                <a:chOff x="4907119" y="3986039"/>
                <a:chExt cx="33497" cy="28699"/>
              </a:xfrm>
            </p:grpSpPr>
            <p:sp>
              <p:nvSpPr>
                <p:cNvPr id="4289" name="Google Shape;4289;p60"/>
                <p:cNvSpPr/>
                <p:nvPr/>
              </p:nvSpPr>
              <p:spPr>
                <a:xfrm>
                  <a:off x="4907119" y="3986039"/>
                  <a:ext cx="33497" cy="28699"/>
                </a:xfrm>
                <a:custGeom>
                  <a:rect b="b" l="l" r="r" t="t"/>
                  <a:pathLst>
                    <a:path extrusionOk="0" h="3649" w="4259">
                      <a:moveTo>
                        <a:pt x="2427" y="1"/>
                      </a:moveTo>
                      <a:cubicBezTo>
                        <a:pt x="1979" y="1"/>
                        <a:pt x="1522" y="167"/>
                        <a:pt x="1149" y="540"/>
                      </a:cubicBezTo>
                      <a:cubicBezTo>
                        <a:pt x="0" y="1689"/>
                        <a:pt x="811" y="3648"/>
                        <a:pt x="2444" y="3648"/>
                      </a:cubicBezTo>
                      <a:cubicBezTo>
                        <a:pt x="3448" y="3648"/>
                        <a:pt x="4258" y="2826"/>
                        <a:pt x="4258" y="1822"/>
                      </a:cubicBezTo>
                      <a:cubicBezTo>
                        <a:pt x="4258" y="726"/>
                        <a:pt x="3363" y="1"/>
                        <a:pt x="242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0" name="Google Shape;4290;p60"/>
                <p:cNvSpPr/>
                <p:nvPr/>
              </p:nvSpPr>
              <p:spPr>
                <a:xfrm>
                  <a:off x="4921583" y="3995705"/>
                  <a:ext cx="9422" cy="9328"/>
                </a:xfrm>
                <a:custGeom>
                  <a:rect b="b" l="l" r="r" t="t"/>
                  <a:pathLst>
                    <a:path extrusionOk="0" h="1186" w="1198">
                      <a:moveTo>
                        <a:pt x="605" y="0"/>
                      </a:moveTo>
                      <a:cubicBezTo>
                        <a:pt x="266" y="0"/>
                        <a:pt x="0" y="266"/>
                        <a:pt x="0" y="593"/>
                      </a:cubicBezTo>
                      <a:cubicBezTo>
                        <a:pt x="0" y="919"/>
                        <a:pt x="266" y="1186"/>
                        <a:pt x="605" y="1186"/>
                      </a:cubicBezTo>
                      <a:cubicBezTo>
                        <a:pt x="931" y="1186"/>
                        <a:pt x="1198" y="919"/>
                        <a:pt x="1198" y="593"/>
                      </a:cubicBezTo>
                      <a:cubicBezTo>
                        <a:pt x="1198" y="266"/>
                        <a:pt x="931" y="0"/>
                        <a:pt x="60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91" name="Google Shape;4291;p60"/>
              <p:cNvGrpSpPr/>
              <p:nvPr/>
            </p:nvGrpSpPr>
            <p:grpSpPr>
              <a:xfrm>
                <a:off x="4911783" y="4048102"/>
                <a:ext cx="33591" cy="28762"/>
                <a:chOff x="4911783" y="4048102"/>
                <a:chExt cx="33591" cy="28762"/>
              </a:xfrm>
            </p:grpSpPr>
            <p:sp>
              <p:nvSpPr>
                <p:cNvPr id="4292" name="Google Shape;4292;p60"/>
                <p:cNvSpPr/>
                <p:nvPr/>
              </p:nvSpPr>
              <p:spPr>
                <a:xfrm>
                  <a:off x="4911783" y="4048102"/>
                  <a:ext cx="33591" cy="28762"/>
                </a:xfrm>
                <a:custGeom>
                  <a:rect b="b" l="l" r="r" t="t"/>
                  <a:pathLst>
                    <a:path extrusionOk="0" h="3657" w="4271">
                      <a:moveTo>
                        <a:pt x="2422" y="0"/>
                      </a:moveTo>
                      <a:cubicBezTo>
                        <a:pt x="1974" y="0"/>
                        <a:pt x="1519" y="166"/>
                        <a:pt x="1149" y="536"/>
                      </a:cubicBezTo>
                      <a:cubicBezTo>
                        <a:pt x="0" y="1685"/>
                        <a:pt x="823" y="3657"/>
                        <a:pt x="2456" y="3657"/>
                      </a:cubicBezTo>
                      <a:cubicBezTo>
                        <a:pt x="3448" y="3645"/>
                        <a:pt x="4258" y="2834"/>
                        <a:pt x="4270" y="1842"/>
                      </a:cubicBezTo>
                      <a:cubicBezTo>
                        <a:pt x="4270" y="735"/>
                        <a:pt x="3364" y="0"/>
                        <a:pt x="242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3" name="Google Shape;4293;p60"/>
                <p:cNvSpPr/>
                <p:nvPr/>
              </p:nvSpPr>
              <p:spPr>
                <a:xfrm>
                  <a:off x="4926333" y="4057831"/>
                  <a:ext cx="9336" cy="9328"/>
                </a:xfrm>
                <a:custGeom>
                  <a:rect b="b" l="l" r="r" t="t"/>
                  <a:pathLst>
                    <a:path extrusionOk="0" h="1186" w="1187">
                      <a:moveTo>
                        <a:pt x="594" y="0"/>
                      </a:moveTo>
                      <a:cubicBezTo>
                        <a:pt x="267" y="0"/>
                        <a:pt x="1" y="266"/>
                        <a:pt x="1" y="593"/>
                      </a:cubicBezTo>
                      <a:cubicBezTo>
                        <a:pt x="1" y="920"/>
                        <a:pt x="267" y="1186"/>
                        <a:pt x="594" y="1186"/>
                      </a:cubicBezTo>
                      <a:cubicBezTo>
                        <a:pt x="920" y="1186"/>
                        <a:pt x="1186" y="920"/>
                        <a:pt x="1186" y="593"/>
                      </a:cubicBezTo>
                      <a:cubicBezTo>
                        <a:pt x="1186" y="266"/>
                        <a:pt x="920" y="0"/>
                        <a:pt x="59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94" name="Google Shape;4294;p60"/>
              <p:cNvSpPr/>
              <p:nvPr/>
            </p:nvSpPr>
            <p:spPr>
              <a:xfrm>
                <a:off x="4713506" y="3934476"/>
                <a:ext cx="33497" cy="28692"/>
              </a:xfrm>
              <a:custGeom>
                <a:rect b="b" l="l" r="r" t="t"/>
                <a:pathLst>
                  <a:path extrusionOk="0" h="3648" w="4259">
                    <a:moveTo>
                      <a:pt x="2422" y="0"/>
                    </a:moveTo>
                    <a:cubicBezTo>
                      <a:pt x="1974" y="0"/>
                      <a:pt x="1518" y="167"/>
                      <a:pt x="1150" y="539"/>
                    </a:cubicBezTo>
                    <a:cubicBezTo>
                      <a:pt x="0" y="1688"/>
                      <a:pt x="811" y="3648"/>
                      <a:pt x="2432" y="3648"/>
                    </a:cubicBezTo>
                    <a:cubicBezTo>
                      <a:pt x="3436" y="3648"/>
                      <a:pt x="4258" y="2838"/>
                      <a:pt x="4258" y="1821"/>
                    </a:cubicBezTo>
                    <a:cubicBezTo>
                      <a:pt x="4258" y="726"/>
                      <a:pt x="3357" y="0"/>
                      <a:pt x="242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5" name="Google Shape;4295;p60"/>
              <p:cNvSpPr/>
              <p:nvPr/>
            </p:nvSpPr>
            <p:spPr>
              <a:xfrm>
                <a:off x="4727970" y="3944135"/>
                <a:ext cx="9328" cy="9430"/>
              </a:xfrm>
              <a:custGeom>
                <a:rect b="b" l="l" r="r" t="t"/>
                <a:pathLst>
                  <a:path extrusionOk="0" h="1199" w="1186">
                    <a:moveTo>
                      <a:pt x="593" y="1"/>
                    </a:moveTo>
                    <a:cubicBezTo>
                      <a:pt x="266" y="1"/>
                      <a:pt x="0" y="267"/>
                      <a:pt x="0" y="593"/>
                    </a:cubicBezTo>
                    <a:cubicBezTo>
                      <a:pt x="0" y="932"/>
                      <a:pt x="266" y="1198"/>
                      <a:pt x="593" y="1198"/>
                    </a:cubicBezTo>
                    <a:cubicBezTo>
                      <a:pt x="919" y="1198"/>
                      <a:pt x="1186" y="932"/>
                      <a:pt x="1186" y="593"/>
                    </a:cubicBezTo>
                    <a:cubicBezTo>
                      <a:pt x="1186" y="267"/>
                      <a:pt x="919" y="1"/>
                      <a:pt x="59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96" name="Google Shape;4296;p60"/>
              <p:cNvGrpSpPr/>
              <p:nvPr/>
            </p:nvGrpSpPr>
            <p:grpSpPr>
              <a:xfrm>
                <a:off x="4762623" y="3837847"/>
                <a:ext cx="42416" cy="36273"/>
                <a:chOff x="4762623" y="3837847"/>
                <a:chExt cx="42416" cy="36273"/>
              </a:xfrm>
            </p:grpSpPr>
            <p:sp>
              <p:nvSpPr>
                <p:cNvPr id="4297" name="Google Shape;4297;p60"/>
                <p:cNvSpPr/>
                <p:nvPr/>
              </p:nvSpPr>
              <p:spPr>
                <a:xfrm>
                  <a:off x="4762623" y="3837847"/>
                  <a:ext cx="42416" cy="36273"/>
                </a:xfrm>
                <a:custGeom>
                  <a:rect b="b" l="l" r="r" t="t"/>
                  <a:pathLst>
                    <a:path extrusionOk="0" h="4612" w="5393">
                      <a:moveTo>
                        <a:pt x="3064" y="1"/>
                      </a:moveTo>
                      <a:cubicBezTo>
                        <a:pt x="2496" y="1"/>
                        <a:pt x="1918" y="211"/>
                        <a:pt x="1449" y="680"/>
                      </a:cubicBezTo>
                      <a:cubicBezTo>
                        <a:pt x="1" y="2128"/>
                        <a:pt x="1033" y="4611"/>
                        <a:pt x="3067" y="4611"/>
                      </a:cubicBezTo>
                      <a:cubicBezTo>
                        <a:pt x="3072" y="4611"/>
                        <a:pt x="3077" y="4611"/>
                        <a:pt x="3082" y="4611"/>
                      </a:cubicBezTo>
                      <a:cubicBezTo>
                        <a:pt x="4352" y="4611"/>
                        <a:pt x="5380" y="3583"/>
                        <a:pt x="5392" y="2313"/>
                      </a:cubicBezTo>
                      <a:cubicBezTo>
                        <a:pt x="5392" y="921"/>
                        <a:pt x="4251" y="1"/>
                        <a:pt x="306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8" name="Google Shape;4298;p60"/>
                <p:cNvSpPr/>
                <p:nvPr/>
              </p:nvSpPr>
              <p:spPr>
                <a:xfrm>
                  <a:off x="4775538" y="3847568"/>
                  <a:ext cx="19796" cy="16957"/>
                </a:xfrm>
                <a:custGeom>
                  <a:rect b="b" l="l" r="r" t="t"/>
                  <a:pathLst>
                    <a:path extrusionOk="0" h="2156" w="2517">
                      <a:moveTo>
                        <a:pt x="1440" y="0"/>
                      </a:moveTo>
                      <a:cubicBezTo>
                        <a:pt x="484" y="0"/>
                        <a:pt x="0" y="1162"/>
                        <a:pt x="678" y="1839"/>
                      </a:cubicBezTo>
                      <a:cubicBezTo>
                        <a:pt x="896" y="2058"/>
                        <a:pt x="1165" y="2155"/>
                        <a:pt x="1429" y="2155"/>
                      </a:cubicBezTo>
                      <a:cubicBezTo>
                        <a:pt x="1984" y="2155"/>
                        <a:pt x="2517" y="1724"/>
                        <a:pt x="2517" y="1077"/>
                      </a:cubicBezTo>
                      <a:cubicBezTo>
                        <a:pt x="2517" y="484"/>
                        <a:pt x="2045" y="0"/>
                        <a:pt x="144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99" name="Google Shape;4299;p60"/>
              <p:cNvGrpSpPr/>
              <p:nvPr/>
            </p:nvGrpSpPr>
            <p:grpSpPr>
              <a:xfrm>
                <a:off x="4746044" y="4104966"/>
                <a:ext cx="33497" cy="28699"/>
                <a:chOff x="4746044" y="4104966"/>
                <a:chExt cx="33497" cy="28699"/>
              </a:xfrm>
            </p:grpSpPr>
            <p:sp>
              <p:nvSpPr>
                <p:cNvPr id="4300" name="Google Shape;4300;p60"/>
                <p:cNvSpPr/>
                <p:nvPr/>
              </p:nvSpPr>
              <p:spPr>
                <a:xfrm>
                  <a:off x="4746044" y="4104966"/>
                  <a:ext cx="33497" cy="28699"/>
                </a:xfrm>
                <a:custGeom>
                  <a:rect b="b" l="l" r="r" t="t"/>
                  <a:pathLst>
                    <a:path extrusionOk="0" h="3649" w="4259">
                      <a:moveTo>
                        <a:pt x="2428" y="1"/>
                      </a:moveTo>
                      <a:cubicBezTo>
                        <a:pt x="1979" y="1"/>
                        <a:pt x="1522" y="167"/>
                        <a:pt x="1150" y="540"/>
                      </a:cubicBezTo>
                      <a:cubicBezTo>
                        <a:pt x="0" y="1677"/>
                        <a:pt x="811" y="3648"/>
                        <a:pt x="2432" y="3648"/>
                      </a:cubicBezTo>
                      <a:cubicBezTo>
                        <a:pt x="3436" y="3648"/>
                        <a:pt x="4259" y="2826"/>
                        <a:pt x="4259" y="1822"/>
                      </a:cubicBezTo>
                      <a:cubicBezTo>
                        <a:pt x="4259" y="726"/>
                        <a:pt x="3363" y="1"/>
                        <a:pt x="242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1" name="Google Shape;4301;p60"/>
                <p:cNvSpPr/>
                <p:nvPr/>
              </p:nvSpPr>
              <p:spPr>
                <a:xfrm>
                  <a:off x="4758887" y="4114632"/>
                  <a:ext cx="11042" cy="9375"/>
                </a:xfrm>
                <a:custGeom>
                  <a:rect b="b" l="l" r="r" t="t"/>
                  <a:pathLst>
                    <a:path extrusionOk="0" h="1192" w="1404">
                      <a:moveTo>
                        <a:pt x="799" y="0"/>
                      </a:moveTo>
                      <a:cubicBezTo>
                        <a:pt x="267" y="0"/>
                        <a:pt x="1" y="641"/>
                        <a:pt x="376" y="1016"/>
                      </a:cubicBezTo>
                      <a:cubicBezTo>
                        <a:pt x="497" y="1137"/>
                        <a:pt x="645" y="1191"/>
                        <a:pt x="792" y="1191"/>
                      </a:cubicBezTo>
                      <a:cubicBezTo>
                        <a:pt x="1099" y="1191"/>
                        <a:pt x="1396" y="953"/>
                        <a:pt x="1404" y="593"/>
                      </a:cubicBezTo>
                      <a:cubicBezTo>
                        <a:pt x="1404" y="266"/>
                        <a:pt x="1126" y="0"/>
                        <a:pt x="79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02" name="Google Shape;4302;p60"/>
              <p:cNvGrpSpPr/>
              <p:nvPr/>
            </p:nvGrpSpPr>
            <p:grpSpPr>
              <a:xfrm>
                <a:off x="4859646" y="4162554"/>
                <a:ext cx="33591" cy="28762"/>
                <a:chOff x="4859646" y="4162554"/>
                <a:chExt cx="33591" cy="28762"/>
              </a:xfrm>
            </p:grpSpPr>
            <p:sp>
              <p:nvSpPr>
                <p:cNvPr id="4303" name="Google Shape;4303;p60"/>
                <p:cNvSpPr/>
                <p:nvPr/>
              </p:nvSpPr>
              <p:spPr>
                <a:xfrm>
                  <a:off x="4859646" y="4162554"/>
                  <a:ext cx="33591" cy="28762"/>
                </a:xfrm>
                <a:custGeom>
                  <a:rect b="b" l="l" r="r" t="t"/>
                  <a:pathLst>
                    <a:path extrusionOk="0" h="3657" w="4271">
                      <a:moveTo>
                        <a:pt x="2423" y="0"/>
                      </a:moveTo>
                      <a:cubicBezTo>
                        <a:pt x="1975" y="0"/>
                        <a:pt x="1520" y="166"/>
                        <a:pt x="1149" y="536"/>
                      </a:cubicBezTo>
                      <a:cubicBezTo>
                        <a:pt x="0" y="1685"/>
                        <a:pt x="823" y="3657"/>
                        <a:pt x="2444" y="3657"/>
                      </a:cubicBezTo>
                      <a:cubicBezTo>
                        <a:pt x="3448" y="3657"/>
                        <a:pt x="4258" y="2834"/>
                        <a:pt x="4270" y="1830"/>
                      </a:cubicBezTo>
                      <a:cubicBezTo>
                        <a:pt x="4270" y="732"/>
                        <a:pt x="3365" y="0"/>
                        <a:pt x="242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4" name="Google Shape;4304;p60"/>
                <p:cNvSpPr/>
                <p:nvPr/>
              </p:nvSpPr>
              <p:spPr>
                <a:xfrm>
                  <a:off x="4874196" y="4172283"/>
                  <a:ext cx="9336" cy="9336"/>
                </a:xfrm>
                <a:custGeom>
                  <a:rect b="b" l="l" r="r" t="t"/>
                  <a:pathLst>
                    <a:path extrusionOk="0" h="1187" w="1187">
                      <a:moveTo>
                        <a:pt x="594" y="1"/>
                      </a:moveTo>
                      <a:cubicBezTo>
                        <a:pt x="267" y="1"/>
                        <a:pt x="1" y="267"/>
                        <a:pt x="1" y="593"/>
                      </a:cubicBezTo>
                      <a:cubicBezTo>
                        <a:pt x="1" y="920"/>
                        <a:pt x="267" y="1186"/>
                        <a:pt x="594" y="1186"/>
                      </a:cubicBezTo>
                      <a:cubicBezTo>
                        <a:pt x="920" y="1186"/>
                        <a:pt x="1186" y="920"/>
                        <a:pt x="1186" y="593"/>
                      </a:cubicBezTo>
                      <a:cubicBezTo>
                        <a:pt x="1186" y="267"/>
                        <a:pt x="920" y="1"/>
                        <a:pt x="59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305" name="Google Shape;4305;p60"/>
            <p:cNvGrpSpPr/>
            <p:nvPr/>
          </p:nvGrpSpPr>
          <p:grpSpPr>
            <a:xfrm>
              <a:off x="3597785" y="3274438"/>
              <a:ext cx="855610" cy="1122100"/>
              <a:chOff x="3597785" y="3274438"/>
              <a:chExt cx="855610" cy="1122100"/>
            </a:xfrm>
          </p:grpSpPr>
          <p:grpSp>
            <p:nvGrpSpPr>
              <p:cNvPr id="4306" name="Google Shape;4306;p60"/>
              <p:cNvGrpSpPr/>
              <p:nvPr/>
            </p:nvGrpSpPr>
            <p:grpSpPr>
              <a:xfrm>
                <a:off x="3617857" y="3284717"/>
                <a:ext cx="826785" cy="1099165"/>
                <a:chOff x="3617857" y="3284717"/>
                <a:chExt cx="826785" cy="1099165"/>
              </a:xfrm>
            </p:grpSpPr>
            <p:sp>
              <p:nvSpPr>
                <p:cNvPr id="4307" name="Google Shape;4307;p60"/>
                <p:cNvSpPr/>
                <p:nvPr/>
              </p:nvSpPr>
              <p:spPr>
                <a:xfrm>
                  <a:off x="4155028" y="3869354"/>
                  <a:ext cx="289613" cy="514528"/>
                </a:xfrm>
                <a:custGeom>
                  <a:rect b="b" l="l" r="r" t="t"/>
                  <a:pathLst>
                    <a:path extrusionOk="0" fill="none" h="65420" w="36823">
                      <a:moveTo>
                        <a:pt x="5928" y="64827"/>
                      </a:moveTo>
                      <a:lnTo>
                        <a:pt x="6158" y="49755"/>
                      </a:lnTo>
                      <a:lnTo>
                        <a:pt x="8202" y="42327"/>
                      </a:lnTo>
                      <a:lnTo>
                        <a:pt x="8795" y="36351"/>
                      </a:lnTo>
                      <a:lnTo>
                        <a:pt x="8795" y="28912"/>
                      </a:lnTo>
                      <a:lnTo>
                        <a:pt x="3049" y="23347"/>
                      </a:lnTo>
                      <a:lnTo>
                        <a:pt x="0" y="12291"/>
                      </a:lnTo>
                      <a:lnTo>
                        <a:pt x="11601" y="1"/>
                      </a:lnTo>
                      <a:lnTo>
                        <a:pt x="19319" y="4259"/>
                      </a:lnTo>
                      <a:lnTo>
                        <a:pt x="27266" y="11747"/>
                      </a:lnTo>
                      <a:lnTo>
                        <a:pt x="36823" y="15472"/>
                      </a:lnTo>
                      <a:lnTo>
                        <a:pt x="34827" y="25803"/>
                      </a:lnTo>
                      <a:lnTo>
                        <a:pt x="26722" y="36944"/>
                      </a:lnTo>
                      <a:lnTo>
                        <a:pt x="19924" y="49198"/>
                      </a:lnTo>
                      <a:lnTo>
                        <a:pt x="11008" y="60690"/>
                      </a:lnTo>
                      <a:lnTo>
                        <a:pt x="5335" y="6542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8" name="Google Shape;4308;p60"/>
                <p:cNvSpPr/>
                <p:nvPr/>
              </p:nvSpPr>
              <p:spPr>
                <a:xfrm>
                  <a:off x="3617857" y="3284717"/>
                  <a:ext cx="662957" cy="685970"/>
                </a:xfrm>
                <a:custGeom>
                  <a:rect b="b" l="l" r="r" t="t"/>
                  <a:pathLst>
                    <a:path extrusionOk="0" fill="none" h="87218" w="84292">
                      <a:moveTo>
                        <a:pt x="79900" y="75157"/>
                      </a:moveTo>
                      <a:lnTo>
                        <a:pt x="77916" y="83262"/>
                      </a:lnTo>
                      <a:lnTo>
                        <a:pt x="68299" y="87218"/>
                      </a:lnTo>
                      <a:lnTo>
                        <a:pt x="61610" y="72314"/>
                      </a:lnTo>
                      <a:lnTo>
                        <a:pt x="48376" y="64524"/>
                      </a:lnTo>
                      <a:lnTo>
                        <a:pt x="37489" y="50685"/>
                      </a:lnTo>
                      <a:lnTo>
                        <a:pt x="32771" y="39181"/>
                      </a:lnTo>
                      <a:lnTo>
                        <a:pt x="28525" y="27000"/>
                      </a:lnTo>
                      <a:lnTo>
                        <a:pt x="19779" y="19379"/>
                      </a:lnTo>
                      <a:lnTo>
                        <a:pt x="1" y="14057"/>
                      </a:lnTo>
                      <a:lnTo>
                        <a:pt x="5227" y="0"/>
                      </a:lnTo>
                      <a:lnTo>
                        <a:pt x="40380" y="3605"/>
                      </a:lnTo>
                      <a:lnTo>
                        <a:pt x="53662" y="9254"/>
                      </a:lnTo>
                      <a:lnTo>
                        <a:pt x="56711" y="17734"/>
                      </a:lnTo>
                      <a:lnTo>
                        <a:pt x="69727" y="26177"/>
                      </a:lnTo>
                      <a:lnTo>
                        <a:pt x="84291" y="20649"/>
                      </a:lnTo>
                      <a:lnTo>
                        <a:pt x="79465" y="38165"/>
                      </a:lnTo>
                      <a:lnTo>
                        <a:pt x="72207" y="46960"/>
                      </a:lnTo>
                      <a:lnTo>
                        <a:pt x="64791" y="54677"/>
                      </a:lnTo>
                      <a:lnTo>
                        <a:pt x="54497" y="63206"/>
                      </a:lnTo>
                      <a:lnTo>
                        <a:pt x="62094" y="63556"/>
                      </a:lnTo>
                      <a:lnTo>
                        <a:pt x="66098" y="74335"/>
                      </a:lnTo>
                      <a:close/>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9" name="Google Shape;4309;p60"/>
                <p:cNvSpPr/>
                <p:nvPr/>
              </p:nvSpPr>
              <p:spPr>
                <a:xfrm>
                  <a:off x="4230666" y="3943372"/>
                  <a:ext cx="15612" cy="77934"/>
                </a:xfrm>
                <a:custGeom>
                  <a:rect b="b" l="l" r="r" t="t"/>
                  <a:pathLst>
                    <a:path extrusionOk="0" fill="none" h="9909" w="1985">
                      <a:moveTo>
                        <a:pt x="1984" y="9908"/>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0" name="Google Shape;4310;p60"/>
                <p:cNvSpPr/>
                <p:nvPr/>
              </p:nvSpPr>
              <p:spPr>
                <a:xfrm>
                  <a:off x="4230666" y="3902843"/>
                  <a:ext cx="138817" cy="116937"/>
                </a:xfrm>
                <a:custGeom>
                  <a:rect b="b" l="l" r="r" t="t"/>
                  <a:pathLst>
                    <a:path extrusionOk="0" fill="none" h="14868" w="17650">
                      <a:moveTo>
                        <a:pt x="11952" y="14868"/>
                      </a:moveTo>
                      <a:lnTo>
                        <a:pt x="0" y="4670"/>
                      </a:lnTo>
                      <a:lnTo>
                        <a:pt x="9702" y="1"/>
                      </a:lnTo>
                      <a:lnTo>
                        <a:pt x="17649" y="7489"/>
                      </a:lnTo>
                      <a:close/>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1" name="Google Shape;4311;p60"/>
                <p:cNvSpPr/>
                <p:nvPr/>
              </p:nvSpPr>
              <p:spPr>
                <a:xfrm>
                  <a:off x="4234473" y="3939573"/>
                  <a:ext cx="143953" cy="22171"/>
                </a:xfrm>
                <a:custGeom>
                  <a:rect b="b" l="l" r="r" t="t"/>
                  <a:pathLst>
                    <a:path extrusionOk="0" fill="none" h="2819" w="18303">
                      <a:moveTo>
                        <a:pt x="0" y="0"/>
                      </a:moveTo>
                      <a:lnTo>
                        <a:pt x="18303" y="281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2" name="Google Shape;4312;p60"/>
                <p:cNvSpPr/>
                <p:nvPr/>
              </p:nvSpPr>
              <p:spPr>
                <a:xfrm>
                  <a:off x="4300405" y="4023579"/>
                  <a:ext cx="24264" cy="112650"/>
                </a:xfrm>
                <a:custGeom>
                  <a:rect b="b" l="l" r="r" t="t"/>
                  <a:pathLst>
                    <a:path extrusionOk="0" fill="none" h="14323" w="3085">
                      <a:moveTo>
                        <a:pt x="0" y="14323"/>
                      </a:moveTo>
                      <a:lnTo>
                        <a:pt x="3085"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3" name="Google Shape;4313;p60"/>
                <p:cNvSpPr/>
                <p:nvPr/>
              </p:nvSpPr>
              <p:spPr>
                <a:xfrm>
                  <a:off x="4324661" y="4019772"/>
                  <a:ext cx="40544" cy="140154"/>
                </a:xfrm>
                <a:custGeom>
                  <a:rect b="b" l="l" r="r" t="t"/>
                  <a:pathLst>
                    <a:path extrusionOk="0" fill="none" h="17820" w="5155">
                      <a:moveTo>
                        <a:pt x="1" y="1"/>
                      </a:moveTo>
                      <a:lnTo>
                        <a:pt x="5154" y="1781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4" name="Google Shape;4314;p60"/>
                <p:cNvSpPr/>
                <p:nvPr/>
              </p:nvSpPr>
              <p:spPr>
                <a:xfrm>
                  <a:off x="4324661" y="4019772"/>
                  <a:ext cx="104282" cy="52522"/>
                </a:xfrm>
                <a:custGeom>
                  <a:rect b="b" l="l" r="r" t="t"/>
                  <a:pathLst>
                    <a:path extrusionOk="0" fill="none" h="6678" w="13259">
                      <a:moveTo>
                        <a:pt x="1" y="1"/>
                      </a:moveTo>
                      <a:lnTo>
                        <a:pt x="13259" y="6678"/>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5" name="Google Shape;4315;p60"/>
                <p:cNvSpPr/>
                <p:nvPr/>
              </p:nvSpPr>
              <p:spPr>
                <a:xfrm>
                  <a:off x="4328467" y="3989901"/>
                  <a:ext cx="113421" cy="29879"/>
                </a:xfrm>
                <a:custGeom>
                  <a:rect b="b" l="l" r="r" t="t"/>
                  <a:pathLst>
                    <a:path extrusionOk="0" fill="none" h="3799" w="14421">
                      <a:moveTo>
                        <a:pt x="14420" y="0"/>
                      </a:moveTo>
                      <a:lnTo>
                        <a:pt x="1" y="379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6" name="Google Shape;4316;p60"/>
                <p:cNvSpPr/>
                <p:nvPr/>
              </p:nvSpPr>
              <p:spPr>
                <a:xfrm>
                  <a:off x="4224193" y="4019772"/>
                  <a:ext cx="23886" cy="76975"/>
                </a:xfrm>
                <a:custGeom>
                  <a:rect b="b" l="l" r="r" t="t"/>
                  <a:pathLst>
                    <a:path extrusionOk="0" fill="none" h="9787" w="3037">
                      <a:moveTo>
                        <a:pt x="1" y="9787"/>
                      </a:moveTo>
                      <a:lnTo>
                        <a:pt x="3037"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7" name="Google Shape;4317;p60"/>
                <p:cNvSpPr/>
                <p:nvPr/>
              </p:nvSpPr>
              <p:spPr>
                <a:xfrm>
                  <a:off x="4248071" y="4019772"/>
                  <a:ext cx="52342" cy="116457"/>
                </a:xfrm>
                <a:custGeom>
                  <a:rect b="b" l="l" r="r" t="t"/>
                  <a:pathLst>
                    <a:path extrusionOk="0" fill="none" h="14807" w="6655">
                      <a:moveTo>
                        <a:pt x="1" y="1"/>
                      </a:moveTo>
                      <a:lnTo>
                        <a:pt x="6654" y="14807"/>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8" name="Google Shape;4318;p60"/>
                <p:cNvSpPr/>
                <p:nvPr/>
              </p:nvSpPr>
              <p:spPr>
                <a:xfrm>
                  <a:off x="4300405" y="4138982"/>
                  <a:ext cx="6567" cy="119029"/>
                </a:xfrm>
                <a:custGeom>
                  <a:rect b="b" l="l" r="r" t="t"/>
                  <a:pathLst>
                    <a:path extrusionOk="0" fill="none" h="15134" w="835">
                      <a:moveTo>
                        <a:pt x="0" y="1"/>
                      </a:moveTo>
                      <a:lnTo>
                        <a:pt x="835" y="15134"/>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9" name="Google Shape;4319;p60"/>
                <p:cNvSpPr/>
                <p:nvPr/>
              </p:nvSpPr>
              <p:spPr>
                <a:xfrm>
                  <a:off x="4219726" y="4200164"/>
                  <a:ext cx="85343" cy="60513"/>
                </a:xfrm>
                <a:custGeom>
                  <a:rect b="b" l="l" r="r" t="t"/>
                  <a:pathLst>
                    <a:path extrusionOk="0" fill="none" h="7694" w="10851">
                      <a:moveTo>
                        <a:pt x="0" y="0"/>
                      </a:moveTo>
                      <a:lnTo>
                        <a:pt x="10851" y="7694"/>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0" name="Google Shape;4320;p60"/>
                <p:cNvSpPr/>
                <p:nvPr/>
              </p:nvSpPr>
              <p:spPr>
                <a:xfrm>
                  <a:off x="4223430" y="4137275"/>
                  <a:ext cx="81930" cy="15132"/>
                </a:xfrm>
                <a:custGeom>
                  <a:rect b="b" l="l" r="r" t="t"/>
                  <a:pathLst>
                    <a:path extrusionOk="0" fill="none" h="1924" w="10417">
                      <a:moveTo>
                        <a:pt x="1" y="1923"/>
                      </a:moveTo>
                      <a:lnTo>
                        <a:pt x="10416"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1" name="Google Shape;4321;p60"/>
                <p:cNvSpPr/>
                <p:nvPr/>
              </p:nvSpPr>
              <p:spPr>
                <a:xfrm>
                  <a:off x="4303638" y="4138982"/>
                  <a:ext cx="59947" cy="23894"/>
                </a:xfrm>
                <a:custGeom>
                  <a:rect b="b" l="l" r="r" t="t"/>
                  <a:pathLst>
                    <a:path extrusionOk="0" fill="none" h="3038" w="7622">
                      <a:moveTo>
                        <a:pt x="7621" y="3037"/>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2" name="Google Shape;4322;p60"/>
                <p:cNvSpPr/>
                <p:nvPr/>
              </p:nvSpPr>
              <p:spPr>
                <a:xfrm>
                  <a:off x="4201644" y="4267237"/>
                  <a:ext cx="39970" cy="77164"/>
                </a:xfrm>
                <a:custGeom>
                  <a:rect b="b" l="l" r="r" t="t"/>
                  <a:pathLst>
                    <a:path extrusionOk="0" fill="none" h="9811" w="5082">
                      <a:moveTo>
                        <a:pt x="1" y="0"/>
                      </a:moveTo>
                      <a:lnTo>
                        <a:pt x="5081" y="981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3" name="Google Shape;4323;p60"/>
                <p:cNvSpPr/>
                <p:nvPr/>
              </p:nvSpPr>
              <p:spPr>
                <a:xfrm>
                  <a:off x="4203831" y="4258003"/>
                  <a:ext cx="103142" cy="9241"/>
                </a:xfrm>
                <a:custGeom>
                  <a:rect b="b" l="l" r="r" t="t"/>
                  <a:pathLst>
                    <a:path extrusionOk="0" fill="none" h="1175" w="13114">
                      <a:moveTo>
                        <a:pt x="1" y="1174"/>
                      </a:moveTo>
                      <a:lnTo>
                        <a:pt x="13114"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4" name="Google Shape;4324;p60"/>
                <p:cNvSpPr/>
                <p:nvPr/>
              </p:nvSpPr>
              <p:spPr>
                <a:xfrm>
                  <a:off x="4179001" y="3943372"/>
                  <a:ext cx="51673" cy="104951"/>
                </a:xfrm>
                <a:custGeom>
                  <a:rect b="b" l="l" r="r" t="t"/>
                  <a:pathLst>
                    <a:path extrusionOk="0" fill="none" h="13344" w="6570">
                      <a:moveTo>
                        <a:pt x="1" y="13344"/>
                      </a:moveTo>
                      <a:lnTo>
                        <a:pt x="656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5" name="Google Shape;4325;p60"/>
                <p:cNvSpPr/>
                <p:nvPr/>
              </p:nvSpPr>
              <p:spPr>
                <a:xfrm>
                  <a:off x="4248071" y="4019772"/>
                  <a:ext cx="76597" cy="8"/>
                </a:xfrm>
                <a:custGeom>
                  <a:rect b="b" l="l" r="r" t="t"/>
                  <a:pathLst>
                    <a:path extrusionOk="0" fill="none" h="1" w="9739">
                      <a:moveTo>
                        <a:pt x="1" y="1"/>
                      </a:moveTo>
                      <a:lnTo>
                        <a:pt x="973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6" name="Google Shape;4326;p60"/>
                <p:cNvSpPr/>
                <p:nvPr/>
              </p:nvSpPr>
              <p:spPr>
                <a:xfrm>
                  <a:off x="4219529" y="4138982"/>
                  <a:ext cx="84116" cy="63282"/>
                </a:xfrm>
                <a:custGeom>
                  <a:rect b="b" l="l" r="r" t="t"/>
                  <a:pathLst>
                    <a:path extrusionOk="0" fill="none" h="8046" w="10695">
                      <a:moveTo>
                        <a:pt x="1" y="8045"/>
                      </a:moveTo>
                      <a:lnTo>
                        <a:pt x="10694"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7" name="Google Shape;4327;p60"/>
                <p:cNvSpPr/>
                <p:nvPr/>
              </p:nvSpPr>
              <p:spPr>
                <a:xfrm>
                  <a:off x="3654964" y="3289853"/>
                  <a:ext cx="46820" cy="63848"/>
                </a:xfrm>
                <a:custGeom>
                  <a:rect b="b" l="l" r="r" t="t"/>
                  <a:pathLst>
                    <a:path extrusionOk="0" fill="none" h="8118" w="5953">
                      <a:moveTo>
                        <a:pt x="1" y="0"/>
                      </a:moveTo>
                      <a:lnTo>
                        <a:pt x="5952" y="8117"/>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8" name="Google Shape;4328;p60"/>
                <p:cNvSpPr/>
                <p:nvPr/>
              </p:nvSpPr>
              <p:spPr>
                <a:xfrm>
                  <a:off x="3619760" y="3353693"/>
                  <a:ext cx="85736" cy="36730"/>
                </a:xfrm>
                <a:custGeom>
                  <a:rect b="b" l="l" r="r" t="t"/>
                  <a:pathLst>
                    <a:path extrusionOk="0" fill="none" h="4670" w="10901">
                      <a:moveTo>
                        <a:pt x="1" y="4670"/>
                      </a:moveTo>
                      <a:lnTo>
                        <a:pt x="1090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9" name="Google Shape;4329;p60"/>
                <p:cNvSpPr/>
                <p:nvPr/>
              </p:nvSpPr>
              <p:spPr>
                <a:xfrm>
                  <a:off x="3703011" y="3354739"/>
                  <a:ext cx="70415" cy="79350"/>
                </a:xfrm>
                <a:custGeom>
                  <a:rect b="b" l="l" r="r" t="t"/>
                  <a:pathLst>
                    <a:path extrusionOk="0" fill="none" h="10089" w="8953">
                      <a:moveTo>
                        <a:pt x="1" y="0"/>
                      </a:moveTo>
                      <a:lnTo>
                        <a:pt x="8952" y="1008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0" name="Google Shape;4330;p60"/>
                <p:cNvSpPr/>
                <p:nvPr/>
              </p:nvSpPr>
              <p:spPr>
                <a:xfrm>
                  <a:off x="3779884" y="3366443"/>
                  <a:ext cx="34449" cy="67647"/>
                </a:xfrm>
                <a:custGeom>
                  <a:rect b="b" l="l" r="r" t="t"/>
                  <a:pathLst>
                    <a:path extrusionOk="0" fill="none" h="8601" w="4380">
                      <a:moveTo>
                        <a:pt x="1" y="8601"/>
                      </a:moveTo>
                      <a:lnTo>
                        <a:pt x="438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1" name="Google Shape;4331;p60"/>
                <p:cNvSpPr/>
                <p:nvPr/>
              </p:nvSpPr>
              <p:spPr>
                <a:xfrm>
                  <a:off x="3701776" y="3353693"/>
                  <a:ext cx="116363" cy="12757"/>
                </a:xfrm>
                <a:custGeom>
                  <a:rect b="b" l="l" r="r" t="t"/>
                  <a:pathLst>
                    <a:path extrusionOk="0" fill="none" h="1622" w="14795">
                      <a:moveTo>
                        <a:pt x="14795" y="1621"/>
                      </a:moveTo>
                      <a:lnTo>
                        <a:pt x="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2" name="Google Shape;4332;p60"/>
                <p:cNvSpPr/>
                <p:nvPr/>
              </p:nvSpPr>
              <p:spPr>
                <a:xfrm>
                  <a:off x="3701776" y="3313063"/>
                  <a:ext cx="227204" cy="40638"/>
                </a:xfrm>
                <a:custGeom>
                  <a:rect b="b" l="l" r="r" t="t"/>
                  <a:pathLst>
                    <a:path extrusionOk="0" fill="none" h="5167" w="28888">
                      <a:moveTo>
                        <a:pt x="28887" y="1"/>
                      </a:moveTo>
                      <a:lnTo>
                        <a:pt x="0" y="516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3" name="Google Shape;4333;p60"/>
                <p:cNvSpPr/>
                <p:nvPr/>
              </p:nvSpPr>
              <p:spPr>
                <a:xfrm>
                  <a:off x="3888633" y="3313063"/>
                  <a:ext cx="40347" cy="114467"/>
                </a:xfrm>
                <a:custGeom>
                  <a:rect b="b" l="l" r="r" t="t"/>
                  <a:pathLst>
                    <a:path extrusionOk="0" fill="none" h="14554" w="5130">
                      <a:moveTo>
                        <a:pt x="5129" y="1"/>
                      </a:moveTo>
                      <a:lnTo>
                        <a:pt x="0" y="14553"/>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4" name="Google Shape;4334;p60"/>
                <p:cNvSpPr/>
                <p:nvPr/>
              </p:nvSpPr>
              <p:spPr>
                <a:xfrm>
                  <a:off x="3814325" y="3366443"/>
                  <a:ext cx="74316" cy="61087"/>
                </a:xfrm>
                <a:custGeom>
                  <a:rect b="b" l="l" r="r" t="t"/>
                  <a:pathLst>
                    <a:path extrusionOk="0" fill="none" h="7767" w="9449">
                      <a:moveTo>
                        <a:pt x="1" y="0"/>
                      </a:moveTo>
                      <a:lnTo>
                        <a:pt x="9448" y="776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5" name="Google Shape;4335;p60"/>
                <p:cNvSpPr/>
                <p:nvPr/>
              </p:nvSpPr>
              <p:spPr>
                <a:xfrm>
                  <a:off x="3838399" y="3427522"/>
                  <a:ext cx="50242" cy="67749"/>
                </a:xfrm>
                <a:custGeom>
                  <a:rect b="b" l="l" r="r" t="t"/>
                  <a:pathLst>
                    <a:path extrusionOk="0" fill="none" h="8614" w="6388">
                      <a:moveTo>
                        <a:pt x="0" y="8613"/>
                      </a:moveTo>
                      <a:lnTo>
                        <a:pt x="6387"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6" name="Google Shape;4336;p60"/>
                <p:cNvSpPr/>
                <p:nvPr/>
              </p:nvSpPr>
              <p:spPr>
                <a:xfrm>
                  <a:off x="3814325" y="3313063"/>
                  <a:ext cx="114656" cy="53388"/>
                </a:xfrm>
                <a:custGeom>
                  <a:rect b="b" l="l" r="r" t="t"/>
                  <a:pathLst>
                    <a:path extrusionOk="0" fill="none" h="6788" w="14578">
                      <a:moveTo>
                        <a:pt x="1" y="6787"/>
                      </a:moveTo>
                      <a:lnTo>
                        <a:pt x="14577"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7" name="Google Shape;4337;p60"/>
                <p:cNvSpPr/>
                <p:nvPr/>
              </p:nvSpPr>
              <p:spPr>
                <a:xfrm>
                  <a:off x="3888633" y="3427522"/>
                  <a:ext cx="55377" cy="76212"/>
                </a:xfrm>
                <a:custGeom>
                  <a:rect b="b" l="l" r="r" t="t"/>
                  <a:pathLst>
                    <a:path extrusionOk="0" fill="none" h="9690" w="7041">
                      <a:moveTo>
                        <a:pt x="0" y="0"/>
                      </a:moveTo>
                      <a:lnTo>
                        <a:pt x="7041" y="969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8" name="Google Shape;4338;p60"/>
                <p:cNvSpPr/>
                <p:nvPr/>
              </p:nvSpPr>
              <p:spPr>
                <a:xfrm>
                  <a:off x="3944003" y="3406208"/>
                  <a:ext cx="40631" cy="97526"/>
                </a:xfrm>
                <a:custGeom>
                  <a:rect b="b" l="l" r="r" t="t"/>
                  <a:pathLst>
                    <a:path extrusionOk="0" fill="none" h="12400" w="5166">
                      <a:moveTo>
                        <a:pt x="1" y="12400"/>
                      </a:moveTo>
                      <a:lnTo>
                        <a:pt x="5166"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9" name="Google Shape;4339;p60"/>
                <p:cNvSpPr/>
                <p:nvPr/>
              </p:nvSpPr>
              <p:spPr>
                <a:xfrm>
                  <a:off x="3984625" y="3357500"/>
                  <a:ext cx="55291" cy="48716"/>
                </a:xfrm>
                <a:custGeom>
                  <a:rect b="b" l="l" r="r" t="t"/>
                  <a:pathLst>
                    <a:path extrusionOk="0" fill="none" h="6194" w="7030">
                      <a:moveTo>
                        <a:pt x="1" y="6194"/>
                      </a:moveTo>
                      <a:lnTo>
                        <a:pt x="7029"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0" name="Google Shape;4340;p60"/>
                <p:cNvSpPr/>
                <p:nvPr/>
              </p:nvSpPr>
              <p:spPr>
                <a:xfrm>
                  <a:off x="3888633" y="3406208"/>
                  <a:ext cx="96000" cy="21322"/>
                </a:xfrm>
                <a:custGeom>
                  <a:rect b="b" l="l" r="r" t="t"/>
                  <a:pathLst>
                    <a:path extrusionOk="0" fill="none" h="2711" w="12206">
                      <a:moveTo>
                        <a:pt x="0" y="2710"/>
                      </a:moveTo>
                      <a:lnTo>
                        <a:pt x="12206"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1" name="Google Shape;4341;p60"/>
                <p:cNvSpPr/>
                <p:nvPr/>
              </p:nvSpPr>
              <p:spPr>
                <a:xfrm>
                  <a:off x="3984625" y="3406208"/>
                  <a:ext cx="42251" cy="136348"/>
                </a:xfrm>
                <a:custGeom>
                  <a:rect b="b" l="l" r="r" t="t"/>
                  <a:pathLst>
                    <a:path extrusionOk="0" fill="none" h="17336" w="5372">
                      <a:moveTo>
                        <a:pt x="1" y="1"/>
                      </a:moveTo>
                      <a:lnTo>
                        <a:pt x="5372" y="1733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2" name="Google Shape;4342;p60"/>
                <p:cNvSpPr/>
                <p:nvPr/>
              </p:nvSpPr>
              <p:spPr>
                <a:xfrm>
                  <a:off x="4026868" y="3427522"/>
                  <a:ext cx="35597" cy="115033"/>
                </a:xfrm>
                <a:custGeom>
                  <a:rect b="b" l="l" r="r" t="t"/>
                  <a:pathLst>
                    <a:path extrusionOk="0" fill="none" h="14626" w="4526">
                      <a:moveTo>
                        <a:pt x="1" y="14625"/>
                      </a:moveTo>
                      <a:lnTo>
                        <a:pt x="4525"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3" name="Google Shape;4343;p60"/>
                <p:cNvSpPr/>
                <p:nvPr/>
              </p:nvSpPr>
              <p:spPr>
                <a:xfrm>
                  <a:off x="3876261" y="3542548"/>
                  <a:ext cx="150615" cy="52051"/>
                </a:xfrm>
                <a:custGeom>
                  <a:rect b="b" l="l" r="r" t="t"/>
                  <a:pathLst>
                    <a:path extrusionOk="0" fill="none" h="6618" w="19150">
                      <a:moveTo>
                        <a:pt x="1" y="6617"/>
                      </a:moveTo>
                      <a:lnTo>
                        <a:pt x="1915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4" name="Google Shape;4344;p60"/>
                <p:cNvSpPr/>
                <p:nvPr/>
              </p:nvSpPr>
              <p:spPr>
                <a:xfrm>
                  <a:off x="4006702" y="3542548"/>
                  <a:ext cx="20174" cy="99044"/>
                </a:xfrm>
                <a:custGeom>
                  <a:rect b="b" l="l" r="r" t="t"/>
                  <a:pathLst>
                    <a:path extrusionOk="0" fill="none" h="12593" w="2565">
                      <a:moveTo>
                        <a:pt x="2565" y="0"/>
                      </a:moveTo>
                      <a:lnTo>
                        <a:pt x="0" y="12593"/>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5" name="Google Shape;4345;p60"/>
                <p:cNvSpPr/>
                <p:nvPr/>
              </p:nvSpPr>
              <p:spPr>
                <a:xfrm>
                  <a:off x="3912700" y="3641584"/>
                  <a:ext cx="97817" cy="41779"/>
                </a:xfrm>
                <a:custGeom>
                  <a:rect b="b" l="l" r="r" t="t"/>
                  <a:pathLst>
                    <a:path extrusionOk="0" fill="none" h="5312" w="12437">
                      <a:moveTo>
                        <a:pt x="1" y="5311"/>
                      </a:moveTo>
                      <a:lnTo>
                        <a:pt x="12436"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6" name="Google Shape;4346;p60"/>
                <p:cNvSpPr/>
                <p:nvPr/>
              </p:nvSpPr>
              <p:spPr>
                <a:xfrm>
                  <a:off x="3875601" y="3503726"/>
                  <a:ext cx="68410" cy="89158"/>
                </a:xfrm>
                <a:custGeom>
                  <a:rect b="b" l="l" r="r" t="t"/>
                  <a:pathLst>
                    <a:path extrusionOk="0" fill="none" h="11336" w="8698">
                      <a:moveTo>
                        <a:pt x="8698" y="1"/>
                      </a:moveTo>
                      <a:lnTo>
                        <a:pt x="0" y="1133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7" name="Google Shape;4347;p60"/>
                <p:cNvSpPr/>
                <p:nvPr/>
              </p:nvSpPr>
              <p:spPr>
                <a:xfrm>
                  <a:off x="3944003" y="3503726"/>
                  <a:ext cx="89441" cy="36163"/>
                </a:xfrm>
                <a:custGeom>
                  <a:rect b="b" l="l" r="r" t="t"/>
                  <a:pathLst>
                    <a:path extrusionOk="0" fill="none" h="4598" w="11372">
                      <a:moveTo>
                        <a:pt x="1" y="1"/>
                      </a:moveTo>
                      <a:lnTo>
                        <a:pt x="11372" y="4598"/>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8" name="Google Shape;4348;p60"/>
                <p:cNvSpPr/>
                <p:nvPr/>
              </p:nvSpPr>
              <p:spPr>
                <a:xfrm>
                  <a:off x="4033436" y="3490599"/>
                  <a:ext cx="132824" cy="49290"/>
                </a:xfrm>
                <a:custGeom>
                  <a:rect b="b" l="l" r="r" t="t"/>
                  <a:pathLst>
                    <a:path extrusionOk="0" fill="none" h="6267" w="16888">
                      <a:moveTo>
                        <a:pt x="1" y="6267"/>
                      </a:moveTo>
                      <a:lnTo>
                        <a:pt x="16888"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9" name="Google Shape;4349;p60"/>
                <p:cNvSpPr/>
                <p:nvPr/>
              </p:nvSpPr>
              <p:spPr>
                <a:xfrm>
                  <a:off x="4166252" y="3490599"/>
                  <a:ext cx="73459" cy="95528"/>
                </a:xfrm>
                <a:custGeom>
                  <a:rect b="b" l="l" r="r" t="t"/>
                  <a:pathLst>
                    <a:path extrusionOk="0" fill="none" h="12146" w="9340">
                      <a:moveTo>
                        <a:pt x="1" y="0"/>
                      </a:moveTo>
                      <a:lnTo>
                        <a:pt x="9339" y="1214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0" name="Google Shape;4350;p60"/>
                <p:cNvSpPr/>
                <p:nvPr/>
              </p:nvSpPr>
              <p:spPr>
                <a:xfrm>
                  <a:off x="4027726" y="3539882"/>
                  <a:ext cx="211985" cy="39970"/>
                </a:xfrm>
                <a:custGeom>
                  <a:rect b="b" l="l" r="r" t="t"/>
                  <a:pathLst>
                    <a:path extrusionOk="0" fill="none" h="5082" w="26953">
                      <a:moveTo>
                        <a:pt x="26952" y="5081"/>
                      </a:moveTo>
                      <a:lnTo>
                        <a:pt x="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1" name="Google Shape;4351;p60"/>
                <p:cNvSpPr/>
                <p:nvPr/>
              </p:nvSpPr>
              <p:spPr>
                <a:xfrm>
                  <a:off x="4027726" y="3539882"/>
                  <a:ext cx="99720" cy="174878"/>
                </a:xfrm>
                <a:custGeom>
                  <a:rect b="b" l="l" r="r" t="t"/>
                  <a:pathLst>
                    <a:path extrusionOk="0" fill="none" h="22235" w="12679">
                      <a:moveTo>
                        <a:pt x="1" y="1"/>
                      </a:moveTo>
                      <a:lnTo>
                        <a:pt x="12678" y="22234"/>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2" name="Google Shape;4352;p60"/>
                <p:cNvSpPr/>
                <p:nvPr/>
              </p:nvSpPr>
              <p:spPr>
                <a:xfrm>
                  <a:off x="4027726" y="3539882"/>
                  <a:ext cx="159754" cy="111707"/>
                </a:xfrm>
                <a:custGeom>
                  <a:rect b="b" l="l" r="r" t="t"/>
                  <a:pathLst>
                    <a:path extrusionOk="0" fill="none" h="14203" w="20312">
                      <a:moveTo>
                        <a:pt x="1" y="1"/>
                      </a:moveTo>
                      <a:lnTo>
                        <a:pt x="20311" y="1420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3" name="Google Shape;4353;p60"/>
                <p:cNvSpPr/>
                <p:nvPr/>
              </p:nvSpPr>
              <p:spPr>
                <a:xfrm>
                  <a:off x="4006702" y="3641584"/>
                  <a:ext cx="120743" cy="73176"/>
                </a:xfrm>
                <a:custGeom>
                  <a:rect b="b" l="l" r="r" t="t"/>
                  <a:pathLst>
                    <a:path extrusionOk="0" fill="none" h="9304" w="15352">
                      <a:moveTo>
                        <a:pt x="0" y="1"/>
                      </a:moveTo>
                      <a:lnTo>
                        <a:pt x="15351" y="9303"/>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4" name="Google Shape;4354;p60"/>
                <p:cNvSpPr/>
                <p:nvPr/>
              </p:nvSpPr>
              <p:spPr>
                <a:xfrm>
                  <a:off x="4006702" y="3641584"/>
                  <a:ext cx="39773" cy="140249"/>
                </a:xfrm>
                <a:custGeom>
                  <a:rect b="b" l="l" r="r" t="t"/>
                  <a:pathLst>
                    <a:path extrusionOk="0" fill="none" h="17832" w="5057">
                      <a:moveTo>
                        <a:pt x="5057" y="17832"/>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5" name="Google Shape;4355;p60"/>
                <p:cNvSpPr/>
                <p:nvPr/>
              </p:nvSpPr>
              <p:spPr>
                <a:xfrm>
                  <a:off x="3996423" y="3784585"/>
                  <a:ext cx="51862" cy="10280"/>
                </a:xfrm>
                <a:custGeom>
                  <a:rect b="b" l="l" r="r" t="t"/>
                  <a:pathLst>
                    <a:path extrusionOk="0" fill="none" h="1307" w="6594">
                      <a:moveTo>
                        <a:pt x="1" y="1307"/>
                      </a:moveTo>
                      <a:lnTo>
                        <a:pt x="6594"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6" name="Google Shape;4356;p60"/>
                <p:cNvSpPr/>
                <p:nvPr/>
              </p:nvSpPr>
              <p:spPr>
                <a:xfrm>
                  <a:off x="4048277" y="3784585"/>
                  <a:ext cx="47583" cy="68890"/>
                </a:xfrm>
                <a:custGeom>
                  <a:rect b="b" l="l" r="r" t="t"/>
                  <a:pathLst>
                    <a:path extrusionOk="0" fill="none" h="8759" w="6050">
                      <a:moveTo>
                        <a:pt x="1" y="0"/>
                      </a:moveTo>
                      <a:lnTo>
                        <a:pt x="6049" y="8758"/>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7" name="Google Shape;4357;p60"/>
                <p:cNvSpPr/>
                <p:nvPr/>
              </p:nvSpPr>
              <p:spPr>
                <a:xfrm>
                  <a:off x="4095947" y="3788392"/>
                  <a:ext cx="10280" cy="64894"/>
                </a:xfrm>
                <a:custGeom>
                  <a:rect b="b" l="l" r="r" t="t"/>
                  <a:pathLst>
                    <a:path extrusionOk="0" fill="none" h="8251" w="1307">
                      <a:moveTo>
                        <a:pt x="0" y="8250"/>
                      </a:moveTo>
                      <a:lnTo>
                        <a:pt x="1307"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8" name="Google Shape;4358;p60"/>
                <p:cNvSpPr/>
                <p:nvPr/>
              </p:nvSpPr>
              <p:spPr>
                <a:xfrm>
                  <a:off x="4095852" y="3853467"/>
                  <a:ext cx="45672" cy="15895"/>
                </a:xfrm>
                <a:custGeom>
                  <a:rect b="b" l="l" r="r" t="t"/>
                  <a:pathLst>
                    <a:path extrusionOk="0" fill="none" h="2021" w="5807">
                      <a:moveTo>
                        <a:pt x="0" y="0"/>
                      </a:moveTo>
                      <a:lnTo>
                        <a:pt x="5807" y="202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9" name="Google Shape;4359;p60"/>
                <p:cNvSpPr/>
                <p:nvPr/>
              </p:nvSpPr>
              <p:spPr>
                <a:xfrm>
                  <a:off x="4138567" y="3868308"/>
                  <a:ext cx="16469" cy="101710"/>
                </a:xfrm>
                <a:custGeom>
                  <a:rect b="b" l="l" r="r" t="t"/>
                  <a:pathLst>
                    <a:path extrusionOk="0" fill="none" h="12932" w="2094">
                      <a:moveTo>
                        <a:pt x="1" y="1"/>
                      </a:moveTo>
                      <a:lnTo>
                        <a:pt x="2093" y="1293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0" name="Google Shape;4360;p60"/>
                <p:cNvSpPr/>
                <p:nvPr/>
              </p:nvSpPr>
              <p:spPr>
                <a:xfrm>
                  <a:off x="3875601" y="3592876"/>
                  <a:ext cx="131110" cy="48716"/>
                </a:xfrm>
                <a:custGeom>
                  <a:rect b="b" l="l" r="r" t="t"/>
                  <a:pathLst>
                    <a:path extrusionOk="0" fill="none" h="6194" w="16670">
                      <a:moveTo>
                        <a:pt x="0" y="0"/>
                      </a:moveTo>
                      <a:lnTo>
                        <a:pt x="16669" y="6194"/>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1" name="Google Shape;4361;p60"/>
                <p:cNvSpPr/>
                <p:nvPr/>
              </p:nvSpPr>
              <p:spPr>
                <a:xfrm>
                  <a:off x="4164828" y="3394410"/>
                  <a:ext cx="26458" cy="93153"/>
                </a:xfrm>
                <a:custGeom>
                  <a:rect b="b" l="l" r="r" t="t"/>
                  <a:pathLst>
                    <a:path extrusionOk="0" fill="none" h="11844" w="3364">
                      <a:moveTo>
                        <a:pt x="0" y="11843"/>
                      </a:moveTo>
                      <a:lnTo>
                        <a:pt x="3363"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2" name="Google Shape;4362;p60"/>
                <p:cNvSpPr/>
                <p:nvPr/>
              </p:nvSpPr>
              <p:spPr>
                <a:xfrm>
                  <a:off x="4191278" y="3394410"/>
                  <a:ext cx="86586" cy="52719"/>
                </a:xfrm>
                <a:custGeom>
                  <a:rect b="b" l="l" r="r" t="t"/>
                  <a:pathLst>
                    <a:path extrusionOk="0" fill="none" h="6703" w="11009">
                      <a:moveTo>
                        <a:pt x="0" y="1"/>
                      </a:moveTo>
                      <a:lnTo>
                        <a:pt x="11008" y="670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63" name="Google Shape;4363;p60"/>
              <p:cNvGrpSpPr/>
              <p:nvPr/>
            </p:nvGrpSpPr>
            <p:grpSpPr>
              <a:xfrm>
                <a:off x="4180904" y="4251758"/>
                <a:ext cx="37783" cy="32420"/>
                <a:chOff x="4180904" y="4251758"/>
                <a:chExt cx="37783" cy="32420"/>
              </a:xfrm>
            </p:grpSpPr>
            <p:sp>
              <p:nvSpPr>
                <p:cNvPr id="4364" name="Google Shape;4364;p60"/>
                <p:cNvSpPr/>
                <p:nvPr/>
              </p:nvSpPr>
              <p:spPr>
                <a:xfrm>
                  <a:off x="4180904" y="4251758"/>
                  <a:ext cx="37783" cy="32420"/>
                </a:xfrm>
                <a:custGeom>
                  <a:rect b="b" l="l" r="r" t="t"/>
                  <a:pathLst>
                    <a:path extrusionOk="0" h="4122" w="4804">
                      <a:moveTo>
                        <a:pt x="2738" y="0"/>
                      </a:moveTo>
                      <a:cubicBezTo>
                        <a:pt x="2231" y="0"/>
                        <a:pt x="1715" y="190"/>
                        <a:pt x="1295" y="613"/>
                      </a:cubicBezTo>
                      <a:cubicBezTo>
                        <a:pt x="1" y="1908"/>
                        <a:pt x="920" y="4121"/>
                        <a:pt x="2759" y="4121"/>
                      </a:cubicBezTo>
                      <a:cubicBezTo>
                        <a:pt x="3884" y="4109"/>
                        <a:pt x="4803" y="3190"/>
                        <a:pt x="4803" y="2065"/>
                      </a:cubicBezTo>
                      <a:cubicBezTo>
                        <a:pt x="4803" y="823"/>
                        <a:pt x="3792" y="0"/>
                        <a:pt x="273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5" name="Google Shape;4365;p60"/>
                <p:cNvSpPr/>
                <p:nvPr/>
              </p:nvSpPr>
              <p:spPr>
                <a:xfrm>
                  <a:off x="4196037" y="4261432"/>
                  <a:ext cx="13040" cy="13040"/>
                </a:xfrm>
                <a:custGeom>
                  <a:rect b="b" l="l" r="r" t="t"/>
                  <a:pathLst>
                    <a:path extrusionOk="0" h="1658" w="1658">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66" name="Google Shape;4366;p60"/>
              <p:cNvGrpSpPr/>
              <p:nvPr/>
            </p:nvGrpSpPr>
            <p:grpSpPr>
              <a:xfrm>
                <a:off x="4201644" y="4081324"/>
                <a:ext cx="37783" cy="32364"/>
                <a:chOff x="4201644" y="4081324"/>
                <a:chExt cx="37783" cy="32364"/>
              </a:xfrm>
            </p:grpSpPr>
            <p:sp>
              <p:nvSpPr>
                <p:cNvPr id="4367" name="Google Shape;4367;p60"/>
                <p:cNvSpPr/>
                <p:nvPr/>
              </p:nvSpPr>
              <p:spPr>
                <a:xfrm>
                  <a:off x="4201644" y="4081324"/>
                  <a:ext cx="37783" cy="32364"/>
                </a:xfrm>
                <a:custGeom>
                  <a:rect b="b" l="l" r="r" t="t"/>
                  <a:pathLst>
                    <a:path extrusionOk="0" h="4115" w="4804">
                      <a:moveTo>
                        <a:pt x="2732" y="1"/>
                      </a:moveTo>
                      <a:cubicBezTo>
                        <a:pt x="2228" y="1"/>
                        <a:pt x="1713"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8" name="Google Shape;4368;p60"/>
                <p:cNvSpPr/>
                <p:nvPr/>
              </p:nvSpPr>
              <p:spPr>
                <a:xfrm>
                  <a:off x="4214582" y="4091037"/>
                  <a:ext cx="15235" cy="13040"/>
                </a:xfrm>
                <a:custGeom>
                  <a:rect b="b" l="l" r="r" t="t"/>
                  <a:pathLst>
                    <a:path extrusionOk="0" h="1658" w="1937">
                      <a:moveTo>
                        <a:pt x="1102" y="0"/>
                      </a:moveTo>
                      <a:cubicBezTo>
                        <a:pt x="364" y="0"/>
                        <a:pt x="1" y="883"/>
                        <a:pt x="521" y="1415"/>
                      </a:cubicBezTo>
                      <a:cubicBezTo>
                        <a:pt x="688" y="1582"/>
                        <a:pt x="894" y="1657"/>
                        <a:pt x="1096" y="1657"/>
                      </a:cubicBezTo>
                      <a:cubicBezTo>
                        <a:pt x="1524" y="1657"/>
                        <a:pt x="1936" y="1323"/>
                        <a:pt x="1936" y="823"/>
                      </a:cubicBezTo>
                      <a:cubicBezTo>
                        <a:pt x="1936" y="363"/>
                        <a:pt x="1561" y="0"/>
                        <a:pt x="1102"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69" name="Google Shape;4369;p60"/>
              <p:cNvGrpSpPr/>
              <p:nvPr/>
            </p:nvGrpSpPr>
            <p:grpSpPr>
              <a:xfrm>
                <a:off x="4284416" y="3887428"/>
                <a:ext cx="37783" cy="32451"/>
                <a:chOff x="4284416" y="3887428"/>
                <a:chExt cx="37783" cy="32451"/>
              </a:xfrm>
            </p:grpSpPr>
            <p:sp>
              <p:nvSpPr>
                <p:cNvPr id="4370" name="Google Shape;4370;p60"/>
                <p:cNvSpPr/>
                <p:nvPr/>
              </p:nvSpPr>
              <p:spPr>
                <a:xfrm>
                  <a:off x="4284416" y="3887428"/>
                  <a:ext cx="37783" cy="32451"/>
                </a:xfrm>
                <a:custGeom>
                  <a:rect b="b" l="l" r="r" t="t"/>
                  <a:pathLst>
                    <a:path extrusionOk="0" h="4126" w="4804">
                      <a:moveTo>
                        <a:pt x="2731" y="1"/>
                      </a:moveTo>
                      <a:cubicBezTo>
                        <a:pt x="2227" y="1"/>
                        <a:pt x="1713" y="188"/>
                        <a:pt x="1295" y="606"/>
                      </a:cubicBezTo>
                      <a:cubicBezTo>
                        <a:pt x="1" y="1900"/>
                        <a:pt x="920" y="4126"/>
                        <a:pt x="2747" y="4126"/>
                      </a:cubicBezTo>
                      <a:cubicBezTo>
                        <a:pt x="3884" y="4114"/>
                        <a:pt x="4803" y="3195"/>
                        <a:pt x="4803" y="2070"/>
                      </a:cubicBezTo>
                      <a:cubicBezTo>
                        <a:pt x="4803" y="824"/>
                        <a:pt x="3788" y="1"/>
                        <a:pt x="273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1" name="Google Shape;4371;p60"/>
                <p:cNvSpPr/>
                <p:nvPr/>
              </p:nvSpPr>
              <p:spPr>
                <a:xfrm>
                  <a:off x="4299548" y="3897039"/>
                  <a:ext cx="13040" cy="13048"/>
                </a:xfrm>
                <a:custGeom>
                  <a:rect b="b" l="l" r="r" t="t"/>
                  <a:pathLst>
                    <a:path extrusionOk="0" h="1659" w="1658">
                      <a:moveTo>
                        <a:pt x="823" y="1"/>
                      </a:moveTo>
                      <a:cubicBezTo>
                        <a:pt x="363" y="1"/>
                        <a:pt x="0" y="376"/>
                        <a:pt x="0" y="835"/>
                      </a:cubicBezTo>
                      <a:cubicBezTo>
                        <a:pt x="0" y="1295"/>
                        <a:pt x="363"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72" name="Google Shape;4372;p60"/>
              <p:cNvGrpSpPr/>
              <p:nvPr/>
            </p:nvGrpSpPr>
            <p:grpSpPr>
              <a:xfrm>
                <a:off x="4223721" y="3860404"/>
                <a:ext cx="37870" cy="32364"/>
                <a:chOff x="4223721" y="3860404"/>
                <a:chExt cx="37870" cy="32364"/>
              </a:xfrm>
            </p:grpSpPr>
            <p:sp>
              <p:nvSpPr>
                <p:cNvPr id="4373" name="Google Shape;4373;p60"/>
                <p:cNvSpPr/>
                <p:nvPr/>
              </p:nvSpPr>
              <p:spPr>
                <a:xfrm>
                  <a:off x="4223721" y="3860404"/>
                  <a:ext cx="37870" cy="32364"/>
                </a:xfrm>
                <a:custGeom>
                  <a:rect b="b" l="l" r="r" t="t"/>
                  <a:pathLst>
                    <a:path extrusionOk="0" h="4115" w="4815">
                      <a:moveTo>
                        <a:pt x="2735" y="1"/>
                      </a:moveTo>
                      <a:cubicBezTo>
                        <a:pt x="2228" y="1"/>
                        <a:pt x="1713" y="188"/>
                        <a:pt x="1295" y="606"/>
                      </a:cubicBezTo>
                      <a:cubicBezTo>
                        <a:pt x="0" y="1901"/>
                        <a:pt x="920" y="4114"/>
                        <a:pt x="2758" y="4114"/>
                      </a:cubicBezTo>
                      <a:cubicBezTo>
                        <a:pt x="3883" y="4114"/>
                        <a:pt x="4803" y="3195"/>
                        <a:pt x="4815" y="2058"/>
                      </a:cubicBezTo>
                      <a:cubicBezTo>
                        <a:pt x="4815" y="822"/>
                        <a:pt x="3795" y="1"/>
                        <a:pt x="273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4" name="Google Shape;4374;p60"/>
                <p:cNvSpPr/>
                <p:nvPr/>
              </p:nvSpPr>
              <p:spPr>
                <a:xfrm>
                  <a:off x="4238846" y="3870117"/>
                  <a:ext cx="13040" cy="13040"/>
                </a:xfrm>
                <a:custGeom>
                  <a:rect b="b" l="l" r="r" t="t"/>
                  <a:pathLst>
                    <a:path extrusionOk="0" h="1658" w="1658">
                      <a:moveTo>
                        <a:pt x="835" y="0"/>
                      </a:moveTo>
                      <a:cubicBezTo>
                        <a:pt x="376" y="0"/>
                        <a:pt x="1" y="363"/>
                        <a:pt x="1" y="823"/>
                      </a:cubicBezTo>
                      <a:cubicBezTo>
                        <a:pt x="1" y="1283"/>
                        <a:pt x="376" y="1658"/>
                        <a:pt x="835" y="1658"/>
                      </a:cubicBezTo>
                      <a:cubicBezTo>
                        <a:pt x="1283" y="1658"/>
                        <a:pt x="1658" y="1283"/>
                        <a:pt x="1658" y="823"/>
                      </a:cubicBezTo>
                      <a:cubicBezTo>
                        <a:pt x="1658" y="363"/>
                        <a:pt x="1283"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75" name="Google Shape;4375;p60"/>
              <p:cNvGrpSpPr/>
              <p:nvPr/>
            </p:nvGrpSpPr>
            <p:grpSpPr>
              <a:xfrm>
                <a:off x="4104889" y="3699242"/>
                <a:ext cx="37776" cy="32357"/>
                <a:chOff x="4104889" y="3699242"/>
                <a:chExt cx="37776" cy="32357"/>
              </a:xfrm>
            </p:grpSpPr>
            <p:sp>
              <p:nvSpPr>
                <p:cNvPr id="4376" name="Google Shape;4376;p60"/>
                <p:cNvSpPr/>
                <p:nvPr/>
              </p:nvSpPr>
              <p:spPr>
                <a:xfrm>
                  <a:off x="4104889" y="3699242"/>
                  <a:ext cx="37776" cy="32357"/>
                </a:xfrm>
                <a:custGeom>
                  <a:rect b="b" l="l" r="r" t="t"/>
                  <a:pathLst>
                    <a:path extrusionOk="0" h="4114" w="4803">
                      <a:moveTo>
                        <a:pt x="2730" y="0"/>
                      </a:moveTo>
                      <a:cubicBezTo>
                        <a:pt x="2226" y="0"/>
                        <a:pt x="1712" y="188"/>
                        <a:pt x="1295" y="605"/>
                      </a:cubicBezTo>
                      <a:cubicBezTo>
                        <a:pt x="0" y="1900"/>
                        <a:pt x="920" y="4114"/>
                        <a:pt x="2746" y="4114"/>
                      </a:cubicBezTo>
                      <a:cubicBezTo>
                        <a:pt x="3883" y="4114"/>
                        <a:pt x="4803" y="3194"/>
                        <a:pt x="4803" y="2069"/>
                      </a:cubicBezTo>
                      <a:cubicBezTo>
                        <a:pt x="4803" y="824"/>
                        <a:pt x="3788"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7" name="Google Shape;4377;p60"/>
                <p:cNvSpPr/>
                <p:nvPr/>
              </p:nvSpPr>
              <p:spPr>
                <a:xfrm>
                  <a:off x="4120013" y="3708948"/>
                  <a:ext cx="13040" cy="13040"/>
                </a:xfrm>
                <a:custGeom>
                  <a:rect b="b" l="l" r="r" t="t"/>
                  <a:pathLst>
                    <a:path extrusionOk="0" h="1658" w="1658">
                      <a:moveTo>
                        <a:pt x="823" y="0"/>
                      </a:moveTo>
                      <a:cubicBezTo>
                        <a:pt x="376" y="0"/>
                        <a:pt x="1" y="375"/>
                        <a:pt x="1" y="823"/>
                      </a:cubicBezTo>
                      <a:cubicBezTo>
                        <a:pt x="1" y="1283"/>
                        <a:pt x="376" y="1658"/>
                        <a:pt x="823" y="1658"/>
                      </a:cubicBezTo>
                      <a:cubicBezTo>
                        <a:pt x="1283" y="1658"/>
                        <a:pt x="1658" y="1283"/>
                        <a:pt x="1658" y="823"/>
                      </a:cubicBezTo>
                      <a:cubicBezTo>
                        <a:pt x="1658" y="375"/>
                        <a:pt x="1283" y="0"/>
                        <a:pt x="82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78" name="Google Shape;4378;p60"/>
              <p:cNvGrpSpPr/>
              <p:nvPr/>
            </p:nvGrpSpPr>
            <p:grpSpPr>
              <a:xfrm>
                <a:off x="4143608" y="3475121"/>
                <a:ext cx="37878" cy="32420"/>
                <a:chOff x="4143608" y="3475121"/>
                <a:chExt cx="37878" cy="32420"/>
              </a:xfrm>
            </p:grpSpPr>
            <p:sp>
              <p:nvSpPr>
                <p:cNvPr id="4379" name="Google Shape;4379;p60"/>
                <p:cNvSpPr/>
                <p:nvPr/>
              </p:nvSpPr>
              <p:spPr>
                <a:xfrm>
                  <a:off x="4143608" y="3475121"/>
                  <a:ext cx="37878" cy="32420"/>
                </a:xfrm>
                <a:custGeom>
                  <a:rect b="b" l="l" r="r" t="t"/>
                  <a:pathLst>
                    <a:path extrusionOk="0" h="4122" w="4816">
                      <a:moveTo>
                        <a:pt x="2750" y="0"/>
                      </a:moveTo>
                      <a:cubicBezTo>
                        <a:pt x="2244" y="0"/>
                        <a:pt x="1727" y="190"/>
                        <a:pt x="1307" y="614"/>
                      </a:cubicBezTo>
                      <a:cubicBezTo>
                        <a:pt x="1" y="1908"/>
                        <a:pt x="920" y="4122"/>
                        <a:pt x="2759" y="4122"/>
                      </a:cubicBezTo>
                      <a:cubicBezTo>
                        <a:pt x="3896" y="4122"/>
                        <a:pt x="4815" y="3202"/>
                        <a:pt x="4815" y="2065"/>
                      </a:cubicBezTo>
                      <a:cubicBezTo>
                        <a:pt x="4815" y="823"/>
                        <a:pt x="3805" y="0"/>
                        <a:pt x="275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0" name="Google Shape;4380;p60"/>
                <p:cNvSpPr/>
                <p:nvPr/>
              </p:nvSpPr>
              <p:spPr>
                <a:xfrm>
                  <a:off x="4158741" y="3484795"/>
                  <a:ext cx="13040" cy="13040"/>
                </a:xfrm>
                <a:custGeom>
                  <a:rect b="b" l="l" r="r" t="t"/>
                  <a:pathLst>
                    <a:path extrusionOk="0" h="1658" w="1658">
                      <a:moveTo>
                        <a:pt x="835" y="1"/>
                      </a:moveTo>
                      <a:cubicBezTo>
                        <a:pt x="375" y="1"/>
                        <a:pt x="0" y="376"/>
                        <a:pt x="0" y="835"/>
                      </a:cubicBezTo>
                      <a:cubicBezTo>
                        <a:pt x="0" y="1295"/>
                        <a:pt x="375" y="1658"/>
                        <a:pt x="835" y="1658"/>
                      </a:cubicBezTo>
                      <a:cubicBezTo>
                        <a:pt x="1294" y="1658"/>
                        <a:pt x="1657" y="1295"/>
                        <a:pt x="1657" y="835"/>
                      </a:cubicBezTo>
                      <a:cubicBezTo>
                        <a:pt x="1657" y="376"/>
                        <a:pt x="1294"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81" name="Google Shape;4381;p60"/>
              <p:cNvGrpSpPr/>
              <p:nvPr/>
            </p:nvGrpSpPr>
            <p:grpSpPr>
              <a:xfrm>
                <a:off x="4217248" y="3570893"/>
                <a:ext cx="37776" cy="32364"/>
                <a:chOff x="4217248" y="3570893"/>
                <a:chExt cx="37776" cy="32364"/>
              </a:xfrm>
            </p:grpSpPr>
            <p:sp>
              <p:nvSpPr>
                <p:cNvPr id="4382" name="Google Shape;4382;p60"/>
                <p:cNvSpPr/>
                <p:nvPr/>
              </p:nvSpPr>
              <p:spPr>
                <a:xfrm>
                  <a:off x="4217248" y="3570893"/>
                  <a:ext cx="37776" cy="32364"/>
                </a:xfrm>
                <a:custGeom>
                  <a:rect b="b" l="l" r="r" t="t"/>
                  <a:pathLst>
                    <a:path extrusionOk="0" h="4115" w="4803">
                      <a:moveTo>
                        <a:pt x="2732" y="1"/>
                      </a:moveTo>
                      <a:cubicBezTo>
                        <a:pt x="2228" y="1"/>
                        <a:pt x="1713" y="188"/>
                        <a:pt x="1295" y="606"/>
                      </a:cubicBezTo>
                      <a:cubicBezTo>
                        <a:pt x="1" y="1900"/>
                        <a:pt x="920" y="4114"/>
                        <a:pt x="2759" y="4114"/>
                      </a:cubicBezTo>
                      <a:cubicBezTo>
                        <a:pt x="3884" y="4114"/>
                        <a:pt x="4803" y="3195"/>
                        <a:pt x="4803" y="2058"/>
                      </a:cubicBezTo>
                      <a:cubicBezTo>
                        <a:pt x="4803" y="821"/>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3" name="Google Shape;4383;p60"/>
                <p:cNvSpPr/>
                <p:nvPr/>
              </p:nvSpPr>
              <p:spPr>
                <a:xfrm>
                  <a:off x="4232373" y="3580599"/>
                  <a:ext cx="13048" cy="13048"/>
                </a:xfrm>
                <a:custGeom>
                  <a:rect b="b" l="l" r="r" t="t"/>
                  <a:pathLst>
                    <a:path extrusionOk="0" h="1659" w="1659">
                      <a:moveTo>
                        <a:pt x="824" y="1"/>
                      </a:moveTo>
                      <a:cubicBezTo>
                        <a:pt x="364" y="1"/>
                        <a:pt x="1" y="376"/>
                        <a:pt x="1" y="824"/>
                      </a:cubicBezTo>
                      <a:cubicBezTo>
                        <a:pt x="1" y="1283"/>
                        <a:pt x="364" y="1658"/>
                        <a:pt x="824" y="1658"/>
                      </a:cubicBezTo>
                      <a:cubicBezTo>
                        <a:pt x="1283" y="1658"/>
                        <a:pt x="1658" y="1283"/>
                        <a:pt x="1658" y="824"/>
                      </a:cubicBezTo>
                      <a:cubicBezTo>
                        <a:pt x="1658" y="376"/>
                        <a:pt x="1283" y="1"/>
                        <a:pt x="82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84" name="Google Shape;4384;p60"/>
              <p:cNvGrpSpPr/>
              <p:nvPr/>
            </p:nvGrpSpPr>
            <p:grpSpPr>
              <a:xfrm>
                <a:off x="4255307" y="3431612"/>
                <a:ext cx="37776" cy="32451"/>
                <a:chOff x="4255307" y="3431612"/>
                <a:chExt cx="37776" cy="32451"/>
              </a:xfrm>
            </p:grpSpPr>
            <p:sp>
              <p:nvSpPr>
                <p:cNvPr id="4385" name="Google Shape;4385;p60"/>
                <p:cNvSpPr/>
                <p:nvPr/>
              </p:nvSpPr>
              <p:spPr>
                <a:xfrm>
                  <a:off x="4255307" y="3431612"/>
                  <a:ext cx="37776" cy="32451"/>
                </a:xfrm>
                <a:custGeom>
                  <a:rect b="b" l="l" r="r" t="t"/>
                  <a:pathLst>
                    <a:path extrusionOk="0" h="4126" w="4803">
                      <a:moveTo>
                        <a:pt x="2730" y="0"/>
                      </a:moveTo>
                      <a:cubicBezTo>
                        <a:pt x="2226" y="0"/>
                        <a:pt x="1712" y="187"/>
                        <a:pt x="1295" y="605"/>
                      </a:cubicBezTo>
                      <a:cubicBezTo>
                        <a:pt x="0" y="1912"/>
                        <a:pt x="920" y="4125"/>
                        <a:pt x="2758" y="4125"/>
                      </a:cubicBezTo>
                      <a:cubicBezTo>
                        <a:pt x="3883" y="4113"/>
                        <a:pt x="4803" y="3194"/>
                        <a:pt x="4803" y="2069"/>
                      </a:cubicBezTo>
                      <a:cubicBezTo>
                        <a:pt x="4803" y="824"/>
                        <a:pt x="3788"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6" name="Google Shape;4386;p60"/>
                <p:cNvSpPr/>
                <p:nvPr/>
              </p:nvSpPr>
              <p:spPr>
                <a:xfrm>
                  <a:off x="4270432" y="3441317"/>
                  <a:ext cx="13040" cy="13040"/>
                </a:xfrm>
                <a:custGeom>
                  <a:rect b="b" l="l" r="r" t="t"/>
                  <a:pathLst>
                    <a:path extrusionOk="0" h="1658" w="1658">
                      <a:moveTo>
                        <a:pt x="835" y="0"/>
                      </a:moveTo>
                      <a:cubicBezTo>
                        <a:pt x="376" y="0"/>
                        <a:pt x="1" y="375"/>
                        <a:pt x="1" y="835"/>
                      </a:cubicBezTo>
                      <a:cubicBezTo>
                        <a:pt x="1" y="1295"/>
                        <a:pt x="376" y="1658"/>
                        <a:pt x="835" y="1658"/>
                      </a:cubicBezTo>
                      <a:cubicBezTo>
                        <a:pt x="1295" y="1658"/>
                        <a:pt x="1658" y="1295"/>
                        <a:pt x="1658" y="835"/>
                      </a:cubicBezTo>
                      <a:cubicBezTo>
                        <a:pt x="1658" y="375"/>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87" name="Google Shape;4387;p60"/>
              <p:cNvGrpSpPr/>
              <p:nvPr/>
            </p:nvGrpSpPr>
            <p:grpSpPr>
              <a:xfrm>
                <a:off x="3853052" y="3577398"/>
                <a:ext cx="37776" cy="32420"/>
                <a:chOff x="3853052" y="3577398"/>
                <a:chExt cx="37776" cy="32420"/>
              </a:xfrm>
            </p:grpSpPr>
            <p:sp>
              <p:nvSpPr>
                <p:cNvPr id="4388" name="Google Shape;4388;p60"/>
                <p:cNvSpPr/>
                <p:nvPr/>
              </p:nvSpPr>
              <p:spPr>
                <a:xfrm>
                  <a:off x="3853052" y="3577398"/>
                  <a:ext cx="37776" cy="32420"/>
                </a:xfrm>
                <a:custGeom>
                  <a:rect b="b" l="l" r="r" t="t"/>
                  <a:pathLst>
                    <a:path extrusionOk="0" h="4122" w="4803">
                      <a:moveTo>
                        <a:pt x="2737" y="0"/>
                      </a:moveTo>
                      <a:cubicBezTo>
                        <a:pt x="2231" y="0"/>
                        <a:pt x="1714" y="190"/>
                        <a:pt x="1294" y="614"/>
                      </a:cubicBezTo>
                      <a:cubicBezTo>
                        <a:pt x="0" y="1908"/>
                        <a:pt x="919" y="4122"/>
                        <a:pt x="2746" y="4122"/>
                      </a:cubicBezTo>
                      <a:cubicBezTo>
                        <a:pt x="3883" y="4122"/>
                        <a:pt x="4803" y="3202"/>
                        <a:pt x="4803" y="2065"/>
                      </a:cubicBezTo>
                      <a:cubicBezTo>
                        <a:pt x="4803" y="823"/>
                        <a:pt x="3792" y="0"/>
                        <a:pt x="273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9" name="Google Shape;4389;p60"/>
                <p:cNvSpPr/>
                <p:nvPr/>
              </p:nvSpPr>
              <p:spPr>
                <a:xfrm>
                  <a:off x="3868176" y="3587072"/>
                  <a:ext cx="13040" cy="13040"/>
                </a:xfrm>
                <a:custGeom>
                  <a:rect b="b" l="l" r="r" t="t"/>
                  <a:pathLst>
                    <a:path extrusionOk="0" h="1658" w="1658">
                      <a:moveTo>
                        <a:pt x="823" y="1"/>
                      </a:moveTo>
                      <a:cubicBezTo>
                        <a:pt x="363" y="1"/>
                        <a:pt x="1" y="376"/>
                        <a:pt x="1" y="835"/>
                      </a:cubicBezTo>
                      <a:cubicBezTo>
                        <a:pt x="1" y="1295"/>
                        <a:pt x="363"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90" name="Google Shape;4390;p60"/>
              <p:cNvGrpSpPr/>
              <p:nvPr/>
            </p:nvGrpSpPr>
            <p:grpSpPr>
              <a:xfrm>
                <a:off x="4039908" y="3412107"/>
                <a:ext cx="37776" cy="32357"/>
                <a:chOff x="4039908" y="3412107"/>
                <a:chExt cx="37776" cy="32357"/>
              </a:xfrm>
            </p:grpSpPr>
            <p:sp>
              <p:nvSpPr>
                <p:cNvPr id="4391" name="Google Shape;4391;p60"/>
                <p:cNvSpPr/>
                <p:nvPr/>
              </p:nvSpPr>
              <p:spPr>
                <a:xfrm>
                  <a:off x="4039908" y="3412107"/>
                  <a:ext cx="37776" cy="32357"/>
                </a:xfrm>
                <a:custGeom>
                  <a:rect b="b" l="l" r="r" t="t"/>
                  <a:pathLst>
                    <a:path extrusionOk="0" h="4114" w="4803">
                      <a:moveTo>
                        <a:pt x="2732" y="0"/>
                      </a:moveTo>
                      <a:cubicBezTo>
                        <a:pt x="2227" y="0"/>
                        <a:pt x="1713" y="187"/>
                        <a:pt x="1295" y="605"/>
                      </a:cubicBezTo>
                      <a:cubicBezTo>
                        <a:pt x="0" y="1900"/>
                        <a:pt x="920" y="4114"/>
                        <a:pt x="2746" y="4114"/>
                      </a:cubicBezTo>
                      <a:cubicBezTo>
                        <a:pt x="3883"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2" name="Google Shape;4392;p60"/>
                <p:cNvSpPr/>
                <p:nvPr/>
              </p:nvSpPr>
              <p:spPr>
                <a:xfrm>
                  <a:off x="4055033" y="3421812"/>
                  <a:ext cx="13040" cy="13040"/>
                </a:xfrm>
                <a:custGeom>
                  <a:rect b="b" l="l" r="r" t="t"/>
                  <a:pathLst>
                    <a:path extrusionOk="0" h="1658" w="1658">
                      <a:moveTo>
                        <a:pt x="823" y="1"/>
                      </a:moveTo>
                      <a:cubicBezTo>
                        <a:pt x="363" y="1"/>
                        <a:pt x="1" y="363"/>
                        <a:pt x="1" y="823"/>
                      </a:cubicBezTo>
                      <a:cubicBezTo>
                        <a:pt x="1" y="1283"/>
                        <a:pt x="363"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93" name="Google Shape;4393;p60"/>
              <p:cNvGrpSpPr/>
              <p:nvPr/>
            </p:nvGrpSpPr>
            <p:grpSpPr>
              <a:xfrm>
                <a:off x="4017360" y="3342061"/>
                <a:ext cx="37870" cy="32380"/>
                <a:chOff x="4017360" y="3342061"/>
                <a:chExt cx="37870" cy="32380"/>
              </a:xfrm>
            </p:grpSpPr>
            <p:sp>
              <p:nvSpPr>
                <p:cNvPr id="4394" name="Google Shape;4394;p60"/>
                <p:cNvSpPr/>
                <p:nvPr/>
              </p:nvSpPr>
              <p:spPr>
                <a:xfrm>
                  <a:off x="4017360" y="3342061"/>
                  <a:ext cx="37870" cy="32380"/>
                </a:xfrm>
                <a:custGeom>
                  <a:rect b="b" l="l" r="r" t="t"/>
                  <a:pathLst>
                    <a:path extrusionOk="0" h="4117" w="4815">
                      <a:moveTo>
                        <a:pt x="2749" y="0"/>
                      </a:moveTo>
                      <a:cubicBezTo>
                        <a:pt x="2243" y="0"/>
                        <a:pt x="1726" y="189"/>
                        <a:pt x="1307" y="608"/>
                      </a:cubicBezTo>
                      <a:cubicBezTo>
                        <a:pt x="0" y="1903"/>
                        <a:pt x="920" y="4116"/>
                        <a:pt x="2758" y="4116"/>
                      </a:cubicBezTo>
                      <a:cubicBezTo>
                        <a:pt x="3895" y="4116"/>
                        <a:pt x="4815" y="3197"/>
                        <a:pt x="4815" y="2060"/>
                      </a:cubicBezTo>
                      <a:cubicBezTo>
                        <a:pt x="4815" y="817"/>
                        <a:pt x="3804" y="0"/>
                        <a:pt x="2749"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5" name="Google Shape;4395;p60"/>
                <p:cNvSpPr/>
                <p:nvPr/>
              </p:nvSpPr>
              <p:spPr>
                <a:xfrm>
                  <a:off x="4032484" y="3351790"/>
                  <a:ext cx="13040" cy="13040"/>
                </a:xfrm>
                <a:custGeom>
                  <a:rect b="b" l="l" r="r" t="t"/>
                  <a:pathLst>
                    <a:path extrusionOk="0" h="1658" w="1658">
                      <a:moveTo>
                        <a:pt x="835" y="0"/>
                      </a:moveTo>
                      <a:cubicBezTo>
                        <a:pt x="376" y="0"/>
                        <a:pt x="1" y="363"/>
                        <a:pt x="1" y="823"/>
                      </a:cubicBezTo>
                      <a:cubicBezTo>
                        <a:pt x="1" y="1283"/>
                        <a:pt x="376"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96" name="Google Shape;4396;p60"/>
              <p:cNvSpPr/>
              <p:nvPr/>
            </p:nvSpPr>
            <p:spPr>
              <a:xfrm>
                <a:off x="3998712" y="3520180"/>
                <a:ext cx="47764" cy="40929"/>
              </a:xfrm>
              <a:custGeom>
                <a:rect b="b" l="l" r="r" t="t"/>
                <a:pathLst>
                  <a:path extrusionOk="0" h="5204" w="6073">
                    <a:moveTo>
                      <a:pt x="3457" y="0"/>
                    </a:moveTo>
                    <a:cubicBezTo>
                      <a:pt x="2821" y="0"/>
                      <a:pt x="2173" y="236"/>
                      <a:pt x="1645" y="764"/>
                    </a:cubicBezTo>
                    <a:cubicBezTo>
                      <a:pt x="0" y="2397"/>
                      <a:pt x="1162" y="5191"/>
                      <a:pt x="3472" y="5203"/>
                    </a:cubicBezTo>
                    <a:cubicBezTo>
                      <a:pt x="4899" y="5191"/>
                      <a:pt x="6061" y="4030"/>
                      <a:pt x="6073" y="2602"/>
                    </a:cubicBezTo>
                    <a:cubicBezTo>
                      <a:pt x="6073" y="1038"/>
                      <a:pt x="4792" y="0"/>
                      <a:pt x="345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7" name="Google Shape;4397;p60"/>
              <p:cNvSpPr/>
              <p:nvPr/>
            </p:nvSpPr>
            <p:spPr>
              <a:xfrm>
                <a:off x="4011744" y="3529893"/>
                <a:ext cx="25026" cy="21448"/>
              </a:xfrm>
              <a:custGeom>
                <a:rect b="b" l="l" r="r" t="t"/>
                <a:pathLst>
                  <a:path extrusionOk="0" h="2727" w="3182">
                    <a:moveTo>
                      <a:pt x="1815" y="0"/>
                    </a:moveTo>
                    <a:cubicBezTo>
                      <a:pt x="605" y="0"/>
                      <a:pt x="1" y="1464"/>
                      <a:pt x="847" y="2323"/>
                    </a:cubicBezTo>
                    <a:cubicBezTo>
                      <a:pt x="1126" y="2601"/>
                      <a:pt x="1468" y="2726"/>
                      <a:pt x="1803" y="2726"/>
                    </a:cubicBezTo>
                    <a:cubicBezTo>
                      <a:pt x="2503" y="2726"/>
                      <a:pt x="3174" y="2185"/>
                      <a:pt x="3182" y="1367"/>
                    </a:cubicBezTo>
                    <a:cubicBezTo>
                      <a:pt x="3182" y="605"/>
                      <a:pt x="2565" y="0"/>
                      <a:pt x="181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98" name="Google Shape;4398;p60"/>
              <p:cNvGrpSpPr/>
              <p:nvPr/>
            </p:nvGrpSpPr>
            <p:grpSpPr>
              <a:xfrm>
                <a:off x="3750870" y="3418650"/>
                <a:ext cx="37776" cy="32380"/>
                <a:chOff x="3750870" y="3418650"/>
                <a:chExt cx="37776" cy="32380"/>
              </a:xfrm>
            </p:grpSpPr>
            <p:sp>
              <p:nvSpPr>
                <p:cNvPr id="4399" name="Google Shape;4399;p60"/>
                <p:cNvSpPr/>
                <p:nvPr/>
              </p:nvSpPr>
              <p:spPr>
                <a:xfrm>
                  <a:off x="3750870" y="3418650"/>
                  <a:ext cx="37776" cy="32380"/>
                </a:xfrm>
                <a:custGeom>
                  <a:rect b="b" l="l" r="r" t="t"/>
                  <a:pathLst>
                    <a:path extrusionOk="0" h="4117" w="4803">
                      <a:moveTo>
                        <a:pt x="2737" y="0"/>
                      </a:moveTo>
                      <a:cubicBezTo>
                        <a:pt x="2231" y="0"/>
                        <a:pt x="1714" y="188"/>
                        <a:pt x="1295" y="608"/>
                      </a:cubicBezTo>
                      <a:cubicBezTo>
                        <a:pt x="0" y="1903"/>
                        <a:pt x="920" y="4116"/>
                        <a:pt x="2746" y="4116"/>
                      </a:cubicBezTo>
                      <a:cubicBezTo>
                        <a:pt x="3883" y="4104"/>
                        <a:pt x="4803" y="3185"/>
                        <a:pt x="4803" y="2060"/>
                      </a:cubicBezTo>
                      <a:cubicBezTo>
                        <a:pt x="4803" y="817"/>
                        <a:pt x="3792" y="0"/>
                        <a:pt x="273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0" name="Google Shape;4400;p60"/>
                <p:cNvSpPr/>
                <p:nvPr/>
              </p:nvSpPr>
              <p:spPr>
                <a:xfrm>
                  <a:off x="3765994" y="3428285"/>
                  <a:ext cx="13040" cy="13040"/>
                </a:xfrm>
                <a:custGeom>
                  <a:rect b="b" l="l" r="r" t="t"/>
                  <a:pathLst>
                    <a:path extrusionOk="0" h="1658" w="1658">
                      <a:moveTo>
                        <a:pt x="823" y="0"/>
                      </a:moveTo>
                      <a:cubicBezTo>
                        <a:pt x="363" y="0"/>
                        <a:pt x="1" y="375"/>
                        <a:pt x="1" y="835"/>
                      </a:cubicBezTo>
                      <a:cubicBezTo>
                        <a:pt x="1" y="1294"/>
                        <a:pt x="363" y="1657"/>
                        <a:pt x="823" y="1657"/>
                      </a:cubicBezTo>
                      <a:cubicBezTo>
                        <a:pt x="1283" y="1657"/>
                        <a:pt x="1658" y="1294"/>
                        <a:pt x="1658" y="835"/>
                      </a:cubicBezTo>
                      <a:cubicBezTo>
                        <a:pt x="1658" y="375"/>
                        <a:pt x="1283" y="0"/>
                        <a:pt x="82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01" name="Google Shape;4401;p60"/>
              <p:cNvGrpSpPr/>
              <p:nvPr/>
            </p:nvGrpSpPr>
            <p:grpSpPr>
              <a:xfrm>
                <a:off x="3632509" y="3274438"/>
                <a:ext cx="37783" cy="32357"/>
                <a:chOff x="3632509" y="3274438"/>
                <a:chExt cx="37783" cy="32357"/>
              </a:xfrm>
            </p:grpSpPr>
            <p:sp>
              <p:nvSpPr>
                <p:cNvPr id="4402" name="Google Shape;4402;p60"/>
                <p:cNvSpPr/>
                <p:nvPr/>
              </p:nvSpPr>
              <p:spPr>
                <a:xfrm>
                  <a:off x="3632509" y="3274438"/>
                  <a:ext cx="37783" cy="32357"/>
                </a:xfrm>
                <a:custGeom>
                  <a:rect b="b" l="l" r="r" t="t"/>
                  <a:pathLst>
                    <a:path extrusionOk="0" h="4114" w="4804">
                      <a:moveTo>
                        <a:pt x="2732" y="0"/>
                      </a:moveTo>
                      <a:cubicBezTo>
                        <a:pt x="2228" y="0"/>
                        <a:pt x="1713" y="187"/>
                        <a:pt x="1295" y="605"/>
                      </a:cubicBezTo>
                      <a:cubicBezTo>
                        <a:pt x="1" y="1900"/>
                        <a:pt x="908" y="4114"/>
                        <a:pt x="2747" y="4114"/>
                      </a:cubicBezTo>
                      <a:cubicBezTo>
                        <a:pt x="3872" y="4114"/>
                        <a:pt x="4791"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3" name="Google Shape;4403;p60"/>
                <p:cNvSpPr/>
                <p:nvPr/>
              </p:nvSpPr>
              <p:spPr>
                <a:xfrm>
                  <a:off x="3647547" y="3284049"/>
                  <a:ext cx="13040" cy="13040"/>
                </a:xfrm>
                <a:custGeom>
                  <a:rect b="b" l="l" r="r" t="t"/>
                  <a:pathLst>
                    <a:path extrusionOk="0" h="1658" w="1658">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04" name="Google Shape;4404;p60"/>
              <p:cNvGrpSpPr/>
              <p:nvPr/>
            </p:nvGrpSpPr>
            <p:grpSpPr>
              <a:xfrm>
                <a:off x="3906424" y="3297561"/>
                <a:ext cx="37776" cy="32451"/>
                <a:chOff x="3906424" y="3297561"/>
                <a:chExt cx="37776" cy="32451"/>
              </a:xfrm>
            </p:grpSpPr>
            <p:sp>
              <p:nvSpPr>
                <p:cNvPr id="4405" name="Google Shape;4405;p60"/>
                <p:cNvSpPr/>
                <p:nvPr/>
              </p:nvSpPr>
              <p:spPr>
                <a:xfrm>
                  <a:off x="3906424" y="3297561"/>
                  <a:ext cx="37776" cy="32451"/>
                </a:xfrm>
                <a:custGeom>
                  <a:rect b="b" l="l" r="r" t="t"/>
                  <a:pathLst>
                    <a:path extrusionOk="0" h="4126" w="4803">
                      <a:moveTo>
                        <a:pt x="2730" y="0"/>
                      </a:moveTo>
                      <a:cubicBezTo>
                        <a:pt x="2226" y="0"/>
                        <a:pt x="1713" y="187"/>
                        <a:pt x="1295" y="605"/>
                      </a:cubicBezTo>
                      <a:cubicBezTo>
                        <a:pt x="0" y="1899"/>
                        <a:pt x="920" y="4125"/>
                        <a:pt x="2746" y="4125"/>
                      </a:cubicBezTo>
                      <a:cubicBezTo>
                        <a:pt x="3883" y="4113"/>
                        <a:pt x="4803" y="3194"/>
                        <a:pt x="4803" y="2069"/>
                      </a:cubicBezTo>
                      <a:cubicBezTo>
                        <a:pt x="4803" y="824"/>
                        <a:pt x="3788"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6" name="Google Shape;4406;p60"/>
                <p:cNvSpPr/>
                <p:nvPr/>
              </p:nvSpPr>
              <p:spPr>
                <a:xfrm>
                  <a:off x="3921548" y="3307361"/>
                  <a:ext cx="13048" cy="13040"/>
                </a:xfrm>
                <a:custGeom>
                  <a:rect b="b" l="l" r="r" t="t"/>
                  <a:pathLst>
                    <a:path extrusionOk="0" h="1658" w="1659">
                      <a:moveTo>
                        <a:pt x="823" y="0"/>
                      </a:moveTo>
                      <a:cubicBezTo>
                        <a:pt x="364" y="0"/>
                        <a:pt x="1" y="363"/>
                        <a:pt x="1" y="823"/>
                      </a:cubicBezTo>
                      <a:cubicBezTo>
                        <a:pt x="1" y="1282"/>
                        <a:pt x="364" y="1657"/>
                        <a:pt x="823" y="1657"/>
                      </a:cubicBezTo>
                      <a:cubicBezTo>
                        <a:pt x="1283" y="1657"/>
                        <a:pt x="1658" y="1282"/>
                        <a:pt x="1658" y="823"/>
                      </a:cubicBezTo>
                      <a:cubicBezTo>
                        <a:pt x="1658" y="363"/>
                        <a:pt x="1283" y="0"/>
                        <a:pt x="82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07" name="Google Shape;4407;p60"/>
              <p:cNvGrpSpPr/>
              <p:nvPr/>
            </p:nvGrpSpPr>
            <p:grpSpPr>
              <a:xfrm>
                <a:off x="3866084" y="3412107"/>
                <a:ext cx="37776" cy="32357"/>
                <a:chOff x="3866084" y="3412107"/>
                <a:chExt cx="37776" cy="32357"/>
              </a:xfrm>
            </p:grpSpPr>
            <p:sp>
              <p:nvSpPr>
                <p:cNvPr id="4408" name="Google Shape;4408;p60"/>
                <p:cNvSpPr/>
                <p:nvPr/>
              </p:nvSpPr>
              <p:spPr>
                <a:xfrm>
                  <a:off x="3866084" y="3412107"/>
                  <a:ext cx="37776" cy="32357"/>
                </a:xfrm>
                <a:custGeom>
                  <a:rect b="b" l="l" r="r" t="t"/>
                  <a:pathLst>
                    <a:path extrusionOk="0" h="4114" w="4803">
                      <a:moveTo>
                        <a:pt x="2732" y="0"/>
                      </a:moveTo>
                      <a:cubicBezTo>
                        <a:pt x="2227" y="0"/>
                        <a:pt x="1713" y="187"/>
                        <a:pt x="1295" y="605"/>
                      </a:cubicBezTo>
                      <a:cubicBezTo>
                        <a:pt x="0" y="1900"/>
                        <a:pt x="920" y="4114"/>
                        <a:pt x="2746" y="4114"/>
                      </a:cubicBezTo>
                      <a:cubicBezTo>
                        <a:pt x="3883"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9" name="Google Shape;4409;p60"/>
                <p:cNvSpPr/>
                <p:nvPr/>
              </p:nvSpPr>
              <p:spPr>
                <a:xfrm>
                  <a:off x="3881208" y="3421812"/>
                  <a:ext cx="13048" cy="13040"/>
                </a:xfrm>
                <a:custGeom>
                  <a:rect b="b" l="l" r="r" t="t"/>
                  <a:pathLst>
                    <a:path extrusionOk="0" h="1658" w="1659">
                      <a:moveTo>
                        <a:pt x="823" y="1"/>
                      </a:moveTo>
                      <a:cubicBezTo>
                        <a:pt x="364" y="1"/>
                        <a:pt x="1" y="363"/>
                        <a:pt x="1" y="823"/>
                      </a:cubicBezTo>
                      <a:cubicBezTo>
                        <a:pt x="1" y="1283"/>
                        <a:pt x="364"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10" name="Google Shape;4410;p60"/>
              <p:cNvGrpSpPr/>
              <p:nvPr/>
            </p:nvGrpSpPr>
            <p:grpSpPr>
              <a:xfrm>
                <a:off x="4023919" y="3766409"/>
                <a:ext cx="37783" cy="32357"/>
                <a:chOff x="4023919" y="3766409"/>
                <a:chExt cx="37783" cy="32357"/>
              </a:xfrm>
            </p:grpSpPr>
            <p:sp>
              <p:nvSpPr>
                <p:cNvPr id="4411" name="Google Shape;4411;p60"/>
                <p:cNvSpPr/>
                <p:nvPr/>
              </p:nvSpPr>
              <p:spPr>
                <a:xfrm>
                  <a:off x="4023919" y="3766409"/>
                  <a:ext cx="37783" cy="32357"/>
                </a:xfrm>
                <a:custGeom>
                  <a:rect b="b" l="l" r="r" t="t"/>
                  <a:pathLst>
                    <a:path extrusionOk="0" h="4114" w="4804">
                      <a:moveTo>
                        <a:pt x="2732" y="0"/>
                      </a:moveTo>
                      <a:cubicBezTo>
                        <a:pt x="2228" y="0"/>
                        <a:pt x="1714" y="187"/>
                        <a:pt x="1295" y="606"/>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2" name="Google Shape;4412;p60"/>
                <p:cNvSpPr/>
                <p:nvPr/>
              </p:nvSpPr>
              <p:spPr>
                <a:xfrm>
                  <a:off x="4039051" y="3776115"/>
                  <a:ext cx="13040" cy="13048"/>
                </a:xfrm>
                <a:custGeom>
                  <a:rect b="b" l="l" r="r" t="t"/>
                  <a:pathLst>
                    <a:path extrusionOk="0" h="1659" w="1658">
                      <a:moveTo>
                        <a:pt x="823" y="1"/>
                      </a:moveTo>
                      <a:cubicBezTo>
                        <a:pt x="363" y="1"/>
                        <a:pt x="0" y="376"/>
                        <a:pt x="0" y="823"/>
                      </a:cubicBezTo>
                      <a:cubicBezTo>
                        <a:pt x="0" y="1283"/>
                        <a:pt x="363"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13" name="Google Shape;4413;p60"/>
              <p:cNvGrpSpPr/>
              <p:nvPr/>
            </p:nvGrpSpPr>
            <p:grpSpPr>
              <a:xfrm>
                <a:off x="3973882" y="3779449"/>
                <a:ext cx="37776" cy="32357"/>
                <a:chOff x="3973882" y="3779449"/>
                <a:chExt cx="37776" cy="32357"/>
              </a:xfrm>
            </p:grpSpPr>
            <p:sp>
              <p:nvSpPr>
                <p:cNvPr id="4414" name="Google Shape;4414;p60"/>
                <p:cNvSpPr/>
                <p:nvPr/>
              </p:nvSpPr>
              <p:spPr>
                <a:xfrm>
                  <a:off x="3973882" y="3779449"/>
                  <a:ext cx="37776" cy="32357"/>
                </a:xfrm>
                <a:custGeom>
                  <a:rect b="b" l="l" r="r" t="t"/>
                  <a:pathLst>
                    <a:path extrusionOk="0" h="4114" w="4803">
                      <a:moveTo>
                        <a:pt x="2730" y="0"/>
                      </a:moveTo>
                      <a:cubicBezTo>
                        <a:pt x="2226" y="0"/>
                        <a:pt x="1712" y="187"/>
                        <a:pt x="1294" y="605"/>
                      </a:cubicBezTo>
                      <a:cubicBezTo>
                        <a:pt x="0" y="1899"/>
                        <a:pt x="919" y="4113"/>
                        <a:pt x="2746" y="4113"/>
                      </a:cubicBezTo>
                      <a:cubicBezTo>
                        <a:pt x="3883" y="4113"/>
                        <a:pt x="4802" y="3194"/>
                        <a:pt x="4802" y="2069"/>
                      </a:cubicBezTo>
                      <a:cubicBezTo>
                        <a:pt x="4802" y="824"/>
                        <a:pt x="3787"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5" name="Google Shape;4415;p60"/>
                <p:cNvSpPr/>
                <p:nvPr/>
              </p:nvSpPr>
              <p:spPr>
                <a:xfrm>
                  <a:off x="3989006" y="3789155"/>
                  <a:ext cx="13040" cy="13040"/>
                </a:xfrm>
                <a:custGeom>
                  <a:rect b="b" l="l" r="r" t="t"/>
                  <a:pathLst>
                    <a:path extrusionOk="0" h="1658" w="1658">
                      <a:moveTo>
                        <a:pt x="823" y="0"/>
                      </a:moveTo>
                      <a:cubicBezTo>
                        <a:pt x="363" y="0"/>
                        <a:pt x="0" y="375"/>
                        <a:pt x="0" y="823"/>
                      </a:cubicBezTo>
                      <a:cubicBezTo>
                        <a:pt x="0" y="1282"/>
                        <a:pt x="363" y="1657"/>
                        <a:pt x="823" y="1657"/>
                      </a:cubicBezTo>
                      <a:cubicBezTo>
                        <a:pt x="1283" y="1657"/>
                        <a:pt x="1658" y="1282"/>
                        <a:pt x="1658" y="823"/>
                      </a:cubicBezTo>
                      <a:cubicBezTo>
                        <a:pt x="1658" y="375"/>
                        <a:pt x="1283" y="0"/>
                        <a:pt x="82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16" name="Google Shape;4416;p60"/>
              <p:cNvGrpSpPr/>
              <p:nvPr/>
            </p:nvGrpSpPr>
            <p:grpSpPr>
              <a:xfrm>
                <a:off x="4073398" y="3838028"/>
                <a:ext cx="37776" cy="32380"/>
                <a:chOff x="4073398" y="3838028"/>
                <a:chExt cx="37776" cy="32380"/>
              </a:xfrm>
            </p:grpSpPr>
            <p:sp>
              <p:nvSpPr>
                <p:cNvPr id="4417" name="Google Shape;4417;p60"/>
                <p:cNvSpPr/>
                <p:nvPr/>
              </p:nvSpPr>
              <p:spPr>
                <a:xfrm>
                  <a:off x="4073398" y="3838028"/>
                  <a:ext cx="37776" cy="32380"/>
                </a:xfrm>
                <a:custGeom>
                  <a:rect b="b" l="l" r="r" t="t"/>
                  <a:pathLst>
                    <a:path extrusionOk="0" h="4117" w="4803">
                      <a:moveTo>
                        <a:pt x="2737" y="1"/>
                      </a:moveTo>
                      <a:cubicBezTo>
                        <a:pt x="2231" y="1"/>
                        <a:pt x="1714" y="189"/>
                        <a:pt x="1295" y="609"/>
                      </a:cubicBezTo>
                      <a:cubicBezTo>
                        <a:pt x="0" y="1891"/>
                        <a:pt x="920" y="4105"/>
                        <a:pt x="2746" y="4117"/>
                      </a:cubicBezTo>
                      <a:cubicBezTo>
                        <a:pt x="3883" y="4105"/>
                        <a:pt x="4803" y="3185"/>
                        <a:pt x="4803" y="2060"/>
                      </a:cubicBezTo>
                      <a:cubicBezTo>
                        <a:pt x="4803" y="818"/>
                        <a:pt x="3792" y="1"/>
                        <a:pt x="273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8" name="Google Shape;4418;p60"/>
                <p:cNvSpPr/>
                <p:nvPr/>
              </p:nvSpPr>
              <p:spPr>
                <a:xfrm>
                  <a:off x="4088428" y="3847663"/>
                  <a:ext cx="13040" cy="13040"/>
                </a:xfrm>
                <a:custGeom>
                  <a:rect b="b" l="l" r="r" t="t"/>
                  <a:pathLst>
                    <a:path extrusionOk="0" h="1658" w="1658">
                      <a:moveTo>
                        <a:pt x="835" y="1"/>
                      </a:moveTo>
                      <a:cubicBezTo>
                        <a:pt x="376" y="1"/>
                        <a:pt x="1" y="376"/>
                        <a:pt x="1" y="835"/>
                      </a:cubicBezTo>
                      <a:cubicBezTo>
                        <a:pt x="1" y="1283"/>
                        <a:pt x="376" y="1658"/>
                        <a:pt x="835" y="1658"/>
                      </a:cubicBezTo>
                      <a:cubicBezTo>
                        <a:pt x="1295" y="1658"/>
                        <a:pt x="1658" y="1283"/>
                        <a:pt x="1658" y="835"/>
                      </a:cubicBezTo>
                      <a:cubicBezTo>
                        <a:pt x="1658" y="376"/>
                        <a:pt x="1295"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19" name="Google Shape;4419;p60"/>
              <p:cNvGrpSpPr/>
              <p:nvPr/>
            </p:nvGrpSpPr>
            <p:grpSpPr>
              <a:xfrm>
                <a:off x="4342672" y="4144496"/>
                <a:ext cx="37752" cy="32364"/>
                <a:chOff x="4342672" y="4144496"/>
                <a:chExt cx="37752" cy="32364"/>
              </a:xfrm>
            </p:grpSpPr>
            <p:sp>
              <p:nvSpPr>
                <p:cNvPr id="4420" name="Google Shape;4420;p60"/>
                <p:cNvSpPr/>
                <p:nvPr/>
              </p:nvSpPr>
              <p:spPr>
                <a:xfrm>
                  <a:off x="4342672" y="4144496"/>
                  <a:ext cx="37752" cy="32364"/>
                </a:xfrm>
                <a:custGeom>
                  <a:rect b="b" l="l" r="r" t="t"/>
                  <a:pathLst>
                    <a:path extrusionOk="0" h="4115" w="4800">
                      <a:moveTo>
                        <a:pt x="2729" y="1"/>
                      </a:moveTo>
                      <a:cubicBezTo>
                        <a:pt x="2224" y="1"/>
                        <a:pt x="1710" y="188"/>
                        <a:pt x="1291" y="606"/>
                      </a:cubicBezTo>
                      <a:cubicBezTo>
                        <a:pt x="1" y="1897"/>
                        <a:pt x="912" y="4114"/>
                        <a:pt x="2740" y="4114"/>
                      </a:cubicBezTo>
                      <a:cubicBezTo>
                        <a:pt x="2745" y="4114"/>
                        <a:pt x="2750" y="4114"/>
                        <a:pt x="2755" y="4114"/>
                      </a:cubicBezTo>
                      <a:cubicBezTo>
                        <a:pt x="3880" y="4114"/>
                        <a:pt x="4800" y="3195"/>
                        <a:pt x="4800" y="2058"/>
                      </a:cubicBezTo>
                      <a:cubicBezTo>
                        <a:pt x="4800" y="822"/>
                        <a:pt x="3785" y="1"/>
                        <a:pt x="2729"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1" name="Google Shape;4421;p60"/>
                <p:cNvSpPr/>
                <p:nvPr/>
              </p:nvSpPr>
              <p:spPr>
                <a:xfrm>
                  <a:off x="4355586" y="4154209"/>
                  <a:ext cx="15227" cy="13040"/>
                </a:xfrm>
                <a:custGeom>
                  <a:rect b="b" l="l" r="r" t="t"/>
                  <a:pathLst>
                    <a:path extrusionOk="0" h="1658" w="1936">
                      <a:moveTo>
                        <a:pt x="1101" y="0"/>
                      </a:moveTo>
                      <a:cubicBezTo>
                        <a:pt x="363" y="0"/>
                        <a:pt x="0" y="895"/>
                        <a:pt x="520" y="1416"/>
                      </a:cubicBezTo>
                      <a:cubicBezTo>
                        <a:pt x="688" y="1583"/>
                        <a:pt x="893" y="1657"/>
                        <a:pt x="1096" y="1657"/>
                      </a:cubicBezTo>
                      <a:cubicBezTo>
                        <a:pt x="1523" y="1657"/>
                        <a:pt x="1936" y="1324"/>
                        <a:pt x="1936" y="823"/>
                      </a:cubicBezTo>
                      <a:cubicBezTo>
                        <a:pt x="1936" y="375"/>
                        <a:pt x="1561" y="0"/>
                        <a:pt x="110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22" name="Google Shape;4422;p60"/>
              <p:cNvGrpSpPr/>
              <p:nvPr/>
            </p:nvGrpSpPr>
            <p:grpSpPr>
              <a:xfrm>
                <a:off x="4406386" y="4056872"/>
                <a:ext cx="37783" cy="32364"/>
                <a:chOff x="4406386" y="4056872"/>
                <a:chExt cx="37783" cy="32364"/>
              </a:xfrm>
            </p:grpSpPr>
            <p:sp>
              <p:nvSpPr>
                <p:cNvPr id="4423" name="Google Shape;4423;p60"/>
                <p:cNvSpPr/>
                <p:nvPr/>
              </p:nvSpPr>
              <p:spPr>
                <a:xfrm>
                  <a:off x="4406386" y="4056872"/>
                  <a:ext cx="37783" cy="32364"/>
                </a:xfrm>
                <a:custGeom>
                  <a:rect b="b" l="l" r="r" t="t"/>
                  <a:pathLst>
                    <a:path extrusionOk="0" h="4115" w="4804">
                      <a:moveTo>
                        <a:pt x="2733" y="1"/>
                      </a:moveTo>
                      <a:cubicBezTo>
                        <a:pt x="2228" y="1"/>
                        <a:pt x="1714" y="188"/>
                        <a:pt x="1295" y="606"/>
                      </a:cubicBezTo>
                      <a:cubicBezTo>
                        <a:pt x="1" y="1900"/>
                        <a:pt x="920" y="4114"/>
                        <a:pt x="2747" y="4114"/>
                      </a:cubicBezTo>
                      <a:cubicBezTo>
                        <a:pt x="3884" y="4114"/>
                        <a:pt x="4803" y="3195"/>
                        <a:pt x="4803" y="2058"/>
                      </a:cubicBezTo>
                      <a:cubicBezTo>
                        <a:pt x="4803" y="821"/>
                        <a:pt x="3789" y="1"/>
                        <a:pt x="273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4" name="Google Shape;4424;p60"/>
                <p:cNvSpPr/>
                <p:nvPr/>
              </p:nvSpPr>
              <p:spPr>
                <a:xfrm>
                  <a:off x="4419332" y="4066577"/>
                  <a:ext cx="15227" cy="13017"/>
                </a:xfrm>
                <a:custGeom>
                  <a:rect b="b" l="l" r="r" t="t"/>
                  <a:pathLst>
                    <a:path extrusionOk="0" h="1655" w="1936">
                      <a:moveTo>
                        <a:pt x="1123" y="1"/>
                      </a:moveTo>
                      <a:cubicBezTo>
                        <a:pt x="1115" y="1"/>
                        <a:pt x="1108" y="1"/>
                        <a:pt x="1101" y="1"/>
                      </a:cubicBezTo>
                      <a:cubicBezTo>
                        <a:pt x="363" y="1"/>
                        <a:pt x="0" y="884"/>
                        <a:pt x="520" y="1404"/>
                      </a:cubicBezTo>
                      <a:cubicBezTo>
                        <a:pt x="689" y="1577"/>
                        <a:pt x="898" y="1655"/>
                        <a:pt x="1103" y="1655"/>
                      </a:cubicBezTo>
                      <a:cubicBezTo>
                        <a:pt x="1528" y="1655"/>
                        <a:pt x="1936" y="1322"/>
                        <a:pt x="1936" y="824"/>
                      </a:cubicBezTo>
                      <a:cubicBezTo>
                        <a:pt x="1936" y="371"/>
                        <a:pt x="1572" y="1"/>
                        <a:pt x="11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25" name="Google Shape;4425;p60"/>
              <p:cNvGrpSpPr/>
              <p:nvPr/>
            </p:nvGrpSpPr>
            <p:grpSpPr>
              <a:xfrm>
                <a:off x="4284416" y="4245254"/>
                <a:ext cx="37783" cy="32357"/>
                <a:chOff x="4284416" y="4245254"/>
                <a:chExt cx="37783" cy="32357"/>
              </a:xfrm>
            </p:grpSpPr>
            <p:sp>
              <p:nvSpPr>
                <p:cNvPr id="4426" name="Google Shape;4426;p60"/>
                <p:cNvSpPr/>
                <p:nvPr/>
              </p:nvSpPr>
              <p:spPr>
                <a:xfrm>
                  <a:off x="4284416" y="4245254"/>
                  <a:ext cx="37783" cy="32357"/>
                </a:xfrm>
                <a:custGeom>
                  <a:rect b="b" l="l" r="r" t="t"/>
                  <a:pathLst>
                    <a:path extrusionOk="0" h="4114" w="4804">
                      <a:moveTo>
                        <a:pt x="2732" y="0"/>
                      </a:moveTo>
                      <a:cubicBezTo>
                        <a:pt x="2228" y="0"/>
                        <a:pt x="1714" y="187"/>
                        <a:pt x="1295" y="606"/>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7" name="Google Shape;4427;p60"/>
                <p:cNvSpPr/>
                <p:nvPr/>
              </p:nvSpPr>
              <p:spPr>
                <a:xfrm>
                  <a:off x="4299548" y="4254959"/>
                  <a:ext cx="13040" cy="13040"/>
                </a:xfrm>
                <a:custGeom>
                  <a:rect b="b" l="l" r="r" t="t"/>
                  <a:pathLst>
                    <a:path extrusionOk="0" h="1658" w="1658">
                      <a:moveTo>
                        <a:pt x="823" y="1"/>
                      </a:moveTo>
                      <a:cubicBezTo>
                        <a:pt x="363" y="1"/>
                        <a:pt x="0" y="364"/>
                        <a:pt x="0" y="823"/>
                      </a:cubicBezTo>
                      <a:cubicBezTo>
                        <a:pt x="0" y="1283"/>
                        <a:pt x="363" y="1658"/>
                        <a:pt x="823" y="1658"/>
                      </a:cubicBezTo>
                      <a:cubicBezTo>
                        <a:pt x="1283" y="1658"/>
                        <a:pt x="1658" y="1283"/>
                        <a:pt x="1658" y="823"/>
                      </a:cubicBezTo>
                      <a:cubicBezTo>
                        <a:pt x="1658" y="364"/>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28" name="Google Shape;4428;p60"/>
              <p:cNvGrpSpPr/>
              <p:nvPr/>
            </p:nvGrpSpPr>
            <p:grpSpPr>
              <a:xfrm>
                <a:off x="4219057" y="4331258"/>
                <a:ext cx="37776" cy="32364"/>
                <a:chOff x="4219057" y="4331258"/>
                <a:chExt cx="37776" cy="32364"/>
              </a:xfrm>
            </p:grpSpPr>
            <p:sp>
              <p:nvSpPr>
                <p:cNvPr id="4429" name="Google Shape;4429;p60"/>
                <p:cNvSpPr/>
                <p:nvPr/>
              </p:nvSpPr>
              <p:spPr>
                <a:xfrm>
                  <a:off x="4219057" y="4331258"/>
                  <a:ext cx="37776" cy="32364"/>
                </a:xfrm>
                <a:custGeom>
                  <a:rect b="b" l="l" r="r" t="t"/>
                  <a:pathLst>
                    <a:path extrusionOk="0" h="4115" w="4803">
                      <a:moveTo>
                        <a:pt x="2732" y="1"/>
                      </a:moveTo>
                      <a:cubicBezTo>
                        <a:pt x="2227" y="1"/>
                        <a:pt x="1713" y="188"/>
                        <a:pt x="1295" y="606"/>
                      </a:cubicBezTo>
                      <a:cubicBezTo>
                        <a:pt x="0" y="1901"/>
                        <a:pt x="920" y="4114"/>
                        <a:pt x="2746" y="4114"/>
                      </a:cubicBezTo>
                      <a:cubicBezTo>
                        <a:pt x="3883" y="4114"/>
                        <a:pt x="4803" y="3195"/>
                        <a:pt x="4803" y="2058"/>
                      </a:cubicBezTo>
                      <a:cubicBezTo>
                        <a:pt x="4803" y="821"/>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0" name="Google Shape;4430;p60"/>
                <p:cNvSpPr/>
                <p:nvPr/>
              </p:nvSpPr>
              <p:spPr>
                <a:xfrm>
                  <a:off x="4231995" y="4340971"/>
                  <a:ext cx="15235" cy="13040"/>
                </a:xfrm>
                <a:custGeom>
                  <a:rect b="b" l="l" r="r" t="t"/>
                  <a:pathLst>
                    <a:path extrusionOk="0" h="1658" w="1937">
                      <a:moveTo>
                        <a:pt x="1113" y="0"/>
                      </a:moveTo>
                      <a:cubicBezTo>
                        <a:pt x="363" y="0"/>
                        <a:pt x="1" y="895"/>
                        <a:pt x="521" y="1416"/>
                      </a:cubicBezTo>
                      <a:cubicBezTo>
                        <a:pt x="688" y="1583"/>
                        <a:pt x="894" y="1657"/>
                        <a:pt x="1096" y="1657"/>
                      </a:cubicBezTo>
                      <a:cubicBezTo>
                        <a:pt x="1524" y="1657"/>
                        <a:pt x="1936" y="1324"/>
                        <a:pt x="1936" y="823"/>
                      </a:cubicBezTo>
                      <a:cubicBezTo>
                        <a:pt x="1936" y="375"/>
                        <a:pt x="1561" y="0"/>
                        <a:pt x="111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31" name="Google Shape;4431;p60"/>
              <p:cNvGrpSpPr/>
              <p:nvPr/>
            </p:nvGrpSpPr>
            <p:grpSpPr>
              <a:xfrm>
                <a:off x="4204122" y="4141688"/>
                <a:ext cx="33497" cy="28699"/>
                <a:chOff x="4204122" y="4141688"/>
                <a:chExt cx="33497" cy="28699"/>
              </a:xfrm>
            </p:grpSpPr>
            <p:sp>
              <p:nvSpPr>
                <p:cNvPr id="4432" name="Google Shape;4432;p60"/>
                <p:cNvSpPr/>
                <p:nvPr/>
              </p:nvSpPr>
              <p:spPr>
                <a:xfrm>
                  <a:off x="4204122" y="4141688"/>
                  <a:ext cx="33497" cy="28699"/>
                </a:xfrm>
                <a:custGeom>
                  <a:rect b="b" l="l" r="r" t="t"/>
                  <a:pathLst>
                    <a:path extrusionOk="0" h="3649" w="4259">
                      <a:moveTo>
                        <a:pt x="2427" y="1"/>
                      </a:moveTo>
                      <a:cubicBezTo>
                        <a:pt x="1979" y="1"/>
                        <a:pt x="1522" y="168"/>
                        <a:pt x="1149" y="540"/>
                      </a:cubicBezTo>
                      <a:cubicBezTo>
                        <a:pt x="0" y="1677"/>
                        <a:pt x="811" y="3649"/>
                        <a:pt x="2432" y="3649"/>
                      </a:cubicBezTo>
                      <a:cubicBezTo>
                        <a:pt x="3448" y="3649"/>
                        <a:pt x="4258" y="2826"/>
                        <a:pt x="4258" y="1822"/>
                      </a:cubicBezTo>
                      <a:cubicBezTo>
                        <a:pt x="4258" y="726"/>
                        <a:pt x="3363" y="1"/>
                        <a:pt x="242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3" name="Google Shape;4433;p60"/>
                <p:cNvSpPr/>
                <p:nvPr/>
              </p:nvSpPr>
              <p:spPr>
                <a:xfrm>
                  <a:off x="4216965" y="4151259"/>
                  <a:ext cx="11042" cy="9399"/>
                </a:xfrm>
                <a:custGeom>
                  <a:rect b="b" l="l" r="r" t="t"/>
                  <a:pathLst>
                    <a:path extrusionOk="0" h="1195" w="1404">
                      <a:moveTo>
                        <a:pt x="799" y="0"/>
                      </a:moveTo>
                      <a:cubicBezTo>
                        <a:pt x="266" y="0"/>
                        <a:pt x="0" y="641"/>
                        <a:pt x="375" y="1016"/>
                      </a:cubicBezTo>
                      <a:cubicBezTo>
                        <a:pt x="498" y="1139"/>
                        <a:pt x="650" y="1195"/>
                        <a:pt x="799" y="1195"/>
                      </a:cubicBezTo>
                      <a:cubicBezTo>
                        <a:pt x="1103" y="1195"/>
                        <a:pt x="1395" y="963"/>
                        <a:pt x="1404" y="605"/>
                      </a:cubicBezTo>
                      <a:cubicBezTo>
                        <a:pt x="1404" y="278"/>
                        <a:pt x="1137" y="0"/>
                        <a:pt x="79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34" name="Google Shape;4434;p60"/>
              <p:cNvGrpSpPr/>
              <p:nvPr/>
            </p:nvGrpSpPr>
            <p:grpSpPr>
              <a:xfrm>
                <a:off x="4301546" y="4003869"/>
                <a:ext cx="38916" cy="33324"/>
                <a:chOff x="4301546" y="4003869"/>
                <a:chExt cx="38916" cy="33324"/>
              </a:xfrm>
            </p:grpSpPr>
            <p:sp>
              <p:nvSpPr>
                <p:cNvPr id="4435" name="Google Shape;4435;p60"/>
                <p:cNvSpPr/>
                <p:nvPr/>
              </p:nvSpPr>
              <p:spPr>
                <a:xfrm>
                  <a:off x="4301546" y="4003869"/>
                  <a:ext cx="38916" cy="33324"/>
                </a:xfrm>
                <a:custGeom>
                  <a:rect b="b" l="l" r="r" t="t"/>
                  <a:pathLst>
                    <a:path extrusionOk="0" h="4237" w="4948">
                      <a:moveTo>
                        <a:pt x="2818" y="1"/>
                      </a:moveTo>
                      <a:cubicBezTo>
                        <a:pt x="2295" y="1"/>
                        <a:pt x="1763" y="196"/>
                        <a:pt x="1331" y="631"/>
                      </a:cubicBezTo>
                      <a:cubicBezTo>
                        <a:pt x="0" y="1962"/>
                        <a:pt x="944" y="4236"/>
                        <a:pt x="2831" y="4236"/>
                      </a:cubicBezTo>
                      <a:cubicBezTo>
                        <a:pt x="3992" y="4236"/>
                        <a:pt x="4948" y="3293"/>
                        <a:pt x="4948" y="2119"/>
                      </a:cubicBezTo>
                      <a:cubicBezTo>
                        <a:pt x="4948" y="845"/>
                        <a:pt x="3905" y="1"/>
                        <a:pt x="281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6" name="Google Shape;4436;p60"/>
                <p:cNvSpPr/>
                <p:nvPr/>
              </p:nvSpPr>
              <p:spPr>
                <a:xfrm>
                  <a:off x="4314389" y="4013590"/>
                  <a:ext cx="16469" cy="14000"/>
                </a:xfrm>
                <a:custGeom>
                  <a:rect b="b" l="l" r="r" t="t"/>
                  <a:pathLst>
                    <a:path extrusionOk="0" h="1780" w="2094">
                      <a:moveTo>
                        <a:pt x="1220" y="0"/>
                      </a:moveTo>
                      <a:cubicBezTo>
                        <a:pt x="1213" y="0"/>
                        <a:pt x="1205" y="0"/>
                        <a:pt x="1198" y="0"/>
                      </a:cubicBezTo>
                      <a:cubicBezTo>
                        <a:pt x="400" y="0"/>
                        <a:pt x="0" y="956"/>
                        <a:pt x="569" y="1512"/>
                      </a:cubicBezTo>
                      <a:cubicBezTo>
                        <a:pt x="750" y="1697"/>
                        <a:pt x="974" y="1780"/>
                        <a:pt x="1194" y="1780"/>
                      </a:cubicBezTo>
                      <a:cubicBezTo>
                        <a:pt x="1652" y="1780"/>
                        <a:pt x="2093" y="1422"/>
                        <a:pt x="2093" y="883"/>
                      </a:cubicBezTo>
                      <a:cubicBezTo>
                        <a:pt x="2093" y="395"/>
                        <a:pt x="1706" y="0"/>
                        <a:pt x="122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37" name="Google Shape;4437;p60"/>
              <p:cNvGrpSpPr/>
              <p:nvPr/>
            </p:nvGrpSpPr>
            <p:grpSpPr>
              <a:xfrm>
                <a:off x="4210681" y="3924669"/>
                <a:ext cx="36549" cy="31366"/>
                <a:chOff x="4210681" y="3924669"/>
                <a:chExt cx="36549" cy="31366"/>
              </a:xfrm>
            </p:grpSpPr>
            <p:sp>
              <p:nvSpPr>
                <p:cNvPr id="4438" name="Google Shape;4438;p60"/>
                <p:cNvSpPr/>
                <p:nvPr/>
              </p:nvSpPr>
              <p:spPr>
                <a:xfrm>
                  <a:off x="4210681" y="3924669"/>
                  <a:ext cx="36549" cy="31366"/>
                </a:xfrm>
                <a:custGeom>
                  <a:rect b="b" l="l" r="r" t="t"/>
                  <a:pathLst>
                    <a:path extrusionOk="0" h="3988" w="4647">
                      <a:moveTo>
                        <a:pt x="2642" y="0"/>
                      </a:moveTo>
                      <a:cubicBezTo>
                        <a:pt x="2152" y="0"/>
                        <a:pt x="1654" y="182"/>
                        <a:pt x="1247" y="589"/>
                      </a:cubicBezTo>
                      <a:cubicBezTo>
                        <a:pt x="1" y="1847"/>
                        <a:pt x="884" y="3988"/>
                        <a:pt x="2662" y="3988"/>
                      </a:cubicBezTo>
                      <a:cubicBezTo>
                        <a:pt x="3751" y="3976"/>
                        <a:pt x="4646" y="3093"/>
                        <a:pt x="4646" y="1992"/>
                      </a:cubicBezTo>
                      <a:cubicBezTo>
                        <a:pt x="4646" y="797"/>
                        <a:pt x="3665" y="0"/>
                        <a:pt x="264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9" name="Google Shape;4439;p60"/>
                <p:cNvSpPr/>
                <p:nvPr/>
              </p:nvSpPr>
              <p:spPr>
                <a:xfrm>
                  <a:off x="4225625" y="3934335"/>
                  <a:ext cx="11994" cy="11994"/>
                </a:xfrm>
                <a:custGeom>
                  <a:rect b="b" l="l" r="r" t="t"/>
                  <a:pathLst>
                    <a:path extrusionOk="0" h="1525" w="1525">
                      <a:moveTo>
                        <a:pt x="762" y="1"/>
                      </a:moveTo>
                      <a:cubicBezTo>
                        <a:pt x="339" y="1"/>
                        <a:pt x="0" y="339"/>
                        <a:pt x="0" y="763"/>
                      </a:cubicBezTo>
                      <a:cubicBezTo>
                        <a:pt x="0" y="1186"/>
                        <a:pt x="339" y="1525"/>
                        <a:pt x="762" y="1525"/>
                      </a:cubicBezTo>
                      <a:cubicBezTo>
                        <a:pt x="1173" y="1525"/>
                        <a:pt x="1524" y="1186"/>
                        <a:pt x="1524" y="763"/>
                      </a:cubicBezTo>
                      <a:cubicBezTo>
                        <a:pt x="1524" y="339"/>
                        <a:pt x="1173" y="1"/>
                        <a:pt x="76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40" name="Google Shape;4440;p60"/>
              <p:cNvGrpSpPr/>
              <p:nvPr/>
            </p:nvGrpSpPr>
            <p:grpSpPr>
              <a:xfrm>
                <a:off x="3987771" y="3628874"/>
                <a:ext cx="31499" cy="26993"/>
                <a:chOff x="3987771" y="3628874"/>
                <a:chExt cx="31499" cy="26993"/>
              </a:xfrm>
            </p:grpSpPr>
            <p:sp>
              <p:nvSpPr>
                <p:cNvPr id="4441" name="Google Shape;4441;p60"/>
                <p:cNvSpPr/>
                <p:nvPr/>
              </p:nvSpPr>
              <p:spPr>
                <a:xfrm>
                  <a:off x="3987771" y="3628874"/>
                  <a:ext cx="31499" cy="26993"/>
                </a:xfrm>
                <a:custGeom>
                  <a:rect b="b" l="l" r="r" t="t"/>
                  <a:pathLst>
                    <a:path extrusionOk="0" h="3432" w="4005">
                      <a:moveTo>
                        <a:pt x="2284" y="0"/>
                      </a:moveTo>
                      <a:cubicBezTo>
                        <a:pt x="1865" y="0"/>
                        <a:pt x="1437" y="156"/>
                        <a:pt x="1089" y="504"/>
                      </a:cubicBezTo>
                      <a:cubicBezTo>
                        <a:pt x="0" y="1581"/>
                        <a:pt x="774" y="3432"/>
                        <a:pt x="2299" y="3432"/>
                      </a:cubicBezTo>
                      <a:cubicBezTo>
                        <a:pt x="3242" y="3419"/>
                        <a:pt x="4004" y="2657"/>
                        <a:pt x="4004" y="1714"/>
                      </a:cubicBezTo>
                      <a:cubicBezTo>
                        <a:pt x="4004" y="682"/>
                        <a:pt x="3162" y="0"/>
                        <a:pt x="228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2" name="Google Shape;4442;p60"/>
                <p:cNvSpPr/>
                <p:nvPr/>
              </p:nvSpPr>
              <p:spPr>
                <a:xfrm>
                  <a:off x="4000709" y="3638540"/>
                  <a:ext cx="8856" cy="7605"/>
                </a:xfrm>
                <a:custGeom>
                  <a:rect b="b" l="l" r="r" t="t"/>
                  <a:pathLst>
                    <a:path extrusionOk="0" h="967" w="1126">
                      <a:moveTo>
                        <a:pt x="641" y="1"/>
                      </a:moveTo>
                      <a:cubicBezTo>
                        <a:pt x="218" y="1"/>
                        <a:pt x="0" y="521"/>
                        <a:pt x="303" y="823"/>
                      </a:cubicBezTo>
                      <a:cubicBezTo>
                        <a:pt x="402" y="922"/>
                        <a:pt x="524" y="967"/>
                        <a:pt x="643" y="967"/>
                      </a:cubicBezTo>
                      <a:cubicBezTo>
                        <a:pt x="890" y="967"/>
                        <a:pt x="1125" y="778"/>
                        <a:pt x="1125" y="485"/>
                      </a:cubicBezTo>
                      <a:cubicBezTo>
                        <a:pt x="1125" y="219"/>
                        <a:pt x="908"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43" name="Google Shape;4443;p60"/>
              <p:cNvGrpSpPr/>
              <p:nvPr/>
            </p:nvGrpSpPr>
            <p:grpSpPr>
              <a:xfrm>
                <a:off x="4087382" y="3775674"/>
                <a:ext cx="31405" cy="26898"/>
                <a:chOff x="4087382" y="3775674"/>
                <a:chExt cx="31405" cy="26898"/>
              </a:xfrm>
            </p:grpSpPr>
            <p:sp>
              <p:nvSpPr>
                <p:cNvPr id="4444" name="Google Shape;4444;p60"/>
                <p:cNvSpPr/>
                <p:nvPr/>
              </p:nvSpPr>
              <p:spPr>
                <a:xfrm>
                  <a:off x="4087382" y="3775674"/>
                  <a:ext cx="31405" cy="26898"/>
                </a:xfrm>
                <a:custGeom>
                  <a:rect b="b" l="l" r="r" t="t"/>
                  <a:pathLst>
                    <a:path extrusionOk="0" h="3420" w="3993">
                      <a:moveTo>
                        <a:pt x="2273" y="0"/>
                      </a:moveTo>
                      <a:cubicBezTo>
                        <a:pt x="1853" y="0"/>
                        <a:pt x="1425" y="156"/>
                        <a:pt x="1077" y="504"/>
                      </a:cubicBezTo>
                      <a:cubicBezTo>
                        <a:pt x="0" y="1581"/>
                        <a:pt x="750" y="3420"/>
                        <a:pt x="2275" y="3420"/>
                      </a:cubicBezTo>
                      <a:cubicBezTo>
                        <a:pt x="3230" y="3420"/>
                        <a:pt x="3992" y="2658"/>
                        <a:pt x="3992" y="1714"/>
                      </a:cubicBezTo>
                      <a:cubicBezTo>
                        <a:pt x="3992" y="683"/>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5" name="Google Shape;4445;p60"/>
                <p:cNvSpPr/>
                <p:nvPr/>
              </p:nvSpPr>
              <p:spPr>
                <a:xfrm>
                  <a:off x="4101460" y="3785348"/>
                  <a:ext cx="7621" cy="7613"/>
                </a:xfrm>
                <a:custGeom>
                  <a:rect b="b" l="l" r="r" t="t"/>
                  <a:pathLst>
                    <a:path extrusionOk="0" h="968" w="969">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46" name="Google Shape;4446;p60"/>
              <p:cNvGrpSpPr/>
              <p:nvPr/>
            </p:nvGrpSpPr>
            <p:grpSpPr>
              <a:xfrm>
                <a:off x="4118873" y="3856637"/>
                <a:ext cx="31405" cy="26906"/>
                <a:chOff x="4118873" y="3856637"/>
                <a:chExt cx="31405" cy="26906"/>
              </a:xfrm>
            </p:grpSpPr>
            <p:sp>
              <p:nvSpPr>
                <p:cNvPr id="4447" name="Google Shape;4447;p60"/>
                <p:cNvSpPr/>
                <p:nvPr/>
              </p:nvSpPr>
              <p:spPr>
                <a:xfrm>
                  <a:off x="4118873" y="3856637"/>
                  <a:ext cx="31405" cy="26906"/>
                </a:xfrm>
                <a:custGeom>
                  <a:rect b="b" l="l" r="r" t="t"/>
                  <a:pathLst>
                    <a:path extrusionOk="0" h="3421" w="3993">
                      <a:moveTo>
                        <a:pt x="2273" y="1"/>
                      </a:moveTo>
                      <a:cubicBezTo>
                        <a:pt x="1853" y="1"/>
                        <a:pt x="1425" y="157"/>
                        <a:pt x="1077" y="505"/>
                      </a:cubicBezTo>
                      <a:cubicBezTo>
                        <a:pt x="1" y="1581"/>
                        <a:pt x="763"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8" name="Google Shape;4448;p60"/>
                <p:cNvSpPr/>
                <p:nvPr/>
              </p:nvSpPr>
              <p:spPr>
                <a:xfrm>
                  <a:off x="4133046" y="3866310"/>
                  <a:ext cx="7621" cy="7621"/>
                </a:xfrm>
                <a:custGeom>
                  <a:rect b="b" l="l" r="r" t="t"/>
                  <a:pathLst>
                    <a:path extrusionOk="0" h="969" w="969">
                      <a:moveTo>
                        <a:pt x="485" y="1"/>
                      </a:moveTo>
                      <a:cubicBezTo>
                        <a:pt x="219" y="1"/>
                        <a:pt x="1" y="218"/>
                        <a:pt x="1" y="484"/>
                      </a:cubicBezTo>
                      <a:cubicBezTo>
                        <a:pt x="1" y="751"/>
                        <a:pt x="219" y="968"/>
                        <a:pt x="485" y="968"/>
                      </a:cubicBezTo>
                      <a:cubicBezTo>
                        <a:pt x="751" y="968"/>
                        <a:pt x="969" y="751"/>
                        <a:pt x="969" y="484"/>
                      </a:cubicBezTo>
                      <a:cubicBezTo>
                        <a:pt x="969" y="218"/>
                        <a:pt x="751" y="1"/>
                        <a:pt x="48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49" name="Google Shape;4449;p60"/>
              <p:cNvGrpSpPr/>
              <p:nvPr/>
            </p:nvGrpSpPr>
            <p:grpSpPr>
              <a:xfrm>
                <a:off x="4168541" y="3639523"/>
                <a:ext cx="31499" cy="26906"/>
                <a:chOff x="4168541" y="3639523"/>
                <a:chExt cx="31499" cy="26906"/>
              </a:xfrm>
            </p:grpSpPr>
            <p:sp>
              <p:nvSpPr>
                <p:cNvPr id="4450" name="Google Shape;4450;p60"/>
                <p:cNvSpPr/>
                <p:nvPr/>
              </p:nvSpPr>
              <p:spPr>
                <a:xfrm>
                  <a:off x="4168541" y="3639523"/>
                  <a:ext cx="31499" cy="26906"/>
                </a:xfrm>
                <a:custGeom>
                  <a:rect b="b" l="l" r="r" t="t"/>
                  <a:pathLst>
                    <a:path extrusionOk="0" h="3421" w="4005">
                      <a:moveTo>
                        <a:pt x="2284" y="1"/>
                      </a:moveTo>
                      <a:cubicBezTo>
                        <a:pt x="1865" y="1"/>
                        <a:pt x="1437" y="157"/>
                        <a:pt x="1089" y="505"/>
                      </a:cubicBezTo>
                      <a:cubicBezTo>
                        <a:pt x="0" y="1582"/>
                        <a:pt x="774" y="3420"/>
                        <a:pt x="2298" y="3420"/>
                      </a:cubicBezTo>
                      <a:cubicBezTo>
                        <a:pt x="3242" y="3420"/>
                        <a:pt x="4004" y="2658"/>
                        <a:pt x="4004" y="1715"/>
                      </a:cubicBezTo>
                      <a:cubicBezTo>
                        <a:pt x="4004" y="683"/>
                        <a:pt x="3162" y="1"/>
                        <a:pt x="228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1" name="Google Shape;4451;p60"/>
                <p:cNvSpPr/>
                <p:nvPr/>
              </p:nvSpPr>
              <p:spPr>
                <a:xfrm>
                  <a:off x="4182713" y="3649197"/>
                  <a:ext cx="7716" cy="7621"/>
                </a:xfrm>
                <a:custGeom>
                  <a:rect b="b" l="l" r="r" t="t"/>
                  <a:pathLst>
                    <a:path extrusionOk="0" h="969" w="981">
                      <a:moveTo>
                        <a:pt x="496" y="1"/>
                      </a:moveTo>
                      <a:cubicBezTo>
                        <a:pt x="218" y="1"/>
                        <a:pt x="0" y="218"/>
                        <a:pt x="0" y="485"/>
                      </a:cubicBezTo>
                      <a:cubicBezTo>
                        <a:pt x="0" y="751"/>
                        <a:pt x="218" y="968"/>
                        <a:pt x="496" y="968"/>
                      </a:cubicBezTo>
                      <a:cubicBezTo>
                        <a:pt x="763" y="968"/>
                        <a:pt x="980" y="751"/>
                        <a:pt x="980" y="485"/>
                      </a:cubicBezTo>
                      <a:cubicBezTo>
                        <a:pt x="980" y="218"/>
                        <a:pt x="763" y="1"/>
                        <a:pt x="49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52" name="Google Shape;4452;p60"/>
              <p:cNvGrpSpPr/>
              <p:nvPr/>
            </p:nvGrpSpPr>
            <p:grpSpPr>
              <a:xfrm>
                <a:off x="3965789" y="3393545"/>
                <a:ext cx="31405" cy="26945"/>
                <a:chOff x="3965789" y="3393545"/>
                <a:chExt cx="31405" cy="26945"/>
              </a:xfrm>
            </p:grpSpPr>
            <p:sp>
              <p:nvSpPr>
                <p:cNvPr id="4453" name="Google Shape;4453;p60"/>
                <p:cNvSpPr/>
                <p:nvPr/>
              </p:nvSpPr>
              <p:spPr>
                <a:xfrm>
                  <a:off x="3965789" y="3393545"/>
                  <a:ext cx="31405" cy="26945"/>
                </a:xfrm>
                <a:custGeom>
                  <a:rect b="b" l="l" r="r" t="t"/>
                  <a:pathLst>
                    <a:path extrusionOk="0" h="3426" w="3993">
                      <a:moveTo>
                        <a:pt x="2273" y="0"/>
                      </a:moveTo>
                      <a:cubicBezTo>
                        <a:pt x="1854" y="0"/>
                        <a:pt x="1426" y="158"/>
                        <a:pt x="1077" y="510"/>
                      </a:cubicBezTo>
                      <a:cubicBezTo>
                        <a:pt x="1" y="1586"/>
                        <a:pt x="763" y="3425"/>
                        <a:pt x="2287" y="3425"/>
                      </a:cubicBezTo>
                      <a:cubicBezTo>
                        <a:pt x="3231" y="3425"/>
                        <a:pt x="3993" y="2663"/>
                        <a:pt x="3993" y="1720"/>
                      </a:cubicBezTo>
                      <a:cubicBezTo>
                        <a:pt x="3993" y="688"/>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4" name="Google Shape;4454;p60"/>
                <p:cNvSpPr/>
                <p:nvPr/>
              </p:nvSpPr>
              <p:spPr>
                <a:xfrm>
                  <a:off x="3978632" y="3403259"/>
                  <a:ext cx="8950" cy="7590"/>
                </a:xfrm>
                <a:custGeom>
                  <a:rect b="b" l="l" r="r" t="t"/>
                  <a:pathLst>
                    <a:path extrusionOk="0" h="965" w="1138">
                      <a:moveTo>
                        <a:pt x="654" y="1"/>
                      </a:moveTo>
                      <a:cubicBezTo>
                        <a:pt x="219" y="1"/>
                        <a:pt x="1" y="509"/>
                        <a:pt x="315" y="823"/>
                      </a:cubicBezTo>
                      <a:cubicBezTo>
                        <a:pt x="413" y="921"/>
                        <a:pt x="533" y="964"/>
                        <a:pt x="651" y="964"/>
                      </a:cubicBezTo>
                      <a:cubicBezTo>
                        <a:pt x="899" y="964"/>
                        <a:pt x="1138" y="772"/>
                        <a:pt x="1138" y="485"/>
                      </a:cubicBezTo>
                      <a:cubicBezTo>
                        <a:pt x="1138" y="206"/>
                        <a:pt x="920" y="1"/>
                        <a:pt x="6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55" name="Google Shape;4455;p60"/>
              <p:cNvGrpSpPr/>
              <p:nvPr/>
            </p:nvGrpSpPr>
            <p:grpSpPr>
              <a:xfrm>
                <a:off x="3925166" y="3491008"/>
                <a:ext cx="31405" cy="27001"/>
                <a:chOff x="3925166" y="3491008"/>
                <a:chExt cx="31405" cy="27001"/>
              </a:xfrm>
            </p:grpSpPr>
            <p:sp>
              <p:nvSpPr>
                <p:cNvPr id="4456" name="Google Shape;4456;p60"/>
                <p:cNvSpPr/>
                <p:nvPr/>
              </p:nvSpPr>
              <p:spPr>
                <a:xfrm>
                  <a:off x="3925166" y="3491008"/>
                  <a:ext cx="31405" cy="27001"/>
                </a:xfrm>
                <a:custGeom>
                  <a:rect b="b" l="l" r="r" t="t"/>
                  <a:pathLst>
                    <a:path extrusionOk="0" h="3433" w="3993">
                      <a:moveTo>
                        <a:pt x="2273" y="1"/>
                      </a:moveTo>
                      <a:cubicBezTo>
                        <a:pt x="1853" y="1"/>
                        <a:pt x="1425" y="157"/>
                        <a:pt x="1077" y="505"/>
                      </a:cubicBezTo>
                      <a:cubicBezTo>
                        <a:pt x="0" y="1582"/>
                        <a:pt x="763" y="3432"/>
                        <a:pt x="2287" y="3432"/>
                      </a:cubicBezTo>
                      <a:cubicBezTo>
                        <a:pt x="3230" y="3432"/>
                        <a:pt x="3992" y="2658"/>
                        <a:pt x="3992" y="1715"/>
                      </a:cubicBezTo>
                      <a:cubicBezTo>
                        <a:pt x="3992"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7" name="Google Shape;4457;p60"/>
                <p:cNvSpPr/>
                <p:nvPr/>
              </p:nvSpPr>
              <p:spPr>
                <a:xfrm>
                  <a:off x="3939339" y="3500682"/>
                  <a:ext cx="7621" cy="7621"/>
                </a:xfrm>
                <a:custGeom>
                  <a:rect b="b" l="l" r="r" t="t"/>
                  <a:pathLst>
                    <a:path extrusionOk="0" h="969" w="969">
                      <a:moveTo>
                        <a:pt x="485" y="1"/>
                      </a:moveTo>
                      <a:cubicBezTo>
                        <a:pt x="219" y="1"/>
                        <a:pt x="1" y="218"/>
                        <a:pt x="1" y="485"/>
                      </a:cubicBezTo>
                      <a:cubicBezTo>
                        <a:pt x="1" y="751"/>
                        <a:pt x="219" y="968"/>
                        <a:pt x="485" y="968"/>
                      </a:cubicBezTo>
                      <a:cubicBezTo>
                        <a:pt x="751" y="968"/>
                        <a:pt x="969" y="751"/>
                        <a:pt x="969" y="485"/>
                      </a:cubicBezTo>
                      <a:cubicBezTo>
                        <a:pt x="969" y="218"/>
                        <a:pt x="751" y="1"/>
                        <a:pt x="48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58" name="Google Shape;4458;p60"/>
              <p:cNvGrpSpPr/>
              <p:nvPr/>
            </p:nvGrpSpPr>
            <p:grpSpPr>
              <a:xfrm>
                <a:off x="3682845" y="3340976"/>
                <a:ext cx="31397" cy="26898"/>
                <a:chOff x="3682845" y="3340976"/>
                <a:chExt cx="31397" cy="26898"/>
              </a:xfrm>
            </p:grpSpPr>
            <p:sp>
              <p:nvSpPr>
                <p:cNvPr id="4459" name="Google Shape;4459;p60"/>
                <p:cNvSpPr/>
                <p:nvPr/>
              </p:nvSpPr>
              <p:spPr>
                <a:xfrm>
                  <a:off x="3682845" y="3340976"/>
                  <a:ext cx="31397" cy="26898"/>
                </a:xfrm>
                <a:custGeom>
                  <a:rect b="b" l="l" r="r" t="t"/>
                  <a:pathLst>
                    <a:path extrusionOk="0" h="3420" w="3992">
                      <a:moveTo>
                        <a:pt x="2272" y="0"/>
                      </a:moveTo>
                      <a:cubicBezTo>
                        <a:pt x="1853" y="0"/>
                        <a:pt x="1425" y="156"/>
                        <a:pt x="1077" y="504"/>
                      </a:cubicBezTo>
                      <a:cubicBezTo>
                        <a:pt x="0" y="1581"/>
                        <a:pt x="762" y="3420"/>
                        <a:pt x="2286" y="3420"/>
                      </a:cubicBezTo>
                      <a:cubicBezTo>
                        <a:pt x="3230" y="3420"/>
                        <a:pt x="3992" y="2658"/>
                        <a:pt x="3992" y="1714"/>
                      </a:cubicBezTo>
                      <a:cubicBezTo>
                        <a:pt x="3992" y="683"/>
                        <a:pt x="3150" y="0"/>
                        <a:pt x="227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0" name="Google Shape;4460;p60"/>
                <p:cNvSpPr/>
                <p:nvPr/>
              </p:nvSpPr>
              <p:spPr>
                <a:xfrm>
                  <a:off x="3695783" y="3350650"/>
                  <a:ext cx="8856" cy="7645"/>
                </a:xfrm>
                <a:custGeom>
                  <a:rect b="b" l="l" r="r" t="t"/>
                  <a:pathLst>
                    <a:path extrusionOk="0" h="972" w="1126">
                      <a:moveTo>
                        <a:pt x="641" y="0"/>
                      </a:moveTo>
                      <a:cubicBezTo>
                        <a:pt x="206" y="0"/>
                        <a:pt x="0" y="520"/>
                        <a:pt x="303" y="823"/>
                      </a:cubicBezTo>
                      <a:cubicBezTo>
                        <a:pt x="401" y="926"/>
                        <a:pt x="524" y="972"/>
                        <a:pt x="643" y="972"/>
                      </a:cubicBezTo>
                      <a:cubicBezTo>
                        <a:pt x="890" y="972"/>
                        <a:pt x="1125" y="777"/>
                        <a:pt x="1125" y="484"/>
                      </a:cubicBezTo>
                      <a:cubicBezTo>
                        <a:pt x="1125" y="218"/>
                        <a:pt x="907" y="0"/>
                        <a:pt x="64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61" name="Google Shape;4461;p60"/>
              <p:cNvGrpSpPr/>
              <p:nvPr/>
            </p:nvGrpSpPr>
            <p:grpSpPr>
              <a:xfrm>
                <a:off x="3795393" y="3353725"/>
                <a:ext cx="31499" cy="26993"/>
                <a:chOff x="3795393" y="3353725"/>
                <a:chExt cx="31499" cy="26993"/>
              </a:xfrm>
            </p:grpSpPr>
            <p:sp>
              <p:nvSpPr>
                <p:cNvPr id="4462" name="Google Shape;4462;p60"/>
                <p:cNvSpPr/>
                <p:nvPr/>
              </p:nvSpPr>
              <p:spPr>
                <a:xfrm>
                  <a:off x="3795393" y="3353725"/>
                  <a:ext cx="31499" cy="26993"/>
                </a:xfrm>
                <a:custGeom>
                  <a:rect b="b" l="l" r="r" t="t"/>
                  <a:pathLst>
                    <a:path extrusionOk="0" h="3432" w="4005">
                      <a:moveTo>
                        <a:pt x="2285" y="0"/>
                      </a:moveTo>
                      <a:cubicBezTo>
                        <a:pt x="1865" y="0"/>
                        <a:pt x="1437" y="156"/>
                        <a:pt x="1089" y="504"/>
                      </a:cubicBezTo>
                      <a:cubicBezTo>
                        <a:pt x="0" y="1581"/>
                        <a:pt x="775" y="3432"/>
                        <a:pt x="2299" y="3432"/>
                      </a:cubicBezTo>
                      <a:cubicBezTo>
                        <a:pt x="3242" y="3432"/>
                        <a:pt x="4005" y="2658"/>
                        <a:pt x="4005" y="1714"/>
                      </a:cubicBezTo>
                      <a:cubicBezTo>
                        <a:pt x="4005" y="683"/>
                        <a:pt x="3163" y="0"/>
                        <a:pt x="228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3" name="Google Shape;4463;p60"/>
                <p:cNvSpPr/>
                <p:nvPr/>
              </p:nvSpPr>
              <p:spPr>
                <a:xfrm>
                  <a:off x="3809668" y="3363399"/>
                  <a:ext cx="7613" cy="7613"/>
                </a:xfrm>
                <a:custGeom>
                  <a:rect b="b" l="l" r="r" t="t"/>
                  <a:pathLst>
                    <a:path extrusionOk="0" h="968" w="968">
                      <a:moveTo>
                        <a:pt x="484" y="0"/>
                      </a:moveTo>
                      <a:cubicBezTo>
                        <a:pt x="206" y="0"/>
                        <a:pt x="0" y="218"/>
                        <a:pt x="0" y="484"/>
                      </a:cubicBezTo>
                      <a:cubicBezTo>
                        <a:pt x="0" y="750"/>
                        <a:pt x="206"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64" name="Google Shape;4464;p60"/>
              <p:cNvGrpSpPr/>
              <p:nvPr/>
            </p:nvGrpSpPr>
            <p:grpSpPr>
              <a:xfrm>
                <a:off x="4176909" y="4363221"/>
                <a:ext cx="38924" cy="33316"/>
                <a:chOff x="4176909" y="4363221"/>
                <a:chExt cx="38924" cy="33316"/>
              </a:xfrm>
            </p:grpSpPr>
            <p:sp>
              <p:nvSpPr>
                <p:cNvPr id="4465" name="Google Shape;4465;p60"/>
                <p:cNvSpPr/>
                <p:nvPr/>
              </p:nvSpPr>
              <p:spPr>
                <a:xfrm>
                  <a:off x="4176909" y="4363221"/>
                  <a:ext cx="38924" cy="33316"/>
                </a:xfrm>
                <a:custGeom>
                  <a:rect b="b" l="l" r="r" t="t"/>
                  <a:pathLst>
                    <a:path extrusionOk="0" h="4236" w="4949">
                      <a:moveTo>
                        <a:pt x="2823" y="0"/>
                      </a:moveTo>
                      <a:cubicBezTo>
                        <a:pt x="2301" y="0"/>
                        <a:pt x="1767" y="195"/>
                        <a:pt x="1331" y="631"/>
                      </a:cubicBezTo>
                      <a:cubicBezTo>
                        <a:pt x="1" y="1961"/>
                        <a:pt x="944" y="4236"/>
                        <a:pt x="2831" y="4236"/>
                      </a:cubicBezTo>
                      <a:cubicBezTo>
                        <a:pt x="4005" y="4236"/>
                        <a:pt x="4948" y="3292"/>
                        <a:pt x="4948" y="2119"/>
                      </a:cubicBezTo>
                      <a:cubicBezTo>
                        <a:pt x="4948" y="844"/>
                        <a:pt x="3911" y="0"/>
                        <a:pt x="282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6" name="Google Shape;4466;p60"/>
                <p:cNvSpPr/>
                <p:nvPr/>
              </p:nvSpPr>
              <p:spPr>
                <a:xfrm>
                  <a:off x="4192230" y="4372934"/>
                  <a:ext cx="13897" cy="13992"/>
                </a:xfrm>
                <a:custGeom>
                  <a:rect b="b" l="l" r="r" t="t"/>
                  <a:pathLst>
                    <a:path extrusionOk="0" h="1779" w="1767">
                      <a:moveTo>
                        <a:pt x="883" y="1"/>
                      </a:moveTo>
                      <a:cubicBezTo>
                        <a:pt x="399" y="1"/>
                        <a:pt x="0" y="400"/>
                        <a:pt x="0" y="896"/>
                      </a:cubicBezTo>
                      <a:cubicBezTo>
                        <a:pt x="0" y="1380"/>
                        <a:pt x="399" y="1779"/>
                        <a:pt x="883" y="1779"/>
                      </a:cubicBezTo>
                      <a:cubicBezTo>
                        <a:pt x="1379" y="1779"/>
                        <a:pt x="1766" y="1380"/>
                        <a:pt x="1766" y="896"/>
                      </a:cubicBezTo>
                      <a:cubicBezTo>
                        <a:pt x="1766" y="400"/>
                        <a:pt x="1379" y="1"/>
                        <a:pt x="88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67" name="Google Shape;4467;p60"/>
              <p:cNvGrpSpPr/>
              <p:nvPr/>
            </p:nvGrpSpPr>
            <p:grpSpPr>
              <a:xfrm>
                <a:off x="4226191" y="4007660"/>
                <a:ext cx="33560" cy="28770"/>
                <a:chOff x="4226191" y="4007660"/>
                <a:chExt cx="33560" cy="28770"/>
              </a:xfrm>
            </p:grpSpPr>
            <p:sp>
              <p:nvSpPr>
                <p:cNvPr id="4468" name="Google Shape;4468;p60"/>
                <p:cNvSpPr/>
                <p:nvPr/>
              </p:nvSpPr>
              <p:spPr>
                <a:xfrm>
                  <a:off x="4226191" y="4007660"/>
                  <a:ext cx="33560" cy="28770"/>
                </a:xfrm>
                <a:custGeom>
                  <a:rect b="b" l="l" r="r" t="t"/>
                  <a:pathLst>
                    <a:path extrusionOk="0" h="3658" w="4267">
                      <a:moveTo>
                        <a:pt x="2427" y="1"/>
                      </a:moveTo>
                      <a:cubicBezTo>
                        <a:pt x="1980" y="1"/>
                        <a:pt x="1524" y="167"/>
                        <a:pt x="1150" y="537"/>
                      </a:cubicBezTo>
                      <a:cubicBezTo>
                        <a:pt x="1" y="1686"/>
                        <a:pt x="811" y="3645"/>
                        <a:pt x="2444" y="3658"/>
                      </a:cubicBezTo>
                      <a:cubicBezTo>
                        <a:pt x="3436" y="3645"/>
                        <a:pt x="4259" y="2835"/>
                        <a:pt x="4259" y="1843"/>
                      </a:cubicBezTo>
                      <a:cubicBezTo>
                        <a:pt x="4267" y="736"/>
                        <a:pt x="3369" y="1"/>
                        <a:pt x="242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9" name="Google Shape;4469;p60"/>
                <p:cNvSpPr/>
                <p:nvPr/>
              </p:nvSpPr>
              <p:spPr>
                <a:xfrm>
                  <a:off x="4239129" y="4017397"/>
                  <a:ext cx="10948" cy="9383"/>
                </a:xfrm>
                <a:custGeom>
                  <a:rect b="b" l="l" r="r" t="t"/>
                  <a:pathLst>
                    <a:path extrusionOk="0" h="1193" w="1392">
                      <a:moveTo>
                        <a:pt x="787" y="0"/>
                      </a:moveTo>
                      <a:cubicBezTo>
                        <a:pt x="267" y="0"/>
                        <a:pt x="1" y="641"/>
                        <a:pt x="376" y="1016"/>
                      </a:cubicBezTo>
                      <a:cubicBezTo>
                        <a:pt x="497" y="1138"/>
                        <a:pt x="647" y="1192"/>
                        <a:pt x="794" y="1192"/>
                      </a:cubicBezTo>
                      <a:cubicBezTo>
                        <a:pt x="1099" y="1192"/>
                        <a:pt x="1392" y="957"/>
                        <a:pt x="1392" y="605"/>
                      </a:cubicBezTo>
                      <a:cubicBezTo>
                        <a:pt x="1392" y="266"/>
                        <a:pt x="1126" y="0"/>
                        <a:pt x="787"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70" name="Google Shape;4470;p60"/>
              <p:cNvGrpSpPr/>
              <p:nvPr/>
            </p:nvGrpSpPr>
            <p:grpSpPr>
              <a:xfrm>
                <a:off x="3597785" y="3377045"/>
                <a:ext cx="33591" cy="28699"/>
                <a:chOff x="3597785" y="3377045"/>
                <a:chExt cx="33591" cy="28699"/>
              </a:xfrm>
            </p:grpSpPr>
            <p:sp>
              <p:nvSpPr>
                <p:cNvPr id="4471" name="Google Shape;4471;p60"/>
                <p:cNvSpPr/>
                <p:nvPr/>
              </p:nvSpPr>
              <p:spPr>
                <a:xfrm>
                  <a:off x="3597785" y="3377045"/>
                  <a:ext cx="33591" cy="28699"/>
                </a:xfrm>
                <a:custGeom>
                  <a:rect b="b" l="l" r="r" t="t"/>
                  <a:pathLst>
                    <a:path extrusionOk="0" h="3649" w="4271">
                      <a:moveTo>
                        <a:pt x="2428" y="0"/>
                      </a:moveTo>
                      <a:cubicBezTo>
                        <a:pt x="1979" y="0"/>
                        <a:pt x="1522" y="167"/>
                        <a:pt x="1150" y="539"/>
                      </a:cubicBezTo>
                      <a:cubicBezTo>
                        <a:pt x="0" y="1676"/>
                        <a:pt x="811" y="3648"/>
                        <a:pt x="2444" y="3648"/>
                      </a:cubicBezTo>
                      <a:cubicBezTo>
                        <a:pt x="3448" y="3648"/>
                        <a:pt x="4259" y="2826"/>
                        <a:pt x="4271" y="1822"/>
                      </a:cubicBezTo>
                      <a:cubicBezTo>
                        <a:pt x="4262" y="726"/>
                        <a:pt x="3364" y="0"/>
                        <a:pt x="242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2" name="Google Shape;4472;p60"/>
                <p:cNvSpPr/>
                <p:nvPr/>
              </p:nvSpPr>
              <p:spPr>
                <a:xfrm>
                  <a:off x="3612343" y="3386703"/>
                  <a:ext cx="9328" cy="9336"/>
                </a:xfrm>
                <a:custGeom>
                  <a:rect b="b" l="l" r="r" t="t"/>
                  <a:pathLst>
                    <a:path extrusionOk="0" h="1187" w="1186">
                      <a:moveTo>
                        <a:pt x="593" y="1"/>
                      </a:moveTo>
                      <a:cubicBezTo>
                        <a:pt x="266" y="1"/>
                        <a:pt x="0" y="267"/>
                        <a:pt x="0" y="594"/>
                      </a:cubicBezTo>
                      <a:cubicBezTo>
                        <a:pt x="0" y="920"/>
                        <a:pt x="266" y="1186"/>
                        <a:pt x="593" y="1186"/>
                      </a:cubicBezTo>
                      <a:cubicBezTo>
                        <a:pt x="920" y="1186"/>
                        <a:pt x="1186" y="920"/>
                        <a:pt x="1186" y="594"/>
                      </a:cubicBezTo>
                      <a:cubicBezTo>
                        <a:pt x="1186" y="267"/>
                        <a:pt x="920" y="1"/>
                        <a:pt x="59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73" name="Google Shape;4473;p60"/>
              <p:cNvGrpSpPr/>
              <p:nvPr/>
            </p:nvGrpSpPr>
            <p:grpSpPr>
              <a:xfrm>
                <a:off x="3887870" y="3669796"/>
                <a:ext cx="33591" cy="28692"/>
                <a:chOff x="3887870" y="3669796"/>
                <a:chExt cx="33591" cy="28692"/>
              </a:xfrm>
            </p:grpSpPr>
            <p:sp>
              <p:nvSpPr>
                <p:cNvPr id="4474" name="Google Shape;4474;p60"/>
                <p:cNvSpPr/>
                <p:nvPr/>
              </p:nvSpPr>
              <p:spPr>
                <a:xfrm>
                  <a:off x="3887870" y="3669796"/>
                  <a:ext cx="33591" cy="28692"/>
                </a:xfrm>
                <a:custGeom>
                  <a:rect b="b" l="l" r="r" t="t"/>
                  <a:pathLst>
                    <a:path extrusionOk="0" h="3648" w="4271">
                      <a:moveTo>
                        <a:pt x="2431" y="0"/>
                      </a:moveTo>
                      <a:cubicBezTo>
                        <a:pt x="1981" y="0"/>
                        <a:pt x="1522" y="167"/>
                        <a:pt x="1150" y="539"/>
                      </a:cubicBezTo>
                      <a:cubicBezTo>
                        <a:pt x="1" y="1676"/>
                        <a:pt x="823" y="3648"/>
                        <a:pt x="2444" y="3648"/>
                      </a:cubicBezTo>
                      <a:cubicBezTo>
                        <a:pt x="3448" y="3648"/>
                        <a:pt x="4271" y="2825"/>
                        <a:pt x="4271" y="1821"/>
                      </a:cubicBezTo>
                      <a:cubicBezTo>
                        <a:pt x="4271" y="725"/>
                        <a:pt x="3370" y="0"/>
                        <a:pt x="243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5" name="Google Shape;4475;p60"/>
                <p:cNvSpPr/>
                <p:nvPr/>
              </p:nvSpPr>
              <p:spPr>
                <a:xfrm>
                  <a:off x="3902428" y="3679454"/>
                  <a:ext cx="9422" cy="9328"/>
                </a:xfrm>
                <a:custGeom>
                  <a:rect b="b" l="l" r="r" t="t"/>
                  <a:pathLst>
                    <a:path extrusionOk="0" h="1186" w="1198">
                      <a:moveTo>
                        <a:pt x="593" y="1"/>
                      </a:moveTo>
                      <a:cubicBezTo>
                        <a:pt x="266" y="1"/>
                        <a:pt x="0" y="267"/>
                        <a:pt x="0" y="593"/>
                      </a:cubicBezTo>
                      <a:cubicBezTo>
                        <a:pt x="0" y="920"/>
                        <a:pt x="266" y="1186"/>
                        <a:pt x="593" y="1186"/>
                      </a:cubicBezTo>
                      <a:cubicBezTo>
                        <a:pt x="932" y="1186"/>
                        <a:pt x="1198" y="920"/>
                        <a:pt x="1198" y="593"/>
                      </a:cubicBezTo>
                      <a:cubicBezTo>
                        <a:pt x="1198" y="267"/>
                        <a:pt x="932" y="1"/>
                        <a:pt x="59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76" name="Google Shape;4476;p60"/>
              <p:cNvGrpSpPr/>
              <p:nvPr/>
            </p:nvGrpSpPr>
            <p:grpSpPr>
              <a:xfrm>
                <a:off x="3818320" y="3481625"/>
                <a:ext cx="33497" cy="28770"/>
                <a:chOff x="3818320" y="3481625"/>
                <a:chExt cx="33497" cy="28770"/>
              </a:xfrm>
            </p:grpSpPr>
            <p:sp>
              <p:nvSpPr>
                <p:cNvPr id="4477" name="Google Shape;4477;p60"/>
                <p:cNvSpPr/>
                <p:nvPr/>
              </p:nvSpPr>
              <p:spPr>
                <a:xfrm>
                  <a:off x="3818320" y="3481625"/>
                  <a:ext cx="33497" cy="28770"/>
                </a:xfrm>
                <a:custGeom>
                  <a:rect b="b" l="l" r="r" t="t"/>
                  <a:pathLst>
                    <a:path extrusionOk="0" h="3658" w="4259">
                      <a:moveTo>
                        <a:pt x="2421" y="1"/>
                      </a:moveTo>
                      <a:cubicBezTo>
                        <a:pt x="1975" y="1"/>
                        <a:pt x="1520" y="166"/>
                        <a:pt x="1150" y="537"/>
                      </a:cubicBezTo>
                      <a:cubicBezTo>
                        <a:pt x="1" y="1686"/>
                        <a:pt x="811" y="3658"/>
                        <a:pt x="2432" y="3658"/>
                      </a:cubicBezTo>
                      <a:cubicBezTo>
                        <a:pt x="3448" y="3658"/>
                        <a:pt x="4259" y="2835"/>
                        <a:pt x="4259" y="1831"/>
                      </a:cubicBezTo>
                      <a:cubicBezTo>
                        <a:pt x="4259" y="732"/>
                        <a:pt x="3359" y="1"/>
                        <a:pt x="242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8" name="Google Shape;4478;p60"/>
                <p:cNvSpPr/>
                <p:nvPr/>
              </p:nvSpPr>
              <p:spPr>
                <a:xfrm>
                  <a:off x="3831258" y="3491362"/>
                  <a:ext cx="10956" cy="9375"/>
                </a:xfrm>
                <a:custGeom>
                  <a:rect b="b" l="l" r="r" t="t"/>
                  <a:pathLst>
                    <a:path extrusionOk="0" h="1192" w="1393">
                      <a:moveTo>
                        <a:pt x="787" y="0"/>
                      </a:moveTo>
                      <a:cubicBezTo>
                        <a:pt x="267" y="0"/>
                        <a:pt x="1" y="641"/>
                        <a:pt x="376" y="1016"/>
                      </a:cubicBezTo>
                      <a:cubicBezTo>
                        <a:pt x="497" y="1137"/>
                        <a:pt x="646" y="1192"/>
                        <a:pt x="792" y="1192"/>
                      </a:cubicBezTo>
                      <a:cubicBezTo>
                        <a:pt x="1098" y="1192"/>
                        <a:pt x="1392" y="953"/>
                        <a:pt x="1392" y="593"/>
                      </a:cubicBezTo>
                      <a:cubicBezTo>
                        <a:pt x="1392" y="266"/>
                        <a:pt x="1126" y="0"/>
                        <a:pt x="787"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79" name="Google Shape;4479;p60"/>
              <p:cNvGrpSpPr/>
              <p:nvPr/>
            </p:nvGrpSpPr>
            <p:grpSpPr>
              <a:xfrm>
                <a:off x="4278139" y="4120948"/>
                <a:ext cx="37492" cy="32129"/>
                <a:chOff x="4278139" y="4120948"/>
                <a:chExt cx="37492" cy="32129"/>
              </a:xfrm>
            </p:grpSpPr>
            <p:sp>
              <p:nvSpPr>
                <p:cNvPr id="4480" name="Google Shape;4480;p60"/>
                <p:cNvSpPr/>
                <p:nvPr/>
              </p:nvSpPr>
              <p:spPr>
                <a:xfrm>
                  <a:off x="4278139" y="4120948"/>
                  <a:ext cx="37492" cy="32129"/>
                </a:xfrm>
                <a:custGeom>
                  <a:rect b="b" l="l" r="r" t="t"/>
                  <a:pathLst>
                    <a:path extrusionOk="0" h="4085" w="4767">
                      <a:moveTo>
                        <a:pt x="2708" y="0"/>
                      </a:moveTo>
                      <a:cubicBezTo>
                        <a:pt x="2207" y="0"/>
                        <a:pt x="1697" y="186"/>
                        <a:pt x="1283" y="600"/>
                      </a:cubicBezTo>
                      <a:cubicBezTo>
                        <a:pt x="1" y="1895"/>
                        <a:pt x="908" y="4084"/>
                        <a:pt x="2722" y="4084"/>
                      </a:cubicBezTo>
                      <a:cubicBezTo>
                        <a:pt x="3847" y="4084"/>
                        <a:pt x="4755" y="3177"/>
                        <a:pt x="4767" y="2052"/>
                      </a:cubicBezTo>
                      <a:cubicBezTo>
                        <a:pt x="4767" y="815"/>
                        <a:pt x="3758" y="0"/>
                        <a:pt x="270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1" name="Google Shape;4481;p60"/>
                <p:cNvSpPr/>
                <p:nvPr/>
              </p:nvSpPr>
              <p:spPr>
                <a:xfrm>
                  <a:off x="4290983" y="4130614"/>
                  <a:ext cx="14943" cy="12812"/>
                </a:xfrm>
                <a:custGeom>
                  <a:rect b="b" l="l" r="r" t="t"/>
                  <a:pathLst>
                    <a:path extrusionOk="0" h="1629" w="1900">
                      <a:moveTo>
                        <a:pt x="1089" y="0"/>
                      </a:moveTo>
                      <a:cubicBezTo>
                        <a:pt x="363" y="0"/>
                        <a:pt x="1" y="883"/>
                        <a:pt x="509" y="1391"/>
                      </a:cubicBezTo>
                      <a:cubicBezTo>
                        <a:pt x="673" y="1555"/>
                        <a:pt x="876" y="1629"/>
                        <a:pt x="1076" y="1629"/>
                      </a:cubicBezTo>
                      <a:cubicBezTo>
                        <a:pt x="1495" y="1629"/>
                        <a:pt x="1900" y="1306"/>
                        <a:pt x="1900" y="823"/>
                      </a:cubicBezTo>
                      <a:cubicBezTo>
                        <a:pt x="1900" y="363"/>
                        <a:pt x="1537" y="0"/>
                        <a:pt x="108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82" name="Google Shape;4482;p60"/>
              <p:cNvGrpSpPr/>
              <p:nvPr/>
            </p:nvGrpSpPr>
            <p:grpSpPr>
              <a:xfrm>
                <a:off x="4419898" y="3977388"/>
                <a:ext cx="33497" cy="28692"/>
                <a:chOff x="4419898" y="3977388"/>
                <a:chExt cx="33497" cy="28692"/>
              </a:xfrm>
            </p:grpSpPr>
            <p:sp>
              <p:nvSpPr>
                <p:cNvPr id="4483" name="Google Shape;4483;p60"/>
                <p:cNvSpPr/>
                <p:nvPr/>
              </p:nvSpPr>
              <p:spPr>
                <a:xfrm>
                  <a:off x="4419898" y="3977388"/>
                  <a:ext cx="33497" cy="28692"/>
                </a:xfrm>
                <a:custGeom>
                  <a:rect b="b" l="l" r="r" t="t"/>
                  <a:pathLst>
                    <a:path extrusionOk="0" h="3648" w="4259">
                      <a:moveTo>
                        <a:pt x="2426" y="0"/>
                      </a:moveTo>
                      <a:cubicBezTo>
                        <a:pt x="1979" y="0"/>
                        <a:pt x="1522" y="167"/>
                        <a:pt x="1150" y="539"/>
                      </a:cubicBezTo>
                      <a:cubicBezTo>
                        <a:pt x="1" y="1688"/>
                        <a:pt x="811" y="3648"/>
                        <a:pt x="2432" y="3648"/>
                      </a:cubicBezTo>
                      <a:cubicBezTo>
                        <a:pt x="3448" y="3648"/>
                        <a:pt x="4259" y="2837"/>
                        <a:pt x="4259" y="1833"/>
                      </a:cubicBezTo>
                      <a:cubicBezTo>
                        <a:pt x="4259" y="729"/>
                        <a:pt x="3362" y="0"/>
                        <a:pt x="242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4" name="Google Shape;4484;p60"/>
                <p:cNvSpPr/>
                <p:nvPr/>
              </p:nvSpPr>
              <p:spPr>
                <a:xfrm>
                  <a:off x="4432742" y="3987046"/>
                  <a:ext cx="11042" cy="9399"/>
                </a:xfrm>
                <a:custGeom>
                  <a:rect b="b" l="l" r="r" t="t"/>
                  <a:pathLst>
                    <a:path extrusionOk="0" h="1195" w="1404">
                      <a:moveTo>
                        <a:pt x="799" y="0"/>
                      </a:moveTo>
                      <a:cubicBezTo>
                        <a:pt x="267" y="0"/>
                        <a:pt x="1" y="641"/>
                        <a:pt x="376" y="1016"/>
                      </a:cubicBezTo>
                      <a:cubicBezTo>
                        <a:pt x="499" y="1139"/>
                        <a:pt x="650" y="1195"/>
                        <a:pt x="799" y="1195"/>
                      </a:cubicBezTo>
                      <a:cubicBezTo>
                        <a:pt x="1104" y="1195"/>
                        <a:pt x="1396" y="963"/>
                        <a:pt x="1404" y="605"/>
                      </a:cubicBezTo>
                      <a:cubicBezTo>
                        <a:pt x="1404" y="266"/>
                        <a:pt x="1138" y="0"/>
                        <a:pt x="79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85" name="Google Shape;4485;p60"/>
              <p:cNvGrpSpPr/>
              <p:nvPr/>
            </p:nvGrpSpPr>
            <p:grpSpPr>
              <a:xfrm>
                <a:off x="4158930" y="4034684"/>
                <a:ext cx="33497" cy="28762"/>
                <a:chOff x="4158930" y="4034684"/>
                <a:chExt cx="33497" cy="28762"/>
              </a:xfrm>
            </p:grpSpPr>
            <p:sp>
              <p:nvSpPr>
                <p:cNvPr id="4486" name="Google Shape;4486;p60"/>
                <p:cNvSpPr/>
                <p:nvPr/>
              </p:nvSpPr>
              <p:spPr>
                <a:xfrm>
                  <a:off x="4158930" y="4034684"/>
                  <a:ext cx="33497" cy="28762"/>
                </a:xfrm>
                <a:custGeom>
                  <a:rect b="b" l="l" r="r" t="t"/>
                  <a:pathLst>
                    <a:path extrusionOk="0" h="3657" w="4259">
                      <a:moveTo>
                        <a:pt x="2421" y="0"/>
                      </a:moveTo>
                      <a:cubicBezTo>
                        <a:pt x="1974" y="0"/>
                        <a:pt x="1520" y="166"/>
                        <a:pt x="1149" y="536"/>
                      </a:cubicBezTo>
                      <a:cubicBezTo>
                        <a:pt x="0" y="1685"/>
                        <a:pt x="811" y="3645"/>
                        <a:pt x="2432" y="3657"/>
                      </a:cubicBezTo>
                      <a:cubicBezTo>
                        <a:pt x="3436" y="3645"/>
                        <a:pt x="4258" y="2834"/>
                        <a:pt x="4258" y="1830"/>
                      </a:cubicBezTo>
                      <a:cubicBezTo>
                        <a:pt x="4258" y="732"/>
                        <a:pt x="3358" y="0"/>
                        <a:pt x="242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7" name="Google Shape;4487;p60"/>
                <p:cNvSpPr/>
                <p:nvPr/>
              </p:nvSpPr>
              <p:spPr>
                <a:xfrm>
                  <a:off x="4173385" y="4044319"/>
                  <a:ext cx="9336" cy="9430"/>
                </a:xfrm>
                <a:custGeom>
                  <a:rect b="b" l="l" r="r" t="t"/>
                  <a:pathLst>
                    <a:path extrusionOk="0" h="1199" w="1187">
                      <a:moveTo>
                        <a:pt x="594" y="1"/>
                      </a:moveTo>
                      <a:cubicBezTo>
                        <a:pt x="267" y="1"/>
                        <a:pt x="1" y="279"/>
                        <a:pt x="1" y="605"/>
                      </a:cubicBezTo>
                      <a:cubicBezTo>
                        <a:pt x="1" y="932"/>
                        <a:pt x="267" y="1198"/>
                        <a:pt x="594" y="1198"/>
                      </a:cubicBezTo>
                      <a:cubicBezTo>
                        <a:pt x="920" y="1198"/>
                        <a:pt x="1186" y="932"/>
                        <a:pt x="1186" y="605"/>
                      </a:cubicBezTo>
                      <a:cubicBezTo>
                        <a:pt x="1186" y="279"/>
                        <a:pt x="920" y="1"/>
                        <a:pt x="59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88" name="Google Shape;4488;p60"/>
              <p:cNvGrpSpPr/>
              <p:nvPr/>
            </p:nvGrpSpPr>
            <p:grpSpPr>
              <a:xfrm>
                <a:off x="4134949" y="3957049"/>
                <a:ext cx="33497" cy="28770"/>
                <a:chOff x="4134949" y="3957049"/>
                <a:chExt cx="33497" cy="28770"/>
              </a:xfrm>
            </p:grpSpPr>
            <p:sp>
              <p:nvSpPr>
                <p:cNvPr id="4489" name="Google Shape;4489;p60"/>
                <p:cNvSpPr/>
                <p:nvPr/>
              </p:nvSpPr>
              <p:spPr>
                <a:xfrm>
                  <a:off x="4134949" y="3957049"/>
                  <a:ext cx="33497" cy="28770"/>
                </a:xfrm>
                <a:custGeom>
                  <a:rect b="b" l="l" r="r" t="t"/>
                  <a:pathLst>
                    <a:path extrusionOk="0" h="3658" w="4259">
                      <a:moveTo>
                        <a:pt x="2421" y="0"/>
                      </a:moveTo>
                      <a:cubicBezTo>
                        <a:pt x="1975" y="0"/>
                        <a:pt x="1520" y="166"/>
                        <a:pt x="1150" y="536"/>
                      </a:cubicBezTo>
                      <a:cubicBezTo>
                        <a:pt x="1" y="1685"/>
                        <a:pt x="811" y="3657"/>
                        <a:pt x="2432" y="3657"/>
                      </a:cubicBezTo>
                      <a:cubicBezTo>
                        <a:pt x="3436" y="3657"/>
                        <a:pt x="4259" y="2834"/>
                        <a:pt x="4259" y="1830"/>
                      </a:cubicBezTo>
                      <a:cubicBezTo>
                        <a:pt x="4259" y="732"/>
                        <a:pt x="3359" y="0"/>
                        <a:pt x="242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0" name="Google Shape;4490;p60"/>
                <p:cNvSpPr/>
                <p:nvPr/>
              </p:nvSpPr>
              <p:spPr>
                <a:xfrm>
                  <a:off x="4147793" y="3966778"/>
                  <a:ext cx="10956" cy="9383"/>
                </a:xfrm>
                <a:custGeom>
                  <a:rect b="b" l="l" r="r" t="t"/>
                  <a:pathLst>
                    <a:path extrusionOk="0" h="1193" w="1393">
                      <a:moveTo>
                        <a:pt x="799" y="1"/>
                      </a:moveTo>
                      <a:cubicBezTo>
                        <a:pt x="267" y="1"/>
                        <a:pt x="1" y="642"/>
                        <a:pt x="376" y="1017"/>
                      </a:cubicBezTo>
                      <a:cubicBezTo>
                        <a:pt x="497" y="1138"/>
                        <a:pt x="646" y="1192"/>
                        <a:pt x="792" y="1192"/>
                      </a:cubicBezTo>
                      <a:cubicBezTo>
                        <a:pt x="1098" y="1192"/>
                        <a:pt x="1392" y="954"/>
                        <a:pt x="1392" y="593"/>
                      </a:cubicBezTo>
                      <a:cubicBezTo>
                        <a:pt x="1392" y="267"/>
                        <a:pt x="1126" y="1"/>
                        <a:pt x="799"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91" name="Google Shape;4491;p60"/>
              <p:cNvGrpSpPr/>
              <p:nvPr/>
            </p:nvGrpSpPr>
            <p:grpSpPr>
              <a:xfrm>
                <a:off x="4193653" y="4184403"/>
                <a:ext cx="43580" cy="37264"/>
                <a:chOff x="4193653" y="4184403"/>
                <a:chExt cx="43580" cy="37264"/>
              </a:xfrm>
            </p:grpSpPr>
            <p:sp>
              <p:nvSpPr>
                <p:cNvPr id="4492" name="Google Shape;4492;p60"/>
                <p:cNvSpPr/>
                <p:nvPr/>
              </p:nvSpPr>
              <p:spPr>
                <a:xfrm>
                  <a:off x="4193653" y="4184403"/>
                  <a:ext cx="43580" cy="37264"/>
                </a:xfrm>
                <a:custGeom>
                  <a:rect b="b" l="l" r="r" t="t"/>
                  <a:pathLst>
                    <a:path extrusionOk="0" h="4738" w="5541">
                      <a:moveTo>
                        <a:pt x="3156" y="1"/>
                      </a:moveTo>
                      <a:cubicBezTo>
                        <a:pt x="2575" y="1"/>
                        <a:pt x="1982" y="216"/>
                        <a:pt x="1501" y="698"/>
                      </a:cubicBezTo>
                      <a:cubicBezTo>
                        <a:pt x="1" y="2185"/>
                        <a:pt x="1065" y="4738"/>
                        <a:pt x="3170" y="4738"/>
                      </a:cubicBezTo>
                      <a:cubicBezTo>
                        <a:pt x="4476" y="4738"/>
                        <a:pt x="5529" y="3673"/>
                        <a:pt x="5541" y="2367"/>
                      </a:cubicBezTo>
                      <a:cubicBezTo>
                        <a:pt x="5541" y="943"/>
                        <a:pt x="4373" y="1"/>
                        <a:pt x="315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3" name="Google Shape;4493;p60"/>
                <p:cNvSpPr/>
                <p:nvPr/>
              </p:nvSpPr>
              <p:spPr>
                <a:xfrm>
                  <a:off x="4206591" y="4194069"/>
                  <a:ext cx="20944" cy="17948"/>
                </a:xfrm>
                <a:custGeom>
                  <a:rect b="b" l="l" r="r" t="t"/>
                  <a:pathLst>
                    <a:path extrusionOk="0" h="2282" w="2663">
                      <a:moveTo>
                        <a:pt x="1525" y="1"/>
                      </a:moveTo>
                      <a:cubicBezTo>
                        <a:pt x="509" y="1"/>
                        <a:pt x="1" y="1223"/>
                        <a:pt x="714" y="1948"/>
                      </a:cubicBezTo>
                      <a:cubicBezTo>
                        <a:pt x="948" y="2179"/>
                        <a:pt x="1234" y="2282"/>
                        <a:pt x="1514" y="2282"/>
                      </a:cubicBezTo>
                      <a:cubicBezTo>
                        <a:pt x="2101" y="2282"/>
                        <a:pt x="2662" y="1826"/>
                        <a:pt x="2662" y="1138"/>
                      </a:cubicBezTo>
                      <a:cubicBezTo>
                        <a:pt x="2662" y="509"/>
                        <a:pt x="2154" y="1"/>
                        <a:pt x="152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94" name="Google Shape;4494;p60"/>
              <p:cNvGrpSpPr/>
              <p:nvPr/>
            </p:nvGrpSpPr>
            <p:grpSpPr>
              <a:xfrm>
                <a:off x="4343600" y="3943844"/>
                <a:ext cx="43580" cy="37312"/>
                <a:chOff x="4343600" y="3943844"/>
                <a:chExt cx="43580" cy="37312"/>
              </a:xfrm>
            </p:grpSpPr>
            <p:sp>
              <p:nvSpPr>
                <p:cNvPr id="4495" name="Google Shape;4495;p60"/>
                <p:cNvSpPr/>
                <p:nvPr/>
              </p:nvSpPr>
              <p:spPr>
                <a:xfrm>
                  <a:off x="4343600" y="3943844"/>
                  <a:ext cx="43580" cy="37312"/>
                </a:xfrm>
                <a:custGeom>
                  <a:rect b="b" l="l" r="r" t="t"/>
                  <a:pathLst>
                    <a:path extrusionOk="0" h="4744" w="5541">
                      <a:moveTo>
                        <a:pt x="3156" y="1"/>
                      </a:moveTo>
                      <a:cubicBezTo>
                        <a:pt x="2574" y="1"/>
                        <a:pt x="1982" y="218"/>
                        <a:pt x="1500" y="703"/>
                      </a:cubicBezTo>
                      <a:cubicBezTo>
                        <a:pt x="0" y="2191"/>
                        <a:pt x="1065" y="4743"/>
                        <a:pt x="3169" y="4743"/>
                      </a:cubicBezTo>
                      <a:cubicBezTo>
                        <a:pt x="4476" y="4731"/>
                        <a:pt x="5528" y="3679"/>
                        <a:pt x="5540" y="2372"/>
                      </a:cubicBezTo>
                      <a:cubicBezTo>
                        <a:pt x="5540" y="949"/>
                        <a:pt x="4373" y="1"/>
                        <a:pt x="315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6" name="Google Shape;4496;p60"/>
                <p:cNvSpPr/>
                <p:nvPr/>
              </p:nvSpPr>
              <p:spPr>
                <a:xfrm>
                  <a:off x="4359581" y="3953557"/>
                  <a:ext cx="17893" cy="17893"/>
                </a:xfrm>
                <a:custGeom>
                  <a:rect b="b" l="l" r="r" t="t"/>
                  <a:pathLst>
                    <a:path extrusionOk="0" h="2275" w="2275">
                      <a:moveTo>
                        <a:pt x="1137" y="0"/>
                      </a:moveTo>
                      <a:cubicBezTo>
                        <a:pt x="508" y="0"/>
                        <a:pt x="0" y="508"/>
                        <a:pt x="0" y="1137"/>
                      </a:cubicBezTo>
                      <a:cubicBezTo>
                        <a:pt x="0" y="1766"/>
                        <a:pt x="508" y="2274"/>
                        <a:pt x="1137" y="2274"/>
                      </a:cubicBezTo>
                      <a:cubicBezTo>
                        <a:pt x="1766" y="2274"/>
                        <a:pt x="2275" y="1766"/>
                        <a:pt x="2275" y="1137"/>
                      </a:cubicBezTo>
                      <a:cubicBezTo>
                        <a:pt x="2275" y="508"/>
                        <a:pt x="1766" y="0"/>
                        <a:pt x="1137"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97" name="Google Shape;4497;p60"/>
              <p:cNvGrpSpPr/>
              <p:nvPr/>
            </p:nvGrpSpPr>
            <p:grpSpPr>
              <a:xfrm>
                <a:off x="4172339" y="3381693"/>
                <a:ext cx="31499" cy="27001"/>
                <a:chOff x="4172339" y="3381693"/>
                <a:chExt cx="31499" cy="27001"/>
              </a:xfrm>
            </p:grpSpPr>
            <p:sp>
              <p:nvSpPr>
                <p:cNvPr id="4498" name="Google Shape;4498;p60"/>
                <p:cNvSpPr/>
                <p:nvPr/>
              </p:nvSpPr>
              <p:spPr>
                <a:xfrm>
                  <a:off x="4172339" y="3381693"/>
                  <a:ext cx="31499" cy="27001"/>
                </a:xfrm>
                <a:custGeom>
                  <a:rect b="b" l="l" r="r" t="t"/>
                  <a:pathLst>
                    <a:path extrusionOk="0" h="3433" w="4005">
                      <a:moveTo>
                        <a:pt x="2285" y="1"/>
                      </a:moveTo>
                      <a:cubicBezTo>
                        <a:pt x="1866" y="1"/>
                        <a:pt x="1438" y="157"/>
                        <a:pt x="1090" y="505"/>
                      </a:cubicBezTo>
                      <a:cubicBezTo>
                        <a:pt x="1" y="1581"/>
                        <a:pt x="775" y="3420"/>
                        <a:pt x="2299" y="3432"/>
                      </a:cubicBezTo>
                      <a:cubicBezTo>
                        <a:pt x="3243" y="3420"/>
                        <a:pt x="4005" y="2658"/>
                        <a:pt x="4005" y="1714"/>
                      </a:cubicBezTo>
                      <a:cubicBezTo>
                        <a:pt x="4005" y="683"/>
                        <a:pt x="3163" y="1"/>
                        <a:pt x="228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9" name="Google Shape;4499;p60"/>
                <p:cNvSpPr/>
                <p:nvPr/>
              </p:nvSpPr>
              <p:spPr>
                <a:xfrm>
                  <a:off x="4185285" y="3391367"/>
                  <a:ext cx="8856" cy="7605"/>
                </a:xfrm>
                <a:custGeom>
                  <a:rect b="b" l="l" r="r" t="t"/>
                  <a:pathLst>
                    <a:path extrusionOk="0" h="967" w="1126">
                      <a:moveTo>
                        <a:pt x="653" y="1"/>
                      </a:moveTo>
                      <a:cubicBezTo>
                        <a:pt x="218" y="1"/>
                        <a:pt x="0" y="521"/>
                        <a:pt x="302" y="823"/>
                      </a:cubicBezTo>
                      <a:cubicBezTo>
                        <a:pt x="401" y="922"/>
                        <a:pt x="523" y="967"/>
                        <a:pt x="643" y="967"/>
                      </a:cubicBezTo>
                      <a:cubicBezTo>
                        <a:pt x="889" y="967"/>
                        <a:pt x="1125" y="778"/>
                        <a:pt x="1125" y="484"/>
                      </a:cubicBezTo>
                      <a:cubicBezTo>
                        <a:pt x="1125" y="218"/>
                        <a:pt x="919" y="1"/>
                        <a:pt x="65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3" name="Shape 4503"/>
        <p:cNvGrpSpPr/>
        <p:nvPr/>
      </p:nvGrpSpPr>
      <p:grpSpPr>
        <a:xfrm>
          <a:off x="0" y="0"/>
          <a:ext cx="0" cy="0"/>
          <a:chOff x="0" y="0"/>
          <a:chExt cx="0" cy="0"/>
        </a:xfrm>
      </p:grpSpPr>
      <p:grpSp>
        <p:nvGrpSpPr>
          <p:cNvPr id="4504" name="Google Shape;4504;p61"/>
          <p:cNvGrpSpPr/>
          <p:nvPr/>
        </p:nvGrpSpPr>
        <p:grpSpPr>
          <a:xfrm>
            <a:off x="729274" y="969771"/>
            <a:ext cx="2507799" cy="206239"/>
            <a:chOff x="106648" y="895722"/>
            <a:chExt cx="4481413" cy="374300"/>
          </a:xfrm>
        </p:grpSpPr>
        <p:grpSp>
          <p:nvGrpSpPr>
            <p:cNvPr id="4505" name="Google Shape;4505;p61"/>
            <p:cNvGrpSpPr/>
            <p:nvPr/>
          </p:nvGrpSpPr>
          <p:grpSpPr>
            <a:xfrm>
              <a:off x="2233276" y="895722"/>
              <a:ext cx="1082667" cy="223591"/>
              <a:chOff x="4808316" y="2800065"/>
              <a:chExt cx="1999386" cy="412910"/>
            </a:xfrm>
          </p:grpSpPr>
          <p:sp>
            <p:nvSpPr>
              <p:cNvPr id="4506" name="Google Shape;4506;p61"/>
              <p:cNvSpPr/>
              <p:nvPr/>
            </p:nvSpPr>
            <p:spPr>
              <a:xfrm>
                <a:off x="4849302" y="3079475"/>
                <a:ext cx="1958400" cy="1335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07" name="Google Shape;4507;p61"/>
              <p:cNvGrpSpPr/>
              <p:nvPr/>
            </p:nvGrpSpPr>
            <p:grpSpPr>
              <a:xfrm>
                <a:off x="4808316" y="2800065"/>
                <a:ext cx="92400" cy="411825"/>
                <a:chOff x="845575" y="2563700"/>
                <a:chExt cx="92400" cy="411825"/>
              </a:xfrm>
            </p:grpSpPr>
            <p:cxnSp>
              <p:nvCxnSpPr>
                <p:cNvPr id="4508" name="Google Shape;4508;p61"/>
                <p:cNvCxnSpPr/>
                <p:nvPr/>
              </p:nvCxnSpPr>
              <p:spPr>
                <a:xfrm>
                  <a:off x="891775" y="2616125"/>
                  <a:ext cx="0" cy="359400"/>
                </a:xfrm>
                <a:prstGeom prst="straightConnector1">
                  <a:avLst/>
                </a:prstGeom>
                <a:noFill/>
                <a:ln cap="flat" cmpd="sng" w="9525">
                  <a:solidFill>
                    <a:srgbClr val="667E92"/>
                  </a:solidFill>
                  <a:prstDash val="solid"/>
                  <a:round/>
                  <a:headEnd len="sm" w="sm" type="none"/>
                  <a:tailEnd len="sm" w="sm" type="none"/>
                </a:ln>
              </p:spPr>
            </p:cxnSp>
            <p:sp>
              <p:nvSpPr>
                <p:cNvPr id="4509" name="Google Shape;4509;p61"/>
                <p:cNvSpPr/>
                <p:nvPr/>
              </p:nvSpPr>
              <p:spPr>
                <a:xfrm>
                  <a:off x="845575"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510" name="Google Shape;4510;p61"/>
            <p:cNvGrpSpPr/>
            <p:nvPr/>
          </p:nvGrpSpPr>
          <p:grpSpPr>
            <a:xfrm>
              <a:off x="106648" y="895722"/>
              <a:ext cx="1088401" cy="223591"/>
              <a:chOff x="881025" y="2800065"/>
              <a:chExt cx="2009975" cy="412910"/>
            </a:xfrm>
          </p:grpSpPr>
          <p:sp>
            <p:nvSpPr>
              <p:cNvPr id="4511" name="Google Shape;4511;p61"/>
              <p:cNvSpPr/>
              <p:nvPr/>
            </p:nvSpPr>
            <p:spPr>
              <a:xfrm>
                <a:off x="932600" y="3079475"/>
                <a:ext cx="1958400" cy="1335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12" name="Google Shape;4512;p61"/>
              <p:cNvGrpSpPr/>
              <p:nvPr/>
            </p:nvGrpSpPr>
            <p:grpSpPr>
              <a:xfrm>
                <a:off x="881025" y="2800065"/>
                <a:ext cx="92400" cy="411825"/>
                <a:chOff x="845575" y="2563700"/>
                <a:chExt cx="92400" cy="411825"/>
              </a:xfrm>
            </p:grpSpPr>
            <p:cxnSp>
              <p:nvCxnSpPr>
                <p:cNvPr id="4513" name="Google Shape;4513;p61"/>
                <p:cNvCxnSpPr/>
                <p:nvPr/>
              </p:nvCxnSpPr>
              <p:spPr>
                <a:xfrm>
                  <a:off x="891775" y="2616125"/>
                  <a:ext cx="0" cy="359400"/>
                </a:xfrm>
                <a:prstGeom prst="straightConnector1">
                  <a:avLst/>
                </a:prstGeom>
                <a:noFill/>
                <a:ln cap="flat" cmpd="sng" w="9525">
                  <a:solidFill>
                    <a:srgbClr val="667E92"/>
                  </a:solidFill>
                  <a:prstDash val="solid"/>
                  <a:round/>
                  <a:headEnd len="sm" w="sm" type="none"/>
                  <a:tailEnd len="sm" w="sm" type="none"/>
                </a:ln>
              </p:spPr>
            </p:cxnSp>
            <p:sp>
              <p:nvSpPr>
                <p:cNvPr id="4514" name="Google Shape;4514;p61"/>
                <p:cNvSpPr/>
                <p:nvPr/>
              </p:nvSpPr>
              <p:spPr>
                <a:xfrm>
                  <a:off x="845575"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515" name="Google Shape;4515;p61"/>
            <p:cNvGrpSpPr/>
            <p:nvPr/>
          </p:nvGrpSpPr>
          <p:grpSpPr>
            <a:xfrm>
              <a:off x="1172346" y="1047018"/>
              <a:ext cx="1083151" cy="223003"/>
              <a:chOff x="2849073" y="3079467"/>
              <a:chExt cx="2000279" cy="411825"/>
            </a:xfrm>
          </p:grpSpPr>
          <p:sp>
            <p:nvSpPr>
              <p:cNvPr id="4516" name="Google Shape;4516;p61"/>
              <p:cNvSpPr/>
              <p:nvPr/>
            </p:nvSpPr>
            <p:spPr>
              <a:xfrm>
                <a:off x="2890952" y="3079475"/>
                <a:ext cx="1958400" cy="1335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17" name="Google Shape;4517;p61"/>
              <p:cNvGrpSpPr/>
              <p:nvPr/>
            </p:nvGrpSpPr>
            <p:grpSpPr>
              <a:xfrm rot="10800000">
                <a:off x="2849073" y="3079467"/>
                <a:ext cx="92400" cy="411825"/>
                <a:chOff x="2070100" y="2563700"/>
                <a:chExt cx="92400" cy="411825"/>
              </a:xfrm>
            </p:grpSpPr>
            <p:cxnSp>
              <p:nvCxnSpPr>
                <p:cNvPr id="4518" name="Google Shape;4518;p61"/>
                <p:cNvCxnSpPr/>
                <p:nvPr/>
              </p:nvCxnSpPr>
              <p:spPr>
                <a:xfrm>
                  <a:off x="2116300" y="2616125"/>
                  <a:ext cx="0" cy="359400"/>
                </a:xfrm>
                <a:prstGeom prst="straightConnector1">
                  <a:avLst/>
                </a:prstGeom>
                <a:noFill/>
                <a:ln cap="flat" cmpd="sng" w="9525">
                  <a:solidFill>
                    <a:srgbClr val="667E92"/>
                  </a:solidFill>
                  <a:prstDash val="solid"/>
                  <a:round/>
                  <a:headEnd len="sm" w="sm" type="none"/>
                  <a:tailEnd len="sm" w="sm" type="none"/>
                </a:ln>
              </p:spPr>
            </p:cxnSp>
            <p:sp>
              <p:nvSpPr>
                <p:cNvPr id="4519" name="Google Shape;4519;p61"/>
                <p:cNvSpPr/>
                <p:nvPr/>
              </p:nvSpPr>
              <p:spPr>
                <a:xfrm>
                  <a:off x="2070100"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520" name="Google Shape;4520;p61"/>
            <p:cNvGrpSpPr/>
            <p:nvPr/>
          </p:nvGrpSpPr>
          <p:grpSpPr>
            <a:xfrm>
              <a:off x="3290132" y="1047018"/>
              <a:ext cx="1297929" cy="223003"/>
              <a:chOff x="6760035" y="3079467"/>
              <a:chExt cx="2396914" cy="411825"/>
            </a:xfrm>
          </p:grpSpPr>
          <p:sp>
            <p:nvSpPr>
              <p:cNvPr id="4521" name="Google Shape;4521;p61"/>
              <p:cNvSpPr/>
              <p:nvPr/>
            </p:nvSpPr>
            <p:spPr>
              <a:xfrm>
                <a:off x="6807650" y="3079475"/>
                <a:ext cx="2349300" cy="1335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22" name="Google Shape;4522;p61"/>
              <p:cNvGrpSpPr/>
              <p:nvPr/>
            </p:nvGrpSpPr>
            <p:grpSpPr>
              <a:xfrm rot="10800000">
                <a:off x="6760035" y="3079467"/>
                <a:ext cx="92400" cy="411825"/>
                <a:chOff x="2070100" y="2563700"/>
                <a:chExt cx="92400" cy="411825"/>
              </a:xfrm>
            </p:grpSpPr>
            <p:cxnSp>
              <p:nvCxnSpPr>
                <p:cNvPr id="4523" name="Google Shape;4523;p61"/>
                <p:cNvCxnSpPr/>
                <p:nvPr/>
              </p:nvCxnSpPr>
              <p:spPr>
                <a:xfrm>
                  <a:off x="2116300" y="2616125"/>
                  <a:ext cx="0" cy="359400"/>
                </a:xfrm>
                <a:prstGeom prst="straightConnector1">
                  <a:avLst/>
                </a:prstGeom>
                <a:noFill/>
                <a:ln cap="flat" cmpd="sng" w="9525">
                  <a:solidFill>
                    <a:srgbClr val="667E92"/>
                  </a:solidFill>
                  <a:prstDash val="solid"/>
                  <a:round/>
                  <a:headEnd len="sm" w="sm" type="none"/>
                  <a:tailEnd len="sm" w="sm" type="none"/>
                </a:ln>
              </p:spPr>
            </p:cxnSp>
            <p:sp>
              <p:nvSpPr>
                <p:cNvPr id="4524" name="Google Shape;4524;p61"/>
                <p:cNvSpPr/>
                <p:nvPr/>
              </p:nvSpPr>
              <p:spPr>
                <a:xfrm>
                  <a:off x="2070100"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4525" name="Google Shape;4525;p61"/>
          <p:cNvGrpSpPr/>
          <p:nvPr/>
        </p:nvGrpSpPr>
        <p:grpSpPr>
          <a:xfrm>
            <a:off x="2147036" y="3369142"/>
            <a:ext cx="1086701" cy="799429"/>
            <a:chOff x="2183288" y="3555572"/>
            <a:chExt cx="1136241" cy="835873"/>
          </a:xfrm>
        </p:grpSpPr>
        <p:sp>
          <p:nvSpPr>
            <p:cNvPr id="4526" name="Google Shape;4526;p61"/>
            <p:cNvSpPr/>
            <p:nvPr/>
          </p:nvSpPr>
          <p:spPr>
            <a:xfrm>
              <a:off x="2673740" y="4350566"/>
              <a:ext cx="270028" cy="11697"/>
            </a:xfrm>
            <a:custGeom>
              <a:rect b="b" l="l" r="r" t="t"/>
              <a:pathLst>
                <a:path extrusionOk="0" h="2706" w="106520">
                  <a:moveTo>
                    <a:pt x="0" y="0"/>
                  </a:moveTo>
                  <a:lnTo>
                    <a:pt x="0" y="2705"/>
                  </a:lnTo>
                  <a:lnTo>
                    <a:pt x="106520" y="2705"/>
                  </a:lnTo>
                  <a:lnTo>
                    <a:pt x="106520"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27" name="Google Shape;4527;p61"/>
            <p:cNvGrpSpPr/>
            <p:nvPr/>
          </p:nvGrpSpPr>
          <p:grpSpPr>
            <a:xfrm>
              <a:off x="2205895" y="3637269"/>
              <a:ext cx="1089848" cy="724993"/>
              <a:chOff x="2205895" y="3637269"/>
              <a:chExt cx="1089848" cy="724993"/>
            </a:xfrm>
          </p:grpSpPr>
          <p:sp>
            <p:nvSpPr>
              <p:cNvPr id="4528" name="Google Shape;4528;p61"/>
              <p:cNvSpPr/>
              <p:nvPr/>
            </p:nvSpPr>
            <p:spPr>
              <a:xfrm>
                <a:off x="2205895" y="4204394"/>
                <a:ext cx="555376" cy="157849"/>
              </a:xfrm>
              <a:custGeom>
                <a:rect b="b" l="l" r="r" t="t"/>
                <a:pathLst>
                  <a:path extrusionOk="0" h="36518" w="128485">
                    <a:moveTo>
                      <a:pt x="2706" y="1"/>
                    </a:moveTo>
                    <a:lnTo>
                      <a:pt x="1" y="326"/>
                    </a:lnTo>
                    <a:cubicBezTo>
                      <a:pt x="1461" y="10577"/>
                      <a:pt x="6547" y="19612"/>
                      <a:pt x="13850" y="26130"/>
                    </a:cubicBezTo>
                    <a:cubicBezTo>
                      <a:pt x="21288" y="32568"/>
                      <a:pt x="30999" y="36517"/>
                      <a:pt x="41575" y="36517"/>
                    </a:cubicBezTo>
                    <a:lnTo>
                      <a:pt x="128484" y="36517"/>
                    </a:lnTo>
                    <a:lnTo>
                      <a:pt x="128484" y="33812"/>
                    </a:lnTo>
                    <a:lnTo>
                      <a:pt x="41575" y="33812"/>
                    </a:lnTo>
                    <a:cubicBezTo>
                      <a:pt x="31675" y="33812"/>
                      <a:pt x="22641" y="30188"/>
                      <a:pt x="15662" y="24102"/>
                    </a:cubicBezTo>
                    <a:cubicBezTo>
                      <a:pt x="8792" y="18016"/>
                      <a:pt x="4058" y="9468"/>
                      <a:pt x="2706"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9" name="Google Shape;4529;p61"/>
              <p:cNvSpPr/>
              <p:nvPr/>
            </p:nvSpPr>
            <p:spPr>
              <a:xfrm>
                <a:off x="2206834" y="3993916"/>
                <a:ext cx="218757" cy="153401"/>
              </a:xfrm>
              <a:custGeom>
                <a:rect b="b" l="l" r="r" t="t"/>
                <a:pathLst>
                  <a:path extrusionOk="0" h="35489" w="50609">
                    <a:moveTo>
                      <a:pt x="41358" y="0"/>
                    </a:moveTo>
                    <a:cubicBezTo>
                      <a:pt x="30998" y="0"/>
                      <a:pt x="21423" y="3814"/>
                      <a:pt x="14093" y="10144"/>
                    </a:cubicBezTo>
                    <a:cubicBezTo>
                      <a:pt x="6762" y="16338"/>
                      <a:pt x="1596" y="25129"/>
                      <a:pt x="0" y="35029"/>
                    </a:cubicBezTo>
                    <a:lnTo>
                      <a:pt x="2597" y="35489"/>
                    </a:lnTo>
                    <a:cubicBezTo>
                      <a:pt x="4166" y="26238"/>
                      <a:pt x="9034" y="18015"/>
                      <a:pt x="15905" y="12173"/>
                    </a:cubicBezTo>
                    <a:cubicBezTo>
                      <a:pt x="22775" y="6303"/>
                      <a:pt x="31675" y="2705"/>
                      <a:pt x="41358" y="2705"/>
                    </a:cubicBezTo>
                    <a:lnTo>
                      <a:pt x="50609" y="2705"/>
                    </a:lnTo>
                    <a:lnTo>
                      <a:pt x="50609"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0" name="Google Shape;4530;p61"/>
              <p:cNvSpPr/>
              <p:nvPr/>
            </p:nvSpPr>
            <p:spPr>
              <a:xfrm>
                <a:off x="2487003" y="3847747"/>
                <a:ext cx="808740" cy="157849"/>
              </a:xfrm>
              <a:custGeom>
                <a:rect b="b" l="l" r="r" t="t"/>
                <a:pathLst>
                  <a:path extrusionOk="0" h="36518" w="187100">
                    <a:moveTo>
                      <a:pt x="184395" y="1"/>
                    </a:moveTo>
                    <a:cubicBezTo>
                      <a:pt x="183150" y="9468"/>
                      <a:pt x="178309" y="17908"/>
                      <a:pt x="171438" y="23994"/>
                    </a:cubicBezTo>
                    <a:cubicBezTo>
                      <a:pt x="164432" y="30080"/>
                      <a:pt x="155425" y="33812"/>
                      <a:pt x="145498" y="33812"/>
                    </a:cubicBezTo>
                    <a:lnTo>
                      <a:pt x="1" y="33812"/>
                    </a:lnTo>
                    <a:lnTo>
                      <a:pt x="1" y="36517"/>
                    </a:lnTo>
                    <a:lnTo>
                      <a:pt x="145498" y="36517"/>
                    </a:lnTo>
                    <a:cubicBezTo>
                      <a:pt x="156101" y="36517"/>
                      <a:pt x="165785" y="32568"/>
                      <a:pt x="173223" y="26022"/>
                    </a:cubicBezTo>
                    <a:cubicBezTo>
                      <a:pt x="180554" y="19612"/>
                      <a:pt x="185747" y="10469"/>
                      <a:pt x="187100" y="326"/>
                    </a:cubicBezTo>
                    <a:lnTo>
                      <a:pt x="184395"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1" name="Google Shape;4531;p61"/>
              <p:cNvSpPr/>
              <p:nvPr/>
            </p:nvSpPr>
            <p:spPr>
              <a:xfrm>
                <a:off x="2919192" y="3637269"/>
                <a:ext cx="375081" cy="148491"/>
              </a:xfrm>
              <a:custGeom>
                <a:rect b="b" l="l" r="r" t="t"/>
                <a:pathLst>
                  <a:path extrusionOk="0" h="34353" w="86774">
                    <a:moveTo>
                      <a:pt x="0" y="0"/>
                    </a:moveTo>
                    <a:lnTo>
                      <a:pt x="0" y="2705"/>
                    </a:lnTo>
                    <a:lnTo>
                      <a:pt x="45524" y="2705"/>
                    </a:lnTo>
                    <a:cubicBezTo>
                      <a:pt x="54991" y="2705"/>
                      <a:pt x="63674" y="6195"/>
                      <a:pt x="70545" y="11821"/>
                    </a:cubicBezTo>
                    <a:cubicBezTo>
                      <a:pt x="77415" y="17582"/>
                      <a:pt x="82284" y="25454"/>
                      <a:pt x="84177" y="34353"/>
                    </a:cubicBezTo>
                    <a:lnTo>
                      <a:pt x="86774" y="33920"/>
                    </a:lnTo>
                    <a:cubicBezTo>
                      <a:pt x="84854" y="24345"/>
                      <a:pt x="79579" y="15878"/>
                      <a:pt x="72249" y="9792"/>
                    </a:cubicBezTo>
                    <a:cubicBezTo>
                      <a:pt x="65027" y="3706"/>
                      <a:pt x="55668" y="0"/>
                      <a:pt x="45524"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2" name="Google Shape;4532;p61"/>
              <p:cNvSpPr/>
              <p:nvPr/>
            </p:nvSpPr>
            <p:spPr>
              <a:xfrm>
                <a:off x="2233143" y="3637269"/>
                <a:ext cx="621199" cy="11697"/>
              </a:xfrm>
              <a:custGeom>
                <a:rect b="b" l="l" r="r" t="t"/>
                <a:pathLst>
                  <a:path extrusionOk="0" h="2706" w="143713">
                    <a:moveTo>
                      <a:pt x="0" y="0"/>
                    </a:moveTo>
                    <a:lnTo>
                      <a:pt x="0" y="2705"/>
                    </a:lnTo>
                    <a:lnTo>
                      <a:pt x="143712" y="2705"/>
                    </a:lnTo>
                    <a:lnTo>
                      <a:pt x="143712"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3" name="Google Shape;4533;p61"/>
              <p:cNvSpPr/>
              <p:nvPr/>
            </p:nvSpPr>
            <p:spPr>
              <a:xfrm>
                <a:off x="3004568" y="4350566"/>
                <a:ext cx="270028" cy="11697"/>
              </a:xfrm>
              <a:custGeom>
                <a:rect b="b" l="l" r="r" t="t"/>
                <a:pathLst>
                  <a:path extrusionOk="0" h="2706" w="106520">
                    <a:moveTo>
                      <a:pt x="0" y="0"/>
                    </a:moveTo>
                    <a:lnTo>
                      <a:pt x="0" y="2705"/>
                    </a:lnTo>
                    <a:lnTo>
                      <a:pt x="106520" y="2705"/>
                    </a:lnTo>
                    <a:lnTo>
                      <a:pt x="106520"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34" name="Google Shape;4534;p61"/>
            <p:cNvSpPr/>
            <p:nvPr/>
          </p:nvSpPr>
          <p:spPr>
            <a:xfrm rot="5400000">
              <a:off x="2852961" y="3612770"/>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35" name="Google Shape;4535;p61"/>
            <p:cNvCxnSpPr/>
            <p:nvPr/>
          </p:nvCxnSpPr>
          <p:spPr>
            <a:xfrm>
              <a:off x="2887992" y="3555572"/>
              <a:ext cx="0" cy="52500"/>
            </a:xfrm>
            <a:prstGeom prst="straightConnector1">
              <a:avLst/>
            </a:prstGeom>
            <a:noFill/>
            <a:ln cap="flat" cmpd="sng" w="9525">
              <a:solidFill>
                <a:srgbClr val="BAC8D3"/>
              </a:solidFill>
              <a:prstDash val="solid"/>
              <a:round/>
              <a:headEnd len="med" w="med" type="diamond"/>
              <a:tailEnd len="med" w="med" type="none"/>
            </a:ln>
          </p:spPr>
        </p:cxnSp>
        <p:grpSp>
          <p:nvGrpSpPr>
            <p:cNvPr id="4536" name="Google Shape;4536;p61"/>
            <p:cNvGrpSpPr/>
            <p:nvPr/>
          </p:nvGrpSpPr>
          <p:grpSpPr>
            <a:xfrm>
              <a:off x="3173850" y="3779426"/>
              <a:ext cx="145679" cy="70048"/>
              <a:chOff x="3173850" y="3779426"/>
              <a:chExt cx="145679" cy="70048"/>
            </a:xfrm>
          </p:grpSpPr>
          <p:cxnSp>
            <p:nvCxnSpPr>
              <p:cNvPr id="4537" name="Google Shape;4537;p61"/>
              <p:cNvCxnSpPr/>
              <p:nvPr/>
            </p:nvCxnSpPr>
            <p:spPr>
              <a:xfrm rot="10800000">
                <a:off x="3173850" y="3817250"/>
                <a:ext cx="94500" cy="0"/>
              </a:xfrm>
              <a:prstGeom prst="straightConnector1">
                <a:avLst/>
              </a:prstGeom>
              <a:noFill/>
              <a:ln cap="flat" cmpd="sng" w="9525">
                <a:solidFill>
                  <a:srgbClr val="BAC8D3"/>
                </a:solidFill>
                <a:prstDash val="solid"/>
                <a:round/>
                <a:headEnd len="med" w="med" type="none"/>
                <a:tailEnd len="med" w="med" type="diamond"/>
              </a:ln>
            </p:spPr>
          </p:cxnSp>
          <p:sp>
            <p:nvSpPr>
              <p:cNvPr id="4538" name="Google Shape;4538;p61"/>
              <p:cNvSpPr/>
              <p:nvPr/>
            </p:nvSpPr>
            <p:spPr>
              <a:xfrm rot="5400000">
                <a:off x="3254146" y="3784092"/>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39" name="Google Shape;4539;p61"/>
            <p:cNvGrpSpPr/>
            <p:nvPr/>
          </p:nvGrpSpPr>
          <p:grpSpPr>
            <a:xfrm>
              <a:off x="2183288" y="4139483"/>
              <a:ext cx="145133" cy="70048"/>
              <a:chOff x="2183288" y="4139483"/>
              <a:chExt cx="145133" cy="70048"/>
            </a:xfrm>
          </p:grpSpPr>
          <p:cxnSp>
            <p:nvCxnSpPr>
              <p:cNvPr id="4540" name="Google Shape;4540;p61"/>
              <p:cNvCxnSpPr/>
              <p:nvPr/>
            </p:nvCxnSpPr>
            <p:spPr>
              <a:xfrm rot="10800000">
                <a:off x="2239021" y="4174494"/>
                <a:ext cx="89400" cy="0"/>
              </a:xfrm>
              <a:prstGeom prst="straightConnector1">
                <a:avLst/>
              </a:prstGeom>
              <a:noFill/>
              <a:ln cap="flat" cmpd="sng" w="9525">
                <a:solidFill>
                  <a:srgbClr val="BAC8D3"/>
                </a:solidFill>
                <a:prstDash val="solid"/>
                <a:round/>
                <a:headEnd len="med" w="med" type="diamond"/>
                <a:tailEnd len="med" w="med" type="none"/>
              </a:ln>
            </p:spPr>
          </p:cxnSp>
          <p:sp>
            <p:nvSpPr>
              <p:cNvPr id="4541" name="Google Shape;4541;p61"/>
              <p:cNvSpPr/>
              <p:nvPr/>
            </p:nvSpPr>
            <p:spPr>
              <a:xfrm rot="5400000">
                <a:off x="2178622" y="4144149"/>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42" name="Google Shape;4542;p61"/>
            <p:cNvSpPr/>
            <p:nvPr/>
          </p:nvSpPr>
          <p:spPr>
            <a:xfrm rot="5400000">
              <a:off x="2420934" y="3967554"/>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43" name="Google Shape;4543;p61"/>
            <p:cNvCxnSpPr/>
            <p:nvPr/>
          </p:nvCxnSpPr>
          <p:spPr>
            <a:xfrm>
              <a:off x="2455973" y="3911736"/>
              <a:ext cx="0" cy="52500"/>
            </a:xfrm>
            <a:prstGeom prst="straightConnector1">
              <a:avLst/>
            </a:prstGeom>
            <a:noFill/>
            <a:ln cap="flat" cmpd="sng" w="9525">
              <a:solidFill>
                <a:srgbClr val="BAC8D3"/>
              </a:solidFill>
              <a:prstDash val="solid"/>
              <a:round/>
              <a:headEnd len="med" w="med" type="diamond"/>
              <a:tailEnd len="med" w="med" type="none"/>
            </a:ln>
          </p:spPr>
        </p:cxnSp>
        <p:grpSp>
          <p:nvGrpSpPr>
            <p:cNvPr id="4544" name="Google Shape;4544;p61"/>
            <p:cNvGrpSpPr/>
            <p:nvPr/>
          </p:nvGrpSpPr>
          <p:grpSpPr>
            <a:xfrm>
              <a:off x="2943836" y="4268886"/>
              <a:ext cx="60717" cy="122559"/>
              <a:chOff x="2943836" y="4268886"/>
              <a:chExt cx="60717" cy="122559"/>
            </a:xfrm>
          </p:grpSpPr>
          <p:sp>
            <p:nvSpPr>
              <p:cNvPr id="4545" name="Google Shape;4545;p61"/>
              <p:cNvSpPr/>
              <p:nvPr/>
            </p:nvSpPr>
            <p:spPr>
              <a:xfrm rot="5400000">
                <a:off x="2939170" y="4326062"/>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46" name="Google Shape;4546;p61"/>
              <p:cNvCxnSpPr/>
              <p:nvPr/>
            </p:nvCxnSpPr>
            <p:spPr>
              <a:xfrm>
                <a:off x="2974204" y="4268886"/>
                <a:ext cx="0" cy="52500"/>
              </a:xfrm>
              <a:prstGeom prst="straightConnector1">
                <a:avLst/>
              </a:prstGeom>
              <a:noFill/>
              <a:ln cap="flat" cmpd="sng" w="9525">
                <a:solidFill>
                  <a:srgbClr val="BAC8D3"/>
                </a:solidFill>
                <a:prstDash val="solid"/>
                <a:round/>
                <a:headEnd len="med" w="med" type="diamond"/>
                <a:tailEnd len="med" w="med" type="none"/>
              </a:ln>
            </p:spPr>
          </p:cxnSp>
        </p:grpSp>
      </p:grpSp>
      <p:grpSp>
        <p:nvGrpSpPr>
          <p:cNvPr id="4547" name="Google Shape;4547;p61"/>
          <p:cNvGrpSpPr/>
          <p:nvPr/>
        </p:nvGrpSpPr>
        <p:grpSpPr>
          <a:xfrm>
            <a:off x="3409981" y="1290142"/>
            <a:ext cx="1675870" cy="758251"/>
            <a:chOff x="3530532" y="1496185"/>
            <a:chExt cx="1562000" cy="706730"/>
          </a:xfrm>
        </p:grpSpPr>
        <p:cxnSp>
          <p:nvCxnSpPr>
            <p:cNvPr id="4548" name="Google Shape;4548;p61"/>
            <p:cNvCxnSpPr/>
            <p:nvPr/>
          </p:nvCxnSpPr>
          <p:spPr>
            <a:xfrm>
              <a:off x="3583832" y="1857562"/>
              <a:ext cx="1508700" cy="0"/>
            </a:xfrm>
            <a:prstGeom prst="straightConnector1">
              <a:avLst/>
            </a:prstGeom>
            <a:noFill/>
            <a:ln cap="flat" cmpd="sng" w="28575">
              <a:solidFill>
                <a:srgbClr val="A5B7C6"/>
              </a:solidFill>
              <a:prstDash val="solid"/>
              <a:round/>
              <a:headEnd len="med" w="med" type="none"/>
              <a:tailEnd len="med" w="med" type="triangle"/>
            </a:ln>
          </p:spPr>
        </p:cxnSp>
        <p:grpSp>
          <p:nvGrpSpPr>
            <p:cNvPr id="4549" name="Google Shape;4549;p61"/>
            <p:cNvGrpSpPr/>
            <p:nvPr/>
          </p:nvGrpSpPr>
          <p:grpSpPr>
            <a:xfrm>
              <a:off x="3530532" y="1496185"/>
              <a:ext cx="323430" cy="463587"/>
              <a:chOff x="3530532" y="1496185"/>
              <a:chExt cx="323430" cy="463587"/>
            </a:xfrm>
          </p:grpSpPr>
          <p:grpSp>
            <p:nvGrpSpPr>
              <p:cNvPr id="4550" name="Google Shape;4550;p61"/>
              <p:cNvGrpSpPr/>
              <p:nvPr/>
            </p:nvGrpSpPr>
            <p:grpSpPr>
              <a:xfrm>
                <a:off x="3567462" y="1496185"/>
                <a:ext cx="286500" cy="361376"/>
                <a:chOff x="3567462" y="1496185"/>
                <a:chExt cx="286500" cy="361376"/>
              </a:xfrm>
            </p:grpSpPr>
            <p:cxnSp>
              <p:nvCxnSpPr>
                <p:cNvPr id="4551" name="Google Shape;4551;p61"/>
                <p:cNvCxnSpPr/>
                <p:nvPr/>
              </p:nvCxnSpPr>
              <p:spPr>
                <a:xfrm rot="10800000">
                  <a:off x="3626630" y="1565661"/>
                  <a:ext cx="0" cy="291900"/>
                </a:xfrm>
                <a:prstGeom prst="straightConnector1">
                  <a:avLst/>
                </a:prstGeom>
                <a:noFill/>
                <a:ln cap="flat" cmpd="sng" w="28575">
                  <a:solidFill>
                    <a:srgbClr val="A5B7C6"/>
                  </a:solidFill>
                  <a:prstDash val="solid"/>
                  <a:round/>
                  <a:headEnd len="med" w="med" type="none"/>
                  <a:tailEnd len="med" w="med" type="none"/>
                </a:ln>
              </p:spPr>
            </p:cxnSp>
            <p:sp>
              <p:nvSpPr>
                <p:cNvPr id="4552" name="Google Shape;4552;p61"/>
                <p:cNvSpPr/>
                <p:nvPr/>
              </p:nvSpPr>
              <p:spPr>
                <a:xfrm>
                  <a:off x="3567462" y="1496185"/>
                  <a:ext cx="286500" cy="999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53" name="Google Shape;4553;p61"/>
              <p:cNvSpPr/>
              <p:nvPr/>
            </p:nvSpPr>
            <p:spPr>
              <a:xfrm>
                <a:off x="3530532" y="1771972"/>
                <a:ext cx="187800" cy="1878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54" name="Google Shape;4554;p61"/>
            <p:cNvGrpSpPr/>
            <p:nvPr/>
          </p:nvGrpSpPr>
          <p:grpSpPr>
            <a:xfrm>
              <a:off x="3891569" y="1779209"/>
              <a:ext cx="323945" cy="423706"/>
              <a:chOff x="3891569" y="1779209"/>
              <a:chExt cx="323945" cy="423706"/>
            </a:xfrm>
          </p:grpSpPr>
          <p:grpSp>
            <p:nvGrpSpPr>
              <p:cNvPr id="4555" name="Google Shape;4555;p61"/>
              <p:cNvGrpSpPr/>
              <p:nvPr/>
            </p:nvGrpSpPr>
            <p:grpSpPr>
              <a:xfrm>
                <a:off x="3929014" y="1881638"/>
                <a:ext cx="286500" cy="321278"/>
                <a:chOff x="3929014" y="1881638"/>
                <a:chExt cx="286500" cy="321278"/>
              </a:xfrm>
            </p:grpSpPr>
            <p:cxnSp>
              <p:nvCxnSpPr>
                <p:cNvPr id="4556" name="Google Shape;4556;p61"/>
                <p:cNvCxnSpPr/>
                <p:nvPr/>
              </p:nvCxnSpPr>
              <p:spPr>
                <a:xfrm rot="10800000">
                  <a:off x="3988388" y="1881638"/>
                  <a:ext cx="0" cy="291900"/>
                </a:xfrm>
                <a:prstGeom prst="straightConnector1">
                  <a:avLst/>
                </a:prstGeom>
                <a:noFill/>
                <a:ln cap="flat" cmpd="sng" w="28575">
                  <a:solidFill>
                    <a:srgbClr val="A5B7C6"/>
                  </a:solidFill>
                  <a:prstDash val="solid"/>
                  <a:round/>
                  <a:headEnd len="med" w="med" type="none"/>
                  <a:tailEnd len="med" w="med" type="none"/>
                </a:ln>
              </p:spPr>
            </p:cxnSp>
            <p:sp>
              <p:nvSpPr>
                <p:cNvPr id="4557" name="Google Shape;4557;p61"/>
                <p:cNvSpPr/>
                <p:nvPr/>
              </p:nvSpPr>
              <p:spPr>
                <a:xfrm>
                  <a:off x="3929014" y="2103016"/>
                  <a:ext cx="286500" cy="999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58" name="Google Shape;4558;p61"/>
              <p:cNvSpPr/>
              <p:nvPr/>
            </p:nvSpPr>
            <p:spPr>
              <a:xfrm>
                <a:off x="3891569" y="1779209"/>
                <a:ext cx="187800" cy="1878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59" name="Google Shape;4559;p61"/>
            <p:cNvGrpSpPr/>
            <p:nvPr/>
          </p:nvGrpSpPr>
          <p:grpSpPr>
            <a:xfrm>
              <a:off x="4252606" y="1496185"/>
              <a:ext cx="324721" cy="463587"/>
              <a:chOff x="4252606" y="1496185"/>
              <a:chExt cx="324721" cy="463587"/>
            </a:xfrm>
          </p:grpSpPr>
          <p:grpSp>
            <p:nvGrpSpPr>
              <p:cNvPr id="4560" name="Google Shape;4560;p61"/>
              <p:cNvGrpSpPr/>
              <p:nvPr/>
            </p:nvGrpSpPr>
            <p:grpSpPr>
              <a:xfrm>
                <a:off x="4290828" y="1496185"/>
                <a:ext cx="286500" cy="361376"/>
                <a:chOff x="4290828" y="1496185"/>
                <a:chExt cx="286500" cy="361376"/>
              </a:xfrm>
            </p:grpSpPr>
            <p:cxnSp>
              <p:nvCxnSpPr>
                <p:cNvPr id="4561" name="Google Shape;4561;p61"/>
                <p:cNvCxnSpPr/>
                <p:nvPr/>
              </p:nvCxnSpPr>
              <p:spPr>
                <a:xfrm rot="10800000">
                  <a:off x="4349995" y="1565661"/>
                  <a:ext cx="0" cy="291900"/>
                </a:xfrm>
                <a:prstGeom prst="straightConnector1">
                  <a:avLst/>
                </a:prstGeom>
                <a:noFill/>
                <a:ln cap="flat" cmpd="sng" w="28575">
                  <a:solidFill>
                    <a:srgbClr val="A5B7C6"/>
                  </a:solidFill>
                  <a:prstDash val="solid"/>
                  <a:round/>
                  <a:headEnd len="med" w="med" type="none"/>
                  <a:tailEnd len="med" w="med" type="none"/>
                </a:ln>
              </p:spPr>
            </p:cxnSp>
            <p:sp>
              <p:nvSpPr>
                <p:cNvPr id="4562" name="Google Shape;4562;p61"/>
                <p:cNvSpPr/>
                <p:nvPr/>
              </p:nvSpPr>
              <p:spPr>
                <a:xfrm>
                  <a:off x="4290828" y="1496185"/>
                  <a:ext cx="286500" cy="999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63" name="Google Shape;4563;p61"/>
              <p:cNvSpPr/>
              <p:nvPr/>
            </p:nvSpPr>
            <p:spPr>
              <a:xfrm>
                <a:off x="4252606" y="1771972"/>
                <a:ext cx="187800" cy="1878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64" name="Google Shape;4564;p61"/>
            <p:cNvGrpSpPr/>
            <p:nvPr/>
          </p:nvGrpSpPr>
          <p:grpSpPr>
            <a:xfrm>
              <a:off x="4613643" y="1763716"/>
              <a:ext cx="325308" cy="439200"/>
              <a:chOff x="4613643" y="1763716"/>
              <a:chExt cx="325308" cy="439200"/>
            </a:xfrm>
          </p:grpSpPr>
          <p:grpSp>
            <p:nvGrpSpPr>
              <p:cNvPr id="4565" name="Google Shape;4565;p61"/>
              <p:cNvGrpSpPr/>
              <p:nvPr/>
            </p:nvGrpSpPr>
            <p:grpSpPr>
              <a:xfrm>
                <a:off x="4652451" y="1879538"/>
                <a:ext cx="286500" cy="323378"/>
                <a:chOff x="4652451" y="1879538"/>
                <a:chExt cx="286500" cy="323378"/>
              </a:xfrm>
            </p:grpSpPr>
            <p:cxnSp>
              <p:nvCxnSpPr>
                <p:cNvPr id="4566" name="Google Shape;4566;p61"/>
                <p:cNvCxnSpPr/>
                <p:nvPr/>
              </p:nvCxnSpPr>
              <p:spPr>
                <a:xfrm rot="10800000">
                  <a:off x="4707486" y="1879538"/>
                  <a:ext cx="0" cy="294000"/>
                </a:xfrm>
                <a:prstGeom prst="straightConnector1">
                  <a:avLst/>
                </a:prstGeom>
                <a:noFill/>
                <a:ln cap="flat" cmpd="sng" w="28575">
                  <a:solidFill>
                    <a:srgbClr val="A5B7C6"/>
                  </a:solidFill>
                  <a:prstDash val="solid"/>
                  <a:round/>
                  <a:headEnd len="med" w="med" type="none"/>
                  <a:tailEnd len="med" w="med" type="none"/>
                </a:ln>
              </p:spPr>
            </p:cxnSp>
            <p:sp>
              <p:nvSpPr>
                <p:cNvPr id="4567" name="Google Shape;4567;p61"/>
                <p:cNvSpPr/>
                <p:nvPr/>
              </p:nvSpPr>
              <p:spPr>
                <a:xfrm>
                  <a:off x="4652451" y="2103016"/>
                  <a:ext cx="286500" cy="999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68" name="Google Shape;4568;p61"/>
              <p:cNvSpPr/>
              <p:nvPr/>
            </p:nvSpPr>
            <p:spPr>
              <a:xfrm>
                <a:off x="4613643" y="1763716"/>
                <a:ext cx="187800" cy="1878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569" name="Google Shape;4569;p61"/>
          <p:cNvGrpSpPr/>
          <p:nvPr/>
        </p:nvGrpSpPr>
        <p:grpSpPr>
          <a:xfrm>
            <a:off x="3421841" y="2143768"/>
            <a:ext cx="1652173" cy="391517"/>
            <a:chOff x="3512551" y="2358270"/>
            <a:chExt cx="1597383" cy="378533"/>
          </a:xfrm>
        </p:grpSpPr>
        <p:cxnSp>
          <p:nvCxnSpPr>
            <p:cNvPr id="4570" name="Google Shape;4570;p61"/>
            <p:cNvCxnSpPr>
              <a:stCxn id="4571" idx="6"/>
              <a:endCxn id="4572" idx="2"/>
            </p:cNvCxnSpPr>
            <p:nvPr/>
          </p:nvCxnSpPr>
          <p:spPr>
            <a:xfrm>
              <a:off x="3738198" y="2553118"/>
              <a:ext cx="1146000" cy="0"/>
            </a:xfrm>
            <a:prstGeom prst="straightConnector1">
              <a:avLst/>
            </a:prstGeom>
            <a:noFill/>
            <a:ln cap="flat" cmpd="sng" w="19050">
              <a:solidFill>
                <a:srgbClr val="435D74"/>
              </a:solidFill>
              <a:prstDash val="solid"/>
              <a:round/>
              <a:headEnd len="med" w="med" type="none"/>
              <a:tailEnd len="med" w="med" type="none"/>
            </a:ln>
          </p:spPr>
        </p:cxnSp>
        <p:grpSp>
          <p:nvGrpSpPr>
            <p:cNvPr id="4573" name="Google Shape;4573;p61"/>
            <p:cNvGrpSpPr/>
            <p:nvPr/>
          </p:nvGrpSpPr>
          <p:grpSpPr>
            <a:xfrm>
              <a:off x="3512551" y="2358270"/>
              <a:ext cx="225647" cy="307714"/>
              <a:chOff x="2182679" y="2004714"/>
              <a:chExt cx="792300" cy="1080458"/>
            </a:xfrm>
          </p:grpSpPr>
          <p:cxnSp>
            <p:nvCxnSpPr>
              <p:cNvPr id="4574" name="Google Shape;4574;p61"/>
              <p:cNvCxnSpPr>
                <a:stCxn id="4575" idx="0"/>
              </p:cNvCxnSpPr>
              <p:nvPr/>
            </p:nvCxnSpPr>
            <p:spPr>
              <a:xfrm rot="10800000">
                <a:off x="2578961" y="2004714"/>
                <a:ext cx="0" cy="389100"/>
              </a:xfrm>
              <a:prstGeom prst="straightConnector1">
                <a:avLst/>
              </a:prstGeom>
              <a:noFill/>
              <a:ln cap="flat" cmpd="sng" w="9525">
                <a:solidFill>
                  <a:srgbClr val="435D74"/>
                </a:solidFill>
                <a:prstDash val="solid"/>
                <a:round/>
                <a:headEnd len="med" w="med" type="none"/>
                <a:tailEnd len="med" w="med" type="none"/>
              </a:ln>
            </p:spPr>
          </p:cxnSp>
          <p:sp>
            <p:nvSpPr>
              <p:cNvPr id="4571" name="Google Shape;4571;p61"/>
              <p:cNvSpPr/>
              <p:nvPr/>
            </p:nvSpPr>
            <p:spPr>
              <a:xfrm>
                <a:off x="2182679" y="2292572"/>
                <a:ext cx="792300" cy="792600"/>
              </a:xfrm>
              <a:prstGeom prst="ellipse">
                <a:avLst/>
              </a:prstGeom>
              <a:noFill/>
              <a:ln cap="flat" cmpd="sng" w="19050">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5" name="Google Shape;4575;p61"/>
              <p:cNvSpPr/>
              <p:nvPr/>
            </p:nvSpPr>
            <p:spPr>
              <a:xfrm>
                <a:off x="2283911" y="2393814"/>
                <a:ext cx="590100" cy="590100"/>
              </a:xfrm>
              <a:prstGeom prst="ellipse">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76" name="Google Shape;4576;p61"/>
            <p:cNvGrpSpPr/>
            <p:nvPr/>
          </p:nvGrpSpPr>
          <p:grpSpPr>
            <a:xfrm>
              <a:off x="3969644" y="2440153"/>
              <a:ext cx="225853" cy="296651"/>
              <a:chOff x="3775710" y="1729289"/>
              <a:chExt cx="136500" cy="179289"/>
            </a:xfrm>
          </p:grpSpPr>
          <p:cxnSp>
            <p:nvCxnSpPr>
              <p:cNvPr id="4577" name="Google Shape;4577;p61"/>
              <p:cNvCxnSpPr/>
              <p:nvPr/>
            </p:nvCxnSpPr>
            <p:spPr>
              <a:xfrm>
                <a:off x="3843851" y="1848278"/>
                <a:ext cx="0" cy="60300"/>
              </a:xfrm>
              <a:prstGeom prst="straightConnector1">
                <a:avLst/>
              </a:prstGeom>
              <a:noFill/>
              <a:ln cap="flat" cmpd="sng" w="9525">
                <a:solidFill>
                  <a:srgbClr val="435D74"/>
                </a:solidFill>
                <a:prstDash val="solid"/>
                <a:round/>
                <a:headEnd len="med" w="med" type="none"/>
                <a:tailEnd len="med" w="med" type="none"/>
              </a:ln>
            </p:spPr>
          </p:cxnSp>
          <p:sp>
            <p:nvSpPr>
              <p:cNvPr id="4578" name="Google Shape;4578;p61"/>
              <p:cNvSpPr/>
              <p:nvPr/>
            </p:nvSpPr>
            <p:spPr>
              <a:xfrm>
                <a:off x="3775710" y="1729289"/>
                <a:ext cx="136500" cy="136500"/>
              </a:xfrm>
              <a:prstGeom prst="ellipse">
                <a:avLst/>
              </a:prstGeom>
              <a:noFill/>
              <a:ln cap="flat" cmpd="sng" w="19050">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9" name="Google Shape;4579;p61"/>
              <p:cNvSpPr/>
              <p:nvPr/>
            </p:nvSpPr>
            <p:spPr>
              <a:xfrm>
                <a:off x="3793133" y="1746713"/>
                <a:ext cx="101700" cy="101700"/>
              </a:xfrm>
              <a:prstGeom prst="ellipse">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80" name="Google Shape;4580;p61"/>
            <p:cNvGrpSpPr/>
            <p:nvPr/>
          </p:nvGrpSpPr>
          <p:grpSpPr>
            <a:xfrm>
              <a:off x="4427051" y="2358270"/>
              <a:ext cx="225647" cy="307714"/>
              <a:chOff x="5393704" y="2004714"/>
              <a:chExt cx="792300" cy="1080458"/>
            </a:xfrm>
          </p:grpSpPr>
          <p:cxnSp>
            <p:nvCxnSpPr>
              <p:cNvPr id="4581" name="Google Shape;4581;p61"/>
              <p:cNvCxnSpPr>
                <a:stCxn id="4582" idx="0"/>
              </p:cNvCxnSpPr>
              <p:nvPr/>
            </p:nvCxnSpPr>
            <p:spPr>
              <a:xfrm rot="10800000">
                <a:off x="5789986" y="2004714"/>
                <a:ext cx="0" cy="389100"/>
              </a:xfrm>
              <a:prstGeom prst="straightConnector1">
                <a:avLst/>
              </a:prstGeom>
              <a:noFill/>
              <a:ln cap="flat" cmpd="sng" w="9525">
                <a:solidFill>
                  <a:srgbClr val="435D74"/>
                </a:solidFill>
                <a:prstDash val="solid"/>
                <a:round/>
                <a:headEnd len="med" w="med" type="none"/>
                <a:tailEnd len="med" w="med" type="none"/>
              </a:ln>
            </p:spPr>
          </p:cxnSp>
          <p:sp>
            <p:nvSpPr>
              <p:cNvPr id="4583" name="Google Shape;4583;p61"/>
              <p:cNvSpPr/>
              <p:nvPr/>
            </p:nvSpPr>
            <p:spPr>
              <a:xfrm>
                <a:off x="5393704" y="2292572"/>
                <a:ext cx="792300" cy="792600"/>
              </a:xfrm>
              <a:prstGeom prst="ellipse">
                <a:avLst/>
              </a:prstGeom>
              <a:noFill/>
              <a:ln cap="flat" cmpd="sng" w="19050">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2" name="Google Shape;4582;p61"/>
              <p:cNvSpPr/>
              <p:nvPr/>
            </p:nvSpPr>
            <p:spPr>
              <a:xfrm>
                <a:off x="5494936" y="2393814"/>
                <a:ext cx="590100" cy="590100"/>
              </a:xfrm>
              <a:prstGeom prst="ellipse">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84" name="Google Shape;4584;p61"/>
            <p:cNvGrpSpPr/>
            <p:nvPr/>
          </p:nvGrpSpPr>
          <p:grpSpPr>
            <a:xfrm>
              <a:off x="4884287" y="2440252"/>
              <a:ext cx="225647" cy="296532"/>
              <a:chOff x="6999166" y="2292572"/>
              <a:chExt cx="792300" cy="1041192"/>
            </a:xfrm>
          </p:grpSpPr>
          <p:cxnSp>
            <p:nvCxnSpPr>
              <p:cNvPr id="4585" name="Google Shape;4585;p61"/>
              <p:cNvCxnSpPr/>
              <p:nvPr/>
            </p:nvCxnSpPr>
            <p:spPr>
              <a:xfrm>
                <a:off x="7395553" y="2983964"/>
                <a:ext cx="0" cy="349800"/>
              </a:xfrm>
              <a:prstGeom prst="straightConnector1">
                <a:avLst/>
              </a:prstGeom>
              <a:noFill/>
              <a:ln cap="flat" cmpd="sng" w="9525">
                <a:solidFill>
                  <a:srgbClr val="435D74"/>
                </a:solidFill>
                <a:prstDash val="solid"/>
                <a:round/>
                <a:headEnd len="med" w="med" type="none"/>
                <a:tailEnd len="med" w="med" type="none"/>
              </a:ln>
            </p:spPr>
          </p:cxnSp>
          <p:sp>
            <p:nvSpPr>
              <p:cNvPr id="4572" name="Google Shape;4572;p61"/>
              <p:cNvSpPr/>
              <p:nvPr/>
            </p:nvSpPr>
            <p:spPr>
              <a:xfrm>
                <a:off x="6999166" y="2292572"/>
                <a:ext cx="792300" cy="792600"/>
              </a:xfrm>
              <a:prstGeom prst="ellipse">
                <a:avLst/>
              </a:prstGeom>
              <a:noFill/>
              <a:ln cap="flat" cmpd="sng" w="19050">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6" name="Google Shape;4586;p61"/>
              <p:cNvSpPr/>
              <p:nvPr/>
            </p:nvSpPr>
            <p:spPr>
              <a:xfrm>
                <a:off x="7100398" y="2393814"/>
                <a:ext cx="590100" cy="590100"/>
              </a:xfrm>
              <a:prstGeom prst="ellipse">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587" name="Google Shape;4587;p61"/>
          <p:cNvGrpSpPr/>
          <p:nvPr/>
        </p:nvGrpSpPr>
        <p:grpSpPr>
          <a:xfrm>
            <a:off x="6842649" y="979967"/>
            <a:ext cx="1581844" cy="732818"/>
            <a:chOff x="634175" y="2986275"/>
            <a:chExt cx="3147949" cy="1458344"/>
          </a:xfrm>
        </p:grpSpPr>
        <p:cxnSp>
          <p:nvCxnSpPr>
            <p:cNvPr id="4588" name="Google Shape;4588;p61"/>
            <p:cNvCxnSpPr>
              <a:stCxn id="4589" idx="4"/>
              <a:endCxn id="4590" idx="0"/>
            </p:cNvCxnSpPr>
            <p:nvPr/>
          </p:nvCxnSpPr>
          <p:spPr>
            <a:xfrm>
              <a:off x="929975" y="3577875"/>
              <a:ext cx="591300" cy="275100"/>
            </a:xfrm>
            <a:prstGeom prst="straightConnector1">
              <a:avLst/>
            </a:prstGeom>
            <a:noFill/>
            <a:ln cap="flat" cmpd="sng" w="19050">
              <a:solidFill>
                <a:srgbClr val="435D74"/>
              </a:solidFill>
              <a:prstDash val="solid"/>
              <a:round/>
              <a:headEnd len="med" w="med" type="none"/>
              <a:tailEnd len="med" w="med" type="none"/>
            </a:ln>
          </p:spPr>
        </p:cxnSp>
        <p:cxnSp>
          <p:nvCxnSpPr>
            <p:cNvPr id="4591" name="Google Shape;4591;p61"/>
            <p:cNvCxnSpPr>
              <a:stCxn id="4590" idx="0"/>
              <a:endCxn id="4592" idx="4"/>
            </p:cNvCxnSpPr>
            <p:nvPr/>
          </p:nvCxnSpPr>
          <p:spPr>
            <a:xfrm flipH="1" rot="10800000">
              <a:off x="1521366" y="3577919"/>
              <a:ext cx="686700" cy="275100"/>
            </a:xfrm>
            <a:prstGeom prst="straightConnector1">
              <a:avLst/>
            </a:prstGeom>
            <a:noFill/>
            <a:ln cap="flat" cmpd="sng" w="19050">
              <a:solidFill>
                <a:srgbClr val="435D74"/>
              </a:solidFill>
              <a:prstDash val="solid"/>
              <a:round/>
              <a:headEnd len="med" w="med" type="none"/>
              <a:tailEnd len="med" w="med" type="none"/>
            </a:ln>
          </p:spPr>
        </p:cxnSp>
        <p:cxnSp>
          <p:nvCxnSpPr>
            <p:cNvPr id="4593" name="Google Shape;4593;p61"/>
            <p:cNvCxnSpPr>
              <a:stCxn id="4592" idx="4"/>
              <a:endCxn id="4594" idx="0"/>
            </p:cNvCxnSpPr>
            <p:nvPr/>
          </p:nvCxnSpPr>
          <p:spPr>
            <a:xfrm>
              <a:off x="2208152" y="3577875"/>
              <a:ext cx="686700" cy="275100"/>
            </a:xfrm>
            <a:prstGeom prst="straightConnector1">
              <a:avLst/>
            </a:prstGeom>
            <a:noFill/>
            <a:ln cap="flat" cmpd="sng" w="19050">
              <a:solidFill>
                <a:srgbClr val="435D74"/>
              </a:solidFill>
              <a:prstDash val="solid"/>
              <a:round/>
              <a:headEnd len="med" w="med" type="none"/>
              <a:tailEnd len="med" w="med" type="none"/>
            </a:ln>
          </p:spPr>
        </p:cxnSp>
        <p:cxnSp>
          <p:nvCxnSpPr>
            <p:cNvPr id="4595" name="Google Shape;4595;p61"/>
            <p:cNvCxnSpPr>
              <a:stCxn id="4594" idx="0"/>
              <a:endCxn id="4596" idx="4"/>
            </p:cNvCxnSpPr>
            <p:nvPr/>
          </p:nvCxnSpPr>
          <p:spPr>
            <a:xfrm flipH="1" rot="10800000">
              <a:off x="2894933" y="3577918"/>
              <a:ext cx="591300" cy="275100"/>
            </a:xfrm>
            <a:prstGeom prst="straightConnector1">
              <a:avLst/>
            </a:prstGeom>
            <a:noFill/>
            <a:ln cap="flat" cmpd="sng" w="19050">
              <a:solidFill>
                <a:srgbClr val="435D74"/>
              </a:solidFill>
              <a:prstDash val="solid"/>
              <a:round/>
              <a:headEnd len="med" w="med" type="none"/>
              <a:tailEnd len="med" w="med" type="none"/>
            </a:ln>
          </p:spPr>
        </p:cxnSp>
        <p:sp>
          <p:nvSpPr>
            <p:cNvPr id="4596" name="Google Shape;4596;p61"/>
            <p:cNvSpPr/>
            <p:nvPr/>
          </p:nvSpPr>
          <p:spPr>
            <a:xfrm>
              <a:off x="3190524" y="2986275"/>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4592" name="Google Shape;4592;p61"/>
            <p:cNvSpPr/>
            <p:nvPr/>
          </p:nvSpPr>
          <p:spPr>
            <a:xfrm>
              <a:off x="1912352" y="2986275"/>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4589" name="Google Shape;4589;p61"/>
            <p:cNvSpPr/>
            <p:nvPr/>
          </p:nvSpPr>
          <p:spPr>
            <a:xfrm>
              <a:off x="634175" y="2986275"/>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4594" name="Google Shape;4594;p61"/>
            <p:cNvSpPr/>
            <p:nvPr/>
          </p:nvSpPr>
          <p:spPr>
            <a:xfrm>
              <a:off x="2599133" y="3853018"/>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4590" name="Google Shape;4590;p61"/>
            <p:cNvSpPr/>
            <p:nvPr/>
          </p:nvSpPr>
          <p:spPr>
            <a:xfrm>
              <a:off x="1225566" y="3853019"/>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grpSp>
      <p:grpSp>
        <p:nvGrpSpPr>
          <p:cNvPr id="4597" name="Google Shape;4597;p61"/>
          <p:cNvGrpSpPr/>
          <p:nvPr/>
        </p:nvGrpSpPr>
        <p:grpSpPr>
          <a:xfrm>
            <a:off x="3410364" y="2674277"/>
            <a:ext cx="1675128" cy="313674"/>
            <a:chOff x="998425" y="1182125"/>
            <a:chExt cx="1065400" cy="199500"/>
          </a:xfrm>
        </p:grpSpPr>
        <p:sp>
          <p:nvSpPr>
            <p:cNvPr id="4598" name="Google Shape;4598;p61"/>
            <p:cNvSpPr/>
            <p:nvPr/>
          </p:nvSpPr>
          <p:spPr>
            <a:xfrm>
              <a:off x="998425" y="1182125"/>
              <a:ext cx="1065400" cy="199500"/>
            </a:xfrm>
            <a:custGeom>
              <a:rect b="b" l="l" r="r" t="t"/>
              <a:pathLst>
                <a:path extrusionOk="0" h="7980" w="42616">
                  <a:moveTo>
                    <a:pt x="4324" y="1"/>
                  </a:moveTo>
                  <a:cubicBezTo>
                    <a:pt x="3159" y="1"/>
                    <a:pt x="1997" y="512"/>
                    <a:pt x="1246" y="1424"/>
                  </a:cubicBezTo>
                  <a:cubicBezTo>
                    <a:pt x="180" y="2720"/>
                    <a:pt x="1" y="4577"/>
                    <a:pt x="867" y="6031"/>
                  </a:cubicBezTo>
                  <a:cubicBezTo>
                    <a:pt x="1600" y="7262"/>
                    <a:pt x="2935" y="7980"/>
                    <a:pt x="4331" y="7980"/>
                  </a:cubicBezTo>
                  <a:cubicBezTo>
                    <a:pt x="4576" y="7980"/>
                    <a:pt x="4822" y="7958"/>
                    <a:pt x="5067" y="7913"/>
                  </a:cubicBezTo>
                  <a:cubicBezTo>
                    <a:pt x="6219" y="7700"/>
                    <a:pt x="7170" y="6971"/>
                    <a:pt x="7733" y="6006"/>
                  </a:cubicBezTo>
                  <a:cubicBezTo>
                    <a:pt x="8105" y="5370"/>
                    <a:pt x="8773" y="4970"/>
                    <a:pt x="9508" y="4970"/>
                  </a:cubicBezTo>
                  <a:lnTo>
                    <a:pt x="10488" y="4970"/>
                  </a:lnTo>
                  <a:cubicBezTo>
                    <a:pt x="11237" y="4970"/>
                    <a:pt x="11919" y="5376"/>
                    <a:pt x="12300" y="6020"/>
                  </a:cubicBezTo>
                  <a:lnTo>
                    <a:pt x="12307" y="6031"/>
                  </a:lnTo>
                  <a:cubicBezTo>
                    <a:pt x="13039" y="7262"/>
                    <a:pt x="14375" y="7980"/>
                    <a:pt x="15771" y="7980"/>
                  </a:cubicBezTo>
                  <a:cubicBezTo>
                    <a:pt x="16016" y="7980"/>
                    <a:pt x="16262" y="7958"/>
                    <a:pt x="16507" y="7913"/>
                  </a:cubicBezTo>
                  <a:cubicBezTo>
                    <a:pt x="17658" y="7700"/>
                    <a:pt x="18610" y="6971"/>
                    <a:pt x="19173" y="6006"/>
                  </a:cubicBezTo>
                  <a:cubicBezTo>
                    <a:pt x="19545" y="5370"/>
                    <a:pt x="20213" y="4970"/>
                    <a:pt x="20946" y="4970"/>
                  </a:cubicBezTo>
                  <a:lnTo>
                    <a:pt x="21928" y="4970"/>
                  </a:lnTo>
                  <a:cubicBezTo>
                    <a:pt x="22677" y="4970"/>
                    <a:pt x="23359" y="5376"/>
                    <a:pt x="23740" y="6020"/>
                  </a:cubicBezTo>
                  <a:lnTo>
                    <a:pt x="23747" y="6031"/>
                  </a:lnTo>
                  <a:cubicBezTo>
                    <a:pt x="24479" y="7262"/>
                    <a:pt x="25815" y="7980"/>
                    <a:pt x="27210" y="7980"/>
                  </a:cubicBezTo>
                  <a:cubicBezTo>
                    <a:pt x="27454" y="7980"/>
                    <a:pt x="27700" y="7958"/>
                    <a:pt x="27945" y="7913"/>
                  </a:cubicBezTo>
                  <a:cubicBezTo>
                    <a:pt x="29098" y="7700"/>
                    <a:pt x="30048" y="6971"/>
                    <a:pt x="30613" y="6006"/>
                  </a:cubicBezTo>
                  <a:cubicBezTo>
                    <a:pt x="30985" y="5370"/>
                    <a:pt x="31652" y="4970"/>
                    <a:pt x="32388" y="4970"/>
                  </a:cubicBezTo>
                  <a:lnTo>
                    <a:pt x="33368" y="4970"/>
                  </a:lnTo>
                  <a:cubicBezTo>
                    <a:pt x="34117" y="4970"/>
                    <a:pt x="34799" y="5376"/>
                    <a:pt x="35180" y="6020"/>
                  </a:cubicBezTo>
                  <a:lnTo>
                    <a:pt x="35187" y="6031"/>
                  </a:lnTo>
                  <a:cubicBezTo>
                    <a:pt x="35920" y="7262"/>
                    <a:pt x="37255" y="7980"/>
                    <a:pt x="38651" y="7980"/>
                  </a:cubicBezTo>
                  <a:cubicBezTo>
                    <a:pt x="38896" y="7980"/>
                    <a:pt x="39142" y="7958"/>
                    <a:pt x="39387" y="7913"/>
                  </a:cubicBezTo>
                  <a:cubicBezTo>
                    <a:pt x="41256" y="7567"/>
                    <a:pt x="42594" y="5866"/>
                    <a:pt x="42615" y="3993"/>
                  </a:cubicBezTo>
                  <a:cubicBezTo>
                    <a:pt x="42599" y="2323"/>
                    <a:pt x="41557" y="833"/>
                    <a:pt x="39994" y="246"/>
                  </a:cubicBezTo>
                  <a:cubicBezTo>
                    <a:pt x="39559" y="81"/>
                    <a:pt x="39100" y="2"/>
                    <a:pt x="38642" y="2"/>
                  </a:cubicBezTo>
                  <a:cubicBezTo>
                    <a:pt x="37477" y="2"/>
                    <a:pt x="36315" y="513"/>
                    <a:pt x="35565" y="1426"/>
                  </a:cubicBezTo>
                  <a:cubicBezTo>
                    <a:pt x="35428" y="1592"/>
                    <a:pt x="35304" y="1770"/>
                    <a:pt x="35195" y="1957"/>
                  </a:cubicBezTo>
                  <a:cubicBezTo>
                    <a:pt x="34817" y="2606"/>
                    <a:pt x="34133" y="3018"/>
                    <a:pt x="33382" y="3018"/>
                  </a:cubicBezTo>
                  <a:lnTo>
                    <a:pt x="32420" y="3018"/>
                  </a:lnTo>
                  <a:cubicBezTo>
                    <a:pt x="31683" y="3018"/>
                    <a:pt x="30996" y="2632"/>
                    <a:pt x="30624" y="1994"/>
                  </a:cubicBezTo>
                  <a:cubicBezTo>
                    <a:pt x="30157" y="1190"/>
                    <a:pt x="29425" y="572"/>
                    <a:pt x="28556" y="244"/>
                  </a:cubicBezTo>
                  <a:cubicBezTo>
                    <a:pt x="28121" y="80"/>
                    <a:pt x="27663" y="1"/>
                    <a:pt x="27205" y="1"/>
                  </a:cubicBezTo>
                  <a:cubicBezTo>
                    <a:pt x="26039" y="1"/>
                    <a:pt x="24877" y="513"/>
                    <a:pt x="24125" y="1426"/>
                  </a:cubicBezTo>
                  <a:cubicBezTo>
                    <a:pt x="23989" y="1592"/>
                    <a:pt x="23865" y="1770"/>
                    <a:pt x="23755" y="1957"/>
                  </a:cubicBezTo>
                  <a:cubicBezTo>
                    <a:pt x="23377" y="2606"/>
                    <a:pt x="22695" y="3018"/>
                    <a:pt x="21944" y="3018"/>
                  </a:cubicBezTo>
                  <a:lnTo>
                    <a:pt x="20981" y="3018"/>
                  </a:lnTo>
                  <a:cubicBezTo>
                    <a:pt x="20243" y="3018"/>
                    <a:pt x="19556" y="2632"/>
                    <a:pt x="19185" y="1994"/>
                  </a:cubicBezTo>
                  <a:cubicBezTo>
                    <a:pt x="18717" y="1190"/>
                    <a:pt x="17987" y="572"/>
                    <a:pt x="17116" y="244"/>
                  </a:cubicBezTo>
                  <a:cubicBezTo>
                    <a:pt x="16681" y="80"/>
                    <a:pt x="16223" y="1"/>
                    <a:pt x="15766" y="1"/>
                  </a:cubicBezTo>
                  <a:cubicBezTo>
                    <a:pt x="14600" y="1"/>
                    <a:pt x="13437" y="513"/>
                    <a:pt x="12686" y="1426"/>
                  </a:cubicBezTo>
                  <a:cubicBezTo>
                    <a:pt x="12549" y="1592"/>
                    <a:pt x="12425" y="1770"/>
                    <a:pt x="12316" y="1957"/>
                  </a:cubicBezTo>
                  <a:cubicBezTo>
                    <a:pt x="11937" y="2606"/>
                    <a:pt x="11255" y="3016"/>
                    <a:pt x="10504" y="3016"/>
                  </a:cubicBezTo>
                  <a:lnTo>
                    <a:pt x="9541" y="3016"/>
                  </a:lnTo>
                  <a:cubicBezTo>
                    <a:pt x="8805" y="3016"/>
                    <a:pt x="8116" y="2632"/>
                    <a:pt x="7745" y="1994"/>
                  </a:cubicBezTo>
                  <a:cubicBezTo>
                    <a:pt x="7277" y="1190"/>
                    <a:pt x="6547" y="572"/>
                    <a:pt x="5676" y="244"/>
                  </a:cubicBezTo>
                  <a:cubicBezTo>
                    <a:pt x="5241" y="80"/>
                    <a:pt x="4782" y="1"/>
                    <a:pt x="432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9" name="Google Shape;4599;p61"/>
            <p:cNvSpPr/>
            <p:nvPr/>
          </p:nvSpPr>
          <p:spPr>
            <a:xfrm>
              <a:off x="1017250" y="1193175"/>
              <a:ext cx="177475" cy="177500"/>
            </a:xfrm>
            <a:custGeom>
              <a:rect b="b" l="l" r="r" t="t"/>
              <a:pathLst>
                <a:path extrusionOk="0" h="7100" w="7099">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0" name="Google Shape;4600;p61"/>
            <p:cNvSpPr/>
            <p:nvPr/>
          </p:nvSpPr>
          <p:spPr>
            <a:xfrm>
              <a:off x="1303250" y="1193175"/>
              <a:ext cx="177475" cy="177500"/>
            </a:xfrm>
            <a:custGeom>
              <a:rect b="b" l="l" r="r" t="t"/>
              <a:pathLst>
                <a:path extrusionOk="0" h="7100" w="7099">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1" name="Google Shape;4601;p61"/>
            <p:cNvSpPr/>
            <p:nvPr/>
          </p:nvSpPr>
          <p:spPr>
            <a:xfrm>
              <a:off x="1589250" y="1193175"/>
              <a:ext cx="177475" cy="177500"/>
            </a:xfrm>
            <a:custGeom>
              <a:rect b="b" l="l" r="r" t="t"/>
              <a:pathLst>
                <a:path extrusionOk="0" h="7100" w="7099">
                  <a:moveTo>
                    <a:pt x="3549" y="1"/>
                  </a:moveTo>
                  <a:cubicBezTo>
                    <a:pt x="1589" y="1"/>
                    <a:pt x="0" y="1589"/>
                    <a:pt x="0" y="3551"/>
                  </a:cubicBezTo>
                  <a:cubicBezTo>
                    <a:pt x="0" y="5511"/>
                    <a:pt x="1589" y="7099"/>
                    <a:pt x="3549" y="7099"/>
                  </a:cubicBezTo>
                  <a:cubicBezTo>
                    <a:pt x="5510" y="7099"/>
                    <a:pt x="7099" y="5511"/>
                    <a:pt x="7099" y="3551"/>
                  </a:cubicBezTo>
                  <a:cubicBezTo>
                    <a:pt x="7099" y="1589"/>
                    <a:pt x="5510" y="1"/>
                    <a:pt x="3549"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2" name="Google Shape;4602;p61"/>
            <p:cNvSpPr/>
            <p:nvPr/>
          </p:nvSpPr>
          <p:spPr>
            <a:xfrm>
              <a:off x="1875200" y="1193175"/>
              <a:ext cx="177525" cy="177500"/>
            </a:xfrm>
            <a:custGeom>
              <a:rect b="b" l="l" r="r" t="t"/>
              <a:pathLst>
                <a:path extrusionOk="0" h="7100" w="7101">
                  <a:moveTo>
                    <a:pt x="3551" y="1"/>
                  </a:moveTo>
                  <a:cubicBezTo>
                    <a:pt x="1590" y="1"/>
                    <a:pt x="0" y="1589"/>
                    <a:pt x="0" y="3551"/>
                  </a:cubicBezTo>
                  <a:cubicBezTo>
                    <a:pt x="0" y="5511"/>
                    <a:pt x="1590" y="7099"/>
                    <a:pt x="3551" y="7099"/>
                  </a:cubicBezTo>
                  <a:cubicBezTo>
                    <a:pt x="5511" y="7099"/>
                    <a:pt x="7101" y="5511"/>
                    <a:pt x="7101" y="3551"/>
                  </a:cubicBezTo>
                  <a:cubicBezTo>
                    <a:pt x="7101" y="1589"/>
                    <a:pt x="5511" y="1"/>
                    <a:pt x="355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03" name="Google Shape;4603;p61"/>
          <p:cNvGrpSpPr/>
          <p:nvPr/>
        </p:nvGrpSpPr>
        <p:grpSpPr>
          <a:xfrm>
            <a:off x="3410363" y="3630244"/>
            <a:ext cx="1675129" cy="525345"/>
            <a:chOff x="5194708" y="3484366"/>
            <a:chExt cx="3148148" cy="987304"/>
          </a:xfrm>
        </p:grpSpPr>
        <p:grpSp>
          <p:nvGrpSpPr>
            <p:cNvPr id="4604" name="Google Shape;4604;p61"/>
            <p:cNvGrpSpPr/>
            <p:nvPr/>
          </p:nvGrpSpPr>
          <p:grpSpPr>
            <a:xfrm>
              <a:off x="7531521" y="3484366"/>
              <a:ext cx="811335" cy="987304"/>
              <a:chOff x="3379425" y="1617275"/>
              <a:chExt cx="1090650" cy="1327200"/>
            </a:xfrm>
          </p:grpSpPr>
          <p:sp>
            <p:nvSpPr>
              <p:cNvPr id="4605" name="Google Shape;4605;p61"/>
              <p:cNvSpPr/>
              <p:nvPr/>
            </p:nvSpPr>
            <p:spPr>
              <a:xfrm>
                <a:off x="3554475" y="1792400"/>
                <a:ext cx="740475" cy="740375"/>
              </a:xfrm>
              <a:custGeom>
                <a:rect b="b" l="l" r="r" t="t"/>
                <a:pathLst>
                  <a:path extrusionOk="0" h="29615" w="29619">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6" name="Google Shape;4606;p61"/>
              <p:cNvSpPr/>
              <p:nvPr/>
            </p:nvSpPr>
            <p:spPr>
              <a:xfrm>
                <a:off x="3379425" y="1617275"/>
                <a:ext cx="1090650" cy="1273950"/>
              </a:xfrm>
              <a:custGeom>
                <a:rect b="b" l="l" r="r" t="t"/>
                <a:pathLst>
                  <a:path extrusionOk="0" h="50958" w="43626">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5" y="42750"/>
                    </a:cubicBezTo>
                    <a:lnTo>
                      <a:pt x="20935" y="50957"/>
                    </a:lnTo>
                    <a:lnTo>
                      <a:pt x="22691" y="50942"/>
                    </a:lnTo>
                    <a:lnTo>
                      <a:pt x="22691" y="43610"/>
                    </a:lnTo>
                    <a:cubicBezTo>
                      <a:pt x="34312" y="43147"/>
                      <a:pt x="43626" y="33547"/>
                      <a:pt x="43626" y="21814"/>
                    </a:cubicBezTo>
                    <a:cubicBezTo>
                      <a:pt x="43626" y="9785"/>
                      <a:pt x="33841" y="0"/>
                      <a:pt x="21811"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7" name="Google Shape;4607;p61"/>
              <p:cNvSpPr/>
              <p:nvPr/>
            </p:nvSpPr>
            <p:spPr>
              <a:xfrm>
                <a:off x="3775050" y="2771175"/>
                <a:ext cx="300875" cy="173300"/>
              </a:xfrm>
              <a:custGeom>
                <a:rect b="b" l="l" r="r" t="t"/>
                <a:pathLst>
                  <a:path extrusionOk="0" h="6932" w="12035">
                    <a:moveTo>
                      <a:pt x="11087" y="1"/>
                    </a:moveTo>
                    <a:cubicBezTo>
                      <a:pt x="10861" y="1"/>
                      <a:pt x="10636" y="87"/>
                      <a:pt x="10465" y="260"/>
                    </a:cubicBezTo>
                    <a:lnTo>
                      <a:pt x="6866" y="3859"/>
                    </a:lnTo>
                    <a:lnTo>
                      <a:pt x="5979" y="4742"/>
                    </a:lnTo>
                    <a:lnTo>
                      <a:pt x="5110" y="3874"/>
                    </a:lnTo>
                    <a:lnTo>
                      <a:pt x="1496" y="260"/>
                    </a:lnTo>
                    <a:cubicBezTo>
                      <a:pt x="1342" y="153"/>
                      <a:pt x="1166" y="102"/>
                      <a:pt x="990" y="102"/>
                    </a:cubicBezTo>
                    <a:cubicBezTo>
                      <a:pt x="731" y="102"/>
                      <a:pt x="475" y="214"/>
                      <a:pt x="298" y="427"/>
                    </a:cubicBezTo>
                    <a:cubicBezTo>
                      <a:pt x="1" y="783"/>
                      <a:pt x="23" y="1306"/>
                      <a:pt x="350" y="1636"/>
                    </a:cubicBezTo>
                    <a:lnTo>
                      <a:pt x="5389" y="6675"/>
                    </a:lnTo>
                    <a:cubicBezTo>
                      <a:pt x="5559" y="6846"/>
                      <a:pt x="5784" y="6931"/>
                      <a:pt x="6009" y="6931"/>
                    </a:cubicBezTo>
                    <a:cubicBezTo>
                      <a:pt x="6234" y="6931"/>
                      <a:pt x="6459" y="6846"/>
                      <a:pt x="6632" y="6675"/>
                    </a:cubicBezTo>
                    <a:lnTo>
                      <a:pt x="11667" y="1636"/>
                    </a:lnTo>
                    <a:cubicBezTo>
                      <a:pt x="12016" y="1250"/>
                      <a:pt x="12034" y="668"/>
                      <a:pt x="11712" y="260"/>
                    </a:cubicBezTo>
                    <a:cubicBezTo>
                      <a:pt x="11539" y="87"/>
                      <a:pt x="11313" y="1"/>
                      <a:pt x="11087"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08" name="Google Shape;4608;p61"/>
            <p:cNvGrpSpPr/>
            <p:nvPr/>
          </p:nvGrpSpPr>
          <p:grpSpPr>
            <a:xfrm>
              <a:off x="6752546" y="3484366"/>
              <a:ext cx="811428" cy="987304"/>
              <a:chOff x="2332275" y="1617275"/>
              <a:chExt cx="1090775" cy="1327200"/>
            </a:xfrm>
          </p:grpSpPr>
          <p:sp>
            <p:nvSpPr>
              <p:cNvPr id="4609" name="Google Shape;4609;p61"/>
              <p:cNvSpPr/>
              <p:nvPr/>
            </p:nvSpPr>
            <p:spPr>
              <a:xfrm>
                <a:off x="2507425" y="1792400"/>
                <a:ext cx="740375" cy="740375"/>
              </a:xfrm>
              <a:custGeom>
                <a:rect b="b" l="l" r="r" t="t"/>
                <a:pathLst>
                  <a:path extrusionOk="0" h="29615" w="29615">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0" name="Google Shape;4610;p61"/>
              <p:cNvSpPr/>
              <p:nvPr/>
            </p:nvSpPr>
            <p:spPr>
              <a:xfrm>
                <a:off x="2332275" y="1617275"/>
                <a:ext cx="1090775" cy="1273950"/>
              </a:xfrm>
              <a:custGeom>
                <a:rect b="b" l="l" r="r" t="t"/>
                <a:pathLst>
                  <a:path extrusionOk="0" h="50958" w="43631">
                    <a:moveTo>
                      <a:pt x="21816" y="0"/>
                    </a:moveTo>
                    <a:cubicBezTo>
                      <a:pt x="9786" y="0"/>
                      <a:pt x="1" y="9788"/>
                      <a:pt x="1" y="21814"/>
                    </a:cubicBezTo>
                    <a:cubicBezTo>
                      <a:pt x="12" y="22289"/>
                      <a:pt x="402" y="22672"/>
                      <a:pt x="880" y="22672"/>
                    </a:cubicBezTo>
                    <a:cubicBezTo>
                      <a:pt x="1355" y="22672"/>
                      <a:pt x="1745" y="22289"/>
                      <a:pt x="1756" y="21814"/>
                    </a:cubicBezTo>
                    <a:cubicBezTo>
                      <a:pt x="1756" y="10757"/>
                      <a:pt x="10754" y="1755"/>
                      <a:pt x="21812" y="1755"/>
                    </a:cubicBezTo>
                    <a:cubicBezTo>
                      <a:pt x="32869" y="1755"/>
                      <a:pt x="41871" y="10753"/>
                      <a:pt x="41871" y="21814"/>
                    </a:cubicBezTo>
                    <a:cubicBezTo>
                      <a:pt x="41871" y="32872"/>
                      <a:pt x="32873" y="41870"/>
                      <a:pt x="21816" y="41870"/>
                    </a:cubicBezTo>
                    <a:cubicBezTo>
                      <a:pt x="21329" y="41870"/>
                      <a:pt x="20936" y="42263"/>
                      <a:pt x="20936" y="42750"/>
                    </a:cubicBezTo>
                    <a:lnTo>
                      <a:pt x="20936" y="50957"/>
                    </a:lnTo>
                    <a:lnTo>
                      <a:pt x="22691" y="50942"/>
                    </a:lnTo>
                    <a:lnTo>
                      <a:pt x="22691" y="43610"/>
                    </a:lnTo>
                    <a:cubicBezTo>
                      <a:pt x="34317" y="43147"/>
                      <a:pt x="43630" y="33547"/>
                      <a:pt x="43627" y="21814"/>
                    </a:cubicBezTo>
                    <a:cubicBezTo>
                      <a:pt x="43627" y="9785"/>
                      <a:pt x="33842" y="0"/>
                      <a:pt x="21816"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1" name="Google Shape;4611;p61"/>
              <p:cNvSpPr/>
              <p:nvPr/>
            </p:nvSpPr>
            <p:spPr>
              <a:xfrm>
                <a:off x="2727925" y="2771175"/>
                <a:ext cx="300950" cy="173300"/>
              </a:xfrm>
              <a:custGeom>
                <a:rect b="b" l="l" r="r" t="t"/>
                <a:pathLst>
                  <a:path extrusionOk="0" h="6932" w="12038">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7" y="427"/>
                    </a:cubicBezTo>
                    <a:cubicBezTo>
                      <a:pt x="1" y="783"/>
                      <a:pt x="27" y="1306"/>
                      <a:pt x="353" y="1636"/>
                    </a:cubicBezTo>
                    <a:lnTo>
                      <a:pt x="5388" y="6675"/>
                    </a:lnTo>
                    <a:cubicBezTo>
                      <a:pt x="5561" y="6846"/>
                      <a:pt x="5785" y="6931"/>
                      <a:pt x="6010" y="6931"/>
                    </a:cubicBezTo>
                    <a:cubicBezTo>
                      <a:pt x="6234" y="6931"/>
                      <a:pt x="6459" y="6846"/>
                      <a:pt x="6632" y="6675"/>
                    </a:cubicBezTo>
                    <a:lnTo>
                      <a:pt x="11667" y="1636"/>
                    </a:lnTo>
                    <a:cubicBezTo>
                      <a:pt x="12019" y="1250"/>
                      <a:pt x="12038" y="668"/>
                      <a:pt x="11711" y="260"/>
                    </a:cubicBezTo>
                    <a:cubicBezTo>
                      <a:pt x="11539" y="87"/>
                      <a:pt x="11313" y="1"/>
                      <a:pt x="11088"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12" name="Google Shape;4612;p61"/>
            <p:cNvGrpSpPr/>
            <p:nvPr/>
          </p:nvGrpSpPr>
          <p:grpSpPr>
            <a:xfrm>
              <a:off x="5973664" y="3484366"/>
              <a:ext cx="811335" cy="987304"/>
              <a:chOff x="1285250" y="1617275"/>
              <a:chExt cx="1090650" cy="1327200"/>
            </a:xfrm>
          </p:grpSpPr>
          <p:sp>
            <p:nvSpPr>
              <p:cNvPr id="4613" name="Google Shape;4613;p61"/>
              <p:cNvSpPr/>
              <p:nvPr/>
            </p:nvSpPr>
            <p:spPr>
              <a:xfrm>
                <a:off x="1460300" y="1792400"/>
                <a:ext cx="740475" cy="740375"/>
              </a:xfrm>
              <a:custGeom>
                <a:rect b="b" l="l" r="r" t="t"/>
                <a:pathLst>
                  <a:path extrusionOk="0" h="29615" w="29619">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4" name="Google Shape;4614;p61"/>
              <p:cNvSpPr/>
              <p:nvPr/>
            </p:nvSpPr>
            <p:spPr>
              <a:xfrm>
                <a:off x="1285250" y="1617275"/>
                <a:ext cx="1090650" cy="1273950"/>
              </a:xfrm>
              <a:custGeom>
                <a:rect b="b" l="l" r="r" t="t"/>
                <a:pathLst>
                  <a:path extrusionOk="0" h="50958" w="43626">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6" y="42750"/>
                    </a:cubicBezTo>
                    <a:lnTo>
                      <a:pt x="20936" y="50957"/>
                    </a:lnTo>
                    <a:lnTo>
                      <a:pt x="22691" y="50942"/>
                    </a:lnTo>
                    <a:lnTo>
                      <a:pt x="22691" y="43610"/>
                    </a:lnTo>
                    <a:cubicBezTo>
                      <a:pt x="34312" y="43147"/>
                      <a:pt x="43626" y="33547"/>
                      <a:pt x="43626" y="21814"/>
                    </a:cubicBezTo>
                    <a:cubicBezTo>
                      <a:pt x="43626" y="9785"/>
                      <a:pt x="33841" y="0"/>
                      <a:pt x="21811"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5" name="Google Shape;4615;p61"/>
              <p:cNvSpPr/>
              <p:nvPr/>
            </p:nvSpPr>
            <p:spPr>
              <a:xfrm>
                <a:off x="1680900" y="2771175"/>
                <a:ext cx="300850" cy="173300"/>
              </a:xfrm>
              <a:custGeom>
                <a:rect b="b" l="l" r="r" t="t"/>
                <a:pathLst>
                  <a:path extrusionOk="0" h="6932" w="12034">
                    <a:moveTo>
                      <a:pt x="11086" y="1"/>
                    </a:moveTo>
                    <a:cubicBezTo>
                      <a:pt x="10860" y="1"/>
                      <a:pt x="10635" y="87"/>
                      <a:pt x="10464" y="260"/>
                    </a:cubicBezTo>
                    <a:lnTo>
                      <a:pt x="6865" y="3859"/>
                    </a:lnTo>
                    <a:lnTo>
                      <a:pt x="5978" y="4742"/>
                    </a:lnTo>
                    <a:lnTo>
                      <a:pt x="5110" y="3874"/>
                    </a:lnTo>
                    <a:lnTo>
                      <a:pt x="1495" y="260"/>
                    </a:lnTo>
                    <a:cubicBezTo>
                      <a:pt x="1341" y="153"/>
                      <a:pt x="1165" y="102"/>
                      <a:pt x="989" y="102"/>
                    </a:cubicBezTo>
                    <a:cubicBezTo>
                      <a:pt x="730" y="102"/>
                      <a:pt x="474" y="214"/>
                      <a:pt x="297" y="427"/>
                    </a:cubicBezTo>
                    <a:cubicBezTo>
                      <a:pt x="0" y="783"/>
                      <a:pt x="22" y="1306"/>
                      <a:pt x="349" y="1636"/>
                    </a:cubicBezTo>
                    <a:lnTo>
                      <a:pt x="5388" y="6675"/>
                    </a:lnTo>
                    <a:cubicBezTo>
                      <a:pt x="5559" y="6846"/>
                      <a:pt x="5783" y="6931"/>
                      <a:pt x="6008" y="6931"/>
                    </a:cubicBezTo>
                    <a:cubicBezTo>
                      <a:pt x="6233" y="6931"/>
                      <a:pt x="6458" y="6846"/>
                      <a:pt x="6631" y="6675"/>
                    </a:cubicBezTo>
                    <a:lnTo>
                      <a:pt x="11666" y="1636"/>
                    </a:lnTo>
                    <a:cubicBezTo>
                      <a:pt x="12015" y="1250"/>
                      <a:pt x="12034" y="668"/>
                      <a:pt x="11711" y="260"/>
                    </a:cubicBezTo>
                    <a:cubicBezTo>
                      <a:pt x="11538" y="87"/>
                      <a:pt x="11312" y="1"/>
                      <a:pt x="11086"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16" name="Google Shape;4616;p61"/>
            <p:cNvGrpSpPr/>
            <p:nvPr/>
          </p:nvGrpSpPr>
          <p:grpSpPr>
            <a:xfrm>
              <a:off x="5194708" y="3484366"/>
              <a:ext cx="811409" cy="987304"/>
              <a:chOff x="238125" y="1617275"/>
              <a:chExt cx="1090750" cy="1327200"/>
            </a:xfrm>
          </p:grpSpPr>
          <p:sp>
            <p:nvSpPr>
              <p:cNvPr id="4617" name="Google Shape;4617;p61"/>
              <p:cNvSpPr/>
              <p:nvPr/>
            </p:nvSpPr>
            <p:spPr>
              <a:xfrm>
                <a:off x="413250" y="1792400"/>
                <a:ext cx="740375" cy="740375"/>
              </a:xfrm>
              <a:custGeom>
                <a:rect b="b" l="l" r="r" t="t"/>
                <a:pathLst>
                  <a:path extrusionOk="0" h="29615" w="29615">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8" name="Google Shape;4618;p61"/>
              <p:cNvSpPr/>
              <p:nvPr/>
            </p:nvSpPr>
            <p:spPr>
              <a:xfrm>
                <a:off x="238125" y="1617275"/>
                <a:ext cx="1090750" cy="1273950"/>
              </a:xfrm>
              <a:custGeom>
                <a:rect b="b" l="l" r="r" t="t"/>
                <a:pathLst>
                  <a:path extrusionOk="0" h="50958" w="43630">
                    <a:moveTo>
                      <a:pt x="21815" y="0"/>
                    </a:moveTo>
                    <a:cubicBezTo>
                      <a:pt x="9785" y="0"/>
                      <a:pt x="0" y="9788"/>
                      <a:pt x="0" y="21814"/>
                    </a:cubicBezTo>
                    <a:cubicBezTo>
                      <a:pt x="11" y="22289"/>
                      <a:pt x="401" y="22672"/>
                      <a:pt x="879" y="22672"/>
                    </a:cubicBezTo>
                    <a:cubicBezTo>
                      <a:pt x="1354" y="22672"/>
                      <a:pt x="1744" y="22289"/>
                      <a:pt x="1755" y="21814"/>
                    </a:cubicBezTo>
                    <a:cubicBezTo>
                      <a:pt x="1755" y="10757"/>
                      <a:pt x="10753" y="1755"/>
                      <a:pt x="21811" y="1755"/>
                    </a:cubicBezTo>
                    <a:cubicBezTo>
                      <a:pt x="32869" y="1755"/>
                      <a:pt x="41870" y="10753"/>
                      <a:pt x="41870" y="21814"/>
                    </a:cubicBezTo>
                    <a:cubicBezTo>
                      <a:pt x="41870" y="32872"/>
                      <a:pt x="32872" y="41870"/>
                      <a:pt x="21815" y="41870"/>
                    </a:cubicBezTo>
                    <a:cubicBezTo>
                      <a:pt x="21329" y="41870"/>
                      <a:pt x="20935" y="42263"/>
                      <a:pt x="20935" y="42750"/>
                    </a:cubicBezTo>
                    <a:lnTo>
                      <a:pt x="20935" y="50957"/>
                    </a:lnTo>
                    <a:lnTo>
                      <a:pt x="22694" y="50942"/>
                    </a:lnTo>
                    <a:lnTo>
                      <a:pt x="22694" y="43610"/>
                    </a:lnTo>
                    <a:cubicBezTo>
                      <a:pt x="34316" y="43147"/>
                      <a:pt x="43629" y="33547"/>
                      <a:pt x="43626" y="21814"/>
                    </a:cubicBezTo>
                    <a:cubicBezTo>
                      <a:pt x="43626" y="9785"/>
                      <a:pt x="33841" y="0"/>
                      <a:pt x="2181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9" name="Google Shape;4619;p61"/>
              <p:cNvSpPr/>
              <p:nvPr/>
            </p:nvSpPr>
            <p:spPr>
              <a:xfrm>
                <a:off x="633750" y="2771175"/>
                <a:ext cx="300950" cy="173300"/>
              </a:xfrm>
              <a:custGeom>
                <a:rect b="b" l="l" r="r" t="t"/>
                <a:pathLst>
                  <a:path extrusionOk="0" h="6932" w="12038">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8" y="427"/>
                    </a:cubicBezTo>
                    <a:cubicBezTo>
                      <a:pt x="1" y="783"/>
                      <a:pt x="27" y="1306"/>
                      <a:pt x="353" y="1636"/>
                    </a:cubicBezTo>
                    <a:lnTo>
                      <a:pt x="5389" y="6675"/>
                    </a:lnTo>
                    <a:cubicBezTo>
                      <a:pt x="5561" y="6846"/>
                      <a:pt x="5786" y="6931"/>
                      <a:pt x="6010" y="6931"/>
                    </a:cubicBezTo>
                    <a:cubicBezTo>
                      <a:pt x="6235" y="6931"/>
                      <a:pt x="6459" y="6846"/>
                      <a:pt x="6632" y="6675"/>
                    </a:cubicBezTo>
                    <a:lnTo>
                      <a:pt x="11667" y="1636"/>
                    </a:lnTo>
                    <a:cubicBezTo>
                      <a:pt x="12019" y="1250"/>
                      <a:pt x="12038" y="668"/>
                      <a:pt x="11711" y="260"/>
                    </a:cubicBezTo>
                    <a:cubicBezTo>
                      <a:pt x="11539" y="87"/>
                      <a:pt x="11313" y="1"/>
                      <a:pt x="1108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620" name="Google Shape;4620;p61"/>
          <p:cNvGrpSpPr/>
          <p:nvPr/>
        </p:nvGrpSpPr>
        <p:grpSpPr>
          <a:xfrm>
            <a:off x="6844048" y="2276133"/>
            <a:ext cx="1579046" cy="522230"/>
            <a:chOff x="6853641" y="2534077"/>
            <a:chExt cx="1515545" cy="501229"/>
          </a:xfrm>
        </p:grpSpPr>
        <p:grpSp>
          <p:nvGrpSpPr>
            <p:cNvPr id="4621" name="Google Shape;4621;p61"/>
            <p:cNvGrpSpPr/>
            <p:nvPr/>
          </p:nvGrpSpPr>
          <p:grpSpPr>
            <a:xfrm>
              <a:off x="6853641" y="2618923"/>
              <a:ext cx="1515545" cy="324556"/>
              <a:chOff x="6853641" y="2618923"/>
              <a:chExt cx="1515545" cy="324556"/>
            </a:xfrm>
          </p:grpSpPr>
          <p:sp>
            <p:nvSpPr>
              <p:cNvPr id="4622" name="Google Shape;4622;p61"/>
              <p:cNvSpPr/>
              <p:nvPr/>
            </p:nvSpPr>
            <p:spPr>
              <a:xfrm>
                <a:off x="7747010" y="2781222"/>
                <a:ext cx="324578" cy="162258"/>
              </a:xfrm>
              <a:custGeom>
                <a:rect b="b" l="l" r="r" t="t"/>
                <a:pathLst>
                  <a:path extrusionOk="0" h="3951" w="7904">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3" name="Google Shape;4623;p61"/>
              <p:cNvSpPr/>
              <p:nvPr/>
            </p:nvSpPr>
            <p:spPr>
              <a:xfrm>
                <a:off x="7449412" y="2618923"/>
                <a:ext cx="324496" cy="162258"/>
              </a:xfrm>
              <a:custGeom>
                <a:rect b="b" l="l" r="r" t="t"/>
                <a:pathLst>
                  <a:path extrusionOk="0" h="3951" w="7902">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4" name="Google Shape;4624;p61"/>
              <p:cNvSpPr/>
              <p:nvPr/>
            </p:nvSpPr>
            <p:spPr>
              <a:xfrm>
                <a:off x="6853641" y="2618923"/>
                <a:ext cx="324824" cy="162792"/>
              </a:xfrm>
              <a:custGeom>
                <a:rect b="b" l="l" r="r" t="t"/>
                <a:pathLst>
                  <a:path extrusionOk="0" h="3964" w="791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5" name="Google Shape;4625;p61"/>
              <p:cNvSpPr/>
              <p:nvPr/>
            </p:nvSpPr>
            <p:spPr>
              <a:xfrm>
                <a:off x="7151691" y="2781222"/>
                <a:ext cx="324578" cy="162258"/>
              </a:xfrm>
              <a:custGeom>
                <a:rect b="b" l="l" r="r" t="t"/>
                <a:pathLst>
                  <a:path extrusionOk="0" h="3951" w="7904">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6" name="Google Shape;4626;p61"/>
              <p:cNvSpPr/>
              <p:nvPr/>
            </p:nvSpPr>
            <p:spPr>
              <a:xfrm>
                <a:off x="8044362" y="2618923"/>
                <a:ext cx="324824" cy="162792"/>
              </a:xfrm>
              <a:custGeom>
                <a:rect b="b" l="l" r="r" t="t"/>
                <a:pathLst>
                  <a:path extrusionOk="0" h="3964" w="791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27" name="Google Shape;4627;p61"/>
            <p:cNvSpPr/>
            <p:nvPr/>
          </p:nvSpPr>
          <p:spPr>
            <a:xfrm>
              <a:off x="6899264" y="2673830"/>
              <a:ext cx="225242" cy="361476"/>
            </a:xfrm>
            <a:custGeom>
              <a:rect b="b" l="l" r="r" t="t"/>
              <a:pathLst>
                <a:path extrusionOk="0" h="8802" w="5485">
                  <a:moveTo>
                    <a:pt x="2798" y="1197"/>
                  </a:moveTo>
                  <a:cubicBezTo>
                    <a:pt x="2989" y="1197"/>
                    <a:pt x="3183" y="1234"/>
                    <a:pt x="3366" y="1310"/>
                  </a:cubicBezTo>
                  <a:cubicBezTo>
                    <a:pt x="3924" y="1542"/>
                    <a:pt x="4287" y="2085"/>
                    <a:pt x="4287" y="2689"/>
                  </a:cubicBezTo>
                  <a:cubicBezTo>
                    <a:pt x="4287" y="3512"/>
                    <a:pt x="3619" y="4178"/>
                    <a:pt x="2796" y="4180"/>
                  </a:cubicBezTo>
                  <a:cubicBezTo>
                    <a:pt x="2194" y="4180"/>
                    <a:pt x="1650" y="3816"/>
                    <a:pt x="1419" y="3259"/>
                  </a:cubicBezTo>
                  <a:cubicBezTo>
                    <a:pt x="1189" y="2702"/>
                    <a:pt x="1317" y="2061"/>
                    <a:pt x="1743" y="1634"/>
                  </a:cubicBezTo>
                  <a:cubicBezTo>
                    <a:pt x="2028" y="1348"/>
                    <a:pt x="2410" y="1197"/>
                    <a:pt x="2798" y="1197"/>
                  </a:cubicBezTo>
                  <a:close/>
                  <a:moveTo>
                    <a:pt x="2796" y="1"/>
                  </a:moveTo>
                  <a:cubicBezTo>
                    <a:pt x="2254" y="1"/>
                    <a:pt x="1714" y="165"/>
                    <a:pt x="1253" y="489"/>
                  </a:cubicBezTo>
                  <a:cubicBezTo>
                    <a:pt x="433" y="1063"/>
                    <a:pt x="0" y="2048"/>
                    <a:pt x="132" y="3043"/>
                  </a:cubicBezTo>
                  <a:cubicBezTo>
                    <a:pt x="263" y="4037"/>
                    <a:pt x="937" y="4875"/>
                    <a:pt x="1880" y="5216"/>
                  </a:cubicBezTo>
                  <a:lnTo>
                    <a:pt x="1880" y="6705"/>
                  </a:lnTo>
                  <a:lnTo>
                    <a:pt x="1067" y="6705"/>
                  </a:lnTo>
                  <a:lnTo>
                    <a:pt x="2723" y="8801"/>
                  </a:lnTo>
                  <a:lnTo>
                    <a:pt x="4377" y="6705"/>
                  </a:lnTo>
                  <a:lnTo>
                    <a:pt x="3563" y="6705"/>
                  </a:lnTo>
                  <a:lnTo>
                    <a:pt x="3563" y="5265"/>
                  </a:lnTo>
                  <a:cubicBezTo>
                    <a:pt x="4703" y="4926"/>
                    <a:pt x="5485" y="3877"/>
                    <a:pt x="5485" y="2689"/>
                  </a:cubicBezTo>
                  <a:cubicBezTo>
                    <a:pt x="5485" y="1685"/>
                    <a:pt x="4926" y="766"/>
                    <a:pt x="4037" y="304"/>
                  </a:cubicBezTo>
                  <a:cubicBezTo>
                    <a:pt x="3647" y="101"/>
                    <a:pt x="3221" y="1"/>
                    <a:pt x="279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8" name="Google Shape;4628;p61"/>
            <p:cNvSpPr/>
            <p:nvPr/>
          </p:nvSpPr>
          <p:spPr>
            <a:xfrm>
              <a:off x="7198259" y="2534077"/>
              <a:ext cx="235261" cy="360532"/>
            </a:xfrm>
            <a:custGeom>
              <a:rect b="b" l="l" r="r" t="t"/>
              <a:pathLst>
                <a:path extrusionOk="0" h="8779" w="5729">
                  <a:moveTo>
                    <a:pt x="2858" y="4600"/>
                  </a:moveTo>
                  <a:cubicBezTo>
                    <a:pt x="3050" y="4600"/>
                    <a:pt x="3243" y="4637"/>
                    <a:pt x="3427" y="4713"/>
                  </a:cubicBezTo>
                  <a:cubicBezTo>
                    <a:pt x="3985" y="4945"/>
                    <a:pt x="4347" y="5488"/>
                    <a:pt x="4347" y="6092"/>
                  </a:cubicBezTo>
                  <a:cubicBezTo>
                    <a:pt x="4347" y="6915"/>
                    <a:pt x="3679" y="7581"/>
                    <a:pt x="2856" y="7583"/>
                  </a:cubicBezTo>
                  <a:cubicBezTo>
                    <a:pt x="2254" y="7583"/>
                    <a:pt x="1709" y="7219"/>
                    <a:pt x="1479" y="6662"/>
                  </a:cubicBezTo>
                  <a:cubicBezTo>
                    <a:pt x="1248" y="6105"/>
                    <a:pt x="1376" y="5464"/>
                    <a:pt x="1802" y="5037"/>
                  </a:cubicBezTo>
                  <a:cubicBezTo>
                    <a:pt x="2087" y="4751"/>
                    <a:pt x="2469" y="4600"/>
                    <a:pt x="2858" y="4600"/>
                  </a:cubicBezTo>
                  <a:close/>
                  <a:moveTo>
                    <a:pt x="2883" y="0"/>
                  </a:moveTo>
                  <a:lnTo>
                    <a:pt x="1227" y="2097"/>
                  </a:lnTo>
                  <a:lnTo>
                    <a:pt x="2041" y="2097"/>
                  </a:lnTo>
                  <a:lnTo>
                    <a:pt x="2041" y="3530"/>
                  </a:lnTo>
                  <a:cubicBezTo>
                    <a:pt x="782" y="3930"/>
                    <a:pt x="1" y="5184"/>
                    <a:pt x="196" y="6491"/>
                  </a:cubicBezTo>
                  <a:cubicBezTo>
                    <a:pt x="393" y="7796"/>
                    <a:pt x="1507" y="8766"/>
                    <a:pt x="2827" y="8779"/>
                  </a:cubicBezTo>
                  <a:cubicBezTo>
                    <a:pt x="2837" y="8779"/>
                    <a:pt x="2847" y="8779"/>
                    <a:pt x="2857" y="8779"/>
                  </a:cubicBezTo>
                  <a:cubicBezTo>
                    <a:pt x="4165" y="8779"/>
                    <a:pt x="5285" y="7837"/>
                    <a:pt x="5506" y="6545"/>
                  </a:cubicBezTo>
                  <a:cubicBezTo>
                    <a:pt x="5729" y="5245"/>
                    <a:pt x="4974" y="3973"/>
                    <a:pt x="3724" y="3547"/>
                  </a:cubicBezTo>
                  <a:lnTo>
                    <a:pt x="3724" y="2097"/>
                  </a:lnTo>
                  <a:lnTo>
                    <a:pt x="4539" y="2097"/>
                  </a:lnTo>
                  <a:lnTo>
                    <a:pt x="2883"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9" name="Google Shape;4629;p61"/>
            <p:cNvSpPr/>
            <p:nvPr/>
          </p:nvSpPr>
          <p:spPr>
            <a:xfrm>
              <a:off x="7493639" y="2673830"/>
              <a:ext cx="225200" cy="361476"/>
            </a:xfrm>
            <a:custGeom>
              <a:rect b="b" l="l" r="r" t="t"/>
              <a:pathLst>
                <a:path extrusionOk="0" h="8802" w="5484">
                  <a:moveTo>
                    <a:pt x="2796" y="1197"/>
                  </a:moveTo>
                  <a:cubicBezTo>
                    <a:pt x="2988" y="1197"/>
                    <a:pt x="3181" y="1234"/>
                    <a:pt x="3365" y="1310"/>
                  </a:cubicBezTo>
                  <a:cubicBezTo>
                    <a:pt x="3922" y="1542"/>
                    <a:pt x="4286" y="2085"/>
                    <a:pt x="4286" y="2689"/>
                  </a:cubicBezTo>
                  <a:cubicBezTo>
                    <a:pt x="4284" y="3512"/>
                    <a:pt x="3618" y="4178"/>
                    <a:pt x="2795" y="4180"/>
                  </a:cubicBezTo>
                  <a:cubicBezTo>
                    <a:pt x="2191" y="4180"/>
                    <a:pt x="1649" y="3816"/>
                    <a:pt x="1418" y="3259"/>
                  </a:cubicBezTo>
                  <a:cubicBezTo>
                    <a:pt x="1187" y="2702"/>
                    <a:pt x="1314" y="2061"/>
                    <a:pt x="1740" y="1634"/>
                  </a:cubicBezTo>
                  <a:cubicBezTo>
                    <a:pt x="2026" y="1348"/>
                    <a:pt x="2408" y="1197"/>
                    <a:pt x="2796" y="1197"/>
                  </a:cubicBezTo>
                  <a:close/>
                  <a:moveTo>
                    <a:pt x="2794" y="1"/>
                  </a:moveTo>
                  <a:cubicBezTo>
                    <a:pt x="2254" y="1"/>
                    <a:pt x="1717" y="163"/>
                    <a:pt x="1258" y="484"/>
                  </a:cubicBezTo>
                  <a:cubicBezTo>
                    <a:pt x="436" y="1055"/>
                    <a:pt x="1" y="2037"/>
                    <a:pt x="127" y="3030"/>
                  </a:cubicBezTo>
                  <a:cubicBezTo>
                    <a:pt x="255" y="4023"/>
                    <a:pt x="923" y="4863"/>
                    <a:pt x="1862" y="5211"/>
                  </a:cubicBezTo>
                  <a:lnTo>
                    <a:pt x="1862" y="6705"/>
                  </a:lnTo>
                  <a:lnTo>
                    <a:pt x="1048" y="6705"/>
                  </a:lnTo>
                  <a:lnTo>
                    <a:pt x="2704" y="8801"/>
                  </a:lnTo>
                  <a:lnTo>
                    <a:pt x="4360" y="6705"/>
                  </a:lnTo>
                  <a:lnTo>
                    <a:pt x="3545" y="6705"/>
                  </a:lnTo>
                  <a:lnTo>
                    <a:pt x="3545" y="5270"/>
                  </a:lnTo>
                  <a:cubicBezTo>
                    <a:pt x="4693" y="4935"/>
                    <a:pt x="5484" y="3883"/>
                    <a:pt x="5484" y="2689"/>
                  </a:cubicBezTo>
                  <a:cubicBezTo>
                    <a:pt x="5482" y="1688"/>
                    <a:pt x="4927" y="769"/>
                    <a:pt x="4039" y="306"/>
                  </a:cubicBezTo>
                  <a:cubicBezTo>
                    <a:pt x="3647" y="102"/>
                    <a:pt x="3220" y="1"/>
                    <a:pt x="279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0" name="Google Shape;4630;p61"/>
            <p:cNvSpPr/>
            <p:nvPr/>
          </p:nvSpPr>
          <p:spPr>
            <a:xfrm>
              <a:off x="7792387" y="2534077"/>
              <a:ext cx="235261" cy="360532"/>
            </a:xfrm>
            <a:custGeom>
              <a:rect b="b" l="l" r="r" t="t"/>
              <a:pathLst>
                <a:path extrusionOk="0" h="8779" w="5729">
                  <a:moveTo>
                    <a:pt x="2861" y="4601"/>
                  </a:moveTo>
                  <a:cubicBezTo>
                    <a:pt x="3053" y="4601"/>
                    <a:pt x="3247" y="4638"/>
                    <a:pt x="3431" y="4715"/>
                  </a:cubicBezTo>
                  <a:cubicBezTo>
                    <a:pt x="3988" y="4945"/>
                    <a:pt x="4351" y="5488"/>
                    <a:pt x="4351" y="6092"/>
                  </a:cubicBezTo>
                  <a:cubicBezTo>
                    <a:pt x="4350" y="6915"/>
                    <a:pt x="3684" y="7581"/>
                    <a:pt x="2861" y="7583"/>
                  </a:cubicBezTo>
                  <a:cubicBezTo>
                    <a:pt x="2259" y="7583"/>
                    <a:pt x="1714" y="7219"/>
                    <a:pt x="1483" y="6662"/>
                  </a:cubicBezTo>
                  <a:cubicBezTo>
                    <a:pt x="1253" y="6105"/>
                    <a:pt x="1381" y="5464"/>
                    <a:pt x="1807" y="5038"/>
                  </a:cubicBezTo>
                  <a:cubicBezTo>
                    <a:pt x="2092" y="4752"/>
                    <a:pt x="2473" y="4601"/>
                    <a:pt x="2861" y="4601"/>
                  </a:cubicBezTo>
                  <a:close/>
                  <a:moveTo>
                    <a:pt x="2870" y="0"/>
                  </a:moveTo>
                  <a:lnTo>
                    <a:pt x="1214" y="2097"/>
                  </a:lnTo>
                  <a:lnTo>
                    <a:pt x="2028" y="2097"/>
                  </a:lnTo>
                  <a:lnTo>
                    <a:pt x="2028" y="3536"/>
                  </a:lnTo>
                  <a:cubicBezTo>
                    <a:pt x="773" y="3944"/>
                    <a:pt x="1" y="5205"/>
                    <a:pt x="204" y="6508"/>
                  </a:cubicBezTo>
                  <a:cubicBezTo>
                    <a:pt x="409" y="7813"/>
                    <a:pt x="1532" y="8776"/>
                    <a:pt x="2851" y="8779"/>
                  </a:cubicBezTo>
                  <a:cubicBezTo>
                    <a:pt x="2854" y="8779"/>
                    <a:pt x="2858" y="8779"/>
                    <a:pt x="2861" y="8779"/>
                  </a:cubicBezTo>
                  <a:cubicBezTo>
                    <a:pt x="4178" y="8779"/>
                    <a:pt x="5300" y="7828"/>
                    <a:pt x="5514" y="6527"/>
                  </a:cubicBezTo>
                  <a:cubicBezTo>
                    <a:pt x="5729" y="5225"/>
                    <a:pt x="4965" y="3959"/>
                    <a:pt x="3713" y="3543"/>
                  </a:cubicBezTo>
                  <a:lnTo>
                    <a:pt x="3713" y="2097"/>
                  </a:lnTo>
                  <a:lnTo>
                    <a:pt x="4526" y="2097"/>
                  </a:lnTo>
                  <a:lnTo>
                    <a:pt x="2870"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1" name="Google Shape;4631;p61"/>
            <p:cNvSpPr/>
            <p:nvPr/>
          </p:nvSpPr>
          <p:spPr>
            <a:xfrm>
              <a:off x="8090150" y="2673789"/>
              <a:ext cx="225857" cy="361517"/>
            </a:xfrm>
            <a:custGeom>
              <a:rect b="b" l="l" r="r" t="t"/>
              <a:pathLst>
                <a:path extrusionOk="0" h="8803" w="5500">
                  <a:moveTo>
                    <a:pt x="2811" y="1198"/>
                  </a:moveTo>
                  <a:cubicBezTo>
                    <a:pt x="3003" y="1198"/>
                    <a:pt x="3197" y="1235"/>
                    <a:pt x="3381" y="1311"/>
                  </a:cubicBezTo>
                  <a:cubicBezTo>
                    <a:pt x="3938" y="1543"/>
                    <a:pt x="4302" y="2086"/>
                    <a:pt x="4302" y="2690"/>
                  </a:cubicBezTo>
                  <a:cubicBezTo>
                    <a:pt x="4300" y="3513"/>
                    <a:pt x="3634" y="4179"/>
                    <a:pt x="2811" y="4181"/>
                  </a:cubicBezTo>
                  <a:cubicBezTo>
                    <a:pt x="2209" y="4181"/>
                    <a:pt x="1664" y="3817"/>
                    <a:pt x="1434" y="3260"/>
                  </a:cubicBezTo>
                  <a:cubicBezTo>
                    <a:pt x="1203" y="2703"/>
                    <a:pt x="1330" y="2062"/>
                    <a:pt x="1757" y="1635"/>
                  </a:cubicBezTo>
                  <a:cubicBezTo>
                    <a:pt x="2042" y="1349"/>
                    <a:pt x="2423" y="1198"/>
                    <a:pt x="2811" y="1198"/>
                  </a:cubicBezTo>
                  <a:close/>
                  <a:moveTo>
                    <a:pt x="2812" y="1"/>
                  </a:moveTo>
                  <a:cubicBezTo>
                    <a:pt x="2257" y="1"/>
                    <a:pt x="1706" y="172"/>
                    <a:pt x="1238" y="509"/>
                  </a:cubicBezTo>
                  <a:cubicBezTo>
                    <a:pt x="420" y="1098"/>
                    <a:pt x="1" y="2097"/>
                    <a:pt x="154" y="3095"/>
                  </a:cubicBezTo>
                  <a:cubicBezTo>
                    <a:pt x="306" y="4093"/>
                    <a:pt x="1005" y="4920"/>
                    <a:pt x="1962" y="5239"/>
                  </a:cubicBezTo>
                  <a:lnTo>
                    <a:pt x="1962" y="6706"/>
                  </a:lnTo>
                  <a:lnTo>
                    <a:pt x="1149" y="6706"/>
                  </a:lnTo>
                  <a:lnTo>
                    <a:pt x="2804" y="8802"/>
                  </a:lnTo>
                  <a:lnTo>
                    <a:pt x="4460" y="6706"/>
                  </a:lnTo>
                  <a:lnTo>
                    <a:pt x="3645" y="6706"/>
                  </a:lnTo>
                  <a:lnTo>
                    <a:pt x="3645" y="5244"/>
                  </a:lnTo>
                  <a:cubicBezTo>
                    <a:pt x="4750" y="4882"/>
                    <a:pt x="5499" y="3852"/>
                    <a:pt x="5499" y="2690"/>
                  </a:cubicBezTo>
                  <a:cubicBezTo>
                    <a:pt x="5499" y="1679"/>
                    <a:pt x="4934" y="755"/>
                    <a:pt x="4036" y="296"/>
                  </a:cubicBezTo>
                  <a:cubicBezTo>
                    <a:pt x="3650" y="98"/>
                    <a:pt x="3230" y="1"/>
                    <a:pt x="281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32" name="Google Shape;4632;p61"/>
          <p:cNvGrpSpPr/>
          <p:nvPr/>
        </p:nvGrpSpPr>
        <p:grpSpPr>
          <a:xfrm>
            <a:off x="3438940" y="3151173"/>
            <a:ext cx="1617976" cy="346616"/>
            <a:chOff x="1808063" y="4294338"/>
            <a:chExt cx="3370782" cy="721817"/>
          </a:xfrm>
        </p:grpSpPr>
        <p:sp>
          <p:nvSpPr>
            <p:cNvPr id="4633" name="Google Shape;4633;p61"/>
            <p:cNvSpPr/>
            <p:nvPr/>
          </p:nvSpPr>
          <p:spPr>
            <a:xfrm>
              <a:off x="1906300"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4" name="Google Shape;4634;p61"/>
            <p:cNvSpPr/>
            <p:nvPr/>
          </p:nvSpPr>
          <p:spPr>
            <a:xfrm>
              <a:off x="3795035" y="4655290"/>
              <a:ext cx="721912" cy="360865"/>
            </a:xfrm>
            <a:custGeom>
              <a:rect b="b" l="l" r="r" t="t"/>
              <a:pathLst>
                <a:path extrusionOk="0" h="3951" w="7904">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5" name="Google Shape;4635;p61"/>
            <p:cNvSpPr/>
            <p:nvPr/>
          </p:nvSpPr>
          <p:spPr>
            <a:xfrm>
              <a:off x="3133137" y="4294338"/>
              <a:ext cx="721729" cy="360865"/>
            </a:xfrm>
            <a:custGeom>
              <a:rect b="b" l="l" r="r" t="t"/>
              <a:pathLst>
                <a:path extrusionOk="0" h="3951" w="7902">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6" name="Google Shape;4636;p61"/>
            <p:cNvSpPr/>
            <p:nvPr/>
          </p:nvSpPr>
          <p:spPr>
            <a:xfrm>
              <a:off x="1808063" y="4294338"/>
              <a:ext cx="722460" cy="362052"/>
            </a:xfrm>
            <a:custGeom>
              <a:rect b="b" l="l" r="r" t="t"/>
              <a:pathLst>
                <a:path extrusionOk="0" h="3964" w="791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7" name="Google Shape;4637;p61"/>
            <p:cNvSpPr/>
            <p:nvPr/>
          </p:nvSpPr>
          <p:spPr>
            <a:xfrm>
              <a:off x="2470965" y="4655290"/>
              <a:ext cx="721912" cy="360865"/>
            </a:xfrm>
            <a:custGeom>
              <a:rect b="b" l="l" r="r" t="t"/>
              <a:pathLst>
                <a:path extrusionOk="0" h="3951" w="7904">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8" name="Google Shape;4638;p61"/>
            <p:cNvSpPr/>
            <p:nvPr/>
          </p:nvSpPr>
          <p:spPr>
            <a:xfrm>
              <a:off x="4456385" y="4294338"/>
              <a:ext cx="722460" cy="362052"/>
            </a:xfrm>
            <a:custGeom>
              <a:rect b="b" l="l" r="r" t="t"/>
              <a:pathLst>
                <a:path extrusionOk="0" h="3964" w="791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9" name="Google Shape;4639;p61"/>
            <p:cNvSpPr/>
            <p:nvPr/>
          </p:nvSpPr>
          <p:spPr>
            <a:xfrm>
              <a:off x="2568813" y="43514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0" name="Google Shape;4640;p61"/>
            <p:cNvSpPr/>
            <p:nvPr/>
          </p:nvSpPr>
          <p:spPr>
            <a:xfrm>
              <a:off x="3231883"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1" name="Google Shape;4641;p61"/>
            <p:cNvSpPr/>
            <p:nvPr/>
          </p:nvSpPr>
          <p:spPr>
            <a:xfrm>
              <a:off x="3894395" y="43514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2" name="Google Shape;4642;p61"/>
            <p:cNvSpPr/>
            <p:nvPr/>
          </p:nvSpPr>
          <p:spPr>
            <a:xfrm>
              <a:off x="4560958"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43" name="Google Shape;4643;p61"/>
          <p:cNvGrpSpPr/>
          <p:nvPr/>
        </p:nvGrpSpPr>
        <p:grpSpPr>
          <a:xfrm>
            <a:off x="5264936" y="3817923"/>
            <a:ext cx="1417067" cy="350605"/>
            <a:chOff x="4234950" y="2101012"/>
            <a:chExt cx="4219974" cy="1044090"/>
          </a:xfrm>
        </p:grpSpPr>
        <p:sp>
          <p:nvSpPr>
            <p:cNvPr id="4644" name="Google Shape;4644;p61"/>
            <p:cNvSpPr/>
            <p:nvPr/>
          </p:nvSpPr>
          <p:spPr>
            <a:xfrm rot="10800000">
              <a:off x="7528544" y="2218809"/>
              <a:ext cx="826790" cy="826702"/>
            </a:xfrm>
            <a:custGeom>
              <a:rect b="b" l="l" r="r" t="t"/>
              <a:pathLst>
                <a:path extrusionOk="0" h="34893" w="34893">
                  <a:moveTo>
                    <a:pt x="1" y="1"/>
                  </a:moveTo>
                  <a:lnTo>
                    <a:pt x="1" y="34892"/>
                  </a:lnTo>
                  <a:lnTo>
                    <a:pt x="34892" y="34892"/>
                  </a:lnTo>
                  <a:lnTo>
                    <a:pt x="34892" y="1"/>
                  </a:ln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5" name="Google Shape;4645;p61"/>
            <p:cNvSpPr/>
            <p:nvPr/>
          </p:nvSpPr>
          <p:spPr>
            <a:xfrm rot="10800000">
              <a:off x="6487595" y="2218809"/>
              <a:ext cx="827572" cy="826702"/>
            </a:xfrm>
            <a:custGeom>
              <a:rect b="b" l="l" r="r" t="t"/>
              <a:pathLst>
                <a:path extrusionOk="0" h="34893" w="34926">
                  <a:moveTo>
                    <a:pt x="1" y="1"/>
                  </a:moveTo>
                  <a:lnTo>
                    <a:pt x="1" y="34892"/>
                  </a:lnTo>
                  <a:lnTo>
                    <a:pt x="34926" y="34892"/>
                  </a:lnTo>
                  <a:lnTo>
                    <a:pt x="3492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6" name="Google Shape;4646;p61"/>
            <p:cNvSpPr/>
            <p:nvPr/>
          </p:nvSpPr>
          <p:spPr>
            <a:xfrm rot="10800000">
              <a:off x="5430819" y="2218809"/>
              <a:ext cx="827572" cy="826702"/>
            </a:xfrm>
            <a:custGeom>
              <a:rect b="b" l="l" r="r" t="t"/>
              <a:pathLst>
                <a:path extrusionOk="0" h="34893" w="34926">
                  <a:moveTo>
                    <a:pt x="0" y="1"/>
                  </a:moveTo>
                  <a:lnTo>
                    <a:pt x="0" y="34892"/>
                  </a:lnTo>
                  <a:lnTo>
                    <a:pt x="34925" y="34892"/>
                  </a:lnTo>
                  <a:lnTo>
                    <a:pt x="34925"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7" name="Google Shape;4647;p61"/>
            <p:cNvSpPr/>
            <p:nvPr/>
          </p:nvSpPr>
          <p:spPr>
            <a:xfrm rot="10800000">
              <a:off x="4374848" y="2218809"/>
              <a:ext cx="826790" cy="826702"/>
            </a:xfrm>
            <a:custGeom>
              <a:rect b="b" l="l" r="r" t="t"/>
              <a:pathLst>
                <a:path extrusionOk="0" h="34893" w="34893">
                  <a:moveTo>
                    <a:pt x="1" y="1"/>
                  </a:moveTo>
                  <a:lnTo>
                    <a:pt x="1" y="34892"/>
                  </a:lnTo>
                  <a:lnTo>
                    <a:pt x="34892" y="34892"/>
                  </a:lnTo>
                  <a:lnTo>
                    <a:pt x="34892"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8" name="Google Shape;4648;p61"/>
            <p:cNvSpPr/>
            <p:nvPr/>
          </p:nvSpPr>
          <p:spPr>
            <a:xfrm rot="10800000">
              <a:off x="7410780" y="2622683"/>
              <a:ext cx="1044144" cy="522420"/>
            </a:xfrm>
            <a:custGeom>
              <a:rect b="b" l="l" r="r" t="t"/>
              <a:pathLst>
                <a:path extrusionOk="0" fill="none" h="22050" w="44066">
                  <a:moveTo>
                    <a:pt x="1" y="22050"/>
                  </a:moveTo>
                  <a:cubicBezTo>
                    <a:pt x="1" y="9874"/>
                    <a:pt x="9874" y="1"/>
                    <a:pt x="22050" y="1"/>
                  </a:cubicBezTo>
                  <a:cubicBezTo>
                    <a:pt x="34192" y="1"/>
                    <a:pt x="44065" y="9874"/>
                    <a:pt x="44065" y="22050"/>
                  </a:cubicBezTo>
                </a:path>
              </a:pathLst>
            </a:custGeom>
            <a:noFill/>
            <a:ln cap="rnd" cmpd="sng" w="20850">
              <a:solidFill>
                <a:srgbClr val="435D74"/>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9" name="Google Shape;4649;p61"/>
            <p:cNvSpPr/>
            <p:nvPr/>
          </p:nvSpPr>
          <p:spPr>
            <a:xfrm rot="10800000">
              <a:off x="6366656" y="2101012"/>
              <a:ext cx="1044144" cy="521638"/>
            </a:xfrm>
            <a:custGeom>
              <a:rect b="b" l="l" r="r" t="t"/>
              <a:pathLst>
                <a:path extrusionOk="0" fill="none" h="22017" w="44066">
                  <a:moveTo>
                    <a:pt x="44065" y="1"/>
                  </a:moveTo>
                  <a:cubicBezTo>
                    <a:pt x="44065" y="12176"/>
                    <a:pt x="34191" y="22016"/>
                    <a:pt x="22049" y="22016"/>
                  </a:cubicBezTo>
                  <a:cubicBezTo>
                    <a:pt x="9874" y="22016"/>
                    <a:pt x="0" y="12176"/>
                    <a:pt x="0" y="1"/>
                  </a:cubicBezTo>
                </a:path>
              </a:pathLst>
            </a:custGeom>
            <a:noFill/>
            <a:ln cap="rnd" cmpd="sng" w="20850">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0" name="Google Shape;4650;p61"/>
            <p:cNvSpPr/>
            <p:nvPr/>
          </p:nvSpPr>
          <p:spPr>
            <a:xfrm rot="10800000">
              <a:off x="5322557" y="2622683"/>
              <a:ext cx="1044120" cy="522420"/>
            </a:xfrm>
            <a:custGeom>
              <a:rect b="b" l="l" r="r" t="t"/>
              <a:pathLst>
                <a:path extrusionOk="0" fill="none" h="22050" w="44065">
                  <a:moveTo>
                    <a:pt x="0" y="22050"/>
                  </a:moveTo>
                  <a:cubicBezTo>
                    <a:pt x="0" y="9874"/>
                    <a:pt x="9874" y="1"/>
                    <a:pt x="22049" y="1"/>
                  </a:cubicBezTo>
                  <a:cubicBezTo>
                    <a:pt x="34191" y="1"/>
                    <a:pt x="44065" y="9874"/>
                    <a:pt x="44065" y="22050"/>
                  </a:cubicBezTo>
                </a:path>
              </a:pathLst>
            </a:custGeom>
            <a:noFill/>
            <a:ln cap="rnd" cmpd="sng" w="20850">
              <a:solidFill>
                <a:srgbClr val="869FB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1" name="Google Shape;4651;p61"/>
            <p:cNvSpPr/>
            <p:nvPr/>
          </p:nvSpPr>
          <p:spPr>
            <a:xfrm rot="10800000">
              <a:off x="4278434" y="2101012"/>
              <a:ext cx="1044144" cy="521638"/>
            </a:xfrm>
            <a:custGeom>
              <a:rect b="b" l="l" r="r" t="t"/>
              <a:pathLst>
                <a:path extrusionOk="0" fill="none" h="22017" w="44066">
                  <a:moveTo>
                    <a:pt x="44066" y="1"/>
                  </a:moveTo>
                  <a:cubicBezTo>
                    <a:pt x="44066" y="12176"/>
                    <a:pt x="34192" y="22016"/>
                    <a:pt x="22017" y="22016"/>
                  </a:cubicBezTo>
                  <a:cubicBezTo>
                    <a:pt x="9875" y="22016"/>
                    <a:pt x="1" y="12176"/>
                    <a:pt x="1" y="1"/>
                  </a:cubicBezTo>
                </a:path>
              </a:pathLst>
            </a:custGeom>
            <a:noFill/>
            <a:ln cap="rnd" cmpd="sng" w="20850">
              <a:solidFill>
                <a:srgbClr val="BAC8D3"/>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2" name="Google Shape;4652;p61"/>
            <p:cNvSpPr/>
            <p:nvPr/>
          </p:nvSpPr>
          <p:spPr>
            <a:xfrm rot="10800000">
              <a:off x="7367296" y="2570459"/>
              <a:ext cx="86984" cy="86975"/>
            </a:xfrm>
            <a:custGeom>
              <a:rect b="b" l="l" r="r" t="t"/>
              <a:pathLst>
                <a:path extrusionOk="0" h="3671" w="3671">
                  <a:moveTo>
                    <a:pt x="1835" y="1"/>
                  </a:moveTo>
                  <a:cubicBezTo>
                    <a:pt x="835" y="1"/>
                    <a:pt x="1" y="835"/>
                    <a:pt x="1" y="1836"/>
                  </a:cubicBezTo>
                  <a:cubicBezTo>
                    <a:pt x="1" y="2870"/>
                    <a:pt x="835" y="3670"/>
                    <a:pt x="1835" y="3670"/>
                  </a:cubicBezTo>
                  <a:cubicBezTo>
                    <a:pt x="2869" y="3670"/>
                    <a:pt x="3670" y="2870"/>
                    <a:pt x="3670" y="1836"/>
                  </a:cubicBezTo>
                  <a:cubicBezTo>
                    <a:pt x="3670" y="835"/>
                    <a:pt x="2836" y="1"/>
                    <a:pt x="18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3" name="Google Shape;4653;p61"/>
            <p:cNvSpPr/>
            <p:nvPr/>
          </p:nvSpPr>
          <p:spPr>
            <a:xfrm rot="10800000">
              <a:off x="6323197" y="2570459"/>
              <a:ext cx="86961" cy="86975"/>
            </a:xfrm>
            <a:custGeom>
              <a:rect b="b" l="l" r="r" t="t"/>
              <a:pathLst>
                <a:path extrusionOk="0" h="3671" w="3670">
                  <a:moveTo>
                    <a:pt x="1835" y="1"/>
                  </a:moveTo>
                  <a:cubicBezTo>
                    <a:pt x="834" y="1"/>
                    <a:pt x="1" y="835"/>
                    <a:pt x="1" y="1836"/>
                  </a:cubicBezTo>
                  <a:cubicBezTo>
                    <a:pt x="1" y="2870"/>
                    <a:pt x="834" y="3670"/>
                    <a:pt x="1835" y="3670"/>
                  </a:cubicBezTo>
                  <a:cubicBezTo>
                    <a:pt x="2836" y="3670"/>
                    <a:pt x="3670" y="2870"/>
                    <a:pt x="3670" y="1836"/>
                  </a:cubicBezTo>
                  <a:cubicBezTo>
                    <a:pt x="3670" y="835"/>
                    <a:pt x="2869" y="1"/>
                    <a:pt x="18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4" name="Google Shape;4654;p61"/>
            <p:cNvSpPr/>
            <p:nvPr/>
          </p:nvSpPr>
          <p:spPr>
            <a:xfrm rot="10800000">
              <a:off x="5279073" y="2570459"/>
              <a:ext cx="86961" cy="86975"/>
            </a:xfrm>
            <a:custGeom>
              <a:rect b="b" l="l" r="r" t="t"/>
              <a:pathLst>
                <a:path extrusionOk="0" h="3671" w="3670">
                  <a:moveTo>
                    <a:pt x="1835" y="1"/>
                  </a:moveTo>
                  <a:cubicBezTo>
                    <a:pt x="834" y="1"/>
                    <a:pt x="0" y="835"/>
                    <a:pt x="0" y="1836"/>
                  </a:cubicBezTo>
                  <a:cubicBezTo>
                    <a:pt x="0" y="2870"/>
                    <a:pt x="834" y="3670"/>
                    <a:pt x="1835" y="3670"/>
                  </a:cubicBezTo>
                  <a:cubicBezTo>
                    <a:pt x="2836" y="3670"/>
                    <a:pt x="3670" y="2870"/>
                    <a:pt x="3670" y="1836"/>
                  </a:cubicBezTo>
                  <a:cubicBezTo>
                    <a:pt x="3670" y="835"/>
                    <a:pt x="2836" y="1"/>
                    <a:pt x="18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5" name="Google Shape;4655;p61"/>
            <p:cNvSpPr/>
            <p:nvPr/>
          </p:nvSpPr>
          <p:spPr>
            <a:xfrm rot="10800000">
              <a:off x="4234950" y="2570459"/>
              <a:ext cx="86961" cy="86975"/>
            </a:xfrm>
            <a:custGeom>
              <a:rect b="b" l="l" r="r" t="t"/>
              <a:pathLst>
                <a:path extrusionOk="0" h="3671" w="3670">
                  <a:moveTo>
                    <a:pt x="1835" y="1"/>
                  </a:moveTo>
                  <a:cubicBezTo>
                    <a:pt x="834" y="1"/>
                    <a:pt x="0" y="835"/>
                    <a:pt x="0" y="1836"/>
                  </a:cubicBezTo>
                  <a:cubicBezTo>
                    <a:pt x="0" y="2870"/>
                    <a:pt x="834" y="3670"/>
                    <a:pt x="1835" y="3670"/>
                  </a:cubicBezTo>
                  <a:cubicBezTo>
                    <a:pt x="2836" y="3670"/>
                    <a:pt x="3669" y="2870"/>
                    <a:pt x="3669" y="1836"/>
                  </a:cubicBezTo>
                  <a:cubicBezTo>
                    <a:pt x="3669" y="835"/>
                    <a:pt x="2836" y="1"/>
                    <a:pt x="18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6" name="Google Shape;4656;p61"/>
            <p:cNvSpPr/>
            <p:nvPr/>
          </p:nvSpPr>
          <p:spPr>
            <a:xfrm rot="10800000">
              <a:off x="7541197" y="2231460"/>
              <a:ext cx="801483" cy="800617"/>
            </a:xfrm>
            <a:custGeom>
              <a:rect b="b" l="l" r="r" t="t"/>
              <a:pathLst>
                <a:path extrusionOk="0" h="33792" w="33825">
                  <a:moveTo>
                    <a:pt x="16912" y="1835"/>
                  </a:moveTo>
                  <a:cubicBezTo>
                    <a:pt x="25218" y="1835"/>
                    <a:pt x="31956" y="8573"/>
                    <a:pt x="31956" y="16879"/>
                  </a:cubicBezTo>
                  <a:cubicBezTo>
                    <a:pt x="31956" y="25185"/>
                    <a:pt x="25218" y="31923"/>
                    <a:pt x="16912" y="31923"/>
                  </a:cubicBezTo>
                  <a:cubicBezTo>
                    <a:pt x="8606" y="31923"/>
                    <a:pt x="1868" y="25185"/>
                    <a:pt x="1868" y="16879"/>
                  </a:cubicBezTo>
                  <a:cubicBezTo>
                    <a:pt x="1868" y="8573"/>
                    <a:pt x="8606" y="1835"/>
                    <a:pt x="16912" y="1835"/>
                  </a:cubicBezTo>
                  <a:close/>
                  <a:moveTo>
                    <a:pt x="16912" y="1"/>
                  </a:moveTo>
                  <a:cubicBezTo>
                    <a:pt x="7572" y="1"/>
                    <a:pt x="0" y="7539"/>
                    <a:pt x="0" y="16879"/>
                  </a:cubicBezTo>
                  <a:cubicBezTo>
                    <a:pt x="0" y="26219"/>
                    <a:pt x="7572" y="33791"/>
                    <a:pt x="16912" y="33791"/>
                  </a:cubicBezTo>
                  <a:cubicBezTo>
                    <a:pt x="26252" y="33791"/>
                    <a:pt x="33824" y="26219"/>
                    <a:pt x="33824" y="16879"/>
                  </a:cubicBezTo>
                  <a:cubicBezTo>
                    <a:pt x="33824" y="7539"/>
                    <a:pt x="26252" y="1"/>
                    <a:pt x="1691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7" name="Google Shape;4657;p61"/>
            <p:cNvSpPr/>
            <p:nvPr/>
          </p:nvSpPr>
          <p:spPr>
            <a:xfrm rot="10800000">
              <a:off x="6488377" y="2231460"/>
              <a:ext cx="800701" cy="800617"/>
            </a:xfrm>
            <a:custGeom>
              <a:rect b="b" l="l" r="r" t="t"/>
              <a:pathLst>
                <a:path extrusionOk="0" h="33792" w="33792">
                  <a:moveTo>
                    <a:pt x="16912" y="1"/>
                  </a:moveTo>
                  <a:cubicBezTo>
                    <a:pt x="7572" y="1"/>
                    <a:pt x="0" y="7539"/>
                    <a:pt x="0" y="16879"/>
                  </a:cubicBezTo>
                  <a:cubicBezTo>
                    <a:pt x="0" y="26219"/>
                    <a:pt x="7572" y="33791"/>
                    <a:pt x="16912" y="33791"/>
                  </a:cubicBezTo>
                  <a:cubicBezTo>
                    <a:pt x="26219" y="33791"/>
                    <a:pt x="33791" y="26219"/>
                    <a:pt x="33791" y="16879"/>
                  </a:cubicBezTo>
                  <a:cubicBezTo>
                    <a:pt x="33791" y="7539"/>
                    <a:pt x="26252" y="1"/>
                    <a:pt x="16912" y="1"/>
                  </a:cubicBezTo>
                  <a:close/>
                  <a:moveTo>
                    <a:pt x="16912" y="31923"/>
                  </a:moveTo>
                  <a:cubicBezTo>
                    <a:pt x="8607" y="31923"/>
                    <a:pt x="1868" y="25185"/>
                    <a:pt x="1868" y="16879"/>
                  </a:cubicBezTo>
                  <a:cubicBezTo>
                    <a:pt x="1868" y="8573"/>
                    <a:pt x="8607" y="1835"/>
                    <a:pt x="16912" y="1835"/>
                  </a:cubicBezTo>
                  <a:cubicBezTo>
                    <a:pt x="25218" y="1835"/>
                    <a:pt x="31957" y="8573"/>
                    <a:pt x="31957" y="16879"/>
                  </a:cubicBezTo>
                  <a:cubicBezTo>
                    <a:pt x="31957" y="25185"/>
                    <a:pt x="25218" y="31923"/>
                    <a:pt x="16912" y="31923"/>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8" name="Google Shape;4658;p61"/>
            <p:cNvSpPr/>
            <p:nvPr/>
          </p:nvSpPr>
          <p:spPr>
            <a:xfrm rot="10800000">
              <a:off x="5434776" y="2231460"/>
              <a:ext cx="800701" cy="800617"/>
            </a:xfrm>
            <a:custGeom>
              <a:rect b="b" l="l" r="r" t="t"/>
              <a:pathLst>
                <a:path extrusionOk="0" h="33792" w="33792">
                  <a:moveTo>
                    <a:pt x="16879" y="1"/>
                  </a:moveTo>
                  <a:cubicBezTo>
                    <a:pt x="7539" y="1"/>
                    <a:pt x="0" y="7539"/>
                    <a:pt x="0" y="16879"/>
                  </a:cubicBezTo>
                  <a:cubicBezTo>
                    <a:pt x="0" y="26219"/>
                    <a:pt x="7539" y="33791"/>
                    <a:pt x="16879" y="33791"/>
                  </a:cubicBezTo>
                  <a:cubicBezTo>
                    <a:pt x="26219" y="33791"/>
                    <a:pt x="33791" y="26219"/>
                    <a:pt x="33791" y="16879"/>
                  </a:cubicBezTo>
                  <a:cubicBezTo>
                    <a:pt x="33791" y="7539"/>
                    <a:pt x="26219" y="1"/>
                    <a:pt x="16879" y="1"/>
                  </a:cubicBezTo>
                  <a:close/>
                  <a:moveTo>
                    <a:pt x="16879" y="31923"/>
                  </a:moveTo>
                  <a:cubicBezTo>
                    <a:pt x="8573" y="31923"/>
                    <a:pt x="1835" y="25185"/>
                    <a:pt x="1835" y="16879"/>
                  </a:cubicBezTo>
                  <a:cubicBezTo>
                    <a:pt x="1835" y="8573"/>
                    <a:pt x="8573" y="1835"/>
                    <a:pt x="16879" y="1835"/>
                  </a:cubicBezTo>
                  <a:cubicBezTo>
                    <a:pt x="25185" y="1835"/>
                    <a:pt x="31923" y="8573"/>
                    <a:pt x="31923" y="16879"/>
                  </a:cubicBezTo>
                  <a:cubicBezTo>
                    <a:pt x="31923" y="25185"/>
                    <a:pt x="25185" y="31923"/>
                    <a:pt x="16879" y="31923"/>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9" name="Google Shape;4659;p61"/>
            <p:cNvSpPr/>
            <p:nvPr/>
          </p:nvSpPr>
          <p:spPr>
            <a:xfrm rot="10800000">
              <a:off x="4381980" y="2231460"/>
              <a:ext cx="800678" cy="800617"/>
            </a:xfrm>
            <a:custGeom>
              <a:rect b="b" l="l" r="r" t="t"/>
              <a:pathLst>
                <a:path extrusionOk="0" h="33792" w="33791">
                  <a:moveTo>
                    <a:pt x="16912" y="1"/>
                  </a:moveTo>
                  <a:cubicBezTo>
                    <a:pt x="7572" y="1"/>
                    <a:pt x="0" y="7539"/>
                    <a:pt x="0" y="16879"/>
                  </a:cubicBezTo>
                  <a:cubicBezTo>
                    <a:pt x="0" y="26219"/>
                    <a:pt x="7572" y="33791"/>
                    <a:pt x="16912" y="33791"/>
                  </a:cubicBezTo>
                  <a:cubicBezTo>
                    <a:pt x="26252" y="33791"/>
                    <a:pt x="33791" y="26219"/>
                    <a:pt x="33791" y="16879"/>
                  </a:cubicBezTo>
                  <a:cubicBezTo>
                    <a:pt x="33791" y="7539"/>
                    <a:pt x="26252" y="1"/>
                    <a:pt x="16912" y="1"/>
                  </a:cubicBezTo>
                  <a:close/>
                  <a:moveTo>
                    <a:pt x="16912" y="31923"/>
                  </a:moveTo>
                  <a:cubicBezTo>
                    <a:pt x="8606" y="31923"/>
                    <a:pt x="1868" y="25185"/>
                    <a:pt x="1868" y="16879"/>
                  </a:cubicBezTo>
                  <a:cubicBezTo>
                    <a:pt x="1868" y="8573"/>
                    <a:pt x="8606" y="1835"/>
                    <a:pt x="16912" y="1835"/>
                  </a:cubicBezTo>
                  <a:cubicBezTo>
                    <a:pt x="25218" y="1835"/>
                    <a:pt x="31956" y="8573"/>
                    <a:pt x="31956" y="16879"/>
                  </a:cubicBezTo>
                  <a:cubicBezTo>
                    <a:pt x="31956" y="25185"/>
                    <a:pt x="25218" y="31923"/>
                    <a:pt x="16912" y="31923"/>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60" name="Google Shape;4660;p61"/>
          <p:cNvGrpSpPr/>
          <p:nvPr/>
        </p:nvGrpSpPr>
        <p:grpSpPr>
          <a:xfrm>
            <a:off x="6840408" y="1808681"/>
            <a:ext cx="1586327" cy="371557"/>
            <a:chOff x="1247650" y="2075423"/>
            <a:chExt cx="6648477" cy="1557238"/>
          </a:xfrm>
        </p:grpSpPr>
        <p:sp>
          <p:nvSpPr>
            <p:cNvPr id="4661" name="Google Shape;4661;p61"/>
            <p:cNvSpPr/>
            <p:nvPr/>
          </p:nvSpPr>
          <p:spPr>
            <a:xfrm>
              <a:off x="6633862" y="2075423"/>
              <a:ext cx="953444" cy="825696"/>
            </a:xfrm>
            <a:custGeom>
              <a:rect b="b" l="l" r="r" t="t"/>
              <a:pathLst>
                <a:path extrusionOk="0" h="50027" w="57767">
                  <a:moveTo>
                    <a:pt x="14439" y="0"/>
                  </a:moveTo>
                  <a:lnTo>
                    <a:pt x="0" y="25014"/>
                  </a:lnTo>
                  <a:lnTo>
                    <a:pt x="14439" y="50027"/>
                  </a:lnTo>
                  <a:lnTo>
                    <a:pt x="43329" y="50027"/>
                  </a:lnTo>
                  <a:lnTo>
                    <a:pt x="57767" y="25014"/>
                  </a:lnTo>
                  <a:lnTo>
                    <a:pt x="43329"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2" name="Google Shape;4662;p61"/>
            <p:cNvSpPr/>
            <p:nvPr/>
          </p:nvSpPr>
          <p:spPr>
            <a:xfrm>
              <a:off x="5359252" y="2806965"/>
              <a:ext cx="953461" cy="825696"/>
            </a:xfrm>
            <a:custGeom>
              <a:rect b="b" l="l" r="r" t="t"/>
              <a:pathLst>
                <a:path extrusionOk="0" h="50027" w="57768">
                  <a:moveTo>
                    <a:pt x="14439" y="0"/>
                  </a:moveTo>
                  <a:lnTo>
                    <a:pt x="1" y="25013"/>
                  </a:lnTo>
                  <a:lnTo>
                    <a:pt x="14439" y="50027"/>
                  </a:lnTo>
                  <a:lnTo>
                    <a:pt x="43329" y="50027"/>
                  </a:lnTo>
                  <a:lnTo>
                    <a:pt x="57767" y="25013"/>
                  </a:lnTo>
                  <a:lnTo>
                    <a:pt x="43329"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3" name="Google Shape;4663;p61"/>
            <p:cNvSpPr/>
            <p:nvPr/>
          </p:nvSpPr>
          <p:spPr>
            <a:xfrm>
              <a:off x="1601478" y="2075425"/>
              <a:ext cx="953316" cy="825696"/>
            </a:xfrm>
            <a:custGeom>
              <a:rect b="b" l="l" r="r" t="t"/>
              <a:pathLst>
                <a:path extrusionOk="0" h="50027" w="57768">
                  <a:moveTo>
                    <a:pt x="14439" y="0"/>
                  </a:moveTo>
                  <a:lnTo>
                    <a:pt x="1" y="25013"/>
                  </a:lnTo>
                  <a:lnTo>
                    <a:pt x="14439" y="50027"/>
                  </a:lnTo>
                  <a:lnTo>
                    <a:pt x="43329" y="50027"/>
                  </a:lnTo>
                  <a:lnTo>
                    <a:pt x="57768" y="25013"/>
                  </a:lnTo>
                  <a:lnTo>
                    <a:pt x="43329"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4" name="Google Shape;4664;p61"/>
            <p:cNvSpPr/>
            <p:nvPr/>
          </p:nvSpPr>
          <p:spPr>
            <a:xfrm>
              <a:off x="2857827" y="2807112"/>
              <a:ext cx="953370" cy="825320"/>
            </a:xfrm>
            <a:custGeom>
              <a:rect b="b" l="l" r="r" t="t"/>
              <a:pathLst>
                <a:path extrusionOk="0" h="50027" w="57780">
                  <a:moveTo>
                    <a:pt x="14452" y="0"/>
                  </a:moveTo>
                  <a:lnTo>
                    <a:pt x="0" y="25013"/>
                  </a:lnTo>
                  <a:lnTo>
                    <a:pt x="14452" y="50027"/>
                  </a:lnTo>
                  <a:lnTo>
                    <a:pt x="43328" y="50027"/>
                  </a:lnTo>
                  <a:lnTo>
                    <a:pt x="57780" y="25013"/>
                  </a:lnTo>
                  <a:lnTo>
                    <a:pt x="43328"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5" name="Google Shape;4665;p61"/>
            <p:cNvSpPr/>
            <p:nvPr/>
          </p:nvSpPr>
          <p:spPr>
            <a:xfrm>
              <a:off x="4097386" y="2075425"/>
              <a:ext cx="953444" cy="825696"/>
            </a:xfrm>
            <a:custGeom>
              <a:rect b="b" l="l" r="r" t="t"/>
              <a:pathLst>
                <a:path extrusionOk="0" h="50027" w="57767">
                  <a:moveTo>
                    <a:pt x="14439" y="0"/>
                  </a:moveTo>
                  <a:lnTo>
                    <a:pt x="0" y="25013"/>
                  </a:lnTo>
                  <a:lnTo>
                    <a:pt x="14439" y="50027"/>
                  </a:lnTo>
                  <a:lnTo>
                    <a:pt x="43328" y="50027"/>
                  </a:lnTo>
                  <a:lnTo>
                    <a:pt x="57767" y="25013"/>
                  </a:lnTo>
                  <a:lnTo>
                    <a:pt x="43328"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6" name="Google Shape;4666;p61"/>
            <p:cNvSpPr/>
            <p:nvPr/>
          </p:nvSpPr>
          <p:spPr>
            <a:xfrm>
              <a:off x="1247650" y="2490334"/>
              <a:ext cx="6648477" cy="729445"/>
            </a:xfrm>
            <a:custGeom>
              <a:rect b="b" l="l" r="r" t="t"/>
              <a:pathLst>
                <a:path extrusionOk="0" fill="none" h="31310" w="285373">
                  <a:moveTo>
                    <a:pt x="285373" y="3317"/>
                  </a:moveTo>
                  <a:lnTo>
                    <a:pt x="269256" y="31309"/>
                  </a:lnTo>
                  <a:lnTo>
                    <a:pt x="233095" y="31309"/>
                  </a:lnTo>
                  <a:lnTo>
                    <a:pt x="215067" y="352"/>
                  </a:lnTo>
                  <a:lnTo>
                    <a:pt x="179426" y="352"/>
                  </a:lnTo>
                  <a:lnTo>
                    <a:pt x="161606" y="31218"/>
                  </a:lnTo>
                  <a:lnTo>
                    <a:pt x="125718" y="31309"/>
                  </a:lnTo>
                  <a:lnTo>
                    <a:pt x="107651" y="0"/>
                  </a:lnTo>
                  <a:lnTo>
                    <a:pt x="71490" y="0"/>
                  </a:lnTo>
                  <a:lnTo>
                    <a:pt x="53669" y="31075"/>
                  </a:lnTo>
                  <a:lnTo>
                    <a:pt x="18042" y="31075"/>
                  </a:lnTo>
                  <a:lnTo>
                    <a:pt x="0" y="118"/>
                  </a:lnTo>
                </a:path>
              </a:pathLst>
            </a:custGeom>
            <a:solidFill>
              <a:srgbClr val="191919"/>
            </a:solidFill>
            <a:ln cap="flat" cmpd="sng" w="19050">
              <a:solidFill>
                <a:srgbClr val="869FB2"/>
              </a:solidFill>
              <a:prstDash val="solid"/>
              <a:miter lim="1300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67" name="Google Shape;4667;p61"/>
          <p:cNvGrpSpPr/>
          <p:nvPr/>
        </p:nvGrpSpPr>
        <p:grpSpPr>
          <a:xfrm>
            <a:off x="5271678" y="961870"/>
            <a:ext cx="1415601" cy="1648533"/>
            <a:chOff x="1839112" y="2209163"/>
            <a:chExt cx="1918159" cy="2233784"/>
          </a:xfrm>
        </p:grpSpPr>
        <p:sp>
          <p:nvSpPr>
            <p:cNvPr id="4668" name="Google Shape;4668;p61"/>
            <p:cNvSpPr/>
            <p:nvPr/>
          </p:nvSpPr>
          <p:spPr>
            <a:xfrm>
              <a:off x="1839112" y="2209163"/>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9" name="Google Shape;4669;p61"/>
            <p:cNvSpPr/>
            <p:nvPr/>
          </p:nvSpPr>
          <p:spPr>
            <a:xfrm>
              <a:off x="3182171" y="2209163"/>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0" name="Google Shape;4670;p61"/>
            <p:cNvSpPr/>
            <p:nvPr/>
          </p:nvSpPr>
          <p:spPr>
            <a:xfrm>
              <a:off x="3182171" y="3040766"/>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71" name="Google Shape;4671;p61"/>
            <p:cNvCxnSpPr>
              <a:stCxn id="4668" idx="6"/>
              <a:endCxn id="4669" idx="2"/>
            </p:cNvCxnSpPr>
            <p:nvPr/>
          </p:nvCxnSpPr>
          <p:spPr>
            <a:xfrm>
              <a:off x="2414212" y="2496713"/>
              <a:ext cx="768000" cy="600"/>
            </a:xfrm>
            <a:prstGeom prst="bentConnector3">
              <a:avLst>
                <a:gd fmla="val 49997" name="adj1"/>
              </a:avLst>
            </a:prstGeom>
            <a:noFill/>
            <a:ln cap="flat" cmpd="sng" w="19050">
              <a:solidFill>
                <a:srgbClr val="374957"/>
              </a:solidFill>
              <a:prstDash val="solid"/>
              <a:round/>
              <a:headEnd len="med" w="med" type="none"/>
              <a:tailEnd len="med" w="med" type="none"/>
            </a:ln>
          </p:spPr>
        </p:cxnSp>
        <p:cxnSp>
          <p:nvCxnSpPr>
            <p:cNvPr id="4672" name="Google Shape;4672;p61"/>
            <p:cNvCxnSpPr>
              <a:stCxn id="4669" idx="4"/>
              <a:endCxn id="4673" idx="0"/>
            </p:cNvCxnSpPr>
            <p:nvPr/>
          </p:nvCxnSpPr>
          <p:spPr>
            <a:xfrm rot="5400000">
              <a:off x="2669921" y="2240963"/>
              <a:ext cx="256500" cy="1343100"/>
            </a:xfrm>
            <a:prstGeom prst="bentConnector3">
              <a:avLst>
                <a:gd fmla="val 50000" name="adj1"/>
              </a:avLst>
            </a:prstGeom>
            <a:noFill/>
            <a:ln cap="flat" cmpd="sng" w="19050">
              <a:solidFill>
                <a:srgbClr val="374957"/>
              </a:solidFill>
              <a:prstDash val="solid"/>
              <a:round/>
              <a:headEnd len="med" w="med" type="none"/>
              <a:tailEnd len="med" w="med" type="none"/>
            </a:ln>
          </p:spPr>
        </p:cxnSp>
        <p:cxnSp>
          <p:nvCxnSpPr>
            <p:cNvPr id="4674" name="Google Shape;4674;p61"/>
            <p:cNvCxnSpPr>
              <a:stCxn id="4673" idx="6"/>
              <a:endCxn id="4670" idx="2"/>
            </p:cNvCxnSpPr>
            <p:nvPr/>
          </p:nvCxnSpPr>
          <p:spPr>
            <a:xfrm>
              <a:off x="2414212" y="3328316"/>
              <a:ext cx="768000" cy="600"/>
            </a:xfrm>
            <a:prstGeom prst="bentConnector3">
              <a:avLst>
                <a:gd fmla="val 49997" name="adj1"/>
              </a:avLst>
            </a:prstGeom>
            <a:noFill/>
            <a:ln cap="flat" cmpd="sng" w="19050">
              <a:solidFill>
                <a:srgbClr val="374957"/>
              </a:solidFill>
              <a:prstDash val="solid"/>
              <a:round/>
              <a:headEnd len="med" w="med" type="none"/>
              <a:tailEnd len="med" w="med" type="none"/>
            </a:ln>
          </p:spPr>
        </p:cxnSp>
        <p:cxnSp>
          <p:nvCxnSpPr>
            <p:cNvPr id="4675" name="Google Shape;4675;p61"/>
            <p:cNvCxnSpPr>
              <a:stCxn id="4670" idx="4"/>
              <a:endCxn id="4676" idx="0"/>
            </p:cNvCxnSpPr>
            <p:nvPr/>
          </p:nvCxnSpPr>
          <p:spPr>
            <a:xfrm rot="5400000">
              <a:off x="2672171" y="3070316"/>
              <a:ext cx="252000" cy="1343100"/>
            </a:xfrm>
            <a:prstGeom prst="bentConnector3">
              <a:avLst>
                <a:gd fmla="val 49996" name="adj1"/>
              </a:avLst>
            </a:prstGeom>
            <a:noFill/>
            <a:ln cap="flat" cmpd="sng" w="19050">
              <a:solidFill>
                <a:srgbClr val="374957"/>
              </a:solidFill>
              <a:prstDash val="solid"/>
              <a:round/>
              <a:headEnd len="med" w="med" type="none"/>
              <a:tailEnd len="med" w="med" type="none"/>
            </a:ln>
          </p:spPr>
        </p:cxnSp>
        <p:sp>
          <p:nvSpPr>
            <p:cNvPr id="4673" name="Google Shape;4673;p61"/>
            <p:cNvSpPr/>
            <p:nvPr/>
          </p:nvSpPr>
          <p:spPr>
            <a:xfrm>
              <a:off x="1839112" y="3040766"/>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6" name="Google Shape;4676;p61"/>
            <p:cNvSpPr/>
            <p:nvPr/>
          </p:nvSpPr>
          <p:spPr>
            <a:xfrm>
              <a:off x="1839112" y="3867848"/>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7" name="Google Shape;4677;p61"/>
            <p:cNvSpPr/>
            <p:nvPr/>
          </p:nvSpPr>
          <p:spPr>
            <a:xfrm>
              <a:off x="3182171" y="3867848"/>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78" name="Google Shape;4678;p61"/>
            <p:cNvCxnSpPr>
              <a:endCxn id="4677" idx="2"/>
            </p:cNvCxnSpPr>
            <p:nvPr/>
          </p:nvCxnSpPr>
          <p:spPr>
            <a:xfrm>
              <a:off x="2413871" y="4154498"/>
              <a:ext cx="768300" cy="900"/>
            </a:xfrm>
            <a:prstGeom prst="bentConnector3">
              <a:avLst>
                <a:gd fmla="val 50000" name="adj1"/>
              </a:avLst>
            </a:prstGeom>
            <a:noFill/>
            <a:ln cap="flat" cmpd="sng" w="19050">
              <a:solidFill>
                <a:srgbClr val="374957"/>
              </a:solidFill>
              <a:prstDash val="solid"/>
              <a:round/>
              <a:headEnd len="med" w="med" type="none"/>
              <a:tailEnd len="med" w="med" type="none"/>
            </a:ln>
          </p:spPr>
        </p:cxnSp>
      </p:grpSp>
      <p:grpSp>
        <p:nvGrpSpPr>
          <p:cNvPr id="4679" name="Google Shape;4679;p61"/>
          <p:cNvGrpSpPr/>
          <p:nvPr/>
        </p:nvGrpSpPr>
        <p:grpSpPr>
          <a:xfrm>
            <a:off x="3428944" y="979954"/>
            <a:ext cx="1637968" cy="154942"/>
            <a:chOff x="238125" y="2506075"/>
            <a:chExt cx="7115411" cy="673075"/>
          </a:xfrm>
        </p:grpSpPr>
        <p:sp>
          <p:nvSpPr>
            <p:cNvPr id="4680" name="Google Shape;4680;p61"/>
            <p:cNvSpPr/>
            <p:nvPr/>
          </p:nvSpPr>
          <p:spPr>
            <a:xfrm>
              <a:off x="238125" y="2506075"/>
              <a:ext cx="1643150" cy="673075"/>
            </a:xfrm>
            <a:custGeom>
              <a:rect b="b" l="l" r="r" t="t"/>
              <a:pathLst>
                <a:path extrusionOk="0" h="26923" w="65726">
                  <a:moveTo>
                    <a:pt x="0" y="0"/>
                  </a:moveTo>
                  <a:lnTo>
                    <a:pt x="10782" y="13477"/>
                  </a:lnTo>
                  <a:lnTo>
                    <a:pt x="0" y="26923"/>
                  </a:lnTo>
                  <a:lnTo>
                    <a:pt x="54943" y="26923"/>
                  </a:lnTo>
                  <a:lnTo>
                    <a:pt x="65725" y="13477"/>
                  </a:lnTo>
                  <a:lnTo>
                    <a:pt x="54943"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1" name="Google Shape;4681;p61"/>
            <p:cNvSpPr/>
            <p:nvPr/>
          </p:nvSpPr>
          <p:spPr>
            <a:xfrm>
              <a:off x="1606190" y="2506075"/>
              <a:ext cx="1643925" cy="673075"/>
            </a:xfrm>
            <a:custGeom>
              <a:rect b="b" l="l" r="r" t="t"/>
              <a:pathLst>
                <a:path extrusionOk="0" h="26923" w="65757">
                  <a:moveTo>
                    <a:pt x="0" y="0"/>
                  </a:moveTo>
                  <a:lnTo>
                    <a:pt x="10782" y="13477"/>
                  </a:lnTo>
                  <a:lnTo>
                    <a:pt x="0" y="26923"/>
                  </a:lnTo>
                  <a:lnTo>
                    <a:pt x="54975" y="26923"/>
                  </a:lnTo>
                  <a:lnTo>
                    <a:pt x="65757" y="13477"/>
                  </a:lnTo>
                  <a:lnTo>
                    <a:pt x="54975"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2" name="Google Shape;4682;p61"/>
            <p:cNvSpPr/>
            <p:nvPr/>
          </p:nvSpPr>
          <p:spPr>
            <a:xfrm>
              <a:off x="2973481" y="2506075"/>
              <a:ext cx="1643925" cy="673075"/>
            </a:xfrm>
            <a:custGeom>
              <a:rect b="b" l="l" r="r" t="t"/>
              <a:pathLst>
                <a:path extrusionOk="0" h="26923" w="65757">
                  <a:moveTo>
                    <a:pt x="0" y="0"/>
                  </a:moveTo>
                  <a:lnTo>
                    <a:pt x="10782" y="13477"/>
                  </a:lnTo>
                  <a:lnTo>
                    <a:pt x="0" y="26923"/>
                  </a:lnTo>
                  <a:lnTo>
                    <a:pt x="54975" y="26923"/>
                  </a:lnTo>
                  <a:lnTo>
                    <a:pt x="65757" y="13477"/>
                  </a:lnTo>
                  <a:lnTo>
                    <a:pt x="54975"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3" name="Google Shape;4683;p61"/>
            <p:cNvSpPr/>
            <p:nvPr/>
          </p:nvSpPr>
          <p:spPr>
            <a:xfrm>
              <a:off x="5709611" y="2506075"/>
              <a:ext cx="1643925" cy="673075"/>
            </a:xfrm>
            <a:custGeom>
              <a:rect b="b" l="l" r="r" t="t"/>
              <a:pathLst>
                <a:path extrusionOk="0" h="26923" w="65757">
                  <a:moveTo>
                    <a:pt x="0" y="0"/>
                  </a:moveTo>
                  <a:lnTo>
                    <a:pt x="10782" y="13477"/>
                  </a:lnTo>
                  <a:lnTo>
                    <a:pt x="0" y="26923"/>
                  </a:lnTo>
                  <a:lnTo>
                    <a:pt x="54975" y="26923"/>
                  </a:lnTo>
                  <a:lnTo>
                    <a:pt x="65757" y="13477"/>
                  </a:lnTo>
                  <a:lnTo>
                    <a:pt x="54975"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4" name="Google Shape;4684;p61"/>
            <p:cNvSpPr/>
            <p:nvPr/>
          </p:nvSpPr>
          <p:spPr>
            <a:xfrm>
              <a:off x="4342321" y="2506075"/>
              <a:ext cx="1643150" cy="673075"/>
            </a:xfrm>
            <a:custGeom>
              <a:rect b="b" l="l" r="r" t="t"/>
              <a:pathLst>
                <a:path extrusionOk="0" h="26923" w="65726">
                  <a:moveTo>
                    <a:pt x="1" y="0"/>
                  </a:moveTo>
                  <a:lnTo>
                    <a:pt x="10751" y="13477"/>
                  </a:lnTo>
                  <a:lnTo>
                    <a:pt x="1" y="26923"/>
                  </a:lnTo>
                  <a:lnTo>
                    <a:pt x="54944" y="26923"/>
                  </a:lnTo>
                  <a:lnTo>
                    <a:pt x="65726" y="13477"/>
                  </a:lnTo>
                  <a:lnTo>
                    <a:pt x="54944"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85" name="Google Shape;4685;p61"/>
          <p:cNvGrpSpPr/>
          <p:nvPr/>
        </p:nvGrpSpPr>
        <p:grpSpPr>
          <a:xfrm>
            <a:off x="1969680" y="1294672"/>
            <a:ext cx="1262932" cy="785408"/>
            <a:chOff x="548861" y="389676"/>
            <a:chExt cx="3843371" cy="2390163"/>
          </a:xfrm>
        </p:grpSpPr>
        <p:cxnSp>
          <p:nvCxnSpPr>
            <p:cNvPr id="4686" name="Google Shape;4686;p61"/>
            <p:cNvCxnSpPr/>
            <p:nvPr/>
          </p:nvCxnSpPr>
          <p:spPr>
            <a:xfrm flipH="1" rot="10800000">
              <a:off x="3486925" y="1918250"/>
              <a:ext cx="742200" cy="690300"/>
            </a:xfrm>
            <a:prstGeom prst="bentConnector3">
              <a:avLst>
                <a:gd fmla="val 50000" name="adj1"/>
              </a:avLst>
            </a:prstGeom>
            <a:noFill/>
            <a:ln cap="flat" cmpd="sng" w="9525">
              <a:solidFill>
                <a:srgbClr val="869FB2"/>
              </a:solidFill>
              <a:prstDash val="solid"/>
              <a:round/>
              <a:headEnd len="med" w="med" type="none"/>
              <a:tailEnd len="med" w="med" type="none"/>
            </a:ln>
          </p:spPr>
        </p:cxnSp>
        <p:cxnSp>
          <p:nvCxnSpPr>
            <p:cNvPr id="4687" name="Google Shape;4687;p61"/>
            <p:cNvCxnSpPr/>
            <p:nvPr/>
          </p:nvCxnSpPr>
          <p:spPr>
            <a:xfrm flipH="1" rot="-5400000">
              <a:off x="3486925" y="577350"/>
              <a:ext cx="650100" cy="650100"/>
            </a:xfrm>
            <a:prstGeom prst="bentConnector3">
              <a:avLst>
                <a:gd fmla="val 50000" name="adj1"/>
              </a:avLst>
            </a:prstGeom>
            <a:noFill/>
            <a:ln cap="flat" cmpd="sng" w="9525">
              <a:solidFill>
                <a:srgbClr val="869FB2"/>
              </a:solidFill>
              <a:prstDash val="solid"/>
              <a:round/>
              <a:headEnd len="med" w="med" type="none"/>
              <a:tailEnd len="med" w="med" type="none"/>
            </a:ln>
          </p:spPr>
        </p:cxnSp>
        <p:cxnSp>
          <p:nvCxnSpPr>
            <p:cNvPr id="4688" name="Google Shape;4688;p61"/>
            <p:cNvCxnSpPr/>
            <p:nvPr/>
          </p:nvCxnSpPr>
          <p:spPr>
            <a:xfrm>
              <a:off x="2725450" y="576000"/>
              <a:ext cx="1410600" cy="1800"/>
            </a:xfrm>
            <a:prstGeom prst="bentConnector3">
              <a:avLst>
                <a:gd fmla="val 50000" name="adj1"/>
              </a:avLst>
            </a:prstGeom>
            <a:noFill/>
            <a:ln cap="flat" cmpd="sng" w="9525">
              <a:solidFill>
                <a:srgbClr val="869FB2"/>
              </a:solidFill>
              <a:prstDash val="solid"/>
              <a:round/>
              <a:headEnd len="med" w="med" type="none"/>
              <a:tailEnd len="med" w="med" type="none"/>
            </a:ln>
          </p:spPr>
        </p:cxnSp>
        <p:cxnSp>
          <p:nvCxnSpPr>
            <p:cNvPr id="4689" name="Google Shape;4689;p61"/>
            <p:cNvCxnSpPr/>
            <p:nvPr/>
          </p:nvCxnSpPr>
          <p:spPr>
            <a:xfrm flipH="1" rot="10800000">
              <a:off x="756500" y="577975"/>
              <a:ext cx="1705500" cy="1049100"/>
            </a:xfrm>
            <a:prstGeom prst="bentConnector3">
              <a:avLst>
                <a:gd fmla="val 50000" name="adj1"/>
              </a:avLst>
            </a:prstGeom>
            <a:noFill/>
            <a:ln cap="flat" cmpd="sng" w="9525">
              <a:solidFill>
                <a:srgbClr val="BAC8D3"/>
              </a:solidFill>
              <a:prstDash val="solid"/>
              <a:round/>
              <a:headEnd len="med" w="med" type="none"/>
              <a:tailEnd len="med" w="med" type="none"/>
            </a:ln>
          </p:spPr>
        </p:cxnSp>
        <p:cxnSp>
          <p:nvCxnSpPr>
            <p:cNvPr id="4690" name="Google Shape;4690;p61"/>
            <p:cNvCxnSpPr/>
            <p:nvPr/>
          </p:nvCxnSpPr>
          <p:spPr>
            <a:xfrm>
              <a:off x="760067" y="1625791"/>
              <a:ext cx="1689000" cy="974100"/>
            </a:xfrm>
            <a:prstGeom prst="bentConnector3">
              <a:avLst>
                <a:gd fmla="val 50000" name="adj1"/>
              </a:avLst>
            </a:prstGeom>
            <a:noFill/>
            <a:ln cap="flat" cmpd="sng" w="9525">
              <a:solidFill>
                <a:srgbClr val="BAC8D3"/>
              </a:solidFill>
              <a:prstDash val="solid"/>
              <a:round/>
              <a:headEnd len="med" w="med" type="none"/>
              <a:tailEnd len="med" w="med" type="none"/>
            </a:ln>
          </p:spPr>
        </p:cxnSp>
        <p:sp>
          <p:nvSpPr>
            <p:cNvPr id="4691" name="Google Shape;4691;p61"/>
            <p:cNvSpPr/>
            <p:nvPr/>
          </p:nvSpPr>
          <p:spPr>
            <a:xfrm>
              <a:off x="548861" y="1338125"/>
              <a:ext cx="502050" cy="502875"/>
            </a:xfrm>
            <a:custGeom>
              <a:rect b="b" l="l" r="r" t="t"/>
              <a:pathLst>
                <a:path extrusionOk="0" h="20115" w="20082">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92" name="Google Shape;4692;p61"/>
            <p:cNvCxnSpPr/>
            <p:nvPr/>
          </p:nvCxnSpPr>
          <p:spPr>
            <a:xfrm>
              <a:off x="2725450" y="2609025"/>
              <a:ext cx="1416000" cy="1800"/>
            </a:xfrm>
            <a:prstGeom prst="bentConnector3">
              <a:avLst>
                <a:gd fmla="val 50000" name="adj1"/>
              </a:avLst>
            </a:prstGeom>
            <a:noFill/>
            <a:ln cap="flat" cmpd="sng" w="9525">
              <a:solidFill>
                <a:srgbClr val="869FB2"/>
              </a:solidFill>
              <a:prstDash val="solid"/>
              <a:round/>
              <a:headEnd len="med" w="med" type="none"/>
              <a:tailEnd len="med" w="med" type="none"/>
            </a:ln>
          </p:spPr>
        </p:cxnSp>
        <p:sp>
          <p:nvSpPr>
            <p:cNvPr id="4693" name="Google Shape;4693;p61"/>
            <p:cNvSpPr/>
            <p:nvPr/>
          </p:nvSpPr>
          <p:spPr>
            <a:xfrm>
              <a:off x="4095707" y="1083398"/>
              <a:ext cx="289400" cy="268650"/>
            </a:xfrm>
            <a:custGeom>
              <a:rect b="b" l="l" r="r" t="t"/>
              <a:pathLst>
                <a:path extrusionOk="0" h="10746" w="11576">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4" name="Google Shape;4694;p61"/>
            <p:cNvSpPr/>
            <p:nvPr/>
          </p:nvSpPr>
          <p:spPr>
            <a:xfrm>
              <a:off x="2421967" y="389676"/>
              <a:ext cx="383625" cy="371825"/>
            </a:xfrm>
            <a:custGeom>
              <a:rect b="b" l="l" r="r" t="t"/>
              <a:pathLst>
                <a:path extrusionOk="0" h="14873" w="15345">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5" name="Google Shape;4695;p61"/>
            <p:cNvSpPr/>
            <p:nvPr/>
          </p:nvSpPr>
          <p:spPr>
            <a:xfrm>
              <a:off x="4095707" y="426309"/>
              <a:ext cx="289400" cy="268850"/>
            </a:xfrm>
            <a:custGeom>
              <a:rect b="b" l="l" r="r" t="t"/>
              <a:pathLst>
                <a:path extrusionOk="0" h="10754" w="11576">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6" name="Google Shape;4696;p61"/>
            <p:cNvSpPr/>
            <p:nvPr/>
          </p:nvSpPr>
          <p:spPr>
            <a:xfrm>
              <a:off x="4102832" y="2474633"/>
              <a:ext cx="289400" cy="269425"/>
            </a:xfrm>
            <a:custGeom>
              <a:rect b="b" l="l" r="r" t="t"/>
              <a:pathLst>
                <a:path extrusionOk="0" h="10777" w="11576">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7" name="Google Shape;4697;p61"/>
            <p:cNvSpPr/>
            <p:nvPr/>
          </p:nvSpPr>
          <p:spPr>
            <a:xfrm>
              <a:off x="4095707" y="1772738"/>
              <a:ext cx="289400" cy="268825"/>
            </a:xfrm>
            <a:custGeom>
              <a:rect b="b" l="l" r="r" t="t"/>
              <a:pathLst>
                <a:path extrusionOk="0" h="10753" w="11576">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8" name="Google Shape;4698;p61"/>
            <p:cNvSpPr/>
            <p:nvPr/>
          </p:nvSpPr>
          <p:spPr>
            <a:xfrm>
              <a:off x="2422792" y="2408015"/>
              <a:ext cx="383650" cy="371825"/>
            </a:xfrm>
            <a:custGeom>
              <a:rect b="b" l="l" r="r" t="t"/>
              <a:pathLst>
                <a:path extrusionOk="0" h="14873" w="15346">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99" name="Google Shape;4699;p61"/>
          <p:cNvGrpSpPr/>
          <p:nvPr/>
        </p:nvGrpSpPr>
        <p:grpSpPr>
          <a:xfrm>
            <a:off x="757812" y="2401550"/>
            <a:ext cx="1412054" cy="633562"/>
            <a:chOff x="1187400" y="2529299"/>
            <a:chExt cx="6769193" cy="2241903"/>
          </a:xfrm>
        </p:grpSpPr>
        <p:sp>
          <p:nvSpPr>
            <p:cNvPr id="4700" name="Google Shape;4700;p61"/>
            <p:cNvSpPr/>
            <p:nvPr/>
          </p:nvSpPr>
          <p:spPr>
            <a:xfrm>
              <a:off x="3802943" y="2529299"/>
              <a:ext cx="1538100" cy="442500"/>
            </a:xfrm>
            <a:prstGeom prst="roundRect">
              <a:avLst>
                <a:gd fmla="val 50000" name="adj"/>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4701" name="Google Shape;4701;p61"/>
            <p:cNvSpPr/>
            <p:nvPr/>
          </p:nvSpPr>
          <p:spPr>
            <a:xfrm>
              <a:off x="5573240" y="3429000"/>
              <a:ext cx="1538100" cy="442500"/>
            </a:xfrm>
            <a:prstGeom prst="roundRect">
              <a:avLst>
                <a:gd fmla="val 50000" name="adj"/>
              </a:avLst>
            </a:prstGeom>
            <a:solidFill>
              <a:srgbClr val="869FB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4702" name="Google Shape;4702;p61"/>
            <p:cNvSpPr/>
            <p:nvPr/>
          </p:nvSpPr>
          <p:spPr>
            <a:xfrm>
              <a:off x="2032647" y="3429000"/>
              <a:ext cx="1538100" cy="442500"/>
            </a:xfrm>
            <a:prstGeom prst="roundRect">
              <a:avLst>
                <a:gd fmla="val 50000" name="adj"/>
              </a:avLst>
            </a:prstGeom>
            <a:solidFill>
              <a:srgbClr val="869FB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4703" name="Google Shape;4703;p61"/>
            <p:cNvSpPr/>
            <p:nvPr/>
          </p:nvSpPr>
          <p:spPr>
            <a:xfrm>
              <a:off x="1187400" y="4328701"/>
              <a:ext cx="1538100" cy="442500"/>
            </a:xfrm>
            <a:prstGeom prst="roundRect">
              <a:avLst>
                <a:gd fmla="val 50000" name="adj"/>
              </a:avLst>
            </a:prstGeom>
            <a:solidFill>
              <a:srgbClr val="CF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4704" name="Google Shape;4704;p61"/>
            <p:cNvSpPr/>
            <p:nvPr/>
          </p:nvSpPr>
          <p:spPr>
            <a:xfrm>
              <a:off x="2877893" y="4328701"/>
              <a:ext cx="1538100" cy="442500"/>
            </a:xfrm>
            <a:prstGeom prst="roundRect">
              <a:avLst>
                <a:gd fmla="val 50000" name="adj"/>
              </a:avLst>
            </a:prstGeom>
            <a:solidFill>
              <a:srgbClr val="CF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4705" name="Google Shape;4705;p61"/>
            <p:cNvSpPr/>
            <p:nvPr/>
          </p:nvSpPr>
          <p:spPr>
            <a:xfrm>
              <a:off x="4728000" y="4328701"/>
              <a:ext cx="1538100" cy="442500"/>
            </a:xfrm>
            <a:prstGeom prst="roundRect">
              <a:avLst>
                <a:gd fmla="val 50000" name="adj"/>
              </a:avLst>
            </a:prstGeom>
            <a:solidFill>
              <a:srgbClr val="CF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4706" name="Google Shape;4706;p61"/>
            <p:cNvSpPr/>
            <p:nvPr/>
          </p:nvSpPr>
          <p:spPr>
            <a:xfrm>
              <a:off x="6418493" y="4328701"/>
              <a:ext cx="1538100" cy="442500"/>
            </a:xfrm>
            <a:prstGeom prst="roundRect">
              <a:avLst>
                <a:gd fmla="val 50000" name="adj"/>
              </a:avLst>
            </a:prstGeom>
            <a:solidFill>
              <a:srgbClr val="CF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cxnSp>
          <p:nvCxnSpPr>
            <p:cNvPr id="4707" name="Google Shape;4707;p61"/>
            <p:cNvCxnSpPr>
              <a:stCxn id="4700" idx="2"/>
              <a:endCxn id="4701" idx="0"/>
            </p:cNvCxnSpPr>
            <p:nvPr/>
          </p:nvCxnSpPr>
          <p:spPr>
            <a:xfrm flipH="1" rot="-5400000">
              <a:off x="5228543" y="2315249"/>
              <a:ext cx="457200" cy="17703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4708" name="Google Shape;4708;p61"/>
            <p:cNvCxnSpPr>
              <a:stCxn id="4702" idx="0"/>
              <a:endCxn id="4700" idx="2"/>
            </p:cNvCxnSpPr>
            <p:nvPr/>
          </p:nvCxnSpPr>
          <p:spPr>
            <a:xfrm rot="-5400000">
              <a:off x="3458247" y="2315250"/>
              <a:ext cx="457200" cy="17703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4709" name="Google Shape;4709;p61"/>
            <p:cNvCxnSpPr>
              <a:stCxn id="4702" idx="2"/>
              <a:endCxn id="4704" idx="0"/>
            </p:cNvCxnSpPr>
            <p:nvPr/>
          </p:nvCxnSpPr>
          <p:spPr>
            <a:xfrm flipH="1" rot="-5400000">
              <a:off x="2995647" y="3677550"/>
              <a:ext cx="457200" cy="8451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4710" name="Google Shape;4710;p61"/>
            <p:cNvCxnSpPr>
              <a:stCxn id="4703" idx="0"/>
              <a:endCxn id="4702" idx="2"/>
            </p:cNvCxnSpPr>
            <p:nvPr/>
          </p:nvCxnSpPr>
          <p:spPr>
            <a:xfrm rot="-5400000">
              <a:off x="2150400" y="3677551"/>
              <a:ext cx="457200" cy="8451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4711" name="Google Shape;4711;p61"/>
            <p:cNvCxnSpPr>
              <a:stCxn id="4701" idx="2"/>
              <a:endCxn id="4706" idx="0"/>
            </p:cNvCxnSpPr>
            <p:nvPr/>
          </p:nvCxnSpPr>
          <p:spPr>
            <a:xfrm flipH="1" rot="-5400000">
              <a:off x="6536390" y="3677400"/>
              <a:ext cx="457200" cy="8454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4712" name="Google Shape;4712;p61"/>
            <p:cNvCxnSpPr>
              <a:stCxn id="4705" idx="0"/>
              <a:endCxn id="4701" idx="2"/>
            </p:cNvCxnSpPr>
            <p:nvPr/>
          </p:nvCxnSpPr>
          <p:spPr>
            <a:xfrm rot="-5400000">
              <a:off x="5691000" y="3677551"/>
              <a:ext cx="457200" cy="845100"/>
            </a:xfrm>
            <a:prstGeom prst="bentConnector3">
              <a:avLst>
                <a:gd fmla="val 49967" name="adj1"/>
              </a:avLst>
            </a:prstGeom>
            <a:noFill/>
            <a:ln cap="flat" cmpd="sng" w="9525">
              <a:solidFill>
                <a:srgbClr val="C2C2C2"/>
              </a:solidFill>
              <a:prstDash val="solid"/>
              <a:round/>
              <a:headEnd len="sm" w="sm" type="none"/>
              <a:tailEnd len="sm" w="sm" type="none"/>
            </a:ln>
          </p:spPr>
        </p:cxnSp>
      </p:grpSp>
      <p:grpSp>
        <p:nvGrpSpPr>
          <p:cNvPr id="4713" name="Google Shape;4713;p61"/>
          <p:cNvGrpSpPr/>
          <p:nvPr/>
        </p:nvGrpSpPr>
        <p:grpSpPr>
          <a:xfrm>
            <a:off x="6844058" y="2894258"/>
            <a:ext cx="1579035" cy="540873"/>
            <a:chOff x="6895650" y="3126697"/>
            <a:chExt cx="1436662" cy="492105"/>
          </a:xfrm>
        </p:grpSpPr>
        <p:sp>
          <p:nvSpPr>
            <p:cNvPr id="4714" name="Google Shape;4714;p61"/>
            <p:cNvSpPr/>
            <p:nvPr/>
          </p:nvSpPr>
          <p:spPr>
            <a:xfrm>
              <a:off x="7151820" y="3406364"/>
              <a:ext cx="414806" cy="212438"/>
            </a:xfrm>
            <a:custGeom>
              <a:rect b="b" l="l" r="r" t="t"/>
              <a:pathLst>
                <a:path extrusionOk="0" h="6392" w="12481">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5" y="1490"/>
                    <a:pt x="4793" y="838"/>
                    <a:pt x="4793" y="32"/>
                  </a:cubicBezTo>
                  <a:cubicBezTo>
                    <a:pt x="4793" y="23"/>
                    <a:pt x="4795" y="12"/>
                    <a:pt x="479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5" name="Google Shape;4715;p61"/>
            <p:cNvSpPr/>
            <p:nvPr/>
          </p:nvSpPr>
          <p:spPr>
            <a:xfrm>
              <a:off x="7664160" y="3406364"/>
              <a:ext cx="414806" cy="212438"/>
            </a:xfrm>
            <a:custGeom>
              <a:rect b="b" l="l" r="r" t="t"/>
              <a:pathLst>
                <a:path extrusionOk="0" h="6392" w="12481">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7" y="1490"/>
                    <a:pt x="4793" y="838"/>
                    <a:pt x="4793" y="32"/>
                  </a:cubicBezTo>
                  <a:cubicBezTo>
                    <a:pt x="4793" y="23"/>
                    <a:pt x="4795" y="12"/>
                    <a:pt x="479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6" name="Google Shape;4716;p61"/>
            <p:cNvSpPr/>
            <p:nvPr/>
          </p:nvSpPr>
          <p:spPr>
            <a:xfrm>
              <a:off x="6895650" y="3127761"/>
              <a:ext cx="420489" cy="212471"/>
            </a:xfrm>
            <a:custGeom>
              <a:rect b="b" l="l" r="r" t="t"/>
              <a:pathLst>
                <a:path extrusionOk="0" h="6393" w="12652">
                  <a:moveTo>
                    <a:pt x="6326" y="0"/>
                  </a:moveTo>
                  <a:cubicBezTo>
                    <a:pt x="2832" y="0"/>
                    <a:pt x="1" y="2833"/>
                    <a:pt x="1" y="6326"/>
                  </a:cubicBezTo>
                  <a:lnTo>
                    <a:pt x="1" y="6393"/>
                  </a:lnTo>
                  <a:lnTo>
                    <a:pt x="4883" y="6393"/>
                  </a:lnTo>
                  <a:cubicBezTo>
                    <a:pt x="4883" y="6382"/>
                    <a:pt x="4882" y="6370"/>
                    <a:pt x="4882" y="6359"/>
                  </a:cubicBezTo>
                  <a:cubicBezTo>
                    <a:pt x="4882" y="5555"/>
                    <a:pt x="5534" y="4904"/>
                    <a:pt x="6337" y="4904"/>
                  </a:cubicBezTo>
                  <a:cubicBezTo>
                    <a:pt x="7141" y="4904"/>
                    <a:pt x="7793" y="5555"/>
                    <a:pt x="7793" y="6359"/>
                  </a:cubicBezTo>
                  <a:cubicBezTo>
                    <a:pt x="7793" y="6370"/>
                    <a:pt x="7791" y="6382"/>
                    <a:pt x="7791" y="6393"/>
                  </a:cubicBezTo>
                  <a:lnTo>
                    <a:pt x="12651" y="6393"/>
                  </a:lnTo>
                  <a:lnTo>
                    <a:pt x="12651" y="6326"/>
                  </a:lnTo>
                  <a:cubicBezTo>
                    <a:pt x="12651" y="2833"/>
                    <a:pt x="9820" y="0"/>
                    <a:pt x="632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7" name="Google Shape;4717;p61"/>
            <p:cNvSpPr/>
            <p:nvPr/>
          </p:nvSpPr>
          <p:spPr>
            <a:xfrm>
              <a:off x="7399482" y="3126697"/>
              <a:ext cx="420489" cy="212438"/>
            </a:xfrm>
            <a:custGeom>
              <a:rect b="b" l="l" r="r" t="t"/>
              <a:pathLst>
                <a:path extrusionOk="0" h="6392" w="12652">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8" name="Google Shape;4718;p61"/>
            <p:cNvSpPr/>
            <p:nvPr/>
          </p:nvSpPr>
          <p:spPr>
            <a:xfrm>
              <a:off x="7911823" y="3126697"/>
              <a:ext cx="420489" cy="212438"/>
            </a:xfrm>
            <a:custGeom>
              <a:rect b="b" l="l" r="r" t="t"/>
              <a:pathLst>
                <a:path extrusionOk="0" h="6392" w="12652">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19" name="Google Shape;4719;p61"/>
            <p:cNvGrpSpPr/>
            <p:nvPr/>
          </p:nvGrpSpPr>
          <p:grpSpPr>
            <a:xfrm>
              <a:off x="6995957" y="3335810"/>
              <a:ext cx="1230393" cy="71754"/>
              <a:chOff x="6995957" y="3287964"/>
              <a:chExt cx="1230393" cy="71754"/>
            </a:xfrm>
          </p:grpSpPr>
          <p:sp>
            <p:nvSpPr>
              <p:cNvPr id="4720" name="Google Shape;4720;p61"/>
              <p:cNvSpPr/>
              <p:nvPr/>
            </p:nvSpPr>
            <p:spPr>
              <a:xfrm>
                <a:off x="8006733" y="3287964"/>
                <a:ext cx="219617" cy="71754"/>
              </a:xfrm>
              <a:custGeom>
                <a:rect b="b" l="l" r="r" t="t"/>
                <a:pathLst>
                  <a:path extrusionOk="0" h="2159" w="6608">
                    <a:moveTo>
                      <a:pt x="3501" y="647"/>
                    </a:moveTo>
                    <a:cubicBezTo>
                      <a:pt x="3723" y="647"/>
                      <a:pt x="3935" y="820"/>
                      <a:pt x="3936" y="1080"/>
                    </a:cubicBezTo>
                    <a:cubicBezTo>
                      <a:pt x="3936" y="1318"/>
                      <a:pt x="3743" y="1512"/>
                      <a:pt x="3504" y="1512"/>
                    </a:cubicBezTo>
                    <a:cubicBezTo>
                      <a:pt x="3118" y="1512"/>
                      <a:pt x="2924" y="1048"/>
                      <a:pt x="3198" y="775"/>
                    </a:cubicBezTo>
                    <a:cubicBezTo>
                      <a:pt x="3286" y="687"/>
                      <a:pt x="3395" y="647"/>
                      <a:pt x="3501" y="647"/>
                    </a:cubicBezTo>
                    <a:close/>
                    <a:moveTo>
                      <a:pt x="3504" y="0"/>
                    </a:moveTo>
                    <a:cubicBezTo>
                      <a:pt x="3051" y="0"/>
                      <a:pt x="2646" y="282"/>
                      <a:pt x="2490" y="708"/>
                    </a:cubicBezTo>
                    <a:lnTo>
                      <a:pt x="357" y="708"/>
                    </a:lnTo>
                    <a:cubicBezTo>
                      <a:pt x="160" y="708"/>
                      <a:pt x="0" y="868"/>
                      <a:pt x="0" y="1065"/>
                    </a:cubicBezTo>
                    <a:lnTo>
                      <a:pt x="0" y="1129"/>
                    </a:lnTo>
                    <a:cubicBezTo>
                      <a:pt x="0" y="1326"/>
                      <a:pt x="160" y="1486"/>
                      <a:pt x="357" y="1486"/>
                    </a:cubicBezTo>
                    <a:lnTo>
                      <a:pt x="2502" y="1486"/>
                    </a:lnTo>
                    <a:cubicBezTo>
                      <a:pt x="2668" y="1893"/>
                      <a:pt x="3064" y="2159"/>
                      <a:pt x="3502" y="2159"/>
                    </a:cubicBezTo>
                    <a:cubicBezTo>
                      <a:pt x="3943" y="2159"/>
                      <a:pt x="4338" y="1893"/>
                      <a:pt x="4503" y="1486"/>
                    </a:cubicBezTo>
                    <a:lnTo>
                      <a:pt x="6271" y="1486"/>
                    </a:lnTo>
                    <a:cubicBezTo>
                      <a:pt x="6457" y="1486"/>
                      <a:pt x="6607" y="1336"/>
                      <a:pt x="6607" y="1150"/>
                    </a:cubicBezTo>
                    <a:lnTo>
                      <a:pt x="6607" y="1044"/>
                    </a:lnTo>
                    <a:cubicBezTo>
                      <a:pt x="6607" y="859"/>
                      <a:pt x="6457" y="710"/>
                      <a:pt x="6271" y="708"/>
                    </a:cubicBezTo>
                    <a:lnTo>
                      <a:pt x="4518" y="708"/>
                    </a:lnTo>
                    <a:cubicBezTo>
                      <a:pt x="4362" y="282"/>
                      <a:pt x="3957" y="0"/>
                      <a:pt x="350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1" name="Google Shape;4721;p61"/>
              <p:cNvSpPr/>
              <p:nvPr/>
            </p:nvSpPr>
            <p:spPr>
              <a:xfrm>
                <a:off x="7756540" y="3287964"/>
                <a:ext cx="219617" cy="71754"/>
              </a:xfrm>
              <a:custGeom>
                <a:rect b="b" l="l" r="r" t="t"/>
                <a:pathLst>
                  <a:path extrusionOk="0" h="2159" w="6608">
                    <a:moveTo>
                      <a:pt x="3500" y="647"/>
                    </a:moveTo>
                    <a:cubicBezTo>
                      <a:pt x="3722" y="647"/>
                      <a:pt x="3935" y="820"/>
                      <a:pt x="3935" y="1080"/>
                    </a:cubicBezTo>
                    <a:cubicBezTo>
                      <a:pt x="3935" y="1318"/>
                      <a:pt x="3741" y="1512"/>
                      <a:pt x="3503" y="1512"/>
                    </a:cubicBezTo>
                    <a:cubicBezTo>
                      <a:pt x="3117" y="1512"/>
                      <a:pt x="2925" y="1048"/>
                      <a:pt x="3197" y="775"/>
                    </a:cubicBezTo>
                    <a:cubicBezTo>
                      <a:pt x="3285" y="687"/>
                      <a:pt x="3393" y="647"/>
                      <a:pt x="3500" y="647"/>
                    </a:cubicBezTo>
                    <a:close/>
                    <a:moveTo>
                      <a:pt x="3503" y="0"/>
                    </a:moveTo>
                    <a:cubicBezTo>
                      <a:pt x="3049" y="0"/>
                      <a:pt x="2644" y="282"/>
                      <a:pt x="2489" y="708"/>
                    </a:cubicBezTo>
                    <a:lnTo>
                      <a:pt x="358" y="708"/>
                    </a:lnTo>
                    <a:cubicBezTo>
                      <a:pt x="159" y="708"/>
                      <a:pt x="0" y="868"/>
                      <a:pt x="0" y="1065"/>
                    </a:cubicBezTo>
                    <a:lnTo>
                      <a:pt x="0" y="1129"/>
                    </a:lnTo>
                    <a:cubicBezTo>
                      <a:pt x="0" y="1326"/>
                      <a:pt x="159" y="1486"/>
                      <a:pt x="358" y="1486"/>
                    </a:cubicBezTo>
                    <a:lnTo>
                      <a:pt x="2502" y="1486"/>
                    </a:lnTo>
                    <a:cubicBezTo>
                      <a:pt x="2668" y="1893"/>
                      <a:pt x="3064" y="2159"/>
                      <a:pt x="3503" y="2159"/>
                    </a:cubicBezTo>
                    <a:cubicBezTo>
                      <a:pt x="3941" y="2159"/>
                      <a:pt x="4338" y="1893"/>
                      <a:pt x="4503" y="1486"/>
                    </a:cubicBezTo>
                    <a:lnTo>
                      <a:pt x="6271" y="1486"/>
                    </a:lnTo>
                    <a:cubicBezTo>
                      <a:pt x="6457" y="1486"/>
                      <a:pt x="6608" y="1336"/>
                      <a:pt x="6608" y="1150"/>
                    </a:cubicBezTo>
                    <a:lnTo>
                      <a:pt x="6608" y="1044"/>
                    </a:lnTo>
                    <a:cubicBezTo>
                      <a:pt x="6606" y="859"/>
                      <a:pt x="6455" y="708"/>
                      <a:pt x="6270" y="708"/>
                    </a:cubicBezTo>
                    <a:lnTo>
                      <a:pt x="4516" y="708"/>
                    </a:lnTo>
                    <a:cubicBezTo>
                      <a:pt x="4361" y="282"/>
                      <a:pt x="3956" y="0"/>
                      <a:pt x="350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2" name="Google Shape;4722;p61"/>
              <p:cNvSpPr/>
              <p:nvPr/>
            </p:nvSpPr>
            <p:spPr>
              <a:xfrm>
                <a:off x="7496443" y="3287964"/>
                <a:ext cx="219617" cy="71754"/>
              </a:xfrm>
              <a:custGeom>
                <a:rect b="b" l="l" r="r" t="t"/>
                <a:pathLst>
                  <a:path extrusionOk="0" h="2159" w="6608">
                    <a:moveTo>
                      <a:pt x="3500" y="647"/>
                    </a:moveTo>
                    <a:cubicBezTo>
                      <a:pt x="3722" y="647"/>
                      <a:pt x="3935" y="820"/>
                      <a:pt x="3935" y="1080"/>
                    </a:cubicBezTo>
                    <a:cubicBezTo>
                      <a:pt x="3935" y="1318"/>
                      <a:pt x="3743" y="1512"/>
                      <a:pt x="3504" y="1512"/>
                    </a:cubicBezTo>
                    <a:cubicBezTo>
                      <a:pt x="3119" y="1512"/>
                      <a:pt x="2925" y="1048"/>
                      <a:pt x="3197" y="775"/>
                    </a:cubicBezTo>
                    <a:cubicBezTo>
                      <a:pt x="3285" y="687"/>
                      <a:pt x="3394" y="647"/>
                      <a:pt x="3500" y="647"/>
                    </a:cubicBezTo>
                    <a:close/>
                    <a:moveTo>
                      <a:pt x="3504" y="0"/>
                    </a:moveTo>
                    <a:cubicBezTo>
                      <a:pt x="3050" y="0"/>
                      <a:pt x="2646" y="282"/>
                      <a:pt x="2491" y="708"/>
                    </a:cubicBezTo>
                    <a:lnTo>
                      <a:pt x="358" y="708"/>
                    </a:lnTo>
                    <a:cubicBezTo>
                      <a:pt x="159" y="708"/>
                      <a:pt x="1" y="868"/>
                      <a:pt x="1" y="1065"/>
                    </a:cubicBezTo>
                    <a:lnTo>
                      <a:pt x="1" y="1129"/>
                    </a:lnTo>
                    <a:cubicBezTo>
                      <a:pt x="1" y="1326"/>
                      <a:pt x="159" y="1486"/>
                      <a:pt x="358" y="1486"/>
                    </a:cubicBezTo>
                    <a:lnTo>
                      <a:pt x="2502" y="1486"/>
                    </a:lnTo>
                    <a:cubicBezTo>
                      <a:pt x="2669" y="1893"/>
                      <a:pt x="3064" y="2159"/>
                      <a:pt x="3503" y="2159"/>
                    </a:cubicBezTo>
                    <a:cubicBezTo>
                      <a:pt x="3943" y="2159"/>
                      <a:pt x="4339" y="1893"/>
                      <a:pt x="4504" y="1486"/>
                    </a:cubicBezTo>
                    <a:lnTo>
                      <a:pt x="6272" y="1486"/>
                    </a:lnTo>
                    <a:cubicBezTo>
                      <a:pt x="6457" y="1486"/>
                      <a:pt x="6608" y="1336"/>
                      <a:pt x="6608" y="1150"/>
                    </a:cubicBezTo>
                    <a:lnTo>
                      <a:pt x="6608" y="1044"/>
                    </a:lnTo>
                    <a:cubicBezTo>
                      <a:pt x="6608" y="859"/>
                      <a:pt x="6457" y="710"/>
                      <a:pt x="6272" y="708"/>
                    </a:cubicBezTo>
                    <a:lnTo>
                      <a:pt x="4518" y="708"/>
                    </a:lnTo>
                    <a:cubicBezTo>
                      <a:pt x="4361" y="282"/>
                      <a:pt x="3958" y="0"/>
                      <a:pt x="350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3" name="Google Shape;4723;p61"/>
              <p:cNvSpPr/>
              <p:nvPr/>
            </p:nvSpPr>
            <p:spPr>
              <a:xfrm>
                <a:off x="7243757" y="3287964"/>
                <a:ext cx="219617" cy="71754"/>
              </a:xfrm>
              <a:custGeom>
                <a:rect b="b" l="l" r="r" t="t"/>
                <a:pathLst>
                  <a:path extrusionOk="0" h="2159" w="6608">
                    <a:moveTo>
                      <a:pt x="3500" y="647"/>
                    </a:moveTo>
                    <a:cubicBezTo>
                      <a:pt x="3722" y="647"/>
                      <a:pt x="3935" y="820"/>
                      <a:pt x="3935" y="1080"/>
                    </a:cubicBezTo>
                    <a:cubicBezTo>
                      <a:pt x="3935" y="1318"/>
                      <a:pt x="3743" y="1512"/>
                      <a:pt x="3503" y="1512"/>
                    </a:cubicBezTo>
                    <a:cubicBezTo>
                      <a:pt x="3118" y="1512"/>
                      <a:pt x="2925" y="1048"/>
                      <a:pt x="3197" y="775"/>
                    </a:cubicBezTo>
                    <a:cubicBezTo>
                      <a:pt x="3285" y="687"/>
                      <a:pt x="3394" y="647"/>
                      <a:pt x="3500" y="647"/>
                    </a:cubicBezTo>
                    <a:close/>
                    <a:moveTo>
                      <a:pt x="3503" y="0"/>
                    </a:moveTo>
                    <a:cubicBezTo>
                      <a:pt x="3050" y="0"/>
                      <a:pt x="2644" y="282"/>
                      <a:pt x="2489" y="708"/>
                    </a:cubicBezTo>
                    <a:lnTo>
                      <a:pt x="358" y="708"/>
                    </a:lnTo>
                    <a:cubicBezTo>
                      <a:pt x="159" y="708"/>
                      <a:pt x="1" y="868"/>
                      <a:pt x="1" y="1065"/>
                    </a:cubicBezTo>
                    <a:lnTo>
                      <a:pt x="1" y="1129"/>
                    </a:lnTo>
                    <a:cubicBezTo>
                      <a:pt x="1" y="1326"/>
                      <a:pt x="159" y="1486"/>
                      <a:pt x="358" y="1486"/>
                    </a:cubicBezTo>
                    <a:lnTo>
                      <a:pt x="2502" y="1486"/>
                    </a:lnTo>
                    <a:cubicBezTo>
                      <a:pt x="2668" y="1893"/>
                      <a:pt x="3064" y="2159"/>
                      <a:pt x="3503" y="2159"/>
                    </a:cubicBezTo>
                    <a:cubicBezTo>
                      <a:pt x="3943" y="2159"/>
                      <a:pt x="4339" y="1893"/>
                      <a:pt x="4504" y="1486"/>
                    </a:cubicBezTo>
                    <a:lnTo>
                      <a:pt x="6271" y="1486"/>
                    </a:lnTo>
                    <a:cubicBezTo>
                      <a:pt x="6457" y="1486"/>
                      <a:pt x="6608" y="1336"/>
                      <a:pt x="6608" y="1150"/>
                    </a:cubicBezTo>
                    <a:lnTo>
                      <a:pt x="6608" y="1044"/>
                    </a:lnTo>
                    <a:cubicBezTo>
                      <a:pt x="6608" y="859"/>
                      <a:pt x="6457" y="710"/>
                      <a:pt x="6271" y="708"/>
                    </a:cubicBezTo>
                    <a:lnTo>
                      <a:pt x="4516" y="708"/>
                    </a:lnTo>
                    <a:cubicBezTo>
                      <a:pt x="4361" y="282"/>
                      <a:pt x="3956" y="0"/>
                      <a:pt x="350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4" name="Google Shape;4724;p61"/>
              <p:cNvSpPr/>
              <p:nvPr/>
            </p:nvSpPr>
            <p:spPr>
              <a:xfrm>
                <a:off x="6995957" y="3287964"/>
                <a:ext cx="219617" cy="71754"/>
              </a:xfrm>
              <a:custGeom>
                <a:rect b="b" l="l" r="r" t="t"/>
                <a:pathLst>
                  <a:path extrusionOk="0" h="2159" w="6608">
                    <a:moveTo>
                      <a:pt x="3502" y="647"/>
                    </a:moveTo>
                    <a:cubicBezTo>
                      <a:pt x="3724" y="647"/>
                      <a:pt x="3937" y="820"/>
                      <a:pt x="3937" y="1080"/>
                    </a:cubicBezTo>
                    <a:cubicBezTo>
                      <a:pt x="3937" y="1318"/>
                      <a:pt x="3743" y="1512"/>
                      <a:pt x="3505" y="1512"/>
                    </a:cubicBezTo>
                    <a:cubicBezTo>
                      <a:pt x="3119" y="1512"/>
                      <a:pt x="2926" y="1048"/>
                      <a:pt x="3199" y="775"/>
                    </a:cubicBezTo>
                    <a:cubicBezTo>
                      <a:pt x="3287" y="687"/>
                      <a:pt x="3395" y="647"/>
                      <a:pt x="3502" y="647"/>
                    </a:cubicBezTo>
                    <a:close/>
                    <a:moveTo>
                      <a:pt x="3505" y="0"/>
                    </a:moveTo>
                    <a:cubicBezTo>
                      <a:pt x="3051" y="0"/>
                      <a:pt x="2646" y="282"/>
                      <a:pt x="2491" y="708"/>
                    </a:cubicBezTo>
                    <a:lnTo>
                      <a:pt x="358" y="708"/>
                    </a:lnTo>
                    <a:cubicBezTo>
                      <a:pt x="161" y="708"/>
                      <a:pt x="1" y="868"/>
                      <a:pt x="1" y="1065"/>
                    </a:cubicBezTo>
                    <a:lnTo>
                      <a:pt x="1" y="1129"/>
                    </a:lnTo>
                    <a:cubicBezTo>
                      <a:pt x="1" y="1326"/>
                      <a:pt x="161" y="1486"/>
                      <a:pt x="358" y="1486"/>
                    </a:cubicBezTo>
                    <a:lnTo>
                      <a:pt x="2504" y="1486"/>
                    </a:lnTo>
                    <a:cubicBezTo>
                      <a:pt x="2669" y="1893"/>
                      <a:pt x="3064" y="2159"/>
                      <a:pt x="3505" y="2159"/>
                    </a:cubicBezTo>
                    <a:cubicBezTo>
                      <a:pt x="3943" y="2159"/>
                      <a:pt x="4339" y="1893"/>
                      <a:pt x="4505" y="1486"/>
                    </a:cubicBezTo>
                    <a:lnTo>
                      <a:pt x="6272" y="1486"/>
                    </a:lnTo>
                    <a:cubicBezTo>
                      <a:pt x="6457" y="1486"/>
                      <a:pt x="6608" y="1336"/>
                      <a:pt x="6608" y="1150"/>
                    </a:cubicBezTo>
                    <a:lnTo>
                      <a:pt x="6608" y="1044"/>
                    </a:lnTo>
                    <a:cubicBezTo>
                      <a:pt x="6608" y="859"/>
                      <a:pt x="6457" y="710"/>
                      <a:pt x="6272" y="708"/>
                    </a:cubicBezTo>
                    <a:lnTo>
                      <a:pt x="4518" y="708"/>
                    </a:lnTo>
                    <a:cubicBezTo>
                      <a:pt x="4363" y="282"/>
                      <a:pt x="3958" y="0"/>
                      <a:pt x="3505"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725" name="Google Shape;4725;p61"/>
          <p:cNvGrpSpPr/>
          <p:nvPr/>
        </p:nvGrpSpPr>
        <p:grpSpPr>
          <a:xfrm>
            <a:off x="6842640" y="3531021"/>
            <a:ext cx="1581862" cy="650625"/>
            <a:chOff x="6777990" y="3710194"/>
            <a:chExt cx="1646915" cy="677382"/>
          </a:xfrm>
        </p:grpSpPr>
        <p:grpSp>
          <p:nvGrpSpPr>
            <p:cNvPr id="4726" name="Google Shape;4726;p61"/>
            <p:cNvGrpSpPr/>
            <p:nvPr/>
          </p:nvGrpSpPr>
          <p:grpSpPr>
            <a:xfrm>
              <a:off x="6777990" y="3874492"/>
              <a:ext cx="411129" cy="513083"/>
              <a:chOff x="6777990" y="3874492"/>
              <a:chExt cx="411129" cy="513083"/>
            </a:xfrm>
          </p:grpSpPr>
          <p:cxnSp>
            <p:nvCxnSpPr>
              <p:cNvPr id="4727" name="Google Shape;4727;p61"/>
              <p:cNvCxnSpPr/>
              <p:nvPr/>
            </p:nvCxnSpPr>
            <p:spPr>
              <a:xfrm>
                <a:off x="6977019" y="4216875"/>
                <a:ext cx="0" cy="170700"/>
              </a:xfrm>
              <a:prstGeom prst="straightConnector1">
                <a:avLst/>
              </a:prstGeom>
              <a:noFill/>
              <a:ln cap="flat" cmpd="sng" w="19050">
                <a:solidFill>
                  <a:srgbClr val="A5B7C6"/>
                </a:solidFill>
                <a:prstDash val="solid"/>
                <a:round/>
                <a:headEnd len="med" w="med" type="none"/>
                <a:tailEnd len="med" w="med" type="diamond"/>
              </a:ln>
            </p:spPr>
          </p:cxnSp>
          <p:sp>
            <p:nvSpPr>
              <p:cNvPr id="4728" name="Google Shape;4728;p61"/>
              <p:cNvSpPr/>
              <p:nvPr/>
            </p:nvSpPr>
            <p:spPr>
              <a:xfrm>
                <a:off x="6777990" y="3874492"/>
                <a:ext cx="411129" cy="356237"/>
              </a:xfrm>
              <a:custGeom>
                <a:rect b="b" l="l" r="r" t="t"/>
                <a:pathLst>
                  <a:path extrusionOk="0" h="60023" w="69272">
                    <a:moveTo>
                      <a:pt x="17333" y="0"/>
                    </a:moveTo>
                    <a:lnTo>
                      <a:pt x="0" y="30011"/>
                    </a:lnTo>
                    <a:lnTo>
                      <a:pt x="17333" y="60023"/>
                    </a:lnTo>
                    <a:lnTo>
                      <a:pt x="51939" y="60023"/>
                    </a:lnTo>
                    <a:lnTo>
                      <a:pt x="69271" y="30011"/>
                    </a:lnTo>
                    <a:lnTo>
                      <a:pt x="51939" y="0"/>
                    </a:lnTo>
                    <a:close/>
                  </a:path>
                </a:pathLst>
              </a:custGeom>
              <a:solidFill>
                <a:srgbClr val="435D74"/>
              </a:solidFill>
              <a:ln cap="flat" cmpd="sng" w="19050">
                <a:solidFill>
                  <a:srgbClr val="A5B7C5"/>
                </a:solidFill>
                <a:prstDash val="solid"/>
                <a:miter lim="5816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29" name="Google Shape;4729;p61"/>
            <p:cNvGrpSpPr/>
            <p:nvPr/>
          </p:nvGrpSpPr>
          <p:grpSpPr>
            <a:xfrm>
              <a:off x="7188425" y="3710194"/>
              <a:ext cx="411123" cy="520535"/>
              <a:chOff x="7188425" y="3710194"/>
              <a:chExt cx="411123" cy="520535"/>
            </a:xfrm>
          </p:grpSpPr>
          <p:cxnSp>
            <p:nvCxnSpPr>
              <p:cNvPr id="4730" name="Google Shape;4730;p61"/>
              <p:cNvCxnSpPr/>
              <p:nvPr/>
            </p:nvCxnSpPr>
            <p:spPr>
              <a:xfrm rot="10800000">
                <a:off x="7393988" y="3710194"/>
                <a:ext cx="0" cy="170700"/>
              </a:xfrm>
              <a:prstGeom prst="straightConnector1">
                <a:avLst/>
              </a:prstGeom>
              <a:noFill/>
              <a:ln cap="flat" cmpd="sng" w="19050">
                <a:solidFill>
                  <a:srgbClr val="A5B7C6"/>
                </a:solidFill>
                <a:prstDash val="solid"/>
                <a:round/>
                <a:headEnd len="med" w="med" type="none"/>
                <a:tailEnd len="med" w="med" type="diamond"/>
              </a:ln>
            </p:spPr>
          </p:cxnSp>
          <p:sp>
            <p:nvSpPr>
              <p:cNvPr id="4731" name="Google Shape;4731;p61"/>
              <p:cNvSpPr/>
              <p:nvPr/>
            </p:nvSpPr>
            <p:spPr>
              <a:xfrm>
                <a:off x="7188425" y="3874492"/>
                <a:ext cx="411123" cy="356237"/>
              </a:xfrm>
              <a:custGeom>
                <a:rect b="b" l="l" r="r" t="t"/>
                <a:pathLst>
                  <a:path extrusionOk="0" h="60023" w="69271">
                    <a:moveTo>
                      <a:pt x="17274" y="0"/>
                    </a:moveTo>
                    <a:lnTo>
                      <a:pt x="0" y="30011"/>
                    </a:lnTo>
                    <a:lnTo>
                      <a:pt x="17274" y="60023"/>
                    </a:lnTo>
                    <a:lnTo>
                      <a:pt x="51939" y="60023"/>
                    </a:lnTo>
                    <a:lnTo>
                      <a:pt x="69271" y="30011"/>
                    </a:lnTo>
                    <a:lnTo>
                      <a:pt x="51939" y="0"/>
                    </a:lnTo>
                    <a:close/>
                  </a:path>
                </a:pathLst>
              </a:custGeom>
              <a:solidFill>
                <a:srgbClr val="435D74"/>
              </a:solidFill>
              <a:ln cap="flat" cmpd="sng" w="19050">
                <a:solidFill>
                  <a:srgbClr val="A5B7C5"/>
                </a:solidFill>
                <a:prstDash val="solid"/>
                <a:miter lim="5816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32" name="Google Shape;4732;p61"/>
            <p:cNvGrpSpPr/>
            <p:nvPr/>
          </p:nvGrpSpPr>
          <p:grpSpPr>
            <a:xfrm>
              <a:off x="7603341" y="3874492"/>
              <a:ext cx="411474" cy="513083"/>
              <a:chOff x="7603341" y="3874492"/>
              <a:chExt cx="411474" cy="513083"/>
            </a:xfrm>
          </p:grpSpPr>
          <p:cxnSp>
            <p:nvCxnSpPr>
              <p:cNvPr id="4733" name="Google Shape;4733;p61"/>
              <p:cNvCxnSpPr/>
              <p:nvPr/>
            </p:nvCxnSpPr>
            <p:spPr>
              <a:xfrm>
                <a:off x="7809095" y="4216875"/>
                <a:ext cx="0" cy="170700"/>
              </a:xfrm>
              <a:prstGeom prst="straightConnector1">
                <a:avLst/>
              </a:prstGeom>
              <a:noFill/>
              <a:ln cap="flat" cmpd="sng" w="19050">
                <a:solidFill>
                  <a:srgbClr val="A5B7C6"/>
                </a:solidFill>
                <a:prstDash val="solid"/>
                <a:round/>
                <a:headEnd len="med" w="med" type="none"/>
                <a:tailEnd len="med" w="med" type="diamond"/>
              </a:ln>
            </p:spPr>
          </p:cxnSp>
          <p:sp>
            <p:nvSpPr>
              <p:cNvPr id="4734" name="Google Shape;4734;p61"/>
              <p:cNvSpPr/>
              <p:nvPr/>
            </p:nvSpPr>
            <p:spPr>
              <a:xfrm>
                <a:off x="7603341" y="3874492"/>
                <a:ext cx="411474" cy="356237"/>
              </a:xfrm>
              <a:custGeom>
                <a:rect b="b" l="l" r="r" t="t"/>
                <a:pathLst>
                  <a:path extrusionOk="0" h="60023" w="69330">
                    <a:moveTo>
                      <a:pt x="17333" y="0"/>
                    </a:moveTo>
                    <a:lnTo>
                      <a:pt x="1" y="30011"/>
                    </a:lnTo>
                    <a:lnTo>
                      <a:pt x="17333" y="60023"/>
                    </a:lnTo>
                    <a:lnTo>
                      <a:pt x="51998" y="60023"/>
                    </a:lnTo>
                    <a:lnTo>
                      <a:pt x="69330" y="30011"/>
                    </a:lnTo>
                    <a:lnTo>
                      <a:pt x="51998" y="0"/>
                    </a:lnTo>
                    <a:close/>
                  </a:path>
                </a:pathLst>
              </a:custGeom>
              <a:solidFill>
                <a:srgbClr val="435D74"/>
              </a:solidFill>
              <a:ln cap="flat" cmpd="sng" w="19050">
                <a:solidFill>
                  <a:srgbClr val="A5B7C5"/>
                </a:solidFill>
                <a:prstDash val="solid"/>
                <a:miter lim="5816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35" name="Google Shape;4735;p61"/>
            <p:cNvGrpSpPr/>
            <p:nvPr/>
          </p:nvGrpSpPr>
          <p:grpSpPr>
            <a:xfrm>
              <a:off x="8013776" y="3722847"/>
              <a:ext cx="411129" cy="507881"/>
              <a:chOff x="8013776" y="3722847"/>
              <a:chExt cx="411129" cy="507881"/>
            </a:xfrm>
          </p:grpSpPr>
          <p:cxnSp>
            <p:nvCxnSpPr>
              <p:cNvPr id="4736" name="Google Shape;4736;p61"/>
              <p:cNvCxnSpPr/>
              <p:nvPr/>
            </p:nvCxnSpPr>
            <p:spPr>
              <a:xfrm rot="10800000">
                <a:off x="8219339" y="3722847"/>
                <a:ext cx="0" cy="169800"/>
              </a:xfrm>
              <a:prstGeom prst="straightConnector1">
                <a:avLst/>
              </a:prstGeom>
              <a:noFill/>
              <a:ln cap="flat" cmpd="sng" w="19050">
                <a:solidFill>
                  <a:srgbClr val="A5B7C6"/>
                </a:solidFill>
                <a:prstDash val="solid"/>
                <a:round/>
                <a:headEnd len="med" w="med" type="none"/>
                <a:tailEnd len="med" w="med" type="diamond"/>
              </a:ln>
            </p:spPr>
          </p:cxnSp>
          <p:sp>
            <p:nvSpPr>
              <p:cNvPr id="4737" name="Google Shape;4737;p61"/>
              <p:cNvSpPr/>
              <p:nvPr/>
            </p:nvSpPr>
            <p:spPr>
              <a:xfrm>
                <a:off x="8013776" y="3874492"/>
                <a:ext cx="411129" cy="356237"/>
              </a:xfrm>
              <a:custGeom>
                <a:rect b="b" l="l" r="r" t="t"/>
                <a:pathLst>
                  <a:path extrusionOk="0" h="60023" w="69272">
                    <a:moveTo>
                      <a:pt x="17333" y="0"/>
                    </a:moveTo>
                    <a:lnTo>
                      <a:pt x="0" y="30011"/>
                    </a:lnTo>
                    <a:lnTo>
                      <a:pt x="17333" y="60023"/>
                    </a:lnTo>
                    <a:lnTo>
                      <a:pt x="51939" y="60023"/>
                    </a:lnTo>
                    <a:lnTo>
                      <a:pt x="69271" y="30011"/>
                    </a:lnTo>
                    <a:lnTo>
                      <a:pt x="51939" y="0"/>
                    </a:lnTo>
                    <a:close/>
                  </a:path>
                </a:pathLst>
              </a:custGeom>
              <a:solidFill>
                <a:srgbClr val="435D74"/>
              </a:solidFill>
              <a:ln cap="flat" cmpd="sng" w="19050">
                <a:solidFill>
                  <a:srgbClr val="A5B7C5"/>
                </a:solidFill>
                <a:prstDash val="solid"/>
                <a:miter lim="5816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738" name="Google Shape;4738;p61"/>
          <p:cNvGrpSpPr/>
          <p:nvPr/>
        </p:nvGrpSpPr>
        <p:grpSpPr>
          <a:xfrm>
            <a:off x="5262155" y="2703861"/>
            <a:ext cx="1421889" cy="1020603"/>
            <a:chOff x="5190863" y="2824811"/>
            <a:chExt cx="1544860" cy="1108869"/>
          </a:xfrm>
        </p:grpSpPr>
        <p:grpSp>
          <p:nvGrpSpPr>
            <p:cNvPr id="4739" name="Google Shape;4739;p61"/>
            <p:cNvGrpSpPr/>
            <p:nvPr/>
          </p:nvGrpSpPr>
          <p:grpSpPr>
            <a:xfrm>
              <a:off x="5938695" y="3176919"/>
              <a:ext cx="685761" cy="404739"/>
              <a:chOff x="5938695" y="3176919"/>
              <a:chExt cx="685761" cy="404739"/>
            </a:xfrm>
          </p:grpSpPr>
          <p:grpSp>
            <p:nvGrpSpPr>
              <p:cNvPr id="4740" name="Google Shape;4740;p61"/>
              <p:cNvGrpSpPr/>
              <p:nvPr/>
            </p:nvGrpSpPr>
            <p:grpSpPr>
              <a:xfrm>
                <a:off x="5938695" y="3176919"/>
                <a:ext cx="685761" cy="404739"/>
                <a:chOff x="5938695" y="3176919"/>
                <a:chExt cx="685761" cy="404739"/>
              </a:xfrm>
            </p:grpSpPr>
            <p:sp>
              <p:nvSpPr>
                <p:cNvPr id="4741" name="Google Shape;4741;p61"/>
                <p:cNvSpPr/>
                <p:nvPr/>
              </p:nvSpPr>
              <p:spPr>
                <a:xfrm>
                  <a:off x="5938695" y="3176919"/>
                  <a:ext cx="404679" cy="404739"/>
                </a:xfrm>
                <a:custGeom>
                  <a:rect b="b" l="l" r="r" t="t"/>
                  <a:pathLst>
                    <a:path extrusionOk="0" h="9651" w="9649">
                      <a:moveTo>
                        <a:pt x="4922" y="1"/>
                      </a:moveTo>
                      <a:cubicBezTo>
                        <a:pt x="4890" y="1"/>
                        <a:pt x="4858" y="2"/>
                        <a:pt x="4826" y="2"/>
                      </a:cubicBezTo>
                      <a:lnTo>
                        <a:pt x="4826" y="1251"/>
                      </a:lnTo>
                      <a:cubicBezTo>
                        <a:pt x="4858" y="1251"/>
                        <a:pt x="4890" y="1251"/>
                        <a:pt x="4922" y="1253"/>
                      </a:cubicBezTo>
                      <a:lnTo>
                        <a:pt x="4925" y="1253"/>
                      </a:lnTo>
                      <a:cubicBezTo>
                        <a:pt x="6858" y="1309"/>
                        <a:pt x="8395" y="2891"/>
                        <a:pt x="8395" y="4825"/>
                      </a:cubicBezTo>
                      <a:cubicBezTo>
                        <a:pt x="8395" y="4845"/>
                        <a:pt x="8393" y="4864"/>
                        <a:pt x="8393" y="4883"/>
                      </a:cubicBezTo>
                      <a:cubicBezTo>
                        <a:pt x="8361" y="6814"/>
                        <a:pt x="6800" y="8371"/>
                        <a:pt x="4869" y="8396"/>
                      </a:cubicBezTo>
                      <a:cubicBezTo>
                        <a:pt x="4853" y="8397"/>
                        <a:pt x="4837" y="8397"/>
                        <a:pt x="4820" y="8397"/>
                      </a:cubicBezTo>
                      <a:cubicBezTo>
                        <a:pt x="2911" y="8397"/>
                        <a:pt x="1336" y="6893"/>
                        <a:pt x="1253" y="4979"/>
                      </a:cubicBezTo>
                      <a:lnTo>
                        <a:pt x="1253" y="4971"/>
                      </a:lnTo>
                      <a:cubicBezTo>
                        <a:pt x="1251" y="4942"/>
                        <a:pt x="1251" y="4912"/>
                        <a:pt x="1251" y="4883"/>
                      </a:cubicBezTo>
                      <a:lnTo>
                        <a:pt x="2" y="4883"/>
                      </a:lnTo>
                      <a:cubicBezTo>
                        <a:pt x="2" y="4913"/>
                        <a:pt x="2" y="4944"/>
                        <a:pt x="1" y="4976"/>
                      </a:cubicBezTo>
                      <a:lnTo>
                        <a:pt x="1" y="4979"/>
                      </a:lnTo>
                      <a:cubicBezTo>
                        <a:pt x="23" y="5762"/>
                        <a:pt x="238" y="6528"/>
                        <a:pt x="627" y="7208"/>
                      </a:cubicBezTo>
                      <a:cubicBezTo>
                        <a:pt x="1484" y="8717"/>
                        <a:pt x="3085" y="9650"/>
                        <a:pt x="4822" y="9650"/>
                      </a:cubicBezTo>
                      <a:cubicBezTo>
                        <a:pt x="7468" y="9650"/>
                        <a:pt x="9614" y="7520"/>
                        <a:pt x="9646" y="4883"/>
                      </a:cubicBezTo>
                      <a:cubicBezTo>
                        <a:pt x="9646" y="4864"/>
                        <a:pt x="9647" y="4845"/>
                        <a:pt x="9647" y="4825"/>
                      </a:cubicBezTo>
                      <a:cubicBezTo>
                        <a:pt x="9649" y="3088"/>
                        <a:pt x="8714" y="1483"/>
                        <a:pt x="7200" y="628"/>
                      </a:cubicBezTo>
                      <a:cubicBezTo>
                        <a:pt x="6746" y="369"/>
                        <a:pt x="6251" y="186"/>
                        <a:pt x="5737" y="87"/>
                      </a:cubicBezTo>
                      <a:cubicBezTo>
                        <a:pt x="5468" y="36"/>
                        <a:pt x="5195" y="7"/>
                        <a:pt x="4922"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2" name="Google Shape;4742;p61"/>
                <p:cNvSpPr/>
                <p:nvPr/>
              </p:nvSpPr>
              <p:spPr>
                <a:xfrm>
                  <a:off x="6256893" y="3285705"/>
                  <a:ext cx="367562" cy="187754"/>
                </a:xfrm>
                <a:custGeom>
                  <a:rect b="b" l="l" r="r" t="t"/>
                  <a:pathLst>
                    <a:path extrusionOk="0" h="4477" w="8764">
                      <a:moveTo>
                        <a:pt x="6645" y="1"/>
                      </a:moveTo>
                      <a:cubicBezTo>
                        <a:pt x="6644" y="1"/>
                        <a:pt x="6643" y="1"/>
                        <a:pt x="6642" y="1"/>
                      </a:cubicBezTo>
                      <a:lnTo>
                        <a:pt x="14" y="1"/>
                      </a:lnTo>
                      <a:cubicBezTo>
                        <a:pt x="1061" y="1309"/>
                        <a:pt x="1055" y="3173"/>
                        <a:pt x="1" y="4476"/>
                      </a:cubicBezTo>
                      <a:lnTo>
                        <a:pt x="6642" y="4476"/>
                      </a:lnTo>
                      <a:cubicBezTo>
                        <a:pt x="7814" y="4476"/>
                        <a:pt x="8763" y="3527"/>
                        <a:pt x="8763" y="2355"/>
                      </a:cubicBezTo>
                      <a:lnTo>
                        <a:pt x="8763" y="2121"/>
                      </a:lnTo>
                      <a:cubicBezTo>
                        <a:pt x="8762" y="950"/>
                        <a:pt x="7814" y="1"/>
                        <a:pt x="6645"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43" name="Google Shape;4743;p61"/>
              <p:cNvSpPr/>
              <p:nvPr/>
            </p:nvSpPr>
            <p:spPr>
              <a:xfrm>
                <a:off x="6044300" y="3282475"/>
                <a:ext cx="191959" cy="191990"/>
              </a:xfrm>
              <a:custGeom>
                <a:rect b="b" l="l" r="r" t="t"/>
                <a:pathLst>
                  <a:path extrusionOk="0" h="4578" w="4577">
                    <a:moveTo>
                      <a:pt x="2288" y="1"/>
                    </a:moveTo>
                    <a:cubicBezTo>
                      <a:pt x="1025" y="1"/>
                      <a:pt x="0" y="1024"/>
                      <a:pt x="0" y="2289"/>
                    </a:cubicBezTo>
                    <a:cubicBezTo>
                      <a:pt x="0" y="3553"/>
                      <a:pt x="1025" y="4577"/>
                      <a:pt x="2288" y="4577"/>
                    </a:cubicBezTo>
                    <a:cubicBezTo>
                      <a:pt x="3552" y="4577"/>
                      <a:pt x="4577" y="3553"/>
                      <a:pt x="4577" y="2289"/>
                    </a:cubicBezTo>
                    <a:cubicBezTo>
                      <a:pt x="4577" y="1024"/>
                      <a:pt x="3552" y="1"/>
                      <a:pt x="2288"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44" name="Google Shape;4744;p61"/>
            <p:cNvGrpSpPr/>
            <p:nvPr/>
          </p:nvGrpSpPr>
          <p:grpSpPr>
            <a:xfrm>
              <a:off x="5305233" y="3176835"/>
              <a:ext cx="685971" cy="404655"/>
              <a:chOff x="5305233" y="3176835"/>
              <a:chExt cx="685971" cy="404655"/>
            </a:xfrm>
          </p:grpSpPr>
          <p:grpSp>
            <p:nvGrpSpPr>
              <p:cNvPr id="4745" name="Google Shape;4745;p61"/>
              <p:cNvGrpSpPr/>
              <p:nvPr/>
            </p:nvGrpSpPr>
            <p:grpSpPr>
              <a:xfrm>
                <a:off x="5305233" y="3176835"/>
                <a:ext cx="685971" cy="404655"/>
                <a:chOff x="5305233" y="3176835"/>
                <a:chExt cx="685971" cy="404655"/>
              </a:xfrm>
            </p:grpSpPr>
            <p:sp>
              <p:nvSpPr>
                <p:cNvPr id="4746" name="Google Shape;4746;p61"/>
                <p:cNvSpPr/>
                <p:nvPr/>
              </p:nvSpPr>
              <p:spPr>
                <a:xfrm>
                  <a:off x="5586650" y="3176835"/>
                  <a:ext cx="404553" cy="404655"/>
                </a:xfrm>
                <a:custGeom>
                  <a:rect b="b" l="l" r="r" t="t"/>
                  <a:pathLst>
                    <a:path extrusionOk="0" h="9649" w="9646">
                      <a:moveTo>
                        <a:pt x="4824" y="1"/>
                      </a:moveTo>
                      <a:cubicBezTo>
                        <a:pt x="2159" y="1"/>
                        <a:pt x="1" y="2161"/>
                        <a:pt x="1" y="4826"/>
                      </a:cubicBezTo>
                      <a:lnTo>
                        <a:pt x="1" y="4883"/>
                      </a:lnTo>
                      <a:cubicBezTo>
                        <a:pt x="31" y="7486"/>
                        <a:pt x="2121" y="9594"/>
                        <a:pt x="4724" y="9647"/>
                      </a:cubicBezTo>
                      <a:cubicBezTo>
                        <a:pt x="4756" y="9647"/>
                        <a:pt x="4790" y="9649"/>
                        <a:pt x="4824" y="9649"/>
                      </a:cubicBezTo>
                      <a:lnTo>
                        <a:pt x="4829" y="9649"/>
                      </a:lnTo>
                      <a:cubicBezTo>
                        <a:pt x="4861" y="9649"/>
                        <a:pt x="4893" y="9649"/>
                        <a:pt x="4925" y="9647"/>
                      </a:cubicBezTo>
                      <a:cubicBezTo>
                        <a:pt x="5725" y="9633"/>
                        <a:pt x="6508" y="9417"/>
                        <a:pt x="7205" y="9021"/>
                      </a:cubicBezTo>
                      <a:cubicBezTo>
                        <a:pt x="6508" y="8626"/>
                        <a:pt x="5725" y="8411"/>
                        <a:pt x="4925" y="8395"/>
                      </a:cubicBezTo>
                      <a:cubicBezTo>
                        <a:pt x="4893" y="8397"/>
                        <a:pt x="4861" y="8397"/>
                        <a:pt x="4829" y="8397"/>
                      </a:cubicBezTo>
                      <a:lnTo>
                        <a:pt x="4824" y="8397"/>
                      </a:lnTo>
                      <a:cubicBezTo>
                        <a:pt x="4790" y="8397"/>
                        <a:pt x="4756" y="8397"/>
                        <a:pt x="4724" y="8395"/>
                      </a:cubicBezTo>
                      <a:cubicBezTo>
                        <a:pt x="2817" y="8344"/>
                        <a:pt x="1283" y="6795"/>
                        <a:pt x="1253" y="4883"/>
                      </a:cubicBezTo>
                      <a:cubicBezTo>
                        <a:pt x="1253" y="4863"/>
                        <a:pt x="1251" y="4843"/>
                        <a:pt x="1251" y="4824"/>
                      </a:cubicBezTo>
                      <a:cubicBezTo>
                        <a:pt x="1251" y="2851"/>
                        <a:pt x="2851" y="1252"/>
                        <a:pt x="4824" y="1252"/>
                      </a:cubicBezTo>
                      <a:cubicBezTo>
                        <a:pt x="6745" y="1252"/>
                        <a:pt x="8313" y="2768"/>
                        <a:pt x="8393" y="4670"/>
                      </a:cubicBezTo>
                      <a:lnTo>
                        <a:pt x="8393" y="4674"/>
                      </a:lnTo>
                      <a:cubicBezTo>
                        <a:pt x="8396" y="4723"/>
                        <a:pt x="8396" y="4774"/>
                        <a:pt x="8396" y="4824"/>
                      </a:cubicBezTo>
                      <a:cubicBezTo>
                        <a:pt x="8396" y="4845"/>
                        <a:pt x="8396" y="4863"/>
                        <a:pt x="8396" y="4883"/>
                      </a:cubicBezTo>
                      <a:lnTo>
                        <a:pt x="9644" y="4883"/>
                      </a:lnTo>
                      <a:cubicBezTo>
                        <a:pt x="9644" y="4863"/>
                        <a:pt x="9642" y="4843"/>
                        <a:pt x="9642" y="4824"/>
                      </a:cubicBezTo>
                      <a:cubicBezTo>
                        <a:pt x="9644" y="4778"/>
                        <a:pt x="9644" y="4728"/>
                        <a:pt x="9645" y="4680"/>
                      </a:cubicBezTo>
                      <a:lnTo>
                        <a:pt x="9645" y="4672"/>
                      </a:lnTo>
                      <a:cubicBezTo>
                        <a:pt x="9623" y="3889"/>
                        <a:pt x="9407" y="3124"/>
                        <a:pt x="9019" y="2443"/>
                      </a:cubicBezTo>
                      <a:cubicBezTo>
                        <a:pt x="8163" y="933"/>
                        <a:pt x="6560" y="1"/>
                        <a:pt x="482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7" name="Google Shape;4747;p61"/>
                <p:cNvSpPr/>
                <p:nvPr/>
              </p:nvSpPr>
              <p:spPr>
                <a:xfrm>
                  <a:off x="5305233" y="3285914"/>
                  <a:ext cx="367352" cy="187796"/>
                </a:xfrm>
                <a:custGeom>
                  <a:rect b="b" l="l" r="r" t="t"/>
                  <a:pathLst>
                    <a:path extrusionOk="0" h="4478" w="8759">
                      <a:moveTo>
                        <a:pt x="2123" y="0"/>
                      </a:moveTo>
                      <a:cubicBezTo>
                        <a:pt x="951" y="0"/>
                        <a:pt x="1" y="950"/>
                        <a:pt x="1" y="2122"/>
                      </a:cubicBezTo>
                      <a:lnTo>
                        <a:pt x="1" y="2356"/>
                      </a:lnTo>
                      <a:cubicBezTo>
                        <a:pt x="1" y="3528"/>
                        <a:pt x="951" y="4478"/>
                        <a:pt x="2123" y="4478"/>
                      </a:cubicBezTo>
                      <a:lnTo>
                        <a:pt x="8759" y="4478"/>
                      </a:lnTo>
                      <a:cubicBezTo>
                        <a:pt x="7702" y="3176"/>
                        <a:pt x="7694" y="1314"/>
                        <a:pt x="8739" y="2"/>
                      </a:cubicBezTo>
                      <a:lnTo>
                        <a:pt x="8739"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48" name="Google Shape;4748;p61"/>
              <p:cNvSpPr/>
              <p:nvPr/>
            </p:nvSpPr>
            <p:spPr>
              <a:xfrm>
                <a:off x="5694436" y="3282475"/>
                <a:ext cx="192001" cy="191990"/>
              </a:xfrm>
              <a:custGeom>
                <a:rect b="b" l="l" r="r" t="t"/>
                <a:pathLst>
                  <a:path extrusionOk="0" h="4578" w="4578">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49" name="Google Shape;4749;p61"/>
            <p:cNvSpPr/>
            <p:nvPr/>
          </p:nvSpPr>
          <p:spPr>
            <a:xfrm>
              <a:off x="6103938" y="3114683"/>
              <a:ext cx="40933" cy="7549"/>
            </a:xfrm>
            <a:custGeom>
              <a:rect b="b" l="l" r="r" t="t"/>
              <a:pathLst>
                <a:path extrusionOk="0" h="180" w="976">
                  <a:moveTo>
                    <a:pt x="1" y="1"/>
                  </a:moveTo>
                  <a:lnTo>
                    <a:pt x="1" y="1"/>
                  </a:lnTo>
                  <a:cubicBezTo>
                    <a:pt x="279" y="119"/>
                    <a:pt x="578" y="179"/>
                    <a:pt x="881" y="179"/>
                  </a:cubicBezTo>
                  <a:cubicBezTo>
                    <a:pt x="881" y="179"/>
                    <a:pt x="881" y="179"/>
                    <a:pt x="881" y="179"/>
                  </a:cubicBezTo>
                  <a:lnTo>
                    <a:pt x="881" y="179"/>
                  </a:lnTo>
                  <a:cubicBezTo>
                    <a:pt x="882" y="179"/>
                    <a:pt x="882" y="179"/>
                    <a:pt x="882" y="179"/>
                  </a:cubicBezTo>
                  <a:cubicBezTo>
                    <a:pt x="913" y="179"/>
                    <a:pt x="945" y="178"/>
                    <a:pt x="975" y="176"/>
                  </a:cubicBezTo>
                  <a:lnTo>
                    <a:pt x="975" y="176"/>
                  </a:lnTo>
                  <a:cubicBezTo>
                    <a:pt x="943" y="178"/>
                    <a:pt x="913" y="179"/>
                    <a:pt x="881" y="179"/>
                  </a:cubicBezTo>
                  <a:lnTo>
                    <a:pt x="881" y="179"/>
                  </a:lnTo>
                  <a:cubicBezTo>
                    <a:pt x="579" y="179"/>
                    <a:pt x="279" y="119"/>
                    <a:pt x="1"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50" name="Google Shape;4750;p61"/>
            <p:cNvGrpSpPr/>
            <p:nvPr/>
          </p:nvGrpSpPr>
          <p:grpSpPr>
            <a:xfrm>
              <a:off x="5657361" y="2824811"/>
              <a:ext cx="1078361" cy="404655"/>
              <a:chOff x="5657361" y="2824811"/>
              <a:chExt cx="1078361" cy="404655"/>
            </a:xfrm>
          </p:grpSpPr>
          <p:grpSp>
            <p:nvGrpSpPr>
              <p:cNvPr id="4751" name="Google Shape;4751;p61"/>
              <p:cNvGrpSpPr/>
              <p:nvPr/>
            </p:nvGrpSpPr>
            <p:grpSpPr>
              <a:xfrm>
                <a:off x="5657361" y="2824811"/>
                <a:ext cx="1078361" cy="404655"/>
                <a:chOff x="5657361" y="2824811"/>
                <a:chExt cx="1078361" cy="404655"/>
              </a:xfrm>
            </p:grpSpPr>
            <p:grpSp>
              <p:nvGrpSpPr>
                <p:cNvPr id="4752" name="Google Shape;4752;p61"/>
                <p:cNvGrpSpPr/>
                <p:nvPr/>
              </p:nvGrpSpPr>
              <p:grpSpPr>
                <a:xfrm>
                  <a:off x="5938485" y="2824811"/>
                  <a:ext cx="797237" cy="404655"/>
                  <a:chOff x="5938485" y="2824811"/>
                  <a:chExt cx="797237" cy="404655"/>
                </a:xfrm>
              </p:grpSpPr>
              <p:sp>
                <p:nvSpPr>
                  <p:cNvPr id="4753" name="Google Shape;4753;p61"/>
                  <p:cNvSpPr/>
                  <p:nvPr/>
                </p:nvSpPr>
                <p:spPr>
                  <a:xfrm>
                    <a:off x="6137952" y="2824811"/>
                    <a:ext cx="597771" cy="301698"/>
                  </a:xfrm>
                  <a:custGeom>
                    <a:rect b="b" l="l" r="r" t="t"/>
                    <a:pathLst>
                      <a:path extrusionOk="0" h="7194" w="14253">
                        <a:moveTo>
                          <a:pt x="1" y="1"/>
                        </a:moveTo>
                        <a:lnTo>
                          <a:pt x="1" y="1255"/>
                        </a:lnTo>
                        <a:cubicBezTo>
                          <a:pt x="1972" y="1256"/>
                          <a:pt x="3570" y="2856"/>
                          <a:pt x="3570" y="4826"/>
                        </a:cubicBezTo>
                        <a:lnTo>
                          <a:pt x="3570" y="4827"/>
                        </a:lnTo>
                        <a:cubicBezTo>
                          <a:pt x="3570" y="4994"/>
                          <a:pt x="3578" y="5160"/>
                          <a:pt x="3594" y="5322"/>
                        </a:cubicBezTo>
                        <a:cubicBezTo>
                          <a:pt x="3703" y="6385"/>
                          <a:pt x="4598" y="7194"/>
                          <a:pt x="5668" y="7194"/>
                        </a:cubicBezTo>
                        <a:lnTo>
                          <a:pt x="14253" y="7194"/>
                        </a:lnTo>
                        <a:lnTo>
                          <a:pt x="14253" y="6015"/>
                        </a:lnTo>
                        <a:lnTo>
                          <a:pt x="5982" y="6017"/>
                        </a:lnTo>
                        <a:cubicBezTo>
                          <a:pt x="5333" y="6017"/>
                          <a:pt x="4819" y="5485"/>
                          <a:pt x="4821" y="4838"/>
                        </a:cubicBezTo>
                        <a:lnTo>
                          <a:pt x="4821" y="4826"/>
                        </a:lnTo>
                        <a:cubicBezTo>
                          <a:pt x="4821" y="2163"/>
                          <a:pt x="2662" y="2"/>
                          <a:pt x="1"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4" name="Google Shape;4754;p61"/>
                  <p:cNvSpPr/>
                  <p:nvPr/>
                </p:nvSpPr>
                <p:spPr>
                  <a:xfrm>
                    <a:off x="5938485" y="2824811"/>
                    <a:ext cx="202151" cy="404655"/>
                  </a:xfrm>
                  <a:custGeom>
                    <a:rect b="b" l="l" r="r" t="t"/>
                    <a:pathLst>
                      <a:path extrusionOk="0" h="9649" w="4820">
                        <a:moveTo>
                          <a:pt x="4819" y="1"/>
                        </a:moveTo>
                        <a:cubicBezTo>
                          <a:pt x="2161" y="4"/>
                          <a:pt x="1" y="2167"/>
                          <a:pt x="1" y="4827"/>
                        </a:cubicBezTo>
                        <a:cubicBezTo>
                          <a:pt x="1" y="6565"/>
                          <a:pt x="934" y="8168"/>
                          <a:pt x="2446" y="9023"/>
                        </a:cubicBezTo>
                        <a:cubicBezTo>
                          <a:pt x="3141" y="9418"/>
                          <a:pt x="3924" y="9634"/>
                          <a:pt x="4725" y="9649"/>
                        </a:cubicBezTo>
                        <a:cubicBezTo>
                          <a:pt x="4757" y="9649"/>
                          <a:pt x="4789" y="9647"/>
                          <a:pt x="4819" y="9647"/>
                        </a:cubicBezTo>
                        <a:lnTo>
                          <a:pt x="4819" y="8398"/>
                        </a:lnTo>
                        <a:cubicBezTo>
                          <a:pt x="4787" y="8398"/>
                          <a:pt x="4757" y="8398"/>
                          <a:pt x="4725" y="8397"/>
                        </a:cubicBezTo>
                        <a:lnTo>
                          <a:pt x="4723" y="8397"/>
                        </a:lnTo>
                        <a:cubicBezTo>
                          <a:pt x="2742" y="8342"/>
                          <a:pt x="1165" y="6672"/>
                          <a:pt x="1256" y="4657"/>
                        </a:cubicBezTo>
                        <a:cubicBezTo>
                          <a:pt x="1340" y="2818"/>
                          <a:pt x="2843" y="1327"/>
                          <a:pt x="4685" y="1255"/>
                        </a:cubicBezTo>
                        <a:cubicBezTo>
                          <a:pt x="4730" y="1253"/>
                          <a:pt x="4774" y="1253"/>
                          <a:pt x="4819" y="1253"/>
                        </a:cubicBezTo>
                        <a:lnTo>
                          <a:pt x="4819"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55" name="Google Shape;4755;p61"/>
                <p:cNvSpPr/>
                <p:nvPr/>
              </p:nvSpPr>
              <p:spPr>
                <a:xfrm>
                  <a:off x="5657361" y="2934478"/>
                  <a:ext cx="367688" cy="187838"/>
                </a:xfrm>
                <a:custGeom>
                  <a:rect b="b" l="l" r="r" t="t"/>
                  <a:pathLst>
                    <a:path extrusionOk="0" h="4479" w="8767">
                      <a:moveTo>
                        <a:pt x="2123" y="1"/>
                      </a:moveTo>
                      <a:cubicBezTo>
                        <a:pt x="952" y="1"/>
                        <a:pt x="1" y="950"/>
                        <a:pt x="1" y="2123"/>
                      </a:cubicBezTo>
                      <a:lnTo>
                        <a:pt x="1" y="2356"/>
                      </a:lnTo>
                      <a:cubicBezTo>
                        <a:pt x="1" y="3527"/>
                        <a:pt x="952" y="4478"/>
                        <a:pt x="2123" y="4478"/>
                      </a:cubicBezTo>
                      <a:lnTo>
                        <a:pt x="8766" y="4478"/>
                      </a:lnTo>
                      <a:cubicBezTo>
                        <a:pt x="7702" y="3181"/>
                        <a:pt x="7684" y="1319"/>
                        <a:pt x="872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56" name="Google Shape;4756;p61"/>
              <p:cNvSpPr/>
              <p:nvPr/>
            </p:nvSpPr>
            <p:spPr>
              <a:xfrm>
                <a:off x="6047361" y="2932675"/>
                <a:ext cx="192001" cy="191990"/>
              </a:xfrm>
              <a:custGeom>
                <a:rect b="b" l="l" r="r" t="t"/>
                <a:pathLst>
                  <a:path extrusionOk="0" h="4578" w="4578">
                    <a:moveTo>
                      <a:pt x="2289" y="1"/>
                    </a:moveTo>
                    <a:cubicBezTo>
                      <a:pt x="1026" y="1"/>
                      <a:pt x="1" y="1024"/>
                      <a:pt x="1" y="2289"/>
                    </a:cubicBezTo>
                    <a:cubicBezTo>
                      <a:pt x="1" y="3552"/>
                      <a:pt x="1026" y="4577"/>
                      <a:pt x="2289" y="4577"/>
                    </a:cubicBezTo>
                    <a:cubicBezTo>
                      <a:pt x="3552" y="4577"/>
                      <a:pt x="4577" y="3552"/>
                      <a:pt x="4577" y="2289"/>
                    </a:cubicBezTo>
                    <a:cubicBezTo>
                      <a:pt x="4577" y="1024"/>
                      <a:pt x="3552" y="1"/>
                      <a:pt x="2289"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57" name="Google Shape;4757;p61"/>
            <p:cNvGrpSpPr/>
            <p:nvPr/>
          </p:nvGrpSpPr>
          <p:grpSpPr>
            <a:xfrm>
              <a:off x="5190863" y="3528942"/>
              <a:ext cx="1078026" cy="404739"/>
              <a:chOff x="5190863" y="3528942"/>
              <a:chExt cx="1078026" cy="404739"/>
            </a:xfrm>
          </p:grpSpPr>
          <p:sp>
            <p:nvSpPr>
              <p:cNvPr id="4758" name="Google Shape;4758;p61"/>
              <p:cNvSpPr/>
              <p:nvPr/>
            </p:nvSpPr>
            <p:spPr>
              <a:xfrm>
                <a:off x="5694436" y="3635379"/>
                <a:ext cx="192001" cy="191990"/>
              </a:xfrm>
              <a:custGeom>
                <a:rect b="b" l="l" r="r" t="t"/>
                <a:pathLst>
                  <a:path extrusionOk="0" h="4578" w="4578">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59" name="Google Shape;4759;p61"/>
              <p:cNvGrpSpPr/>
              <p:nvPr/>
            </p:nvGrpSpPr>
            <p:grpSpPr>
              <a:xfrm>
                <a:off x="5190863" y="3528942"/>
                <a:ext cx="1078026" cy="404739"/>
                <a:chOff x="5190863" y="3528942"/>
                <a:chExt cx="1078026" cy="404739"/>
              </a:xfrm>
            </p:grpSpPr>
            <p:sp>
              <p:nvSpPr>
                <p:cNvPr id="4760" name="Google Shape;4760;p61"/>
                <p:cNvSpPr/>
                <p:nvPr/>
              </p:nvSpPr>
              <p:spPr>
                <a:xfrm>
                  <a:off x="5190863" y="3528942"/>
                  <a:ext cx="800551" cy="404739"/>
                </a:xfrm>
                <a:custGeom>
                  <a:rect b="b" l="l" r="r" t="t"/>
                  <a:pathLst>
                    <a:path extrusionOk="0" h="9651" w="19088">
                      <a:moveTo>
                        <a:pt x="14266" y="1"/>
                      </a:moveTo>
                      <a:lnTo>
                        <a:pt x="14266" y="1253"/>
                      </a:lnTo>
                      <a:cubicBezTo>
                        <a:pt x="14298" y="1253"/>
                        <a:pt x="14330" y="1253"/>
                        <a:pt x="14362" y="1255"/>
                      </a:cubicBezTo>
                      <a:cubicBezTo>
                        <a:pt x="16314" y="1309"/>
                        <a:pt x="17861" y="2922"/>
                        <a:pt x="17833" y="4874"/>
                      </a:cubicBezTo>
                      <a:cubicBezTo>
                        <a:pt x="17808" y="6827"/>
                        <a:pt x="16218" y="8396"/>
                        <a:pt x="14266" y="8398"/>
                      </a:cubicBezTo>
                      <a:lnTo>
                        <a:pt x="14261" y="8398"/>
                      </a:lnTo>
                      <a:cubicBezTo>
                        <a:pt x="12331" y="8398"/>
                        <a:pt x="10757" y="6867"/>
                        <a:pt x="10691" y="4952"/>
                      </a:cubicBezTo>
                      <a:lnTo>
                        <a:pt x="10691" y="4950"/>
                      </a:lnTo>
                      <a:cubicBezTo>
                        <a:pt x="10688" y="4909"/>
                        <a:pt x="10688" y="4867"/>
                        <a:pt x="10688" y="4825"/>
                      </a:cubicBezTo>
                      <a:cubicBezTo>
                        <a:pt x="10688" y="4784"/>
                        <a:pt x="10688" y="4744"/>
                        <a:pt x="10691" y="4704"/>
                      </a:cubicBezTo>
                      <a:lnTo>
                        <a:pt x="10691" y="4680"/>
                      </a:lnTo>
                      <a:cubicBezTo>
                        <a:pt x="10653" y="3432"/>
                        <a:pt x="9614" y="2446"/>
                        <a:pt x="8364" y="2446"/>
                      </a:cubicBezTo>
                      <a:cubicBezTo>
                        <a:pt x="8363" y="2446"/>
                        <a:pt x="8362" y="2446"/>
                        <a:pt x="8361" y="2446"/>
                      </a:cubicBezTo>
                      <a:cubicBezTo>
                        <a:pt x="6936" y="2446"/>
                        <a:pt x="2798" y="2449"/>
                        <a:pt x="1" y="2449"/>
                      </a:cubicBezTo>
                      <a:lnTo>
                        <a:pt x="1" y="3626"/>
                      </a:lnTo>
                      <a:lnTo>
                        <a:pt x="8387" y="3626"/>
                      </a:lnTo>
                      <a:cubicBezTo>
                        <a:pt x="8978" y="3626"/>
                        <a:pt x="9452" y="4113"/>
                        <a:pt x="9438" y="4704"/>
                      </a:cubicBezTo>
                      <a:lnTo>
                        <a:pt x="9438" y="4715"/>
                      </a:lnTo>
                      <a:cubicBezTo>
                        <a:pt x="9438" y="4752"/>
                        <a:pt x="9438" y="4789"/>
                        <a:pt x="9438" y="4825"/>
                      </a:cubicBezTo>
                      <a:cubicBezTo>
                        <a:pt x="9438" y="4862"/>
                        <a:pt x="9438" y="4901"/>
                        <a:pt x="9438" y="4939"/>
                      </a:cubicBezTo>
                      <a:cubicBezTo>
                        <a:pt x="9498" y="7558"/>
                        <a:pt x="11639" y="9650"/>
                        <a:pt x="14259" y="9650"/>
                      </a:cubicBezTo>
                      <a:cubicBezTo>
                        <a:pt x="14260" y="9650"/>
                        <a:pt x="14261" y="9650"/>
                        <a:pt x="14262" y="9650"/>
                      </a:cubicBezTo>
                      <a:lnTo>
                        <a:pt x="14267" y="9650"/>
                      </a:lnTo>
                      <a:cubicBezTo>
                        <a:pt x="16929" y="9647"/>
                        <a:pt x="19087" y="7488"/>
                        <a:pt x="19087" y="4825"/>
                      </a:cubicBezTo>
                      <a:cubicBezTo>
                        <a:pt x="19087" y="3088"/>
                        <a:pt x="18154" y="1484"/>
                        <a:pt x="16640" y="628"/>
                      </a:cubicBezTo>
                      <a:cubicBezTo>
                        <a:pt x="15945" y="233"/>
                        <a:pt x="15162" y="17"/>
                        <a:pt x="14362" y="2"/>
                      </a:cubicBezTo>
                      <a:cubicBezTo>
                        <a:pt x="14330" y="2"/>
                        <a:pt x="14298" y="1"/>
                        <a:pt x="1426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1" name="Google Shape;4761;p61"/>
                <p:cNvSpPr/>
                <p:nvPr/>
              </p:nvSpPr>
              <p:spPr>
                <a:xfrm>
                  <a:off x="5905730" y="3637351"/>
                  <a:ext cx="363158" cy="187796"/>
                </a:xfrm>
                <a:custGeom>
                  <a:rect b="b" l="l" r="r" t="t"/>
                  <a:pathLst>
                    <a:path extrusionOk="0" h="4478" w="8659">
                      <a:moveTo>
                        <a:pt x="0" y="0"/>
                      </a:moveTo>
                      <a:cubicBezTo>
                        <a:pt x="1051" y="1307"/>
                        <a:pt x="1051" y="3169"/>
                        <a:pt x="0" y="4478"/>
                      </a:cubicBezTo>
                      <a:lnTo>
                        <a:pt x="6537" y="4478"/>
                      </a:lnTo>
                      <a:cubicBezTo>
                        <a:pt x="7708" y="4478"/>
                        <a:pt x="8659" y="3526"/>
                        <a:pt x="8659" y="2356"/>
                      </a:cubicBezTo>
                      <a:lnTo>
                        <a:pt x="8659" y="2120"/>
                      </a:lnTo>
                      <a:cubicBezTo>
                        <a:pt x="8657" y="950"/>
                        <a:pt x="7708" y="0"/>
                        <a:pt x="653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4762" name="Google Shape;4762;p61"/>
          <p:cNvGrpSpPr/>
          <p:nvPr/>
        </p:nvGrpSpPr>
        <p:grpSpPr>
          <a:xfrm>
            <a:off x="728162" y="1268329"/>
            <a:ext cx="1086719" cy="879487"/>
            <a:chOff x="803162" y="1474292"/>
            <a:chExt cx="1086719" cy="879487"/>
          </a:xfrm>
        </p:grpSpPr>
        <p:grpSp>
          <p:nvGrpSpPr>
            <p:cNvPr id="4763" name="Google Shape;4763;p61"/>
            <p:cNvGrpSpPr/>
            <p:nvPr/>
          </p:nvGrpSpPr>
          <p:grpSpPr>
            <a:xfrm>
              <a:off x="803162" y="1625948"/>
              <a:ext cx="445856" cy="576579"/>
              <a:chOff x="803162" y="1625948"/>
              <a:chExt cx="445856" cy="576579"/>
            </a:xfrm>
          </p:grpSpPr>
          <p:sp>
            <p:nvSpPr>
              <p:cNvPr id="4764" name="Google Shape;4764;p61"/>
              <p:cNvSpPr/>
              <p:nvPr/>
            </p:nvSpPr>
            <p:spPr>
              <a:xfrm>
                <a:off x="803162" y="1847356"/>
                <a:ext cx="133646" cy="133865"/>
              </a:xfrm>
              <a:custGeom>
                <a:rect b="b" l="l" r="r" t="t"/>
                <a:pathLst>
                  <a:path extrusionOk="0" h="20115" w="20082">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65" name="Google Shape;4765;p61"/>
              <p:cNvGrpSpPr/>
              <p:nvPr/>
            </p:nvGrpSpPr>
            <p:grpSpPr>
              <a:xfrm>
                <a:off x="1056023" y="1625948"/>
                <a:ext cx="192995" cy="576579"/>
                <a:chOff x="1056023" y="1625948"/>
                <a:chExt cx="192995" cy="576579"/>
              </a:xfrm>
            </p:grpSpPr>
            <p:sp>
              <p:nvSpPr>
                <p:cNvPr id="4766" name="Google Shape;4766;p61"/>
                <p:cNvSpPr/>
                <p:nvPr/>
              </p:nvSpPr>
              <p:spPr>
                <a:xfrm>
                  <a:off x="1066902" y="1914079"/>
                  <a:ext cx="167456" cy="269382"/>
                </a:xfrm>
                <a:custGeom>
                  <a:rect b="b" l="l" r="r" t="t"/>
                  <a:pathLst>
                    <a:path extrusionOk="0" fill="none" h="40463" w="25153">
                      <a:moveTo>
                        <a:pt x="25152" y="40463"/>
                      </a:moveTo>
                      <a:cubicBezTo>
                        <a:pt x="19315" y="40463"/>
                        <a:pt x="14378" y="32724"/>
                        <a:pt x="12777" y="22150"/>
                      </a:cubicBezTo>
                      <a:lnTo>
                        <a:pt x="12810" y="22350"/>
                      </a:lnTo>
                      <a:cubicBezTo>
                        <a:pt x="10542" y="7606"/>
                        <a:pt x="6372" y="1"/>
                        <a:pt x="1" y="1"/>
                      </a:cubicBezTo>
                      <a:lnTo>
                        <a:pt x="1" y="1"/>
                      </a:lnTo>
                    </a:path>
                  </a:pathLst>
                </a:custGeom>
                <a:noFill/>
                <a:ln cap="rnd" cmpd="sng" w="9525">
                  <a:solidFill>
                    <a:srgbClr val="435D74"/>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7" name="Google Shape;4767;p61"/>
                <p:cNvSpPr/>
                <p:nvPr/>
              </p:nvSpPr>
              <p:spPr>
                <a:xfrm>
                  <a:off x="1066902" y="1645136"/>
                  <a:ext cx="167456" cy="269382"/>
                </a:xfrm>
                <a:custGeom>
                  <a:rect b="b" l="l" r="r" t="t"/>
                  <a:pathLst>
                    <a:path extrusionOk="0" fill="none" h="40463" w="25153">
                      <a:moveTo>
                        <a:pt x="25152" y="0"/>
                      </a:moveTo>
                      <a:cubicBezTo>
                        <a:pt x="19315" y="0"/>
                        <a:pt x="14378" y="7706"/>
                        <a:pt x="12777" y="18313"/>
                      </a:cubicBezTo>
                      <a:lnTo>
                        <a:pt x="12810" y="18113"/>
                      </a:lnTo>
                      <a:cubicBezTo>
                        <a:pt x="10542" y="32857"/>
                        <a:pt x="6372" y="40462"/>
                        <a:pt x="1" y="40462"/>
                      </a:cubicBezTo>
                      <a:lnTo>
                        <a:pt x="1" y="40462"/>
                      </a:lnTo>
                    </a:path>
                  </a:pathLst>
                </a:custGeom>
                <a:noFill/>
                <a:ln cap="rnd" cmpd="sng" w="9525">
                  <a:solidFill>
                    <a:srgbClr val="435D74"/>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8" name="Google Shape;4768;p61"/>
                <p:cNvSpPr/>
                <p:nvPr/>
              </p:nvSpPr>
              <p:spPr>
                <a:xfrm>
                  <a:off x="1056023" y="1893872"/>
                  <a:ext cx="40644" cy="40644"/>
                </a:xfrm>
                <a:custGeom>
                  <a:rect b="b" l="l" r="r" t="t"/>
                  <a:pathLst>
                    <a:path extrusionOk="0" h="6105" w="6105">
                      <a:moveTo>
                        <a:pt x="3069" y="0"/>
                      </a:moveTo>
                      <a:cubicBezTo>
                        <a:pt x="1368" y="0"/>
                        <a:pt x="0" y="1368"/>
                        <a:pt x="0" y="3036"/>
                      </a:cubicBezTo>
                      <a:cubicBezTo>
                        <a:pt x="0" y="4737"/>
                        <a:pt x="1368" y="6105"/>
                        <a:pt x="3069" y="6105"/>
                      </a:cubicBezTo>
                      <a:cubicBezTo>
                        <a:pt x="4737" y="6105"/>
                        <a:pt x="6105" y="4737"/>
                        <a:pt x="6105" y="3036"/>
                      </a:cubicBezTo>
                      <a:cubicBezTo>
                        <a:pt x="6105" y="1368"/>
                        <a:pt x="4737" y="0"/>
                        <a:pt x="306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9" name="Google Shape;4769;p61"/>
                <p:cNvSpPr/>
                <p:nvPr/>
              </p:nvSpPr>
              <p:spPr>
                <a:xfrm>
                  <a:off x="1220365" y="2164199"/>
                  <a:ext cx="28654" cy="38327"/>
                </a:xfrm>
                <a:custGeom>
                  <a:rect b="b" l="l" r="r" t="t"/>
                  <a:pathLst>
                    <a:path extrusionOk="0" h="5757" w="4304">
                      <a:moveTo>
                        <a:pt x="509" y="0"/>
                      </a:moveTo>
                      <a:cubicBezTo>
                        <a:pt x="247" y="0"/>
                        <a:pt x="1" y="203"/>
                        <a:pt x="1" y="493"/>
                      </a:cubicBezTo>
                      <a:lnTo>
                        <a:pt x="1" y="5263"/>
                      </a:lnTo>
                      <a:cubicBezTo>
                        <a:pt x="1" y="5554"/>
                        <a:pt x="229" y="5757"/>
                        <a:pt x="482" y="5757"/>
                      </a:cubicBezTo>
                      <a:cubicBezTo>
                        <a:pt x="577" y="5757"/>
                        <a:pt x="676" y="5728"/>
                        <a:pt x="768" y="5664"/>
                      </a:cubicBezTo>
                      <a:lnTo>
                        <a:pt x="4003" y="3395"/>
                      </a:lnTo>
                      <a:cubicBezTo>
                        <a:pt x="4304" y="3195"/>
                        <a:pt x="4304" y="2795"/>
                        <a:pt x="4037" y="2595"/>
                      </a:cubicBezTo>
                      <a:lnTo>
                        <a:pt x="801" y="93"/>
                      </a:lnTo>
                      <a:cubicBezTo>
                        <a:pt x="710" y="29"/>
                        <a:pt x="608" y="0"/>
                        <a:pt x="5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0" name="Google Shape;4770;p61"/>
                <p:cNvSpPr/>
                <p:nvPr/>
              </p:nvSpPr>
              <p:spPr>
                <a:xfrm>
                  <a:off x="1220365" y="1625948"/>
                  <a:ext cx="28654" cy="38467"/>
                </a:xfrm>
                <a:custGeom>
                  <a:rect b="b" l="l" r="r" t="t"/>
                  <a:pathLst>
                    <a:path extrusionOk="0" h="5778" w="4304">
                      <a:moveTo>
                        <a:pt x="489" y="0"/>
                      </a:moveTo>
                      <a:cubicBezTo>
                        <a:pt x="234" y="0"/>
                        <a:pt x="1" y="207"/>
                        <a:pt x="1" y="514"/>
                      </a:cubicBezTo>
                      <a:lnTo>
                        <a:pt x="1" y="5284"/>
                      </a:lnTo>
                      <a:cubicBezTo>
                        <a:pt x="1" y="5574"/>
                        <a:pt x="229" y="5777"/>
                        <a:pt x="482" y="5777"/>
                      </a:cubicBezTo>
                      <a:cubicBezTo>
                        <a:pt x="577" y="5777"/>
                        <a:pt x="676" y="5748"/>
                        <a:pt x="768" y="5684"/>
                      </a:cubicBezTo>
                      <a:lnTo>
                        <a:pt x="4003" y="3382"/>
                      </a:lnTo>
                      <a:cubicBezTo>
                        <a:pt x="4304" y="3182"/>
                        <a:pt x="4304" y="2782"/>
                        <a:pt x="4037" y="2582"/>
                      </a:cubicBezTo>
                      <a:lnTo>
                        <a:pt x="801" y="113"/>
                      </a:lnTo>
                      <a:cubicBezTo>
                        <a:pt x="704" y="35"/>
                        <a:pt x="595" y="0"/>
                        <a:pt x="4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771" name="Google Shape;4771;p61"/>
            <p:cNvGrpSpPr/>
            <p:nvPr/>
          </p:nvGrpSpPr>
          <p:grpSpPr>
            <a:xfrm>
              <a:off x="1371406" y="1474292"/>
              <a:ext cx="518475" cy="879487"/>
              <a:chOff x="1398231" y="1474292"/>
              <a:chExt cx="518475" cy="879487"/>
            </a:xfrm>
          </p:grpSpPr>
          <p:grpSp>
            <p:nvGrpSpPr>
              <p:cNvPr id="4772" name="Google Shape;4772;p61"/>
              <p:cNvGrpSpPr/>
              <p:nvPr/>
            </p:nvGrpSpPr>
            <p:grpSpPr>
              <a:xfrm>
                <a:off x="1398231" y="1474292"/>
                <a:ext cx="518475" cy="341643"/>
                <a:chOff x="1398231" y="1474292"/>
                <a:chExt cx="518475" cy="341643"/>
              </a:xfrm>
            </p:grpSpPr>
            <p:sp>
              <p:nvSpPr>
                <p:cNvPr id="4773" name="Google Shape;4773;p61"/>
                <p:cNvSpPr/>
                <p:nvPr/>
              </p:nvSpPr>
              <p:spPr>
                <a:xfrm>
                  <a:off x="1398231" y="1595601"/>
                  <a:ext cx="102159" cy="99017"/>
                </a:xfrm>
                <a:custGeom>
                  <a:rect b="b" l="l" r="r" t="t"/>
                  <a:pathLst>
                    <a:path extrusionOk="0" h="14873" w="15345">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74" name="Google Shape;4774;p61"/>
                <p:cNvGrpSpPr/>
                <p:nvPr/>
              </p:nvGrpSpPr>
              <p:grpSpPr>
                <a:xfrm>
                  <a:off x="1616453" y="1474292"/>
                  <a:ext cx="300253" cy="341643"/>
                  <a:chOff x="1616453" y="1475379"/>
                  <a:chExt cx="300253" cy="341643"/>
                </a:xfrm>
              </p:grpSpPr>
              <p:sp>
                <p:nvSpPr>
                  <p:cNvPr id="4775" name="Google Shape;4775;p61"/>
                  <p:cNvSpPr/>
                  <p:nvPr/>
                </p:nvSpPr>
                <p:spPr>
                  <a:xfrm>
                    <a:off x="1631387" y="1645136"/>
                    <a:ext cx="85283" cy="74624"/>
                  </a:xfrm>
                  <a:custGeom>
                    <a:rect b="b" l="l" r="r" t="t"/>
                    <a:pathLst>
                      <a:path extrusionOk="0" fill="none" h="11209" w="12810">
                        <a:moveTo>
                          <a:pt x="1" y="0"/>
                        </a:moveTo>
                        <a:lnTo>
                          <a:pt x="1" y="0"/>
                        </a:lnTo>
                        <a:cubicBezTo>
                          <a:pt x="6372" y="0"/>
                          <a:pt x="10542" y="3803"/>
                          <a:pt x="12810" y="11208"/>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6" name="Google Shape;4776;p61"/>
                  <p:cNvSpPr/>
                  <p:nvPr/>
                </p:nvSpPr>
                <p:spPr>
                  <a:xfrm>
                    <a:off x="1716447" y="1509882"/>
                    <a:ext cx="82400" cy="61302"/>
                  </a:xfrm>
                  <a:custGeom>
                    <a:rect b="b" l="l" r="r" t="t"/>
                    <a:pathLst>
                      <a:path extrusionOk="0" fill="none" h="9208" w="12377">
                        <a:moveTo>
                          <a:pt x="1" y="9207"/>
                        </a:moveTo>
                        <a:cubicBezTo>
                          <a:pt x="1635" y="3870"/>
                          <a:pt x="6539" y="1"/>
                          <a:pt x="12376" y="1"/>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7" name="Google Shape;4777;p61"/>
                  <p:cNvSpPr/>
                  <p:nvPr/>
                </p:nvSpPr>
                <p:spPr>
                  <a:xfrm>
                    <a:off x="1716447" y="1719091"/>
                    <a:ext cx="82400" cy="61076"/>
                  </a:xfrm>
                  <a:custGeom>
                    <a:rect b="b" l="l" r="r" t="t"/>
                    <a:pathLst>
                      <a:path extrusionOk="0" fill="none" h="9174" w="12377">
                        <a:moveTo>
                          <a:pt x="1" y="0"/>
                        </a:moveTo>
                        <a:cubicBezTo>
                          <a:pt x="1635" y="5304"/>
                          <a:pt x="6539" y="9173"/>
                          <a:pt x="12376" y="9173"/>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8" name="Google Shape;4778;p61"/>
                  <p:cNvSpPr/>
                  <p:nvPr/>
                </p:nvSpPr>
                <p:spPr>
                  <a:xfrm>
                    <a:off x="1631387" y="1570955"/>
                    <a:ext cx="85283" cy="74185"/>
                  </a:xfrm>
                  <a:custGeom>
                    <a:rect b="b" l="l" r="r" t="t"/>
                    <a:pathLst>
                      <a:path extrusionOk="0" fill="none" h="11143" w="12810">
                        <a:moveTo>
                          <a:pt x="1" y="11142"/>
                        </a:moveTo>
                        <a:cubicBezTo>
                          <a:pt x="6539" y="11142"/>
                          <a:pt x="10275" y="7106"/>
                          <a:pt x="12810" y="1"/>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9" name="Google Shape;4779;p61"/>
                  <p:cNvSpPr/>
                  <p:nvPr/>
                </p:nvSpPr>
                <p:spPr>
                  <a:xfrm>
                    <a:off x="1616453" y="1624776"/>
                    <a:ext cx="42868" cy="40717"/>
                  </a:xfrm>
                  <a:custGeom>
                    <a:rect b="b" l="l" r="r" t="t"/>
                    <a:pathLst>
                      <a:path extrusionOk="0" h="6116" w="6439">
                        <a:moveTo>
                          <a:pt x="3199" y="1"/>
                        </a:moveTo>
                        <a:cubicBezTo>
                          <a:pt x="3079" y="1"/>
                          <a:pt x="2958" y="8"/>
                          <a:pt x="2835" y="23"/>
                        </a:cubicBezTo>
                        <a:cubicBezTo>
                          <a:pt x="1168" y="256"/>
                          <a:pt x="0" y="1757"/>
                          <a:pt x="200" y="3425"/>
                        </a:cubicBezTo>
                        <a:cubicBezTo>
                          <a:pt x="386" y="4971"/>
                          <a:pt x="1717" y="6115"/>
                          <a:pt x="3239" y="6115"/>
                        </a:cubicBezTo>
                        <a:cubicBezTo>
                          <a:pt x="3359" y="6115"/>
                          <a:pt x="3481" y="6108"/>
                          <a:pt x="3603" y="6094"/>
                        </a:cubicBezTo>
                        <a:cubicBezTo>
                          <a:pt x="5271" y="5860"/>
                          <a:pt x="6438" y="4359"/>
                          <a:pt x="6238" y="2691"/>
                        </a:cubicBezTo>
                        <a:cubicBezTo>
                          <a:pt x="6052" y="1145"/>
                          <a:pt x="4721" y="1"/>
                          <a:pt x="319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0" name="Google Shape;4780;p61"/>
                  <p:cNvSpPr/>
                  <p:nvPr/>
                </p:nvSpPr>
                <p:spPr>
                  <a:xfrm>
                    <a:off x="1784849" y="1760975"/>
                    <a:ext cx="28654" cy="38467"/>
                  </a:xfrm>
                  <a:custGeom>
                    <a:rect b="b" l="l" r="r" t="t"/>
                    <a:pathLst>
                      <a:path extrusionOk="0" h="5778" w="4304">
                        <a:moveTo>
                          <a:pt x="489" y="0"/>
                        </a:moveTo>
                        <a:cubicBezTo>
                          <a:pt x="234" y="0"/>
                          <a:pt x="1" y="207"/>
                          <a:pt x="1" y="514"/>
                        </a:cubicBezTo>
                        <a:lnTo>
                          <a:pt x="1" y="5284"/>
                        </a:lnTo>
                        <a:cubicBezTo>
                          <a:pt x="1" y="5575"/>
                          <a:pt x="229" y="5777"/>
                          <a:pt x="482" y="5777"/>
                        </a:cubicBezTo>
                        <a:cubicBezTo>
                          <a:pt x="577" y="5777"/>
                          <a:pt x="676" y="5748"/>
                          <a:pt x="768" y="5684"/>
                        </a:cubicBezTo>
                        <a:lnTo>
                          <a:pt x="4037" y="3383"/>
                        </a:lnTo>
                        <a:cubicBezTo>
                          <a:pt x="4304" y="3183"/>
                          <a:pt x="4304" y="2782"/>
                          <a:pt x="4037" y="2582"/>
                        </a:cubicBezTo>
                        <a:lnTo>
                          <a:pt x="801" y="114"/>
                        </a:lnTo>
                        <a:cubicBezTo>
                          <a:pt x="704" y="36"/>
                          <a:pt x="595" y="0"/>
                          <a:pt x="4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1" name="Google Shape;4781;p61"/>
                  <p:cNvSpPr/>
                  <p:nvPr/>
                </p:nvSpPr>
                <p:spPr>
                  <a:xfrm>
                    <a:off x="1784849" y="1490834"/>
                    <a:ext cx="28654" cy="38327"/>
                  </a:xfrm>
                  <a:custGeom>
                    <a:rect b="b" l="l" r="r" t="t"/>
                    <a:pathLst>
                      <a:path extrusionOk="0" h="5757" w="4304">
                        <a:moveTo>
                          <a:pt x="509" y="0"/>
                        </a:moveTo>
                        <a:cubicBezTo>
                          <a:pt x="247" y="0"/>
                          <a:pt x="1" y="203"/>
                          <a:pt x="1" y="493"/>
                        </a:cubicBezTo>
                        <a:lnTo>
                          <a:pt x="1" y="5263"/>
                        </a:lnTo>
                        <a:cubicBezTo>
                          <a:pt x="1" y="5554"/>
                          <a:pt x="229" y="5757"/>
                          <a:pt x="482" y="5757"/>
                        </a:cubicBezTo>
                        <a:cubicBezTo>
                          <a:pt x="577" y="5757"/>
                          <a:pt x="676" y="5728"/>
                          <a:pt x="768" y="5664"/>
                        </a:cubicBezTo>
                        <a:lnTo>
                          <a:pt x="4037" y="3395"/>
                        </a:lnTo>
                        <a:cubicBezTo>
                          <a:pt x="4304" y="3195"/>
                          <a:pt x="4304" y="2795"/>
                          <a:pt x="4037" y="2561"/>
                        </a:cubicBezTo>
                        <a:lnTo>
                          <a:pt x="801" y="93"/>
                        </a:lnTo>
                        <a:cubicBezTo>
                          <a:pt x="710" y="29"/>
                          <a:pt x="608" y="0"/>
                          <a:pt x="5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82" name="Google Shape;4782;p61"/>
                  <p:cNvGrpSpPr/>
                  <p:nvPr/>
                </p:nvGrpSpPr>
                <p:grpSpPr>
                  <a:xfrm>
                    <a:off x="1839639" y="1475379"/>
                    <a:ext cx="77067" cy="341643"/>
                    <a:chOff x="1839639" y="1475379"/>
                    <a:chExt cx="77067" cy="341643"/>
                  </a:xfrm>
                </p:grpSpPr>
                <p:sp>
                  <p:nvSpPr>
                    <p:cNvPr id="4783" name="Google Shape;4783;p61"/>
                    <p:cNvSpPr/>
                    <p:nvPr/>
                  </p:nvSpPr>
                  <p:spPr>
                    <a:xfrm>
                      <a:off x="1839639" y="1745481"/>
                      <a:ext cx="77067" cy="71541"/>
                    </a:xfrm>
                    <a:custGeom>
                      <a:rect b="b" l="l" r="r" t="t"/>
                      <a:pathLst>
                        <a:path extrusionOk="0" h="10746" w="11576">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4" name="Google Shape;4784;p61"/>
                    <p:cNvSpPr/>
                    <p:nvPr/>
                  </p:nvSpPr>
                  <p:spPr>
                    <a:xfrm>
                      <a:off x="1839639" y="1475379"/>
                      <a:ext cx="77067" cy="71595"/>
                    </a:xfrm>
                    <a:custGeom>
                      <a:rect b="b" l="l" r="r" t="t"/>
                      <a:pathLst>
                        <a:path extrusionOk="0" h="10754" w="11576">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4785" name="Google Shape;4785;p61"/>
              <p:cNvGrpSpPr/>
              <p:nvPr/>
            </p:nvGrpSpPr>
            <p:grpSpPr>
              <a:xfrm>
                <a:off x="1398451" y="2012951"/>
                <a:ext cx="518255" cy="340828"/>
                <a:chOff x="1398451" y="2012951"/>
                <a:chExt cx="518255" cy="340828"/>
              </a:xfrm>
            </p:grpSpPr>
            <p:sp>
              <p:nvSpPr>
                <p:cNvPr id="4786" name="Google Shape;4786;p61"/>
                <p:cNvSpPr/>
                <p:nvPr/>
              </p:nvSpPr>
              <p:spPr>
                <a:xfrm>
                  <a:off x="1398451" y="2133928"/>
                  <a:ext cx="102166" cy="99017"/>
                </a:xfrm>
                <a:custGeom>
                  <a:rect b="b" l="l" r="r" t="t"/>
                  <a:pathLst>
                    <a:path extrusionOk="0" h="14873" w="15346">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87" name="Google Shape;4787;p61"/>
                <p:cNvGrpSpPr/>
                <p:nvPr/>
              </p:nvGrpSpPr>
              <p:grpSpPr>
                <a:xfrm>
                  <a:off x="1616453" y="2012951"/>
                  <a:ext cx="300253" cy="340828"/>
                  <a:chOff x="1616453" y="2013538"/>
                  <a:chExt cx="300253" cy="340828"/>
                </a:xfrm>
              </p:grpSpPr>
              <p:sp>
                <p:nvSpPr>
                  <p:cNvPr id="4788" name="Google Shape;4788;p61"/>
                  <p:cNvSpPr/>
                  <p:nvPr/>
                </p:nvSpPr>
                <p:spPr>
                  <a:xfrm>
                    <a:off x="1631387" y="2183474"/>
                    <a:ext cx="85283" cy="74624"/>
                  </a:xfrm>
                  <a:custGeom>
                    <a:rect b="b" l="l" r="r" t="t"/>
                    <a:pathLst>
                      <a:path extrusionOk="0" fill="none" h="11209" w="12810">
                        <a:moveTo>
                          <a:pt x="1" y="0"/>
                        </a:moveTo>
                        <a:lnTo>
                          <a:pt x="1" y="0"/>
                        </a:lnTo>
                        <a:cubicBezTo>
                          <a:pt x="6372" y="0"/>
                          <a:pt x="10542" y="3803"/>
                          <a:pt x="12810" y="11208"/>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9" name="Google Shape;4789;p61"/>
                  <p:cNvSpPr/>
                  <p:nvPr/>
                </p:nvSpPr>
                <p:spPr>
                  <a:xfrm>
                    <a:off x="1716447" y="2048220"/>
                    <a:ext cx="82400" cy="61076"/>
                  </a:xfrm>
                  <a:custGeom>
                    <a:rect b="b" l="l" r="r" t="t"/>
                    <a:pathLst>
                      <a:path extrusionOk="0" fill="none" h="9174" w="12377">
                        <a:moveTo>
                          <a:pt x="1" y="9174"/>
                        </a:moveTo>
                        <a:cubicBezTo>
                          <a:pt x="1635" y="3870"/>
                          <a:pt x="6539" y="0"/>
                          <a:pt x="12376" y="0"/>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0" name="Google Shape;4790;p61"/>
                  <p:cNvSpPr/>
                  <p:nvPr/>
                </p:nvSpPr>
                <p:spPr>
                  <a:xfrm>
                    <a:off x="1716447" y="2257422"/>
                    <a:ext cx="82400" cy="61083"/>
                  </a:xfrm>
                  <a:custGeom>
                    <a:rect b="b" l="l" r="r" t="t"/>
                    <a:pathLst>
                      <a:path extrusionOk="0" fill="none" h="9175" w="12377">
                        <a:moveTo>
                          <a:pt x="1" y="1"/>
                        </a:moveTo>
                        <a:cubicBezTo>
                          <a:pt x="1635" y="5305"/>
                          <a:pt x="6539" y="9174"/>
                          <a:pt x="12376" y="9174"/>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1" name="Google Shape;4791;p61"/>
                  <p:cNvSpPr/>
                  <p:nvPr/>
                </p:nvSpPr>
                <p:spPr>
                  <a:xfrm>
                    <a:off x="1631387" y="2109073"/>
                    <a:ext cx="85283" cy="74398"/>
                  </a:xfrm>
                  <a:custGeom>
                    <a:rect b="b" l="l" r="r" t="t"/>
                    <a:pathLst>
                      <a:path extrusionOk="0" fill="none" h="11175" w="12810">
                        <a:moveTo>
                          <a:pt x="1" y="11175"/>
                        </a:moveTo>
                        <a:cubicBezTo>
                          <a:pt x="6539" y="11175"/>
                          <a:pt x="10275" y="7105"/>
                          <a:pt x="12810" y="0"/>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2" name="Google Shape;4792;p61"/>
                  <p:cNvSpPr/>
                  <p:nvPr/>
                </p:nvSpPr>
                <p:spPr>
                  <a:xfrm>
                    <a:off x="1616453" y="2163114"/>
                    <a:ext cx="42868" cy="40491"/>
                  </a:xfrm>
                  <a:custGeom>
                    <a:rect b="b" l="l" r="r" t="t"/>
                    <a:pathLst>
                      <a:path extrusionOk="0" h="6082" w="6439">
                        <a:moveTo>
                          <a:pt x="3241" y="0"/>
                        </a:moveTo>
                        <a:cubicBezTo>
                          <a:pt x="3118" y="0"/>
                          <a:pt x="2994" y="8"/>
                          <a:pt x="2869" y="23"/>
                        </a:cubicBezTo>
                        <a:cubicBezTo>
                          <a:pt x="1168" y="223"/>
                          <a:pt x="0" y="1724"/>
                          <a:pt x="200" y="3392"/>
                        </a:cubicBezTo>
                        <a:cubicBezTo>
                          <a:pt x="386" y="4937"/>
                          <a:pt x="1717" y="6082"/>
                          <a:pt x="3239" y="6082"/>
                        </a:cubicBezTo>
                        <a:cubicBezTo>
                          <a:pt x="3359" y="6082"/>
                          <a:pt x="3481" y="6075"/>
                          <a:pt x="3603" y="6060"/>
                        </a:cubicBezTo>
                        <a:cubicBezTo>
                          <a:pt x="5271" y="5860"/>
                          <a:pt x="6438" y="4326"/>
                          <a:pt x="6238" y="2658"/>
                        </a:cubicBezTo>
                        <a:cubicBezTo>
                          <a:pt x="6053" y="1115"/>
                          <a:pt x="4754" y="0"/>
                          <a:pt x="324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3" name="Google Shape;4793;p61"/>
                  <p:cNvSpPr/>
                  <p:nvPr/>
                </p:nvSpPr>
                <p:spPr>
                  <a:xfrm>
                    <a:off x="1784849" y="2299227"/>
                    <a:ext cx="28654" cy="38514"/>
                  </a:xfrm>
                  <a:custGeom>
                    <a:rect b="b" l="l" r="r" t="t"/>
                    <a:pathLst>
                      <a:path extrusionOk="0" h="5785" w="4304">
                        <a:moveTo>
                          <a:pt x="509" y="0"/>
                        </a:moveTo>
                        <a:cubicBezTo>
                          <a:pt x="247" y="0"/>
                          <a:pt x="1" y="203"/>
                          <a:pt x="1" y="493"/>
                        </a:cubicBezTo>
                        <a:lnTo>
                          <a:pt x="1" y="5264"/>
                        </a:lnTo>
                        <a:cubicBezTo>
                          <a:pt x="1" y="5561"/>
                          <a:pt x="240" y="5784"/>
                          <a:pt x="499" y="5784"/>
                        </a:cubicBezTo>
                        <a:cubicBezTo>
                          <a:pt x="589" y="5784"/>
                          <a:pt x="682" y="5757"/>
                          <a:pt x="768" y="5697"/>
                        </a:cubicBezTo>
                        <a:lnTo>
                          <a:pt x="4037" y="3396"/>
                        </a:lnTo>
                        <a:cubicBezTo>
                          <a:pt x="4304" y="3195"/>
                          <a:pt x="4304" y="2795"/>
                          <a:pt x="4037" y="2595"/>
                        </a:cubicBezTo>
                        <a:lnTo>
                          <a:pt x="801" y="93"/>
                        </a:lnTo>
                        <a:cubicBezTo>
                          <a:pt x="710" y="29"/>
                          <a:pt x="608" y="0"/>
                          <a:pt x="5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4" name="Google Shape;4794;p61"/>
                  <p:cNvSpPr/>
                  <p:nvPr/>
                </p:nvSpPr>
                <p:spPr>
                  <a:xfrm>
                    <a:off x="1784849" y="2028946"/>
                    <a:ext cx="28654" cy="38547"/>
                  </a:xfrm>
                  <a:custGeom>
                    <a:rect b="b" l="l" r="r" t="t"/>
                    <a:pathLst>
                      <a:path extrusionOk="0" h="5790" w="4304">
                        <a:moveTo>
                          <a:pt x="509" y="1"/>
                        </a:moveTo>
                        <a:cubicBezTo>
                          <a:pt x="247" y="1"/>
                          <a:pt x="1" y="203"/>
                          <a:pt x="1" y="494"/>
                        </a:cubicBezTo>
                        <a:lnTo>
                          <a:pt x="1" y="5264"/>
                        </a:lnTo>
                        <a:cubicBezTo>
                          <a:pt x="1" y="5580"/>
                          <a:pt x="231" y="5790"/>
                          <a:pt x="485" y="5790"/>
                        </a:cubicBezTo>
                        <a:cubicBezTo>
                          <a:pt x="580" y="5790"/>
                          <a:pt x="677" y="5761"/>
                          <a:pt x="768" y="5697"/>
                        </a:cubicBezTo>
                        <a:lnTo>
                          <a:pt x="4037" y="3396"/>
                        </a:lnTo>
                        <a:cubicBezTo>
                          <a:pt x="4304" y="3196"/>
                          <a:pt x="4304" y="2795"/>
                          <a:pt x="4037" y="2595"/>
                        </a:cubicBezTo>
                        <a:lnTo>
                          <a:pt x="801" y="93"/>
                        </a:lnTo>
                        <a:cubicBezTo>
                          <a:pt x="710" y="29"/>
                          <a:pt x="608" y="1"/>
                          <a:pt x="50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95" name="Google Shape;4795;p61"/>
                  <p:cNvGrpSpPr/>
                  <p:nvPr/>
                </p:nvGrpSpPr>
                <p:grpSpPr>
                  <a:xfrm>
                    <a:off x="1839639" y="2013538"/>
                    <a:ext cx="77067" cy="340828"/>
                    <a:chOff x="1839639" y="2013538"/>
                    <a:chExt cx="77067" cy="340828"/>
                  </a:xfrm>
                </p:grpSpPr>
                <p:sp>
                  <p:nvSpPr>
                    <p:cNvPr id="4796" name="Google Shape;4796;p61"/>
                    <p:cNvSpPr/>
                    <p:nvPr/>
                  </p:nvSpPr>
                  <p:spPr>
                    <a:xfrm>
                      <a:off x="1839639" y="2282618"/>
                      <a:ext cx="77067" cy="71748"/>
                    </a:xfrm>
                    <a:custGeom>
                      <a:rect b="b" l="l" r="r" t="t"/>
                      <a:pathLst>
                        <a:path extrusionOk="0" h="10777" w="11576">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7" name="Google Shape;4797;p61"/>
                    <p:cNvSpPr/>
                    <p:nvPr/>
                  </p:nvSpPr>
                  <p:spPr>
                    <a:xfrm>
                      <a:off x="1839639" y="2013538"/>
                      <a:ext cx="77067" cy="71588"/>
                    </a:xfrm>
                    <a:custGeom>
                      <a:rect b="b" l="l" r="r" t="t"/>
                      <a:pathLst>
                        <a:path extrusionOk="0" h="10753" w="11576">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grpSp>
      <p:grpSp>
        <p:nvGrpSpPr>
          <p:cNvPr id="4798" name="Google Shape;4798;p61"/>
          <p:cNvGrpSpPr/>
          <p:nvPr/>
        </p:nvGrpSpPr>
        <p:grpSpPr>
          <a:xfrm>
            <a:off x="724986" y="3399516"/>
            <a:ext cx="1368681" cy="682918"/>
            <a:chOff x="724986" y="3605478"/>
            <a:chExt cx="1368681" cy="682918"/>
          </a:xfrm>
        </p:grpSpPr>
        <p:grpSp>
          <p:nvGrpSpPr>
            <p:cNvPr id="4799" name="Google Shape;4799;p61"/>
            <p:cNvGrpSpPr/>
            <p:nvPr/>
          </p:nvGrpSpPr>
          <p:grpSpPr>
            <a:xfrm>
              <a:off x="1289102" y="3823629"/>
              <a:ext cx="240442" cy="250435"/>
              <a:chOff x="-165066" y="3843615"/>
              <a:chExt cx="221259" cy="230455"/>
            </a:xfrm>
          </p:grpSpPr>
          <p:sp>
            <p:nvSpPr>
              <p:cNvPr id="4800" name="Google Shape;4800;p61"/>
              <p:cNvSpPr/>
              <p:nvPr/>
            </p:nvSpPr>
            <p:spPr>
              <a:xfrm>
                <a:off x="-165066" y="3843615"/>
                <a:ext cx="106189" cy="230455"/>
              </a:xfrm>
              <a:custGeom>
                <a:rect b="b" l="l" r="r" t="t"/>
                <a:pathLst>
                  <a:path extrusionOk="0" h="19697" w="9076">
                    <a:moveTo>
                      <a:pt x="7950" y="0"/>
                    </a:moveTo>
                    <a:cubicBezTo>
                      <a:pt x="7325" y="0"/>
                      <a:pt x="7031" y="353"/>
                      <a:pt x="6905" y="861"/>
                    </a:cubicBezTo>
                    <a:cubicBezTo>
                      <a:pt x="6789" y="843"/>
                      <a:pt x="6673" y="834"/>
                      <a:pt x="6560" y="834"/>
                    </a:cubicBezTo>
                    <a:cubicBezTo>
                      <a:pt x="5374" y="834"/>
                      <a:pt x="4369" y="1804"/>
                      <a:pt x="4378" y="3035"/>
                    </a:cubicBezTo>
                    <a:cubicBezTo>
                      <a:pt x="4378" y="3093"/>
                      <a:pt x="4384" y="3152"/>
                      <a:pt x="4388" y="3210"/>
                    </a:cubicBezTo>
                    <a:cubicBezTo>
                      <a:pt x="4095" y="3091"/>
                      <a:pt x="3789" y="3034"/>
                      <a:pt x="3486" y="3034"/>
                    </a:cubicBezTo>
                    <a:cubicBezTo>
                      <a:pt x="2814" y="3034"/>
                      <a:pt x="2155" y="3317"/>
                      <a:pt x="1689" y="3841"/>
                    </a:cubicBezTo>
                    <a:cubicBezTo>
                      <a:pt x="1013" y="4601"/>
                      <a:pt x="893" y="5704"/>
                      <a:pt x="1385" y="6594"/>
                    </a:cubicBezTo>
                    <a:cubicBezTo>
                      <a:pt x="0" y="7697"/>
                      <a:pt x="117" y="9839"/>
                      <a:pt x="1618" y="10780"/>
                    </a:cubicBezTo>
                    <a:cubicBezTo>
                      <a:pt x="664" y="11961"/>
                      <a:pt x="1036" y="13721"/>
                      <a:pt x="2388" y="14417"/>
                    </a:cubicBezTo>
                    <a:cubicBezTo>
                      <a:pt x="2375" y="14508"/>
                      <a:pt x="2372" y="14595"/>
                      <a:pt x="2372" y="14685"/>
                    </a:cubicBezTo>
                    <a:cubicBezTo>
                      <a:pt x="2372" y="15776"/>
                      <a:pt x="3106" y="16727"/>
                      <a:pt x="4161" y="17002"/>
                    </a:cubicBezTo>
                    <a:cubicBezTo>
                      <a:pt x="4473" y="17901"/>
                      <a:pt x="5317" y="18472"/>
                      <a:pt x="6226" y="18472"/>
                    </a:cubicBezTo>
                    <a:cubicBezTo>
                      <a:pt x="6429" y="18472"/>
                      <a:pt x="6635" y="18443"/>
                      <a:pt x="6840" y="18383"/>
                    </a:cubicBezTo>
                    <a:cubicBezTo>
                      <a:pt x="6888" y="19128"/>
                      <a:pt x="7157" y="19697"/>
                      <a:pt x="7953" y="19697"/>
                    </a:cubicBezTo>
                    <a:cubicBezTo>
                      <a:pt x="9074" y="19697"/>
                      <a:pt x="9059" y="18730"/>
                      <a:pt x="9075" y="18730"/>
                    </a:cubicBezTo>
                    <a:cubicBezTo>
                      <a:pt x="9075" y="18730"/>
                      <a:pt x="9075" y="18730"/>
                      <a:pt x="9075" y="18730"/>
                    </a:cubicBezTo>
                    <a:cubicBezTo>
                      <a:pt x="9072" y="18726"/>
                      <a:pt x="9046" y="1055"/>
                      <a:pt x="9033" y="1055"/>
                    </a:cubicBezTo>
                    <a:cubicBezTo>
                      <a:pt x="9033" y="1055"/>
                      <a:pt x="9033" y="1055"/>
                      <a:pt x="9033" y="1055"/>
                    </a:cubicBezTo>
                    <a:cubicBezTo>
                      <a:pt x="9014" y="919"/>
                      <a:pt x="8982" y="790"/>
                      <a:pt x="8936" y="660"/>
                    </a:cubicBezTo>
                    <a:cubicBezTo>
                      <a:pt x="8784" y="259"/>
                      <a:pt x="8490" y="0"/>
                      <a:pt x="7950" y="0"/>
                    </a:cubicBezTo>
                    <a:close/>
                  </a:path>
                </a:pathLst>
              </a:custGeom>
              <a:solidFill>
                <a:srgbClr val="E4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1" name="Google Shape;4801;p61"/>
              <p:cNvSpPr/>
              <p:nvPr/>
            </p:nvSpPr>
            <p:spPr>
              <a:xfrm>
                <a:off x="-100985" y="3906105"/>
                <a:ext cx="41804" cy="52708"/>
              </a:xfrm>
              <a:custGeom>
                <a:rect b="b" l="l" r="r" t="t"/>
                <a:pathLst>
                  <a:path extrusionOk="0" fill="none" h="4505" w="3573">
                    <a:moveTo>
                      <a:pt x="3573" y="1"/>
                    </a:moveTo>
                    <a:cubicBezTo>
                      <a:pt x="3573" y="1"/>
                      <a:pt x="1" y="221"/>
                      <a:pt x="997" y="4504"/>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2" name="Google Shape;4802;p61"/>
              <p:cNvSpPr/>
              <p:nvPr/>
            </p:nvSpPr>
            <p:spPr>
              <a:xfrm>
                <a:off x="-86594" y="3875146"/>
                <a:ext cx="27296" cy="25717"/>
              </a:xfrm>
              <a:custGeom>
                <a:rect b="b" l="l" r="r" t="t"/>
                <a:pathLst>
                  <a:path extrusionOk="0" fill="none" h="2198" w="2333">
                    <a:moveTo>
                      <a:pt x="0" y="696"/>
                    </a:moveTo>
                    <a:cubicBezTo>
                      <a:pt x="0" y="696"/>
                      <a:pt x="2333" y="0"/>
                      <a:pt x="2333" y="219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3" name="Google Shape;4803;p61"/>
              <p:cNvSpPr/>
              <p:nvPr/>
            </p:nvSpPr>
            <p:spPr>
              <a:xfrm>
                <a:off x="-113855" y="3879078"/>
                <a:ext cx="8986" cy="21785"/>
              </a:xfrm>
              <a:custGeom>
                <a:rect b="b" l="l" r="r" t="t"/>
                <a:pathLst>
                  <a:path extrusionOk="0" fill="none" h="1862" w="768">
                    <a:moveTo>
                      <a:pt x="1" y="1"/>
                    </a:moveTo>
                    <a:cubicBezTo>
                      <a:pt x="1" y="1"/>
                      <a:pt x="1" y="1056"/>
                      <a:pt x="768" y="1861"/>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4" name="Google Shape;4804;p61"/>
              <p:cNvSpPr/>
              <p:nvPr/>
            </p:nvSpPr>
            <p:spPr>
              <a:xfrm>
                <a:off x="-148861" y="3908679"/>
                <a:ext cx="53340" cy="15538"/>
              </a:xfrm>
              <a:custGeom>
                <a:rect b="b" l="l" r="r" t="t"/>
                <a:pathLst>
                  <a:path extrusionOk="0" fill="none" h="1328" w="4559">
                    <a:moveTo>
                      <a:pt x="0" y="1030"/>
                    </a:moveTo>
                    <a:cubicBezTo>
                      <a:pt x="1301" y="1"/>
                      <a:pt x="2559" y="1327"/>
                      <a:pt x="2559" y="1327"/>
                    </a:cubicBezTo>
                    <a:cubicBezTo>
                      <a:pt x="2559" y="1327"/>
                      <a:pt x="2828" y="150"/>
                      <a:pt x="4559" y="642"/>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5" name="Google Shape;4805;p61"/>
              <p:cNvSpPr/>
              <p:nvPr/>
            </p:nvSpPr>
            <p:spPr>
              <a:xfrm>
                <a:off x="-137430" y="3963493"/>
                <a:ext cx="28092" cy="51948"/>
              </a:xfrm>
              <a:custGeom>
                <a:rect b="b" l="l" r="r" t="t"/>
                <a:pathLst>
                  <a:path extrusionOk="0" fill="none" h="4440" w="2401">
                    <a:moveTo>
                      <a:pt x="10" y="4439"/>
                    </a:moveTo>
                    <a:cubicBezTo>
                      <a:pt x="10" y="4439"/>
                      <a:pt x="0" y="2220"/>
                      <a:pt x="1718" y="2437"/>
                    </a:cubicBezTo>
                    <a:cubicBezTo>
                      <a:pt x="1718" y="2437"/>
                      <a:pt x="828" y="1217"/>
                      <a:pt x="2401" y="1"/>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6" name="Google Shape;4806;p61"/>
              <p:cNvSpPr/>
              <p:nvPr/>
            </p:nvSpPr>
            <p:spPr>
              <a:xfrm>
                <a:off x="-122021" y="4015429"/>
                <a:ext cx="12461" cy="32374"/>
              </a:xfrm>
              <a:custGeom>
                <a:rect b="b" l="l" r="r" t="t"/>
                <a:pathLst>
                  <a:path extrusionOk="0" fill="none" h="2767" w="1065">
                    <a:moveTo>
                      <a:pt x="1064" y="0"/>
                    </a:moveTo>
                    <a:cubicBezTo>
                      <a:pt x="1064" y="0"/>
                      <a:pt x="0" y="1146"/>
                      <a:pt x="702" y="276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7" name="Google Shape;4807;p61"/>
              <p:cNvSpPr/>
              <p:nvPr/>
            </p:nvSpPr>
            <p:spPr>
              <a:xfrm>
                <a:off x="-95533" y="4013124"/>
                <a:ext cx="36235" cy="21739"/>
              </a:xfrm>
              <a:custGeom>
                <a:rect b="b" l="l" r="r" t="t"/>
                <a:pathLst>
                  <a:path extrusionOk="0" fill="none" h="1858" w="3097">
                    <a:moveTo>
                      <a:pt x="3097" y="197"/>
                    </a:moveTo>
                    <a:cubicBezTo>
                      <a:pt x="1463" y="0"/>
                      <a:pt x="764" y="1579"/>
                      <a:pt x="764" y="1579"/>
                    </a:cubicBezTo>
                    <a:cubicBezTo>
                      <a:pt x="764" y="1579"/>
                      <a:pt x="334" y="1391"/>
                      <a:pt x="1" y="185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8" name="Google Shape;4808;p61"/>
              <p:cNvSpPr/>
              <p:nvPr/>
            </p:nvSpPr>
            <p:spPr>
              <a:xfrm>
                <a:off x="-123355" y="3941357"/>
                <a:ext cx="32000" cy="17913"/>
              </a:xfrm>
              <a:custGeom>
                <a:rect b="b" l="l" r="r" t="t"/>
                <a:pathLst>
                  <a:path extrusionOk="0" fill="none" h="1531" w="2735">
                    <a:moveTo>
                      <a:pt x="2735" y="0"/>
                    </a:moveTo>
                    <a:cubicBezTo>
                      <a:pt x="2735" y="0"/>
                      <a:pt x="1085" y="1530"/>
                      <a:pt x="1" y="0"/>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9" name="Google Shape;4809;p61"/>
              <p:cNvSpPr/>
              <p:nvPr/>
            </p:nvSpPr>
            <p:spPr>
              <a:xfrm>
                <a:off x="-91367" y="3973672"/>
                <a:ext cx="32070" cy="15807"/>
              </a:xfrm>
              <a:custGeom>
                <a:rect b="b" l="l" r="r" t="t"/>
                <a:pathLst>
                  <a:path extrusionOk="0" fill="none" h="1351" w="2741">
                    <a:moveTo>
                      <a:pt x="1" y="434"/>
                    </a:moveTo>
                    <a:cubicBezTo>
                      <a:pt x="1" y="434"/>
                      <a:pt x="1709" y="1"/>
                      <a:pt x="2741" y="1350"/>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0" name="Google Shape;4810;p61"/>
              <p:cNvSpPr/>
              <p:nvPr/>
            </p:nvSpPr>
            <p:spPr>
              <a:xfrm>
                <a:off x="-49996" y="3843615"/>
                <a:ext cx="106189" cy="230455"/>
              </a:xfrm>
              <a:custGeom>
                <a:rect b="b" l="l" r="r" t="t"/>
                <a:pathLst>
                  <a:path extrusionOk="0" h="19697" w="9076">
                    <a:moveTo>
                      <a:pt x="1127" y="0"/>
                    </a:moveTo>
                    <a:cubicBezTo>
                      <a:pt x="586" y="0"/>
                      <a:pt x="292" y="259"/>
                      <a:pt x="140" y="660"/>
                    </a:cubicBezTo>
                    <a:cubicBezTo>
                      <a:pt x="95" y="790"/>
                      <a:pt x="62" y="919"/>
                      <a:pt x="43" y="1055"/>
                    </a:cubicBezTo>
                    <a:cubicBezTo>
                      <a:pt x="43" y="1055"/>
                      <a:pt x="43" y="1055"/>
                      <a:pt x="43" y="1055"/>
                    </a:cubicBezTo>
                    <a:cubicBezTo>
                      <a:pt x="30" y="1055"/>
                      <a:pt x="4" y="18726"/>
                      <a:pt x="1" y="18730"/>
                    </a:cubicBezTo>
                    <a:cubicBezTo>
                      <a:pt x="1" y="18730"/>
                      <a:pt x="1" y="18730"/>
                      <a:pt x="1" y="18730"/>
                    </a:cubicBezTo>
                    <a:cubicBezTo>
                      <a:pt x="17" y="18730"/>
                      <a:pt x="3" y="19697"/>
                      <a:pt x="1123" y="19697"/>
                    </a:cubicBezTo>
                    <a:cubicBezTo>
                      <a:pt x="1919" y="19697"/>
                      <a:pt x="2188" y="19128"/>
                      <a:pt x="2236" y="18383"/>
                    </a:cubicBezTo>
                    <a:cubicBezTo>
                      <a:pt x="2441" y="18443"/>
                      <a:pt x="2647" y="18472"/>
                      <a:pt x="2850" y="18472"/>
                    </a:cubicBezTo>
                    <a:cubicBezTo>
                      <a:pt x="3758" y="18472"/>
                      <a:pt x="4600" y="17901"/>
                      <a:pt x="4915" y="17002"/>
                    </a:cubicBezTo>
                    <a:cubicBezTo>
                      <a:pt x="5970" y="16727"/>
                      <a:pt x="6704" y="15776"/>
                      <a:pt x="6704" y="14685"/>
                    </a:cubicBezTo>
                    <a:cubicBezTo>
                      <a:pt x="6704" y="14595"/>
                      <a:pt x="6698" y="14508"/>
                      <a:pt x="6688" y="14417"/>
                    </a:cubicBezTo>
                    <a:cubicBezTo>
                      <a:pt x="8040" y="13725"/>
                      <a:pt x="8412" y="11961"/>
                      <a:pt x="7458" y="10780"/>
                    </a:cubicBezTo>
                    <a:cubicBezTo>
                      <a:pt x="8956" y="9839"/>
                      <a:pt x="9076" y="7697"/>
                      <a:pt x="7691" y="6594"/>
                    </a:cubicBezTo>
                    <a:cubicBezTo>
                      <a:pt x="8183" y="5704"/>
                      <a:pt x="8060" y="4601"/>
                      <a:pt x="7387" y="3841"/>
                    </a:cubicBezTo>
                    <a:cubicBezTo>
                      <a:pt x="6921" y="3315"/>
                      <a:pt x="6264" y="3033"/>
                      <a:pt x="5593" y="3033"/>
                    </a:cubicBezTo>
                    <a:cubicBezTo>
                      <a:pt x="5289" y="3033"/>
                      <a:pt x="4982" y="3091"/>
                      <a:pt x="4689" y="3210"/>
                    </a:cubicBezTo>
                    <a:cubicBezTo>
                      <a:pt x="4692" y="3152"/>
                      <a:pt x="4695" y="3093"/>
                      <a:pt x="4695" y="3035"/>
                    </a:cubicBezTo>
                    <a:cubicBezTo>
                      <a:pt x="4704" y="1804"/>
                      <a:pt x="3702" y="834"/>
                      <a:pt x="2514" y="834"/>
                    </a:cubicBezTo>
                    <a:cubicBezTo>
                      <a:pt x="2400" y="834"/>
                      <a:pt x="2285" y="843"/>
                      <a:pt x="2168" y="861"/>
                    </a:cubicBezTo>
                    <a:cubicBezTo>
                      <a:pt x="2045" y="353"/>
                      <a:pt x="1751" y="0"/>
                      <a:pt x="1127" y="0"/>
                    </a:cubicBezTo>
                    <a:close/>
                  </a:path>
                </a:pathLst>
              </a:custGeom>
              <a:solidFill>
                <a:srgbClr val="4056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1" name="Google Shape;4811;p61"/>
              <p:cNvSpPr/>
              <p:nvPr/>
            </p:nvSpPr>
            <p:spPr>
              <a:xfrm>
                <a:off x="-49692" y="3906105"/>
                <a:ext cx="41804" cy="52708"/>
              </a:xfrm>
              <a:custGeom>
                <a:rect b="b" l="l" r="r" t="t"/>
                <a:pathLst>
                  <a:path extrusionOk="0" fill="none" h="4505" w="3573">
                    <a:moveTo>
                      <a:pt x="1" y="1"/>
                    </a:moveTo>
                    <a:cubicBezTo>
                      <a:pt x="1" y="1"/>
                      <a:pt x="3572" y="221"/>
                      <a:pt x="2573" y="4504"/>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2" name="Google Shape;4812;p61"/>
              <p:cNvSpPr/>
              <p:nvPr/>
            </p:nvSpPr>
            <p:spPr>
              <a:xfrm>
                <a:off x="-49575" y="3875146"/>
                <a:ext cx="27261" cy="25717"/>
              </a:xfrm>
              <a:custGeom>
                <a:rect b="b" l="l" r="r" t="t"/>
                <a:pathLst>
                  <a:path extrusionOk="0" fill="none" h="2198" w="2330">
                    <a:moveTo>
                      <a:pt x="2330" y="696"/>
                    </a:moveTo>
                    <a:cubicBezTo>
                      <a:pt x="2330" y="696"/>
                      <a:pt x="0" y="0"/>
                      <a:pt x="0" y="219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3" name="Google Shape;4813;p61"/>
              <p:cNvSpPr/>
              <p:nvPr/>
            </p:nvSpPr>
            <p:spPr>
              <a:xfrm>
                <a:off x="-4003" y="3879078"/>
                <a:ext cx="8986" cy="21785"/>
              </a:xfrm>
              <a:custGeom>
                <a:rect b="b" l="l" r="r" t="t"/>
                <a:pathLst>
                  <a:path extrusionOk="0" fill="none" h="1862" w="768">
                    <a:moveTo>
                      <a:pt x="767" y="1"/>
                    </a:moveTo>
                    <a:cubicBezTo>
                      <a:pt x="767" y="1"/>
                      <a:pt x="767" y="1056"/>
                      <a:pt x="1" y="1861"/>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4" name="Google Shape;4814;p61"/>
              <p:cNvSpPr/>
              <p:nvPr/>
            </p:nvSpPr>
            <p:spPr>
              <a:xfrm>
                <a:off x="-13352" y="3908679"/>
                <a:ext cx="53352" cy="15538"/>
              </a:xfrm>
              <a:custGeom>
                <a:rect b="b" l="l" r="r" t="t"/>
                <a:pathLst>
                  <a:path extrusionOk="0" fill="none" h="1328" w="4560">
                    <a:moveTo>
                      <a:pt x="4559" y="1030"/>
                    </a:moveTo>
                    <a:cubicBezTo>
                      <a:pt x="3258" y="1"/>
                      <a:pt x="1997" y="1327"/>
                      <a:pt x="1997" y="1327"/>
                    </a:cubicBezTo>
                    <a:cubicBezTo>
                      <a:pt x="1997" y="1327"/>
                      <a:pt x="1731" y="150"/>
                      <a:pt x="1" y="642"/>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5" name="Google Shape;4815;p61"/>
              <p:cNvSpPr/>
              <p:nvPr/>
            </p:nvSpPr>
            <p:spPr>
              <a:xfrm>
                <a:off x="466" y="3963493"/>
                <a:ext cx="28092" cy="51948"/>
              </a:xfrm>
              <a:custGeom>
                <a:rect b="b" l="l" r="r" t="t"/>
                <a:pathLst>
                  <a:path extrusionOk="0" fill="none" h="4440" w="2401">
                    <a:moveTo>
                      <a:pt x="2391" y="4439"/>
                    </a:moveTo>
                    <a:cubicBezTo>
                      <a:pt x="2391" y="4439"/>
                      <a:pt x="2401" y="2220"/>
                      <a:pt x="683" y="2437"/>
                    </a:cubicBezTo>
                    <a:cubicBezTo>
                      <a:pt x="683" y="2437"/>
                      <a:pt x="1573" y="1217"/>
                      <a:pt x="0" y="1"/>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6" name="Google Shape;4816;p61"/>
              <p:cNvSpPr/>
              <p:nvPr/>
            </p:nvSpPr>
            <p:spPr>
              <a:xfrm>
                <a:off x="688" y="4015429"/>
                <a:ext cx="12472" cy="32374"/>
              </a:xfrm>
              <a:custGeom>
                <a:rect b="b" l="l" r="r" t="t"/>
                <a:pathLst>
                  <a:path extrusionOk="0" fill="none" h="2767" w="1066">
                    <a:moveTo>
                      <a:pt x="1" y="0"/>
                    </a:moveTo>
                    <a:cubicBezTo>
                      <a:pt x="1" y="0"/>
                      <a:pt x="1065" y="1146"/>
                      <a:pt x="363" y="276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7" name="Google Shape;4817;p61"/>
              <p:cNvSpPr/>
              <p:nvPr/>
            </p:nvSpPr>
            <p:spPr>
              <a:xfrm>
                <a:off x="-49575" y="4013124"/>
                <a:ext cx="36235" cy="21739"/>
              </a:xfrm>
              <a:custGeom>
                <a:rect b="b" l="l" r="r" t="t"/>
                <a:pathLst>
                  <a:path extrusionOk="0" fill="none" h="1858" w="3097">
                    <a:moveTo>
                      <a:pt x="0" y="197"/>
                    </a:moveTo>
                    <a:cubicBezTo>
                      <a:pt x="1631" y="0"/>
                      <a:pt x="2330" y="1579"/>
                      <a:pt x="2330" y="1579"/>
                    </a:cubicBezTo>
                    <a:cubicBezTo>
                      <a:pt x="2330" y="1579"/>
                      <a:pt x="2763" y="1391"/>
                      <a:pt x="3097" y="185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8" name="Google Shape;4818;p61"/>
              <p:cNvSpPr/>
              <p:nvPr/>
            </p:nvSpPr>
            <p:spPr>
              <a:xfrm>
                <a:off x="-17517" y="3941357"/>
                <a:ext cx="32000" cy="17913"/>
              </a:xfrm>
              <a:custGeom>
                <a:rect b="b" l="l" r="r" t="t"/>
                <a:pathLst>
                  <a:path extrusionOk="0" fill="none" h="1531" w="2735">
                    <a:moveTo>
                      <a:pt x="1" y="0"/>
                    </a:moveTo>
                    <a:cubicBezTo>
                      <a:pt x="1" y="0"/>
                      <a:pt x="1651" y="1530"/>
                      <a:pt x="2734" y="0"/>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9" name="Google Shape;4819;p61"/>
              <p:cNvSpPr/>
              <p:nvPr/>
            </p:nvSpPr>
            <p:spPr>
              <a:xfrm>
                <a:off x="-49575" y="3973672"/>
                <a:ext cx="32070" cy="15807"/>
              </a:xfrm>
              <a:custGeom>
                <a:rect b="b" l="l" r="r" t="t"/>
                <a:pathLst>
                  <a:path extrusionOk="0" fill="none" h="1351" w="2741">
                    <a:moveTo>
                      <a:pt x="2741" y="434"/>
                    </a:moveTo>
                    <a:cubicBezTo>
                      <a:pt x="2741" y="434"/>
                      <a:pt x="1032" y="1"/>
                      <a:pt x="0" y="1350"/>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20" name="Google Shape;4820;p61"/>
            <p:cNvGrpSpPr/>
            <p:nvPr/>
          </p:nvGrpSpPr>
          <p:grpSpPr>
            <a:xfrm>
              <a:off x="724986" y="3605478"/>
              <a:ext cx="1368681" cy="682918"/>
              <a:chOff x="724986" y="3605478"/>
              <a:chExt cx="1368681" cy="682918"/>
            </a:xfrm>
          </p:grpSpPr>
          <p:grpSp>
            <p:nvGrpSpPr>
              <p:cNvPr id="4821" name="Google Shape;4821;p61"/>
              <p:cNvGrpSpPr/>
              <p:nvPr/>
            </p:nvGrpSpPr>
            <p:grpSpPr>
              <a:xfrm>
                <a:off x="1498221" y="4047614"/>
                <a:ext cx="529172" cy="240783"/>
                <a:chOff x="1498221" y="4047614"/>
                <a:chExt cx="529172" cy="240783"/>
              </a:xfrm>
            </p:grpSpPr>
            <p:grpSp>
              <p:nvGrpSpPr>
                <p:cNvPr id="4822" name="Google Shape;4822;p61"/>
                <p:cNvGrpSpPr/>
                <p:nvPr/>
              </p:nvGrpSpPr>
              <p:grpSpPr>
                <a:xfrm>
                  <a:off x="1826655" y="4224370"/>
                  <a:ext cx="200738" cy="25631"/>
                  <a:chOff x="1826655" y="4224370"/>
                  <a:chExt cx="200738" cy="25631"/>
                </a:xfrm>
              </p:grpSpPr>
              <p:sp>
                <p:nvSpPr>
                  <p:cNvPr id="4823" name="Google Shape;4823;p61"/>
                  <p:cNvSpPr/>
                  <p:nvPr/>
                </p:nvSpPr>
                <p:spPr>
                  <a:xfrm>
                    <a:off x="1826655" y="4238011"/>
                    <a:ext cx="175094" cy="5"/>
                  </a:xfrm>
                  <a:custGeom>
                    <a:rect b="b" l="l" r="r" t="t"/>
                    <a:pathLst>
                      <a:path extrusionOk="0" fill="none" h="1" w="36535">
                        <a:moveTo>
                          <a:pt x="1" y="0"/>
                        </a:moveTo>
                        <a:lnTo>
                          <a:pt x="36535"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4" name="Google Shape;4824;p61"/>
                  <p:cNvSpPr/>
                  <p:nvPr/>
                </p:nvSpPr>
                <p:spPr>
                  <a:xfrm>
                    <a:off x="2000728" y="4224370"/>
                    <a:ext cx="26665" cy="25631"/>
                  </a:xfrm>
                  <a:custGeom>
                    <a:rect b="b" l="l" r="r" t="t"/>
                    <a:pathLst>
                      <a:path extrusionOk="0" h="5351" w="5564">
                        <a:moveTo>
                          <a:pt x="2887" y="0"/>
                        </a:moveTo>
                        <a:cubicBezTo>
                          <a:pt x="2190" y="0"/>
                          <a:pt x="1506" y="271"/>
                          <a:pt x="996" y="783"/>
                        </a:cubicBezTo>
                        <a:cubicBezTo>
                          <a:pt x="230" y="1550"/>
                          <a:pt x="0" y="2699"/>
                          <a:pt x="416" y="3698"/>
                        </a:cubicBezTo>
                        <a:cubicBezTo>
                          <a:pt x="828" y="4698"/>
                          <a:pt x="1806" y="5351"/>
                          <a:pt x="2886" y="5351"/>
                        </a:cubicBezTo>
                        <a:cubicBezTo>
                          <a:pt x="4363" y="5351"/>
                          <a:pt x="5560" y="4150"/>
                          <a:pt x="5563" y="2677"/>
                        </a:cubicBezTo>
                        <a:cubicBezTo>
                          <a:pt x="5560" y="1593"/>
                          <a:pt x="4911" y="619"/>
                          <a:pt x="3911" y="203"/>
                        </a:cubicBezTo>
                        <a:cubicBezTo>
                          <a:pt x="3580" y="67"/>
                          <a:pt x="3232" y="0"/>
                          <a:pt x="2887" y="0"/>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25" name="Google Shape;4825;p61"/>
                <p:cNvGrpSpPr/>
                <p:nvPr/>
              </p:nvGrpSpPr>
              <p:grpSpPr>
                <a:xfrm>
                  <a:off x="1498221" y="4047614"/>
                  <a:ext cx="328444" cy="240783"/>
                  <a:chOff x="1498221" y="4047614"/>
                  <a:chExt cx="328444" cy="240783"/>
                </a:xfrm>
              </p:grpSpPr>
              <p:sp>
                <p:nvSpPr>
                  <p:cNvPr id="4826" name="Google Shape;4826;p61"/>
                  <p:cNvSpPr/>
                  <p:nvPr/>
                </p:nvSpPr>
                <p:spPr>
                  <a:xfrm>
                    <a:off x="1648778" y="4185661"/>
                    <a:ext cx="177888" cy="102736"/>
                  </a:xfrm>
                  <a:custGeom>
                    <a:rect b="b" l="l" r="r" t="t"/>
                    <a:pathLst>
                      <a:path extrusionOk="0" h="21448" w="37118">
                        <a:moveTo>
                          <a:pt x="4950" y="1"/>
                        </a:moveTo>
                        <a:cubicBezTo>
                          <a:pt x="2218" y="1"/>
                          <a:pt x="0" y="2679"/>
                          <a:pt x="0" y="5984"/>
                        </a:cubicBezTo>
                        <a:lnTo>
                          <a:pt x="0" y="15461"/>
                        </a:lnTo>
                        <a:cubicBezTo>
                          <a:pt x="0" y="18766"/>
                          <a:pt x="2218" y="21447"/>
                          <a:pt x="4950" y="21447"/>
                        </a:cubicBezTo>
                        <a:lnTo>
                          <a:pt x="32168" y="21447"/>
                        </a:lnTo>
                        <a:cubicBezTo>
                          <a:pt x="34904" y="21447"/>
                          <a:pt x="37118" y="18766"/>
                          <a:pt x="37118" y="15461"/>
                        </a:cubicBezTo>
                        <a:lnTo>
                          <a:pt x="37118" y="5984"/>
                        </a:lnTo>
                        <a:cubicBezTo>
                          <a:pt x="37118" y="2679"/>
                          <a:pt x="34904" y="1"/>
                          <a:pt x="32168" y="1"/>
                        </a:cubicBezTo>
                        <a:close/>
                      </a:path>
                    </a:pathLst>
                  </a:custGeom>
                  <a:solidFill>
                    <a:srgbClr val="213B55"/>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27" name="Google Shape;4827;p61"/>
                  <p:cNvGrpSpPr/>
                  <p:nvPr/>
                </p:nvGrpSpPr>
                <p:grpSpPr>
                  <a:xfrm>
                    <a:off x="1498221" y="4047614"/>
                    <a:ext cx="150566" cy="190416"/>
                    <a:chOff x="1498221" y="4047614"/>
                    <a:chExt cx="150566" cy="190416"/>
                  </a:xfrm>
                </p:grpSpPr>
                <p:sp>
                  <p:nvSpPr>
                    <p:cNvPr id="4828" name="Google Shape;4828;p61"/>
                    <p:cNvSpPr/>
                    <p:nvPr/>
                  </p:nvSpPr>
                  <p:spPr>
                    <a:xfrm>
                      <a:off x="1510686" y="4060421"/>
                      <a:ext cx="138101" cy="177608"/>
                    </a:xfrm>
                    <a:custGeom>
                      <a:rect b="b" l="l" r="r" t="t"/>
                      <a:pathLst>
                        <a:path extrusionOk="0" fill="none" h="37079" w="28816">
                          <a:moveTo>
                            <a:pt x="28815" y="37078"/>
                          </a:moveTo>
                          <a:lnTo>
                            <a:pt x="17922" y="37078"/>
                          </a:lnTo>
                          <a:cubicBezTo>
                            <a:pt x="14829" y="37078"/>
                            <a:pt x="14212" y="33613"/>
                            <a:pt x="14212" y="33613"/>
                          </a:cubicBezTo>
                          <a:lnTo>
                            <a:pt x="14212" y="10631"/>
                          </a:lnTo>
                          <a:lnTo>
                            <a:pt x="0" y="10631"/>
                          </a:lnTo>
                          <a:lnTo>
                            <a:pt x="0"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9" name="Google Shape;4829;p61"/>
                    <p:cNvSpPr/>
                    <p:nvPr/>
                  </p:nvSpPr>
                  <p:spPr>
                    <a:xfrm>
                      <a:off x="1498221" y="4047614"/>
                      <a:ext cx="26646" cy="25622"/>
                    </a:xfrm>
                    <a:custGeom>
                      <a:rect b="b" l="l" r="r" t="t"/>
                      <a:pathLst>
                        <a:path extrusionOk="0" h="5349" w="5560">
                          <a:moveTo>
                            <a:pt x="2886" y="1"/>
                          </a:moveTo>
                          <a:cubicBezTo>
                            <a:pt x="1806" y="1"/>
                            <a:pt x="828" y="654"/>
                            <a:pt x="416" y="1653"/>
                          </a:cubicBezTo>
                          <a:cubicBezTo>
                            <a:pt x="0" y="2649"/>
                            <a:pt x="230" y="3802"/>
                            <a:pt x="996" y="4564"/>
                          </a:cubicBezTo>
                          <a:cubicBezTo>
                            <a:pt x="1506" y="5077"/>
                            <a:pt x="2190" y="5349"/>
                            <a:pt x="2886" y="5349"/>
                          </a:cubicBezTo>
                          <a:cubicBezTo>
                            <a:pt x="3232" y="5349"/>
                            <a:pt x="3580" y="5282"/>
                            <a:pt x="3911" y="5144"/>
                          </a:cubicBezTo>
                          <a:cubicBezTo>
                            <a:pt x="4910" y="4732"/>
                            <a:pt x="5560" y="3758"/>
                            <a:pt x="5560" y="2675"/>
                          </a:cubicBezTo>
                          <a:cubicBezTo>
                            <a:pt x="5560" y="1197"/>
                            <a:pt x="4363" y="1"/>
                            <a:pt x="288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4830" name="Google Shape;4830;p61"/>
              <p:cNvGrpSpPr/>
              <p:nvPr/>
            </p:nvGrpSpPr>
            <p:grpSpPr>
              <a:xfrm>
                <a:off x="1560718" y="3800594"/>
                <a:ext cx="532948" cy="302090"/>
                <a:chOff x="1560718" y="3800594"/>
                <a:chExt cx="532948" cy="302090"/>
              </a:xfrm>
            </p:grpSpPr>
            <p:grpSp>
              <p:nvGrpSpPr>
                <p:cNvPr id="4831" name="Google Shape;4831;p61"/>
                <p:cNvGrpSpPr/>
                <p:nvPr/>
              </p:nvGrpSpPr>
              <p:grpSpPr>
                <a:xfrm>
                  <a:off x="1912179" y="3827344"/>
                  <a:ext cx="181487" cy="25631"/>
                  <a:chOff x="1912179" y="3827344"/>
                  <a:chExt cx="181487" cy="25631"/>
                </a:xfrm>
              </p:grpSpPr>
              <p:sp>
                <p:nvSpPr>
                  <p:cNvPr id="4832" name="Google Shape;4832;p61"/>
                  <p:cNvSpPr/>
                  <p:nvPr/>
                </p:nvSpPr>
                <p:spPr>
                  <a:xfrm>
                    <a:off x="2067020" y="3827344"/>
                    <a:ext cx="26646" cy="25631"/>
                  </a:xfrm>
                  <a:custGeom>
                    <a:rect b="b" l="l" r="r" t="t"/>
                    <a:pathLst>
                      <a:path extrusionOk="0" h="5351" w="5560">
                        <a:moveTo>
                          <a:pt x="2886" y="0"/>
                        </a:moveTo>
                        <a:cubicBezTo>
                          <a:pt x="1806" y="0"/>
                          <a:pt x="828" y="653"/>
                          <a:pt x="416" y="1653"/>
                        </a:cubicBezTo>
                        <a:cubicBezTo>
                          <a:pt x="0" y="2652"/>
                          <a:pt x="230" y="3801"/>
                          <a:pt x="993" y="4567"/>
                        </a:cubicBezTo>
                        <a:cubicBezTo>
                          <a:pt x="1505" y="5080"/>
                          <a:pt x="2190" y="5351"/>
                          <a:pt x="2887" y="5351"/>
                        </a:cubicBezTo>
                        <a:cubicBezTo>
                          <a:pt x="3232" y="5351"/>
                          <a:pt x="3580" y="5284"/>
                          <a:pt x="3911" y="5148"/>
                        </a:cubicBezTo>
                        <a:cubicBezTo>
                          <a:pt x="4910" y="4732"/>
                          <a:pt x="5560" y="3758"/>
                          <a:pt x="5560" y="2678"/>
                        </a:cubicBezTo>
                        <a:cubicBezTo>
                          <a:pt x="5560" y="1200"/>
                          <a:pt x="4363" y="0"/>
                          <a:pt x="2886"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3" name="Google Shape;4833;p61"/>
                  <p:cNvSpPr/>
                  <p:nvPr/>
                </p:nvSpPr>
                <p:spPr>
                  <a:xfrm>
                    <a:off x="1912179" y="3842838"/>
                    <a:ext cx="156825" cy="5"/>
                  </a:xfrm>
                  <a:custGeom>
                    <a:rect b="b" l="l" r="r" t="t"/>
                    <a:pathLst>
                      <a:path extrusionOk="0" fill="none" h="1" w="32723">
                        <a:moveTo>
                          <a:pt x="1" y="1"/>
                        </a:moveTo>
                        <a:lnTo>
                          <a:pt x="32723"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34" name="Google Shape;4834;p61"/>
                <p:cNvGrpSpPr/>
                <p:nvPr/>
              </p:nvGrpSpPr>
              <p:grpSpPr>
                <a:xfrm>
                  <a:off x="1912179" y="4044505"/>
                  <a:ext cx="181487" cy="25622"/>
                  <a:chOff x="1912179" y="4044506"/>
                  <a:chExt cx="181487" cy="25622"/>
                </a:xfrm>
              </p:grpSpPr>
              <p:sp>
                <p:nvSpPr>
                  <p:cNvPr id="4835" name="Google Shape;4835;p61"/>
                  <p:cNvSpPr/>
                  <p:nvPr/>
                </p:nvSpPr>
                <p:spPr>
                  <a:xfrm>
                    <a:off x="2067020" y="4044505"/>
                    <a:ext cx="26646" cy="25622"/>
                  </a:xfrm>
                  <a:custGeom>
                    <a:rect b="b" l="l" r="r" t="t"/>
                    <a:pathLst>
                      <a:path extrusionOk="0" h="5349" w="5560">
                        <a:moveTo>
                          <a:pt x="2886" y="0"/>
                        </a:moveTo>
                        <a:cubicBezTo>
                          <a:pt x="1806" y="0"/>
                          <a:pt x="828" y="650"/>
                          <a:pt x="416" y="1649"/>
                        </a:cubicBezTo>
                        <a:cubicBezTo>
                          <a:pt x="0" y="2649"/>
                          <a:pt x="230" y="3802"/>
                          <a:pt x="993" y="4564"/>
                        </a:cubicBezTo>
                        <a:cubicBezTo>
                          <a:pt x="1505" y="5076"/>
                          <a:pt x="2190" y="5349"/>
                          <a:pt x="2887" y="5349"/>
                        </a:cubicBezTo>
                        <a:cubicBezTo>
                          <a:pt x="3232" y="5349"/>
                          <a:pt x="3580" y="5282"/>
                          <a:pt x="3911" y="5144"/>
                        </a:cubicBezTo>
                        <a:cubicBezTo>
                          <a:pt x="4910" y="4732"/>
                          <a:pt x="5560" y="3758"/>
                          <a:pt x="5560" y="2674"/>
                        </a:cubicBezTo>
                        <a:cubicBezTo>
                          <a:pt x="5560" y="1197"/>
                          <a:pt x="4363" y="0"/>
                          <a:pt x="288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6" name="Google Shape;4836;p61"/>
                  <p:cNvSpPr/>
                  <p:nvPr/>
                </p:nvSpPr>
                <p:spPr>
                  <a:xfrm>
                    <a:off x="1912179" y="4059966"/>
                    <a:ext cx="156825" cy="5"/>
                  </a:xfrm>
                  <a:custGeom>
                    <a:rect b="b" l="l" r="r" t="t"/>
                    <a:pathLst>
                      <a:path extrusionOk="0" fill="none" h="1" w="32723">
                        <a:moveTo>
                          <a:pt x="32723" y="1"/>
                        </a:moveTo>
                        <a:lnTo>
                          <a:pt x="1"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37" name="Google Shape;4837;p61"/>
                <p:cNvGrpSpPr/>
                <p:nvPr/>
              </p:nvGrpSpPr>
              <p:grpSpPr>
                <a:xfrm>
                  <a:off x="1560718" y="3800594"/>
                  <a:ext cx="351472" cy="302090"/>
                  <a:chOff x="1560718" y="3800594"/>
                  <a:chExt cx="351472" cy="302090"/>
                </a:xfrm>
              </p:grpSpPr>
              <p:grpSp>
                <p:nvGrpSpPr>
                  <p:cNvPr id="4838" name="Google Shape;4838;p61"/>
                  <p:cNvGrpSpPr/>
                  <p:nvPr/>
                </p:nvGrpSpPr>
                <p:grpSpPr>
                  <a:xfrm>
                    <a:off x="1560718" y="3842857"/>
                    <a:ext cx="173586" cy="217131"/>
                    <a:chOff x="1560718" y="3842857"/>
                    <a:chExt cx="173586" cy="217131"/>
                  </a:xfrm>
                </p:grpSpPr>
                <p:sp>
                  <p:nvSpPr>
                    <p:cNvPr id="4839" name="Google Shape;4839;p61"/>
                    <p:cNvSpPr/>
                    <p:nvPr/>
                  </p:nvSpPr>
                  <p:spPr>
                    <a:xfrm>
                      <a:off x="1560718" y="3951414"/>
                      <a:ext cx="84343" cy="5"/>
                    </a:xfrm>
                    <a:custGeom>
                      <a:rect b="b" l="l" r="r" t="t"/>
                      <a:pathLst>
                        <a:path extrusionOk="0" fill="none" h="1" w="17599">
                          <a:moveTo>
                            <a:pt x="1" y="0"/>
                          </a:moveTo>
                          <a:lnTo>
                            <a:pt x="17598"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0" name="Google Shape;4840;p61"/>
                    <p:cNvSpPr/>
                    <p:nvPr/>
                  </p:nvSpPr>
                  <p:spPr>
                    <a:xfrm>
                      <a:off x="1631242" y="3936509"/>
                      <a:ext cx="26646" cy="25622"/>
                    </a:xfrm>
                    <a:custGeom>
                      <a:rect b="b" l="l" r="r" t="t"/>
                      <a:pathLst>
                        <a:path extrusionOk="0" h="5349" w="5560">
                          <a:moveTo>
                            <a:pt x="2882" y="1"/>
                          </a:moveTo>
                          <a:cubicBezTo>
                            <a:pt x="1802" y="1"/>
                            <a:pt x="828" y="650"/>
                            <a:pt x="412" y="1649"/>
                          </a:cubicBezTo>
                          <a:cubicBezTo>
                            <a:pt x="0" y="2649"/>
                            <a:pt x="226" y="3798"/>
                            <a:pt x="993" y="4564"/>
                          </a:cubicBezTo>
                          <a:cubicBezTo>
                            <a:pt x="1502" y="5076"/>
                            <a:pt x="2187" y="5349"/>
                            <a:pt x="2883" y="5349"/>
                          </a:cubicBezTo>
                          <a:cubicBezTo>
                            <a:pt x="3228" y="5349"/>
                            <a:pt x="3576" y="5282"/>
                            <a:pt x="3907" y="5144"/>
                          </a:cubicBezTo>
                          <a:cubicBezTo>
                            <a:pt x="4907" y="4732"/>
                            <a:pt x="5556" y="3758"/>
                            <a:pt x="5560" y="2674"/>
                          </a:cubicBezTo>
                          <a:cubicBezTo>
                            <a:pt x="5560" y="1197"/>
                            <a:pt x="4360" y="1"/>
                            <a:pt x="288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1" name="Google Shape;4841;p61"/>
                    <p:cNvSpPr/>
                    <p:nvPr/>
                  </p:nvSpPr>
                  <p:spPr>
                    <a:xfrm>
                      <a:off x="1645054" y="3842857"/>
                      <a:ext cx="89251" cy="217131"/>
                    </a:xfrm>
                    <a:custGeom>
                      <a:rect b="b" l="l" r="r" t="t"/>
                      <a:pathLst>
                        <a:path extrusionOk="0" fill="none" h="45330" w="18623">
                          <a:moveTo>
                            <a:pt x="18623" y="45330"/>
                          </a:moveTo>
                          <a:lnTo>
                            <a:pt x="5625" y="45330"/>
                          </a:lnTo>
                          <a:cubicBezTo>
                            <a:pt x="2889" y="45330"/>
                            <a:pt x="0" y="42619"/>
                            <a:pt x="0" y="35634"/>
                          </a:cubicBezTo>
                          <a:lnTo>
                            <a:pt x="0" y="9697"/>
                          </a:lnTo>
                          <a:cubicBezTo>
                            <a:pt x="0" y="2711"/>
                            <a:pt x="2889" y="1"/>
                            <a:pt x="5625" y="1"/>
                          </a:cubicBezTo>
                          <a:lnTo>
                            <a:pt x="18623"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42" name="Google Shape;4842;p61"/>
                  <p:cNvSpPr/>
                  <p:nvPr/>
                </p:nvSpPr>
                <p:spPr>
                  <a:xfrm>
                    <a:off x="1733808" y="3800594"/>
                    <a:ext cx="177874" cy="102731"/>
                  </a:xfrm>
                  <a:custGeom>
                    <a:rect b="b" l="l" r="r" t="t"/>
                    <a:pathLst>
                      <a:path extrusionOk="0" h="21447" w="37115">
                        <a:moveTo>
                          <a:pt x="4951" y="0"/>
                        </a:moveTo>
                        <a:cubicBezTo>
                          <a:pt x="2215" y="0"/>
                          <a:pt x="1" y="2678"/>
                          <a:pt x="1" y="5983"/>
                        </a:cubicBezTo>
                        <a:lnTo>
                          <a:pt x="1" y="15460"/>
                        </a:lnTo>
                        <a:cubicBezTo>
                          <a:pt x="1" y="18765"/>
                          <a:pt x="2215" y="21446"/>
                          <a:pt x="4951" y="21446"/>
                        </a:cubicBezTo>
                        <a:lnTo>
                          <a:pt x="32168" y="21446"/>
                        </a:lnTo>
                        <a:cubicBezTo>
                          <a:pt x="34901" y="21446"/>
                          <a:pt x="37115" y="18765"/>
                          <a:pt x="37115" y="15460"/>
                        </a:cubicBezTo>
                        <a:lnTo>
                          <a:pt x="37115" y="5983"/>
                        </a:lnTo>
                        <a:cubicBezTo>
                          <a:pt x="37115" y="2678"/>
                          <a:pt x="34901" y="0"/>
                          <a:pt x="32168" y="0"/>
                        </a:cubicBezTo>
                        <a:close/>
                      </a:path>
                    </a:pathLst>
                  </a:custGeom>
                  <a:solidFill>
                    <a:srgbClr val="445D73"/>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3" name="Google Shape;4843;p61"/>
                  <p:cNvSpPr/>
                  <p:nvPr/>
                </p:nvSpPr>
                <p:spPr>
                  <a:xfrm>
                    <a:off x="1734297" y="3999967"/>
                    <a:ext cx="177893" cy="102717"/>
                  </a:xfrm>
                  <a:custGeom>
                    <a:rect b="b" l="l" r="r" t="t"/>
                    <a:pathLst>
                      <a:path extrusionOk="0" h="21444" w="37119">
                        <a:moveTo>
                          <a:pt x="4951" y="1"/>
                        </a:moveTo>
                        <a:cubicBezTo>
                          <a:pt x="2219" y="1"/>
                          <a:pt x="1" y="2678"/>
                          <a:pt x="1" y="5983"/>
                        </a:cubicBezTo>
                        <a:lnTo>
                          <a:pt x="1" y="15461"/>
                        </a:lnTo>
                        <a:cubicBezTo>
                          <a:pt x="1" y="18766"/>
                          <a:pt x="2219" y="21443"/>
                          <a:pt x="4951" y="21443"/>
                        </a:cubicBezTo>
                        <a:lnTo>
                          <a:pt x="32168" y="21443"/>
                        </a:lnTo>
                        <a:cubicBezTo>
                          <a:pt x="34901" y="21443"/>
                          <a:pt x="37119" y="18766"/>
                          <a:pt x="37119" y="15461"/>
                        </a:cubicBezTo>
                        <a:lnTo>
                          <a:pt x="37119" y="5983"/>
                        </a:lnTo>
                        <a:cubicBezTo>
                          <a:pt x="37119" y="2678"/>
                          <a:pt x="34901" y="1"/>
                          <a:pt x="32168" y="1"/>
                        </a:cubicBezTo>
                        <a:close/>
                      </a:path>
                    </a:pathLst>
                  </a:custGeom>
                  <a:solidFill>
                    <a:srgbClr val="869FB1"/>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844" name="Google Shape;4844;p61"/>
              <p:cNvSpPr/>
              <p:nvPr/>
            </p:nvSpPr>
            <p:spPr>
              <a:xfrm>
                <a:off x="1258451" y="3798060"/>
                <a:ext cx="302718" cy="302541"/>
              </a:xfrm>
              <a:custGeom>
                <a:rect b="b" l="l" r="r" t="t"/>
                <a:pathLst>
                  <a:path extrusionOk="0" fill="none" h="63161" w="63165">
                    <a:moveTo>
                      <a:pt x="63165" y="31580"/>
                    </a:moveTo>
                    <a:cubicBezTo>
                      <a:pt x="63165" y="49021"/>
                      <a:pt x="49025" y="63161"/>
                      <a:pt x="31585" y="63161"/>
                    </a:cubicBezTo>
                    <a:cubicBezTo>
                      <a:pt x="14140" y="63161"/>
                      <a:pt x="1" y="49021"/>
                      <a:pt x="1" y="31580"/>
                    </a:cubicBezTo>
                    <a:cubicBezTo>
                      <a:pt x="1" y="14140"/>
                      <a:pt x="14140" y="0"/>
                      <a:pt x="31585" y="0"/>
                    </a:cubicBezTo>
                    <a:cubicBezTo>
                      <a:pt x="49025" y="0"/>
                      <a:pt x="63165" y="14140"/>
                      <a:pt x="63165" y="31580"/>
                    </a:cubicBezTo>
                    <a:close/>
                  </a:path>
                </a:pathLst>
              </a:custGeom>
              <a:no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45" name="Google Shape;4845;p61"/>
              <p:cNvGrpSpPr/>
              <p:nvPr/>
            </p:nvGrpSpPr>
            <p:grpSpPr>
              <a:xfrm>
                <a:off x="785350" y="3605478"/>
                <a:ext cx="535311" cy="249245"/>
                <a:chOff x="785350" y="3605478"/>
                <a:chExt cx="535311" cy="249245"/>
              </a:xfrm>
            </p:grpSpPr>
            <p:grpSp>
              <p:nvGrpSpPr>
                <p:cNvPr id="4846" name="Google Shape;4846;p61"/>
                <p:cNvGrpSpPr/>
                <p:nvPr/>
              </p:nvGrpSpPr>
              <p:grpSpPr>
                <a:xfrm>
                  <a:off x="785350" y="3605478"/>
                  <a:ext cx="376191" cy="102736"/>
                  <a:chOff x="785350" y="3605478"/>
                  <a:chExt cx="376191" cy="102736"/>
                </a:xfrm>
              </p:grpSpPr>
              <p:sp>
                <p:nvSpPr>
                  <p:cNvPr id="4847" name="Google Shape;4847;p61"/>
                  <p:cNvSpPr/>
                  <p:nvPr/>
                </p:nvSpPr>
                <p:spPr>
                  <a:xfrm>
                    <a:off x="808023" y="3655851"/>
                    <a:ext cx="175636" cy="5"/>
                  </a:xfrm>
                  <a:custGeom>
                    <a:rect b="b" l="l" r="r" t="t"/>
                    <a:pathLst>
                      <a:path extrusionOk="0" fill="none" h="1" w="36648">
                        <a:moveTo>
                          <a:pt x="36648" y="1"/>
                        </a:moveTo>
                        <a:lnTo>
                          <a:pt x="1"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8" name="Google Shape;4848;p61"/>
                  <p:cNvSpPr/>
                  <p:nvPr/>
                </p:nvSpPr>
                <p:spPr>
                  <a:xfrm>
                    <a:off x="785350" y="3643867"/>
                    <a:ext cx="25635" cy="25622"/>
                  </a:xfrm>
                  <a:custGeom>
                    <a:rect b="b" l="l" r="r" t="t"/>
                    <a:pathLst>
                      <a:path extrusionOk="0" h="5349" w="5349">
                        <a:moveTo>
                          <a:pt x="2674" y="0"/>
                        </a:moveTo>
                        <a:cubicBezTo>
                          <a:pt x="1197" y="0"/>
                          <a:pt x="0" y="1197"/>
                          <a:pt x="0" y="2674"/>
                        </a:cubicBezTo>
                        <a:cubicBezTo>
                          <a:pt x="0" y="4152"/>
                          <a:pt x="1197" y="5348"/>
                          <a:pt x="2674" y="5348"/>
                        </a:cubicBezTo>
                        <a:cubicBezTo>
                          <a:pt x="4152" y="5348"/>
                          <a:pt x="5348" y="4152"/>
                          <a:pt x="5348" y="2674"/>
                        </a:cubicBezTo>
                        <a:cubicBezTo>
                          <a:pt x="5348" y="1197"/>
                          <a:pt x="4152" y="0"/>
                          <a:pt x="2674"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9" name="Google Shape;4849;p61"/>
                  <p:cNvSpPr/>
                  <p:nvPr/>
                </p:nvSpPr>
                <p:spPr>
                  <a:xfrm>
                    <a:off x="983648" y="3605478"/>
                    <a:ext cx="177893" cy="102736"/>
                  </a:xfrm>
                  <a:custGeom>
                    <a:rect b="b" l="l" r="r" t="t"/>
                    <a:pathLst>
                      <a:path extrusionOk="0" h="21448" w="37119">
                        <a:moveTo>
                          <a:pt x="4951" y="1"/>
                        </a:moveTo>
                        <a:cubicBezTo>
                          <a:pt x="2219" y="1"/>
                          <a:pt x="1" y="2682"/>
                          <a:pt x="1" y="5987"/>
                        </a:cubicBezTo>
                        <a:lnTo>
                          <a:pt x="1" y="15464"/>
                        </a:lnTo>
                        <a:cubicBezTo>
                          <a:pt x="1" y="18769"/>
                          <a:pt x="2219" y="21447"/>
                          <a:pt x="4951" y="21447"/>
                        </a:cubicBezTo>
                        <a:lnTo>
                          <a:pt x="32172" y="21447"/>
                        </a:lnTo>
                        <a:cubicBezTo>
                          <a:pt x="34904" y="21447"/>
                          <a:pt x="37119" y="18769"/>
                          <a:pt x="37119" y="15464"/>
                        </a:cubicBezTo>
                        <a:lnTo>
                          <a:pt x="37119" y="5987"/>
                        </a:lnTo>
                        <a:cubicBezTo>
                          <a:pt x="37119" y="2682"/>
                          <a:pt x="34904" y="1"/>
                          <a:pt x="32172" y="1"/>
                        </a:cubicBezTo>
                        <a:close/>
                      </a:path>
                    </a:pathLst>
                  </a:custGeom>
                  <a:solidFill>
                    <a:srgbClr val="E3E9ED"/>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50" name="Google Shape;4850;p61"/>
                <p:cNvGrpSpPr/>
                <p:nvPr/>
              </p:nvGrpSpPr>
              <p:grpSpPr>
                <a:xfrm>
                  <a:off x="1161530" y="3655851"/>
                  <a:ext cx="159131" cy="198872"/>
                  <a:chOff x="1161530" y="3655851"/>
                  <a:chExt cx="159131" cy="198872"/>
                </a:xfrm>
              </p:grpSpPr>
              <p:sp>
                <p:nvSpPr>
                  <p:cNvPr id="4851" name="Google Shape;4851;p61"/>
                  <p:cNvSpPr/>
                  <p:nvPr/>
                </p:nvSpPr>
                <p:spPr>
                  <a:xfrm>
                    <a:off x="1161530" y="3655851"/>
                    <a:ext cx="146440" cy="186082"/>
                  </a:xfrm>
                  <a:custGeom>
                    <a:rect b="b" l="l" r="r" t="t"/>
                    <a:pathLst>
                      <a:path extrusionOk="0" fill="none" h="38848" w="30556">
                        <a:moveTo>
                          <a:pt x="1" y="1"/>
                        </a:moveTo>
                        <a:lnTo>
                          <a:pt x="12633" y="1"/>
                        </a:lnTo>
                        <a:cubicBezTo>
                          <a:pt x="15723" y="1"/>
                          <a:pt x="16343" y="3466"/>
                          <a:pt x="16343" y="3466"/>
                        </a:cubicBezTo>
                        <a:lnTo>
                          <a:pt x="16343" y="26448"/>
                        </a:lnTo>
                        <a:lnTo>
                          <a:pt x="30556" y="26448"/>
                        </a:lnTo>
                        <a:lnTo>
                          <a:pt x="30556" y="38848"/>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2" name="Google Shape;4852;p61"/>
                  <p:cNvSpPr/>
                  <p:nvPr/>
                </p:nvSpPr>
                <p:spPr>
                  <a:xfrm>
                    <a:off x="1293991" y="3829092"/>
                    <a:ext cx="26670" cy="25631"/>
                  </a:xfrm>
                  <a:custGeom>
                    <a:rect b="b" l="l" r="r" t="t"/>
                    <a:pathLst>
                      <a:path extrusionOk="0" h="5351" w="5565">
                        <a:moveTo>
                          <a:pt x="2890" y="0"/>
                        </a:moveTo>
                        <a:cubicBezTo>
                          <a:pt x="1807" y="0"/>
                          <a:pt x="833" y="653"/>
                          <a:pt x="417" y="1653"/>
                        </a:cubicBezTo>
                        <a:cubicBezTo>
                          <a:pt x="1" y="2652"/>
                          <a:pt x="231" y="3801"/>
                          <a:pt x="997" y="4567"/>
                        </a:cubicBezTo>
                        <a:cubicBezTo>
                          <a:pt x="1509" y="5080"/>
                          <a:pt x="2193" y="5350"/>
                          <a:pt x="2888" y="5350"/>
                        </a:cubicBezTo>
                        <a:cubicBezTo>
                          <a:pt x="3233" y="5350"/>
                          <a:pt x="3580" y="5284"/>
                          <a:pt x="3912" y="5147"/>
                        </a:cubicBezTo>
                        <a:cubicBezTo>
                          <a:pt x="4911" y="4731"/>
                          <a:pt x="5564" y="3757"/>
                          <a:pt x="5564" y="2678"/>
                        </a:cubicBezTo>
                        <a:cubicBezTo>
                          <a:pt x="5564" y="1200"/>
                          <a:pt x="4364" y="0"/>
                          <a:pt x="28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853" name="Google Shape;4853;p61"/>
              <p:cNvGrpSpPr/>
              <p:nvPr/>
            </p:nvGrpSpPr>
            <p:grpSpPr>
              <a:xfrm>
                <a:off x="785350" y="4047614"/>
                <a:ext cx="535311" cy="240783"/>
                <a:chOff x="785350" y="4047614"/>
                <a:chExt cx="535311" cy="240783"/>
              </a:xfrm>
            </p:grpSpPr>
            <p:grpSp>
              <p:nvGrpSpPr>
                <p:cNvPr id="4854" name="Google Shape;4854;p61"/>
                <p:cNvGrpSpPr/>
                <p:nvPr/>
              </p:nvGrpSpPr>
              <p:grpSpPr>
                <a:xfrm>
                  <a:off x="1161636" y="4047614"/>
                  <a:ext cx="159025" cy="190415"/>
                  <a:chOff x="1161636" y="4047614"/>
                  <a:chExt cx="159025" cy="190415"/>
                </a:xfrm>
              </p:grpSpPr>
              <p:sp>
                <p:nvSpPr>
                  <p:cNvPr id="4855" name="Google Shape;4855;p61"/>
                  <p:cNvSpPr/>
                  <p:nvPr/>
                </p:nvSpPr>
                <p:spPr>
                  <a:xfrm>
                    <a:off x="1293991" y="4047614"/>
                    <a:ext cx="26670" cy="25631"/>
                  </a:xfrm>
                  <a:custGeom>
                    <a:rect b="b" l="l" r="r" t="t"/>
                    <a:pathLst>
                      <a:path extrusionOk="0" h="5351" w="5565">
                        <a:moveTo>
                          <a:pt x="2890" y="1"/>
                        </a:moveTo>
                        <a:cubicBezTo>
                          <a:pt x="1807" y="1"/>
                          <a:pt x="833" y="654"/>
                          <a:pt x="417" y="1653"/>
                        </a:cubicBezTo>
                        <a:cubicBezTo>
                          <a:pt x="1" y="2653"/>
                          <a:pt x="231" y="3802"/>
                          <a:pt x="997" y="4568"/>
                        </a:cubicBezTo>
                        <a:cubicBezTo>
                          <a:pt x="1510" y="5078"/>
                          <a:pt x="2195" y="5350"/>
                          <a:pt x="2891" y="5350"/>
                        </a:cubicBezTo>
                        <a:cubicBezTo>
                          <a:pt x="3235" y="5350"/>
                          <a:pt x="3581" y="5284"/>
                          <a:pt x="3912" y="5148"/>
                        </a:cubicBezTo>
                        <a:cubicBezTo>
                          <a:pt x="4911" y="4732"/>
                          <a:pt x="5564" y="3758"/>
                          <a:pt x="5564" y="2675"/>
                        </a:cubicBezTo>
                        <a:cubicBezTo>
                          <a:pt x="5564" y="1197"/>
                          <a:pt x="4364" y="1"/>
                          <a:pt x="28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6" name="Google Shape;4856;p61"/>
                  <p:cNvSpPr/>
                  <p:nvPr/>
                </p:nvSpPr>
                <p:spPr>
                  <a:xfrm>
                    <a:off x="1161636" y="4073229"/>
                    <a:ext cx="146334" cy="164800"/>
                  </a:xfrm>
                  <a:custGeom>
                    <a:rect b="b" l="l" r="r" t="t"/>
                    <a:pathLst>
                      <a:path extrusionOk="0" fill="none" h="34405" w="30534">
                        <a:moveTo>
                          <a:pt x="0" y="34404"/>
                        </a:moveTo>
                        <a:lnTo>
                          <a:pt x="12611" y="34404"/>
                        </a:lnTo>
                        <a:cubicBezTo>
                          <a:pt x="15705" y="34404"/>
                          <a:pt x="16325" y="30939"/>
                          <a:pt x="16325" y="30939"/>
                        </a:cubicBezTo>
                        <a:lnTo>
                          <a:pt x="16325" y="7957"/>
                        </a:lnTo>
                        <a:lnTo>
                          <a:pt x="30534" y="7957"/>
                        </a:lnTo>
                        <a:lnTo>
                          <a:pt x="30534"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57" name="Google Shape;4857;p61"/>
                <p:cNvGrpSpPr/>
                <p:nvPr/>
              </p:nvGrpSpPr>
              <p:grpSpPr>
                <a:xfrm>
                  <a:off x="785350" y="4185661"/>
                  <a:ext cx="376191" cy="102736"/>
                  <a:chOff x="785350" y="4185661"/>
                  <a:chExt cx="376191" cy="102736"/>
                </a:xfrm>
              </p:grpSpPr>
              <p:sp>
                <p:nvSpPr>
                  <p:cNvPr id="4858" name="Google Shape;4858;p61"/>
                  <p:cNvSpPr/>
                  <p:nvPr/>
                </p:nvSpPr>
                <p:spPr>
                  <a:xfrm>
                    <a:off x="808023" y="4238011"/>
                    <a:ext cx="175636" cy="5"/>
                  </a:xfrm>
                  <a:custGeom>
                    <a:rect b="b" l="l" r="r" t="t"/>
                    <a:pathLst>
                      <a:path extrusionOk="0" fill="none" h="1" w="36648">
                        <a:moveTo>
                          <a:pt x="36648" y="0"/>
                        </a:moveTo>
                        <a:lnTo>
                          <a:pt x="1"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9" name="Google Shape;4859;p61"/>
                  <p:cNvSpPr/>
                  <p:nvPr/>
                </p:nvSpPr>
                <p:spPr>
                  <a:xfrm>
                    <a:off x="983648" y="4185661"/>
                    <a:ext cx="177893" cy="102736"/>
                  </a:xfrm>
                  <a:custGeom>
                    <a:rect b="b" l="l" r="r" t="t"/>
                    <a:pathLst>
                      <a:path extrusionOk="0" h="21448" w="37119">
                        <a:moveTo>
                          <a:pt x="4951" y="1"/>
                        </a:moveTo>
                        <a:cubicBezTo>
                          <a:pt x="2219" y="1"/>
                          <a:pt x="1" y="2679"/>
                          <a:pt x="1" y="5984"/>
                        </a:cubicBezTo>
                        <a:lnTo>
                          <a:pt x="1" y="15461"/>
                        </a:lnTo>
                        <a:cubicBezTo>
                          <a:pt x="1" y="18766"/>
                          <a:pt x="2219" y="21447"/>
                          <a:pt x="4951" y="21447"/>
                        </a:cubicBezTo>
                        <a:lnTo>
                          <a:pt x="32172" y="21447"/>
                        </a:lnTo>
                        <a:cubicBezTo>
                          <a:pt x="34904" y="21447"/>
                          <a:pt x="37119" y="18766"/>
                          <a:pt x="37119" y="15461"/>
                        </a:cubicBezTo>
                        <a:lnTo>
                          <a:pt x="37119" y="5984"/>
                        </a:lnTo>
                        <a:cubicBezTo>
                          <a:pt x="37119" y="2679"/>
                          <a:pt x="34904" y="1"/>
                          <a:pt x="32172" y="1"/>
                        </a:cubicBezTo>
                        <a:close/>
                      </a:path>
                    </a:pathLst>
                  </a:custGeom>
                  <a:solidFill>
                    <a:srgbClr val="E4E9ED"/>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0" name="Google Shape;4860;p61"/>
                  <p:cNvSpPr/>
                  <p:nvPr/>
                </p:nvSpPr>
                <p:spPr>
                  <a:xfrm>
                    <a:off x="785350" y="4224370"/>
                    <a:ext cx="26646" cy="25631"/>
                  </a:xfrm>
                  <a:custGeom>
                    <a:rect b="b" l="l" r="r" t="t"/>
                    <a:pathLst>
                      <a:path extrusionOk="0" h="5351" w="5560">
                        <a:moveTo>
                          <a:pt x="2674" y="0"/>
                        </a:moveTo>
                        <a:cubicBezTo>
                          <a:pt x="2328" y="0"/>
                          <a:pt x="1980" y="67"/>
                          <a:pt x="1649" y="203"/>
                        </a:cubicBezTo>
                        <a:cubicBezTo>
                          <a:pt x="650" y="619"/>
                          <a:pt x="0" y="1593"/>
                          <a:pt x="0" y="2677"/>
                        </a:cubicBezTo>
                        <a:cubicBezTo>
                          <a:pt x="0" y="4150"/>
                          <a:pt x="1197" y="5351"/>
                          <a:pt x="2674" y="5351"/>
                        </a:cubicBezTo>
                        <a:cubicBezTo>
                          <a:pt x="3754" y="5351"/>
                          <a:pt x="4732" y="4698"/>
                          <a:pt x="5144" y="3698"/>
                        </a:cubicBezTo>
                        <a:cubicBezTo>
                          <a:pt x="5560" y="2699"/>
                          <a:pt x="5330" y="1550"/>
                          <a:pt x="4568" y="783"/>
                        </a:cubicBezTo>
                        <a:cubicBezTo>
                          <a:pt x="4055" y="271"/>
                          <a:pt x="3370" y="0"/>
                          <a:pt x="2674" y="0"/>
                        </a:cubicBezTo>
                        <a:close/>
                      </a:path>
                    </a:pathLst>
                  </a:custGeom>
                  <a:solidFill>
                    <a:srgbClr val="E4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861" name="Google Shape;4861;p61"/>
              <p:cNvGrpSpPr/>
              <p:nvPr/>
            </p:nvGrpSpPr>
            <p:grpSpPr>
              <a:xfrm>
                <a:off x="1501054" y="3605478"/>
                <a:ext cx="526340" cy="249240"/>
                <a:chOff x="1501054" y="3605478"/>
                <a:chExt cx="526340" cy="249240"/>
              </a:xfrm>
            </p:grpSpPr>
            <p:grpSp>
              <p:nvGrpSpPr>
                <p:cNvPr id="4862" name="Google Shape;4862;p61"/>
                <p:cNvGrpSpPr/>
                <p:nvPr/>
              </p:nvGrpSpPr>
              <p:grpSpPr>
                <a:xfrm>
                  <a:off x="1834208" y="3643867"/>
                  <a:ext cx="193185" cy="25622"/>
                  <a:chOff x="1834208" y="3643867"/>
                  <a:chExt cx="193185" cy="25622"/>
                </a:xfrm>
              </p:grpSpPr>
              <p:sp>
                <p:nvSpPr>
                  <p:cNvPr id="4863" name="Google Shape;4863;p61"/>
                  <p:cNvSpPr/>
                  <p:nvPr/>
                </p:nvSpPr>
                <p:spPr>
                  <a:xfrm>
                    <a:off x="1834208" y="3655851"/>
                    <a:ext cx="167541" cy="5"/>
                  </a:xfrm>
                  <a:custGeom>
                    <a:rect b="b" l="l" r="r" t="t"/>
                    <a:pathLst>
                      <a:path extrusionOk="0" fill="none" h="1" w="34959">
                        <a:moveTo>
                          <a:pt x="1" y="1"/>
                        </a:moveTo>
                        <a:lnTo>
                          <a:pt x="34959"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4" name="Google Shape;4864;p61"/>
                  <p:cNvSpPr/>
                  <p:nvPr/>
                </p:nvSpPr>
                <p:spPr>
                  <a:xfrm>
                    <a:off x="2000728" y="3643867"/>
                    <a:ext cx="26665" cy="25622"/>
                  </a:xfrm>
                  <a:custGeom>
                    <a:rect b="b" l="l" r="r" t="t"/>
                    <a:pathLst>
                      <a:path extrusionOk="0" h="5349" w="5564">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65" name="Google Shape;4865;p61"/>
                <p:cNvGrpSpPr/>
                <p:nvPr/>
              </p:nvGrpSpPr>
              <p:grpSpPr>
                <a:xfrm>
                  <a:off x="1501054" y="3605478"/>
                  <a:ext cx="333165" cy="249240"/>
                  <a:chOff x="1501054" y="3605478"/>
                  <a:chExt cx="333165" cy="249240"/>
                </a:xfrm>
              </p:grpSpPr>
              <p:sp>
                <p:nvSpPr>
                  <p:cNvPr id="4866" name="Google Shape;4866;p61"/>
                  <p:cNvSpPr/>
                  <p:nvPr/>
                </p:nvSpPr>
                <p:spPr>
                  <a:xfrm>
                    <a:off x="1656330" y="3605478"/>
                    <a:ext cx="177888" cy="102736"/>
                  </a:xfrm>
                  <a:custGeom>
                    <a:rect b="b" l="l" r="r" t="t"/>
                    <a:pathLst>
                      <a:path extrusionOk="0" h="21448" w="37118">
                        <a:moveTo>
                          <a:pt x="4947" y="1"/>
                        </a:moveTo>
                        <a:cubicBezTo>
                          <a:pt x="2214" y="1"/>
                          <a:pt x="0" y="2682"/>
                          <a:pt x="0" y="5987"/>
                        </a:cubicBezTo>
                        <a:lnTo>
                          <a:pt x="0" y="15464"/>
                        </a:lnTo>
                        <a:cubicBezTo>
                          <a:pt x="0" y="18769"/>
                          <a:pt x="2214" y="21447"/>
                          <a:pt x="4950" y="21447"/>
                        </a:cubicBezTo>
                        <a:lnTo>
                          <a:pt x="32168" y="21447"/>
                        </a:lnTo>
                        <a:cubicBezTo>
                          <a:pt x="34900" y="21447"/>
                          <a:pt x="37118" y="18769"/>
                          <a:pt x="37118" y="15464"/>
                        </a:cubicBezTo>
                        <a:lnTo>
                          <a:pt x="37118" y="5987"/>
                        </a:lnTo>
                        <a:cubicBezTo>
                          <a:pt x="37118" y="2682"/>
                          <a:pt x="34900" y="1"/>
                          <a:pt x="32168" y="1"/>
                        </a:cubicBezTo>
                        <a:close/>
                      </a:path>
                    </a:pathLst>
                  </a:custGeom>
                  <a:solidFill>
                    <a:srgbClr val="A5B7C5"/>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67" name="Google Shape;4867;p61"/>
                  <p:cNvGrpSpPr/>
                  <p:nvPr/>
                </p:nvGrpSpPr>
                <p:grpSpPr>
                  <a:xfrm>
                    <a:off x="1501054" y="3655851"/>
                    <a:ext cx="155286" cy="198867"/>
                    <a:chOff x="1501054" y="3655851"/>
                    <a:chExt cx="155286" cy="198867"/>
                  </a:xfrm>
                </p:grpSpPr>
                <p:sp>
                  <p:nvSpPr>
                    <p:cNvPr id="4868" name="Google Shape;4868;p61"/>
                    <p:cNvSpPr/>
                    <p:nvPr/>
                  </p:nvSpPr>
                  <p:spPr>
                    <a:xfrm>
                      <a:off x="1516351" y="3655851"/>
                      <a:ext cx="139989" cy="186082"/>
                    </a:xfrm>
                    <a:custGeom>
                      <a:rect b="b" l="l" r="r" t="t"/>
                      <a:pathLst>
                        <a:path extrusionOk="0" fill="none" h="38848" w="29210">
                          <a:moveTo>
                            <a:pt x="29209" y="1"/>
                          </a:moveTo>
                          <a:lnTo>
                            <a:pt x="17922" y="1"/>
                          </a:lnTo>
                          <a:cubicBezTo>
                            <a:pt x="14829" y="1"/>
                            <a:pt x="14209" y="3466"/>
                            <a:pt x="14209" y="3466"/>
                          </a:cubicBezTo>
                          <a:lnTo>
                            <a:pt x="14209" y="26448"/>
                          </a:lnTo>
                          <a:lnTo>
                            <a:pt x="0" y="26448"/>
                          </a:lnTo>
                          <a:lnTo>
                            <a:pt x="0" y="38848"/>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9" name="Google Shape;4869;p61"/>
                    <p:cNvSpPr/>
                    <p:nvPr/>
                  </p:nvSpPr>
                  <p:spPr>
                    <a:xfrm>
                      <a:off x="1501054" y="3829092"/>
                      <a:ext cx="26646" cy="25626"/>
                    </a:xfrm>
                    <a:custGeom>
                      <a:rect b="b" l="l" r="r" t="t"/>
                      <a:pathLst>
                        <a:path extrusionOk="0" h="5350" w="5560">
                          <a:moveTo>
                            <a:pt x="2886" y="0"/>
                          </a:moveTo>
                          <a:cubicBezTo>
                            <a:pt x="1806" y="0"/>
                            <a:pt x="828" y="653"/>
                            <a:pt x="416" y="1653"/>
                          </a:cubicBezTo>
                          <a:cubicBezTo>
                            <a:pt x="0" y="2652"/>
                            <a:pt x="230" y="3801"/>
                            <a:pt x="996" y="4567"/>
                          </a:cubicBezTo>
                          <a:cubicBezTo>
                            <a:pt x="1507" y="5078"/>
                            <a:pt x="2192" y="5350"/>
                            <a:pt x="2890" y="5350"/>
                          </a:cubicBezTo>
                          <a:cubicBezTo>
                            <a:pt x="3234" y="5350"/>
                            <a:pt x="3581" y="5283"/>
                            <a:pt x="3911" y="5147"/>
                          </a:cubicBezTo>
                          <a:cubicBezTo>
                            <a:pt x="4910" y="4731"/>
                            <a:pt x="5560" y="3757"/>
                            <a:pt x="5560" y="2678"/>
                          </a:cubicBezTo>
                          <a:cubicBezTo>
                            <a:pt x="5560" y="1200"/>
                            <a:pt x="4363" y="0"/>
                            <a:pt x="288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4870" name="Google Shape;4870;p61"/>
              <p:cNvGrpSpPr/>
              <p:nvPr/>
            </p:nvGrpSpPr>
            <p:grpSpPr>
              <a:xfrm>
                <a:off x="724986" y="3800594"/>
                <a:ext cx="532950" cy="302090"/>
                <a:chOff x="724986" y="3800594"/>
                <a:chExt cx="532950" cy="302090"/>
              </a:xfrm>
            </p:grpSpPr>
            <p:grpSp>
              <p:nvGrpSpPr>
                <p:cNvPr id="4871" name="Google Shape;4871;p61"/>
                <p:cNvGrpSpPr/>
                <p:nvPr/>
              </p:nvGrpSpPr>
              <p:grpSpPr>
                <a:xfrm>
                  <a:off x="724986" y="4044367"/>
                  <a:ext cx="181314" cy="25626"/>
                  <a:chOff x="724986" y="4044367"/>
                  <a:chExt cx="181314" cy="25626"/>
                </a:xfrm>
              </p:grpSpPr>
              <p:sp>
                <p:nvSpPr>
                  <p:cNvPr id="4872" name="Google Shape;4872;p61"/>
                  <p:cNvSpPr/>
                  <p:nvPr/>
                </p:nvSpPr>
                <p:spPr>
                  <a:xfrm>
                    <a:off x="746695" y="4059966"/>
                    <a:ext cx="159605" cy="5"/>
                  </a:xfrm>
                  <a:custGeom>
                    <a:rect b="b" l="l" r="r" t="t"/>
                    <a:pathLst>
                      <a:path extrusionOk="0" fill="none" h="1" w="33303">
                        <a:moveTo>
                          <a:pt x="1" y="1"/>
                        </a:moveTo>
                        <a:lnTo>
                          <a:pt x="33303"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3" name="Google Shape;4873;p61"/>
                  <p:cNvSpPr/>
                  <p:nvPr/>
                </p:nvSpPr>
                <p:spPr>
                  <a:xfrm>
                    <a:off x="724986" y="4044367"/>
                    <a:ext cx="26646" cy="25626"/>
                  </a:xfrm>
                  <a:custGeom>
                    <a:rect b="b" l="l" r="r" t="t"/>
                    <a:pathLst>
                      <a:path extrusionOk="0" h="5350" w="5560">
                        <a:moveTo>
                          <a:pt x="2674" y="0"/>
                        </a:moveTo>
                        <a:cubicBezTo>
                          <a:pt x="1197" y="0"/>
                          <a:pt x="0" y="1197"/>
                          <a:pt x="0" y="2674"/>
                        </a:cubicBezTo>
                        <a:cubicBezTo>
                          <a:pt x="0" y="3758"/>
                          <a:pt x="653" y="4732"/>
                          <a:pt x="1653" y="5147"/>
                        </a:cubicBezTo>
                        <a:cubicBezTo>
                          <a:pt x="1983" y="5284"/>
                          <a:pt x="2329" y="5350"/>
                          <a:pt x="2673" y="5350"/>
                        </a:cubicBezTo>
                        <a:cubicBezTo>
                          <a:pt x="3369" y="5350"/>
                          <a:pt x="4054" y="5078"/>
                          <a:pt x="4567" y="4567"/>
                        </a:cubicBezTo>
                        <a:cubicBezTo>
                          <a:pt x="5330" y="3801"/>
                          <a:pt x="5559" y="2649"/>
                          <a:pt x="5147" y="1653"/>
                        </a:cubicBezTo>
                        <a:cubicBezTo>
                          <a:pt x="4731" y="653"/>
                          <a:pt x="3757" y="0"/>
                          <a:pt x="2674"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74" name="Google Shape;4874;p61"/>
                <p:cNvGrpSpPr/>
                <p:nvPr/>
              </p:nvGrpSpPr>
              <p:grpSpPr>
                <a:xfrm>
                  <a:off x="906290" y="3800594"/>
                  <a:ext cx="351646" cy="302090"/>
                  <a:chOff x="906290" y="3800594"/>
                  <a:chExt cx="351646" cy="302090"/>
                </a:xfrm>
              </p:grpSpPr>
              <p:grpSp>
                <p:nvGrpSpPr>
                  <p:cNvPr id="4875" name="Google Shape;4875;p61"/>
                  <p:cNvGrpSpPr/>
                  <p:nvPr/>
                </p:nvGrpSpPr>
                <p:grpSpPr>
                  <a:xfrm>
                    <a:off x="1084172" y="3842857"/>
                    <a:ext cx="173764" cy="217131"/>
                    <a:chOff x="1084172" y="3842857"/>
                    <a:chExt cx="173764" cy="217131"/>
                  </a:xfrm>
                </p:grpSpPr>
                <p:grpSp>
                  <p:nvGrpSpPr>
                    <p:cNvPr id="4876" name="Google Shape;4876;p61"/>
                    <p:cNvGrpSpPr/>
                    <p:nvPr/>
                  </p:nvGrpSpPr>
                  <p:grpSpPr>
                    <a:xfrm>
                      <a:off x="1156862" y="3936509"/>
                      <a:ext cx="101073" cy="25622"/>
                      <a:chOff x="1156862" y="3936509"/>
                      <a:chExt cx="101073" cy="25622"/>
                    </a:xfrm>
                  </p:grpSpPr>
                  <p:sp>
                    <p:nvSpPr>
                      <p:cNvPr id="4877" name="Google Shape;4877;p61"/>
                      <p:cNvSpPr/>
                      <p:nvPr/>
                    </p:nvSpPr>
                    <p:spPr>
                      <a:xfrm>
                        <a:off x="1156862" y="3936509"/>
                        <a:ext cx="26651" cy="25622"/>
                      </a:xfrm>
                      <a:custGeom>
                        <a:rect b="b" l="l" r="r" t="t"/>
                        <a:pathLst>
                          <a:path extrusionOk="0" h="5349" w="5561">
                            <a:moveTo>
                              <a:pt x="2886" y="1"/>
                            </a:moveTo>
                            <a:cubicBezTo>
                              <a:pt x="1803" y="1"/>
                              <a:pt x="829" y="650"/>
                              <a:pt x="413" y="1649"/>
                            </a:cubicBezTo>
                            <a:cubicBezTo>
                              <a:pt x="1" y="2649"/>
                              <a:pt x="227" y="3798"/>
                              <a:pt x="993" y="4564"/>
                            </a:cubicBezTo>
                            <a:cubicBezTo>
                              <a:pt x="1505" y="5076"/>
                              <a:pt x="2189" y="5349"/>
                              <a:pt x="2884" y="5349"/>
                            </a:cubicBezTo>
                            <a:cubicBezTo>
                              <a:pt x="3229" y="5349"/>
                              <a:pt x="3576" y="5282"/>
                              <a:pt x="3908" y="5144"/>
                            </a:cubicBezTo>
                            <a:cubicBezTo>
                              <a:pt x="4907" y="4732"/>
                              <a:pt x="5560" y="3758"/>
                              <a:pt x="5560" y="2674"/>
                            </a:cubicBezTo>
                            <a:cubicBezTo>
                              <a:pt x="5560" y="1197"/>
                              <a:pt x="4364" y="1"/>
                              <a:pt x="288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8" name="Google Shape;4878;p61"/>
                      <p:cNvSpPr/>
                      <p:nvPr/>
                    </p:nvSpPr>
                    <p:spPr>
                      <a:xfrm>
                        <a:off x="1173592" y="3951414"/>
                        <a:ext cx="84343" cy="5"/>
                      </a:xfrm>
                      <a:custGeom>
                        <a:rect b="b" l="l" r="r" t="t"/>
                        <a:pathLst>
                          <a:path extrusionOk="0" fill="none" h="1" w="17599">
                            <a:moveTo>
                              <a:pt x="17598" y="0"/>
                            </a:moveTo>
                            <a:lnTo>
                              <a:pt x="1"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79" name="Google Shape;4879;p61"/>
                    <p:cNvSpPr/>
                    <p:nvPr/>
                  </p:nvSpPr>
                  <p:spPr>
                    <a:xfrm>
                      <a:off x="1084172" y="3842857"/>
                      <a:ext cx="86476" cy="217131"/>
                    </a:xfrm>
                    <a:custGeom>
                      <a:rect b="b" l="l" r="r" t="t"/>
                      <a:pathLst>
                        <a:path extrusionOk="0" fill="none" h="45330" w="18044">
                          <a:moveTo>
                            <a:pt x="0" y="45330"/>
                          </a:moveTo>
                          <a:lnTo>
                            <a:pt x="12418" y="45330"/>
                          </a:lnTo>
                          <a:cubicBezTo>
                            <a:pt x="15150" y="45330"/>
                            <a:pt x="18043" y="42619"/>
                            <a:pt x="18043" y="35634"/>
                          </a:cubicBezTo>
                          <a:lnTo>
                            <a:pt x="18043" y="9697"/>
                          </a:lnTo>
                          <a:cubicBezTo>
                            <a:pt x="18043" y="2711"/>
                            <a:pt x="15150" y="1"/>
                            <a:pt x="12418" y="1"/>
                          </a:cubicBezTo>
                          <a:lnTo>
                            <a:pt x="1715"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80" name="Google Shape;4880;p61"/>
                  <p:cNvSpPr/>
                  <p:nvPr/>
                </p:nvSpPr>
                <p:spPr>
                  <a:xfrm>
                    <a:off x="906290" y="3999967"/>
                    <a:ext cx="177893" cy="102717"/>
                  </a:xfrm>
                  <a:custGeom>
                    <a:rect b="b" l="l" r="r" t="t"/>
                    <a:pathLst>
                      <a:path extrusionOk="0" h="21444" w="37119">
                        <a:moveTo>
                          <a:pt x="4947" y="1"/>
                        </a:moveTo>
                        <a:cubicBezTo>
                          <a:pt x="2215" y="1"/>
                          <a:pt x="1" y="2678"/>
                          <a:pt x="1" y="5983"/>
                        </a:cubicBezTo>
                        <a:lnTo>
                          <a:pt x="1" y="15461"/>
                        </a:lnTo>
                        <a:cubicBezTo>
                          <a:pt x="1" y="18766"/>
                          <a:pt x="2215" y="21443"/>
                          <a:pt x="4947" y="21443"/>
                        </a:cubicBezTo>
                        <a:lnTo>
                          <a:pt x="32168" y="21443"/>
                        </a:lnTo>
                        <a:cubicBezTo>
                          <a:pt x="34901" y="21443"/>
                          <a:pt x="37118" y="18766"/>
                          <a:pt x="37118" y="15461"/>
                        </a:cubicBezTo>
                        <a:lnTo>
                          <a:pt x="37118" y="5983"/>
                        </a:lnTo>
                        <a:cubicBezTo>
                          <a:pt x="37118" y="2678"/>
                          <a:pt x="34901" y="1"/>
                          <a:pt x="32168" y="1"/>
                        </a:cubicBezTo>
                        <a:close/>
                      </a:path>
                    </a:pathLst>
                  </a:custGeom>
                  <a:solidFill>
                    <a:srgbClr val="667E92"/>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1" name="Google Shape;4881;p61"/>
                  <p:cNvSpPr/>
                  <p:nvPr/>
                </p:nvSpPr>
                <p:spPr>
                  <a:xfrm>
                    <a:off x="914509" y="3800594"/>
                    <a:ext cx="177888" cy="102731"/>
                  </a:xfrm>
                  <a:custGeom>
                    <a:rect b="b" l="l" r="r" t="t"/>
                    <a:pathLst>
                      <a:path extrusionOk="0" h="21447" w="37118">
                        <a:moveTo>
                          <a:pt x="4951" y="0"/>
                        </a:moveTo>
                        <a:cubicBezTo>
                          <a:pt x="2218" y="0"/>
                          <a:pt x="0" y="2678"/>
                          <a:pt x="0" y="5983"/>
                        </a:cubicBezTo>
                        <a:lnTo>
                          <a:pt x="0" y="15460"/>
                        </a:lnTo>
                        <a:cubicBezTo>
                          <a:pt x="0" y="18765"/>
                          <a:pt x="2215" y="21446"/>
                          <a:pt x="4951" y="21446"/>
                        </a:cubicBezTo>
                        <a:lnTo>
                          <a:pt x="32168" y="21446"/>
                        </a:lnTo>
                        <a:cubicBezTo>
                          <a:pt x="34900" y="21446"/>
                          <a:pt x="37118" y="18765"/>
                          <a:pt x="37118" y="15460"/>
                        </a:cubicBezTo>
                        <a:lnTo>
                          <a:pt x="37118" y="5983"/>
                        </a:lnTo>
                        <a:cubicBezTo>
                          <a:pt x="37118" y="2678"/>
                          <a:pt x="34900" y="0"/>
                          <a:pt x="32168" y="0"/>
                        </a:cubicBezTo>
                        <a:close/>
                      </a:path>
                    </a:pathLst>
                  </a:custGeom>
                  <a:solidFill>
                    <a:srgbClr val="E6EBEF"/>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82" name="Google Shape;4882;p61"/>
                <p:cNvGrpSpPr/>
                <p:nvPr/>
              </p:nvGrpSpPr>
              <p:grpSpPr>
                <a:xfrm>
                  <a:off x="724986" y="3830189"/>
                  <a:ext cx="189533" cy="25626"/>
                  <a:chOff x="724986" y="3830189"/>
                  <a:chExt cx="189533" cy="25626"/>
                </a:xfrm>
              </p:grpSpPr>
              <p:sp>
                <p:nvSpPr>
                  <p:cNvPr id="4883" name="Google Shape;4883;p61"/>
                  <p:cNvSpPr/>
                  <p:nvPr/>
                </p:nvSpPr>
                <p:spPr>
                  <a:xfrm>
                    <a:off x="724986" y="3830189"/>
                    <a:ext cx="26646" cy="25626"/>
                  </a:xfrm>
                  <a:custGeom>
                    <a:rect b="b" l="l" r="r" t="t"/>
                    <a:pathLst>
                      <a:path extrusionOk="0" h="5350" w="5560">
                        <a:moveTo>
                          <a:pt x="2674" y="1"/>
                        </a:moveTo>
                        <a:cubicBezTo>
                          <a:pt x="1197" y="1"/>
                          <a:pt x="0" y="1197"/>
                          <a:pt x="0" y="2675"/>
                        </a:cubicBezTo>
                        <a:cubicBezTo>
                          <a:pt x="0" y="3758"/>
                          <a:pt x="653" y="4732"/>
                          <a:pt x="1653" y="5144"/>
                        </a:cubicBezTo>
                        <a:cubicBezTo>
                          <a:pt x="1984" y="5282"/>
                          <a:pt x="2331" y="5349"/>
                          <a:pt x="2676" y="5349"/>
                        </a:cubicBezTo>
                        <a:cubicBezTo>
                          <a:pt x="3371" y="5349"/>
                          <a:pt x="4055" y="5077"/>
                          <a:pt x="4567" y="4564"/>
                        </a:cubicBezTo>
                        <a:cubicBezTo>
                          <a:pt x="5330" y="3802"/>
                          <a:pt x="5559" y="2649"/>
                          <a:pt x="5147" y="1650"/>
                        </a:cubicBezTo>
                        <a:cubicBezTo>
                          <a:pt x="4731" y="650"/>
                          <a:pt x="3757" y="1"/>
                          <a:pt x="2674" y="1"/>
                        </a:cubicBezTo>
                        <a:close/>
                      </a:path>
                    </a:pathLst>
                  </a:custGeom>
                  <a:solidFill>
                    <a:srgbClr val="E6E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4" name="Google Shape;4884;p61"/>
                  <p:cNvSpPr/>
                  <p:nvPr/>
                </p:nvSpPr>
                <p:spPr>
                  <a:xfrm>
                    <a:off x="746695" y="3842838"/>
                    <a:ext cx="167824" cy="5"/>
                  </a:xfrm>
                  <a:custGeom>
                    <a:rect b="b" l="l" r="r" t="t"/>
                    <a:pathLst>
                      <a:path extrusionOk="0" fill="none" h="1" w="35018">
                        <a:moveTo>
                          <a:pt x="35017" y="1"/>
                        </a:moveTo>
                        <a:lnTo>
                          <a:pt x="1"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grpSp>
        <p:nvGrpSpPr>
          <p:cNvPr id="4885" name="Google Shape;4885;p61"/>
          <p:cNvGrpSpPr/>
          <p:nvPr/>
        </p:nvGrpSpPr>
        <p:grpSpPr>
          <a:xfrm>
            <a:off x="2253298" y="2249677"/>
            <a:ext cx="948701" cy="935378"/>
            <a:chOff x="2253298" y="2428317"/>
            <a:chExt cx="948701" cy="935378"/>
          </a:xfrm>
        </p:grpSpPr>
        <p:sp>
          <p:nvSpPr>
            <p:cNvPr id="4886" name="Google Shape;4886;p61"/>
            <p:cNvSpPr/>
            <p:nvPr/>
          </p:nvSpPr>
          <p:spPr>
            <a:xfrm>
              <a:off x="2418065" y="2799334"/>
              <a:ext cx="619167" cy="193359"/>
            </a:xfrm>
            <a:custGeom>
              <a:rect b="b" l="l" r="r" t="t"/>
              <a:pathLst>
                <a:path extrusionOk="0" h="36397" w="116549">
                  <a:moveTo>
                    <a:pt x="18199" y="1"/>
                  </a:moveTo>
                  <a:cubicBezTo>
                    <a:pt x="8148" y="1"/>
                    <a:pt x="1" y="8148"/>
                    <a:pt x="1" y="18198"/>
                  </a:cubicBezTo>
                  <a:cubicBezTo>
                    <a:pt x="1" y="28249"/>
                    <a:pt x="8148" y="36396"/>
                    <a:pt x="18199" y="36396"/>
                  </a:cubicBezTo>
                  <a:lnTo>
                    <a:pt x="98350" y="36396"/>
                  </a:lnTo>
                  <a:cubicBezTo>
                    <a:pt x="108401" y="36396"/>
                    <a:pt x="116548" y="28249"/>
                    <a:pt x="116548" y="18198"/>
                  </a:cubicBezTo>
                  <a:cubicBezTo>
                    <a:pt x="116548" y="8148"/>
                    <a:pt x="108401" y="1"/>
                    <a:pt x="98350"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7" name="Google Shape;4887;p61"/>
            <p:cNvSpPr/>
            <p:nvPr/>
          </p:nvSpPr>
          <p:spPr>
            <a:xfrm>
              <a:off x="2373234" y="2761962"/>
              <a:ext cx="248482" cy="268106"/>
            </a:xfrm>
            <a:custGeom>
              <a:rect b="b" l="l" r="r" t="t"/>
              <a:pathLst>
                <a:path extrusionOk="0" h="50467" w="46773">
                  <a:moveTo>
                    <a:pt x="25232" y="1"/>
                  </a:moveTo>
                  <a:cubicBezTo>
                    <a:pt x="11319" y="1"/>
                    <a:pt x="0" y="11322"/>
                    <a:pt x="0" y="25233"/>
                  </a:cubicBezTo>
                  <a:cubicBezTo>
                    <a:pt x="0" y="39146"/>
                    <a:pt x="11319" y="50466"/>
                    <a:pt x="25232" y="50466"/>
                  </a:cubicBezTo>
                  <a:lnTo>
                    <a:pt x="46773" y="50466"/>
                  </a:lnTo>
                  <a:lnTo>
                    <a:pt x="46773" y="49007"/>
                  </a:lnTo>
                  <a:lnTo>
                    <a:pt x="25232" y="49007"/>
                  </a:lnTo>
                  <a:cubicBezTo>
                    <a:pt x="12124" y="49007"/>
                    <a:pt x="1456" y="38344"/>
                    <a:pt x="1456" y="25233"/>
                  </a:cubicBezTo>
                  <a:cubicBezTo>
                    <a:pt x="1456" y="12123"/>
                    <a:pt x="12124" y="1457"/>
                    <a:pt x="25232" y="1457"/>
                  </a:cubicBezTo>
                  <a:lnTo>
                    <a:pt x="46773" y="1457"/>
                  </a:lnTo>
                  <a:lnTo>
                    <a:pt x="46773" y="1"/>
                  </a:lnTo>
                  <a:close/>
                </a:path>
              </a:pathLst>
            </a:custGeom>
            <a:solidFill>
              <a:srgbClr val="9697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8" name="Google Shape;4888;p61"/>
            <p:cNvSpPr/>
            <p:nvPr/>
          </p:nvSpPr>
          <p:spPr>
            <a:xfrm>
              <a:off x="2726356" y="3024889"/>
              <a:ext cx="2582" cy="99328"/>
            </a:xfrm>
            <a:custGeom>
              <a:rect b="b" l="l" r="r" t="t"/>
              <a:pathLst>
                <a:path extrusionOk="0" h="18697" w="486">
                  <a:moveTo>
                    <a:pt x="243" y="1"/>
                  </a:moveTo>
                  <a:cubicBezTo>
                    <a:pt x="108" y="1"/>
                    <a:pt x="1" y="109"/>
                    <a:pt x="1" y="243"/>
                  </a:cubicBezTo>
                  <a:lnTo>
                    <a:pt x="1" y="18455"/>
                  </a:lnTo>
                  <a:cubicBezTo>
                    <a:pt x="1" y="18588"/>
                    <a:pt x="108" y="18697"/>
                    <a:pt x="243" y="18697"/>
                  </a:cubicBezTo>
                  <a:cubicBezTo>
                    <a:pt x="377" y="18697"/>
                    <a:pt x="485" y="18588"/>
                    <a:pt x="485" y="18455"/>
                  </a:cubicBezTo>
                  <a:lnTo>
                    <a:pt x="485" y="243"/>
                  </a:lnTo>
                  <a:cubicBezTo>
                    <a:pt x="485" y="109"/>
                    <a:pt x="377" y="1"/>
                    <a:pt x="243" y="1"/>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9" name="Google Shape;4889;p61"/>
            <p:cNvSpPr/>
            <p:nvPr/>
          </p:nvSpPr>
          <p:spPr>
            <a:xfrm>
              <a:off x="2785174" y="3024884"/>
              <a:ext cx="287220" cy="99333"/>
            </a:xfrm>
            <a:custGeom>
              <a:rect b="b" l="l" r="r" t="t"/>
              <a:pathLst>
                <a:path extrusionOk="0" h="18698" w="54065">
                  <a:moveTo>
                    <a:pt x="242" y="0"/>
                  </a:moveTo>
                  <a:cubicBezTo>
                    <a:pt x="109" y="0"/>
                    <a:pt x="0" y="109"/>
                    <a:pt x="0" y="242"/>
                  </a:cubicBezTo>
                  <a:lnTo>
                    <a:pt x="0" y="5286"/>
                  </a:lnTo>
                  <a:cubicBezTo>
                    <a:pt x="0" y="8843"/>
                    <a:pt x="2895" y="11736"/>
                    <a:pt x="6451" y="11736"/>
                  </a:cubicBezTo>
                  <a:lnTo>
                    <a:pt x="46862" y="11736"/>
                  </a:lnTo>
                  <a:cubicBezTo>
                    <a:pt x="50567" y="11736"/>
                    <a:pt x="53580" y="14751"/>
                    <a:pt x="53580" y="18456"/>
                  </a:cubicBezTo>
                  <a:cubicBezTo>
                    <a:pt x="53580" y="18589"/>
                    <a:pt x="53689" y="18698"/>
                    <a:pt x="53822" y="18698"/>
                  </a:cubicBezTo>
                  <a:cubicBezTo>
                    <a:pt x="53957" y="18698"/>
                    <a:pt x="54064" y="18589"/>
                    <a:pt x="54063" y="18456"/>
                  </a:cubicBezTo>
                  <a:cubicBezTo>
                    <a:pt x="54063" y="14484"/>
                    <a:pt x="50831" y="11250"/>
                    <a:pt x="46858" y="11250"/>
                  </a:cubicBezTo>
                  <a:lnTo>
                    <a:pt x="6449" y="11250"/>
                  </a:lnTo>
                  <a:cubicBezTo>
                    <a:pt x="3160" y="11250"/>
                    <a:pt x="484" y="8576"/>
                    <a:pt x="484" y="5286"/>
                  </a:cubicBezTo>
                  <a:lnTo>
                    <a:pt x="484" y="242"/>
                  </a:lnTo>
                  <a:cubicBezTo>
                    <a:pt x="484" y="109"/>
                    <a:pt x="376" y="0"/>
                    <a:pt x="242" y="0"/>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0" name="Google Shape;4890;p61"/>
            <p:cNvSpPr/>
            <p:nvPr/>
          </p:nvSpPr>
          <p:spPr>
            <a:xfrm>
              <a:off x="2382903" y="3024884"/>
              <a:ext cx="287215" cy="99333"/>
            </a:xfrm>
            <a:custGeom>
              <a:rect b="b" l="l" r="r" t="t"/>
              <a:pathLst>
                <a:path extrusionOk="0" h="18698" w="54064">
                  <a:moveTo>
                    <a:pt x="53821" y="0"/>
                  </a:moveTo>
                  <a:cubicBezTo>
                    <a:pt x="53686" y="0"/>
                    <a:pt x="53579" y="109"/>
                    <a:pt x="53579" y="242"/>
                  </a:cubicBezTo>
                  <a:lnTo>
                    <a:pt x="53579" y="5286"/>
                  </a:lnTo>
                  <a:cubicBezTo>
                    <a:pt x="53579" y="8576"/>
                    <a:pt x="50903" y="11250"/>
                    <a:pt x="47614" y="11250"/>
                  </a:cubicBezTo>
                  <a:lnTo>
                    <a:pt x="7205" y="11250"/>
                  </a:lnTo>
                  <a:cubicBezTo>
                    <a:pt x="3232" y="11250"/>
                    <a:pt x="0" y="14484"/>
                    <a:pt x="0" y="18456"/>
                  </a:cubicBezTo>
                  <a:cubicBezTo>
                    <a:pt x="0" y="18589"/>
                    <a:pt x="109" y="18698"/>
                    <a:pt x="242" y="18698"/>
                  </a:cubicBezTo>
                  <a:cubicBezTo>
                    <a:pt x="376" y="18698"/>
                    <a:pt x="485" y="18589"/>
                    <a:pt x="485" y="18456"/>
                  </a:cubicBezTo>
                  <a:cubicBezTo>
                    <a:pt x="485" y="14751"/>
                    <a:pt x="3499" y="11736"/>
                    <a:pt x="7202" y="11736"/>
                  </a:cubicBezTo>
                  <a:lnTo>
                    <a:pt x="47612" y="11736"/>
                  </a:lnTo>
                  <a:cubicBezTo>
                    <a:pt x="51169" y="11736"/>
                    <a:pt x="54063" y="8843"/>
                    <a:pt x="54063" y="5286"/>
                  </a:cubicBezTo>
                  <a:lnTo>
                    <a:pt x="54063" y="242"/>
                  </a:lnTo>
                  <a:cubicBezTo>
                    <a:pt x="54063" y="109"/>
                    <a:pt x="53955" y="0"/>
                    <a:pt x="53821" y="0"/>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1" name="Google Shape;4891;p61"/>
            <p:cNvSpPr/>
            <p:nvPr/>
          </p:nvSpPr>
          <p:spPr>
            <a:xfrm>
              <a:off x="2596756" y="3151259"/>
              <a:ext cx="261784" cy="212436"/>
            </a:xfrm>
            <a:custGeom>
              <a:rect b="b" l="l" r="r" t="t"/>
              <a:pathLst>
                <a:path extrusionOk="0" h="39988" w="49277">
                  <a:moveTo>
                    <a:pt x="7996" y="0"/>
                  </a:moveTo>
                  <a:cubicBezTo>
                    <a:pt x="3580" y="0"/>
                    <a:pt x="0" y="3579"/>
                    <a:pt x="0" y="7995"/>
                  </a:cubicBezTo>
                  <a:lnTo>
                    <a:pt x="0" y="31993"/>
                  </a:lnTo>
                  <a:cubicBezTo>
                    <a:pt x="0" y="36409"/>
                    <a:pt x="3580" y="39988"/>
                    <a:pt x="7996" y="39988"/>
                  </a:cubicBezTo>
                  <a:lnTo>
                    <a:pt x="41280" y="39988"/>
                  </a:lnTo>
                  <a:cubicBezTo>
                    <a:pt x="45697" y="39988"/>
                    <a:pt x="49277" y="36409"/>
                    <a:pt x="49277" y="31993"/>
                  </a:cubicBezTo>
                  <a:lnTo>
                    <a:pt x="49277" y="7995"/>
                  </a:lnTo>
                  <a:cubicBezTo>
                    <a:pt x="49277" y="3579"/>
                    <a:pt x="45697" y="0"/>
                    <a:pt x="4128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2" name="Google Shape;4892;p61"/>
            <p:cNvSpPr/>
            <p:nvPr/>
          </p:nvSpPr>
          <p:spPr>
            <a:xfrm>
              <a:off x="2940204" y="3151259"/>
              <a:ext cx="261795" cy="212436"/>
            </a:xfrm>
            <a:custGeom>
              <a:rect b="b" l="l" r="r" t="t"/>
              <a:pathLst>
                <a:path extrusionOk="0" h="39988" w="49279">
                  <a:moveTo>
                    <a:pt x="7995" y="0"/>
                  </a:moveTo>
                  <a:cubicBezTo>
                    <a:pt x="3580" y="0"/>
                    <a:pt x="0" y="3579"/>
                    <a:pt x="0" y="7995"/>
                  </a:cubicBezTo>
                  <a:lnTo>
                    <a:pt x="0" y="31993"/>
                  </a:lnTo>
                  <a:cubicBezTo>
                    <a:pt x="0" y="36409"/>
                    <a:pt x="3580" y="39988"/>
                    <a:pt x="7995" y="39988"/>
                  </a:cubicBezTo>
                  <a:lnTo>
                    <a:pt x="41282" y="39988"/>
                  </a:lnTo>
                  <a:cubicBezTo>
                    <a:pt x="45698" y="39988"/>
                    <a:pt x="49278" y="36409"/>
                    <a:pt x="49278" y="31993"/>
                  </a:cubicBezTo>
                  <a:lnTo>
                    <a:pt x="49278" y="7995"/>
                  </a:lnTo>
                  <a:cubicBezTo>
                    <a:pt x="49278" y="3579"/>
                    <a:pt x="45698" y="0"/>
                    <a:pt x="41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3" name="Google Shape;4893;p61"/>
            <p:cNvSpPr/>
            <p:nvPr/>
          </p:nvSpPr>
          <p:spPr>
            <a:xfrm>
              <a:off x="2253298" y="3151259"/>
              <a:ext cx="261795" cy="212436"/>
            </a:xfrm>
            <a:custGeom>
              <a:rect b="b" l="l" r="r" t="t"/>
              <a:pathLst>
                <a:path extrusionOk="0" h="39988" w="49279">
                  <a:moveTo>
                    <a:pt x="7997" y="0"/>
                  </a:moveTo>
                  <a:cubicBezTo>
                    <a:pt x="3580" y="0"/>
                    <a:pt x="0" y="3579"/>
                    <a:pt x="0" y="7995"/>
                  </a:cubicBezTo>
                  <a:lnTo>
                    <a:pt x="0" y="31993"/>
                  </a:lnTo>
                  <a:cubicBezTo>
                    <a:pt x="0" y="36409"/>
                    <a:pt x="3580" y="39988"/>
                    <a:pt x="7997" y="39988"/>
                  </a:cubicBezTo>
                  <a:lnTo>
                    <a:pt x="41282" y="39988"/>
                  </a:lnTo>
                  <a:cubicBezTo>
                    <a:pt x="45697" y="39988"/>
                    <a:pt x="49277" y="36409"/>
                    <a:pt x="49277" y="31993"/>
                  </a:cubicBezTo>
                  <a:lnTo>
                    <a:pt x="49277" y="7995"/>
                  </a:lnTo>
                  <a:cubicBezTo>
                    <a:pt x="49278" y="3579"/>
                    <a:pt x="45697" y="0"/>
                    <a:pt x="41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4" name="Google Shape;4894;p61"/>
            <p:cNvSpPr/>
            <p:nvPr/>
          </p:nvSpPr>
          <p:spPr>
            <a:xfrm>
              <a:off x="2718685" y="3113966"/>
              <a:ext cx="17919" cy="17924"/>
            </a:xfrm>
            <a:custGeom>
              <a:rect b="b" l="l" r="r" t="t"/>
              <a:pathLst>
                <a:path extrusionOk="0" h="3374" w="3373">
                  <a:moveTo>
                    <a:pt x="1687" y="0"/>
                  </a:moveTo>
                  <a:cubicBezTo>
                    <a:pt x="755" y="0"/>
                    <a:pt x="1" y="755"/>
                    <a:pt x="1" y="1687"/>
                  </a:cubicBezTo>
                  <a:cubicBezTo>
                    <a:pt x="1" y="2619"/>
                    <a:pt x="755" y="3373"/>
                    <a:pt x="1687" y="3373"/>
                  </a:cubicBezTo>
                  <a:cubicBezTo>
                    <a:pt x="2618" y="3373"/>
                    <a:pt x="3372" y="2619"/>
                    <a:pt x="3372" y="1687"/>
                  </a:cubicBezTo>
                  <a:cubicBezTo>
                    <a:pt x="3372" y="755"/>
                    <a:pt x="2618"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5" name="Google Shape;4895;p61"/>
            <p:cNvSpPr/>
            <p:nvPr/>
          </p:nvSpPr>
          <p:spPr>
            <a:xfrm>
              <a:off x="3062128" y="3113966"/>
              <a:ext cx="17924" cy="17924"/>
            </a:xfrm>
            <a:custGeom>
              <a:rect b="b" l="l" r="r" t="t"/>
              <a:pathLst>
                <a:path extrusionOk="0" h="3374" w="3374">
                  <a:moveTo>
                    <a:pt x="1687" y="0"/>
                  </a:moveTo>
                  <a:cubicBezTo>
                    <a:pt x="755" y="0"/>
                    <a:pt x="0" y="755"/>
                    <a:pt x="0" y="1687"/>
                  </a:cubicBezTo>
                  <a:cubicBezTo>
                    <a:pt x="0" y="2619"/>
                    <a:pt x="755" y="3373"/>
                    <a:pt x="1687" y="3373"/>
                  </a:cubicBezTo>
                  <a:cubicBezTo>
                    <a:pt x="2619" y="3373"/>
                    <a:pt x="3373" y="2619"/>
                    <a:pt x="3373" y="1687"/>
                  </a:cubicBezTo>
                  <a:cubicBezTo>
                    <a:pt x="3373" y="755"/>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6" name="Google Shape;4896;p61"/>
            <p:cNvSpPr/>
            <p:nvPr/>
          </p:nvSpPr>
          <p:spPr>
            <a:xfrm>
              <a:off x="2375226" y="3113966"/>
              <a:ext cx="17924" cy="17924"/>
            </a:xfrm>
            <a:custGeom>
              <a:rect b="b" l="l" r="r" t="t"/>
              <a:pathLst>
                <a:path extrusionOk="0" h="3374" w="3374">
                  <a:moveTo>
                    <a:pt x="1687" y="0"/>
                  </a:moveTo>
                  <a:cubicBezTo>
                    <a:pt x="755" y="0"/>
                    <a:pt x="1" y="755"/>
                    <a:pt x="1" y="1687"/>
                  </a:cubicBezTo>
                  <a:cubicBezTo>
                    <a:pt x="1" y="2619"/>
                    <a:pt x="755" y="3373"/>
                    <a:pt x="1687" y="3373"/>
                  </a:cubicBezTo>
                  <a:cubicBezTo>
                    <a:pt x="2619" y="3373"/>
                    <a:pt x="3374" y="2619"/>
                    <a:pt x="3374" y="1687"/>
                  </a:cubicBezTo>
                  <a:cubicBezTo>
                    <a:pt x="3374" y="755"/>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7" name="Google Shape;4897;p61"/>
            <p:cNvSpPr/>
            <p:nvPr/>
          </p:nvSpPr>
          <p:spPr>
            <a:xfrm>
              <a:off x="2718685" y="3017224"/>
              <a:ext cx="17919" cy="17919"/>
            </a:xfrm>
            <a:custGeom>
              <a:rect b="b" l="l" r="r" t="t"/>
              <a:pathLst>
                <a:path extrusionOk="0" h="3373" w="3373">
                  <a:moveTo>
                    <a:pt x="1687" y="1"/>
                  </a:moveTo>
                  <a:cubicBezTo>
                    <a:pt x="755" y="1"/>
                    <a:pt x="1" y="754"/>
                    <a:pt x="1" y="1686"/>
                  </a:cubicBezTo>
                  <a:cubicBezTo>
                    <a:pt x="1" y="2618"/>
                    <a:pt x="755" y="3372"/>
                    <a:pt x="1687" y="3372"/>
                  </a:cubicBezTo>
                  <a:cubicBezTo>
                    <a:pt x="2618" y="3372"/>
                    <a:pt x="3372" y="2618"/>
                    <a:pt x="3372" y="1686"/>
                  </a:cubicBezTo>
                  <a:cubicBezTo>
                    <a:pt x="3372" y="754"/>
                    <a:pt x="2618"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8" name="Google Shape;4898;p61"/>
            <p:cNvSpPr/>
            <p:nvPr/>
          </p:nvSpPr>
          <p:spPr>
            <a:xfrm>
              <a:off x="2777509" y="3017224"/>
              <a:ext cx="17914" cy="17919"/>
            </a:xfrm>
            <a:custGeom>
              <a:rect b="b" l="l" r="r" t="t"/>
              <a:pathLst>
                <a:path extrusionOk="0" h="3373" w="3372">
                  <a:moveTo>
                    <a:pt x="1685" y="1"/>
                  </a:moveTo>
                  <a:cubicBezTo>
                    <a:pt x="753" y="1"/>
                    <a:pt x="0" y="754"/>
                    <a:pt x="0" y="1686"/>
                  </a:cubicBezTo>
                  <a:cubicBezTo>
                    <a:pt x="0" y="2618"/>
                    <a:pt x="753" y="3372"/>
                    <a:pt x="1685" y="3372"/>
                  </a:cubicBezTo>
                  <a:cubicBezTo>
                    <a:pt x="2617" y="3372"/>
                    <a:pt x="3372" y="2618"/>
                    <a:pt x="3372" y="1686"/>
                  </a:cubicBezTo>
                  <a:cubicBezTo>
                    <a:pt x="3372" y="754"/>
                    <a:pt x="2617" y="1"/>
                    <a:pt x="1685"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9" name="Google Shape;4899;p61"/>
            <p:cNvSpPr/>
            <p:nvPr/>
          </p:nvSpPr>
          <p:spPr>
            <a:xfrm>
              <a:off x="2659856" y="3017224"/>
              <a:ext cx="17914" cy="17919"/>
            </a:xfrm>
            <a:custGeom>
              <a:rect b="b" l="l" r="r" t="t"/>
              <a:pathLst>
                <a:path extrusionOk="0" h="3373" w="3372">
                  <a:moveTo>
                    <a:pt x="1687" y="1"/>
                  </a:moveTo>
                  <a:cubicBezTo>
                    <a:pt x="755" y="1"/>
                    <a:pt x="1" y="754"/>
                    <a:pt x="1" y="1686"/>
                  </a:cubicBezTo>
                  <a:cubicBezTo>
                    <a:pt x="1" y="2618"/>
                    <a:pt x="755" y="3372"/>
                    <a:pt x="1687" y="3372"/>
                  </a:cubicBezTo>
                  <a:cubicBezTo>
                    <a:pt x="2619" y="3372"/>
                    <a:pt x="3372" y="2618"/>
                    <a:pt x="3372" y="1686"/>
                  </a:cubicBezTo>
                  <a:cubicBezTo>
                    <a:pt x="3372" y="754"/>
                    <a:pt x="2619"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0" name="Google Shape;4900;p61"/>
            <p:cNvSpPr/>
            <p:nvPr/>
          </p:nvSpPr>
          <p:spPr>
            <a:xfrm>
              <a:off x="2726356" y="2667807"/>
              <a:ext cx="2582" cy="99322"/>
            </a:xfrm>
            <a:custGeom>
              <a:rect b="b" l="l" r="r" t="t"/>
              <a:pathLst>
                <a:path extrusionOk="0" h="18696" w="486">
                  <a:moveTo>
                    <a:pt x="243" y="0"/>
                  </a:moveTo>
                  <a:cubicBezTo>
                    <a:pt x="108" y="0"/>
                    <a:pt x="1" y="109"/>
                    <a:pt x="1" y="243"/>
                  </a:cubicBezTo>
                  <a:lnTo>
                    <a:pt x="1" y="18453"/>
                  </a:lnTo>
                  <a:cubicBezTo>
                    <a:pt x="1" y="18588"/>
                    <a:pt x="108" y="18695"/>
                    <a:pt x="243" y="18695"/>
                  </a:cubicBezTo>
                  <a:cubicBezTo>
                    <a:pt x="377" y="18695"/>
                    <a:pt x="485" y="18588"/>
                    <a:pt x="485" y="18453"/>
                  </a:cubicBezTo>
                  <a:lnTo>
                    <a:pt x="485" y="243"/>
                  </a:lnTo>
                  <a:cubicBezTo>
                    <a:pt x="485" y="109"/>
                    <a:pt x="377" y="0"/>
                    <a:pt x="243" y="0"/>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1" name="Google Shape;4901;p61"/>
            <p:cNvSpPr/>
            <p:nvPr/>
          </p:nvSpPr>
          <p:spPr>
            <a:xfrm>
              <a:off x="2785174" y="2667796"/>
              <a:ext cx="287210" cy="99333"/>
            </a:xfrm>
            <a:custGeom>
              <a:rect b="b" l="l" r="r" t="t"/>
              <a:pathLst>
                <a:path extrusionOk="0" h="18698" w="54063">
                  <a:moveTo>
                    <a:pt x="53821" y="1"/>
                  </a:moveTo>
                  <a:cubicBezTo>
                    <a:pt x="53687" y="1"/>
                    <a:pt x="53579" y="108"/>
                    <a:pt x="53579" y="243"/>
                  </a:cubicBezTo>
                  <a:cubicBezTo>
                    <a:pt x="53579" y="3946"/>
                    <a:pt x="50564" y="6961"/>
                    <a:pt x="46861" y="6961"/>
                  </a:cubicBezTo>
                  <a:lnTo>
                    <a:pt x="6451" y="6961"/>
                  </a:lnTo>
                  <a:cubicBezTo>
                    <a:pt x="2895" y="6961"/>
                    <a:pt x="0" y="9857"/>
                    <a:pt x="0" y="13412"/>
                  </a:cubicBezTo>
                  <a:lnTo>
                    <a:pt x="0" y="18455"/>
                  </a:lnTo>
                  <a:cubicBezTo>
                    <a:pt x="0" y="18590"/>
                    <a:pt x="109" y="18697"/>
                    <a:pt x="242" y="18697"/>
                  </a:cubicBezTo>
                  <a:cubicBezTo>
                    <a:pt x="379" y="18697"/>
                    <a:pt x="487" y="18590"/>
                    <a:pt x="486" y="18455"/>
                  </a:cubicBezTo>
                  <a:lnTo>
                    <a:pt x="486" y="13412"/>
                  </a:lnTo>
                  <a:cubicBezTo>
                    <a:pt x="486" y="10122"/>
                    <a:pt x="3162" y="7447"/>
                    <a:pt x="6451" y="7447"/>
                  </a:cubicBezTo>
                  <a:lnTo>
                    <a:pt x="46858" y="7447"/>
                  </a:lnTo>
                  <a:cubicBezTo>
                    <a:pt x="50831" y="7447"/>
                    <a:pt x="54063" y="4215"/>
                    <a:pt x="54063" y="243"/>
                  </a:cubicBezTo>
                  <a:cubicBezTo>
                    <a:pt x="54063" y="108"/>
                    <a:pt x="53954" y="1"/>
                    <a:pt x="53821" y="1"/>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2" name="Google Shape;4902;p61"/>
            <p:cNvSpPr/>
            <p:nvPr/>
          </p:nvSpPr>
          <p:spPr>
            <a:xfrm>
              <a:off x="2382892" y="2667796"/>
              <a:ext cx="287226" cy="99333"/>
            </a:xfrm>
            <a:custGeom>
              <a:rect b="b" l="l" r="r" t="t"/>
              <a:pathLst>
                <a:path extrusionOk="0" h="18698" w="54066">
                  <a:moveTo>
                    <a:pt x="243" y="1"/>
                  </a:moveTo>
                  <a:cubicBezTo>
                    <a:pt x="108" y="1"/>
                    <a:pt x="1" y="108"/>
                    <a:pt x="1" y="243"/>
                  </a:cubicBezTo>
                  <a:cubicBezTo>
                    <a:pt x="1" y="4216"/>
                    <a:pt x="3233" y="7447"/>
                    <a:pt x="7204" y="7447"/>
                  </a:cubicBezTo>
                  <a:lnTo>
                    <a:pt x="47616" y="7447"/>
                  </a:lnTo>
                  <a:cubicBezTo>
                    <a:pt x="50905" y="7447"/>
                    <a:pt x="53581" y="10122"/>
                    <a:pt x="53581" y="13412"/>
                  </a:cubicBezTo>
                  <a:lnTo>
                    <a:pt x="53581" y="18455"/>
                  </a:lnTo>
                  <a:cubicBezTo>
                    <a:pt x="53581" y="18590"/>
                    <a:pt x="53688" y="18697"/>
                    <a:pt x="53823" y="18697"/>
                  </a:cubicBezTo>
                  <a:cubicBezTo>
                    <a:pt x="53957" y="18697"/>
                    <a:pt x="54065" y="18590"/>
                    <a:pt x="54062" y="18455"/>
                  </a:cubicBezTo>
                  <a:lnTo>
                    <a:pt x="54062" y="13412"/>
                  </a:lnTo>
                  <a:cubicBezTo>
                    <a:pt x="54062" y="9854"/>
                    <a:pt x="51169" y="6961"/>
                    <a:pt x="47611" y="6961"/>
                  </a:cubicBezTo>
                  <a:lnTo>
                    <a:pt x="7203" y="6961"/>
                  </a:lnTo>
                  <a:cubicBezTo>
                    <a:pt x="3498" y="6961"/>
                    <a:pt x="485" y="3946"/>
                    <a:pt x="485" y="243"/>
                  </a:cubicBezTo>
                  <a:cubicBezTo>
                    <a:pt x="485" y="108"/>
                    <a:pt x="377" y="1"/>
                    <a:pt x="243" y="1"/>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3" name="Google Shape;4903;p61"/>
            <p:cNvSpPr/>
            <p:nvPr/>
          </p:nvSpPr>
          <p:spPr>
            <a:xfrm>
              <a:off x="2596756" y="2428317"/>
              <a:ext cx="261784" cy="212447"/>
            </a:xfrm>
            <a:custGeom>
              <a:rect b="b" l="l" r="r" t="t"/>
              <a:pathLst>
                <a:path extrusionOk="0" h="39990" w="49277">
                  <a:moveTo>
                    <a:pt x="7996" y="1"/>
                  </a:moveTo>
                  <a:cubicBezTo>
                    <a:pt x="3580" y="1"/>
                    <a:pt x="0" y="3580"/>
                    <a:pt x="0" y="7995"/>
                  </a:cubicBezTo>
                  <a:lnTo>
                    <a:pt x="0" y="31993"/>
                  </a:lnTo>
                  <a:cubicBezTo>
                    <a:pt x="0" y="36409"/>
                    <a:pt x="3580" y="39989"/>
                    <a:pt x="7996" y="39989"/>
                  </a:cubicBezTo>
                  <a:lnTo>
                    <a:pt x="41280" y="39989"/>
                  </a:lnTo>
                  <a:cubicBezTo>
                    <a:pt x="45697" y="39989"/>
                    <a:pt x="49277" y="36409"/>
                    <a:pt x="49277" y="31993"/>
                  </a:cubicBezTo>
                  <a:lnTo>
                    <a:pt x="49277" y="7995"/>
                  </a:lnTo>
                  <a:cubicBezTo>
                    <a:pt x="49277" y="3580"/>
                    <a:pt x="45697" y="1"/>
                    <a:pt x="41280"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4" name="Google Shape;4904;p61"/>
            <p:cNvSpPr/>
            <p:nvPr/>
          </p:nvSpPr>
          <p:spPr>
            <a:xfrm>
              <a:off x="2940204" y="2428317"/>
              <a:ext cx="261795" cy="212447"/>
            </a:xfrm>
            <a:custGeom>
              <a:rect b="b" l="l" r="r" t="t"/>
              <a:pathLst>
                <a:path extrusionOk="0" h="39990" w="49279">
                  <a:moveTo>
                    <a:pt x="7995" y="1"/>
                  </a:moveTo>
                  <a:cubicBezTo>
                    <a:pt x="3580" y="1"/>
                    <a:pt x="0" y="3580"/>
                    <a:pt x="0" y="7995"/>
                  </a:cubicBezTo>
                  <a:lnTo>
                    <a:pt x="0" y="31993"/>
                  </a:lnTo>
                  <a:cubicBezTo>
                    <a:pt x="0" y="36409"/>
                    <a:pt x="3580" y="39989"/>
                    <a:pt x="7995" y="39989"/>
                  </a:cubicBezTo>
                  <a:lnTo>
                    <a:pt x="41282" y="39989"/>
                  </a:lnTo>
                  <a:cubicBezTo>
                    <a:pt x="45698" y="39989"/>
                    <a:pt x="49278" y="36409"/>
                    <a:pt x="49278" y="31993"/>
                  </a:cubicBezTo>
                  <a:lnTo>
                    <a:pt x="49278" y="7995"/>
                  </a:lnTo>
                  <a:cubicBezTo>
                    <a:pt x="49278" y="3580"/>
                    <a:pt x="45698" y="1"/>
                    <a:pt x="41282"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5" name="Google Shape;4905;p61"/>
            <p:cNvSpPr/>
            <p:nvPr/>
          </p:nvSpPr>
          <p:spPr>
            <a:xfrm>
              <a:off x="2253298" y="2428317"/>
              <a:ext cx="261795" cy="212447"/>
            </a:xfrm>
            <a:custGeom>
              <a:rect b="b" l="l" r="r" t="t"/>
              <a:pathLst>
                <a:path extrusionOk="0" h="39990" w="49279">
                  <a:moveTo>
                    <a:pt x="7997" y="1"/>
                  </a:moveTo>
                  <a:cubicBezTo>
                    <a:pt x="3580" y="1"/>
                    <a:pt x="0" y="3580"/>
                    <a:pt x="0" y="7995"/>
                  </a:cubicBezTo>
                  <a:lnTo>
                    <a:pt x="0" y="31993"/>
                  </a:lnTo>
                  <a:cubicBezTo>
                    <a:pt x="0" y="36409"/>
                    <a:pt x="3580" y="39989"/>
                    <a:pt x="7997" y="39989"/>
                  </a:cubicBezTo>
                  <a:lnTo>
                    <a:pt x="41282" y="39989"/>
                  </a:lnTo>
                  <a:cubicBezTo>
                    <a:pt x="45697" y="39989"/>
                    <a:pt x="49277" y="36409"/>
                    <a:pt x="49277" y="31993"/>
                  </a:cubicBezTo>
                  <a:lnTo>
                    <a:pt x="49277" y="7995"/>
                  </a:lnTo>
                  <a:cubicBezTo>
                    <a:pt x="49278" y="3580"/>
                    <a:pt x="45697" y="1"/>
                    <a:pt x="41282"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6" name="Google Shape;4906;p61"/>
            <p:cNvSpPr/>
            <p:nvPr/>
          </p:nvSpPr>
          <p:spPr>
            <a:xfrm>
              <a:off x="2718685" y="2660136"/>
              <a:ext cx="17919" cy="17919"/>
            </a:xfrm>
            <a:custGeom>
              <a:rect b="b" l="l" r="r" t="t"/>
              <a:pathLst>
                <a:path extrusionOk="0" h="3373" w="3373">
                  <a:moveTo>
                    <a:pt x="1687" y="0"/>
                  </a:moveTo>
                  <a:cubicBezTo>
                    <a:pt x="755" y="0"/>
                    <a:pt x="1" y="754"/>
                    <a:pt x="1" y="1687"/>
                  </a:cubicBezTo>
                  <a:cubicBezTo>
                    <a:pt x="1" y="2619"/>
                    <a:pt x="755" y="3373"/>
                    <a:pt x="1687" y="3373"/>
                  </a:cubicBezTo>
                  <a:cubicBezTo>
                    <a:pt x="2618" y="3373"/>
                    <a:pt x="3372" y="2617"/>
                    <a:pt x="3372" y="1687"/>
                  </a:cubicBezTo>
                  <a:cubicBezTo>
                    <a:pt x="3372" y="754"/>
                    <a:pt x="2618"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7" name="Google Shape;4907;p61"/>
            <p:cNvSpPr/>
            <p:nvPr/>
          </p:nvSpPr>
          <p:spPr>
            <a:xfrm>
              <a:off x="3062128" y="2660136"/>
              <a:ext cx="17924" cy="17919"/>
            </a:xfrm>
            <a:custGeom>
              <a:rect b="b" l="l" r="r" t="t"/>
              <a:pathLst>
                <a:path extrusionOk="0" h="3373" w="3374">
                  <a:moveTo>
                    <a:pt x="1687" y="0"/>
                  </a:moveTo>
                  <a:cubicBezTo>
                    <a:pt x="755" y="0"/>
                    <a:pt x="0" y="754"/>
                    <a:pt x="0" y="1687"/>
                  </a:cubicBezTo>
                  <a:cubicBezTo>
                    <a:pt x="0" y="2619"/>
                    <a:pt x="755" y="3373"/>
                    <a:pt x="1687" y="3373"/>
                  </a:cubicBezTo>
                  <a:cubicBezTo>
                    <a:pt x="2619" y="3370"/>
                    <a:pt x="3373" y="2617"/>
                    <a:pt x="3373" y="1687"/>
                  </a:cubicBezTo>
                  <a:cubicBezTo>
                    <a:pt x="3373" y="754"/>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8" name="Google Shape;4908;p61"/>
            <p:cNvSpPr/>
            <p:nvPr/>
          </p:nvSpPr>
          <p:spPr>
            <a:xfrm>
              <a:off x="2375226" y="2660136"/>
              <a:ext cx="17924" cy="17919"/>
            </a:xfrm>
            <a:custGeom>
              <a:rect b="b" l="l" r="r" t="t"/>
              <a:pathLst>
                <a:path extrusionOk="0" h="3373" w="3374">
                  <a:moveTo>
                    <a:pt x="1687" y="0"/>
                  </a:moveTo>
                  <a:cubicBezTo>
                    <a:pt x="755" y="0"/>
                    <a:pt x="1" y="754"/>
                    <a:pt x="1" y="1687"/>
                  </a:cubicBezTo>
                  <a:cubicBezTo>
                    <a:pt x="1" y="2619"/>
                    <a:pt x="755" y="3373"/>
                    <a:pt x="1687" y="3373"/>
                  </a:cubicBezTo>
                  <a:cubicBezTo>
                    <a:pt x="2619" y="3370"/>
                    <a:pt x="3374" y="2617"/>
                    <a:pt x="3374" y="1687"/>
                  </a:cubicBezTo>
                  <a:cubicBezTo>
                    <a:pt x="3374" y="754"/>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9" name="Google Shape;4909;p61"/>
            <p:cNvSpPr/>
            <p:nvPr/>
          </p:nvSpPr>
          <p:spPr>
            <a:xfrm>
              <a:off x="2718685" y="2756878"/>
              <a:ext cx="17919" cy="17919"/>
            </a:xfrm>
            <a:custGeom>
              <a:rect b="b" l="l" r="r" t="t"/>
              <a:pathLst>
                <a:path extrusionOk="0" h="3373" w="3373">
                  <a:moveTo>
                    <a:pt x="1687" y="1"/>
                  </a:moveTo>
                  <a:cubicBezTo>
                    <a:pt x="755" y="1"/>
                    <a:pt x="1" y="754"/>
                    <a:pt x="1" y="1686"/>
                  </a:cubicBezTo>
                  <a:cubicBezTo>
                    <a:pt x="1" y="2618"/>
                    <a:pt x="755" y="3372"/>
                    <a:pt x="1687" y="3372"/>
                  </a:cubicBezTo>
                  <a:cubicBezTo>
                    <a:pt x="2618" y="3372"/>
                    <a:pt x="3372" y="2616"/>
                    <a:pt x="3372" y="1686"/>
                  </a:cubicBezTo>
                  <a:cubicBezTo>
                    <a:pt x="3372" y="754"/>
                    <a:pt x="2618"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0" name="Google Shape;4910;p61"/>
            <p:cNvSpPr/>
            <p:nvPr/>
          </p:nvSpPr>
          <p:spPr>
            <a:xfrm>
              <a:off x="2777509" y="2756878"/>
              <a:ext cx="17914" cy="17919"/>
            </a:xfrm>
            <a:custGeom>
              <a:rect b="b" l="l" r="r" t="t"/>
              <a:pathLst>
                <a:path extrusionOk="0" h="3373" w="3372">
                  <a:moveTo>
                    <a:pt x="1685" y="1"/>
                  </a:moveTo>
                  <a:cubicBezTo>
                    <a:pt x="753" y="1"/>
                    <a:pt x="0" y="754"/>
                    <a:pt x="0" y="1686"/>
                  </a:cubicBezTo>
                  <a:cubicBezTo>
                    <a:pt x="0" y="2618"/>
                    <a:pt x="753" y="3372"/>
                    <a:pt x="1685" y="3372"/>
                  </a:cubicBezTo>
                  <a:cubicBezTo>
                    <a:pt x="2617" y="3372"/>
                    <a:pt x="3372" y="2616"/>
                    <a:pt x="3372" y="1686"/>
                  </a:cubicBezTo>
                  <a:cubicBezTo>
                    <a:pt x="3372" y="754"/>
                    <a:pt x="2617" y="1"/>
                    <a:pt x="1685"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1" name="Google Shape;4911;p61"/>
            <p:cNvSpPr/>
            <p:nvPr/>
          </p:nvSpPr>
          <p:spPr>
            <a:xfrm>
              <a:off x="2659856" y="2756878"/>
              <a:ext cx="17914" cy="17919"/>
            </a:xfrm>
            <a:custGeom>
              <a:rect b="b" l="l" r="r" t="t"/>
              <a:pathLst>
                <a:path extrusionOk="0" h="3373" w="3372">
                  <a:moveTo>
                    <a:pt x="1687" y="1"/>
                  </a:moveTo>
                  <a:cubicBezTo>
                    <a:pt x="755" y="1"/>
                    <a:pt x="1" y="754"/>
                    <a:pt x="1" y="1686"/>
                  </a:cubicBezTo>
                  <a:cubicBezTo>
                    <a:pt x="1" y="2618"/>
                    <a:pt x="755" y="3372"/>
                    <a:pt x="1687" y="3372"/>
                  </a:cubicBezTo>
                  <a:cubicBezTo>
                    <a:pt x="2619" y="3372"/>
                    <a:pt x="3372" y="2616"/>
                    <a:pt x="3372" y="1686"/>
                  </a:cubicBezTo>
                  <a:cubicBezTo>
                    <a:pt x="3372" y="754"/>
                    <a:pt x="2619"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2" name="Google Shape;4912;p61"/>
            <p:cNvSpPr/>
            <p:nvPr/>
          </p:nvSpPr>
          <p:spPr>
            <a:xfrm>
              <a:off x="2301024" y="2533889"/>
              <a:ext cx="163753" cy="1291"/>
            </a:xfrm>
            <a:custGeom>
              <a:rect b="b" l="l" r="r" t="t"/>
              <a:pathLst>
                <a:path extrusionOk="0" h="243" w="30824">
                  <a:moveTo>
                    <a:pt x="121" y="1"/>
                  </a:moveTo>
                  <a:cubicBezTo>
                    <a:pt x="55" y="1"/>
                    <a:pt x="0" y="55"/>
                    <a:pt x="0" y="121"/>
                  </a:cubicBezTo>
                  <a:cubicBezTo>
                    <a:pt x="0" y="187"/>
                    <a:pt x="55" y="243"/>
                    <a:pt x="121" y="243"/>
                  </a:cubicBezTo>
                  <a:lnTo>
                    <a:pt x="30703" y="243"/>
                  </a:lnTo>
                  <a:cubicBezTo>
                    <a:pt x="30769" y="243"/>
                    <a:pt x="30823" y="187"/>
                    <a:pt x="30823" y="121"/>
                  </a:cubicBezTo>
                  <a:cubicBezTo>
                    <a:pt x="30823" y="55"/>
                    <a:pt x="30767" y="1"/>
                    <a:pt x="307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3" name="Google Shape;4913;p61"/>
            <p:cNvSpPr/>
            <p:nvPr/>
          </p:nvSpPr>
          <p:spPr>
            <a:xfrm>
              <a:off x="2644918" y="2533889"/>
              <a:ext cx="163747" cy="1291"/>
            </a:xfrm>
            <a:custGeom>
              <a:rect b="b" l="l" r="r" t="t"/>
              <a:pathLst>
                <a:path extrusionOk="0" h="243" w="30823">
                  <a:moveTo>
                    <a:pt x="121" y="1"/>
                  </a:moveTo>
                  <a:cubicBezTo>
                    <a:pt x="55" y="1"/>
                    <a:pt x="0" y="55"/>
                    <a:pt x="0" y="121"/>
                  </a:cubicBezTo>
                  <a:cubicBezTo>
                    <a:pt x="0" y="187"/>
                    <a:pt x="55" y="243"/>
                    <a:pt x="121" y="243"/>
                  </a:cubicBezTo>
                  <a:lnTo>
                    <a:pt x="30701" y="243"/>
                  </a:lnTo>
                  <a:cubicBezTo>
                    <a:pt x="30769" y="243"/>
                    <a:pt x="30823" y="187"/>
                    <a:pt x="30823" y="121"/>
                  </a:cubicBezTo>
                  <a:cubicBezTo>
                    <a:pt x="30823" y="55"/>
                    <a:pt x="30767" y="1"/>
                    <a:pt x="307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4" name="Google Shape;4914;p61"/>
            <p:cNvSpPr/>
            <p:nvPr/>
          </p:nvSpPr>
          <p:spPr>
            <a:xfrm>
              <a:off x="2990071" y="2533889"/>
              <a:ext cx="163753" cy="1291"/>
            </a:xfrm>
            <a:custGeom>
              <a:rect b="b" l="l" r="r" t="t"/>
              <a:pathLst>
                <a:path extrusionOk="0" h="243" w="30824">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5" name="Google Shape;4915;p61"/>
            <p:cNvSpPr/>
            <p:nvPr/>
          </p:nvSpPr>
          <p:spPr>
            <a:xfrm>
              <a:off x="2644918" y="3256825"/>
              <a:ext cx="163758" cy="1291"/>
            </a:xfrm>
            <a:custGeom>
              <a:rect b="b" l="l" r="r" t="t"/>
              <a:pathLst>
                <a:path extrusionOk="0" h="243" w="30825">
                  <a:moveTo>
                    <a:pt x="121" y="0"/>
                  </a:moveTo>
                  <a:cubicBezTo>
                    <a:pt x="55" y="0"/>
                    <a:pt x="0" y="55"/>
                    <a:pt x="0" y="122"/>
                  </a:cubicBezTo>
                  <a:cubicBezTo>
                    <a:pt x="0" y="188"/>
                    <a:pt x="55" y="242"/>
                    <a:pt x="121" y="242"/>
                  </a:cubicBezTo>
                  <a:lnTo>
                    <a:pt x="30701" y="242"/>
                  </a:lnTo>
                  <a:cubicBezTo>
                    <a:pt x="30769" y="242"/>
                    <a:pt x="30824" y="190"/>
                    <a:pt x="30823" y="122"/>
                  </a:cubicBezTo>
                  <a:cubicBezTo>
                    <a:pt x="30823" y="56"/>
                    <a:pt x="30767" y="0"/>
                    <a:pt x="3070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6" name="Google Shape;4916;p61"/>
            <p:cNvSpPr/>
            <p:nvPr/>
          </p:nvSpPr>
          <p:spPr>
            <a:xfrm>
              <a:off x="2301427" y="3256825"/>
              <a:ext cx="163758" cy="1291"/>
            </a:xfrm>
            <a:custGeom>
              <a:rect b="b" l="l" r="r" t="t"/>
              <a:pathLst>
                <a:path extrusionOk="0" h="243" w="30825">
                  <a:moveTo>
                    <a:pt x="123" y="0"/>
                  </a:moveTo>
                  <a:cubicBezTo>
                    <a:pt x="57" y="0"/>
                    <a:pt x="1" y="55"/>
                    <a:pt x="1" y="122"/>
                  </a:cubicBezTo>
                  <a:cubicBezTo>
                    <a:pt x="1" y="188"/>
                    <a:pt x="57" y="242"/>
                    <a:pt x="123" y="242"/>
                  </a:cubicBezTo>
                  <a:lnTo>
                    <a:pt x="30702" y="242"/>
                  </a:lnTo>
                  <a:cubicBezTo>
                    <a:pt x="30771" y="242"/>
                    <a:pt x="30825" y="190"/>
                    <a:pt x="30823" y="122"/>
                  </a:cubicBezTo>
                  <a:cubicBezTo>
                    <a:pt x="30823" y="56"/>
                    <a:pt x="30769" y="0"/>
                    <a:pt x="3070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7" name="Google Shape;4917;p61"/>
            <p:cNvSpPr/>
            <p:nvPr/>
          </p:nvSpPr>
          <p:spPr>
            <a:xfrm>
              <a:off x="2990102" y="3256847"/>
              <a:ext cx="163753" cy="1291"/>
            </a:xfrm>
            <a:custGeom>
              <a:rect b="b" l="l" r="r" t="t"/>
              <a:pathLst>
                <a:path extrusionOk="0" h="243" w="30824">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8" name="Google Shape;4918;p61"/>
            <p:cNvSpPr/>
            <p:nvPr/>
          </p:nvSpPr>
          <p:spPr>
            <a:xfrm>
              <a:off x="2833559" y="2761962"/>
              <a:ext cx="248503" cy="268106"/>
            </a:xfrm>
            <a:custGeom>
              <a:rect b="b" l="l" r="r" t="t"/>
              <a:pathLst>
                <a:path extrusionOk="0" h="50467" w="46777">
                  <a:moveTo>
                    <a:pt x="1" y="1"/>
                  </a:moveTo>
                  <a:lnTo>
                    <a:pt x="1" y="1458"/>
                  </a:lnTo>
                  <a:lnTo>
                    <a:pt x="21544" y="1458"/>
                  </a:lnTo>
                  <a:cubicBezTo>
                    <a:pt x="34653" y="1458"/>
                    <a:pt x="45320" y="12123"/>
                    <a:pt x="45320" y="25233"/>
                  </a:cubicBezTo>
                  <a:cubicBezTo>
                    <a:pt x="45320" y="38344"/>
                    <a:pt x="34653" y="49009"/>
                    <a:pt x="21544" y="49009"/>
                  </a:cubicBezTo>
                  <a:lnTo>
                    <a:pt x="1" y="49009"/>
                  </a:lnTo>
                  <a:lnTo>
                    <a:pt x="1" y="50466"/>
                  </a:lnTo>
                  <a:lnTo>
                    <a:pt x="21544" y="50466"/>
                  </a:lnTo>
                  <a:cubicBezTo>
                    <a:pt x="35457" y="50466"/>
                    <a:pt x="46776" y="39146"/>
                    <a:pt x="46776" y="25233"/>
                  </a:cubicBezTo>
                  <a:cubicBezTo>
                    <a:pt x="46776" y="11322"/>
                    <a:pt x="35457" y="1"/>
                    <a:pt x="21544" y="1"/>
                  </a:cubicBezTo>
                  <a:close/>
                </a:path>
              </a:pathLst>
            </a:custGeom>
            <a:solidFill>
              <a:srgbClr val="9697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2" name="Shape 4922"/>
        <p:cNvGrpSpPr/>
        <p:nvPr/>
      </p:nvGrpSpPr>
      <p:grpSpPr>
        <a:xfrm>
          <a:off x="0" y="0"/>
          <a:ext cx="0" cy="0"/>
          <a:chOff x="0" y="0"/>
          <a:chExt cx="0" cy="0"/>
        </a:xfrm>
      </p:grpSpPr>
      <p:grpSp>
        <p:nvGrpSpPr>
          <p:cNvPr id="4923" name="Google Shape;4923;p62"/>
          <p:cNvGrpSpPr/>
          <p:nvPr/>
        </p:nvGrpSpPr>
        <p:grpSpPr>
          <a:xfrm>
            <a:off x="3339744" y="952977"/>
            <a:ext cx="2363393" cy="1017867"/>
            <a:chOff x="3292400" y="1219146"/>
            <a:chExt cx="2615240" cy="1110239"/>
          </a:xfrm>
        </p:grpSpPr>
        <p:sp>
          <p:nvSpPr>
            <p:cNvPr id="4924" name="Google Shape;4924;p62"/>
            <p:cNvSpPr/>
            <p:nvPr/>
          </p:nvSpPr>
          <p:spPr>
            <a:xfrm>
              <a:off x="3292400" y="1845763"/>
              <a:ext cx="370500" cy="478500"/>
            </a:xfrm>
            <a:prstGeom prst="round2DiagRect">
              <a:avLst>
                <a:gd fmla="val 16667" name="adj1"/>
                <a:gd fmla="val 0" name="adj2"/>
              </a:avLst>
            </a:prstGeom>
            <a:solidFill>
              <a:srgbClr val="ABBCC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200">
                <a:solidFill>
                  <a:srgbClr val="FFFFFF"/>
                </a:solidFill>
              </a:endParaRPr>
            </a:p>
          </p:txBody>
        </p:sp>
        <p:sp>
          <p:nvSpPr>
            <p:cNvPr id="4925" name="Google Shape;4925;p62"/>
            <p:cNvSpPr/>
            <p:nvPr/>
          </p:nvSpPr>
          <p:spPr>
            <a:xfrm>
              <a:off x="3292400" y="1314860"/>
              <a:ext cx="370500" cy="478500"/>
            </a:xfrm>
            <a:prstGeom prst="round2DiagRect">
              <a:avLst>
                <a:gd fmla="val 16667" name="adj1"/>
                <a:gd fmla="val 0" name="adj2"/>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4926" name="Google Shape;4926;p62"/>
            <p:cNvSpPr txBox="1"/>
            <p:nvPr/>
          </p:nvSpPr>
          <p:spPr>
            <a:xfrm flipH="1">
              <a:off x="3678794" y="1219157"/>
              <a:ext cx="3705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200">
                  <a:solidFill>
                    <a:srgbClr val="FFFFFF"/>
                  </a:solidFill>
                </a:rPr>
                <a:t>JANUARY</a:t>
              </a:r>
              <a:endParaRPr sz="200">
                <a:solidFill>
                  <a:srgbClr val="FFFFFF"/>
                </a:solidFill>
              </a:endParaRPr>
            </a:p>
          </p:txBody>
        </p:sp>
        <p:sp>
          <p:nvSpPr>
            <p:cNvPr id="4927" name="Google Shape;4927;p62"/>
            <p:cNvSpPr txBox="1"/>
            <p:nvPr/>
          </p:nvSpPr>
          <p:spPr>
            <a:xfrm flipH="1">
              <a:off x="4051671" y="1219146"/>
              <a:ext cx="4014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200">
                  <a:solidFill>
                    <a:srgbClr val="FFFFFF"/>
                  </a:solidFill>
                </a:rPr>
                <a:t>FEBRUARY</a:t>
              </a:r>
              <a:endParaRPr sz="200">
                <a:solidFill>
                  <a:srgbClr val="FFFFFF"/>
                </a:solidFill>
              </a:endParaRPr>
            </a:p>
          </p:txBody>
        </p:sp>
        <p:sp>
          <p:nvSpPr>
            <p:cNvPr id="4928" name="Google Shape;4928;p62"/>
            <p:cNvSpPr txBox="1"/>
            <p:nvPr/>
          </p:nvSpPr>
          <p:spPr>
            <a:xfrm flipH="1">
              <a:off x="4453057" y="1219146"/>
              <a:ext cx="3480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200">
                  <a:solidFill>
                    <a:srgbClr val="FFFFFF"/>
                  </a:solidFill>
                </a:rPr>
                <a:t>MARCH</a:t>
              </a:r>
              <a:endParaRPr sz="200">
                <a:solidFill>
                  <a:srgbClr val="FFFFFF"/>
                </a:solidFill>
              </a:endParaRPr>
            </a:p>
          </p:txBody>
        </p:sp>
        <p:sp>
          <p:nvSpPr>
            <p:cNvPr id="4929" name="Google Shape;4929;p62"/>
            <p:cNvSpPr txBox="1"/>
            <p:nvPr/>
          </p:nvSpPr>
          <p:spPr>
            <a:xfrm flipH="1">
              <a:off x="4831790" y="1219155"/>
              <a:ext cx="3132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200">
                  <a:solidFill>
                    <a:srgbClr val="FFFFFF"/>
                  </a:solidFill>
                </a:rPr>
                <a:t>APRIL</a:t>
              </a:r>
              <a:endParaRPr sz="200">
                <a:solidFill>
                  <a:srgbClr val="FFFFFF"/>
                </a:solidFill>
              </a:endParaRPr>
            </a:p>
          </p:txBody>
        </p:sp>
        <p:sp>
          <p:nvSpPr>
            <p:cNvPr id="4930" name="Google Shape;4930;p62"/>
            <p:cNvSpPr txBox="1"/>
            <p:nvPr/>
          </p:nvSpPr>
          <p:spPr>
            <a:xfrm flipH="1">
              <a:off x="5186134" y="1219155"/>
              <a:ext cx="3132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200">
                  <a:solidFill>
                    <a:srgbClr val="FFFFFF"/>
                  </a:solidFill>
                </a:rPr>
                <a:t>MAY</a:t>
              </a:r>
              <a:endParaRPr sz="200">
                <a:solidFill>
                  <a:srgbClr val="FFFFFF"/>
                </a:solidFill>
              </a:endParaRPr>
            </a:p>
          </p:txBody>
        </p:sp>
        <p:sp>
          <p:nvSpPr>
            <p:cNvPr id="4931" name="Google Shape;4931;p62"/>
            <p:cNvSpPr txBox="1"/>
            <p:nvPr/>
          </p:nvSpPr>
          <p:spPr>
            <a:xfrm flipH="1">
              <a:off x="5562148" y="1219155"/>
              <a:ext cx="3132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200">
                  <a:solidFill>
                    <a:srgbClr val="FFFFFF"/>
                  </a:solidFill>
                </a:rPr>
                <a:t>JUNE</a:t>
              </a:r>
              <a:endParaRPr sz="200">
                <a:solidFill>
                  <a:srgbClr val="FFFFFF"/>
                </a:solidFill>
              </a:endParaRPr>
            </a:p>
          </p:txBody>
        </p:sp>
        <p:sp>
          <p:nvSpPr>
            <p:cNvPr id="4932" name="Google Shape;4932;p62"/>
            <p:cNvSpPr txBox="1"/>
            <p:nvPr/>
          </p:nvSpPr>
          <p:spPr>
            <a:xfrm flipH="1">
              <a:off x="3338153" y="1379250"/>
              <a:ext cx="279000" cy="96600"/>
            </a:xfrm>
            <a:prstGeom prst="rect">
              <a:avLst/>
            </a:prstGeom>
            <a:noFill/>
            <a:ln>
              <a:noFill/>
            </a:ln>
          </p:spPr>
          <p:txBody>
            <a:bodyPr anchorCtr="0" anchor="t" bIns="0" lIns="0" spcFirstLastPara="1" rIns="0" wrap="square" tIns="0">
              <a:noAutofit/>
            </a:bodyPr>
            <a:lstStyle/>
            <a:p>
              <a:pPr indent="0" lvl="0" marL="0" rtl="0" algn="r">
                <a:spcBef>
                  <a:spcPts val="0"/>
                </a:spcBef>
                <a:spcAft>
                  <a:spcPts val="1600"/>
                </a:spcAft>
                <a:buNone/>
              </a:pPr>
              <a:r>
                <a:rPr lang="en" sz="200">
                  <a:solidFill>
                    <a:srgbClr val="FFFFFF"/>
                  </a:solidFill>
                </a:rPr>
                <a:t>PHASE 1</a:t>
              </a:r>
              <a:endParaRPr sz="200">
                <a:solidFill>
                  <a:srgbClr val="FFFFFF"/>
                </a:solidFill>
              </a:endParaRPr>
            </a:p>
          </p:txBody>
        </p:sp>
        <p:sp>
          <p:nvSpPr>
            <p:cNvPr id="4933" name="Google Shape;4933;p62"/>
            <p:cNvSpPr txBox="1"/>
            <p:nvPr/>
          </p:nvSpPr>
          <p:spPr>
            <a:xfrm flipH="1">
              <a:off x="3338156" y="1902299"/>
              <a:ext cx="279000" cy="96600"/>
            </a:xfrm>
            <a:prstGeom prst="rect">
              <a:avLst/>
            </a:prstGeom>
            <a:noFill/>
            <a:ln>
              <a:noFill/>
            </a:ln>
          </p:spPr>
          <p:txBody>
            <a:bodyPr anchorCtr="0" anchor="t" bIns="0" lIns="0" spcFirstLastPara="1" rIns="0" wrap="square" tIns="0">
              <a:noAutofit/>
            </a:bodyPr>
            <a:lstStyle/>
            <a:p>
              <a:pPr indent="0" lvl="0" marL="0" rtl="0" algn="r">
                <a:spcBef>
                  <a:spcPts val="0"/>
                </a:spcBef>
                <a:spcAft>
                  <a:spcPts val="1600"/>
                </a:spcAft>
                <a:buNone/>
              </a:pPr>
              <a:r>
                <a:rPr lang="en" sz="200">
                  <a:solidFill>
                    <a:srgbClr val="FFFFFF"/>
                  </a:solidFill>
                </a:rPr>
                <a:t>PHASE 2</a:t>
              </a:r>
              <a:endParaRPr sz="200">
                <a:solidFill>
                  <a:srgbClr val="FFFFFF"/>
                </a:solidFill>
              </a:endParaRPr>
            </a:p>
          </p:txBody>
        </p:sp>
        <p:sp>
          <p:nvSpPr>
            <p:cNvPr id="4934" name="Google Shape;4934;p62"/>
            <p:cNvSpPr txBox="1"/>
            <p:nvPr/>
          </p:nvSpPr>
          <p:spPr>
            <a:xfrm flipH="1">
              <a:off x="3344522" y="1537172"/>
              <a:ext cx="262200" cy="966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n" sz="200">
                  <a:solidFill>
                    <a:srgbClr val="FFFFFF"/>
                  </a:solidFill>
                </a:rPr>
                <a:t>Task 1</a:t>
              </a:r>
              <a:endParaRPr sz="200">
                <a:solidFill>
                  <a:srgbClr val="FFFFFF"/>
                </a:solidFill>
              </a:endParaRPr>
            </a:p>
          </p:txBody>
        </p:sp>
        <p:sp>
          <p:nvSpPr>
            <p:cNvPr id="4935" name="Google Shape;4935;p62"/>
            <p:cNvSpPr txBox="1"/>
            <p:nvPr/>
          </p:nvSpPr>
          <p:spPr>
            <a:xfrm flipH="1">
              <a:off x="3344522" y="1713877"/>
              <a:ext cx="262200" cy="966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n" sz="200">
                  <a:solidFill>
                    <a:srgbClr val="FFFFFF"/>
                  </a:solidFill>
                </a:rPr>
                <a:t>Task 2</a:t>
              </a:r>
              <a:endParaRPr sz="200">
                <a:solidFill>
                  <a:srgbClr val="FFFFFF"/>
                </a:solidFill>
              </a:endParaRPr>
            </a:p>
          </p:txBody>
        </p:sp>
        <p:sp>
          <p:nvSpPr>
            <p:cNvPr id="4936" name="Google Shape;4936;p62"/>
            <p:cNvSpPr txBox="1"/>
            <p:nvPr/>
          </p:nvSpPr>
          <p:spPr>
            <a:xfrm flipH="1">
              <a:off x="3344522" y="2079003"/>
              <a:ext cx="262200" cy="966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n" sz="200">
                  <a:solidFill>
                    <a:srgbClr val="FFFFFF"/>
                  </a:solidFill>
                </a:rPr>
                <a:t>Task 1</a:t>
              </a:r>
              <a:endParaRPr sz="200">
                <a:solidFill>
                  <a:srgbClr val="FFFFFF"/>
                </a:solidFill>
              </a:endParaRPr>
            </a:p>
          </p:txBody>
        </p:sp>
        <p:sp>
          <p:nvSpPr>
            <p:cNvPr id="4937" name="Google Shape;4937;p62"/>
            <p:cNvSpPr txBox="1"/>
            <p:nvPr/>
          </p:nvSpPr>
          <p:spPr>
            <a:xfrm flipH="1">
              <a:off x="3344527" y="2246885"/>
              <a:ext cx="262200" cy="825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n" sz="200">
                  <a:solidFill>
                    <a:srgbClr val="FFFFFF"/>
                  </a:solidFill>
                </a:rPr>
                <a:t>Task 2</a:t>
              </a:r>
              <a:endParaRPr sz="200">
                <a:solidFill>
                  <a:srgbClr val="FFFFFF"/>
                </a:solidFill>
              </a:endParaRPr>
            </a:p>
          </p:txBody>
        </p:sp>
        <p:grpSp>
          <p:nvGrpSpPr>
            <p:cNvPr id="4938" name="Google Shape;4938;p62"/>
            <p:cNvGrpSpPr/>
            <p:nvPr/>
          </p:nvGrpSpPr>
          <p:grpSpPr>
            <a:xfrm>
              <a:off x="3748438" y="1378608"/>
              <a:ext cx="2159202" cy="903971"/>
              <a:chOff x="1683525" y="2179850"/>
              <a:chExt cx="4519050" cy="2134525"/>
            </a:xfrm>
          </p:grpSpPr>
          <p:sp>
            <p:nvSpPr>
              <p:cNvPr id="4939" name="Google Shape;4939;p62"/>
              <p:cNvSpPr/>
              <p:nvPr/>
            </p:nvSpPr>
            <p:spPr>
              <a:xfrm>
                <a:off x="1683525" y="2179850"/>
                <a:ext cx="4519050" cy="53925"/>
              </a:xfrm>
              <a:custGeom>
                <a:rect b="b" l="l" r="r" t="t"/>
                <a:pathLst>
                  <a:path extrusionOk="0" h="2157" w="180762">
                    <a:moveTo>
                      <a:pt x="1072" y="1"/>
                    </a:moveTo>
                    <a:cubicBezTo>
                      <a:pt x="477" y="1"/>
                      <a:pt x="1" y="477"/>
                      <a:pt x="1" y="1073"/>
                    </a:cubicBezTo>
                    <a:cubicBezTo>
                      <a:pt x="1" y="1668"/>
                      <a:pt x="477" y="2156"/>
                      <a:pt x="1072" y="2156"/>
                    </a:cubicBezTo>
                    <a:lnTo>
                      <a:pt x="179678" y="2156"/>
                    </a:lnTo>
                    <a:cubicBezTo>
                      <a:pt x="180273" y="2156"/>
                      <a:pt x="180761" y="1668"/>
                      <a:pt x="180761" y="1073"/>
                    </a:cubicBezTo>
                    <a:cubicBezTo>
                      <a:pt x="180761" y="477"/>
                      <a:pt x="180273" y="1"/>
                      <a:pt x="179678" y="1"/>
                    </a:cubicBezTo>
                    <a:close/>
                  </a:path>
                </a:pathLst>
              </a:custGeom>
              <a:solidFill>
                <a:srgbClr val="7994A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4940" name="Google Shape;4940;p62"/>
              <p:cNvSpPr/>
              <p:nvPr/>
            </p:nvSpPr>
            <p:spPr>
              <a:xfrm>
                <a:off x="1683525" y="2595975"/>
                <a:ext cx="4519050" cy="53900"/>
              </a:xfrm>
              <a:custGeom>
                <a:rect b="b" l="l" r="r" t="t"/>
                <a:pathLst>
                  <a:path extrusionOk="0" h="2156" w="180762">
                    <a:moveTo>
                      <a:pt x="1072" y="1"/>
                    </a:moveTo>
                    <a:cubicBezTo>
                      <a:pt x="477" y="1"/>
                      <a:pt x="1" y="489"/>
                      <a:pt x="1" y="1084"/>
                    </a:cubicBezTo>
                    <a:cubicBezTo>
                      <a:pt x="1" y="1668"/>
                      <a:pt x="477" y="2156"/>
                      <a:pt x="1072" y="2156"/>
                    </a:cubicBezTo>
                    <a:lnTo>
                      <a:pt x="179678" y="2156"/>
                    </a:lnTo>
                    <a:cubicBezTo>
                      <a:pt x="180273" y="2156"/>
                      <a:pt x="180761" y="1668"/>
                      <a:pt x="180761" y="1084"/>
                    </a:cubicBezTo>
                    <a:cubicBezTo>
                      <a:pt x="180761" y="489"/>
                      <a:pt x="180273" y="1"/>
                      <a:pt x="179678" y="1"/>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4941" name="Google Shape;4941;p62"/>
              <p:cNvSpPr/>
              <p:nvPr/>
            </p:nvSpPr>
            <p:spPr>
              <a:xfrm>
                <a:off x="1683525" y="3012100"/>
                <a:ext cx="4519050" cy="53900"/>
              </a:xfrm>
              <a:custGeom>
                <a:rect b="b" l="l" r="r" t="t"/>
                <a:pathLst>
                  <a:path extrusionOk="0" h="2156" w="180762">
                    <a:moveTo>
                      <a:pt x="1072" y="1"/>
                    </a:moveTo>
                    <a:cubicBezTo>
                      <a:pt x="477" y="1"/>
                      <a:pt x="1" y="489"/>
                      <a:pt x="1" y="1084"/>
                    </a:cubicBezTo>
                    <a:cubicBezTo>
                      <a:pt x="1" y="1680"/>
                      <a:pt x="477" y="2156"/>
                      <a:pt x="1072" y="2156"/>
                    </a:cubicBezTo>
                    <a:lnTo>
                      <a:pt x="179678" y="2156"/>
                    </a:lnTo>
                    <a:cubicBezTo>
                      <a:pt x="180273" y="2156"/>
                      <a:pt x="180761" y="1668"/>
                      <a:pt x="180761" y="1072"/>
                    </a:cubicBezTo>
                    <a:cubicBezTo>
                      <a:pt x="180761" y="477"/>
                      <a:pt x="180273" y="1"/>
                      <a:pt x="179678" y="1"/>
                    </a:cubicBezTo>
                    <a:close/>
                  </a:path>
                </a:pathLst>
              </a:custGeom>
              <a:solidFill>
                <a:srgbClr val="7994A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4942" name="Google Shape;4942;p62"/>
              <p:cNvSpPr/>
              <p:nvPr/>
            </p:nvSpPr>
            <p:spPr>
              <a:xfrm>
                <a:off x="1683525" y="3428225"/>
                <a:ext cx="4519050" cy="53900"/>
              </a:xfrm>
              <a:custGeom>
                <a:rect b="b" l="l" r="r" t="t"/>
                <a:pathLst>
                  <a:path extrusionOk="0" h="2156" w="180762">
                    <a:moveTo>
                      <a:pt x="1072" y="1"/>
                    </a:moveTo>
                    <a:cubicBezTo>
                      <a:pt x="477" y="1"/>
                      <a:pt x="1" y="489"/>
                      <a:pt x="1" y="1084"/>
                    </a:cubicBezTo>
                    <a:cubicBezTo>
                      <a:pt x="1" y="1679"/>
                      <a:pt x="477" y="2156"/>
                      <a:pt x="1072" y="2156"/>
                    </a:cubicBezTo>
                    <a:lnTo>
                      <a:pt x="179678" y="2156"/>
                    </a:lnTo>
                    <a:cubicBezTo>
                      <a:pt x="180273" y="2156"/>
                      <a:pt x="180761" y="1679"/>
                      <a:pt x="180761" y="1084"/>
                    </a:cubicBezTo>
                    <a:cubicBezTo>
                      <a:pt x="180761" y="489"/>
                      <a:pt x="180273" y="1"/>
                      <a:pt x="179678" y="1"/>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4943" name="Google Shape;4943;p62"/>
              <p:cNvSpPr/>
              <p:nvPr/>
            </p:nvSpPr>
            <p:spPr>
              <a:xfrm>
                <a:off x="1683525" y="3844350"/>
                <a:ext cx="4519050" cy="53900"/>
              </a:xfrm>
              <a:custGeom>
                <a:rect b="b" l="l" r="r" t="t"/>
                <a:pathLst>
                  <a:path extrusionOk="0" h="2156" w="180762">
                    <a:moveTo>
                      <a:pt x="548" y="1"/>
                    </a:moveTo>
                    <a:cubicBezTo>
                      <a:pt x="251" y="1"/>
                      <a:pt x="1" y="251"/>
                      <a:pt x="1" y="560"/>
                    </a:cubicBezTo>
                    <a:lnTo>
                      <a:pt x="1" y="1608"/>
                    </a:lnTo>
                    <a:cubicBezTo>
                      <a:pt x="1" y="1917"/>
                      <a:pt x="251" y="2156"/>
                      <a:pt x="548" y="2156"/>
                    </a:cubicBezTo>
                    <a:lnTo>
                      <a:pt x="180202" y="2156"/>
                    </a:lnTo>
                    <a:cubicBezTo>
                      <a:pt x="180511" y="2156"/>
                      <a:pt x="180761" y="1917"/>
                      <a:pt x="180761" y="1608"/>
                    </a:cubicBezTo>
                    <a:lnTo>
                      <a:pt x="180761" y="560"/>
                    </a:lnTo>
                    <a:cubicBezTo>
                      <a:pt x="180761" y="251"/>
                      <a:pt x="180511" y="1"/>
                      <a:pt x="180202" y="1"/>
                    </a:cubicBezTo>
                    <a:close/>
                  </a:path>
                </a:pathLst>
              </a:custGeom>
              <a:solidFill>
                <a:srgbClr val="7994A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4944" name="Google Shape;4944;p62"/>
              <p:cNvSpPr/>
              <p:nvPr/>
            </p:nvSpPr>
            <p:spPr>
              <a:xfrm>
                <a:off x="1683525" y="4260475"/>
                <a:ext cx="4519050" cy="53900"/>
              </a:xfrm>
              <a:custGeom>
                <a:rect b="b" l="l" r="r" t="t"/>
                <a:pathLst>
                  <a:path extrusionOk="0" h="2156" w="180762">
                    <a:moveTo>
                      <a:pt x="1072" y="0"/>
                    </a:moveTo>
                    <a:cubicBezTo>
                      <a:pt x="477" y="0"/>
                      <a:pt x="1" y="489"/>
                      <a:pt x="1" y="1084"/>
                    </a:cubicBezTo>
                    <a:cubicBezTo>
                      <a:pt x="1" y="1679"/>
                      <a:pt x="477" y="2156"/>
                      <a:pt x="1072" y="2156"/>
                    </a:cubicBezTo>
                    <a:lnTo>
                      <a:pt x="179678" y="2156"/>
                    </a:lnTo>
                    <a:cubicBezTo>
                      <a:pt x="180273" y="2156"/>
                      <a:pt x="180761" y="1679"/>
                      <a:pt x="180761" y="1084"/>
                    </a:cubicBezTo>
                    <a:cubicBezTo>
                      <a:pt x="180761" y="489"/>
                      <a:pt x="180273" y="0"/>
                      <a:pt x="179678"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4945" name="Google Shape;4945;p62"/>
              <p:cNvSpPr/>
              <p:nvPr/>
            </p:nvSpPr>
            <p:spPr>
              <a:xfrm>
                <a:off x="1683525" y="2179850"/>
                <a:ext cx="921275" cy="53925"/>
              </a:xfrm>
              <a:custGeom>
                <a:rect b="b" l="l" r="r" t="t"/>
                <a:pathLst>
                  <a:path extrusionOk="0" h="2157" w="36851">
                    <a:moveTo>
                      <a:pt x="1072" y="1"/>
                    </a:moveTo>
                    <a:cubicBezTo>
                      <a:pt x="477" y="1"/>
                      <a:pt x="1" y="477"/>
                      <a:pt x="1" y="1073"/>
                    </a:cubicBezTo>
                    <a:cubicBezTo>
                      <a:pt x="1" y="1668"/>
                      <a:pt x="477" y="2156"/>
                      <a:pt x="1072" y="2156"/>
                    </a:cubicBezTo>
                    <a:lnTo>
                      <a:pt x="35767" y="2156"/>
                    </a:lnTo>
                    <a:cubicBezTo>
                      <a:pt x="36362" y="2156"/>
                      <a:pt x="36851" y="1668"/>
                      <a:pt x="36851" y="1073"/>
                    </a:cubicBezTo>
                    <a:cubicBezTo>
                      <a:pt x="36851" y="477"/>
                      <a:pt x="36362" y="1"/>
                      <a:pt x="35767"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4946" name="Google Shape;4946;p62"/>
              <p:cNvSpPr/>
              <p:nvPr/>
            </p:nvSpPr>
            <p:spPr>
              <a:xfrm>
                <a:off x="2166625" y="2595975"/>
                <a:ext cx="2036900" cy="53900"/>
              </a:xfrm>
              <a:custGeom>
                <a:rect b="b" l="l" r="r" t="t"/>
                <a:pathLst>
                  <a:path extrusionOk="0" h="2156" w="81476">
                    <a:moveTo>
                      <a:pt x="1084" y="1"/>
                    </a:moveTo>
                    <a:cubicBezTo>
                      <a:pt x="489" y="1"/>
                      <a:pt x="1" y="489"/>
                      <a:pt x="1" y="1084"/>
                    </a:cubicBezTo>
                    <a:cubicBezTo>
                      <a:pt x="1" y="1668"/>
                      <a:pt x="489" y="2156"/>
                      <a:pt x="1084" y="2156"/>
                    </a:cubicBezTo>
                    <a:lnTo>
                      <a:pt x="80392" y="2156"/>
                    </a:lnTo>
                    <a:cubicBezTo>
                      <a:pt x="80987" y="2156"/>
                      <a:pt x="81475" y="1668"/>
                      <a:pt x="81475" y="1084"/>
                    </a:cubicBezTo>
                    <a:cubicBezTo>
                      <a:pt x="81475" y="489"/>
                      <a:pt x="80987" y="1"/>
                      <a:pt x="80392" y="1"/>
                    </a:cubicBezTo>
                    <a:close/>
                  </a:path>
                </a:pathLst>
              </a:custGeom>
              <a:solidFill>
                <a:srgbClr val="D7DFE5">
                  <a:alpha val="659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4947" name="Google Shape;4947;p62"/>
              <p:cNvSpPr/>
              <p:nvPr/>
            </p:nvSpPr>
            <p:spPr>
              <a:xfrm>
                <a:off x="2808675" y="3012100"/>
                <a:ext cx="1082000" cy="53900"/>
              </a:xfrm>
              <a:custGeom>
                <a:rect b="b" l="l" r="r" t="t"/>
                <a:pathLst>
                  <a:path extrusionOk="0" h="2156" w="43280">
                    <a:moveTo>
                      <a:pt x="1072" y="1"/>
                    </a:moveTo>
                    <a:cubicBezTo>
                      <a:pt x="477" y="1"/>
                      <a:pt x="0" y="477"/>
                      <a:pt x="0" y="1072"/>
                    </a:cubicBezTo>
                    <a:cubicBezTo>
                      <a:pt x="0" y="1668"/>
                      <a:pt x="477" y="2156"/>
                      <a:pt x="1072" y="2156"/>
                    </a:cubicBezTo>
                    <a:lnTo>
                      <a:pt x="42196" y="2156"/>
                    </a:lnTo>
                    <a:cubicBezTo>
                      <a:pt x="42791" y="2156"/>
                      <a:pt x="43280" y="1668"/>
                      <a:pt x="43280" y="1072"/>
                    </a:cubicBezTo>
                    <a:cubicBezTo>
                      <a:pt x="43280" y="477"/>
                      <a:pt x="42791" y="1"/>
                      <a:pt x="4219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4948" name="Google Shape;4948;p62"/>
              <p:cNvSpPr/>
              <p:nvPr/>
            </p:nvSpPr>
            <p:spPr>
              <a:xfrm>
                <a:off x="2942925" y="3428225"/>
                <a:ext cx="2044925" cy="53900"/>
              </a:xfrm>
              <a:custGeom>
                <a:rect b="b" l="l" r="r" t="t"/>
                <a:pathLst>
                  <a:path extrusionOk="0" h="2156" w="81797">
                    <a:moveTo>
                      <a:pt x="1084" y="1"/>
                    </a:moveTo>
                    <a:cubicBezTo>
                      <a:pt x="488" y="1"/>
                      <a:pt x="0" y="489"/>
                      <a:pt x="12" y="1084"/>
                    </a:cubicBezTo>
                    <a:cubicBezTo>
                      <a:pt x="12" y="1679"/>
                      <a:pt x="488" y="2156"/>
                      <a:pt x="1084" y="2156"/>
                    </a:cubicBezTo>
                    <a:lnTo>
                      <a:pt x="80713" y="2156"/>
                    </a:lnTo>
                    <a:cubicBezTo>
                      <a:pt x="81308" y="2156"/>
                      <a:pt x="81796" y="1679"/>
                      <a:pt x="81796" y="1084"/>
                    </a:cubicBezTo>
                    <a:cubicBezTo>
                      <a:pt x="81796" y="489"/>
                      <a:pt x="81308" y="1"/>
                      <a:pt x="80713" y="1"/>
                    </a:cubicBezTo>
                    <a:close/>
                  </a:path>
                </a:pathLst>
              </a:custGeom>
              <a:solidFill>
                <a:srgbClr val="D7DFE5">
                  <a:alpha val="659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4949" name="Google Shape;4949;p62"/>
              <p:cNvSpPr/>
              <p:nvPr/>
            </p:nvSpPr>
            <p:spPr>
              <a:xfrm>
                <a:off x="3933825" y="3844350"/>
                <a:ext cx="1650825" cy="53900"/>
              </a:xfrm>
              <a:custGeom>
                <a:rect b="b" l="l" r="r" t="t"/>
                <a:pathLst>
                  <a:path extrusionOk="0" h="2156" w="66033">
                    <a:moveTo>
                      <a:pt x="548" y="1"/>
                    </a:moveTo>
                    <a:cubicBezTo>
                      <a:pt x="238" y="1"/>
                      <a:pt x="0" y="251"/>
                      <a:pt x="0" y="560"/>
                    </a:cubicBezTo>
                    <a:lnTo>
                      <a:pt x="0" y="1608"/>
                    </a:lnTo>
                    <a:cubicBezTo>
                      <a:pt x="0" y="1917"/>
                      <a:pt x="238" y="2156"/>
                      <a:pt x="548" y="2156"/>
                    </a:cubicBezTo>
                    <a:lnTo>
                      <a:pt x="65472" y="2156"/>
                    </a:lnTo>
                    <a:cubicBezTo>
                      <a:pt x="65782" y="2156"/>
                      <a:pt x="66032" y="1917"/>
                      <a:pt x="66032" y="1608"/>
                    </a:cubicBezTo>
                    <a:lnTo>
                      <a:pt x="66032" y="560"/>
                    </a:lnTo>
                    <a:cubicBezTo>
                      <a:pt x="66032" y="251"/>
                      <a:pt x="65782" y="1"/>
                      <a:pt x="65472"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4950" name="Google Shape;4950;p62"/>
              <p:cNvSpPr/>
              <p:nvPr/>
            </p:nvSpPr>
            <p:spPr>
              <a:xfrm>
                <a:off x="5058950" y="4260775"/>
                <a:ext cx="1143625" cy="53600"/>
              </a:xfrm>
              <a:custGeom>
                <a:rect b="b" l="l" r="r" t="t"/>
                <a:pathLst>
                  <a:path extrusionOk="0" h="2144" w="45745">
                    <a:moveTo>
                      <a:pt x="1072" y="0"/>
                    </a:moveTo>
                    <a:cubicBezTo>
                      <a:pt x="477" y="0"/>
                      <a:pt x="1" y="477"/>
                      <a:pt x="1" y="1072"/>
                    </a:cubicBezTo>
                    <a:cubicBezTo>
                      <a:pt x="1" y="1667"/>
                      <a:pt x="477" y="2144"/>
                      <a:pt x="1072" y="2144"/>
                    </a:cubicBezTo>
                    <a:lnTo>
                      <a:pt x="44661" y="2144"/>
                    </a:lnTo>
                    <a:cubicBezTo>
                      <a:pt x="45256" y="2144"/>
                      <a:pt x="45744" y="1667"/>
                      <a:pt x="45744" y="1072"/>
                    </a:cubicBezTo>
                    <a:cubicBezTo>
                      <a:pt x="45744" y="477"/>
                      <a:pt x="45256" y="0"/>
                      <a:pt x="44661" y="0"/>
                    </a:cubicBezTo>
                    <a:close/>
                  </a:path>
                </a:pathLst>
              </a:custGeom>
              <a:solidFill>
                <a:srgbClr val="D7DFE5">
                  <a:alpha val="659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grpSp>
      </p:grpSp>
      <p:graphicFrame>
        <p:nvGraphicFramePr>
          <p:cNvPr id="4951" name="Google Shape;4951;p62"/>
          <p:cNvGraphicFramePr/>
          <p:nvPr/>
        </p:nvGraphicFramePr>
        <p:xfrm>
          <a:off x="5935838" y="2130450"/>
          <a:ext cx="3000000" cy="3000000"/>
        </p:xfrm>
        <a:graphic>
          <a:graphicData uri="http://schemas.openxmlformats.org/drawingml/2006/table">
            <a:tbl>
              <a:tblPr>
                <a:noFill/>
                <a:tableStyleId>{8B7C5FA5-025F-4A75-BC27-2797240D234A}</a:tableStyleId>
              </a:tblPr>
              <a:tblGrid>
                <a:gridCol w="622825"/>
                <a:gridCol w="622825"/>
                <a:gridCol w="622825"/>
                <a:gridCol w="622825"/>
              </a:tblGrid>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19050">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solid"/>
                      <a:round/>
                      <a:headEnd len="sm" w="sm" type="none"/>
                      <a:tailEnd len="sm" w="sm" type="none"/>
                    </a:lnT>
                    <a:lnB cap="flat" cmpd="sng" w="19050">
                      <a:solidFill>
                        <a:srgbClr val="E1E7EC"/>
                      </a:solidFill>
                      <a:prstDash val="dot"/>
                      <a:round/>
                      <a:headEnd len="sm" w="sm" type="none"/>
                      <a:tailEnd len="sm" w="sm" type="none"/>
                    </a:lnB>
                    <a:solidFill>
                      <a:srgbClr val="CFD9E0"/>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solid"/>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solid"/>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solid"/>
                      <a:round/>
                      <a:headEnd len="sm" w="sm" type="none"/>
                      <a:tailEnd len="sm" w="sm" type="none"/>
                    </a:lnT>
                    <a:lnB cap="flat" cmpd="sng" w="19050">
                      <a:solidFill>
                        <a:srgbClr val="E1E7EC"/>
                      </a:solidFill>
                      <a:prstDash val="dot"/>
                      <a:round/>
                      <a:headEnd len="sm" w="sm" type="none"/>
                      <a:tailEnd len="sm" w="sm" type="none"/>
                    </a:lnB>
                  </a:tcPr>
                </a:tc>
              </a:tr>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19050">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solidFill>
                      <a:srgbClr val="CFD9E0"/>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r>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19050">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solidFill>
                      <a:srgbClr val="E3E9ED"/>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solidFill>
                      <a:srgbClr val="869FB2"/>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r>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19050">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solidFill>
                      <a:srgbClr val="7994A9">
                        <a:alpha val="64709"/>
                      </a:srgbClr>
                    </a:solidFill>
                  </a:tcPr>
                </a:tc>
              </a:tr>
            </a:tbl>
          </a:graphicData>
        </a:graphic>
      </p:graphicFrame>
      <p:grpSp>
        <p:nvGrpSpPr>
          <p:cNvPr id="4952" name="Google Shape;4952;p62"/>
          <p:cNvGrpSpPr/>
          <p:nvPr/>
        </p:nvGrpSpPr>
        <p:grpSpPr>
          <a:xfrm>
            <a:off x="5913087" y="3189047"/>
            <a:ext cx="2519825" cy="1001454"/>
            <a:chOff x="1906114" y="789980"/>
            <a:chExt cx="1487676" cy="606868"/>
          </a:xfrm>
        </p:grpSpPr>
        <p:cxnSp>
          <p:nvCxnSpPr>
            <p:cNvPr id="4953" name="Google Shape;4953;p62"/>
            <p:cNvCxnSpPr/>
            <p:nvPr/>
          </p:nvCxnSpPr>
          <p:spPr>
            <a:xfrm rot="10800000">
              <a:off x="2109981" y="1180903"/>
              <a:ext cx="1280400" cy="0"/>
            </a:xfrm>
            <a:prstGeom prst="straightConnector1">
              <a:avLst/>
            </a:prstGeom>
            <a:noFill/>
            <a:ln cap="flat" cmpd="sng" w="9525">
              <a:solidFill>
                <a:srgbClr val="B3C3CE"/>
              </a:solidFill>
              <a:prstDash val="solid"/>
              <a:round/>
              <a:headEnd len="med" w="med" type="none"/>
              <a:tailEnd len="med" w="med" type="none"/>
            </a:ln>
          </p:spPr>
        </p:cxnSp>
        <p:cxnSp>
          <p:nvCxnSpPr>
            <p:cNvPr id="4954" name="Google Shape;4954;p62"/>
            <p:cNvCxnSpPr/>
            <p:nvPr/>
          </p:nvCxnSpPr>
          <p:spPr>
            <a:xfrm rot="10800000">
              <a:off x="2109981" y="985080"/>
              <a:ext cx="1280400" cy="0"/>
            </a:xfrm>
            <a:prstGeom prst="straightConnector1">
              <a:avLst/>
            </a:prstGeom>
            <a:noFill/>
            <a:ln cap="flat" cmpd="sng" w="9525">
              <a:solidFill>
                <a:srgbClr val="B3C3CE"/>
              </a:solidFill>
              <a:prstDash val="solid"/>
              <a:round/>
              <a:headEnd len="med" w="med" type="none"/>
              <a:tailEnd len="med" w="med" type="none"/>
            </a:ln>
          </p:spPr>
        </p:cxnSp>
        <p:cxnSp>
          <p:nvCxnSpPr>
            <p:cNvPr id="4955" name="Google Shape;4955;p62"/>
            <p:cNvCxnSpPr/>
            <p:nvPr/>
          </p:nvCxnSpPr>
          <p:spPr>
            <a:xfrm rot="10800000">
              <a:off x="2109981" y="1376729"/>
              <a:ext cx="1280400" cy="0"/>
            </a:xfrm>
            <a:prstGeom prst="straightConnector1">
              <a:avLst/>
            </a:prstGeom>
            <a:noFill/>
            <a:ln cap="flat" cmpd="sng" w="9525">
              <a:solidFill>
                <a:srgbClr val="B3C3CE"/>
              </a:solidFill>
              <a:prstDash val="solid"/>
              <a:round/>
              <a:headEnd len="med" w="med" type="none"/>
              <a:tailEnd len="med" w="med" type="none"/>
            </a:ln>
          </p:spPr>
        </p:cxnSp>
        <p:sp>
          <p:nvSpPr>
            <p:cNvPr id="4956" name="Google Shape;4956;p62"/>
            <p:cNvSpPr txBox="1"/>
            <p:nvPr/>
          </p:nvSpPr>
          <p:spPr>
            <a:xfrm flipH="1">
              <a:off x="2109710" y="789981"/>
              <a:ext cx="281100" cy="10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300">
                  <a:solidFill>
                    <a:srgbClr val="E3E9ED"/>
                  </a:solidFill>
                </a:rPr>
                <a:t>JANUARY</a:t>
              </a:r>
              <a:endParaRPr sz="300">
                <a:solidFill>
                  <a:srgbClr val="E3E9ED"/>
                </a:solidFill>
              </a:endParaRPr>
            </a:p>
          </p:txBody>
        </p:sp>
        <p:sp>
          <p:nvSpPr>
            <p:cNvPr id="4957" name="Google Shape;4957;p62"/>
            <p:cNvSpPr txBox="1"/>
            <p:nvPr/>
          </p:nvSpPr>
          <p:spPr>
            <a:xfrm flipH="1">
              <a:off x="2434275" y="789980"/>
              <a:ext cx="289200" cy="10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300">
                  <a:solidFill>
                    <a:srgbClr val="E3E9ED"/>
                  </a:solidFill>
                </a:rPr>
                <a:t>FEBRUARY</a:t>
              </a:r>
              <a:endParaRPr sz="300">
                <a:solidFill>
                  <a:srgbClr val="E3E9ED"/>
                </a:solidFill>
              </a:endParaRPr>
            </a:p>
          </p:txBody>
        </p:sp>
        <p:sp>
          <p:nvSpPr>
            <p:cNvPr id="4958" name="Google Shape;4958;p62"/>
            <p:cNvSpPr txBox="1"/>
            <p:nvPr/>
          </p:nvSpPr>
          <p:spPr>
            <a:xfrm flipH="1">
              <a:off x="2781049" y="789981"/>
              <a:ext cx="281100" cy="10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300">
                  <a:solidFill>
                    <a:srgbClr val="E3E9ED"/>
                  </a:solidFill>
                </a:rPr>
                <a:t>MARCH</a:t>
              </a:r>
              <a:endParaRPr sz="300">
                <a:solidFill>
                  <a:srgbClr val="E3E9ED"/>
                </a:solidFill>
              </a:endParaRPr>
            </a:p>
          </p:txBody>
        </p:sp>
        <p:sp>
          <p:nvSpPr>
            <p:cNvPr id="4959" name="Google Shape;4959;p62"/>
            <p:cNvSpPr txBox="1"/>
            <p:nvPr/>
          </p:nvSpPr>
          <p:spPr>
            <a:xfrm flipH="1">
              <a:off x="3112690" y="789981"/>
              <a:ext cx="281100" cy="10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300">
                  <a:solidFill>
                    <a:srgbClr val="E3E9ED"/>
                  </a:solidFill>
                </a:rPr>
                <a:t>APRIL</a:t>
              </a:r>
              <a:endParaRPr sz="300">
                <a:solidFill>
                  <a:srgbClr val="E3E9ED"/>
                </a:solidFill>
              </a:endParaRPr>
            </a:p>
          </p:txBody>
        </p:sp>
        <p:sp>
          <p:nvSpPr>
            <p:cNvPr id="4960" name="Google Shape;4960;p62"/>
            <p:cNvSpPr/>
            <p:nvPr/>
          </p:nvSpPr>
          <p:spPr>
            <a:xfrm>
              <a:off x="2105681" y="964326"/>
              <a:ext cx="289200" cy="426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1" name="Google Shape;4961;p62"/>
            <p:cNvSpPr/>
            <p:nvPr/>
          </p:nvSpPr>
          <p:spPr>
            <a:xfrm>
              <a:off x="2109515" y="1159286"/>
              <a:ext cx="280200" cy="426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2" name="Google Shape;4962;p62"/>
            <p:cNvSpPr/>
            <p:nvPr/>
          </p:nvSpPr>
          <p:spPr>
            <a:xfrm>
              <a:off x="2753389" y="1353677"/>
              <a:ext cx="325500" cy="426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3" name="Google Shape;4963;p62"/>
            <p:cNvSpPr/>
            <p:nvPr/>
          </p:nvSpPr>
          <p:spPr>
            <a:xfrm>
              <a:off x="2105681" y="1159287"/>
              <a:ext cx="289200" cy="426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4" name="Google Shape;4964;p62"/>
            <p:cNvSpPr/>
            <p:nvPr/>
          </p:nvSpPr>
          <p:spPr>
            <a:xfrm>
              <a:off x="2412005" y="1354248"/>
              <a:ext cx="325500" cy="426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5" name="Google Shape;4965;p62"/>
            <p:cNvSpPr/>
            <p:nvPr/>
          </p:nvSpPr>
          <p:spPr>
            <a:xfrm>
              <a:off x="2410087" y="964961"/>
              <a:ext cx="325500" cy="426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6" name="Google Shape;4966;p62"/>
            <p:cNvSpPr txBox="1"/>
            <p:nvPr/>
          </p:nvSpPr>
          <p:spPr>
            <a:xfrm flipH="1">
              <a:off x="1906114" y="918164"/>
              <a:ext cx="203400" cy="106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1600"/>
                </a:spcAft>
                <a:buNone/>
              </a:pPr>
              <a:r>
                <a:rPr lang="en" sz="300">
                  <a:solidFill>
                    <a:srgbClr val="E3E9ED"/>
                  </a:solidFill>
                </a:rPr>
                <a:t>PHASE 1</a:t>
              </a:r>
              <a:endParaRPr sz="300">
                <a:solidFill>
                  <a:srgbClr val="E3E9ED"/>
                </a:solidFill>
              </a:endParaRPr>
            </a:p>
          </p:txBody>
        </p:sp>
        <p:sp>
          <p:nvSpPr>
            <p:cNvPr id="4967" name="Google Shape;4967;p62"/>
            <p:cNvSpPr txBox="1"/>
            <p:nvPr/>
          </p:nvSpPr>
          <p:spPr>
            <a:xfrm flipH="1">
              <a:off x="1919618" y="1113390"/>
              <a:ext cx="189900" cy="912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lang="en" sz="300">
                  <a:solidFill>
                    <a:srgbClr val="E3E9ED"/>
                  </a:solidFill>
                </a:rPr>
                <a:t>Task 1</a:t>
              </a:r>
              <a:endParaRPr sz="300">
                <a:solidFill>
                  <a:srgbClr val="E3E9ED"/>
                </a:solidFill>
              </a:endParaRPr>
            </a:p>
          </p:txBody>
        </p:sp>
        <p:sp>
          <p:nvSpPr>
            <p:cNvPr id="4968" name="Google Shape;4968;p62"/>
            <p:cNvSpPr txBox="1"/>
            <p:nvPr/>
          </p:nvSpPr>
          <p:spPr>
            <a:xfrm flipH="1">
              <a:off x="1906118" y="1304527"/>
              <a:ext cx="203400" cy="912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lang="en" sz="300">
                  <a:solidFill>
                    <a:srgbClr val="E3E9ED"/>
                  </a:solidFill>
                </a:rPr>
                <a:t>Task 2</a:t>
              </a:r>
              <a:endParaRPr sz="300">
                <a:solidFill>
                  <a:srgbClr val="E3E9ED"/>
                </a:solidFill>
              </a:endParaRPr>
            </a:p>
          </p:txBody>
        </p:sp>
        <p:sp>
          <p:nvSpPr>
            <p:cNvPr id="4969" name="Google Shape;4969;p62"/>
            <p:cNvSpPr/>
            <p:nvPr/>
          </p:nvSpPr>
          <p:spPr>
            <a:xfrm>
              <a:off x="2750975" y="964961"/>
              <a:ext cx="325500" cy="426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70" name="Google Shape;4970;p62"/>
          <p:cNvGrpSpPr/>
          <p:nvPr/>
        </p:nvGrpSpPr>
        <p:grpSpPr>
          <a:xfrm>
            <a:off x="712562" y="998005"/>
            <a:ext cx="2394370" cy="976502"/>
            <a:chOff x="749309" y="1112739"/>
            <a:chExt cx="2371603" cy="976502"/>
          </a:xfrm>
        </p:grpSpPr>
        <p:sp>
          <p:nvSpPr>
            <p:cNvPr id="4971" name="Google Shape;4971;p62"/>
            <p:cNvSpPr/>
            <p:nvPr/>
          </p:nvSpPr>
          <p:spPr>
            <a:xfrm>
              <a:off x="1092126"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2" name="Google Shape;4972;p62"/>
            <p:cNvSpPr/>
            <p:nvPr/>
          </p:nvSpPr>
          <p:spPr>
            <a:xfrm>
              <a:off x="1434943"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3" name="Google Shape;4973;p62"/>
            <p:cNvSpPr/>
            <p:nvPr/>
          </p:nvSpPr>
          <p:spPr>
            <a:xfrm>
              <a:off x="1777760"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4" name="Google Shape;4974;p62"/>
            <p:cNvSpPr/>
            <p:nvPr/>
          </p:nvSpPr>
          <p:spPr>
            <a:xfrm>
              <a:off x="2120578"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5" name="Google Shape;4975;p62"/>
            <p:cNvSpPr/>
            <p:nvPr/>
          </p:nvSpPr>
          <p:spPr>
            <a:xfrm>
              <a:off x="2463395"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6" name="Google Shape;4976;p62"/>
            <p:cNvSpPr/>
            <p:nvPr/>
          </p:nvSpPr>
          <p:spPr>
            <a:xfrm>
              <a:off x="2806212"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7" name="Google Shape;4977;p62"/>
            <p:cNvSpPr/>
            <p:nvPr/>
          </p:nvSpPr>
          <p:spPr>
            <a:xfrm>
              <a:off x="749309" y="1362294"/>
              <a:ext cx="314700" cy="2268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8" name="Google Shape;4978;p62"/>
            <p:cNvSpPr/>
            <p:nvPr/>
          </p:nvSpPr>
          <p:spPr>
            <a:xfrm>
              <a:off x="1092126"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9" name="Google Shape;4979;p62"/>
            <p:cNvSpPr/>
            <p:nvPr/>
          </p:nvSpPr>
          <p:spPr>
            <a:xfrm>
              <a:off x="1434943"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0" name="Google Shape;4980;p62"/>
            <p:cNvSpPr/>
            <p:nvPr/>
          </p:nvSpPr>
          <p:spPr>
            <a:xfrm>
              <a:off x="1777760"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1" name="Google Shape;4981;p62"/>
            <p:cNvSpPr/>
            <p:nvPr/>
          </p:nvSpPr>
          <p:spPr>
            <a:xfrm>
              <a:off x="2120578"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2" name="Google Shape;4982;p62"/>
            <p:cNvSpPr/>
            <p:nvPr/>
          </p:nvSpPr>
          <p:spPr>
            <a:xfrm>
              <a:off x="2463395"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3" name="Google Shape;4983;p62"/>
            <p:cNvSpPr/>
            <p:nvPr/>
          </p:nvSpPr>
          <p:spPr>
            <a:xfrm>
              <a:off x="2806212"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4" name="Google Shape;4984;p62"/>
            <p:cNvSpPr/>
            <p:nvPr/>
          </p:nvSpPr>
          <p:spPr>
            <a:xfrm>
              <a:off x="749309" y="1611849"/>
              <a:ext cx="314700" cy="2268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5" name="Google Shape;4985;p62"/>
            <p:cNvSpPr/>
            <p:nvPr/>
          </p:nvSpPr>
          <p:spPr>
            <a:xfrm>
              <a:off x="1092126"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6" name="Google Shape;4986;p62"/>
            <p:cNvSpPr/>
            <p:nvPr/>
          </p:nvSpPr>
          <p:spPr>
            <a:xfrm>
              <a:off x="1434943"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7" name="Google Shape;4987;p62"/>
            <p:cNvSpPr/>
            <p:nvPr/>
          </p:nvSpPr>
          <p:spPr>
            <a:xfrm>
              <a:off x="1777760"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8" name="Google Shape;4988;p62"/>
            <p:cNvSpPr/>
            <p:nvPr/>
          </p:nvSpPr>
          <p:spPr>
            <a:xfrm>
              <a:off x="2120578"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9" name="Google Shape;4989;p62"/>
            <p:cNvSpPr/>
            <p:nvPr/>
          </p:nvSpPr>
          <p:spPr>
            <a:xfrm>
              <a:off x="2463395"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0" name="Google Shape;4990;p62"/>
            <p:cNvSpPr/>
            <p:nvPr/>
          </p:nvSpPr>
          <p:spPr>
            <a:xfrm>
              <a:off x="2806212"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1" name="Google Shape;4991;p62"/>
            <p:cNvSpPr/>
            <p:nvPr/>
          </p:nvSpPr>
          <p:spPr>
            <a:xfrm>
              <a:off x="749309" y="1861404"/>
              <a:ext cx="314700" cy="2268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2" name="Google Shape;4992;p62"/>
            <p:cNvSpPr/>
            <p:nvPr/>
          </p:nvSpPr>
          <p:spPr>
            <a:xfrm>
              <a:off x="1092126"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3" name="Google Shape;4993;p62"/>
            <p:cNvSpPr/>
            <p:nvPr/>
          </p:nvSpPr>
          <p:spPr>
            <a:xfrm>
              <a:off x="1434943"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4" name="Google Shape;4994;p62"/>
            <p:cNvSpPr/>
            <p:nvPr/>
          </p:nvSpPr>
          <p:spPr>
            <a:xfrm>
              <a:off x="1777760"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5" name="Google Shape;4995;p62"/>
            <p:cNvSpPr/>
            <p:nvPr/>
          </p:nvSpPr>
          <p:spPr>
            <a:xfrm>
              <a:off x="2120578"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6" name="Google Shape;4996;p62"/>
            <p:cNvSpPr/>
            <p:nvPr/>
          </p:nvSpPr>
          <p:spPr>
            <a:xfrm>
              <a:off x="2463395"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7" name="Google Shape;4997;p62"/>
            <p:cNvSpPr/>
            <p:nvPr/>
          </p:nvSpPr>
          <p:spPr>
            <a:xfrm>
              <a:off x="2806212"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8" name="Google Shape;4998;p62"/>
            <p:cNvSpPr/>
            <p:nvPr/>
          </p:nvSpPr>
          <p:spPr>
            <a:xfrm>
              <a:off x="749309" y="1112739"/>
              <a:ext cx="314700" cy="2268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9" name="Google Shape;4999;p62"/>
            <p:cNvSpPr/>
            <p:nvPr/>
          </p:nvSpPr>
          <p:spPr>
            <a:xfrm>
              <a:off x="1434877" y="1258345"/>
              <a:ext cx="16857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0" name="Google Shape;5000;p62"/>
            <p:cNvSpPr/>
            <p:nvPr/>
          </p:nvSpPr>
          <p:spPr>
            <a:xfrm>
              <a:off x="1777683" y="2010641"/>
              <a:ext cx="10002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1" name="Google Shape;5001;p62"/>
            <p:cNvSpPr/>
            <p:nvPr/>
          </p:nvSpPr>
          <p:spPr>
            <a:xfrm>
              <a:off x="1092070" y="1759876"/>
              <a:ext cx="6576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2" name="Google Shape;5002;p62"/>
            <p:cNvSpPr/>
            <p:nvPr/>
          </p:nvSpPr>
          <p:spPr>
            <a:xfrm>
              <a:off x="2463277" y="1759876"/>
              <a:ext cx="6576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aphicFrame>
        <p:nvGraphicFramePr>
          <p:cNvPr id="5003" name="Google Shape;5003;p62"/>
          <p:cNvGraphicFramePr/>
          <p:nvPr/>
        </p:nvGraphicFramePr>
        <p:xfrm>
          <a:off x="5935863" y="996300"/>
          <a:ext cx="3000000" cy="3000000"/>
        </p:xfrm>
        <a:graphic>
          <a:graphicData uri="http://schemas.openxmlformats.org/drawingml/2006/table">
            <a:tbl>
              <a:tblPr>
                <a:noFill/>
                <a:tableStyleId>{8B7C5FA5-025F-4A75-BC27-2797240D234A}</a:tableStyleId>
              </a:tblPr>
              <a:tblGrid>
                <a:gridCol w="622825"/>
                <a:gridCol w="622825"/>
                <a:gridCol w="622825"/>
                <a:gridCol w="622825"/>
              </a:tblGrid>
              <a:tr h="32547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r>
              <a:tr h="32547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r>
              <a:tr h="32547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r>
            </a:tbl>
          </a:graphicData>
        </a:graphic>
      </p:graphicFrame>
      <p:graphicFrame>
        <p:nvGraphicFramePr>
          <p:cNvPr id="5004" name="Google Shape;5004;p62"/>
          <p:cNvGraphicFramePr/>
          <p:nvPr/>
        </p:nvGraphicFramePr>
        <p:xfrm>
          <a:off x="3342575" y="2130450"/>
          <a:ext cx="3000000" cy="3000000"/>
        </p:xfrm>
        <a:graphic>
          <a:graphicData uri="http://schemas.openxmlformats.org/drawingml/2006/table">
            <a:tbl>
              <a:tblPr>
                <a:noFill/>
                <a:tableStyleId>{8B7C5FA5-025F-4A75-BC27-2797240D234A}</a:tableStyleId>
              </a:tblPr>
              <a:tblGrid>
                <a:gridCol w="590850"/>
                <a:gridCol w="590850"/>
                <a:gridCol w="590850"/>
                <a:gridCol w="590850"/>
              </a:tblGrid>
              <a:tr h="289525">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0E2A47"/>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9525">
                      <a:solidFill>
                        <a:srgbClr val="0E2A47"/>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19050">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5F819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19050">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5F819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19050">
                      <a:solidFill>
                        <a:srgbClr val="0E2A47"/>
                      </a:solidFill>
                      <a:prstDash val="solid"/>
                      <a:round/>
                      <a:headEnd len="sm" w="sm" type="none"/>
                      <a:tailEnd len="sm" w="sm" type="none"/>
                    </a:lnR>
                    <a:lnT cap="flat" cmpd="sng" w="19050">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5F8195"/>
                    </a:solidFill>
                  </a:tcPr>
                </a:tc>
              </a:tr>
              <a:tr h="28952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9525">
                      <a:solidFill>
                        <a:srgbClr val="0E2A47"/>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9525">
                      <a:solidFill>
                        <a:srgbClr val="0E2A47"/>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9525">
                      <a:solidFill>
                        <a:srgbClr val="0E2A47"/>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r>
              <a:tr h="28952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7994A9"/>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r>
            </a:tbl>
          </a:graphicData>
        </a:graphic>
      </p:graphicFrame>
      <p:grpSp>
        <p:nvGrpSpPr>
          <p:cNvPr id="5005" name="Google Shape;5005;p62"/>
          <p:cNvGrpSpPr/>
          <p:nvPr/>
        </p:nvGrpSpPr>
        <p:grpSpPr>
          <a:xfrm>
            <a:off x="4086504" y="2517093"/>
            <a:ext cx="1517436" cy="74460"/>
            <a:chOff x="3980086" y="2804397"/>
            <a:chExt cx="1227600" cy="66900"/>
          </a:xfrm>
        </p:grpSpPr>
        <p:sp>
          <p:nvSpPr>
            <p:cNvPr id="5006" name="Google Shape;5006;p62"/>
            <p:cNvSpPr/>
            <p:nvPr/>
          </p:nvSpPr>
          <p:spPr>
            <a:xfrm flipH="1" rot="5400000">
              <a:off x="4560736" y="2223904"/>
              <a:ext cx="66300" cy="1227600"/>
            </a:xfrm>
            <a:prstGeom prst="round2SameRect">
              <a:avLst>
                <a:gd fmla="val 50000" name="adj1"/>
                <a:gd fmla="val 50000" name="adj2"/>
              </a:avLst>
            </a:prstGeom>
            <a:solidFill>
              <a:srgbClr val="F4F6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7" name="Google Shape;5007;p62"/>
            <p:cNvSpPr/>
            <p:nvPr/>
          </p:nvSpPr>
          <p:spPr>
            <a:xfrm flipH="1" rot="5400000">
              <a:off x="4086125" y="2698647"/>
              <a:ext cx="66900" cy="278400"/>
            </a:xfrm>
            <a:prstGeom prst="round2SameRect">
              <a:avLst>
                <a:gd fmla="val 50000" name="adj1"/>
                <a:gd fmla="val 50000" name="adj2"/>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08" name="Google Shape;5008;p62"/>
          <p:cNvGrpSpPr/>
          <p:nvPr/>
        </p:nvGrpSpPr>
        <p:grpSpPr>
          <a:xfrm>
            <a:off x="4711569" y="2809680"/>
            <a:ext cx="892956" cy="74460"/>
            <a:chOff x="3980086" y="2804397"/>
            <a:chExt cx="1227600" cy="66900"/>
          </a:xfrm>
        </p:grpSpPr>
        <p:sp>
          <p:nvSpPr>
            <p:cNvPr id="5009" name="Google Shape;5009;p62"/>
            <p:cNvSpPr/>
            <p:nvPr/>
          </p:nvSpPr>
          <p:spPr>
            <a:xfrm flipH="1" rot="5400000">
              <a:off x="4560736" y="2223904"/>
              <a:ext cx="66300" cy="1227600"/>
            </a:xfrm>
            <a:prstGeom prst="round2SameRect">
              <a:avLst>
                <a:gd fmla="val 50000" name="adj1"/>
                <a:gd fmla="val 50000" name="adj2"/>
              </a:avLst>
            </a:prstGeom>
            <a:solidFill>
              <a:srgbClr val="F4F6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0" name="Google Shape;5010;p62"/>
            <p:cNvSpPr/>
            <p:nvPr/>
          </p:nvSpPr>
          <p:spPr>
            <a:xfrm flipH="1" rot="5400000">
              <a:off x="4086125" y="2698647"/>
              <a:ext cx="66900" cy="278400"/>
            </a:xfrm>
            <a:prstGeom prst="round2SameRect">
              <a:avLst>
                <a:gd fmla="val 50000" name="adj1"/>
                <a:gd fmla="val 50000" name="adj2"/>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11" name="Google Shape;5011;p62"/>
          <p:cNvGrpSpPr/>
          <p:nvPr/>
        </p:nvGrpSpPr>
        <p:grpSpPr>
          <a:xfrm>
            <a:off x="3344661" y="3168563"/>
            <a:ext cx="2363244" cy="1005943"/>
            <a:chOff x="3358415" y="3361302"/>
            <a:chExt cx="2363244" cy="1024695"/>
          </a:xfrm>
        </p:grpSpPr>
        <p:grpSp>
          <p:nvGrpSpPr>
            <p:cNvPr id="5012" name="Google Shape;5012;p62"/>
            <p:cNvGrpSpPr/>
            <p:nvPr/>
          </p:nvGrpSpPr>
          <p:grpSpPr>
            <a:xfrm>
              <a:off x="3358415" y="3361302"/>
              <a:ext cx="441300" cy="1024695"/>
              <a:chOff x="3358415" y="3361302"/>
              <a:chExt cx="441300" cy="1024695"/>
            </a:xfrm>
          </p:grpSpPr>
          <p:sp>
            <p:nvSpPr>
              <p:cNvPr id="5013" name="Google Shape;5013;p62"/>
              <p:cNvSpPr/>
              <p:nvPr/>
            </p:nvSpPr>
            <p:spPr>
              <a:xfrm>
                <a:off x="3358415"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4" name="Google Shape;5014;p62"/>
              <p:cNvSpPr/>
              <p:nvPr/>
            </p:nvSpPr>
            <p:spPr>
              <a:xfrm>
                <a:off x="3358415"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5" name="Google Shape;5015;p62"/>
              <p:cNvSpPr/>
              <p:nvPr/>
            </p:nvSpPr>
            <p:spPr>
              <a:xfrm>
                <a:off x="3358415"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6" name="Google Shape;5016;p62"/>
              <p:cNvSpPr/>
              <p:nvPr/>
            </p:nvSpPr>
            <p:spPr>
              <a:xfrm>
                <a:off x="3358415"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7" name="Google Shape;5017;p62"/>
              <p:cNvSpPr/>
              <p:nvPr/>
            </p:nvSpPr>
            <p:spPr>
              <a:xfrm>
                <a:off x="3358415"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8" name="Google Shape;5018;p62"/>
              <p:cNvSpPr/>
              <p:nvPr/>
            </p:nvSpPr>
            <p:spPr>
              <a:xfrm>
                <a:off x="3358415"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19" name="Google Shape;5019;p62"/>
            <p:cNvGrpSpPr/>
            <p:nvPr/>
          </p:nvGrpSpPr>
          <p:grpSpPr>
            <a:xfrm>
              <a:off x="3838901" y="3361302"/>
              <a:ext cx="441300" cy="1024695"/>
              <a:chOff x="3838901" y="3361302"/>
              <a:chExt cx="441300" cy="1024695"/>
            </a:xfrm>
          </p:grpSpPr>
          <p:sp>
            <p:nvSpPr>
              <p:cNvPr id="5020" name="Google Shape;5020;p62"/>
              <p:cNvSpPr/>
              <p:nvPr/>
            </p:nvSpPr>
            <p:spPr>
              <a:xfrm>
                <a:off x="3838901"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1" name="Google Shape;5021;p62"/>
              <p:cNvSpPr/>
              <p:nvPr/>
            </p:nvSpPr>
            <p:spPr>
              <a:xfrm>
                <a:off x="3838901"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2" name="Google Shape;5022;p62"/>
              <p:cNvSpPr/>
              <p:nvPr/>
            </p:nvSpPr>
            <p:spPr>
              <a:xfrm>
                <a:off x="3838901"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3" name="Google Shape;5023;p62"/>
              <p:cNvSpPr/>
              <p:nvPr/>
            </p:nvSpPr>
            <p:spPr>
              <a:xfrm>
                <a:off x="3838901"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4" name="Google Shape;5024;p62"/>
              <p:cNvSpPr/>
              <p:nvPr/>
            </p:nvSpPr>
            <p:spPr>
              <a:xfrm>
                <a:off x="3838901"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5" name="Google Shape;5025;p62"/>
              <p:cNvSpPr/>
              <p:nvPr/>
            </p:nvSpPr>
            <p:spPr>
              <a:xfrm>
                <a:off x="3838901"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26" name="Google Shape;5026;p62"/>
            <p:cNvGrpSpPr/>
            <p:nvPr/>
          </p:nvGrpSpPr>
          <p:grpSpPr>
            <a:xfrm>
              <a:off x="4319387" y="3361302"/>
              <a:ext cx="441300" cy="1024695"/>
              <a:chOff x="4319387" y="3361302"/>
              <a:chExt cx="441300" cy="1024695"/>
            </a:xfrm>
          </p:grpSpPr>
          <p:sp>
            <p:nvSpPr>
              <p:cNvPr id="5027" name="Google Shape;5027;p62"/>
              <p:cNvSpPr/>
              <p:nvPr/>
            </p:nvSpPr>
            <p:spPr>
              <a:xfrm>
                <a:off x="4319387"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8" name="Google Shape;5028;p62"/>
              <p:cNvSpPr/>
              <p:nvPr/>
            </p:nvSpPr>
            <p:spPr>
              <a:xfrm>
                <a:off x="4319387"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9" name="Google Shape;5029;p62"/>
              <p:cNvSpPr/>
              <p:nvPr/>
            </p:nvSpPr>
            <p:spPr>
              <a:xfrm>
                <a:off x="4319387"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0" name="Google Shape;5030;p62"/>
              <p:cNvSpPr/>
              <p:nvPr/>
            </p:nvSpPr>
            <p:spPr>
              <a:xfrm>
                <a:off x="4319387"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1" name="Google Shape;5031;p62"/>
              <p:cNvSpPr/>
              <p:nvPr/>
            </p:nvSpPr>
            <p:spPr>
              <a:xfrm>
                <a:off x="4319387"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2" name="Google Shape;5032;p62"/>
              <p:cNvSpPr/>
              <p:nvPr/>
            </p:nvSpPr>
            <p:spPr>
              <a:xfrm>
                <a:off x="4319387"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33" name="Google Shape;5033;p62"/>
            <p:cNvGrpSpPr/>
            <p:nvPr/>
          </p:nvGrpSpPr>
          <p:grpSpPr>
            <a:xfrm>
              <a:off x="4799873" y="3361302"/>
              <a:ext cx="441300" cy="1024695"/>
              <a:chOff x="4799873" y="3361302"/>
              <a:chExt cx="441300" cy="1024695"/>
            </a:xfrm>
          </p:grpSpPr>
          <p:sp>
            <p:nvSpPr>
              <p:cNvPr id="5034" name="Google Shape;5034;p62"/>
              <p:cNvSpPr/>
              <p:nvPr/>
            </p:nvSpPr>
            <p:spPr>
              <a:xfrm>
                <a:off x="4799873"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5" name="Google Shape;5035;p62"/>
              <p:cNvSpPr/>
              <p:nvPr/>
            </p:nvSpPr>
            <p:spPr>
              <a:xfrm>
                <a:off x="4799873"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6" name="Google Shape;5036;p62"/>
              <p:cNvSpPr/>
              <p:nvPr/>
            </p:nvSpPr>
            <p:spPr>
              <a:xfrm>
                <a:off x="4799873"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7" name="Google Shape;5037;p62"/>
              <p:cNvSpPr/>
              <p:nvPr/>
            </p:nvSpPr>
            <p:spPr>
              <a:xfrm>
                <a:off x="4799873"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8" name="Google Shape;5038;p62"/>
              <p:cNvSpPr/>
              <p:nvPr/>
            </p:nvSpPr>
            <p:spPr>
              <a:xfrm>
                <a:off x="4799873"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9" name="Google Shape;5039;p62"/>
              <p:cNvSpPr/>
              <p:nvPr/>
            </p:nvSpPr>
            <p:spPr>
              <a:xfrm>
                <a:off x="4799873"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40" name="Google Shape;5040;p62"/>
            <p:cNvGrpSpPr/>
            <p:nvPr/>
          </p:nvGrpSpPr>
          <p:grpSpPr>
            <a:xfrm>
              <a:off x="5280360" y="3361302"/>
              <a:ext cx="441300" cy="1024695"/>
              <a:chOff x="5280360" y="3361302"/>
              <a:chExt cx="441300" cy="1024695"/>
            </a:xfrm>
          </p:grpSpPr>
          <p:sp>
            <p:nvSpPr>
              <p:cNvPr id="5041" name="Google Shape;5041;p62"/>
              <p:cNvSpPr/>
              <p:nvPr/>
            </p:nvSpPr>
            <p:spPr>
              <a:xfrm>
                <a:off x="5280360"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2" name="Google Shape;5042;p62"/>
              <p:cNvSpPr/>
              <p:nvPr/>
            </p:nvSpPr>
            <p:spPr>
              <a:xfrm>
                <a:off x="5280360"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3" name="Google Shape;5043;p62"/>
              <p:cNvSpPr/>
              <p:nvPr/>
            </p:nvSpPr>
            <p:spPr>
              <a:xfrm>
                <a:off x="5280360"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4" name="Google Shape;5044;p62"/>
              <p:cNvSpPr/>
              <p:nvPr/>
            </p:nvSpPr>
            <p:spPr>
              <a:xfrm>
                <a:off x="5280360"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5" name="Google Shape;5045;p62"/>
              <p:cNvSpPr/>
              <p:nvPr/>
            </p:nvSpPr>
            <p:spPr>
              <a:xfrm>
                <a:off x="5280360"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6" name="Google Shape;5046;p62"/>
              <p:cNvSpPr/>
              <p:nvPr/>
            </p:nvSpPr>
            <p:spPr>
              <a:xfrm>
                <a:off x="5280360"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aphicFrame>
        <p:nvGraphicFramePr>
          <p:cNvPr id="5047" name="Google Shape;5047;p62"/>
          <p:cNvGraphicFramePr/>
          <p:nvPr/>
        </p:nvGraphicFramePr>
        <p:xfrm>
          <a:off x="711088" y="2130450"/>
          <a:ext cx="3000000" cy="3000000"/>
        </p:xfrm>
        <a:graphic>
          <a:graphicData uri="http://schemas.openxmlformats.org/drawingml/2006/table">
            <a:tbl>
              <a:tblPr>
                <a:noFill/>
                <a:tableStyleId>{8B7C5FA5-025F-4A75-BC27-2797240D234A}</a:tableStyleId>
              </a:tblPr>
              <a:tblGrid>
                <a:gridCol w="600900"/>
                <a:gridCol w="600900"/>
                <a:gridCol w="600900"/>
                <a:gridCol w="600900"/>
              </a:tblGrid>
              <a:tr h="293800">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5F819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5F819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5F8195"/>
                    </a:solidFill>
                  </a:tcPr>
                </a:tc>
              </a:tr>
              <a:tr h="293800">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r>
              <a:tr h="293800">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7994A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r>
            </a:tbl>
          </a:graphicData>
        </a:graphic>
      </p:graphicFrame>
      <p:grpSp>
        <p:nvGrpSpPr>
          <p:cNvPr id="5048" name="Google Shape;5048;p62"/>
          <p:cNvGrpSpPr/>
          <p:nvPr/>
        </p:nvGrpSpPr>
        <p:grpSpPr>
          <a:xfrm>
            <a:off x="712613" y="3180175"/>
            <a:ext cx="2403614" cy="1005900"/>
            <a:chOff x="726450" y="3372825"/>
            <a:chExt cx="2403614" cy="1005900"/>
          </a:xfrm>
        </p:grpSpPr>
        <p:grpSp>
          <p:nvGrpSpPr>
            <p:cNvPr id="5049" name="Google Shape;5049;p62"/>
            <p:cNvGrpSpPr/>
            <p:nvPr/>
          </p:nvGrpSpPr>
          <p:grpSpPr>
            <a:xfrm>
              <a:off x="726450" y="3696000"/>
              <a:ext cx="2403614" cy="500898"/>
              <a:chOff x="726450" y="3696000"/>
              <a:chExt cx="2403614" cy="500898"/>
            </a:xfrm>
          </p:grpSpPr>
          <p:sp>
            <p:nvSpPr>
              <p:cNvPr id="5050" name="Google Shape;5050;p62"/>
              <p:cNvSpPr/>
              <p:nvPr/>
            </p:nvSpPr>
            <p:spPr>
              <a:xfrm>
                <a:off x="726450" y="3696000"/>
                <a:ext cx="2403600" cy="167100"/>
              </a:xfrm>
              <a:prstGeom prst="rec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5051" name="Google Shape;5051;p62"/>
              <p:cNvSpPr/>
              <p:nvPr/>
            </p:nvSpPr>
            <p:spPr>
              <a:xfrm>
                <a:off x="726464" y="4029798"/>
                <a:ext cx="2403600" cy="167100"/>
              </a:xfrm>
              <a:prstGeom prst="rec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grpSp>
        <p:grpSp>
          <p:nvGrpSpPr>
            <p:cNvPr id="5052" name="Google Shape;5052;p62"/>
            <p:cNvGrpSpPr/>
            <p:nvPr/>
          </p:nvGrpSpPr>
          <p:grpSpPr>
            <a:xfrm>
              <a:off x="1348050" y="3372825"/>
              <a:ext cx="1720425" cy="1005900"/>
              <a:chOff x="1348050" y="3372825"/>
              <a:chExt cx="1720425" cy="1005900"/>
            </a:xfrm>
          </p:grpSpPr>
          <p:sp>
            <p:nvSpPr>
              <p:cNvPr id="5053" name="Google Shape;5053;p62"/>
              <p:cNvSpPr/>
              <p:nvPr/>
            </p:nvSpPr>
            <p:spPr>
              <a:xfrm>
                <a:off x="1348050"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5054" name="Google Shape;5054;p62"/>
              <p:cNvSpPr/>
              <p:nvPr/>
            </p:nvSpPr>
            <p:spPr>
              <a:xfrm>
                <a:off x="1701356"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5055" name="Google Shape;5055;p62"/>
              <p:cNvSpPr/>
              <p:nvPr/>
            </p:nvSpPr>
            <p:spPr>
              <a:xfrm>
                <a:off x="2054663"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5056" name="Google Shape;5056;p62"/>
              <p:cNvSpPr/>
              <p:nvPr/>
            </p:nvSpPr>
            <p:spPr>
              <a:xfrm>
                <a:off x="2407969"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5057" name="Google Shape;5057;p62"/>
              <p:cNvSpPr/>
              <p:nvPr/>
            </p:nvSpPr>
            <p:spPr>
              <a:xfrm>
                <a:off x="2761275"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grpSp>
        <p:grpSp>
          <p:nvGrpSpPr>
            <p:cNvPr id="5058" name="Google Shape;5058;p62"/>
            <p:cNvGrpSpPr/>
            <p:nvPr/>
          </p:nvGrpSpPr>
          <p:grpSpPr>
            <a:xfrm>
              <a:off x="1455707" y="3731058"/>
              <a:ext cx="1491150" cy="417657"/>
              <a:chOff x="1455707" y="3731058"/>
              <a:chExt cx="1491150" cy="417657"/>
            </a:xfrm>
          </p:grpSpPr>
          <p:grpSp>
            <p:nvGrpSpPr>
              <p:cNvPr id="5059" name="Google Shape;5059;p62"/>
              <p:cNvGrpSpPr/>
              <p:nvPr/>
            </p:nvGrpSpPr>
            <p:grpSpPr>
              <a:xfrm>
                <a:off x="1472938" y="3745828"/>
                <a:ext cx="72126" cy="53788"/>
                <a:chOff x="1472938" y="3745828"/>
                <a:chExt cx="72126" cy="53788"/>
              </a:xfrm>
            </p:grpSpPr>
            <p:sp>
              <p:nvSpPr>
                <p:cNvPr id="5060" name="Google Shape;5060;p62"/>
                <p:cNvSpPr/>
                <p:nvPr/>
              </p:nvSpPr>
              <p:spPr>
                <a:xfrm>
                  <a:off x="1472938" y="3763820"/>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1" name="Google Shape;5061;p62"/>
                <p:cNvSpPr/>
                <p:nvPr/>
              </p:nvSpPr>
              <p:spPr>
                <a:xfrm>
                  <a:off x="1490853" y="3745828"/>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62" name="Google Shape;5062;p62"/>
              <p:cNvGrpSpPr/>
              <p:nvPr/>
            </p:nvGrpSpPr>
            <p:grpSpPr>
              <a:xfrm>
                <a:off x="1819181" y="4089633"/>
                <a:ext cx="72126" cy="53788"/>
                <a:chOff x="1819181" y="4089633"/>
                <a:chExt cx="72126" cy="53788"/>
              </a:xfrm>
            </p:grpSpPr>
            <p:sp>
              <p:nvSpPr>
                <p:cNvPr id="5063" name="Google Shape;5063;p62"/>
                <p:cNvSpPr/>
                <p:nvPr/>
              </p:nvSpPr>
              <p:spPr>
                <a:xfrm>
                  <a:off x="1819181" y="4107625"/>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4" name="Google Shape;5064;p62"/>
                <p:cNvSpPr/>
                <p:nvPr/>
              </p:nvSpPr>
              <p:spPr>
                <a:xfrm>
                  <a:off x="1837096" y="4089633"/>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65" name="Google Shape;5065;p62"/>
              <p:cNvGrpSpPr/>
              <p:nvPr/>
            </p:nvGrpSpPr>
            <p:grpSpPr>
              <a:xfrm>
                <a:off x="1455707" y="4084171"/>
                <a:ext cx="64321" cy="64544"/>
                <a:chOff x="1455707" y="4084171"/>
                <a:chExt cx="64321" cy="64544"/>
              </a:xfrm>
            </p:grpSpPr>
            <p:sp>
              <p:nvSpPr>
                <p:cNvPr id="5066" name="Google Shape;5066;p62"/>
                <p:cNvSpPr/>
                <p:nvPr/>
              </p:nvSpPr>
              <p:spPr>
                <a:xfrm>
                  <a:off x="1478676" y="4084402"/>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7" name="Google Shape;5067;p62"/>
                <p:cNvSpPr/>
                <p:nvPr/>
              </p:nvSpPr>
              <p:spPr>
                <a:xfrm>
                  <a:off x="1455707" y="4084171"/>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68" name="Google Shape;5068;p62"/>
              <p:cNvGrpSpPr/>
              <p:nvPr/>
            </p:nvGrpSpPr>
            <p:grpSpPr>
              <a:xfrm>
                <a:off x="1818610" y="3731058"/>
                <a:ext cx="64321" cy="64544"/>
                <a:chOff x="1818610" y="3731058"/>
                <a:chExt cx="64321" cy="64544"/>
              </a:xfrm>
            </p:grpSpPr>
            <p:sp>
              <p:nvSpPr>
                <p:cNvPr id="5069" name="Google Shape;5069;p62"/>
                <p:cNvSpPr/>
                <p:nvPr/>
              </p:nvSpPr>
              <p:spPr>
                <a:xfrm>
                  <a:off x="1841579" y="3731290"/>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0" name="Google Shape;5070;p62"/>
                <p:cNvSpPr/>
                <p:nvPr/>
              </p:nvSpPr>
              <p:spPr>
                <a:xfrm>
                  <a:off x="1818610" y="3731058"/>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71" name="Google Shape;5071;p62"/>
              <p:cNvGrpSpPr/>
              <p:nvPr/>
            </p:nvGrpSpPr>
            <p:grpSpPr>
              <a:xfrm>
                <a:off x="2172491" y="4089633"/>
                <a:ext cx="72126" cy="53788"/>
                <a:chOff x="2172491" y="4089633"/>
                <a:chExt cx="72126" cy="53788"/>
              </a:xfrm>
            </p:grpSpPr>
            <p:sp>
              <p:nvSpPr>
                <p:cNvPr id="5072" name="Google Shape;5072;p62"/>
                <p:cNvSpPr/>
                <p:nvPr/>
              </p:nvSpPr>
              <p:spPr>
                <a:xfrm>
                  <a:off x="2172491" y="4107625"/>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3" name="Google Shape;5073;p62"/>
                <p:cNvSpPr/>
                <p:nvPr/>
              </p:nvSpPr>
              <p:spPr>
                <a:xfrm>
                  <a:off x="2190406" y="4089633"/>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74" name="Google Shape;5074;p62"/>
              <p:cNvGrpSpPr/>
              <p:nvPr/>
            </p:nvGrpSpPr>
            <p:grpSpPr>
              <a:xfrm>
                <a:off x="2171920" y="3731058"/>
                <a:ext cx="64321" cy="64544"/>
                <a:chOff x="2171920" y="3731058"/>
                <a:chExt cx="64321" cy="64544"/>
              </a:xfrm>
            </p:grpSpPr>
            <p:sp>
              <p:nvSpPr>
                <p:cNvPr id="5075" name="Google Shape;5075;p62"/>
                <p:cNvSpPr/>
                <p:nvPr/>
              </p:nvSpPr>
              <p:spPr>
                <a:xfrm>
                  <a:off x="2194889" y="3731290"/>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6" name="Google Shape;5076;p62"/>
                <p:cNvSpPr/>
                <p:nvPr/>
              </p:nvSpPr>
              <p:spPr>
                <a:xfrm>
                  <a:off x="2171920" y="3731058"/>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77" name="Google Shape;5077;p62"/>
              <p:cNvGrpSpPr/>
              <p:nvPr/>
            </p:nvGrpSpPr>
            <p:grpSpPr>
              <a:xfrm>
                <a:off x="2874730" y="3745828"/>
                <a:ext cx="72126" cy="53788"/>
                <a:chOff x="2874730" y="3745828"/>
                <a:chExt cx="72126" cy="53788"/>
              </a:xfrm>
            </p:grpSpPr>
            <p:sp>
              <p:nvSpPr>
                <p:cNvPr id="5078" name="Google Shape;5078;p62"/>
                <p:cNvSpPr/>
                <p:nvPr/>
              </p:nvSpPr>
              <p:spPr>
                <a:xfrm>
                  <a:off x="2874730" y="3763820"/>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9" name="Google Shape;5079;p62"/>
                <p:cNvSpPr/>
                <p:nvPr/>
              </p:nvSpPr>
              <p:spPr>
                <a:xfrm>
                  <a:off x="2892645" y="3745828"/>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80" name="Google Shape;5080;p62"/>
              <p:cNvGrpSpPr/>
              <p:nvPr/>
            </p:nvGrpSpPr>
            <p:grpSpPr>
              <a:xfrm>
                <a:off x="2878589" y="4081481"/>
                <a:ext cx="64321" cy="64544"/>
                <a:chOff x="2878589" y="4081481"/>
                <a:chExt cx="64321" cy="64544"/>
              </a:xfrm>
            </p:grpSpPr>
            <p:sp>
              <p:nvSpPr>
                <p:cNvPr id="5081" name="Google Shape;5081;p62"/>
                <p:cNvSpPr/>
                <p:nvPr/>
              </p:nvSpPr>
              <p:spPr>
                <a:xfrm>
                  <a:off x="2901559" y="4081712"/>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2" name="Google Shape;5082;p62"/>
                <p:cNvSpPr/>
                <p:nvPr/>
              </p:nvSpPr>
              <p:spPr>
                <a:xfrm>
                  <a:off x="2878589" y="4081481"/>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83" name="Google Shape;5083;p62"/>
              <p:cNvGrpSpPr/>
              <p:nvPr/>
            </p:nvGrpSpPr>
            <p:grpSpPr>
              <a:xfrm>
                <a:off x="2525796" y="4089633"/>
                <a:ext cx="72126" cy="53788"/>
                <a:chOff x="2525796" y="4089633"/>
                <a:chExt cx="72126" cy="53788"/>
              </a:xfrm>
            </p:grpSpPr>
            <p:sp>
              <p:nvSpPr>
                <p:cNvPr id="5084" name="Google Shape;5084;p62"/>
                <p:cNvSpPr/>
                <p:nvPr/>
              </p:nvSpPr>
              <p:spPr>
                <a:xfrm>
                  <a:off x="2525796" y="4107625"/>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5" name="Google Shape;5085;p62"/>
                <p:cNvSpPr/>
                <p:nvPr/>
              </p:nvSpPr>
              <p:spPr>
                <a:xfrm>
                  <a:off x="2543711" y="4089633"/>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86" name="Google Shape;5086;p62"/>
              <p:cNvGrpSpPr/>
              <p:nvPr/>
            </p:nvGrpSpPr>
            <p:grpSpPr>
              <a:xfrm>
                <a:off x="2525225" y="3731058"/>
                <a:ext cx="64321" cy="64544"/>
                <a:chOff x="2525225" y="3731058"/>
                <a:chExt cx="64321" cy="64544"/>
              </a:xfrm>
            </p:grpSpPr>
            <p:sp>
              <p:nvSpPr>
                <p:cNvPr id="5087" name="Google Shape;5087;p62"/>
                <p:cNvSpPr/>
                <p:nvPr/>
              </p:nvSpPr>
              <p:spPr>
                <a:xfrm>
                  <a:off x="2548194" y="3731290"/>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8" name="Google Shape;5088;p62"/>
                <p:cNvSpPr/>
                <p:nvPr/>
              </p:nvSpPr>
              <p:spPr>
                <a:xfrm>
                  <a:off x="2525225" y="3731058"/>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2" name="Shape 5092"/>
        <p:cNvGrpSpPr/>
        <p:nvPr/>
      </p:nvGrpSpPr>
      <p:grpSpPr>
        <a:xfrm>
          <a:off x="0" y="0"/>
          <a:ext cx="0" cy="0"/>
          <a:chOff x="0" y="0"/>
          <a:chExt cx="0" cy="0"/>
        </a:xfrm>
      </p:grpSpPr>
      <p:grpSp>
        <p:nvGrpSpPr>
          <p:cNvPr id="5093" name="Google Shape;5093;p63"/>
          <p:cNvGrpSpPr/>
          <p:nvPr/>
        </p:nvGrpSpPr>
        <p:grpSpPr>
          <a:xfrm>
            <a:off x="716991" y="971306"/>
            <a:ext cx="845921" cy="690752"/>
            <a:chOff x="732428" y="1198513"/>
            <a:chExt cx="845921" cy="690752"/>
          </a:xfrm>
        </p:grpSpPr>
        <p:grpSp>
          <p:nvGrpSpPr>
            <p:cNvPr id="5094" name="Google Shape;5094;p63"/>
            <p:cNvGrpSpPr/>
            <p:nvPr/>
          </p:nvGrpSpPr>
          <p:grpSpPr>
            <a:xfrm>
              <a:off x="823030" y="1198513"/>
              <a:ext cx="755319" cy="690752"/>
              <a:chOff x="823030" y="1198513"/>
              <a:chExt cx="755319" cy="690752"/>
            </a:xfrm>
          </p:grpSpPr>
          <p:sp>
            <p:nvSpPr>
              <p:cNvPr id="5095" name="Google Shape;5095;p63"/>
              <p:cNvSpPr/>
              <p:nvPr/>
            </p:nvSpPr>
            <p:spPr>
              <a:xfrm>
                <a:off x="823030" y="1198513"/>
                <a:ext cx="755319" cy="690752"/>
              </a:xfrm>
              <a:custGeom>
                <a:rect b="b" l="l" r="r" t="t"/>
                <a:pathLst>
                  <a:path extrusionOk="0" h="42771" w="46769">
                    <a:moveTo>
                      <a:pt x="21384" y="0"/>
                    </a:moveTo>
                    <a:cubicBezTo>
                      <a:pt x="9575" y="0"/>
                      <a:pt x="0" y="9575"/>
                      <a:pt x="0" y="21386"/>
                    </a:cubicBezTo>
                    <a:cubicBezTo>
                      <a:pt x="0" y="33196"/>
                      <a:pt x="9575" y="42770"/>
                      <a:pt x="21384" y="42770"/>
                    </a:cubicBezTo>
                    <a:cubicBezTo>
                      <a:pt x="33196" y="42770"/>
                      <a:pt x="42770" y="33196"/>
                      <a:pt x="42770" y="21386"/>
                    </a:cubicBezTo>
                    <a:cubicBezTo>
                      <a:pt x="42770" y="16313"/>
                      <a:pt x="41002" y="11653"/>
                      <a:pt x="38053" y="7988"/>
                    </a:cubicBezTo>
                    <a:lnTo>
                      <a:pt x="42775" y="7988"/>
                    </a:lnTo>
                    <a:cubicBezTo>
                      <a:pt x="44970" y="7988"/>
                      <a:pt x="46769" y="6191"/>
                      <a:pt x="46769" y="3994"/>
                    </a:cubicBezTo>
                    <a:cubicBezTo>
                      <a:pt x="46769" y="1797"/>
                      <a:pt x="44972" y="0"/>
                      <a:pt x="42775" y="0"/>
                    </a:cubicBezTo>
                    <a:lnTo>
                      <a:pt x="22286" y="0"/>
                    </a:lnTo>
                    <a:cubicBezTo>
                      <a:pt x="22196" y="0"/>
                      <a:pt x="22105" y="5"/>
                      <a:pt x="22018" y="10"/>
                    </a:cubicBezTo>
                    <a:cubicBezTo>
                      <a:pt x="21807" y="3"/>
                      <a:pt x="21597" y="0"/>
                      <a:pt x="21384" y="0"/>
                    </a:cubicBezTo>
                    <a:close/>
                  </a:path>
                </a:pathLst>
              </a:custGeom>
              <a:solidFill>
                <a:srgbClr val="325D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6" name="Google Shape;5096;p63"/>
              <p:cNvSpPr/>
              <p:nvPr/>
            </p:nvSpPr>
            <p:spPr>
              <a:xfrm>
                <a:off x="1470047" y="1217877"/>
                <a:ext cx="88760" cy="88744"/>
              </a:xfrm>
              <a:custGeom>
                <a:rect b="b" l="l" r="r" t="t"/>
                <a:pathLst>
                  <a:path extrusionOk="0" h="5495" w="5496">
                    <a:moveTo>
                      <a:pt x="2747" y="1"/>
                    </a:moveTo>
                    <a:cubicBezTo>
                      <a:pt x="1231" y="1"/>
                      <a:pt x="1" y="1230"/>
                      <a:pt x="1" y="2749"/>
                    </a:cubicBezTo>
                    <a:cubicBezTo>
                      <a:pt x="1" y="4265"/>
                      <a:pt x="1231" y="5495"/>
                      <a:pt x="2747" y="5495"/>
                    </a:cubicBezTo>
                    <a:cubicBezTo>
                      <a:pt x="4265" y="5495"/>
                      <a:pt x="5495" y="4265"/>
                      <a:pt x="5495" y="2749"/>
                    </a:cubicBezTo>
                    <a:cubicBezTo>
                      <a:pt x="5495" y="1230"/>
                      <a:pt x="4265" y="1"/>
                      <a:pt x="274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97" name="Google Shape;5097;p63"/>
            <p:cNvGrpSpPr/>
            <p:nvPr/>
          </p:nvGrpSpPr>
          <p:grpSpPr>
            <a:xfrm>
              <a:off x="732428" y="1239937"/>
              <a:ext cx="739912" cy="607886"/>
              <a:chOff x="732428" y="1239937"/>
              <a:chExt cx="739912" cy="607886"/>
            </a:xfrm>
          </p:grpSpPr>
          <p:sp>
            <p:nvSpPr>
              <p:cNvPr id="5098" name="Google Shape;5098;p63"/>
              <p:cNvSpPr/>
              <p:nvPr/>
            </p:nvSpPr>
            <p:spPr>
              <a:xfrm>
                <a:off x="732428" y="1239937"/>
                <a:ext cx="739912" cy="607886"/>
              </a:xfrm>
              <a:custGeom>
                <a:rect b="b" l="l" r="r" t="t"/>
                <a:pathLst>
                  <a:path extrusionOk="0" h="37640" w="45815">
                    <a:moveTo>
                      <a:pt x="26994" y="1"/>
                    </a:moveTo>
                    <a:cubicBezTo>
                      <a:pt x="16602" y="1"/>
                      <a:pt x="8175" y="8427"/>
                      <a:pt x="8175" y="18821"/>
                    </a:cubicBezTo>
                    <a:cubicBezTo>
                      <a:pt x="8169" y="22642"/>
                      <a:pt x="9333" y="26373"/>
                      <a:pt x="11509" y="29515"/>
                    </a:cubicBezTo>
                    <a:lnTo>
                      <a:pt x="3994" y="29515"/>
                    </a:lnTo>
                    <a:cubicBezTo>
                      <a:pt x="1797" y="29515"/>
                      <a:pt x="1" y="31311"/>
                      <a:pt x="1" y="33508"/>
                    </a:cubicBezTo>
                    <a:cubicBezTo>
                      <a:pt x="1" y="35704"/>
                      <a:pt x="1797" y="37502"/>
                      <a:pt x="3994" y="37502"/>
                    </a:cubicBezTo>
                    <a:lnTo>
                      <a:pt x="24483" y="37502"/>
                    </a:lnTo>
                    <a:cubicBezTo>
                      <a:pt x="24546" y="37502"/>
                      <a:pt x="24608" y="37500"/>
                      <a:pt x="24671" y="37497"/>
                    </a:cubicBezTo>
                    <a:cubicBezTo>
                      <a:pt x="25441" y="37592"/>
                      <a:pt x="26218" y="37640"/>
                      <a:pt x="26994" y="37640"/>
                    </a:cubicBezTo>
                    <a:cubicBezTo>
                      <a:pt x="37389" y="37640"/>
                      <a:pt x="45815" y="29214"/>
                      <a:pt x="45815" y="18821"/>
                    </a:cubicBezTo>
                    <a:cubicBezTo>
                      <a:pt x="45815" y="8427"/>
                      <a:pt x="37389" y="1"/>
                      <a:pt x="26994"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9" name="Google Shape;5099;p63"/>
              <p:cNvSpPr/>
              <p:nvPr/>
            </p:nvSpPr>
            <p:spPr>
              <a:xfrm>
                <a:off x="751614" y="1735807"/>
                <a:ext cx="88760" cy="88744"/>
              </a:xfrm>
              <a:custGeom>
                <a:rect b="b" l="l" r="r" t="t"/>
                <a:pathLst>
                  <a:path extrusionOk="0" h="5495" w="5496">
                    <a:moveTo>
                      <a:pt x="2747" y="0"/>
                    </a:moveTo>
                    <a:cubicBezTo>
                      <a:pt x="1231" y="0"/>
                      <a:pt x="1" y="1230"/>
                      <a:pt x="1" y="2747"/>
                    </a:cubicBezTo>
                    <a:cubicBezTo>
                      <a:pt x="1" y="4265"/>
                      <a:pt x="1231" y="5495"/>
                      <a:pt x="2747" y="5495"/>
                    </a:cubicBezTo>
                    <a:cubicBezTo>
                      <a:pt x="4265" y="5495"/>
                      <a:pt x="5495" y="4265"/>
                      <a:pt x="5495" y="2747"/>
                    </a:cubicBezTo>
                    <a:cubicBezTo>
                      <a:pt x="5495" y="1230"/>
                      <a:pt x="4265" y="0"/>
                      <a:pt x="2747"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00" name="Google Shape;5100;p63"/>
            <p:cNvGrpSpPr/>
            <p:nvPr/>
          </p:nvGrpSpPr>
          <p:grpSpPr>
            <a:xfrm>
              <a:off x="732428" y="1277018"/>
              <a:ext cx="702832" cy="533758"/>
              <a:chOff x="732428" y="1277018"/>
              <a:chExt cx="702832" cy="533758"/>
            </a:xfrm>
          </p:grpSpPr>
          <p:sp>
            <p:nvSpPr>
              <p:cNvPr id="5101" name="Google Shape;5101;p63"/>
              <p:cNvSpPr/>
              <p:nvPr/>
            </p:nvSpPr>
            <p:spPr>
              <a:xfrm>
                <a:off x="732428" y="1277018"/>
                <a:ext cx="702832" cy="533758"/>
              </a:xfrm>
              <a:custGeom>
                <a:rect b="b" l="l" r="r" t="t"/>
                <a:pathLst>
                  <a:path extrusionOk="0" h="33050" w="43519">
                    <a:moveTo>
                      <a:pt x="26994" y="1"/>
                    </a:moveTo>
                    <a:cubicBezTo>
                      <a:pt x="22006" y="1"/>
                      <a:pt x="17535" y="2211"/>
                      <a:pt x="14504" y="5705"/>
                    </a:cubicBezTo>
                    <a:lnTo>
                      <a:pt x="3994" y="5705"/>
                    </a:lnTo>
                    <a:cubicBezTo>
                      <a:pt x="1797" y="5705"/>
                      <a:pt x="1" y="7501"/>
                      <a:pt x="1" y="9698"/>
                    </a:cubicBezTo>
                    <a:cubicBezTo>
                      <a:pt x="1" y="11894"/>
                      <a:pt x="1797" y="13692"/>
                      <a:pt x="3994" y="13692"/>
                    </a:cubicBezTo>
                    <a:lnTo>
                      <a:pt x="10714" y="13692"/>
                    </a:lnTo>
                    <a:cubicBezTo>
                      <a:pt x="10552" y="14627"/>
                      <a:pt x="10470" y="15575"/>
                      <a:pt x="10472" y="16525"/>
                    </a:cubicBezTo>
                    <a:cubicBezTo>
                      <a:pt x="10472" y="25651"/>
                      <a:pt x="17870" y="33049"/>
                      <a:pt x="26996" y="33049"/>
                    </a:cubicBezTo>
                    <a:cubicBezTo>
                      <a:pt x="36122" y="33049"/>
                      <a:pt x="43519" y="25651"/>
                      <a:pt x="43519" y="16525"/>
                    </a:cubicBezTo>
                    <a:cubicBezTo>
                      <a:pt x="43519" y="7399"/>
                      <a:pt x="36122" y="1"/>
                      <a:pt x="26994"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2" name="Google Shape;5102;p63"/>
              <p:cNvSpPr/>
              <p:nvPr/>
            </p:nvSpPr>
            <p:spPr>
              <a:xfrm>
                <a:off x="751695" y="1390407"/>
                <a:ext cx="88728" cy="88744"/>
              </a:xfrm>
              <a:custGeom>
                <a:rect b="b" l="l" r="r" t="t"/>
                <a:pathLst>
                  <a:path extrusionOk="0" h="5495" w="5494">
                    <a:moveTo>
                      <a:pt x="2747" y="0"/>
                    </a:moveTo>
                    <a:cubicBezTo>
                      <a:pt x="1230" y="0"/>
                      <a:pt x="1" y="1230"/>
                      <a:pt x="1" y="2748"/>
                    </a:cubicBezTo>
                    <a:cubicBezTo>
                      <a:pt x="1" y="4264"/>
                      <a:pt x="1230" y="5494"/>
                      <a:pt x="2747" y="5494"/>
                    </a:cubicBezTo>
                    <a:cubicBezTo>
                      <a:pt x="4263" y="5494"/>
                      <a:pt x="5493" y="4264"/>
                      <a:pt x="5493" y="2748"/>
                    </a:cubicBezTo>
                    <a:cubicBezTo>
                      <a:pt x="5493" y="1230"/>
                      <a:pt x="4263" y="0"/>
                      <a:pt x="2747"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03" name="Google Shape;5103;p63"/>
            <p:cNvGrpSpPr/>
            <p:nvPr/>
          </p:nvGrpSpPr>
          <p:grpSpPr>
            <a:xfrm>
              <a:off x="931170" y="1306653"/>
              <a:ext cx="647179" cy="474455"/>
              <a:chOff x="931170" y="1306653"/>
              <a:chExt cx="647179" cy="474455"/>
            </a:xfrm>
          </p:grpSpPr>
          <p:sp>
            <p:nvSpPr>
              <p:cNvPr id="5104" name="Google Shape;5104;p63"/>
              <p:cNvSpPr/>
              <p:nvPr/>
            </p:nvSpPr>
            <p:spPr>
              <a:xfrm>
                <a:off x="931170" y="1306653"/>
                <a:ext cx="647179" cy="474455"/>
              </a:xfrm>
              <a:custGeom>
                <a:rect b="b" l="l" r="r" t="t"/>
                <a:pathLst>
                  <a:path extrusionOk="0" h="29378" w="40073">
                    <a:moveTo>
                      <a:pt x="14688" y="1"/>
                    </a:moveTo>
                    <a:cubicBezTo>
                      <a:pt x="6578" y="1"/>
                      <a:pt x="1" y="6578"/>
                      <a:pt x="1" y="14690"/>
                    </a:cubicBezTo>
                    <a:cubicBezTo>
                      <a:pt x="1" y="22801"/>
                      <a:pt x="6578" y="29377"/>
                      <a:pt x="14688" y="29377"/>
                    </a:cubicBezTo>
                    <a:cubicBezTo>
                      <a:pt x="19883" y="29377"/>
                      <a:pt x="24445" y="26682"/>
                      <a:pt x="27057" y="22613"/>
                    </a:cubicBezTo>
                    <a:lnTo>
                      <a:pt x="36079" y="22613"/>
                    </a:lnTo>
                    <a:cubicBezTo>
                      <a:pt x="38276" y="22613"/>
                      <a:pt x="40073" y="20817"/>
                      <a:pt x="40073" y="18620"/>
                    </a:cubicBezTo>
                    <a:cubicBezTo>
                      <a:pt x="40073" y="16424"/>
                      <a:pt x="38276" y="14626"/>
                      <a:pt x="36079" y="14626"/>
                    </a:cubicBezTo>
                    <a:lnTo>
                      <a:pt x="29376" y="14626"/>
                    </a:lnTo>
                    <a:cubicBezTo>
                      <a:pt x="29342" y="6544"/>
                      <a:pt x="22780" y="1"/>
                      <a:pt x="1468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5" name="Google Shape;5105;p63"/>
              <p:cNvSpPr/>
              <p:nvPr/>
            </p:nvSpPr>
            <p:spPr>
              <a:xfrm>
                <a:off x="1470047" y="1560806"/>
                <a:ext cx="88760" cy="88744"/>
              </a:xfrm>
              <a:custGeom>
                <a:rect b="b" l="l" r="r" t="t"/>
                <a:pathLst>
                  <a:path extrusionOk="0" h="5495" w="5496">
                    <a:moveTo>
                      <a:pt x="2747" y="0"/>
                    </a:moveTo>
                    <a:cubicBezTo>
                      <a:pt x="1231" y="0"/>
                      <a:pt x="1" y="1230"/>
                      <a:pt x="1" y="2746"/>
                    </a:cubicBezTo>
                    <a:cubicBezTo>
                      <a:pt x="1" y="4265"/>
                      <a:pt x="1231" y="5494"/>
                      <a:pt x="2747" y="5494"/>
                    </a:cubicBezTo>
                    <a:cubicBezTo>
                      <a:pt x="4265" y="5494"/>
                      <a:pt x="5495" y="4265"/>
                      <a:pt x="5495" y="2746"/>
                    </a:cubicBezTo>
                    <a:cubicBezTo>
                      <a:pt x="5495" y="1230"/>
                      <a:pt x="4265" y="0"/>
                      <a:pt x="2747"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06" name="Google Shape;5106;p63"/>
            <p:cNvSpPr/>
            <p:nvPr/>
          </p:nvSpPr>
          <p:spPr>
            <a:xfrm>
              <a:off x="986565" y="1362064"/>
              <a:ext cx="363666" cy="363650"/>
            </a:xfrm>
            <a:custGeom>
              <a:rect b="b" l="l" r="r" t="t"/>
              <a:pathLst>
                <a:path extrusionOk="0" h="22517" w="22518">
                  <a:moveTo>
                    <a:pt x="11258" y="0"/>
                  </a:moveTo>
                  <a:cubicBezTo>
                    <a:pt x="8273" y="0"/>
                    <a:pt x="5409" y="1187"/>
                    <a:pt x="3298" y="3297"/>
                  </a:cubicBezTo>
                  <a:cubicBezTo>
                    <a:pt x="1186" y="5409"/>
                    <a:pt x="1" y="8272"/>
                    <a:pt x="1" y="11259"/>
                  </a:cubicBezTo>
                  <a:cubicBezTo>
                    <a:pt x="1" y="14244"/>
                    <a:pt x="1186" y="17109"/>
                    <a:pt x="3298" y="19219"/>
                  </a:cubicBezTo>
                  <a:cubicBezTo>
                    <a:pt x="5409" y="21331"/>
                    <a:pt x="8273" y="22516"/>
                    <a:pt x="11258" y="22516"/>
                  </a:cubicBezTo>
                  <a:cubicBezTo>
                    <a:pt x="14245" y="22516"/>
                    <a:pt x="17108" y="21331"/>
                    <a:pt x="19220" y="19219"/>
                  </a:cubicBezTo>
                  <a:cubicBezTo>
                    <a:pt x="21331" y="17109"/>
                    <a:pt x="22517" y="14244"/>
                    <a:pt x="22517" y="11259"/>
                  </a:cubicBezTo>
                  <a:cubicBezTo>
                    <a:pt x="22517" y="8272"/>
                    <a:pt x="21331" y="5409"/>
                    <a:pt x="19220" y="3297"/>
                  </a:cubicBezTo>
                  <a:cubicBezTo>
                    <a:pt x="17108" y="1187"/>
                    <a:pt x="14245" y="0"/>
                    <a:pt x="11258"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07" name="Google Shape;5107;p63"/>
          <p:cNvGrpSpPr/>
          <p:nvPr/>
        </p:nvGrpSpPr>
        <p:grpSpPr>
          <a:xfrm>
            <a:off x="3948600" y="971313"/>
            <a:ext cx="634656" cy="699982"/>
            <a:chOff x="5985650" y="2860025"/>
            <a:chExt cx="1396075" cy="1539775"/>
          </a:xfrm>
        </p:grpSpPr>
        <p:sp>
          <p:nvSpPr>
            <p:cNvPr id="5108" name="Google Shape;5108;p63"/>
            <p:cNvSpPr/>
            <p:nvPr/>
          </p:nvSpPr>
          <p:spPr>
            <a:xfrm>
              <a:off x="6655300" y="3128850"/>
              <a:ext cx="637150" cy="631950"/>
            </a:xfrm>
            <a:custGeom>
              <a:rect b="b" l="l" r="r" t="t"/>
              <a:pathLst>
                <a:path extrusionOk="0" h="25278" w="25486">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9" name="Google Shape;5109;p63"/>
            <p:cNvSpPr/>
            <p:nvPr/>
          </p:nvSpPr>
          <p:spPr>
            <a:xfrm>
              <a:off x="6673425" y="3771400"/>
              <a:ext cx="600850" cy="600800"/>
            </a:xfrm>
            <a:custGeom>
              <a:rect b="b" l="l" r="r" t="t"/>
              <a:pathLst>
                <a:path extrusionOk="0" h="24032" w="24034">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0" name="Google Shape;5110;p63"/>
            <p:cNvSpPr/>
            <p:nvPr/>
          </p:nvSpPr>
          <p:spPr>
            <a:xfrm>
              <a:off x="6073050" y="3509700"/>
              <a:ext cx="641725" cy="636800"/>
            </a:xfrm>
            <a:custGeom>
              <a:rect b="b" l="l" r="r" t="t"/>
              <a:pathLst>
                <a:path extrusionOk="0" h="25472" w="25669">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1" name="Google Shape;5111;p63"/>
            <p:cNvSpPr/>
            <p:nvPr/>
          </p:nvSpPr>
          <p:spPr>
            <a:xfrm>
              <a:off x="6124575" y="2917775"/>
              <a:ext cx="572575" cy="572525"/>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2" name="Google Shape;5112;p63"/>
            <p:cNvSpPr/>
            <p:nvPr/>
          </p:nvSpPr>
          <p:spPr>
            <a:xfrm>
              <a:off x="6459975" y="2867300"/>
              <a:ext cx="101300" cy="50500"/>
            </a:xfrm>
            <a:custGeom>
              <a:rect b="b" l="l" r="r" t="t"/>
              <a:pathLst>
                <a:path extrusionOk="0" h="2020" w="4052">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3" name="Google Shape;5113;p63"/>
            <p:cNvSpPr/>
            <p:nvPr/>
          </p:nvSpPr>
          <p:spPr>
            <a:xfrm>
              <a:off x="6389025" y="2860025"/>
              <a:ext cx="63100" cy="15700"/>
            </a:xfrm>
            <a:custGeom>
              <a:rect b="b" l="l" r="r" t="t"/>
              <a:pathLst>
                <a:path extrusionOk="0" h="628" w="2524">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4" name="Google Shape;5114;p63"/>
            <p:cNvSpPr/>
            <p:nvPr/>
          </p:nvSpPr>
          <p:spPr>
            <a:xfrm>
              <a:off x="6279750" y="2879875"/>
              <a:ext cx="39600" cy="26000"/>
            </a:xfrm>
            <a:custGeom>
              <a:rect b="b" l="l" r="r" t="t"/>
              <a:pathLst>
                <a:path extrusionOk="0" h="1040" w="1584">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5" name="Google Shape;5115;p63"/>
            <p:cNvSpPr/>
            <p:nvPr/>
          </p:nvSpPr>
          <p:spPr>
            <a:xfrm>
              <a:off x="6325825" y="2862750"/>
              <a:ext cx="54425" cy="22400"/>
            </a:xfrm>
            <a:custGeom>
              <a:rect b="b" l="l" r="r" t="t"/>
              <a:pathLst>
                <a:path extrusionOk="0" h="896" w="2177">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6" name="Google Shape;5116;p63"/>
            <p:cNvSpPr/>
            <p:nvPr/>
          </p:nvSpPr>
          <p:spPr>
            <a:xfrm>
              <a:off x="7023725" y="3061400"/>
              <a:ext cx="101300" cy="50475"/>
            </a:xfrm>
            <a:custGeom>
              <a:rect b="b" l="l" r="r" t="t"/>
              <a:pathLst>
                <a:path extrusionOk="0" h="2019" w="4052">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7" name="Google Shape;5117;p63"/>
            <p:cNvSpPr/>
            <p:nvPr/>
          </p:nvSpPr>
          <p:spPr>
            <a:xfrm>
              <a:off x="6952750" y="3054150"/>
              <a:ext cx="63100" cy="15650"/>
            </a:xfrm>
            <a:custGeom>
              <a:rect b="b" l="l" r="r" t="t"/>
              <a:pathLst>
                <a:path extrusionOk="0" h="626" w="2524">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8" name="Google Shape;5118;p63"/>
            <p:cNvSpPr/>
            <p:nvPr/>
          </p:nvSpPr>
          <p:spPr>
            <a:xfrm>
              <a:off x="6843450" y="3073975"/>
              <a:ext cx="39625" cy="26025"/>
            </a:xfrm>
            <a:custGeom>
              <a:rect b="b" l="l" r="r" t="t"/>
              <a:pathLst>
                <a:path extrusionOk="0" h="1041" w="1585">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9" name="Google Shape;5119;p63"/>
            <p:cNvSpPr/>
            <p:nvPr/>
          </p:nvSpPr>
          <p:spPr>
            <a:xfrm>
              <a:off x="6889575" y="3056825"/>
              <a:ext cx="54425" cy="22400"/>
            </a:xfrm>
            <a:custGeom>
              <a:rect b="b" l="l" r="r" t="t"/>
              <a:pathLst>
                <a:path extrusionOk="0" h="896" w="2177">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0" name="Google Shape;5120;p63"/>
            <p:cNvSpPr/>
            <p:nvPr/>
          </p:nvSpPr>
          <p:spPr>
            <a:xfrm>
              <a:off x="6245350" y="4177200"/>
              <a:ext cx="101275" cy="50475"/>
            </a:xfrm>
            <a:custGeom>
              <a:rect b="b" l="l" r="r" t="t"/>
              <a:pathLst>
                <a:path extrusionOk="0" h="2019" w="4051">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1" name="Google Shape;5121;p63"/>
            <p:cNvSpPr/>
            <p:nvPr/>
          </p:nvSpPr>
          <p:spPr>
            <a:xfrm>
              <a:off x="6354525" y="4219275"/>
              <a:ext cx="63075" cy="15675"/>
            </a:xfrm>
            <a:custGeom>
              <a:rect b="b" l="l" r="r" t="t"/>
              <a:pathLst>
                <a:path extrusionOk="0" h="627" w="2523">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2" name="Google Shape;5122;p63"/>
            <p:cNvSpPr/>
            <p:nvPr/>
          </p:nvSpPr>
          <p:spPr>
            <a:xfrm>
              <a:off x="6487275" y="4189125"/>
              <a:ext cx="39625" cy="25975"/>
            </a:xfrm>
            <a:custGeom>
              <a:rect b="b" l="l" r="r" t="t"/>
              <a:pathLst>
                <a:path extrusionOk="0" h="1039" w="1585">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3" name="Google Shape;5123;p63"/>
            <p:cNvSpPr/>
            <p:nvPr/>
          </p:nvSpPr>
          <p:spPr>
            <a:xfrm>
              <a:off x="6426350" y="4209850"/>
              <a:ext cx="54475" cy="22400"/>
            </a:xfrm>
            <a:custGeom>
              <a:rect b="b" l="l" r="r" t="t"/>
              <a:pathLst>
                <a:path extrusionOk="0" h="896" w="2179">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4" name="Google Shape;5124;p63"/>
            <p:cNvSpPr/>
            <p:nvPr/>
          </p:nvSpPr>
          <p:spPr>
            <a:xfrm>
              <a:off x="5992275" y="3674825"/>
              <a:ext cx="51250" cy="99900"/>
            </a:xfrm>
            <a:custGeom>
              <a:rect b="b" l="l" r="r" t="t"/>
              <a:pathLst>
                <a:path extrusionOk="0" h="3996" w="205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5" name="Google Shape;5125;p63"/>
            <p:cNvSpPr/>
            <p:nvPr/>
          </p:nvSpPr>
          <p:spPr>
            <a:xfrm>
              <a:off x="5985650" y="3783750"/>
              <a:ext cx="16125" cy="62275"/>
            </a:xfrm>
            <a:custGeom>
              <a:rect b="b" l="l" r="r" t="t"/>
              <a:pathLst>
                <a:path extrusionOk="0" h="2491" w="645">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6" name="Google Shape;5126;p63"/>
            <p:cNvSpPr/>
            <p:nvPr/>
          </p:nvSpPr>
          <p:spPr>
            <a:xfrm>
              <a:off x="6004725" y="3916700"/>
              <a:ext cx="27875" cy="38100"/>
            </a:xfrm>
            <a:custGeom>
              <a:rect b="b" l="l" r="r" t="t"/>
              <a:pathLst>
                <a:path extrusionOk="0" h="1524" w="1115">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7" name="Google Shape;5127;p63"/>
            <p:cNvSpPr/>
            <p:nvPr/>
          </p:nvSpPr>
          <p:spPr>
            <a:xfrm>
              <a:off x="5987900" y="3855450"/>
              <a:ext cx="23600" cy="53200"/>
            </a:xfrm>
            <a:custGeom>
              <a:rect b="b" l="l" r="r" t="t"/>
              <a:pathLst>
                <a:path extrusionOk="0" h="2128" w="944">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8" name="Google Shape;5128;p63"/>
            <p:cNvSpPr/>
            <p:nvPr/>
          </p:nvSpPr>
          <p:spPr>
            <a:xfrm>
              <a:off x="6071975" y="3300325"/>
              <a:ext cx="52475" cy="102475"/>
            </a:xfrm>
            <a:custGeom>
              <a:rect b="b" l="l" r="r" t="t"/>
              <a:pathLst>
                <a:path extrusionOk="0" h="4099" w="2099">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9" name="Google Shape;5129;p63"/>
            <p:cNvSpPr/>
            <p:nvPr/>
          </p:nvSpPr>
          <p:spPr>
            <a:xfrm>
              <a:off x="6122225" y="3408475"/>
              <a:ext cx="47725" cy="49550"/>
            </a:xfrm>
            <a:custGeom>
              <a:rect b="b" l="l" r="r" t="t"/>
              <a:pathLst>
                <a:path extrusionOk="0" h="1982" w="1909">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0" name="Google Shape;5130;p63"/>
            <p:cNvSpPr/>
            <p:nvPr/>
          </p:nvSpPr>
          <p:spPr>
            <a:xfrm>
              <a:off x="6228150" y="3490275"/>
              <a:ext cx="42050" cy="21525"/>
            </a:xfrm>
            <a:custGeom>
              <a:rect b="b" l="l" r="r" t="t"/>
              <a:pathLst>
                <a:path extrusionOk="0" h="861" w="1682">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1" name="Google Shape;5131;p63"/>
            <p:cNvSpPr/>
            <p:nvPr/>
          </p:nvSpPr>
          <p:spPr>
            <a:xfrm>
              <a:off x="6172850" y="3459275"/>
              <a:ext cx="49900" cy="34575"/>
            </a:xfrm>
            <a:custGeom>
              <a:rect b="b" l="l" r="r" t="t"/>
              <a:pathLst>
                <a:path extrusionOk="0" h="1383" w="1996">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2" name="Google Shape;5132;p63"/>
            <p:cNvSpPr/>
            <p:nvPr/>
          </p:nvSpPr>
          <p:spPr>
            <a:xfrm>
              <a:off x="7323825" y="3495225"/>
              <a:ext cx="51250" cy="99900"/>
            </a:xfrm>
            <a:custGeom>
              <a:rect b="b" l="l" r="r" t="t"/>
              <a:pathLst>
                <a:path extrusionOk="0" h="3996" w="205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3" name="Google Shape;5133;p63"/>
            <p:cNvSpPr/>
            <p:nvPr/>
          </p:nvSpPr>
          <p:spPr>
            <a:xfrm>
              <a:off x="7365575" y="3423925"/>
              <a:ext cx="16150" cy="62275"/>
            </a:xfrm>
            <a:custGeom>
              <a:rect b="b" l="l" r="r" t="t"/>
              <a:pathLst>
                <a:path extrusionOk="0" h="2491" w="646">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4" name="Google Shape;5134;p63"/>
            <p:cNvSpPr/>
            <p:nvPr/>
          </p:nvSpPr>
          <p:spPr>
            <a:xfrm>
              <a:off x="7334775" y="3315150"/>
              <a:ext cx="27850" cy="38100"/>
            </a:xfrm>
            <a:custGeom>
              <a:rect b="b" l="l" r="r" t="t"/>
              <a:pathLst>
                <a:path extrusionOk="0" h="1524" w="1114">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5" name="Google Shape;5135;p63"/>
            <p:cNvSpPr/>
            <p:nvPr/>
          </p:nvSpPr>
          <p:spPr>
            <a:xfrm>
              <a:off x="7355800" y="3361300"/>
              <a:ext cx="23650" cy="53200"/>
            </a:xfrm>
            <a:custGeom>
              <a:rect b="b" l="l" r="r" t="t"/>
              <a:pathLst>
                <a:path extrusionOk="0" h="2128" w="946">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6" name="Google Shape;5136;p63"/>
            <p:cNvSpPr/>
            <p:nvPr/>
          </p:nvSpPr>
          <p:spPr>
            <a:xfrm>
              <a:off x="7093025" y="4348600"/>
              <a:ext cx="104200" cy="51200"/>
            </a:xfrm>
            <a:custGeom>
              <a:rect b="b" l="l" r="r" t="t"/>
              <a:pathLst>
                <a:path extrusionOk="0" h="2048" w="4168">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7" name="Google Shape;5137;p63"/>
            <p:cNvSpPr/>
            <p:nvPr/>
          </p:nvSpPr>
          <p:spPr>
            <a:xfrm>
              <a:off x="7201150" y="4302925"/>
              <a:ext cx="51100" cy="46100"/>
            </a:xfrm>
            <a:custGeom>
              <a:rect b="b" l="l" r="r" t="t"/>
              <a:pathLst>
                <a:path extrusionOk="0" h="1844" w="2044">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8" name="Google Shape;5138;p63"/>
            <p:cNvSpPr/>
            <p:nvPr/>
          </p:nvSpPr>
          <p:spPr>
            <a:xfrm>
              <a:off x="7282950" y="4203000"/>
              <a:ext cx="22950" cy="40225"/>
            </a:xfrm>
            <a:custGeom>
              <a:rect b="b" l="l" r="r" t="t"/>
              <a:pathLst>
                <a:path extrusionOk="0" h="1609" w="918">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9" name="Google Shape;5139;p63"/>
            <p:cNvSpPr/>
            <p:nvPr/>
          </p:nvSpPr>
          <p:spPr>
            <a:xfrm>
              <a:off x="7252000" y="4250300"/>
              <a:ext cx="36300" cy="48175"/>
            </a:xfrm>
            <a:custGeom>
              <a:rect b="b" l="l" r="r" t="t"/>
              <a:pathLst>
                <a:path extrusionOk="0" h="1927" w="1452">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40" name="Google Shape;5140;p63"/>
          <p:cNvGrpSpPr/>
          <p:nvPr/>
        </p:nvGrpSpPr>
        <p:grpSpPr>
          <a:xfrm>
            <a:off x="4704250" y="971306"/>
            <a:ext cx="725845" cy="699975"/>
            <a:chOff x="4249973" y="1201875"/>
            <a:chExt cx="1958568" cy="1888762"/>
          </a:xfrm>
        </p:grpSpPr>
        <p:sp>
          <p:nvSpPr>
            <p:cNvPr id="5141" name="Google Shape;5141;p63"/>
            <p:cNvSpPr/>
            <p:nvPr/>
          </p:nvSpPr>
          <p:spPr>
            <a:xfrm>
              <a:off x="4468527" y="1411932"/>
              <a:ext cx="1528500" cy="1452600"/>
            </a:xfrm>
            <a:prstGeom prst="pentagon">
              <a:avLst>
                <a:gd fmla="val 105146" name="hf"/>
                <a:gd fmla="val 110557" name="vf"/>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42" name="Google Shape;5142;p63"/>
            <p:cNvGrpSpPr/>
            <p:nvPr/>
          </p:nvGrpSpPr>
          <p:grpSpPr>
            <a:xfrm>
              <a:off x="5853086" y="1789142"/>
              <a:ext cx="355454" cy="1048099"/>
              <a:chOff x="5576108" y="2016725"/>
              <a:chExt cx="565200" cy="1666560"/>
            </a:xfrm>
          </p:grpSpPr>
          <p:sp>
            <p:nvSpPr>
              <p:cNvPr id="5143" name="Google Shape;5143;p63"/>
              <p:cNvSpPr/>
              <p:nvPr/>
            </p:nvSpPr>
            <p:spPr>
              <a:xfrm>
                <a:off x="5576108" y="2016725"/>
                <a:ext cx="565200" cy="5655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5144" name="Google Shape;5144;p63"/>
              <p:cNvSpPr/>
              <p:nvPr/>
            </p:nvSpPr>
            <p:spPr>
              <a:xfrm rot="6479001">
                <a:off x="5275897" y="3050667"/>
                <a:ext cx="1119386" cy="152834"/>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45" name="Google Shape;5145;p63"/>
            <p:cNvGrpSpPr/>
            <p:nvPr/>
          </p:nvGrpSpPr>
          <p:grpSpPr>
            <a:xfrm>
              <a:off x="4869455" y="2691676"/>
              <a:ext cx="1013897" cy="398961"/>
              <a:chOff x="4012057" y="3451825"/>
              <a:chExt cx="1612175" cy="634379"/>
            </a:xfrm>
          </p:grpSpPr>
          <p:sp>
            <p:nvSpPr>
              <p:cNvPr id="5146" name="Google Shape;5146;p63"/>
              <p:cNvSpPr/>
              <p:nvPr/>
            </p:nvSpPr>
            <p:spPr>
              <a:xfrm>
                <a:off x="5059033" y="3451825"/>
                <a:ext cx="565200" cy="5655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5147" name="Google Shape;5147;p63"/>
              <p:cNvSpPr/>
              <p:nvPr/>
            </p:nvSpPr>
            <p:spPr>
              <a:xfrm rot="10799079">
                <a:off x="4012507" y="3933353"/>
                <a:ext cx="1119600" cy="152703"/>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48" name="Google Shape;5148;p63"/>
            <p:cNvGrpSpPr/>
            <p:nvPr/>
          </p:nvGrpSpPr>
          <p:grpSpPr>
            <a:xfrm>
              <a:off x="4276937" y="2155961"/>
              <a:ext cx="651965" cy="891358"/>
              <a:chOff x="3069908" y="2599997"/>
              <a:chExt cx="1036675" cy="1417328"/>
            </a:xfrm>
          </p:grpSpPr>
          <p:sp>
            <p:nvSpPr>
              <p:cNvPr id="5149" name="Google Shape;5149;p63"/>
              <p:cNvSpPr/>
              <p:nvPr/>
            </p:nvSpPr>
            <p:spPr>
              <a:xfrm>
                <a:off x="3541383" y="3451825"/>
                <a:ext cx="565200" cy="5655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5150" name="Google Shape;5150;p63"/>
              <p:cNvSpPr/>
              <p:nvPr/>
            </p:nvSpPr>
            <p:spPr>
              <a:xfrm rot="-6478717">
                <a:off x="2755922" y="3079191"/>
                <a:ext cx="1119672" cy="153413"/>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51" name="Google Shape;5151;p63"/>
            <p:cNvGrpSpPr/>
            <p:nvPr/>
          </p:nvGrpSpPr>
          <p:grpSpPr>
            <a:xfrm>
              <a:off x="5054918" y="1201875"/>
              <a:ext cx="999548" cy="602711"/>
              <a:chOff x="4306958" y="1082925"/>
              <a:chExt cx="1589359" cy="958358"/>
            </a:xfrm>
          </p:grpSpPr>
          <p:sp>
            <p:nvSpPr>
              <p:cNvPr id="5152" name="Google Shape;5152;p63"/>
              <p:cNvSpPr/>
              <p:nvPr/>
            </p:nvSpPr>
            <p:spPr>
              <a:xfrm>
                <a:off x="4306958" y="1082925"/>
                <a:ext cx="565200" cy="5655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5153" name="Google Shape;5153;p63"/>
              <p:cNvSpPr/>
              <p:nvPr/>
            </p:nvSpPr>
            <p:spPr>
              <a:xfrm rot="2159678">
                <a:off x="4838902" y="1574444"/>
                <a:ext cx="1119431" cy="152476"/>
              </a:xfrm>
              <a:prstGeom prst="rightArrow">
                <a:avLst>
                  <a:gd fmla="val 25514" name="adj1"/>
                  <a:gd fmla="val 64322" name="adj2"/>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54" name="Google Shape;5154;p63"/>
            <p:cNvGrpSpPr/>
            <p:nvPr/>
          </p:nvGrpSpPr>
          <p:grpSpPr>
            <a:xfrm>
              <a:off x="4249973" y="1303451"/>
              <a:ext cx="799317" cy="841334"/>
              <a:chOff x="3027033" y="1244439"/>
              <a:chExt cx="1270977" cy="1337786"/>
            </a:xfrm>
          </p:grpSpPr>
          <p:sp>
            <p:nvSpPr>
              <p:cNvPr id="5155" name="Google Shape;5155;p63"/>
              <p:cNvSpPr/>
              <p:nvPr/>
            </p:nvSpPr>
            <p:spPr>
              <a:xfrm>
                <a:off x="3027033" y="2016725"/>
                <a:ext cx="565200" cy="5655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5156" name="Google Shape;5156;p63"/>
              <p:cNvSpPr/>
              <p:nvPr/>
            </p:nvSpPr>
            <p:spPr>
              <a:xfrm rot="-2159137">
                <a:off x="3240473" y="1559002"/>
                <a:ext cx="1119673" cy="153273"/>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157" name="Google Shape;5157;p63"/>
          <p:cNvGrpSpPr/>
          <p:nvPr/>
        </p:nvGrpSpPr>
        <p:grpSpPr>
          <a:xfrm>
            <a:off x="4057114" y="1858087"/>
            <a:ext cx="750769" cy="683784"/>
            <a:chOff x="4204684" y="2104422"/>
            <a:chExt cx="699822" cy="637382"/>
          </a:xfrm>
        </p:grpSpPr>
        <p:grpSp>
          <p:nvGrpSpPr>
            <p:cNvPr id="5158" name="Google Shape;5158;p63"/>
            <p:cNvGrpSpPr/>
            <p:nvPr/>
          </p:nvGrpSpPr>
          <p:grpSpPr>
            <a:xfrm>
              <a:off x="4204684" y="2430067"/>
              <a:ext cx="342957" cy="311738"/>
              <a:chOff x="4204684" y="2430067"/>
              <a:chExt cx="342957" cy="311738"/>
            </a:xfrm>
          </p:grpSpPr>
          <p:sp>
            <p:nvSpPr>
              <p:cNvPr id="5159" name="Google Shape;5159;p63"/>
              <p:cNvSpPr/>
              <p:nvPr/>
            </p:nvSpPr>
            <p:spPr>
              <a:xfrm>
                <a:off x="4235882" y="2430067"/>
                <a:ext cx="311759" cy="311738"/>
              </a:xfrm>
              <a:custGeom>
                <a:rect b="b" l="l" r="r" t="t"/>
                <a:pathLst>
                  <a:path extrusionOk="0" h="8384" w="8384">
                    <a:moveTo>
                      <a:pt x="1" y="0"/>
                    </a:moveTo>
                    <a:cubicBezTo>
                      <a:pt x="23" y="1056"/>
                      <a:pt x="239" y="2096"/>
                      <a:pt x="641" y="3073"/>
                    </a:cubicBezTo>
                    <a:cubicBezTo>
                      <a:pt x="676" y="3072"/>
                      <a:pt x="710" y="3070"/>
                      <a:pt x="745" y="3070"/>
                    </a:cubicBezTo>
                    <a:cubicBezTo>
                      <a:pt x="1419" y="3070"/>
                      <a:pt x="2047" y="3416"/>
                      <a:pt x="2406" y="3988"/>
                    </a:cubicBezTo>
                    <a:cubicBezTo>
                      <a:pt x="2766" y="4558"/>
                      <a:pt x="2808" y="5272"/>
                      <a:pt x="2516" y="5880"/>
                    </a:cubicBezTo>
                    <a:cubicBezTo>
                      <a:pt x="4076" y="7440"/>
                      <a:pt x="6179" y="8337"/>
                      <a:pt x="8384" y="8383"/>
                    </a:cubicBezTo>
                    <a:lnTo>
                      <a:pt x="8384" y="3190"/>
                    </a:lnTo>
                    <a:cubicBezTo>
                      <a:pt x="6664" y="3094"/>
                      <a:pt x="5290" y="1720"/>
                      <a:pt x="5194"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0" name="Google Shape;5160;p63"/>
              <p:cNvSpPr/>
              <p:nvPr/>
            </p:nvSpPr>
            <p:spPr>
              <a:xfrm>
                <a:off x="4204684" y="2558309"/>
                <a:ext cx="117839" cy="117794"/>
              </a:xfrm>
              <a:custGeom>
                <a:rect b="b" l="l" r="r" t="t"/>
                <a:pathLst>
                  <a:path extrusionOk="0" h="3168" w="3169">
                    <a:moveTo>
                      <a:pt x="1584" y="0"/>
                    </a:moveTo>
                    <a:cubicBezTo>
                      <a:pt x="710" y="0"/>
                      <a:pt x="1" y="710"/>
                      <a:pt x="1" y="1584"/>
                    </a:cubicBezTo>
                    <a:cubicBezTo>
                      <a:pt x="1" y="2459"/>
                      <a:pt x="710" y="3168"/>
                      <a:pt x="1584" y="3168"/>
                    </a:cubicBezTo>
                    <a:cubicBezTo>
                      <a:pt x="2459" y="3168"/>
                      <a:pt x="3168" y="2459"/>
                      <a:pt x="3168" y="1584"/>
                    </a:cubicBezTo>
                    <a:cubicBezTo>
                      <a:pt x="3168" y="710"/>
                      <a:pt x="2459" y="0"/>
                      <a:pt x="1584"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61" name="Google Shape;5161;p63"/>
            <p:cNvGrpSpPr/>
            <p:nvPr/>
          </p:nvGrpSpPr>
          <p:grpSpPr>
            <a:xfrm>
              <a:off x="4561586" y="2430067"/>
              <a:ext cx="342920" cy="311738"/>
              <a:chOff x="4561586" y="2430067"/>
              <a:chExt cx="342920" cy="311738"/>
            </a:xfrm>
          </p:grpSpPr>
          <p:sp>
            <p:nvSpPr>
              <p:cNvPr id="5162" name="Google Shape;5162;p63"/>
              <p:cNvSpPr/>
              <p:nvPr/>
            </p:nvSpPr>
            <p:spPr>
              <a:xfrm>
                <a:off x="4561586" y="2430067"/>
                <a:ext cx="311759" cy="311738"/>
              </a:xfrm>
              <a:custGeom>
                <a:rect b="b" l="l" r="r" t="t"/>
                <a:pathLst>
                  <a:path extrusionOk="0" h="8384" w="8384">
                    <a:moveTo>
                      <a:pt x="3189" y="0"/>
                    </a:moveTo>
                    <a:cubicBezTo>
                      <a:pt x="3093" y="1720"/>
                      <a:pt x="1721" y="3092"/>
                      <a:pt x="1" y="3190"/>
                    </a:cubicBezTo>
                    <a:lnTo>
                      <a:pt x="1" y="8383"/>
                    </a:lnTo>
                    <a:cubicBezTo>
                      <a:pt x="2206" y="8337"/>
                      <a:pt x="4309" y="7440"/>
                      <a:pt x="5868" y="5880"/>
                    </a:cubicBezTo>
                    <a:cubicBezTo>
                      <a:pt x="5577" y="5272"/>
                      <a:pt x="5618" y="4558"/>
                      <a:pt x="5979" y="3986"/>
                    </a:cubicBezTo>
                    <a:cubicBezTo>
                      <a:pt x="6337" y="3416"/>
                      <a:pt x="6965" y="3070"/>
                      <a:pt x="7639" y="3070"/>
                    </a:cubicBezTo>
                    <a:cubicBezTo>
                      <a:pt x="7675" y="3070"/>
                      <a:pt x="7710" y="3070"/>
                      <a:pt x="7743" y="3073"/>
                    </a:cubicBezTo>
                    <a:cubicBezTo>
                      <a:pt x="8145" y="2096"/>
                      <a:pt x="8362" y="1056"/>
                      <a:pt x="838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3" name="Google Shape;5163;p63"/>
              <p:cNvSpPr/>
              <p:nvPr/>
            </p:nvSpPr>
            <p:spPr>
              <a:xfrm>
                <a:off x="4786741" y="2558309"/>
                <a:ext cx="117765" cy="117794"/>
              </a:xfrm>
              <a:custGeom>
                <a:rect b="b" l="l" r="r" t="t"/>
                <a:pathLst>
                  <a:path extrusionOk="0" h="3168" w="3167">
                    <a:moveTo>
                      <a:pt x="1583" y="0"/>
                    </a:moveTo>
                    <a:cubicBezTo>
                      <a:pt x="708" y="0"/>
                      <a:pt x="1" y="710"/>
                      <a:pt x="1" y="1584"/>
                    </a:cubicBezTo>
                    <a:cubicBezTo>
                      <a:pt x="1" y="2459"/>
                      <a:pt x="708" y="3168"/>
                      <a:pt x="1583" y="3168"/>
                    </a:cubicBezTo>
                    <a:cubicBezTo>
                      <a:pt x="2457" y="3168"/>
                      <a:pt x="3166" y="2459"/>
                      <a:pt x="3166" y="1584"/>
                    </a:cubicBezTo>
                    <a:cubicBezTo>
                      <a:pt x="3166" y="710"/>
                      <a:pt x="2457" y="0"/>
                      <a:pt x="158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64" name="Google Shape;5164;p63"/>
            <p:cNvGrpSpPr/>
            <p:nvPr/>
          </p:nvGrpSpPr>
          <p:grpSpPr>
            <a:xfrm>
              <a:off x="4561586" y="2104422"/>
              <a:ext cx="342920" cy="311738"/>
              <a:chOff x="4561586" y="2104422"/>
              <a:chExt cx="342920" cy="311738"/>
            </a:xfrm>
          </p:grpSpPr>
          <p:sp>
            <p:nvSpPr>
              <p:cNvPr id="5165" name="Google Shape;5165;p63"/>
              <p:cNvSpPr/>
              <p:nvPr/>
            </p:nvSpPr>
            <p:spPr>
              <a:xfrm>
                <a:off x="4561586" y="2104422"/>
                <a:ext cx="311722" cy="311738"/>
              </a:xfrm>
              <a:custGeom>
                <a:rect b="b" l="l" r="r" t="t"/>
                <a:pathLst>
                  <a:path extrusionOk="0" h="8384" w="8383">
                    <a:moveTo>
                      <a:pt x="1" y="1"/>
                    </a:moveTo>
                    <a:lnTo>
                      <a:pt x="1" y="5194"/>
                    </a:lnTo>
                    <a:cubicBezTo>
                      <a:pt x="1721" y="5290"/>
                      <a:pt x="3093" y="6662"/>
                      <a:pt x="3189" y="8384"/>
                    </a:cubicBezTo>
                    <a:lnTo>
                      <a:pt x="8382" y="8384"/>
                    </a:lnTo>
                    <a:cubicBezTo>
                      <a:pt x="8362" y="7328"/>
                      <a:pt x="8144" y="6286"/>
                      <a:pt x="7742" y="5311"/>
                    </a:cubicBezTo>
                    <a:cubicBezTo>
                      <a:pt x="7708" y="5312"/>
                      <a:pt x="7673" y="5314"/>
                      <a:pt x="7638" y="5314"/>
                    </a:cubicBezTo>
                    <a:cubicBezTo>
                      <a:pt x="6964" y="5312"/>
                      <a:pt x="6336" y="4966"/>
                      <a:pt x="5977" y="4396"/>
                    </a:cubicBezTo>
                    <a:cubicBezTo>
                      <a:pt x="5618" y="3825"/>
                      <a:pt x="5577" y="3110"/>
                      <a:pt x="5867" y="2502"/>
                    </a:cubicBezTo>
                    <a:cubicBezTo>
                      <a:pt x="4309" y="942"/>
                      <a:pt x="2206" y="45"/>
                      <a:pt x="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6" name="Google Shape;5166;p63"/>
              <p:cNvSpPr/>
              <p:nvPr/>
            </p:nvSpPr>
            <p:spPr>
              <a:xfrm>
                <a:off x="4786741" y="2170087"/>
                <a:ext cx="117765" cy="117757"/>
              </a:xfrm>
              <a:custGeom>
                <a:rect b="b" l="l" r="r" t="t"/>
                <a:pathLst>
                  <a:path extrusionOk="0" h="3167" w="3167">
                    <a:moveTo>
                      <a:pt x="1583" y="1"/>
                    </a:moveTo>
                    <a:cubicBezTo>
                      <a:pt x="708" y="1"/>
                      <a:pt x="1" y="709"/>
                      <a:pt x="1" y="1583"/>
                    </a:cubicBezTo>
                    <a:cubicBezTo>
                      <a:pt x="1" y="2457"/>
                      <a:pt x="708" y="3167"/>
                      <a:pt x="1583" y="3167"/>
                    </a:cubicBezTo>
                    <a:cubicBezTo>
                      <a:pt x="2457" y="3167"/>
                      <a:pt x="3166" y="2457"/>
                      <a:pt x="3166" y="1583"/>
                    </a:cubicBezTo>
                    <a:cubicBezTo>
                      <a:pt x="3166" y="709"/>
                      <a:pt x="2457" y="1"/>
                      <a:pt x="158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67" name="Google Shape;5167;p63"/>
            <p:cNvGrpSpPr/>
            <p:nvPr/>
          </p:nvGrpSpPr>
          <p:grpSpPr>
            <a:xfrm>
              <a:off x="4204684" y="2104422"/>
              <a:ext cx="342957" cy="311664"/>
              <a:chOff x="4204684" y="2104422"/>
              <a:chExt cx="342957" cy="311664"/>
            </a:xfrm>
          </p:grpSpPr>
          <p:sp>
            <p:nvSpPr>
              <p:cNvPr id="5168" name="Google Shape;5168;p63"/>
              <p:cNvSpPr/>
              <p:nvPr/>
            </p:nvSpPr>
            <p:spPr>
              <a:xfrm>
                <a:off x="4235882" y="2104422"/>
                <a:ext cx="311759" cy="311664"/>
              </a:xfrm>
              <a:custGeom>
                <a:rect b="b" l="l" r="r" t="t"/>
                <a:pathLst>
                  <a:path extrusionOk="0" h="8382" w="8384">
                    <a:moveTo>
                      <a:pt x="8384" y="1"/>
                    </a:moveTo>
                    <a:cubicBezTo>
                      <a:pt x="6179" y="45"/>
                      <a:pt x="4076" y="942"/>
                      <a:pt x="2516" y="2502"/>
                    </a:cubicBezTo>
                    <a:cubicBezTo>
                      <a:pt x="2808" y="3110"/>
                      <a:pt x="2766" y="3825"/>
                      <a:pt x="2406" y="4396"/>
                    </a:cubicBezTo>
                    <a:cubicBezTo>
                      <a:pt x="2047" y="4966"/>
                      <a:pt x="1419" y="5312"/>
                      <a:pt x="745" y="5312"/>
                    </a:cubicBezTo>
                    <a:cubicBezTo>
                      <a:pt x="710" y="5312"/>
                      <a:pt x="675" y="5312"/>
                      <a:pt x="641" y="5311"/>
                    </a:cubicBezTo>
                    <a:cubicBezTo>
                      <a:pt x="239" y="6286"/>
                      <a:pt x="23" y="7327"/>
                      <a:pt x="1" y="8382"/>
                    </a:cubicBezTo>
                    <a:lnTo>
                      <a:pt x="5194" y="8382"/>
                    </a:lnTo>
                    <a:cubicBezTo>
                      <a:pt x="5290" y="6662"/>
                      <a:pt x="6664" y="5290"/>
                      <a:pt x="8384" y="5194"/>
                    </a:cubicBezTo>
                    <a:lnTo>
                      <a:pt x="838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9" name="Google Shape;5169;p63"/>
              <p:cNvSpPr/>
              <p:nvPr/>
            </p:nvSpPr>
            <p:spPr>
              <a:xfrm>
                <a:off x="4204684" y="2170087"/>
                <a:ext cx="117839" cy="117757"/>
              </a:xfrm>
              <a:custGeom>
                <a:rect b="b" l="l" r="r" t="t"/>
                <a:pathLst>
                  <a:path extrusionOk="0" h="3167" w="3169">
                    <a:moveTo>
                      <a:pt x="1584" y="1"/>
                    </a:moveTo>
                    <a:cubicBezTo>
                      <a:pt x="710" y="1"/>
                      <a:pt x="1" y="709"/>
                      <a:pt x="1" y="1583"/>
                    </a:cubicBezTo>
                    <a:cubicBezTo>
                      <a:pt x="1" y="2457"/>
                      <a:pt x="710" y="3167"/>
                      <a:pt x="1584" y="3167"/>
                    </a:cubicBezTo>
                    <a:cubicBezTo>
                      <a:pt x="2459" y="3167"/>
                      <a:pt x="3168" y="2457"/>
                      <a:pt x="3168" y="1583"/>
                    </a:cubicBezTo>
                    <a:cubicBezTo>
                      <a:pt x="3168" y="709"/>
                      <a:pt x="2459" y="1"/>
                      <a:pt x="158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170" name="Google Shape;5170;p63"/>
          <p:cNvGrpSpPr/>
          <p:nvPr/>
        </p:nvGrpSpPr>
        <p:grpSpPr>
          <a:xfrm>
            <a:off x="5521547" y="971301"/>
            <a:ext cx="660591" cy="688867"/>
            <a:chOff x="5830645" y="1267368"/>
            <a:chExt cx="530340" cy="553040"/>
          </a:xfrm>
        </p:grpSpPr>
        <p:sp>
          <p:nvSpPr>
            <p:cNvPr id="5171" name="Google Shape;5171;p63"/>
            <p:cNvSpPr/>
            <p:nvPr/>
          </p:nvSpPr>
          <p:spPr>
            <a:xfrm>
              <a:off x="5994669" y="1442730"/>
              <a:ext cx="202317" cy="202342"/>
            </a:xfrm>
            <a:custGeom>
              <a:rect b="b" l="l" r="r" t="t"/>
              <a:pathLst>
                <a:path extrusionOk="0" h="7942" w="7941">
                  <a:moveTo>
                    <a:pt x="3971" y="319"/>
                  </a:moveTo>
                  <a:cubicBezTo>
                    <a:pt x="5984" y="319"/>
                    <a:pt x="7623" y="1957"/>
                    <a:pt x="7623" y="3971"/>
                  </a:cubicBezTo>
                  <a:cubicBezTo>
                    <a:pt x="7623" y="5984"/>
                    <a:pt x="5985" y="7624"/>
                    <a:pt x="3971" y="7624"/>
                  </a:cubicBezTo>
                  <a:cubicBezTo>
                    <a:pt x="1956" y="7624"/>
                    <a:pt x="318" y="5984"/>
                    <a:pt x="318" y="3971"/>
                  </a:cubicBezTo>
                  <a:cubicBezTo>
                    <a:pt x="318" y="1957"/>
                    <a:pt x="1956" y="319"/>
                    <a:pt x="3971" y="319"/>
                  </a:cubicBezTo>
                  <a:close/>
                  <a:moveTo>
                    <a:pt x="3971" y="0"/>
                  </a:moveTo>
                  <a:cubicBezTo>
                    <a:pt x="1782" y="0"/>
                    <a:pt x="1" y="1782"/>
                    <a:pt x="1" y="3971"/>
                  </a:cubicBezTo>
                  <a:cubicBezTo>
                    <a:pt x="1" y="6159"/>
                    <a:pt x="1782" y="7941"/>
                    <a:pt x="3971" y="7941"/>
                  </a:cubicBezTo>
                  <a:cubicBezTo>
                    <a:pt x="6160" y="7941"/>
                    <a:pt x="7940" y="6159"/>
                    <a:pt x="7940" y="3971"/>
                  </a:cubicBezTo>
                  <a:cubicBezTo>
                    <a:pt x="7940" y="1782"/>
                    <a:pt x="6160" y="0"/>
                    <a:pt x="3971"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72" name="Google Shape;5172;p63"/>
            <p:cNvGrpSpPr/>
            <p:nvPr/>
          </p:nvGrpSpPr>
          <p:grpSpPr>
            <a:xfrm>
              <a:off x="5830645" y="1267368"/>
              <a:ext cx="259743" cy="269909"/>
              <a:chOff x="5830645" y="1267368"/>
              <a:chExt cx="259743" cy="269909"/>
            </a:xfrm>
          </p:grpSpPr>
          <p:sp>
            <p:nvSpPr>
              <p:cNvPr id="5173" name="Google Shape;5173;p63"/>
              <p:cNvSpPr/>
              <p:nvPr/>
            </p:nvSpPr>
            <p:spPr>
              <a:xfrm>
                <a:off x="5830645" y="1304897"/>
                <a:ext cx="259743" cy="232380"/>
              </a:xfrm>
              <a:custGeom>
                <a:rect b="b" l="l" r="r" t="t"/>
                <a:pathLst>
                  <a:path extrusionOk="0" h="9121" w="10195">
                    <a:moveTo>
                      <a:pt x="7470" y="1"/>
                    </a:moveTo>
                    <a:cubicBezTo>
                      <a:pt x="7469" y="1"/>
                      <a:pt x="7468" y="1"/>
                      <a:pt x="7467" y="1"/>
                    </a:cubicBezTo>
                    <a:lnTo>
                      <a:pt x="7044" y="1"/>
                    </a:lnTo>
                    <a:cubicBezTo>
                      <a:pt x="7044" y="1075"/>
                      <a:pt x="6172" y="1946"/>
                      <a:pt x="5097" y="1946"/>
                    </a:cubicBezTo>
                    <a:cubicBezTo>
                      <a:pt x="4021" y="1946"/>
                      <a:pt x="3150" y="1075"/>
                      <a:pt x="3150" y="1"/>
                    </a:cubicBezTo>
                    <a:lnTo>
                      <a:pt x="0" y="1"/>
                    </a:lnTo>
                    <a:lnTo>
                      <a:pt x="0" y="6393"/>
                    </a:lnTo>
                    <a:cubicBezTo>
                      <a:pt x="0" y="7900"/>
                      <a:pt x="1220" y="9120"/>
                      <a:pt x="2727" y="9120"/>
                    </a:cubicBezTo>
                    <a:lnTo>
                      <a:pt x="6018" y="9120"/>
                    </a:lnTo>
                    <a:cubicBezTo>
                      <a:pt x="6148" y="6883"/>
                      <a:pt x="7951" y="5095"/>
                      <a:pt x="10194" y="4987"/>
                    </a:cubicBezTo>
                    <a:lnTo>
                      <a:pt x="10194" y="2726"/>
                    </a:lnTo>
                    <a:cubicBezTo>
                      <a:pt x="10194" y="1222"/>
                      <a:pt x="8974" y="1"/>
                      <a:pt x="7470"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4" name="Google Shape;5174;p63"/>
              <p:cNvSpPr/>
              <p:nvPr/>
            </p:nvSpPr>
            <p:spPr>
              <a:xfrm>
                <a:off x="5922950" y="1267368"/>
                <a:ext cx="75057" cy="75057"/>
              </a:xfrm>
              <a:custGeom>
                <a:rect b="b" l="l" r="r" t="t"/>
                <a:pathLst>
                  <a:path extrusionOk="0" h="2946" w="2946">
                    <a:moveTo>
                      <a:pt x="1474" y="1"/>
                    </a:moveTo>
                    <a:cubicBezTo>
                      <a:pt x="661" y="1"/>
                      <a:pt x="1" y="660"/>
                      <a:pt x="1" y="1472"/>
                    </a:cubicBezTo>
                    <a:cubicBezTo>
                      <a:pt x="1" y="2286"/>
                      <a:pt x="661" y="2945"/>
                      <a:pt x="1474" y="2945"/>
                    </a:cubicBezTo>
                    <a:cubicBezTo>
                      <a:pt x="2288" y="2945"/>
                      <a:pt x="2946" y="2286"/>
                      <a:pt x="2946" y="1472"/>
                    </a:cubicBezTo>
                    <a:cubicBezTo>
                      <a:pt x="2946" y="660"/>
                      <a:pt x="2288" y="1"/>
                      <a:pt x="1474"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75" name="Google Shape;5175;p63"/>
            <p:cNvGrpSpPr/>
            <p:nvPr/>
          </p:nvGrpSpPr>
          <p:grpSpPr>
            <a:xfrm>
              <a:off x="6101293" y="1267368"/>
              <a:ext cx="259692" cy="269909"/>
              <a:chOff x="6101293" y="1267368"/>
              <a:chExt cx="259692" cy="269909"/>
            </a:xfrm>
          </p:grpSpPr>
          <p:sp>
            <p:nvSpPr>
              <p:cNvPr id="5176" name="Google Shape;5176;p63"/>
              <p:cNvSpPr/>
              <p:nvPr/>
            </p:nvSpPr>
            <p:spPr>
              <a:xfrm>
                <a:off x="6101293" y="1304897"/>
                <a:ext cx="259692" cy="232380"/>
              </a:xfrm>
              <a:custGeom>
                <a:rect b="b" l="l" r="r" t="t"/>
                <a:pathLst>
                  <a:path extrusionOk="0" h="9121" w="10193">
                    <a:moveTo>
                      <a:pt x="2726" y="1"/>
                    </a:moveTo>
                    <a:cubicBezTo>
                      <a:pt x="1220" y="1"/>
                      <a:pt x="0" y="1221"/>
                      <a:pt x="0" y="2726"/>
                    </a:cubicBezTo>
                    <a:lnTo>
                      <a:pt x="0" y="4987"/>
                    </a:lnTo>
                    <a:cubicBezTo>
                      <a:pt x="2244" y="5095"/>
                      <a:pt x="4045" y="6883"/>
                      <a:pt x="4177" y="9120"/>
                    </a:cubicBezTo>
                    <a:lnTo>
                      <a:pt x="7467" y="9120"/>
                    </a:lnTo>
                    <a:cubicBezTo>
                      <a:pt x="8973" y="9120"/>
                      <a:pt x="10193" y="7900"/>
                      <a:pt x="10193" y="6393"/>
                    </a:cubicBezTo>
                    <a:lnTo>
                      <a:pt x="10193" y="1"/>
                    </a:lnTo>
                    <a:lnTo>
                      <a:pt x="7043" y="1"/>
                    </a:lnTo>
                    <a:cubicBezTo>
                      <a:pt x="7043" y="1075"/>
                      <a:pt x="6172" y="1946"/>
                      <a:pt x="5097" y="1946"/>
                    </a:cubicBezTo>
                    <a:cubicBezTo>
                      <a:pt x="4021" y="1946"/>
                      <a:pt x="3150" y="1075"/>
                      <a:pt x="315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7" name="Google Shape;5177;p63"/>
              <p:cNvSpPr/>
              <p:nvPr/>
            </p:nvSpPr>
            <p:spPr>
              <a:xfrm>
                <a:off x="6193623" y="1267368"/>
                <a:ext cx="75031" cy="75057"/>
              </a:xfrm>
              <a:custGeom>
                <a:rect b="b" l="l" r="r" t="t"/>
                <a:pathLst>
                  <a:path extrusionOk="0" h="2946" w="2945">
                    <a:moveTo>
                      <a:pt x="1473" y="1"/>
                    </a:moveTo>
                    <a:cubicBezTo>
                      <a:pt x="660" y="1"/>
                      <a:pt x="0" y="660"/>
                      <a:pt x="0" y="1472"/>
                    </a:cubicBezTo>
                    <a:cubicBezTo>
                      <a:pt x="0" y="2286"/>
                      <a:pt x="660" y="2945"/>
                      <a:pt x="1473" y="2945"/>
                    </a:cubicBezTo>
                    <a:cubicBezTo>
                      <a:pt x="2285" y="2945"/>
                      <a:pt x="2945" y="2286"/>
                      <a:pt x="2945" y="1472"/>
                    </a:cubicBezTo>
                    <a:cubicBezTo>
                      <a:pt x="2945" y="660"/>
                      <a:pt x="2285" y="1"/>
                      <a:pt x="147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78" name="Google Shape;5178;p63"/>
            <p:cNvGrpSpPr/>
            <p:nvPr/>
          </p:nvGrpSpPr>
          <p:grpSpPr>
            <a:xfrm>
              <a:off x="5830645" y="1550500"/>
              <a:ext cx="259692" cy="269909"/>
              <a:chOff x="5830645" y="1550500"/>
              <a:chExt cx="259692" cy="269909"/>
            </a:xfrm>
          </p:grpSpPr>
          <p:sp>
            <p:nvSpPr>
              <p:cNvPr id="5179" name="Google Shape;5179;p63"/>
              <p:cNvSpPr/>
              <p:nvPr/>
            </p:nvSpPr>
            <p:spPr>
              <a:xfrm>
                <a:off x="5830645" y="1550500"/>
                <a:ext cx="259692" cy="232406"/>
              </a:xfrm>
              <a:custGeom>
                <a:rect b="b" l="l" r="r" t="t"/>
                <a:pathLst>
                  <a:path extrusionOk="0" h="9122" w="10193">
                    <a:moveTo>
                      <a:pt x="2727" y="1"/>
                    </a:moveTo>
                    <a:cubicBezTo>
                      <a:pt x="1220" y="1"/>
                      <a:pt x="0" y="1223"/>
                      <a:pt x="0" y="2728"/>
                    </a:cubicBezTo>
                    <a:lnTo>
                      <a:pt x="0" y="9122"/>
                    </a:lnTo>
                    <a:lnTo>
                      <a:pt x="3150" y="9122"/>
                    </a:lnTo>
                    <a:cubicBezTo>
                      <a:pt x="3150" y="8046"/>
                      <a:pt x="4021" y="7175"/>
                      <a:pt x="5097" y="7175"/>
                    </a:cubicBezTo>
                    <a:cubicBezTo>
                      <a:pt x="6172" y="7175"/>
                      <a:pt x="7044" y="8046"/>
                      <a:pt x="7044" y="9122"/>
                    </a:cubicBezTo>
                    <a:lnTo>
                      <a:pt x="7467" y="9122"/>
                    </a:lnTo>
                    <a:cubicBezTo>
                      <a:pt x="8972" y="9122"/>
                      <a:pt x="10192" y="7900"/>
                      <a:pt x="10192" y="6395"/>
                    </a:cubicBezTo>
                    <a:lnTo>
                      <a:pt x="10192" y="4135"/>
                    </a:lnTo>
                    <a:cubicBezTo>
                      <a:pt x="7951" y="4028"/>
                      <a:pt x="6148" y="2239"/>
                      <a:pt x="6018"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0" name="Google Shape;5180;p63"/>
              <p:cNvSpPr/>
              <p:nvPr/>
            </p:nvSpPr>
            <p:spPr>
              <a:xfrm>
                <a:off x="5922950" y="1745352"/>
                <a:ext cx="75057" cy="75057"/>
              </a:xfrm>
              <a:custGeom>
                <a:rect b="b" l="l" r="r" t="t"/>
                <a:pathLst>
                  <a:path extrusionOk="0" h="2946" w="2946">
                    <a:moveTo>
                      <a:pt x="1474" y="1"/>
                    </a:moveTo>
                    <a:cubicBezTo>
                      <a:pt x="661" y="1"/>
                      <a:pt x="1" y="660"/>
                      <a:pt x="1" y="1474"/>
                    </a:cubicBezTo>
                    <a:cubicBezTo>
                      <a:pt x="1" y="2287"/>
                      <a:pt x="661" y="2946"/>
                      <a:pt x="1474" y="2946"/>
                    </a:cubicBezTo>
                    <a:cubicBezTo>
                      <a:pt x="2288" y="2946"/>
                      <a:pt x="2946" y="2287"/>
                      <a:pt x="2946" y="1474"/>
                    </a:cubicBezTo>
                    <a:cubicBezTo>
                      <a:pt x="2946" y="660"/>
                      <a:pt x="2288" y="1"/>
                      <a:pt x="147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81" name="Google Shape;5181;p63"/>
            <p:cNvGrpSpPr/>
            <p:nvPr/>
          </p:nvGrpSpPr>
          <p:grpSpPr>
            <a:xfrm>
              <a:off x="6101293" y="1550500"/>
              <a:ext cx="259692" cy="269909"/>
              <a:chOff x="6101293" y="1550500"/>
              <a:chExt cx="259692" cy="269909"/>
            </a:xfrm>
          </p:grpSpPr>
          <p:sp>
            <p:nvSpPr>
              <p:cNvPr id="5182" name="Google Shape;5182;p63"/>
              <p:cNvSpPr/>
              <p:nvPr/>
            </p:nvSpPr>
            <p:spPr>
              <a:xfrm>
                <a:off x="6101293" y="1550500"/>
                <a:ext cx="259692" cy="232406"/>
              </a:xfrm>
              <a:custGeom>
                <a:rect b="b" l="l" r="r" t="t"/>
                <a:pathLst>
                  <a:path extrusionOk="0" h="9122" w="10193">
                    <a:moveTo>
                      <a:pt x="4177" y="1"/>
                    </a:moveTo>
                    <a:cubicBezTo>
                      <a:pt x="4045" y="2239"/>
                      <a:pt x="2244" y="4027"/>
                      <a:pt x="0" y="4135"/>
                    </a:cubicBezTo>
                    <a:lnTo>
                      <a:pt x="0" y="6395"/>
                    </a:lnTo>
                    <a:cubicBezTo>
                      <a:pt x="0" y="7902"/>
                      <a:pt x="1220" y="9122"/>
                      <a:pt x="2726" y="9122"/>
                    </a:cubicBezTo>
                    <a:lnTo>
                      <a:pt x="3148" y="9122"/>
                    </a:lnTo>
                    <a:cubicBezTo>
                      <a:pt x="3148" y="8046"/>
                      <a:pt x="4020" y="7175"/>
                      <a:pt x="5096" y="7175"/>
                    </a:cubicBezTo>
                    <a:cubicBezTo>
                      <a:pt x="6170" y="7175"/>
                      <a:pt x="7043" y="8046"/>
                      <a:pt x="7043" y="9122"/>
                    </a:cubicBezTo>
                    <a:lnTo>
                      <a:pt x="10193" y="9122"/>
                    </a:lnTo>
                    <a:lnTo>
                      <a:pt x="10193" y="2728"/>
                    </a:lnTo>
                    <a:cubicBezTo>
                      <a:pt x="10193" y="1223"/>
                      <a:pt x="8973" y="2"/>
                      <a:pt x="746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3" name="Google Shape;5183;p63"/>
              <p:cNvSpPr/>
              <p:nvPr/>
            </p:nvSpPr>
            <p:spPr>
              <a:xfrm>
                <a:off x="6193623" y="1745352"/>
                <a:ext cx="75031" cy="75057"/>
              </a:xfrm>
              <a:custGeom>
                <a:rect b="b" l="l" r="r" t="t"/>
                <a:pathLst>
                  <a:path extrusionOk="0" h="2946" w="2945">
                    <a:moveTo>
                      <a:pt x="1473" y="1"/>
                    </a:moveTo>
                    <a:cubicBezTo>
                      <a:pt x="660" y="1"/>
                      <a:pt x="0" y="660"/>
                      <a:pt x="0" y="1474"/>
                    </a:cubicBezTo>
                    <a:cubicBezTo>
                      <a:pt x="0" y="2287"/>
                      <a:pt x="660" y="2946"/>
                      <a:pt x="1473" y="2946"/>
                    </a:cubicBezTo>
                    <a:cubicBezTo>
                      <a:pt x="2285" y="2946"/>
                      <a:pt x="2945" y="2287"/>
                      <a:pt x="2945" y="1474"/>
                    </a:cubicBezTo>
                    <a:cubicBezTo>
                      <a:pt x="2945" y="660"/>
                      <a:pt x="2285" y="1"/>
                      <a:pt x="1473"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184" name="Google Shape;5184;p63"/>
          <p:cNvGrpSpPr/>
          <p:nvPr/>
        </p:nvGrpSpPr>
        <p:grpSpPr>
          <a:xfrm>
            <a:off x="723700" y="1861760"/>
            <a:ext cx="697154" cy="679574"/>
            <a:chOff x="2679875" y="2361475"/>
            <a:chExt cx="780425" cy="760575"/>
          </a:xfrm>
        </p:grpSpPr>
        <p:sp>
          <p:nvSpPr>
            <p:cNvPr id="5185" name="Google Shape;5185;p63"/>
            <p:cNvSpPr/>
            <p:nvPr/>
          </p:nvSpPr>
          <p:spPr>
            <a:xfrm>
              <a:off x="2812050" y="2361475"/>
              <a:ext cx="516050" cy="266400"/>
            </a:xfrm>
            <a:custGeom>
              <a:rect b="b" l="l" r="r" t="t"/>
              <a:pathLst>
                <a:path extrusionOk="0" h="10656" w="20642">
                  <a:moveTo>
                    <a:pt x="10321" y="0"/>
                  </a:moveTo>
                  <a:cubicBezTo>
                    <a:pt x="4630" y="0"/>
                    <a:pt x="1" y="4630"/>
                    <a:pt x="1" y="10321"/>
                  </a:cubicBezTo>
                  <a:cubicBezTo>
                    <a:pt x="1" y="10385"/>
                    <a:pt x="2" y="10450"/>
                    <a:pt x="4" y="10514"/>
                  </a:cubicBezTo>
                  <a:cubicBezTo>
                    <a:pt x="1580" y="9686"/>
                    <a:pt x="3307" y="9273"/>
                    <a:pt x="5033" y="9273"/>
                  </a:cubicBezTo>
                  <a:cubicBezTo>
                    <a:pt x="6858" y="9273"/>
                    <a:pt x="8681" y="9735"/>
                    <a:pt x="10321" y="10655"/>
                  </a:cubicBezTo>
                  <a:cubicBezTo>
                    <a:pt x="11962" y="9735"/>
                    <a:pt x="13786" y="9273"/>
                    <a:pt x="15610" y="9273"/>
                  </a:cubicBezTo>
                  <a:cubicBezTo>
                    <a:pt x="17337" y="9273"/>
                    <a:pt x="19065" y="9686"/>
                    <a:pt x="20640" y="10514"/>
                  </a:cubicBezTo>
                  <a:cubicBezTo>
                    <a:pt x="20640" y="10450"/>
                    <a:pt x="20642" y="10385"/>
                    <a:pt x="20642" y="10321"/>
                  </a:cubicBezTo>
                  <a:cubicBezTo>
                    <a:pt x="20642" y="4630"/>
                    <a:pt x="16012" y="0"/>
                    <a:pt x="1032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6" name="Google Shape;5186;p63"/>
            <p:cNvSpPr/>
            <p:nvPr/>
          </p:nvSpPr>
          <p:spPr>
            <a:xfrm>
              <a:off x="3082750" y="2645625"/>
              <a:ext cx="377550" cy="476425"/>
            </a:xfrm>
            <a:custGeom>
              <a:rect b="b" l="l" r="r" t="t"/>
              <a:pathLst>
                <a:path extrusionOk="0" h="19057" w="15102">
                  <a:moveTo>
                    <a:pt x="10272" y="0"/>
                  </a:moveTo>
                  <a:cubicBezTo>
                    <a:pt x="9934" y="3512"/>
                    <a:pt x="7912" y="6539"/>
                    <a:pt x="5024" y="8262"/>
                  </a:cubicBezTo>
                  <a:cubicBezTo>
                    <a:pt x="5031" y="8418"/>
                    <a:pt x="5036" y="8577"/>
                    <a:pt x="5036" y="8736"/>
                  </a:cubicBezTo>
                  <a:cubicBezTo>
                    <a:pt x="5036" y="12577"/>
                    <a:pt x="3024" y="15957"/>
                    <a:pt x="1" y="17879"/>
                  </a:cubicBezTo>
                  <a:cubicBezTo>
                    <a:pt x="1471" y="18653"/>
                    <a:pt x="3109" y="19056"/>
                    <a:pt x="4771" y="19056"/>
                  </a:cubicBezTo>
                  <a:cubicBezTo>
                    <a:pt x="4774" y="19056"/>
                    <a:pt x="4778" y="19056"/>
                    <a:pt x="4781" y="19056"/>
                  </a:cubicBezTo>
                  <a:cubicBezTo>
                    <a:pt x="10472" y="19056"/>
                    <a:pt x="15102" y="14427"/>
                    <a:pt x="15102" y="8736"/>
                  </a:cubicBezTo>
                  <a:cubicBezTo>
                    <a:pt x="15102" y="5062"/>
                    <a:pt x="13170" y="1831"/>
                    <a:pt x="10272"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7" name="Google Shape;5187;p63"/>
            <p:cNvSpPr/>
            <p:nvPr/>
          </p:nvSpPr>
          <p:spPr>
            <a:xfrm>
              <a:off x="3082750" y="2605975"/>
              <a:ext cx="244675" cy="231900"/>
            </a:xfrm>
            <a:custGeom>
              <a:rect b="b" l="l" r="r" t="t"/>
              <a:pathLst>
                <a:path extrusionOk="0" h="9276" w="9787">
                  <a:moveTo>
                    <a:pt x="4781" y="1"/>
                  </a:moveTo>
                  <a:cubicBezTo>
                    <a:pt x="3141" y="1"/>
                    <a:pt x="1499" y="393"/>
                    <a:pt x="1" y="1178"/>
                  </a:cubicBezTo>
                  <a:cubicBezTo>
                    <a:pt x="2747" y="2923"/>
                    <a:pt x="4656" y="5871"/>
                    <a:pt x="4984" y="9276"/>
                  </a:cubicBezTo>
                  <a:cubicBezTo>
                    <a:pt x="7683" y="7574"/>
                    <a:pt x="9542" y="4656"/>
                    <a:pt x="9787" y="1300"/>
                  </a:cubicBezTo>
                  <a:cubicBezTo>
                    <a:pt x="8232" y="434"/>
                    <a:pt x="6507" y="1"/>
                    <a:pt x="4781"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8" name="Google Shape;5188;p63"/>
            <p:cNvSpPr/>
            <p:nvPr/>
          </p:nvSpPr>
          <p:spPr>
            <a:xfrm>
              <a:off x="2679875" y="2645625"/>
              <a:ext cx="377575" cy="476425"/>
            </a:xfrm>
            <a:custGeom>
              <a:rect b="b" l="l" r="r" t="t"/>
              <a:pathLst>
                <a:path extrusionOk="0" h="19057" w="15103">
                  <a:moveTo>
                    <a:pt x="4831" y="0"/>
                  </a:moveTo>
                  <a:cubicBezTo>
                    <a:pt x="1931" y="1831"/>
                    <a:pt x="0" y="5062"/>
                    <a:pt x="0" y="8736"/>
                  </a:cubicBezTo>
                  <a:cubicBezTo>
                    <a:pt x="0" y="14427"/>
                    <a:pt x="4631" y="19056"/>
                    <a:pt x="10321" y="19056"/>
                  </a:cubicBezTo>
                  <a:cubicBezTo>
                    <a:pt x="10324" y="19056"/>
                    <a:pt x="10327" y="19056"/>
                    <a:pt x="10331" y="19056"/>
                  </a:cubicBezTo>
                  <a:cubicBezTo>
                    <a:pt x="11993" y="19056"/>
                    <a:pt x="13630" y="18653"/>
                    <a:pt x="15102" y="17879"/>
                  </a:cubicBezTo>
                  <a:cubicBezTo>
                    <a:pt x="12077" y="15957"/>
                    <a:pt x="10068" y="12577"/>
                    <a:pt x="10068" y="8736"/>
                  </a:cubicBezTo>
                  <a:cubicBezTo>
                    <a:pt x="10068" y="8577"/>
                    <a:pt x="10071" y="8418"/>
                    <a:pt x="10079" y="8262"/>
                  </a:cubicBezTo>
                  <a:cubicBezTo>
                    <a:pt x="7192" y="6540"/>
                    <a:pt x="5169" y="3512"/>
                    <a:pt x="483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9" name="Google Shape;5189;p63"/>
            <p:cNvSpPr/>
            <p:nvPr/>
          </p:nvSpPr>
          <p:spPr>
            <a:xfrm>
              <a:off x="2812775" y="2605975"/>
              <a:ext cx="244675" cy="231900"/>
            </a:xfrm>
            <a:custGeom>
              <a:rect b="b" l="l" r="r" t="t"/>
              <a:pathLst>
                <a:path extrusionOk="0" h="9276" w="9787">
                  <a:moveTo>
                    <a:pt x="5005" y="1"/>
                  </a:moveTo>
                  <a:cubicBezTo>
                    <a:pt x="3280" y="1"/>
                    <a:pt x="1555" y="434"/>
                    <a:pt x="1" y="1300"/>
                  </a:cubicBezTo>
                  <a:cubicBezTo>
                    <a:pt x="246" y="4658"/>
                    <a:pt x="2103" y="7574"/>
                    <a:pt x="4801" y="9276"/>
                  </a:cubicBezTo>
                  <a:cubicBezTo>
                    <a:pt x="5130" y="5871"/>
                    <a:pt x="7040" y="2923"/>
                    <a:pt x="9786" y="1178"/>
                  </a:cubicBezTo>
                  <a:cubicBezTo>
                    <a:pt x="8288" y="393"/>
                    <a:pt x="6646" y="1"/>
                    <a:pt x="500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0" name="Google Shape;5190;p63"/>
            <p:cNvSpPr/>
            <p:nvPr/>
          </p:nvSpPr>
          <p:spPr>
            <a:xfrm>
              <a:off x="2944250" y="2859150"/>
              <a:ext cx="251675" cy="226375"/>
            </a:xfrm>
            <a:custGeom>
              <a:rect b="b" l="l" r="r" t="t"/>
              <a:pathLst>
                <a:path extrusionOk="0" h="9055" w="10067">
                  <a:moveTo>
                    <a:pt x="4" y="1"/>
                  </a:moveTo>
                  <a:cubicBezTo>
                    <a:pt x="2" y="65"/>
                    <a:pt x="0" y="130"/>
                    <a:pt x="0" y="195"/>
                  </a:cubicBezTo>
                  <a:cubicBezTo>
                    <a:pt x="0" y="3954"/>
                    <a:pt x="2023" y="7250"/>
                    <a:pt x="5033" y="9055"/>
                  </a:cubicBezTo>
                  <a:cubicBezTo>
                    <a:pt x="8045" y="7250"/>
                    <a:pt x="10066" y="3954"/>
                    <a:pt x="10066" y="195"/>
                  </a:cubicBezTo>
                  <a:cubicBezTo>
                    <a:pt x="10066" y="130"/>
                    <a:pt x="10066" y="65"/>
                    <a:pt x="10065" y="1"/>
                  </a:cubicBezTo>
                  <a:cubicBezTo>
                    <a:pt x="8490" y="829"/>
                    <a:pt x="6762" y="1243"/>
                    <a:pt x="5034" y="1243"/>
                  </a:cubicBezTo>
                  <a:cubicBezTo>
                    <a:pt x="3306" y="1243"/>
                    <a:pt x="1578" y="829"/>
                    <a:pt x="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91" name="Google Shape;5191;p63"/>
          <p:cNvGrpSpPr/>
          <p:nvPr/>
        </p:nvGrpSpPr>
        <p:grpSpPr>
          <a:xfrm>
            <a:off x="3122859" y="971352"/>
            <a:ext cx="735829" cy="684547"/>
            <a:chOff x="3351965" y="1148808"/>
            <a:chExt cx="750770" cy="698375"/>
          </a:xfrm>
        </p:grpSpPr>
        <p:grpSp>
          <p:nvGrpSpPr>
            <p:cNvPr id="5192" name="Google Shape;5192;p63"/>
            <p:cNvGrpSpPr/>
            <p:nvPr/>
          </p:nvGrpSpPr>
          <p:grpSpPr>
            <a:xfrm>
              <a:off x="3586796" y="1148808"/>
              <a:ext cx="294857" cy="286830"/>
              <a:chOff x="3750225" y="1774000"/>
              <a:chExt cx="149575" cy="145525"/>
            </a:xfrm>
          </p:grpSpPr>
          <p:sp>
            <p:nvSpPr>
              <p:cNvPr id="5193" name="Google Shape;5193;p63"/>
              <p:cNvSpPr/>
              <p:nvPr/>
            </p:nvSpPr>
            <p:spPr>
              <a:xfrm>
                <a:off x="3750225" y="1774000"/>
                <a:ext cx="149575" cy="145525"/>
              </a:xfrm>
              <a:custGeom>
                <a:rect b="b" l="l" r="r" t="t"/>
                <a:pathLst>
                  <a:path extrusionOk="0" h="5821" w="5983">
                    <a:moveTo>
                      <a:pt x="2652" y="1"/>
                    </a:moveTo>
                    <a:cubicBezTo>
                      <a:pt x="1473" y="1"/>
                      <a:pt x="333" y="843"/>
                      <a:pt x="176" y="2200"/>
                    </a:cubicBezTo>
                    <a:cubicBezTo>
                      <a:pt x="1" y="3763"/>
                      <a:pt x="1259" y="4955"/>
                      <a:pt x="2643" y="4955"/>
                    </a:cubicBezTo>
                    <a:cubicBezTo>
                      <a:pt x="3079" y="4955"/>
                      <a:pt x="3528" y="4836"/>
                      <a:pt x="3948" y="4573"/>
                    </a:cubicBezTo>
                    <a:lnTo>
                      <a:pt x="5203" y="5821"/>
                    </a:lnTo>
                    <a:lnTo>
                      <a:pt x="5982" y="5035"/>
                    </a:lnTo>
                    <a:lnTo>
                      <a:pt x="4735" y="3787"/>
                    </a:lnTo>
                    <a:cubicBezTo>
                      <a:pt x="5340" y="2813"/>
                      <a:pt x="5196" y="1544"/>
                      <a:pt x="4388" y="729"/>
                    </a:cubicBezTo>
                    <a:cubicBezTo>
                      <a:pt x="3888" y="228"/>
                      <a:pt x="3265" y="1"/>
                      <a:pt x="265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4" name="Google Shape;5194;p63"/>
              <p:cNvSpPr/>
              <p:nvPr/>
            </p:nvSpPr>
            <p:spPr>
              <a:xfrm>
                <a:off x="3776075" y="1794931"/>
                <a:ext cx="82600" cy="78800"/>
              </a:xfrm>
              <a:custGeom>
                <a:rect b="b" l="l" r="r" t="t"/>
                <a:pathLst>
                  <a:path extrusionOk="0" h="3152" w="3304">
                    <a:moveTo>
                      <a:pt x="1658" y="1"/>
                    </a:moveTo>
                    <a:cubicBezTo>
                      <a:pt x="853" y="1"/>
                      <a:pt x="162" y="612"/>
                      <a:pt x="87" y="1428"/>
                    </a:cubicBezTo>
                    <a:cubicBezTo>
                      <a:pt x="1" y="2294"/>
                      <a:pt x="635" y="3058"/>
                      <a:pt x="1501" y="3145"/>
                    </a:cubicBezTo>
                    <a:cubicBezTo>
                      <a:pt x="1550" y="3149"/>
                      <a:pt x="1598" y="3151"/>
                      <a:pt x="1647" y="3151"/>
                    </a:cubicBezTo>
                    <a:cubicBezTo>
                      <a:pt x="2451" y="3151"/>
                      <a:pt x="3142" y="2540"/>
                      <a:pt x="3217" y="1724"/>
                    </a:cubicBezTo>
                    <a:cubicBezTo>
                      <a:pt x="3304" y="858"/>
                      <a:pt x="2669" y="94"/>
                      <a:pt x="1804" y="7"/>
                    </a:cubicBezTo>
                    <a:cubicBezTo>
                      <a:pt x="1755" y="3"/>
                      <a:pt x="1706" y="1"/>
                      <a:pt x="1658"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95" name="Google Shape;5195;p63"/>
            <p:cNvGrpSpPr/>
            <p:nvPr/>
          </p:nvGrpSpPr>
          <p:grpSpPr>
            <a:xfrm>
              <a:off x="3779245" y="1375768"/>
              <a:ext cx="323490" cy="286978"/>
              <a:chOff x="3847850" y="1889150"/>
              <a:chExt cx="164100" cy="145600"/>
            </a:xfrm>
          </p:grpSpPr>
          <p:sp>
            <p:nvSpPr>
              <p:cNvPr id="5196" name="Google Shape;5196;p63"/>
              <p:cNvSpPr/>
              <p:nvPr/>
            </p:nvSpPr>
            <p:spPr>
              <a:xfrm>
                <a:off x="3847850" y="1889150"/>
                <a:ext cx="164100" cy="145600"/>
              </a:xfrm>
              <a:custGeom>
                <a:rect b="b" l="l" r="r" t="t"/>
                <a:pathLst>
                  <a:path extrusionOk="0" h="5824" w="6564">
                    <a:moveTo>
                      <a:pt x="3329" y="0"/>
                    </a:moveTo>
                    <a:cubicBezTo>
                      <a:pt x="1439" y="0"/>
                      <a:pt x="206" y="2117"/>
                      <a:pt x="1255" y="3790"/>
                    </a:cubicBezTo>
                    <a:lnTo>
                      <a:pt x="0" y="5038"/>
                    </a:lnTo>
                    <a:lnTo>
                      <a:pt x="786" y="5824"/>
                    </a:lnTo>
                    <a:lnTo>
                      <a:pt x="2034" y="4569"/>
                    </a:lnTo>
                    <a:cubicBezTo>
                      <a:pt x="2441" y="4823"/>
                      <a:pt x="2897" y="4947"/>
                      <a:pt x="3350" y="4947"/>
                    </a:cubicBezTo>
                    <a:cubicBezTo>
                      <a:pt x="3989" y="4947"/>
                      <a:pt x="4622" y="4700"/>
                      <a:pt x="5099" y="4223"/>
                    </a:cubicBezTo>
                    <a:cubicBezTo>
                      <a:pt x="6563" y="2758"/>
                      <a:pt x="5683" y="248"/>
                      <a:pt x="3628" y="18"/>
                    </a:cubicBezTo>
                    <a:cubicBezTo>
                      <a:pt x="3527" y="6"/>
                      <a:pt x="3427" y="0"/>
                      <a:pt x="332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7" name="Google Shape;5197;p63"/>
              <p:cNvSpPr/>
              <p:nvPr/>
            </p:nvSpPr>
            <p:spPr>
              <a:xfrm>
                <a:off x="3887875" y="1912456"/>
                <a:ext cx="89450" cy="78700"/>
              </a:xfrm>
              <a:custGeom>
                <a:rect b="b" l="l" r="r" t="t"/>
                <a:pathLst>
                  <a:path extrusionOk="0" h="3148" w="3578">
                    <a:moveTo>
                      <a:pt x="1788" y="0"/>
                    </a:moveTo>
                    <a:cubicBezTo>
                      <a:pt x="1172" y="0"/>
                      <a:pt x="587" y="366"/>
                      <a:pt x="332" y="968"/>
                    </a:cubicBezTo>
                    <a:cubicBezTo>
                      <a:pt x="0" y="1769"/>
                      <a:pt x="383" y="2692"/>
                      <a:pt x="1183" y="3024"/>
                    </a:cubicBezTo>
                    <a:cubicBezTo>
                      <a:pt x="1382" y="3108"/>
                      <a:pt x="1588" y="3147"/>
                      <a:pt x="1790" y="3147"/>
                    </a:cubicBezTo>
                    <a:cubicBezTo>
                      <a:pt x="2405" y="3147"/>
                      <a:pt x="2989" y="2782"/>
                      <a:pt x="3239" y="2180"/>
                    </a:cubicBezTo>
                    <a:cubicBezTo>
                      <a:pt x="3578" y="1379"/>
                      <a:pt x="3195" y="456"/>
                      <a:pt x="2395" y="124"/>
                    </a:cubicBezTo>
                    <a:cubicBezTo>
                      <a:pt x="2196" y="40"/>
                      <a:pt x="1990" y="0"/>
                      <a:pt x="1788"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98" name="Google Shape;5198;p63"/>
            <p:cNvGrpSpPr/>
            <p:nvPr/>
          </p:nvGrpSpPr>
          <p:grpSpPr>
            <a:xfrm>
              <a:off x="3351965" y="1330435"/>
              <a:ext cx="295449" cy="285401"/>
              <a:chOff x="3631100" y="1866150"/>
              <a:chExt cx="149875" cy="144800"/>
            </a:xfrm>
          </p:grpSpPr>
          <p:sp>
            <p:nvSpPr>
              <p:cNvPr id="5199" name="Google Shape;5199;p63"/>
              <p:cNvSpPr/>
              <p:nvPr/>
            </p:nvSpPr>
            <p:spPr>
              <a:xfrm>
                <a:off x="3631100" y="1866150"/>
                <a:ext cx="149875" cy="144800"/>
              </a:xfrm>
              <a:custGeom>
                <a:rect b="b" l="l" r="r" t="t"/>
                <a:pathLst>
                  <a:path extrusionOk="0" h="5792" w="5995">
                    <a:moveTo>
                      <a:pt x="5251" y="0"/>
                    </a:moveTo>
                    <a:lnTo>
                      <a:pt x="4025" y="1226"/>
                    </a:lnTo>
                    <a:cubicBezTo>
                      <a:pt x="3619" y="974"/>
                      <a:pt x="3165" y="852"/>
                      <a:pt x="2716" y="852"/>
                    </a:cubicBezTo>
                    <a:cubicBezTo>
                      <a:pt x="1986" y="852"/>
                      <a:pt x="1267" y="1174"/>
                      <a:pt x="780" y="1782"/>
                    </a:cubicBezTo>
                    <a:cubicBezTo>
                      <a:pt x="1" y="2770"/>
                      <a:pt x="80" y="4183"/>
                      <a:pt x="967" y="5070"/>
                    </a:cubicBezTo>
                    <a:cubicBezTo>
                      <a:pt x="1449" y="5548"/>
                      <a:pt x="2082" y="5792"/>
                      <a:pt x="2716" y="5792"/>
                    </a:cubicBezTo>
                    <a:cubicBezTo>
                      <a:pt x="3259" y="5792"/>
                      <a:pt x="3804" y="5613"/>
                      <a:pt x="4256" y="5251"/>
                    </a:cubicBezTo>
                    <a:cubicBezTo>
                      <a:pt x="5237" y="4472"/>
                      <a:pt x="5475" y="3073"/>
                      <a:pt x="4811" y="2012"/>
                    </a:cubicBezTo>
                    <a:lnTo>
                      <a:pt x="5994" y="822"/>
                    </a:lnTo>
                    <a:cubicBezTo>
                      <a:pt x="5872" y="736"/>
                      <a:pt x="5756" y="642"/>
                      <a:pt x="5655" y="541"/>
                    </a:cubicBezTo>
                    <a:cubicBezTo>
                      <a:pt x="5497" y="382"/>
                      <a:pt x="5360" y="202"/>
                      <a:pt x="5251"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0" name="Google Shape;5200;p63"/>
              <p:cNvSpPr/>
              <p:nvPr/>
            </p:nvSpPr>
            <p:spPr>
              <a:xfrm>
                <a:off x="3654725" y="1907806"/>
                <a:ext cx="86575" cy="78800"/>
              </a:xfrm>
              <a:custGeom>
                <a:rect b="b" l="l" r="r" t="t"/>
                <a:pathLst>
                  <a:path extrusionOk="0" h="3152" w="3463">
                    <a:moveTo>
                      <a:pt x="1733" y="0"/>
                    </a:moveTo>
                    <a:cubicBezTo>
                      <a:pt x="1018" y="0"/>
                      <a:pt x="375" y="490"/>
                      <a:pt x="203" y="1212"/>
                    </a:cubicBezTo>
                    <a:cubicBezTo>
                      <a:pt x="1" y="2056"/>
                      <a:pt x="520" y="2907"/>
                      <a:pt x="1371" y="3109"/>
                    </a:cubicBezTo>
                    <a:cubicBezTo>
                      <a:pt x="1493" y="3138"/>
                      <a:pt x="1615" y="3152"/>
                      <a:pt x="1735" y="3152"/>
                    </a:cubicBezTo>
                    <a:cubicBezTo>
                      <a:pt x="2447" y="3152"/>
                      <a:pt x="3094" y="2662"/>
                      <a:pt x="3261" y="1940"/>
                    </a:cubicBezTo>
                    <a:cubicBezTo>
                      <a:pt x="3463" y="1096"/>
                      <a:pt x="2943" y="245"/>
                      <a:pt x="2099" y="43"/>
                    </a:cubicBezTo>
                    <a:cubicBezTo>
                      <a:pt x="1976" y="14"/>
                      <a:pt x="1854" y="0"/>
                      <a:pt x="173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01" name="Google Shape;5201;p63"/>
            <p:cNvGrpSpPr/>
            <p:nvPr/>
          </p:nvGrpSpPr>
          <p:grpSpPr>
            <a:xfrm>
              <a:off x="3548208" y="1560352"/>
              <a:ext cx="294808" cy="286830"/>
              <a:chOff x="3730650" y="1982800"/>
              <a:chExt cx="149550" cy="145525"/>
            </a:xfrm>
          </p:grpSpPr>
          <p:sp>
            <p:nvSpPr>
              <p:cNvPr id="5202" name="Google Shape;5202;p63"/>
              <p:cNvSpPr/>
              <p:nvPr/>
            </p:nvSpPr>
            <p:spPr>
              <a:xfrm>
                <a:off x="3730650" y="1982800"/>
                <a:ext cx="149550" cy="145525"/>
              </a:xfrm>
              <a:custGeom>
                <a:rect b="b" l="l" r="r" t="t"/>
                <a:pathLst>
                  <a:path extrusionOk="0" h="5821" w="5982">
                    <a:moveTo>
                      <a:pt x="786" y="0"/>
                    </a:moveTo>
                    <a:lnTo>
                      <a:pt x="0" y="787"/>
                    </a:lnTo>
                    <a:lnTo>
                      <a:pt x="1255" y="2034"/>
                    </a:lnTo>
                    <a:cubicBezTo>
                      <a:pt x="642" y="3008"/>
                      <a:pt x="786" y="4277"/>
                      <a:pt x="1601" y="5092"/>
                    </a:cubicBezTo>
                    <a:cubicBezTo>
                      <a:pt x="2102" y="5593"/>
                      <a:pt x="2724" y="5821"/>
                      <a:pt x="3335" y="5821"/>
                    </a:cubicBezTo>
                    <a:cubicBezTo>
                      <a:pt x="4512" y="5821"/>
                      <a:pt x="5649" y="4979"/>
                      <a:pt x="5806" y="3621"/>
                    </a:cubicBezTo>
                    <a:cubicBezTo>
                      <a:pt x="5981" y="2058"/>
                      <a:pt x="4723" y="867"/>
                      <a:pt x="3339" y="867"/>
                    </a:cubicBezTo>
                    <a:cubicBezTo>
                      <a:pt x="2903" y="867"/>
                      <a:pt x="2454" y="985"/>
                      <a:pt x="2034" y="1248"/>
                    </a:cubicBezTo>
                    <a:lnTo>
                      <a:pt x="786"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3" name="Google Shape;5203;p63"/>
              <p:cNvSpPr/>
              <p:nvPr/>
            </p:nvSpPr>
            <p:spPr>
              <a:xfrm>
                <a:off x="3771925" y="2027231"/>
                <a:ext cx="86575" cy="78750"/>
              </a:xfrm>
              <a:custGeom>
                <a:rect b="b" l="l" r="r" t="t"/>
                <a:pathLst>
                  <a:path extrusionOk="0" h="3150" w="3463">
                    <a:moveTo>
                      <a:pt x="1740" y="0"/>
                    </a:moveTo>
                    <a:cubicBezTo>
                      <a:pt x="1022" y="0"/>
                      <a:pt x="376" y="485"/>
                      <a:pt x="203" y="1209"/>
                    </a:cubicBezTo>
                    <a:cubicBezTo>
                      <a:pt x="1" y="2060"/>
                      <a:pt x="527" y="2904"/>
                      <a:pt x="1371" y="3106"/>
                    </a:cubicBezTo>
                    <a:cubicBezTo>
                      <a:pt x="1493" y="3135"/>
                      <a:pt x="1615" y="3149"/>
                      <a:pt x="1735" y="3149"/>
                    </a:cubicBezTo>
                    <a:cubicBezTo>
                      <a:pt x="2447" y="3149"/>
                      <a:pt x="3095" y="2660"/>
                      <a:pt x="3268" y="1938"/>
                    </a:cubicBezTo>
                    <a:cubicBezTo>
                      <a:pt x="3463" y="1094"/>
                      <a:pt x="2943" y="243"/>
                      <a:pt x="2099" y="41"/>
                    </a:cubicBezTo>
                    <a:cubicBezTo>
                      <a:pt x="1979" y="13"/>
                      <a:pt x="1858" y="0"/>
                      <a:pt x="1740"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204" name="Google Shape;5204;p63"/>
          <p:cNvGrpSpPr/>
          <p:nvPr/>
        </p:nvGrpSpPr>
        <p:grpSpPr>
          <a:xfrm>
            <a:off x="7624512" y="971306"/>
            <a:ext cx="804565" cy="677795"/>
            <a:chOff x="7636443" y="1204988"/>
            <a:chExt cx="804565" cy="677795"/>
          </a:xfrm>
        </p:grpSpPr>
        <p:grpSp>
          <p:nvGrpSpPr>
            <p:cNvPr id="5205" name="Google Shape;5205;p63"/>
            <p:cNvGrpSpPr/>
            <p:nvPr/>
          </p:nvGrpSpPr>
          <p:grpSpPr>
            <a:xfrm>
              <a:off x="7636443" y="1509705"/>
              <a:ext cx="804565" cy="373078"/>
              <a:chOff x="7636443" y="1509705"/>
              <a:chExt cx="804565" cy="373078"/>
            </a:xfrm>
          </p:grpSpPr>
          <p:sp>
            <p:nvSpPr>
              <p:cNvPr id="5206" name="Google Shape;5206;p63"/>
              <p:cNvSpPr/>
              <p:nvPr/>
            </p:nvSpPr>
            <p:spPr>
              <a:xfrm>
                <a:off x="7636443" y="1509705"/>
                <a:ext cx="749840" cy="373078"/>
              </a:xfrm>
              <a:custGeom>
                <a:rect b="b" l="l" r="r" t="t"/>
                <a:pathLst>
                  <a:path extrusionOk="0" h="10331" w="20764">
                    <a:moveTo>
                      <a:pt x="10376" y="1"/>
                    </a:moveTo>
                    <a:lnTo>
                      <a:pt x="1" y="5028"/>
                    </a:lnTo>
                    <a:lnTo>
                      <a:pt x="10376" y="10331"/>
                    </a:lnTo>
                    <a:lnTo>
                      <a:pt x="20763" y="5028"/>
                    </a:lnTo>
                    <a:lnTo>
                      <a:pt x="10376" y="1"/>
                    </a:ln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7" name="Google Shape;5207;p63"/>
              <p:cNvSpPr/>
              <p:nvPr/>
            </p:nvSpPr>
            <p:spPr>
              <a:xfrm>
                <a:off x="8398251" y="1667375"/>
                <a:ext cx="42757" cy="36365"/>
              </a:xfrm>
              <a:custGeom>
                <a:rect b="b" l="l" r="r" t="t"/>
                <a:pathLst>
                  <a:path extrusionOk="0" h="1007" w="1184">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08" name="Google Shape;5208;p63"/>
            <p:cNvGrpSpPr/>
            <p:nvPr/>
          </p:nvGrpSpPr>
          <p:grpSpPr>
            <a:xfrm>
              <a:off x="7636443" y="1408133"/>
              <a:ext cx="804565" cy="373078"/>
              <a:chOff x="7636443" y="1408133"/>
              <a:chExt cx="804565" cy="373078"/>
            </a:xfrm>
          </p:grpSpPr>
          <p:sp>
            <p:nvSpPr>
              <p:cNvPr id="5209" name="Google Shape;5209;p63"/>
              <p:cNvSpPr/>
              <p:nvPr/>
            </p:nvSpPr>
            <p:spPr>
              <a:xfrm>
                <a:off x="7636443" y="1408133"/>
                <a:ext cx="749840" cy="373078"/>
              </a:xfrm>
              <a:custGeom>
                <a:rect b="b" l="l" r="r" t="t"/>
                <a:pathLst>
                  <a:path extrusionOk="0" h="10331" w="20764">
                    <a:moveTo>
                      <a:pt x="10376" y="1"/>
                    </a:moveTo>
                    <a:lnTo>
                      <a:pt x="1" y="5028"/>
                    </a:lnTo>
                    <a:lnTo>
                      <a:pt x="10376" y="10331"/>
                    </a:lnTo>
                    <a:lnTo>
                      <a:pt x="20763" y="5028"/>
                    </a:lnTo>
                    <a:lnTo>
                      <a:pt x="1037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0" name="Google Shape;5210;p63"/>
              <p:cNvSpPr/>
              <p:nvPr/>
            </p:nvSpPr>
            <p:spPr>
              <a:xfrm>
                <a:off x="8398251" y="1565802"/>
                <a:ext cx="42757" cy="36365"/>
              </a:xfrm>
              <a:custGeom>
                <a:rect b="b" l="l" r="r" t="t"/>
                <a:pathLst>
                  <a:path extrusionOk="0" h="1007" w="1184">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11" name="Google Shape;5211;p63"/>
            <p:cNvGrpSpPr/>
            <p:nvPr/>
          </p:nvGrpSpPr>
          <p:grpSpPr>
            <a:xfrm>
              <a:off x="7636443" y="1306560"/>
              <a:ext cx="804565" cy="373078"/>
              <a:chOff x="7636443" y="1306560"/>
              <a:chExt cx="804565" cy="373078"/>
            </a:xfrm>
          </p:grpSpPr>
          <p:sp>
            <p:nvSpPr>
              <p:cNvPr id="5212" name="Google Shape;5212;p63"/>
              <p:cNvSpPr/>
              <p:nvPr/>
            </p:nvSpPr>
            <p:spPr>
              <a:xfrm>
                <a:off x="7636443" y="1306560"/>
                <a:ext cx="749840" cy="373078"/>
              </a:xfrm>
              <a:custGeom>
                <a:rect b="b" l="l" r="r" t="t"/>
                <a:pathLst>
                  <a:path extrusionOk="0" h="10331" w="20764">
                    <a:moveTo>
                      <a:pt x="10376" y="1"/>
                    </a:moveTo>
                    <a:lnTo>
                      <a:pt x="1" y="5028"/>
                    </a:lnTo>
                    <a:lnTo>
                      <a:pt x="10376" y="10331"/>
                    </a:lnTo>
                    <a:lnTo>
                      <a:pt x="20763" y="5028"/>
                    </a:lnTo>
                    <a:lnTo>
                      <a:pt x="10376"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3" name="Google Shape;5213;p63"/>
              <p:cNvSpPr/>
              <p:nvPr/>
            </p:nvSpPr>
            <p:spPr>
              <a:xfrm>
                <a:off x="8398251" y="1464230"/>
                <a:ext cx="42757" cy="36365"/>
              </a:xfrm>
              <a:custGeom>
                <a:rect b="b" l="l" r="r" t="t"/>
                <a:pathLst>
                  <a:path extrusionOk="0" h="1007" w="1184">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14" name="Google Shape;5214;p63"/>
            <p:cNvGrpSpPr/>
            <p:nvPr/>
          </p:nvGrpSpPr>
          <p:grpSpPr>
            <a:xfrm>
              <a:off x="7636443" y="1204988"/>
              <a:ext cx="804565" cy="373078"/>
              <a:chOff x="7636443" y="1204988"/>
              <a:chExt cx="804565" cy="373078"/>
            </a:xfrm>
          </p:grpSpPr>
          <p:sp>
            <p:nvSpPr>
              <p:cNvPr id="5215" name="Google Shape;5215;p63"/>
              <p:cNvSpPr/>
              <p:nvPr/>
            </p:nvSpPr>
            <p:spPr>
              <a:xfrm>
                <a:off x="7636443" y="1204988"/>
                <a:ext cx="749840" cy="373078"/>
              </a:xfrm>
              <a:custGeom>
                <a:rect b="b" l="l" r="r" t="t"/>
                <a:pathLst>
                  <a:path extrusionOk="0" h="10331" w="20764">
                    <a:moveTo>
                      <a:pt x="10376" y="1"/>
                    </a:moveTo>
                    <a:lnTo>
                      <a:pt x="1" y="5028"/>
                    </a:lnTo>
                    <a:lnTo>
                      <a:pt x="10376" y="10331"/>
                    </a:lnTo>
                    <a:lnTo>
                      <a:pt x="20763" y="5028"/>
                    </a:lnTo>
                    <a:lnTo>
                      <a:pt x="10376"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6" name="Google Shape;5216;p63"/>
              <p:cNvSpPr/>
              <p:nvPr/>
            </p:nvSpPr>
            <p:spPr>
              <a:xfrm>
                <a:off x="8398251" y="1362658"/>
                <a:ext cx="42757" cy="36365"/>
              </a:xfrm>
              <a:custGeom>
                <a:rect b="b" l="l" r="r" t="t"/>
                <a:pathLst>
                  <a:path extrusionOk="0" h="1007" w="1184">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217" name="Google Shape;5217;p63"/>
          <p:cNvGrpSpPr/>
          <p:nvPr/>
        </p:nvGrpSpPr>
        <p:grpSpPr>
          <a:xfrm>
            <a:off x="4963358" y="1878721"/>
            <a:ext cx="661339" cy="661188"/>
            <a:chOff x="3990000" y="975400"/>
            <a:chExt cx="3934200" cy="3933300"/>
          </a:xfrm>
        </p:grpSpPr>
        <p:sp>
          <p:nvSpPr>
            <p:cNvPr id="5218" name="Google Shape;5218;p63"/>
            <p:cNvSpPr/>
            <p:nvPr/>
          </p:nvSpPr>
          <p:spPr>
            <a:xfrm>
              <a:off x="3990000" y="975400"/>
              <a:ext cx="3934200" cy="39333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9" name="Google Shape;5219;p63"/>
            <p:cNvSpPr/>
            <p:nvPr/>
          </p:nvSpPr>
          <p:spPr>
            <a:xfrm>
              <a:off x="4346550" y="1331800"/>
              <a:ext cx="3221100" cy="32205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0" name="Google Shape;5220;p63"/>
            <p:cNvSpPr/>
            <p:nvPr/>
          </p:nvSpPr>
          <p:spPr>
            <a:xfrm>
              <a:off x="4786800" y="1771750"/>
              <a:ext cx="2340600" cy="2340600"/>
            </a:xfrm>
            <a:prstGeom prst="ellipse">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1" name="Google Shape;5221;p63"/>
            <p:cNvSpPr/>
            <p:nvPr/>
          </p:nvSpPr>
          <p:spPr>
            <a:xfrm>
              <a:off x="5218650" y="2203450"/>
              <a:ext cx="1476900" cy="14772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22" name="Google Shape;5222;p63"/>
          <p:cNvGrpSpPr/>
          <p:nvPr/>
        </p:nvGrpSpPr>
        <p:grpSpPr>
          <a:xfrm>
            <a:off x="6607006" y="1857359"/>
            <a:ext cx="868881" cy="684241"/>
            <a:chOff x="6598259" y="2078634"/>
            <a:chExt cx="868881" cy="684241"/>
          </a:xfrm>
        </p:grpSpPr>
        <p:sp>
          <p:nvSpPr>
            <p:cNvPr id="5223" name="Google Shape;5223;p63"/>
            <p:cNvSpPr/>
            <p:nvPr/>
          </p:nvSpPr>
          <p:spPr>
            <a:xfrm>
              <a:off x="7165957" y="2159753"/>
              <a:ext cx="286185" cy="107120"/>
            </a:xfrm>
            <a:custGeom>
              <a:rect b="b" l="l" r="r" t="t"/>
              <a:pathLst>
                <a:path extrusionOk="0" h="18156" w="48506">
                  <a:moveTo>
                    <a:pt x="1" y="1"/>
                  </a:moveTo>
                  <a:lnTo>
                    <a:pt x="1" y="18156"/>
                  </a:lnTo>
                  <a:lnTo>
                    <a:pt x="48506" y="18156"/>
                  </a:lnTo>
                  <a:lnTo>
                    <a:pt x="48506" y="1"/>
                  </a:lnTo>
                  <a:close/>
                </a:path>
              </a:pathLst>
            </a:custGeom>
            <a:solidFill>
              <a:srgbClr val="B3C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4" name="Google Shape;5224;p63"/>
            <p:cNvSpPr/>
            <p:nvPr/>
          </p:nvSpPr>
          <p:spPr>
            <a:xfrm>
              <a:off x="7085764" y="2536793"/>
              <a:ext cx="349475" cy="107120"/>
            </a:xfrm>
            <a:custGeom>
              <a:rect b="b" l="l" r="r" t="t"/>
              <a:pathLst>
                <a:path extrusionOk="0" h="18156" w="59233">
                  <a:moveTo>
                    <a:pt x="1" y="1"/>
                  </a:moveTo>
                  <a:lnTo>
                    <a:pt x="1" y="18156"/>
                  </a:lnTo>
                  <a:lnTo>
                    <a:pt x="59233" y="18156"/>
                  </a:lnTo>
                  <a:lnTo>
                    <a:pt x="59233" y="1"/>
                  </a:lnTo>
                  <a:close/>
                </a:path>
              </a:pathLst>
            </a:custGeom>
            <a:solidFill>
              <a:srgbClr val="374F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5" name="Google Shape;5225;p63"/>
            <p:cNvSpPr/>
            <p:nvPr/>
          </p:nvSpPr>
          <p:spPr>
            <a:xfrm>
              <a:off x="6598259" y="2195183"/>
              <a:ext cx="271241" cy="107120"/>
            </a:xfrm>
            <a:custGeom>
              <a:rect b="b" l="l" r="r" t="t"/>
              <a:pathLst>
                <a:path extrusionOk="0" h="18156" w="45973">
                  <a:moveTo>
                    <a:pt x="1" y="0"/>
                  </a:moveTo>
                  <a:lnTo>
                    <a:pt x="1" y="18156"/>
                  </a:lnTo>
                  <a:lnTo>
                    <a:pt x="45972" y="18156"/>
                  </a:lnTo>
                  <a:lnTo>
                    <a:pt x="45972" y="0"/>
                  </a:lnTo>
                  <a:close/>
                </a:path>
              </a:pathLst>
            </a:custGeom>
            <a:solidFill>
              <a:srgbClr val="8FA1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6" name="Google Shape;5226;p63"/>
            <p:cNvSpPr/>
            <p:nvPr/>
          </p:nvSpPr>
          <p:spPr>
            <a:xfrm>
              <a:off x="6604064" y="2370778"/>
              <a:ext cx="358696" cy="107126"/>
            </a:xfrm>
            <a:custGeom>
              <a:rect b="b" l="l" r="r" t="t"/>
              <a:pathLst>
                <a:path extrusionOk="0" h="18157" w="60796">
                  <a:moveTo>
                    <a:pt x="0" y="1"/>
                  </a:moveTo>
                  <a:lnTo>
                    <a:pt x="0" y="18156"/>
                  </a:lnTo>
                  <a:lnTo>
                    <a:pt x="60796" y="18156"/>
                  </a:lnTo>
                  <a:lnTo>
                    <a:pt x="60796" y="1"/>
                  </a:lnTo>
                  <a:close/>
                </a:path>
              </a:pathLst>
            </a:custGeom>
            <a:solidFill>
              <a:srgbClr val="C9D4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7" name="Google Shape;5227;p63"/>
            <p:cNvSpPr/>
            <p:nvPr/>
          </p:nvSpPr>
          <p:spPr>
            <a:xfrm>
              <a:off x="6645158" y="2545743"/>
              <a:ext cx="358696" cy="109044"/>
            </a:xfrm>
            <a:custGeom>
              <a:rect b="b" l="l" r="r" t="t"/>
              <a:pathLst>
                <a:path extrusionOk="0" h="18482" w="60796">
                  <a:moveTo>
                    <a:pt x="1" y="0"/>
                  </a:moveTo>
                  <a:lnTo>
                    <a:pt x="1" y="18482"/>
                  </a:lnTo>
                  <a:lnTo>
                    <a:pt x="60796" y="18482"/>
                  </a:lnTo>
                  <a:lnTo>
                    <a:pt x="60796" y="0"/>
                  </a:lnTo>
                  <a:close/>
                </a:path>
              </a:pathLst>
            </a:custGeom>
            <a:solidFill>
              <a:srgbClr val="DBE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8" name="Google Shape;5228;p63"/>
            <p:cNvSpPr/>
            <p:nvPr/>
          </p:nvSpPr>
          <p:spPr>
            <a:xfrm>
              <a:off x="7155838" y="2352960"/>
              <a:ext cx="311302" cy="107120"/>
            </a:xfrm>
            <a:custGeom>
              <a:rect b="b" l="l" r="r" t="t"/>
              <a:pathLst>
                <a:path extrusionOk="0" h="18156" w="52763">
                  <a:moveTo>
                    <a:pt x="0" y="0"/>
                  </a:moveTo>
                  <a:lnTo>
                    <a:pt x="0" y="18155"/>
                  </a:lnTo>
                  <a:lnTo>
                    <a:pt x="52763" y="18155"/>
                  </a:lnTo>
                  <a:lnTo>
                    <a:pt x="52763" y="0"/>
                  </a:lnTo>
                  <a:close/>
                </a:path>
              </a:pathLst>
            </a:custGeom>
            <a:solidFill>
              <a:srgbClr val="4F67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29" name="Google Shape;5229;p63"/>
            <p:cNvGrpSpPr/>
            <p:nvPr/>
          </p:nvGrpSpPr>
          <p:grpSpPr>
            <a:xfrm>
              <a:off x="6808175" y="2078634"/>
              <a:ext cx="452229" cy="684241"/>
              <a:chOff x="6808175" y="2078634"/>
              <a:chExt cx="452229" cy="684241"/>
            </a:xfrm>
          </p:grpSpPr>
          <p:sp>
            <p:nvSpPr>
              <p:cNvPr id="5230" name="Google Shape;5230;p63"/>
              <p:cNvSpPr/>
              <p:nvPr/>
            </p:nvSpPr>
            <p:spPr>
              <a:xfrm>
                <a:off x="7165957" y="2159753"/>
                <a:ext cx="94447" cy="107120"/>
              </a:xfrm>
              <a:custGeom>
                <a:rect b="b" l="l" r="r" t="t"/>
                <a:pathLst>
                  <a:path extrusionOk="0" h="18156" w="16008">
                    <a:moveTo>
                      <a:pt x="1" y="1"/>
                    </a:moveTo>
                    <a:lnTo>
                      <a:pt x="1" y="18156"/>
                    </a:lnTo>
                    <a:lnTo>
                      <a:pt x="16007" y="18156"/>
                    </a:lnTo>
                    <a:cubicBezTo>
                      <a:pt x="15291" y="11568"/>
                      <a:pt x="12904" y="5350"/>
                      <a:pt x="90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1" name="Google Shape;5231;p63"/>
              <p:cNvSpPr/>
              <p:nvPr/>
            </p:nvSpPr>
            <p:spPr>
              <a:xfrm>
                <a:off x="7085764" y="2536793"/>
                <a:ext cx="61100" cy="107120"/>
              </a:xfrm>
              <a:custGeom>
                <a:rect b="b" l="l" r="r" t="t"/>
                <a:pathLst>
                  <a:path extrusionOk="0" h="18156" w="10356">
                    <a:moveTo>
                      <a:pt x="1" y="1"/>
                    </a:moveTo>
                    <a:lnTo>
                      <a:pt x="1" y="18156"/>
                    </a:lnTo>
                    <a:lnTo>
                      <a:pt x="5804" y="18156"/>
                    </a:lnTo>
                    <a:cubicBezTo>
                      <a:pt x="5810" y="18084"/>
                      <a:pt x="5813" y="18013"/>
                      <a:pt x="5813" y="17941"/>
                    </a:cubicBezTo>
                    <a:cubicBezTo>
                      <a:pt x="5815" y="17225"/>
                      <a:pt x="5579" y="16528"/>
                      <a:pt x="5146" y="15958"/>
                    </a:cubicBezTo>
                    <a:cubicBezTo>
                      <a:pt x="5764" y="15144"/>
                      <a:pt x="5967" y="14089"/>
                      <a:pt x="5696" y="13103"/>
                    </a:cubicBezTo>
                    <a:cubicBezTo>
                      <a:pt x="6334" y="11805"/>
                      <a:pt x="6339" y="10352"/>
                      <a:pt x="6343" y="9017"/>
                    </a:cubicBezTo>
                    <a:lnTo>
                      <a:pt x="6343" y="8907"/>
                    </a:lnTo>
                    <a:cubicBezTo>
                      <a:pt x="6346" y="8040"/>
                      <a:pt x="6573" y="6922"/>
                      <a:pt x="6952" y="5914"/>
                    </a:cubicBezTo>
                    <a:cubicBezTo>
                      <a:pt x="7745" y="3797"/>
                      <a:pt x="8890" y="1817"/>
                      <a:pt x="10355"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2" name="Google Shape;5232;p63"/>
              <p:cNvSpPr/>
              <p:nvPr/>
            </p:nvSpPr>
            <p:spPr>
              <a:xfrm>
                <a:off x="6808175" y="2195183"/>
                <a:ext cx="61325" cy="107120"/>
              </a:xfrm>
              <a:custGeom>
                <a:rect b="b" l="l" r="r" t="t"/>
                <a:pathLst>
                  <a:path extrusionOk="0" h="18156" w="10394">
                    <a:moveTo>
                      <a:pt x="3660" y="0"/>
                    </a:moveTo>
                    <a:cubicBezTo>
                      <a:pt x="1279" y="5051"/>
                      <a:pt x="19" y="10605"/>
                      <a:pt x="14" y="16353"/>
                    </a:cubicBezTo>
                    <a:cubicBezTo>
                      <a:pt x="11" y="16529"/>
                      <a:pt x="0" y="17161"/>
                      <a:pt x="51" y="18156"/>
                    </a:cubicBezTo>
                    <a:lnTo>
                      <a:pt x="10393" y="18156"/>
                    </a:lnTo>
                    <a:lnTo>
                      <a:pt x="10393"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3" name="Google Shape;5233;p63"/>
              <p:cNvSpPr/>
              <p:nvPr/>
            </p:nvSpPr>
            <p:spPr>
              <a:xfrm>
                <a:off x="6820441" y="2370778"/>
                <a:ext cx="142320" cy="107126"/>
              </a:xfrm>
              <a:custGeom>
                <a:rect b="b" l="l" r="r" t="t"/>
                <a:pathLst>
                  <a:path extrusionOk="0" h="18157" w="24122">
                    <a:moveTo>
                      <a:pt x="0" y="1"/>
                    </a:moveTo>
                    <a:cubicBezTo>
                      <a:pt x="1532" y="5312"/>
                      <a:pt x="4200" y="11690"/>
                      <a:pt x="8823" y="18156"/>
                    </a:cubicBezTo>
                    <a:lnTo>
                      <a:pt x="24122" y="18156"/>
                    </a:lnTo>
                    <a:lnTo>
                      <a:pt x="24122" y="1"/>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4" name="Google Shape;5234;p63"/>
              <p:cNvSpPr/>
              <p:nvPr/>
            </p:nvSpPr>
            <p:spPr>
              <a:xfrm>
                <a:off x="6929774" y="2545743"/>
                <a:ext cx="74092" cy="109044"/>
              </a:xfrm>
              <a:custGeom>
                <a:rect b="b" l="l" r="r" t="t"/>
                <a:pathLst>
                  <a:path extrusionOk="0" h="18482" w="12558">
                    <a:moveTo>
                      <a:pt x="0" y="0"/>
                    </a:moveTo>
                    <a:cubicBezTo>
                      <a:pt x="938" y="1387"/>
                      <a:pt x="1707" y="2855"/>
                      <a:pt x="2285" y="4397"/>
                    </a:cubicBezTo>
                    <a:cubicBezTo>
                      <a:pt x="2664" y="5405"/>
                      <a:pt x="2891" y="6523"/>
                      <a:pt x="2895" y="7390"/>
                    </a:cubicBezTo>
                    <a:lnTo>
                      <a:pt x="2895" y="7500"/>
                    </a:lnTo>
                    <a:cubicBezTo>
                      <a:pt x="2898" y="8835"/>
                      <a:pt x="2904" y="10288"/>
                      <a:pt x="3541" y="11586"/>
                    </a:cubicBezTo>
                    <a:cubicBezTo>
                      <a:pt x="3270" y="12572"/>
                      <a:pt x="3473" y="13627"/>
                      <a:pt x="4092" y="14441"/>
                    </a:cubicBezTo>
                    <a:cubicBezTo>
                      <a:pt x="3202" y="15613"/>
                      <a:pt x="3202" y="17235"/>
                      <a:pt x="4092" y="18407"/>
                    </a:cubicBezTo>
                    <a:cubicBezTo>
                      <a:pt x="4072" y="18431"/>
                      <a:pt x="4057" y="18457"/>
                      <a:pt x="4039" y="18482"/>
                    </a:cubicBezTo>
                    <a:lnTo>
                      <a:pt x="12558" y="18482"/>
                    </a:lnTo>
                    <a:lnTo>
                      <a:pt x="12558"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5" name="Google Shape;5235;p63"/>
              <p:cNvSpPr/>
              <p:nvPr/>
            </p:nvSpPr>
            <p:spPr>
              <a:xfrm>
                <a:off x="7155838" y="2352960"/>
                <a:ext cx="98377" cy="107120"/>
              </a:xfrm>
              <a:custGeom>
                <a:rect b="b" l="l" r="r" t="t"/>
                <a:pathLst>
                  <a:path extrusionOk="0" h="18156" w="16674">
                    <a:moveTo>
                      <a:pt x="0" y="0"/>
                    </a:moveTo>
                    <a:lnTo>
                      <a:pt x="0" y="18155"/>
                    </a:lnTo>
                    <a:lnTo>
                      <a:pt x="9101" y="18155"/>
                    </a:lnTo>
                    <a:cubicBezTo>
                      <a:pt x="13299" y="11475"/>
                      <a:pt x="15509" y="5056"/>
                      <a:pt x="16674"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36" name="Google Shape;5236;p63"/>
              <p:cNvGrpSpPr/>
              <p:nvPr/>
            </p:nvGrpSpPr>
            <p:grpSpPr>
              <a:xfrm>
                <a:off x="6821586" y="2078634"/>
                <a:ext cx="426871" cy="684241"/>
                <a:chOff x="6821586" y="2078634"/>
                <a:chExt cx="426871" cy="684241"/>
              </a:xfrm>
            </p:grpSpPr>
            <p:grpSp>
              <p:nvGrpSpPr>
                <p:cNvPr id="5237" name="Google Shape;5237;p63"/>
                <p:cNvGrpSpPr/>
                <p:nvPr/>
              </p:nvGrpSpPr>
              <p:grpSpPr>
                <a:xfrm>
                  <a:off x="6821586" y="2078634"/>
                  <a:ext cx="426871" cy="684241"/>
                  <a:chOff x="6821586" y="2078634"/>
                  <a:chExt cx="426871" cy="684241"/>
                </a:xfrm>
              </p:grpSpPr>
              <p:sp>
                <p:nvSpPr>
                  <p:cNvPr id="5238" name="Google Shape;5238;p63"/>
                  <p:cNvSpPr/>
                  <p:nvPr/>
                </p:nvSpPr>
                <p:spPr>
                  <a:xfrm>
                    <a:off x="6990036" y="2693797"/>
                    <a:ext cx="89963" cy="69077"/>
                  </a:xfrm>
                  <a:custGeom>
                    <a:rect b="b" l="l" r="r" t="t"/>
                    <a:pathLst>
                      <a:path extrusionOk="0" h="11708" w="15248">
                        <a:moveTo>
                          <a:pt x="1" y="0"/>
                        </a:moveTo>
                        <a:lnTo>
                          <a:pt x="1" y="4083"/>
                        </a:lnTo>
                        <a:cubicBezTo>
                          <a:pt x="1" y="8276"/>
                          <a:pt x="3430" y="11707"/>
                          <a:pt x="7623" y="11707"/>
                        </a:cubicBezTo>
                        <a:cubicBezTo>
                          <a:pt x="11816" y="11707"/>
                          <a:pt x="15247" y="8276"/>
                          <a:pt x="15247" y="4083"/>
                        </a:cubicBezTo>
                        <a:lnTo>
                          <a:pt x="15247" y="0"/>
                        </a:ln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9" name="Google Shape;5239;p63"/>
                  <p:cNvSpPr/>
                  <p:nvPr/>
                </p:nvSpPr>
                <p:spPr>
                  <a:xfrm>
                    <a:off x="6968649" y="2671926"/>
                    <a:ext cx="132738" cy="72712"/>
                  </a:xfrm>
                  <a:custGeom>
                    <a:rect b="b" l="l" r="r" t="t"/>
                    <a:pathLst>
                      <a:path extrusionOk="0" h="12324" w="22498">
                        <a:moveTo>
                          <a:pt x="1" y="0"/>
                        </a:moveTo>
                        <a:lnTo>
                          <a:pt x="1" y="2864"/>
                        </a:lnTo>
                        <a:cubicBezTo>
                          <a:pt x="1" y="8528"/>
                          <a:pt x="10476" y="12324"/>
                          <a:pt x="11248" y="12324"/>
                        </a:cubicBezTo>
                        <a:cubicBezTo>
                          <a:pt x="12022" y="12324"/>
                          <a:pt x="22498" y="7684"/>
                          <a:pt x="22498" y="2864"/>
                        </a:cubicBezTo>
                        <a:lnTo>
                          <a:pt x="22498" y="0"/>
                        </a:ln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0" name="Google Shape;5240;p63"/>
                  <p:cNvSpPr/>
                  <p:nvPr/>
                </p:nvSpPr>
                <p:spPr>
                  <a:xfrm>
                    <a:off x="6968649" y="2679891"/>
                    <a:ext cx="132738" cy="64747"/>
                  </a:xfrm>
                  <a:custGeom>
                    <a:rect b="b" l="l" r="r" t="t"/>
                    <a:pathLst>
                      <a:path extrusionOk="0" h="10974" w="22498">
                        <a:moveTo>
                          <a:pt x="1" y="1"/>
                        </a:moveTo>
                        <a:lnTo>
                          <a:pt x="1" y="1514"/>
                        </a:lnTo>
                        <a:cubicBezTo>
                          <a:pt x="1" y="7178"/>
                          <a:pt x="10476" y="10974"/>
                          <a:pt x="11248" y="10974"/>
                        </a:cubicBezTo>
                        <a:cubicBezTo>
                          <a:pt x="12022" y="10974"/>
                          <a:pt x="22498" y="6335"/>
                          <a:pt x="22498" y="1514"/>
                        </a:cubicBezTo>
                        <a:lnTo>
                          <a:pt x="22498" y="1"/>
                        </a:lnTo>
                        <a:cubicBezTo>
                          <a:pt x="22498" y="4821"/>
                          <a:pt x="12022" y="9459"/>
                          <a:pt x="11248" y="9459"/>
                        </a:cubicBezTo>
                        <a:cubicBezTo>
                          <a:pt x="10476" y="9459"/>
                          <a:pt x="1" y="5665"/>
                          <a:pt x="1"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1" name="Google Shape;5241;p63"/>
                  <p:cNvSpPr/>
                  <p:nvPr/>
                </p:nvSpPr>
                <p:spPr>
                  <a:xfrm>
                    <a:off x="6969091" y="2693467"/>
                    <a:ext cx="131729" cy="11765"/>
                  </a:xfrm>
                  <a:custGeom>
                    <a:rect b="b" l="l" r="r" t="t"/>
                    <a:pathLst>
                      <a:path extrusionOk="0" h="1994" w="22327">
                        <a:moveTo>
                          <a:pt x="52" y="1"/>
                        </a:moveTo>
                        <a:cubicBezTo>
                          <a:pt x="34" y="1"/>
                          <a:pt x="18" y="4"/>
                          <a:pt x="1" y="4"/>
                        </a:cubicBezTo>
                        <a:cubicBezTo>
                          <a:pt x="122" y="701"/>
                          <a:pt x="392" y="1367"/>
                          <a:pt x="778" y="1994"/>
                        </a:cubicBezTo>
                        <a:lnTo>
                          <a:pt x="21362" y="1994"/>
                        </a:lnTo>
                        <a:cubicBezTo>
                          <a:pt x="21834" y="1347"/>
                          <a:pt x="22173" y="680"/>
                          <a:pt x="22326" y="2"/>
                        </a:cubicBezTo>
                        <a:cubicBezTo>
                          <a:pt x="22316" y="2"/>
                          <a:pt x="22307" y="1"/>
                          <a:pt x="22297"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2" name="Google Shape;5242;p63"/>
                  <p:cNvSpPr/>
                  <p:nvPr/>
                </p:nvSpPr>
                <p:spPr>
                  <a:xfrm>
                    <a:off x="6821586" y="2078634"/>
                    <a:ext cx="426871" cy="544694"/>
                  </a:xfrm>
                  <a:custGeom>
                    <a:rect b="b" l="l" r="r" t="t"/>
                    <a:pathLst>
                      <a:path extrusionOk="0" h="92321" w="72351">
                        <a:moveTo>
                          <a:pt x="36174" y="1"/>
                        </a:moveTo>
                        <a:cubicBezTo>
                          <a:pt x="16216" y="1"/>
                          <a:pt x="37" y="16180"/>
                          <a:pt x="37" y="36140"/>
                        </a:cubicBezTo>
                        <a:cubicBezTo>
                          <a:pt x="37" y="36140"/>
                          <a:pt x="0" y="37141"/>
                          <a:pt x="140" y="38891"/>
                        </a:cubicBezTo>
                        <a:cubicBezTo>
                          <a:pt x="143" y="38928"/>
                          <a:pt x="147" y="38965"/>
                          <a:pt x="149" y="39003"/>
                        </a:cubicBezTo>
                        <a:cubicBezTo>
                          <a:pt x="164" y="39192"/>
                          <a:pt x="182" y="39386"/>
                          <a:pt x="201" y="39590"/>
                        </a:cubicBezTo>
                        <a:cubicBezTo>
                          <a:pt x="222" y="39817"/>
                          <a:pt x="246" y="40044"/>
                          <a:pt x="273" y="40271"/>
                        </a:cubicBezTo>
                        <a:cubicBezTo>
                          <a:pt x="281" y="40354"/>
                          <a:pt x="292" y="40436"/>
                          <a:pt x="301" y="40521"/>
                        </a:cubicBezTo>
                        <a:cubicBezTo>
                          <a:pt x="313" y="40621"/>
                          <a:pt x="325" y="40722"/>
                          <a:pt x="337" y="40822"/>
                        </a:cubicBezTo>
                        <a:cubicBezTo>
                          <a:pt x="1211" y="47845"/>
                          <a:pt x="4544" y="61615"/>
                          <a:pt x="17111" y="74112"/>
                        </a:cubicBezTo>
                        <a:cubicBezTo>
                          <a:pt x="19581" y="76568"/>
                          <a:pt x="21548" y="79501"/>
                          <a:pt x="22771" y="82763"/>
                        </a:cubicBezTo>
                        <a:cubicBezTo>
                          <a:pt x="23307" y="84192"/>
                          <a:pt x="23522" y="85567"/>
                          <a:pt x="23526" y="86552"/>
                        </a:cubicBezTo>
                        <a:cubicBezTo>
                          <a:pt x="23540" y="90527"/>
                          <a:pt x="23421" y="92321"/>
                          <a:pt x="36174" y="92321"/>
                        </a:cubicBezTo>
                        <a:cubicBezTo>
                          <a:pt x="48929" y="92321"/>
                          <a:pt x="48811" y="90527"/>
                          <a:pt x="48825" y="86552"/>
                        </a:cubicBezTo>
                        <a:cubicBezTo>
                          <a:pt x="48828" y="85567"/>
                          <a:pt x="49043" y="84192"/>
                          <a:pt x="49579" y="82763"/>
                        </a:cubicBezTo>
                        <a:cubicBezTo>
                          <a:pt x="50802" y="79501"/>
                          <a:pt x="52769" y="76568"/>
                          <a:pt x="55240" y="74112"/>
                        </a:cubicBezTo>
                        <a:cubicBezTo>
                          <a:pt x="67806" y="61615"/>
                          <a:pt x="71138" y="47845"/>
                          <a:pt x="72011" y="40822"/>
                        </a:cubicBezTo>
                        <a:cubicBezTo>
                          <a:pt x="72025" y="40722"/>
                          <a:pt x="72038" y="40621"/>
                          <a:pt x="72050" y="40521"/>
                        </a:cubicBezTo>
                        <a:cubicBezTo>
                          <a:pt x="72059" y="40436"/>
                          <a:pt x="72069" y="40354"/>
                          <a:pt x="72078" y="40271"/>
                        </a:cubicBezTo>
                        <a:cubicBezTo>
                          <a:pt x="72104" y="40044"/>
                          <a:pt x="72127" y="39817"/>
                          <a:pt x="72149" y="39590"/>
                        </a:cubicBezTo>
                        <a:cubicBezTo>
                          <a:pt x="72169" y="39386"/>
                          <a:pt x="72186" y="39192"/>
                          <a:pt x="72202" y="39003"/>
                        </a:cubicBezTo>
                        <a:cubicBezTo>
                          <a:pt x="72205" y="38966"/>
                          <a:pt x="72207" y="38928"/>
                          <a:pt x="72211" y="38891"/>
                        </a:cubicBezTo>
                        <a:cubicBezTo>
                          <a:pt x="72350" y="37141"/>
                          <a:pt x="72314" y="36140"/>
                          <a:pt x="72314" y="36140"/>
                        </a:cubicBezTo>
                        <a:cubicBezTo>
                          <a:pt x="72314" y="16180"/>
                          <a:pt x="56134" y="1"/>
                          <a:pt x="36174" y="1"/>
                        </a:cubicBezTo>
                        <a:close/>
                      </a:path>
                    </a:pathLst>
                  </a:custGeom>
                  <a:solidFill>
                    <a:srgbClr val="FEFE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3" name="Google Shape;5243;p63"/>
                  <p:cNvSpPr/>
                  <p:nvPr/>
                </p:nvSpPr>
                <p:spPr>
                  <a:xfrm>
                    <a:off x="6984514" y="2448953"/>
                    <a:ext cx="101008" cy="164409"/>
                  </a:xfrm>
                  <a:custGeom>
                    <a:rect b="b" l="l" r="r" t="t"/>
                    <a:pathLst>
                      <a:path extrusionOk="0" h="27866" w="17120">
                        <a:moveTo>
                          <a:pt x="1" y="0"/>
                        </a:moveTo>
                        <a:lnTo>
                          <a:pt x="4920" y="27866"/>
                        </a:lnTo>
                        <a:lnTo>
                          <a:pt x="12200" y="27866"/>
                        </a:lnTo>
                        <a:lnTo>
                          <a:pt x="17120" y="0"/>
                        </a:lnTo>
                        <a:close/>
                      </a:path>
                    </a:pathLst>
                  </a:custGeom>
                  <a:solidFill>
                    <a:srgbClr val="EDF1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4" name="Google Shape;5244;p63"/>
                  <p:cNvSpPr/>
                  <p:nvPr/>
                </p:nvSpPr>
                <p:spPr>
                  <a:xfrm>
                    <a:off x="6984514" y="2448953"/>
                    <a:ext cx="101008" cy="140963"/>
                  </a:xfrm>
                  <a:custGeom>
                    <a:rect b="b" l="l" r="r" t="t"/>
                    <a:pathLst>
                      <a:path extrusionOk="0" h="23892" w="17120">
                        <a:moveTo>
                          <a:pt x="1" y="0"/>
                        </a:moveTo>
                        <a:lnTo>
                          <a:pt x="4218" y="23891"/>
                        </a:lnTo>
                        <a:lnTo>
                          <a:pt x="12902" y="23891"/>
                        </a:lnTo>
                        <a:lnTo>
                          <a:pt x="17120"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5" name="Google Shape;5245;p63"/>
                  <p:cNvSpPr/>
                  <p:nvPr/>
                </p:nvSpPr>
                <p:spPr>
                  <a:xfrm>
                    <a:off x="7012451" y="2607162"/>
                    <a:ext cx="45141" cy="6201"/>
                  </a:xfrm>
                  <a:custGeom>
                    <a:rect b="b" l="l" r="r" t="t"/>
                    <a:pathLst>
                      <a:path extrusionOk="0" h="1051" w="7651">
                        <a:moveTo>
                          <a:pt x="0" y="1"/>
                        </a:moveTo>
                        <a:lnTo>
                          <a:pt x="185" y="1051"/>
                        </a:lnTo>
                        <a:lnTo>
                          <a:pt x="7465" y="1051"/>
                        </a:lnTo>
                        <a:lnTo>
                          <a:pt x="7650"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6" name="Google Shape;5246;p63"/>
                  <p:cNvSpPr/>
                  <p:nvPr/>
                </p:nvSpPr>
                <p:spPr>
                  <a:xfrm>
                    <a:off x="6968649" y="2664244"/>
                    <a:ext cx="132738" cy="25199"/>
                  </a:xfrm>
                  <a:custGeom>
                    <a:rect b="b" l="l" r="r" t="t"/>
                    <a:pathLst>
                      <a:path extrusionOk="0" h="4271" w="22498">
                        <a:moveTo>
                          <a:pt x="93" y="1"/>
                        </a:moveTo>
                        <a:cubicBezTo>
                          <a:pt x="43" y="1"/>
                          <a:pt x="1" y="43"/>
                          <a:pt x="1" y="95"/>
                        </a:cubicBezTo>
                        <a:lnTo>
                          <a:pt x="1" y="4176"/>
                        </a:lnTo>
                        <a:cubicBezTo>
                          <a:pt x="1" y="4229"/>
                          <a:pt x="43" y="4270"/>
                          <a:pt x="93" y="4270"/>
                        </a:cubicBezTo>
                        <a:lnTo>
                          <a:pt x="22405" y="4270"/>
                        </a:lnTo>
                        <a:cubicBezTo>
                          <a:pt x="22456" y="4270"/>
                          <a:pt x="22498" y="4229"/>
                          <a:pt x="22498" y="4176"/>
                        </a:cubicBezTo>
                        <a:lnTo>
                          <a:pt x="22498" y="95"/>
                        </a:lnTo>
                        <a:cubicBezTo>
                          <a:pt x="22498" y="43"/>
                          <a:pt x="22456" y="1"/>
                          <a:pt x="22405" y="1"/>
                        </a:cubicBez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7" name="Google Shape;5247;p63"/>
                  <p:cNvSpPr/>
                  <p:nvPr/>
                </p:nvSpPr>
                <p:spPr>
                  <a:xfrm>
                    <a:off x="6968649" y="2667389"/>
                    <a:ext cx="132738" cy="11776"/>
                  </a:xfrm>
                  <a:custGeom>
                    <a:rect b="b" l="l" r="r" t="t"/>
                    <a:pathLst>
                      <a:path extrusionOk="0" h="1996" w="22498">
                        <a:moveTo>
                          <a:pt x="22185" y="1"/>
                        </a:moveTo>
                        <a:lnTo>
                          <a:pt x="314" y="2"/>
                        </a:lnTo>
                        <a:cubicBezTo>
                          <a:pt x="113" y="247"/>
                          <a:pt x="3" y="556"/>
                          <a:pt x="1" y="874"/>
                        </a:cubicBezTo>
                        <a:lnTo>
                          <a:pt x="1" y="1880"/>
                        </a:lnTo>
                        <a:cubicBezTo>
                          <a:pt x="1" y="1915"/>
                          <a:pt x="8" y="1948"/>
                          <a:pt x="11" y="1983"/>
                        </a:cubicBezTo>
                        <a:cubicBezTo>
                          <a:pt x="48" y="1990"/>
                          <a:pt x="88" y="1994"/>
                          <a:pt x="127" y="1996"/>
                        </a:cubicBezTo>
                        <a:lnTo>
                          <a:pt x="22372" y="1996"/>
                        </a:lnTo>
                        <a:cubicBezTo>
                          <a:pt x="22410" y="1994"/>
                          <a:pt x="22449" y="1990"/>
                          <a:pt x="22487" y="1983"/>
                        </a:cubicBezTo>
                        <a:cubicBezTo>
                          <a:pt x="22491" y="1948"/>
                          <a:pt x="22498" y="1915"/>
                          <a:pt x="22498" y="1880"/>
                        </a:cubicBezTo>
                        <a:lnTo>
                          <a:pt x="22498" y="872"/>
                        </a:lnTo>
                        <a:cubicBezTo>
                          <a:pt x="22496" y="554"/>
                          <a:pt x="22386" y="247"/>
                          <a:pt x="22185"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8" name="Google Shape;5248;p63"/>
                  <p:cNvSpPr/>
                  <p:nvPr/>
                </p:nvSpPr>
                <p:spPr>
                  <a:xfrm>
                    <a:off x="6963510" y="2683549"/>
                    <a:ext cx="143022" cy="11776"/>
                  </a:xfrm>
                  <a:custGeom>
                    <a:rect b="b" l="l" r="r" t="t"/>
                    <a:pathLst>
                      <a:path extrusionOk="0" h="1996" w="24241">
                        <a:moveTo>
                          <a:pt x="46" y="1"/>
                        </a:moveTo>
                        <a:cubicBezTo>
                          <a:pt x="19" y="1"/>
                          <a:pt x="0" y="22"/>
                          <a:pt x="0" y="46"/>
                        </a:cubicBezTo>
                        <a:lnTo>
                          <a:pt x="0" y="1951"/>
                        </a:lnTo>
                        <a:cubicBezTo>
                          <a:pt x="0" y="1975"/>
                          <a:pt x="19" y="1996"/>
                          <a:pt x="46" y="1996"/>
                        </a:cubicBezTo>
                        <a:lnTo>
                          <a:pt x="24195" y="1996"/>
                        </a:lnTo>
                        <a:cubicBezTo>
                          <a:pt x="24219" y="1996"/>
                          <a:pt x="24240" y="1975"/>
                          <a:pt x="24240" y="1951"/>
                        </a:cubicBezTo>
                        <a:lnTo>
                          <a:pt x="24240" y="46"/>
                        </a:lnTo>
                        <a:cubicBezTo>
                          <a:pt x="24240" y="22"/>
                          <a:pt x="24219" y="1"/>
                          <a:pt x="24195" y="1"/>
                        </a:cubicBez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9" name="Google Shape;5249;p63"/>
                  <p:cNvSpPr/>
                  <p:nvPr/>
                </p:nvSpPr>
                <p:spPr>
                  <a:xfrm>
                    <a:off x="6968649" y="2642639"/>
                    <a:ext cx="132738" cy="25199"/>
                  </a:xfrm>
                  <a:custGeom>
                    <a:rect b="b" l="l" r="r" t="t"/>
                    <a:pathLst>
                      <a:path extrusionOk="0" h="4271" w="22498">
                        <a:moveTo>
                          <a:pt x="93" y="1"/>
                        </a:moveTo>
                        <a:cubicBezTo>
                          <a:pt x="43" y="1"/>
                          <a:pt x="1" y="43"/>
                          <a:pt x="1" y="95"/>
                        </a:cubicBezTo>
                        <a:lnTo>
                          <a:pt x="1" y="4176"/>
                        </a:lnTo>
                        <a:cubicBezTo>
                          <a:pt x="1" y="4229"/>
                          <a:pt x="43" y="4271"/>
                          <a:pt x="93" y="4271"/>
                        </a:cubicBezTo>
                        <a:lnTo>
                          <a:pt x="22405" y="4271"/>
                        </a:lnTo>
                        <a:cubicBezTo>
                          <a:pt x="22456" y="4271"/>
                          <a:pt x="22498" y="4229"/>
                          <a:pt x="22498" y="4176"/>
                        </a:cubicBezTo>
                        <a:lnTo>
                          <a:pt x="22498" y="95"/>
                        </a:lnTo>
                        <a:cubicBezTo>
                          <a:pt x="22498" y="43"/>
                          <a:pt x="22456" y="1"/>
                          <a:pt x="22405" y="1"/>
                        </a:cubicBez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0" name="Google Shape;5250;p63"/>
                  <p:cNvSpPr/>
                  <p:nvPr/>
                </p:nvSpPr>
                <p:spPr>
                  <a:xfrm>
                    <a:off x="6968649" y="2643990"/>
                    <a:ext cx="132738" cy="11776"/>
                  </a:xfrm>
                  <a:custGeom>
                    <a:rect b="b" l="l" r="r" t="t"/>
                    <a:pathLst>
                      <a:path extrusionOk="0" h="1996" w="22498">
                        <a:moveTo>
                          <a:pt x="642" y="1"/>
                        </a:moveTo>
                        <a:cubicBezTo>
                          <a:pt x="242" y="259"/>
                          <a:pt x="1" y="701"/>
                          <a:pt x="1" y="1177"/>
                        </a:cubicBezTo>
                        <a:lnTo>
                          <a:pt x="1" y="1984"/>
                        </a:lnTo>
                        <a:cubicBezTo>
                          <a:pt x="41" y="1991"/>
                          <a:pt x="83" y="1994"/>
                          <a:pt x="127" y="1996"/>
                        </a:cubicBezTo>
                        <a:lnTo>
                          <a:pt x="22372" y="1996"/>
                        </a:lnTo>
                        <a:cubicBezTo>
                          <a:pt x="22414" y="1994"/>
                          <a:pt x="22456" y="1991"/>
                          <a:pt x="22498" y="1984"/>
                        </a:cubicBezTo>
                        <a:lnTo>
                          <a:pt x="22498" y="1177"/>
                        </a:lnTo>
                        <a:cubicBezTo>
                          <a:pt x="22496" y="701"/>
                          <a:pt x="22255" y="259"/>
                          <a:pt x="21856"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1" name="Google Shape;5251;p63"/>
                  <p:cNvSpPr/>
                  <p:nvPr/>
                </p:nvSpPr>
                <p:spPr>
                  <a:xfrm>
                    <a:off x="6963510" y="2660156"/>
                    <a:ext cx="143022" cy="11776"/>
                  </a:xfrm>
                  <a:custGeom>
                    <a:rect b="b" l="l" r="r" t="t"/>
                    <a:pathLst>
                      <a:path extrusionOk="0" h="1996" w="24241">
                        <a:moveTo>
                          <a:pt x="998" y="0"/>
                        </a:moveTo>
                        <a:cubicBezTo>
                          <a:pt x="447" y="2"/>
                          <a:pt x="2" y="447"/>
                          <a:pt x="0" y="998"/>
                        </a:cubicBezTo>
                        <a:cubicBezTo>
                          <a:pt x="2" y="1548"/>
                          <a:pt x="447" y="1993"/>
                          <a:pt x="998" y="1995"/>
                        </a:cubicBezTo>
                        <a:lnTo>
                          <a:pt x="23243" y="1995"/>
                        </a:lnTo>
                        <a:cubicBezTo>
                          <a:pt x="23793" y="1993"/>
                          <a:pt x="24239" y="1548"/>
                          <a:pt x="24240" y="998"/>
                        </a:cubicBezTo>
                        <a:cubicBezTo>
                          <a:pt x="24239" y="447"/>
                          <a:pt x="23793" y="2"/>
                          <a:pt x="23243" y="0"/>
                        </a:cubicBez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2" name="Google Shape;5252;p63"/>
                  <p:cNvSpPr/>
                  <p:nvPr/>
                </p:nvSpPr>
                <p:spPr>
                  <a:xfrm>
                    <a:off x="6968649" y="2617451"/>
                    <a:ext cx="132738" cy="25193"/>
                  </a:xfrm>
                  <a:custGeom>
                    <a:rect b="b" l="l" r="r" t="t"/>
                    <a:pathLst>
                      <a:path extrusionOk="0" h="4270" w="22498">
                        <a:moveTo>
                          <a:pt x="93" y="0"/>
                        </a:moveTo>
                        <a:cubicBezTo>
                          <a:pt x="43" y="0"/>
                          <a:pt x="1" y="42"/>
                          <a:pt x="1" y="94"/>
                        </a:cubicBezTo>
                        <a:lnTo>
                          <a:pt x="1" y="4176"/>
                        </a:lnTo>
                        <a:cubicBezTo>
                          <a:pt x="1" y="4228"/>
                          <a:pt x="43" y="4270"/>
                          <a:pt x="93" y="4270"/>
                        </a:cubicBezTo>
                        <a:lnTo>
                          <a:pt x="22405" y="4270"/>
                        </a:lnTo>
                        <a:cubicBezTo>
                          <a:pt x="22456" y="4270"/>
                          <a:pt x="22498" y="4228"/>
                          <a:pt x="22498" y="4176"/>
                        </a:cubicBezTo>
                        <a:lnTo>
                          <a:pt x="22498" y="94"/>
                        </a:lnTo>
                        <a:cubicBezTo>
                          <a:pt x="22498" y="42"/>
                          <a:pt x="22456" y="0"/>
                          <a:pt x="22405" y="0"/>
                        </a:cubicBez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3" name="Google Shape;5253;p63"/>
                  <p:cNvSpPr/>
                  <p:nvPr/>
                </p:nvSpPr>
                <p:spPr>
                  <a:xfrm>
                    <a:off x="6968649" y="2620590"/>
                    <a:ext cx="132738" cy="11782"/>
                  </a:xfrm>
                  <a:custGeom>
                    <a:rect b="b" l="l" r="r" t="t"/>
                    <a:pathLst>
                      <a:path extrusionOk="0" h="1997" w="22498">
                        <a:moveTo>
                          <a:pt x="314" y="1"/>
                        </a:moveTo>
                        <a:cubicBezTo>
                          <a:pt x="113" y="247"/>
                          <a:pt x="3" y="555"/>
                          <a:pt x="1" y="873"/>
                        </a:cubicBezTo>
                        <a:lnTo>
                          <a:pt x="1" y="1982"/>
                        </a:lnTo>
                        <a:cubicBezTo>
                          <a:pt x="41" y="1989"/>
                          <a:pt x="83" y="1994"/>
                          <a:pt x="127" y="1996"/>
                        </a:cubicBezTo>
                        <a:lnTo>
                          <a:pt x="22372" y="1996"/>
                        </a:lnTo>
                        <a:cubicBezTo>
                          <a:pt x="22414" y="1994"/>
                          <a:pt x="22456" y="1989"/>
                          <a:pt x="22498" y="1982"/>
                        </a:cubicBezTo>
                        <a:lnTo>
                          <a:pt x="22498" y="873"/>
                        </a:lnTo>
                        <a:cubicBezTo>
                          <a:pt x="22496" y="555"/>
                          <a:pt x="22386" y="247"/>
                          <a:pt x="22185"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4" name="Google Shape;5254;p63"/>
                  <p:cNvSpPr/>
                  <p:nvPr/>
                </p:nvSpPr>
                <p:spPr>
                  <a:xfrm>
                    <a:off x="6963510" y="2613357"/>
                    <a:ext cx="143022" cy="11765"/>
                  </a:xfrm>
                  <a:custGeom>
                    <a:rect b="b" l="l" r="r" t="t"/>
                    <a:pathLst>
                      <a:path extrusionOk="0" h="1994" w="24241">
                        <a:moveTo>
                          <a:pt x="998" y="1"/>
                        </a:moveTo>
                        <a:cubicBezTo>
                          <a:pt x="447" y="2"/>
                          <a:pt x="2" y="448"/>
                          <a:pt x="0" y="996"/>
                        </a:cubicBezTo>
                        <a:cubicBezTo>
                          <a:pt x="2" y="1547"/>
                          <a:pt x="447" y="1992"/>
                          <a:pt x="998" y="1994"/>
                        </a:cubicBezTo>
                        <a:lnTo>
                          <a:pt x="23243" y="1994"/>
                        </a:lnTo>
                        <a:cubicBezTo>
                          <a:pt x="23793" y="1992"/>
                          <a:pt x="24239" y="1547"/>
                          <a:pt x="24240" y="996"/>
                        </a:cubicBezTo>
                        <a:cubicBezTo>
                          <a:pt x="24239" y="448"/>
                          <a:pt x="23793" y="2"/>
                          <a:pt x="23243" y="1"/>
                        </a:cubicBez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5" name="Google Shape;5255;p63"/>
                  <p:cNvSpPr/>
                  <p:nvPr/>
                </p:nvSpPr>
                <p:spPr>
                  <a:xfrm>
                    <a:off x="6850372" y="2107302"/>
                    <a:ext cx="369293" cy="477399"/>
                  </a:xfrm>
                  <a:custGeom>
                    <a:rect b="b" l="l" r="r" t="t"/>
                    <a:pathLst>
                      <a:path extrusionOk="0" h="80915" w="62592">
                        <a:moveTo>
                          <a:pt x="31297" y="0"/>
                        </a:moveTo>
                        <a:cubicBezTo>
                          <a:pt x="14049" y="0"/>
                          <a:pt x="16" y="14032"/>
                          <a:pt x="16" y="31281"/>
                        </a:cubicBezTo>
                        <a:lnTo>
                          <a:pt x="16" y="31387"/>
                        </a:lnTo>
                        <a:lnTo>
                          <a:pt x="13" y="31445"/>
                        </a:lnTo>
                        <a:cubicBezTo>
                          <a:pt x="11" y="31548"/>
                          <a:pt x="1" y="32341"/>
                          <a:pt x="104" y="33646"/>
                        </a:cubicBezTo>
                        <a:lnTo>
                          <a:pt x="104" y="33657"/>
                        </a:lnTo>
                        <a:lnTo>
                          <a:pt x="104" y="33667"/>
                        </a:lnTo>
                        <a:lnTo>
                          <a:pt x="105" y="33683"/>
                        </a:lnTo>
                        <a:lnTo>
                          <a:pt x="111" y="33746"/>
                        </a:lnTo>
                        <a:cubicBezTo>
                          <a:pt x="125" y="33912"/>
                          <a:pt x="139" y="34083"/>
                          <a:pt x="156" y="34265"/>
                        </a:cubicBezTo>
                        <a:cubicBezTo>
                          <a:pt x="175" y="34469"/>
                          <a:pt x="198" y="34667"/>
                          <a:pt x="219" y="34862"/>
                        </a:cubicBezTo>
                        <a:lnTo>
                          <a:pt x="245" y="35093"/>
                        </a:lnTo>
                        <a:lnTo>
                          <a:pt x="257" y="35191"/>
                        </a:lnTo>
                        <a:cubicBezTo>
                          <a:pt x="264" y="35241"/>
                          <a:pt x="270" y="35290"/>
                          <a:pt x="277" y="35341"/>
                        </a:cubicBezTo>
                        <a:lnTo>
                          <a:pt x="278" y="35353"/>
                        </a:lnTo>
                        <a:lnTo>
                          <a:pt x="278" y="35364"/>
                        </a:lnTo>
                        <a:cubicBezTo>
                          <a:pt x="1082" y="41822"/>
                          <a:pt x="4150" y="54364"/>
                          <a:pt x="15656" y="65807"/>
                        </a:cubicBezTo>
                        <a:cubicBezTo>
                          <a:pt x="18711" y="68844"/>
                          <a:pt x="20993" y="72340"/>
                          <a:pt x="22440" y="76197"/>
                        </a:cubicBezTo>
                        <a:cubicBezTo>
                          <a:pt x="22707" y="76910"/>
                          <a:pt x="22927" y="77638"/>
                          <a:pt x="23098" y="78379"/>
                        </a:cubicBezTo>
                        <a:cubicBezTo>
                          <a:pt x="23441" y="79855"/>
                          <a:pt x="24733" y="80914"/>
                          <a:pt x="26250" y="80914"/>
                        </a:cubicBezTo>
                        <a:lnTo>
                          <a:pt x="36339" y="80914"/>
                        </a:lnTo>
                        <a:cubicBezTo>
                          <a:pt x="37855" y="80914"/>
                          <a:pt x="39148" y="79855"/>
                          <a:pt x="39491" y="78379"/>
                        </a:cubicBezTo>
                        <a:cubicBezTo>
                          <a:pt x="39662" y="77638"/>
                          <a:pt x="39882" y="76910"/>
                          <a:pt x="40149" y="76197"/>
                        </a:cubicBezTo>
                        <a:cubicBezTo>
                          <a:pt x="41596" y="72340"/>
                          <a:pt x="43879" y="68844"/>
                          <a:pt x="46933" y="65807"/>
                        </a:cubicBezTo>
                        <a:cubicBezTo>
                          <a:pt x="58441" y="54364"/>
                          <a:pt x="61509" y="41822"/>
                          <a:pt x="62312" y="35364"/>
                        </a:cubicBezTo>
                        <a:lnTo>
                          <a:pt x="62314" y="35351"/>
                        </a:lnTo>
                        <a:lnTo>
                          <a:pt x="62314" y="35341"/>
                        </a:lnTo>
                        <a:cubicBezTo>
                          <a:pt x="62321" y="35290"/>
                          <a:pt x="62326" y="35240"/>
                          <a:pt x="62333" y="35191"/>
                        </a:cubicBezTo>
                        <a:lnTo>
                          <a:pt x="62346" y="35091"/>
                        </a:lnTo>
                        <a:lnTo>
                          <a:pt x="62370" y="34871"/>
                        </a:lnTo>
                        <a:cubicBezTo>
                          <a:pt x="62393" y="34667"/>
                          <a:pt x="62414" y="34469"/>
                          <a:pt x="62433" y="34272"/>
                        </a:cubicBezTo>
                        <a:cubicBezTo>
                          <a:pt x="62452" y="34083"/>
                          <a:pt x="62466" y="33912"/>
                          <a:pt x="62480" y="33746"/>
                        </a:cubicBezTo>
                        <a:lnTo>
                          <a:pt x="62485" y="33681"/>
                        </a:lnTo>
                        <a:lnTo>
                          <a:pt x="62487" y="33662"/>
                        </a:lnTo>
                        <a:cubicBezTo>
                          <a:pt x="62592" y="32338"/>
                          <a:pt x="62581" y="31543"/>
                          <a:pt x="62580" y="31443"/>
                        </a:cubicBezTo>
                        <a:lnTo>
                          <a:pt x="62574" y="31345"/>
                        </a:lnTo>
                        <a:lnTo>
                          <a:pt x="62576" y="31281"/>
                        </a:lnTo>
                        <a:cubicBezTo>
                          <a:pt x="62576" y="14032"/>
                          <a:pt x="48544" y="0"/>
                          <a:pt x="31297" y="0"/>
                        </a:cubicBezTo>
                        <a:close/>
                      </a:path>
                    </a:pathLst>
                  </a:custGeom>
                  <a:solidFill>
                    <a:srgbClr val="F3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6" name="Google Shape;5256;p63"/>
                  <p:cNvSpPr/>
                  <p:nvPr/>
                </p:nvSpPr>
                <p:spPr>
                  <a:xfrm>
                    <a:off x="6963510" y="2636756"/>
                    <a:ext cx="143022" cy="11776"/>
                  </a:xfrm>
                  <a:custGeom>
                    <a:rect b="b" l="l" r="r" t="t"/>
                    <a:pathLst>
                      <a:path extrusionOk="0" h="1996" w="24241">
                        <a:moveTo>
                          <a:pt x="998" y="0"/>
                        </a:moveTo>
                        <a:cubicBezTo>
                          <a:pt x="447" y="2"/>
                          <a:pt x="2" y="448"/>
                          <a:pt x="0" y="998"/>
                        </a:cubicBezTo>
                        <a:cubicBezTo>
                          <a:pt x="2" y="1548"/>
                          <a:pt x="447" y="1994"/>
                          <a:pt x="998" y="1995"/>
                        </a:cubicBezTo>
                        <a:lnTo>
                          <a:pt x="23243" y="1995"/>
                        </a:lnTo>
                        <a:cubicBezTo>
                          <a:pt x="23793" y="1994"/>
                          <a:pt x="24239" y="1548"/>
                          <a:pt x="24240" y="998"/>
                        </a:cubicBezTo>
                        <a:cubicBezTo>
                          <a:pt x="24239" y="448"/>
                          <a:pt x="23793" y="2"/>
                          <a:pt x="23243" y="0"/>
                        </a:cubicBez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57" name="Google Shape;5257;p63"/>
                <p:cNvSpPr/>
                <p:nvPr/>
              </p:nvSpPr>
              <p:spPr>
                <a:xfrm>
                  <a:off x="7046588" y="2275942"/>
                  <a:ext cx="173076" cy="113894"/>
                </a:xfrm>
                <a:custGeom>
                  <a:rect b="b" l="l" r="r" t="t"/>
                  <a:pathLst>
                    <a:path extrusionOk="0" h="19304" w="29335">
                      <a:moveTo>
                        <a:pt x="0" y="0"/>
                      </a:moveTo>
                      <a:lnTo>
                        <a:pt x="0" y="19303"/>
                      </a:lnTo>
                      <a:lnTo>
                        <a:pt x="25725" y="19303"/>
                      </a:lnTo>
                      <a:cubicBezTo>
                        <a:pt x="27782" y="14272"/>
                        <a:pt x="28673" y="9841"/>
                        <a:pt x="29054" y="6781"/>
                      </a:cubicBezTo>
                      <a:lnTo>
                        <a:pt x="29055" y="6770"/>
                      </a:lnTo>
                      <a:lnTo>
                        <a:pt x="29057" y="6758"/>
                      </a:lnTo>
                      <a:cubicBezTo>
                        <a:pt x="29064" y="6707"/>
                        <a:pt x="29069" y="6657"/>
                        <a:pt x="29075" y="6608"/>
                      </a:cubicBezTo>
                      <a:lnTo>
                        <a:pt x="29087" y="6508"/>
                      </a:lnTo>
                      <a:lnTo>
                        <a:pt x="29113" y="6288"/>
                      </a:lnTo>
                      <a:cubicBezTo>
                        <a:pt x="29136" y="6084"/>
                        <a:pt x="29157" y="5886"/>
                        <a:pt x="29176" y="5689"/>
                      </a:cubicBezTo>
                      <a:cubicBezTo>
                        <a:pt x="29193" y="5500"/>
                        <a:pt x="29209" y="5329"/>
                        <a:pt x="29221" y="5163"/>
                      </a:cubicBezTo>
                      <a:lnTo>
                        <a:pt x="29227" y="5098"/>
                      </a:lnTo>
                      <a:lnTo>
                        <a:pt x="29228" y="5079"/>
                      </a:lnTo>
                      <a:cubicBezTo>
                        <a:pt x="29335" y="3755"/>
                        <a:pt x="29323" y="2960"/>
                        <a:pt x="29321" y="2860"/>
                      </a:cubicBezTo>
                      <a:lnTo>
                        <a:pt x="29316" y="2762"/>
                      </a:lnTo>
                      <a:lnTo>
                        <a:pt x="29317" y="2698"/>
                      </a:lnTo>
                      <a:cubicBezTo>
                        <a:pt x="29317" y="1789"/>
                        <a:pt x="29277" y="890"/>
                        <a:pt x="29200" y="0"/>
                      </a:cubicBezTo>
                      <a:close/>
                    </a:path>
                  </a:pathLst>
                </a:custGeom>
                <a:solidFill>
                  <a:srgbClr val="4F67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8" name="Google Shape;5258;p63"/>
                <p:cNvSpPr/>
                <p:nvPr/>
              </p:nvSpPr>
              <p:spPr>
                <a:xfrm>
                  <a:off x="7046588" y="2107680"/>
                  <a:ext cx="168811" cy="145128"/>
                </a:xfrm>
                <a:custGeom>
                  <a:rect b="b" l="l" r="r" t="t"/>
                  <a:pathLst>
                    <a:path extrusionOk="0" h="24598" w="28612">
                      <a:moveTo>
                        <a:pt x="0" y="1"/>
                      </a:moveTo>
                      <a:lnTo>
                        <a:pt x="0" y="24597"/>
                      </a:lnTo>
                      <a:lnTo>
                        <a:pt x="28612" y="24597"/>
                      </a:lnTo>
                      <a:cubicBezTo>
                        <a:pt x="25701" y="11138"/>
                        <a:pt x="14102" y="876"/>
                        <a:pt x="0" y="1"/>
                      </a:cubicBezTo>
                      <a:close/>
                    </a:path>
                  </a:pathLst>
                </a:custGeom>
                <a:solidFill>
                  <a:srgbClr val="B3C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9" name="Google Shape;5259;p63"/>
                <p:cNvSpPr/>
                <p:nvPr/>
              </p:nvSpPr>
              <p:spPr>
                <a:xfrm>
                  <a:off x="6850372" y="2275942"/>
                  <a:ext cx="173082" cy="113894"/>
                </a:xfrm>
                <a:custGeom>
                  <a:rect b="b" l="l" r="r" t="t"/>
                  <a:pathLst>
                    <a:path extrusionOk="0" h="19304" w="29336">
                      <a:moveTo>
                        <a:pt x="133" y="0"/>
                      </a:moveTo>
                      <a:cubicBezTo>
                        <a:pt x="58" y="890"/>
                        <a:pt x="16" y="1789"/>
                        <a:pt x="16" y="2698"/>
                      </a:cubicBezTo>
                      <a:lnTo>
                        <a:pt x="16" y="2804"/>
                      </a:lnTo>
                      <a:lnTo>
                        <a:pt x="13" y="2862"/>
                      </a:lnTo>
                      <a:cubicBezTo>
                        <a:pt x="11" y="2965"/>
                        <a:pt x="1" y="3758"/>
                        <a:pt x="104" y="5065"/>
                      </a:cubicBezTo>
                      <a:lnTo>
                        <a:pt x="104" y="5075"/>
                      </a:lnTo>
                      <a:lnTo>
                        <a:pt x="104" y="5086"/>
                      </a:lnTo>
                      <a:lnTo>
                        <a:pt x="105" y="5100"/>
                      </a:lnTo>
                      <a:lnTo>
                        <a:pt x="111" y="5163"/>
                      </a:lnTo>
                      <a:cubicBezTo>
                        <a:pt x="125" y="5329"/>
                        <a:pt x="139" y="5500"/>
                        <a:pt x="156" y="5682"/>
                      </a:cubicBezTo>
                      <a:cubicBezTo>
                        <a:pt x="175" y="5886"/>
                        <a:pt x="198" y="6084"/>
                        <a:pt x="219" y="6279"/>
                      </a:cubicBezTo>
                      <a:lnTo>
                        <a:pt x="245" y="6510"/>
                      </a:lnTo>
                      <a:lnTo>
                        <a:pt x="257" y="6608"/>
                      </a:lnTo>
                      <a:cubicBezTo>
                        <a:pt x="264" y="6658"/>
                        <a:pt x="270" y="6709"/>
                        <a:pt x="277" y="6758"/>
                      </a:cubicBezTo>
                      <a:lnTo>
                        <a:pt x="278" y="6770"/>
                      </a:lnTo>
                      <a:lnTo>
                        <a:pt x="278" y="6781"/>
                      </a:lnTo>
                      <a:cubicBezTo>
                        <a:pt x="661" y="9843"/>
                        <a:pt x="1552" y="14272"/>
                        <a:pt x="3608" y="19303"/>
                      </a:cubicBezTo>
                      <a:lnTo>
                        <a:pt x="29333" y="19303"/>
                      </a:lnTo>
                      <a:lnTo>
                        <a:pt x="29335" y="0"/>
                      </a:lnTo>
                      <a:close/>
                    </a:path>
                  </a:pathLst>
                </a:custGeom>
                <a:solidFill>
                  <a:srgbClr val="C9D4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0" name="Google Shape;5260;p63"/>
                <p:cNvSpPr/>
                <p:nvPr/>
              </p:nvSpPr>
              <p:spPr>
                <a:xfrm>
                  <a:off x="6882243" y="2412957"/>
                  <a:ext cx="141211" cy="171743"/>
                </a:xfrm>
                <a:custGeom>
                  <a:rect b="b" l="l" r="r" t="t"/>
                  <a:pathLst>
                    <a:path extrusionOk="0" h="29109" w="23934">
                      <a:moveTo>
                        <a:pt x="0" y="1"/>
                      </a:moveTo>
                      <a:cubicBezTo>
                        <a:pt x="2303" y="4529"/>
                        <a:pt x="5584" y="9356"/>
                        <a:pt x="10256" y="14001"/>
                      </a:cubicBezTo>
                      <a:cubicBezTo>
                        <a:pt x="13309" y="17038"/>
                        <a:pt x="15593" y="20534"/>
                        <a:pt x="17039" y="24391"/>
                      </a:cubicBezTo>
                      <a:cubicBezTo>
                        <a:pt x="17307" y="25104"/>
                        <a:pt x="17527" y="25832"/>
                        <a:pt x="17698" y="26573"/>
                      </a:cubicBezTo>
                      <a:cubicBezTo>
                        <a:pt x="18040" y="28049"/>
                        <a:pt x="19333" y="29108"/>
                        <a:pt x="20850" y="29108"/>
                      </a:cubicBezTo>
                      <a:lnTo>
                        <a:pt x="23933" y="29108"/>
                      </a:lnTo>
                      <a:lnTo>
                        <a:pt x="23933" y="1"/>
                      </a:lnTo>
                      <a:close/>
                    </a:path>
                  </a:pathLst>
                </a:custGeom>
                <a:solidFill>
                  <a:srgbClr val="DBE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1" name="Google Shape;5261;p63"/>
                <p:cNvSpPr/>
                <p:nvPr/>
              </p:nvSpPr>
              <p:spPr>
                <a:xfrm>
                  <a:off x="6854637" y="2107680"/>
                  <a:ext cx="168817" cy="145128"/>
                </a:xfrm>
                <a:custGeom>
                  <a:rect b="b" l="l" r="r" t="t"/>
                  <a:pathLst>
                    <a:path extrusionOk="0" h="24598" w="28613">
                      <a:moveTo>
                        <a:pt x="28612" y="1"/>
                      </a:moveTo>
                      <a:cubicBezTo>
                        <a:pt x="14512" y="876"/>
                        <a:pt x="2911" y="11138"/>
                        <a:pt x="1" y="24597"/>
                      </a:cubicBezTo>
                      <a:lnTo>
                        <a:pt x="28612" y="24597"/>
                      </a:lnTo>
                      <a:lnTo>
                        <a:pt x="28612" y="1"/>
                      </a:lnTo>
                      <a:close/>
                    </a:path>
                  </a:pathLst>
                </a:custGeom>
                <a:solidFill>
                  <a:srgbClr val="8FA1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2" name="Google Shape;5262;p63"/>
                <p:cNvSpPr/>
                <p:nvPr/>
              </p:nvSpPr>
              <p:spPr>
                <a:xfrm>
                  <a:off x="7046588" y="2412957"/>
                  <a:ext cx="141205" cy="171743"/>
                </a:xfrm>
                <a:custGeom>
                  <a:rect b="b" l="l" r="r" t="t"/>
                  <a:pathLst>
                    <a:path extrusionOk="0" h="29109" w="23933">
                      <a:moveTo>
                        <a:pt x="0" y="1"/>
                      </a:moveTo>
                      <a:lnTo>
                        <a:pt x="0" y="29108"/>
                      </a:lnTo>
                      <a:lnTo>
                        <a:pt x="3084" y="29108"/>
                      </a:lnTo>
                      <a:cubicBezTo>
                        <a:pt x="4600" y="29108"/>
                        <a:pt x="5893" y="28049"/>
                        <a:pt x="6235" y="26573"/>
                      </a:cubicBezTo>
                      <a:cubicBezTo>
                        <a:pt x="6407" y="25832"/>
                        <a:pt x="6627" y="25104"/>
                        <a:pt x="6894" y="24391"/>
                      </a:cubicBezTo>
                      <a:cubicBezTo>
                        <a:pt x="8341" y="20534"/>
                        <a:pt x="10622" y="17038"/>
                        <a:pt x="13678" y="14001"/>
                      </a:cubicBezTo>
                      <a:cubicBezTo>
                        <a:pt x="18349" y="9356"/>
                        <a:pt x="21630" y="4529"/>
                        <a:pt x="23933" y="1"/>
                      </a:cubicBezTo>
                      <a:close/>
                    </a:path>
                  </a:pathLst>
                </a:custGeom>
                <a:solidFill>
                  <a:srgbClr val="374F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5263" name="Google Shape;5263;p63"/>
          <p:cNvGrpSpPr/>
          <p:nvPr/>
        </p:nvGrpSpPr>
        <p:grpSpPr>
          <a:xfrm>
            <a:off x="5780173" y="1862968"/>
            <a:ext cx="671358" cy="671358"/>
            <a:chOff x="6535625" y="760425"/>
            <a:chExt cx="1665900" cy="1665900"/>
          </a:xfrm>
        </p:grpSpPr>
        <p:sp>
          <p:nvSpPr>
            <p:cNvPr id="5264" name="Google Shape;5264;p63"/>
            <p:cNvSpPr/>
            <p:nvPr/>
          </p:nvSpPr>
          <p:spPr>
            <a:xfrm>
              <a:off x="6535625" y="760425"/>
              <a:ext cx="1665900" cy="16659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5" name="Google Shape;5265;p63"/>
            <p:cNvSpPr/>
            <p:nvPr/>
          </p:nvSpPr>
          <p:spPr>
            <a:xfrm>
              <a:off x="6713675" y="1116525"/>
              <a:ext cx="1309800" cy="13098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6" name="Google Shape;5266;p63"/>
            <p:cNvSpPr/>
            <p:nvPr/>
          </p:nvSpPr>
          <p:spPr>
            <a:xfrm>
              <a:off x="6831275" y="1351725"/>
              <a:ext cx="1074600" cy="1074600"/>
            </a:xfrm>
            <a:prstGeom prst="ellipse">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7" name="Google Shape;5267;p63"/>
            <p:cNvSpPr/>
            <p:nvPr/>
          </p:nvSpPr>
          <p:spPr>
            <a:xfrm>
              <a:off x="6942425" y="1574025"/>
              <a:ext cx="852300" cy="852300"/>
            </a:xfrm>
            <a:prstGeom prst="ellipse">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68" name="Google Shape;5268;p63"/>
          <p:cNvGrpSpPr/>
          <p:nvPr/>
        </p:nvGrpSpPr>
        <p:grpSpPr>
          <a:xfrm>
            <a:off x="716989" y="3531368"/>
            <a:ext cx="1340789" cy="640830"/>
            <a:chOff x="238125" y="1151100"/>
            <a:chExt cx="7139450" cy="3412300"/>
          </a:xfrm>
        </p:grpSpPr>
        <p:sp>
          <p:nvSpPr>
            <p:cNvPr id="5269" name="Google Shape;5269;p63"/>
            <p:cNvSpPr/>
            <p:nvPr/>
          </p:nvSpPr>
          <p:spPr>
            <a:xfrm>
              <a:off x="3468350" y="4223875"/>
              <a:ext cx="679000" cy="339525"/>
            </a:xfrm>
            <a:custGeom>
              <a:rect b="b" l="l" r="r" t="t"/>
              <a:pathLst>
                <a:path extrusionOk="0" h="13581" w="27160">
                  <a:moveTo>
                    <a:pt x="13580" y="1"/>
                  </a:moveTo>
                  <a:cubicBezTo>
                    <a:pt x="6083" y="1"/>
                    <a:pt x="0" y="6077"/>
                    <a:pt x="0" y="13580"/>
                  </a:cubicBezTo>
                  <a:lnTo>
                    <a:pt x="27159" y="13580"/>
                  </a:lnTo>
                  <a:cubicBezTo>
                    <a:pt x="27159" y="6077"/>
                    <a:pt x="21083" y="1"/>
                    <a:pt x="13580"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0" name="Google Shape;5270;p63"/>
            <p:cNvSpPr/>
            <p:nvPr/>
          </p:nvSpPr>
          <p:spPr>
            <a:xfrm>
              <a:off x="3730250" y="3276125"/>
              <a:ext cx="147275" cy="956575"/>
            </a:xfrm>
            <a:custGeom>
              <a:rect b="b" l="l" r="r" t="t"/>
              <a:pathLst>
                <a:path extrusionOk="0" h="38263" w="5891">
                  <a:moveTo>
                    <a:pt x="3276" y="0"/>
                  </a:moveTo>
                  <a:lnTo>
                    <a:pt x="0" y="38263"/>
                  </a:lnTo>
                  <a:lnTo>
                    <a:pt x="5890" y="38194"/>
                  </a:lnTo>
                  <a:lnTo>
                    <a:pt x="3276"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1" name="Google Shape;5271;p63"/>
            <p:cNvSpPr/>
            <p:nvPr/>
          </p:nvSpPr>
          <p:spPr>
            <a:xfrm>
              <a:off x="3796275" y="3875600"/>
              <a:ext cx="839350" cy="630550"/>
            </a:xfrm>
            <a:custGeom>
              <a:rect b="b" l="l" r="r" t="t"/>
              <a:pathLst>
                <a:path extrusionOk="0" h="25222" w="33574">
                  <a:moveTo>
                    <a:pt x="32291" y="1"/>
                  </a:moveTo>
                  <a:lnTo>
                    <a:pt x="1" y="23463"/>
                  </a:lnTo>
                  <a:lnTo>
                    <a:pt x="1277" y="25222"/>
                  </a:lnTo>
                  <a:lnTo>
                    <a:pt x="33574" y="1759"/>
                  </a:lnTo>
                  <a:lnTo>
                    <a:pt x="32291"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2" name="Google Shape;5272;p63"/>
            <p:cNvSpPr/>
            <p:nvPr/>
          </p:nvSpPr>
          <p:spPr>
            <a:xfrm>
              <a:off x="6240475" y="3130600"/>
              <a:ext cx="1137100" cy="1432800"/>
            </a:xfrm>
            <a:custGeom>
              <a:rect b="b" l="l" r="r" t="t"/>
              <a:pathLst>
                <a:path extrusionOk="0" h="57312" w="45484">
                  <a:moveTo>
                    <a:pt x="30704" y="0"/>
                  </a:moveTo>
                  <a:lnTo>
                    <a:pt x="0" y="13745"/>
                  </a:lnTo>
                  <a:cubicBezTo>
                    <a:pt x="6979" y="27270"/>
                    <a:pt x="11042" y="42111"/>
                    <a:pt x="11917" y="57311"/>
                  </a:cubicBezTo>
                  <a:lnTo>
                    <a:pt x="45484" y="57311"/>
                  </a:lnTo>
                  <a:cubicBezTo>
                    <a:pt x="44594" y="37118"/>
                    <a:pt x="39525" y="17683"/>
                    <a:pt x="3070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3" name="Google Shape;5273;p63"/>
            <p:cNvSpPr/>
            <p:nvPr/>
          </p:nvSpPr>
          <p:spPr>
            <a:xfrm>
              <a:off x="5243900" y="1696775"/>
              <a:ext cx="1764175" cy="1777475"/>
            </a:xfrm>
            <a:custGeom>
              <a:rect b="b" l="l" r="r" t="t"/>
              <a:pathLst>
                <a:path extrusionOk="0" h="71099" w="70567">
                  <a:moveTo>
                    <a:pt x="18573" y="1"/>
                  </a:moveTo>
                  <a:lnTo>
                    <a:pt x="0" y="28008"/>
                  </a:lnTo>
                  <a:cubicBezTo>
                    <a:pt x="16938" y="38505"/>
                    <a:pt x="30711" y="53395"/>
                    <a:pt x="39863" y="71098"/>
                  </a:cubicBezTo>
                  <a:lnTo>
                    <a:pt x="70567" y="57353"/>
                  </a:lnTo>
                  <a:cubicBezTo>
                    <a:pt x="63753" y="43719"/>
                    <a:pt x="54712" y="31125"/>
                    <a:pt x="43629" y="20042"/>
                  </a:cubicBezTo>
                  <a:cubicBezTo>
                    <a:pt x="36049" y="12449"/>
                    <a:pt x="27642" y="5725"/>
                    <a:pt x="1857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4" name="Google Shape;5274;p63"/>
            <p:cNvSpPr/>
            <p:nvPr/>
          </p:nvSpPr>
          <p:spPr>
            <a:xfrm>
              <a:off x="3812150" y="1151100"/>
              <a:ext cx="1896075" cy="1245900"/>
            </a:xfrm>
            <a:custGeom>
              <a:rect b="b" l="l" r="r" t="t"/>
              <a:pathLst>
                <a:path extrusionOk="0" h="49836" w="75843">
                  <a:moveTo>
                    <a:pt x="0" y="0"/>
                  </a:moveTo>
                  <a:lnTo>
                    <a:pt x="0" y="33518"/>
                  </a:lnTo>
                  <a:cubicBezTo>
                    <a:pt x="20987" y="33552"/>
                    <a:pt x="40615" y="39518"/>
                    <a:pt x="57270" y="49835"/>
                  </a:cubicBezTo>
                  <a:lnTo>
                    <a:pt x="75843" y="21828"/>
                  </a:lnTo>
                  <a:cubicBezTo>
                    <a:pt x="53339" y="7641"/>
                    <a:pt x="27256" y="28"/>
                    <a:pt x="0"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5" name="Google Shape;5275;p63"/>
            <p:cNvSpPr/>
            <p:nvPr/>
          </p:nvSpPr>
          <p:spPr>
            <a:xfrm>
              <a:off x="1910550" y="1151100"/>
              <a:ext cx="1901625" cy="1244175"/>
            </a:xfrm>
            <a:custGeom>
              <a:rect b="b" l="l" r="r" t="t"/>
              <a:pathLst>
                <a:path extrusionOk="0" h="49767" w="76065">
                  <a:moveTo>
                    <a:pt x="75892" y="0"/>
                  </a:moveTo>
                  <a:cubicBezTo>
                    <a:pt x="48629" y="0"/>
                    <a:pt x="22525" y="7579"/>
                    <a:pt x="1" y="21745"/>
                  </a:cubicBezTo>
                  <a:lnTo>
                    <a:pt x="18574" y="49766"/>
                  </a:lnTo>
                  <a:cubicBezTo>
                    <a:pt x="35250" y="39463"/>
                    <a:pt x="54898" y="33518"/>
                    <a:pt x="75892" y="33518"/>
                  </a:cubicBezTo>
                  <a:lnTo>
                    <a:pt x="76064" y="33518"/>
                  </a:lnTo>
                  <a:lnTo>
                    <a:pt x="76064"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6" name="Google Shape;5276;p63"/>
            <p:cNvSpPr/>
            <p:nvPr/>
          </p:nvSpPr>
          <p:spPr>
            <a:xfrm>
              <a:off x="608475" y="1694725"/>
              <a:ext cx="1766425" cy="1778150"/>
            </a:xfrm>
            <a:custGeom>
              <a:rect b="b" l="l" r="r" t="t"/>
              <a:pathLst>
                <a:path extrusionOk="0" h="71126" w="70657">
                  <a:moveTo>
                    <a:pt x="52084" y="0"/>
                  </a:moveTo>
                  <a:cubicBezTo>
                    <a:pt x="42959" y="5745"/>
                    <a:pt x="34518" y="12490"/>
                    <a:pt x="26904" y="20124"/>
                  </a:cubicBezTo>
                  <a:cubicBezTo>
                    <a:pt x="15828" y="31194"/>
                    <a:pt x="6800" y="43759"/>
                    <a:pt x="0" y="57373"/>
                  </a:cubicBezTo>
                  <a:lnTo>
                    <a:pt x="30704" y="71125"/>
                  </a:lnTo>
                  <a:cubicBezTo>
                    <a:pt x="39870" y="53401"/>
                    <a:pt x="53677" y="38504"/>
                    <a:pt x="70657" y="28021"/>
                  </a:cubicBezTo>
                  <a:lnTo>
                    <a:pt x="52084"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7" name="Google Shape;5277;p63"/>
            <p:cNvSpPr/>
            <p:nvPr/>
          </p:nvSpPr>
          <p:spPr>
            <a:xfrm>
              <a:off x="238125" y="3129050"/>
              <a:ext cx="1137975" cy="1434175"/>
            </a:xfrm>
            <a:custGeom>
              <a:rect b="b" l="l" r="r" t="t"/>
              <a:pathLst>
                <a:path extrusionOk="0" h="57367" w="45519">
                  <a:moveTo>
                    <a:pt x="14814" y="0"/>
                  </a:moveTo>
                  <a:cubicBezTo>
                    <a:pt x="5966" y="17697"/>
                    <a:pt x="890" y="37152"/>
                    <a:pt x="0" y="57366"/>
                  </a:cubicBezTo>
                  <a:lnTo>
                    <a:pt x="33566" y="57366"/>
                  </a:lnTo>
                  <a:cubicBezTo>
                    <a:pt x="34442" y="42152"/>
                    <a:pt x="38511" y="27283"/>
                    <a:pt x="45518" y="13745"/>
                  </a:cubicBezTo>
                  <a:lnTo>
                    <a:pt x="14814"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8" name="Google Shape;5278;p63"/>
            <p:cNvSpPr/>
            <p:nvPr/>
          </p:nvSpPr>
          <p:spPr>
            <a:xfrm>
              <a:off x="1924656" y="1941325"/>
              <a:ext cx="3773110" cy="1646329"/>
            </a:xfrm>
            <a:custGeom>
              <a:rect b="b" l="l" r="r" t="t"/>
              <a:pathLst>
                <a:path extrusionOk="0" h="64657" w="148183">
                  <a:moveTo>
                    <a:pt x="74043" y="1"/>
                  </a:moveTo>
                  <a:cubicBezTo>
                    <a:pt x="45518" y="1"/>
                    <a:pt x="19504" y="10966"/>
                    <a:pt x="0" y="28932"/>
                  </a:cubicBezTo>
                  <a:lnTo>
                    <a:pt x="35732" y="64657"/>
                  </a:lnTo>
                  <a:cubicBezTo>
                    <a:pt x="45553" y="54774"/>
                    <a:pt x="59167" y="48663"/>
                    <a:pt x="74208" y="48663"/>
                  </a:cubicBezTo>
                  <a:cubicBezTo>
                    <a:pt x="89215" y="48663"/>
                    <a:pt x="102788" y="54739"/>
                    <a:pt x="112623" y="64567"/>
                  </a:cubicBezTo>
                  <a:lnTo>
                    <a:pt x="148182" y="29008"/>
                  </a:lnTo>
                  <a:cubicBezTo>
                    <a:pt x="128671" y="11008"/>
                    <a:pt x="102623" y="1"/>
                    <a:pt x="74043"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9" name="Google Shape;5279;p63"/>
            <p:cNvSpPr/>
            <p:nvPr/>
          </p:nvSpPr>
          <p:spPr>
            <a:xfrm>
              <a:off x="1028863" y="2678027"/>
              <a:ext cx="1805597" cy="1885320"/>
            </a:xfrm>
            <a:custGeom>
              <a:rect b="b" l="l" r="r" t="t"/>
              <a:pathLst>
                <a:path extrusionOk="0" h="74043" w="70912">
                  <a:moveTo>
                    <a:pt x="35180" y="0"/>
                  </a:moveTo>
                  <a:cubicBezTo>
                    <a:pt x="14925" y="18642"/>
                    <a:pt x="1697" y="44814"/>
                    <a:pt x="0" y="74042"/>
                  </a:cubicBezTo>
                  <a:lnTo>
                    <a:pt x="55077" y="74042"/>
                  </a:lnTo>
                  <a:cubicBezTo>
                    <a:pt x="55077" y="59084"/>
                    <a:pt x="61118" y="45545"/>
                    <a:pt x="70912" y="35725"/>
                  </a:cubicBezTo>
                  <a:lnTo>
                    <a:pt x="35180" y="0"/>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0" name="Google Shape;5280;p63"/>
            <p:cNvSpPr/>
            <p:nvPr/>
          </p:nvSpPr>
          <p:spPr>
            <a:xfrm>
              <a:off x="4792190" y="2679937"/>
              <a:ext cx="1798951" cy="1883410"/>
            </a:xfrm>
            <a:custGeom>
              <a:rect b="b" l="l" r="r" t="t"/>
              <a:pathLst>
                <a:path extrusionOk="0" h="73968" w="70651">
                  <a:moveTo>
                    <a:pt x="35567" y="1"/>
                  </a:moveTo>
                  <a:lnTo>
                    <a:pt x="1" y="35560"/>
                  </a:lnTo>
                  <a:cubicBezTo>
                    <a:pt x="9836" y="45388"/>
                    <a:pt x="15912" y="58967"/>
                    <a:pt x="15912" y="73967"/>
                  </a:cubicBezTo>
                  <a:lnTo>
                    <a:pt x="70650" y="73967"/>
                  </a:lnTo>
                  <a:cubicBezTo>
                    <a:pt x="68954" y="44795"/>
                    <a:pt x="55767" y="18643"/>
                    <a:pt x="35567"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81" name="Google Shape;5281;p63"/>
          <p:cNvGrpSpPr/>
          <p:nvPr/>
        </p:nvGrpSpPr>
        <p:grpSpPr>
          <a:xfrm>
            <a:off x="5584212" y="2734649"/>
            <a:ext cx="985357" cy="585764"/>
            <a:chOff x="5145061" y="2881789"/>
            <a:chExt cx="1107641" cy="658458"/>
          </a:xfrm>
        </p:grpSpPr>
        <p:grpSp>
          <p:nvGrpSpPr>
            <p:cNvPr id="5282" name="Google Shape;5282;p63"/>
            <p:cNvGrpSpPr/>
            <p:nvPr/>
          </p:nvGrpSpPr>
          <p:grpSpPr>
            <a:xfrm>
              <a:off x="5722989" y="3244587"/>
              <a:ext cx="529713" cy="295659"/>
              <a:chOff x="5722989" y="3244587"/>
              <a:chExt cx="529713" cy="295659"/>
            </a:xfrm>
          </p:grpSpPr>
          <p:sp>
            <p:nvSpPr>
              <p:cNvPr id="5283" name="Google Shape;5283;p63"/>
              <p:cNvSpPr/>
              <p:nvPr/>
            </p:nvSpPr>
            <p:spPr>
              <a:xfrm>
                <a:off x="5722989" y="3244587"/>
                <a:ext cx="341346" cy="295659"/>
              </a:xfrm>
              <a:custGeom>
                <a:rect b="b" l="l" r="r" t="t"/>
                <a:pathLst>
                  <a:path extrusionOk="0" h="2231390" w="2576195">
                    <a:moveTo>
                      <a:pt x="1288021" y="0"/>
                    </a:moveTo>
                    <a:lnTo>
                      <a:pt x="0" y="2230932"/>
                    </a:lnTo>
                    <a:lnTo>
                      <a:pt x="2576042" y="2230932"/>
                    </a:lnTo>
                    <a:lnTo>
                      <a:pt x="1288021" y="0"/>
                    </a:lnTo>
                    <a:close/>
                  </a:path>
                </a:pathLst>
              </a:custGeom>
              <a:solidFill>
                <a:srgbClr val="869FB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5284" name="Google Shape;5284;p63"/>
              <p:cNvSpPr/>
              <p:nvPr/>
            </p:nvSpPr>
            <p:spPr>
              <a:xfrm>
                <a:off x="6035543" y="3298113"/>
                <a:ext cx="217159" cy="224928"/>
              </a:xfrm>
              <a:custGeom>
                <a:rect b="b" l="l" r="r" t="t"/>
                <a:pathLst>
                  <a:path extrusionOk="0" h="2306954" w="1638934">
                    <a:moveTo>
                      <a:pt x="1638680" y="0"/>
                    </a:moveTo>
                    <a:lnTo>
                      <a:pt x="697255" y="0"/>
                    </a:lnTo>
                    <a:lnTo>
                      <a:pt x="697255" y="2306535"/>
                    </a:lnTo>
                    <a:lnTo>
                      <a:pt x="0" y="2306535"/>
                    </a:lnTo>
                  </a:path>
                </a:pathLst>
              </a:custGeom>
              <a:noFill/>
              <a:ln cap="flat" cmpd="sng" w="28575">
                <a:solidFill>
                  <a:srgbClr val="869FB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nvGrpSpPr>
            <p:cNvPr id="5285" name="Google Shape;5285;p63"/>
            <p:cNvGrpSpPr/>
            <p:nvPr/>
          </p:nvGrpSpPr>
          <p:grpSpPr>
            <a:xfrm>
              <a:off x="5145061" y="3244587"/>
              <a:ext cx="536807" cy="295659"/>
              <a:chOff x="5145061" y="3244587"/>
              <a:chExt cx="536807" cy="295659"/>
            </a:xfrm>
          </p:grpSpPr>
          <p:sp>
            <p:nvSpPr>
              <p:cNvPr id="5286" name="Google Shape;5286;p63"/>
              <p:cNvSpPr/>
              <p:nvPr/>
            </p:nvSpPr>
            <p:spPr>
              <a:xfrm>
                <a:off x="5340522" y="3244587"/>
                <a:ext cx="341346" cy="295659"/>
              </a:xfrm>
              <a:custGeom>
                <a:rect b="b" l="l" r="r" t="t"/>
                <a:pathLst>
                  <a:path extrusionOk="0" h="2231390" w="2576195">
                    <a:moveTo>
                      <a:pt x="1288034" y="0"/>
                    </a:moveTo>
                    <a:lnTo>
                      <a:pt x="0" y="2230920"/>
                    </a:lnTo>
                    <a:lnTo>
                      <a:pt x="2576055" y="2230920"/>
                    </a:lnTo>
                    <a:lnTo>
                      <a:pt x="1288034" y="0"/>
                    </a:lnTo>
                    <a:close/>
                  </a:path>
                </a:pathLst>
              </a:custGeom>
              <a:solidFill>
                <a:srgbClr val="5F7D95"/>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5287" name="Google Shape;5287;p63"/>
              <p:cNvSpPr/>
              <p:nvPr/>
            </p:nvSpPr>
            <p:spPr>
              <a:xfrm flipH="1">
                <a:off x="5145061" y="3298599"/>
                <a:ext cx="217159" cy="224928"/>
              </a:xfrm>
              <a:custGeom>
                <a:rect b="b" l="l" r="r" t="t"/>
                <a:pathLst>
                  <a:path extrusionOk="0" h="2306954" w="1638934">
                    <a:moveTo>
                      <a:pt x="1638680" y="0"/>
                    </a:moveTo>
                    <a:lnTo>
                      <a:pt x="697255" y="0"/>
                    </a:lnTo>
                    <a:lnTo>
                      <a:pt x="697255" y="2306535"/>
                    </a:lnTo>
                    <a:lnTo>
                      <a:pt x="0" y="2306535"/>
                    </a:lnTo>
                  </a:path>
                </a:pathLst>
              </a:custGeom>
              <a:noFill/>
              <a:ln cap="flat" cmpd="sng" w="28575">
                <a:solidFill>
                  <a:srgbClr val="5F7D95"/>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nvGrpSpPr>
            <p:cNvPr id="5288" name="Google Shape;5288;p63"/>
            <p:cNvGrpSpPr/>
            <p:nvPr/>
          </p:nvGrpSpPr>
          <p:grpSpPr>
            <a:xfrm>
              <a:off x="5341327" y="2898245"/>
              <a:ext cx="532309" cy="614891"/>
              <a:chOff x="5341327" y="2898245"/>
              <a:chExt cx="532309" cy="614891"/>
            </a:xfrm>
          </p:grpSpPr>
          <p:sp>
            <p:nvSpPr>
              <p:cNvPr id="5289" name="Google Shape;5289;p63"/>
              <p:cNvSpPr/>
              <p:nvPr/>
            </p:nvSpPr>
            <p:spPr>
              <a:xfrm>
                <a:off x="5532290" y="3217476"/>
                <a:ext cx="341346" cy="295659"/>
              </a:xfrm>
              <a:custGeom>
                <a:rect b="b" l="l" r="r" t="t"/>
                <a:pathLst>
                  <a:path extrusionOk="0" h="2231390" w="2576195">
                    <a:moveTo>
                      <a:pt x="2576042" y="0"/>
                    </a:moveTo>
                    <a:lnTo>
                      <a:pt x="0" y="0"/>
                    </a:lnTo>
                    <a:lnTo>
                      <a:pt x="1288021" y="2230920"/>
                    </a:lnTo>
                    <a:lnTo>
                      <a:pt x="2576042" y="0"/>
                    </a:lnTo>
                    <a:close/>
                  </a:path>
                </a:pathLst>
              </a:custGeom>
              <a:solidFill>
                <a:srgbClr val="E3E9E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5290" name="Google Shape;5290;p63"/>
              <p:cNvSpPr/>
              <p:nvPr/>
            </p:nvSpPr>
            <p:spPr>
              <a:xfrm flipH="1">
                <a:off x="5341327" y="2898245"/>
                <a:ext cx="217159" cy="334508"/>
              </a:xfrm>
              <a:custGeom>
                <a:rect b="b" l="l" r="r" t="t"/>
                <a:pathLst>
                  <a:path extrusionOk="0" h="2306954" w="1638934">
                    <a:moveTo>
                      <a:pt x="1638680" y="0"/>
                    </a:moveTo>
                    <a:lnTo>
                      <a:pt x="697255" y="0"/>
                    </a:lnTo>
                    <a:lnTo>
                      <a:pt x="697255" y="2306535"/>
                    </a:lnTo>
                    <a:lnTo>
                      <a:pt x="0" y="2306535"/>
                    </a:lnTo>
                  </a:path>
                </a:pathLst>
              </a:custGeom>
              <a:noFill/>
              <a:ln cap="flat" cmpd="sng" w="28575">
                <a:solidFill>
                  <a:srgbClr val="E3E9ED"/>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nvGrpSpPr>
            <p:cNvPr id="5291" name="Google Shape;5291;p63"/>
            <p:cNvGrpSpPr/>
            <p:nvPr/>
          </p:nvGrpSpPr>
          <p:grpSpPr>
            <a:xfrm>
              <a:off x="5532290" y="2881789"/>
              <a:ext cx="620516" cy="305456"/>
              <a:chOff x="5532290" y="2881789"/>
              <a:chExt cx="620516" cy="305456"/>
            </a:xfrm>
          </p:grpSpPr>
          <p:sp>
            <p:nvSpPr>
              <p:cNvPr id="5292" name="Google Shape;5292;p63"/>
              <p:cNvSpPr/>
              <p:nvPr/>
            </p:nvSpPr>
            <p:spPr>
              <a:xfrm>
                <a:off x="5532290" y="2891586"/>
                <a:ext cx="341346" cy="295659"/>
              </a:xfrm>
              <a:custGeom>
                <a:rect b="b" l="l" r="r" t="t"/>
                <a:pathLst>
                  <a:path extrusionOk="0" h="2231390" w="2576195">
                    <a:moveTo>
                      <a:pt x="1288021" y="0"/>
                    </a:moveTo>
                    <a:lnTo>
                      <a:pt x="0" y="2230920"/>
                    </a:lnTo>
                    <a:lnTo>
                      <a:pt x="2576042" y="2230920"/>
                    </a:lnTo>
                    <a:lnTo>
                      <a:pt x="1288021" y="0"/>
                    </a:lnTo>
                    <a:close/>
                  </a:path>
                </a:pathLst>
              </a:custGeom>
              <a:solidFill>
                <a:srgbClr val="435D74"/>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5293" name="Google Shape;5293;p63"/>
              <p:cNvSpPr/>
              <p:nvPr/>
            </p:nvSpPr>
            <p:spPr>
              <a:xfrm>
                <a:off x="5837311" y="2881789"/>
                <a:ext cx="315495" cy="288369"/>
              </a:xfrm>
              <a:custGeom>
                <a:rect b="b" l="l" r="r" t="t"/>
                <a:pathLst>
                  <a:path extrusionOk="0" h="2306954" w="1638934">
                    <a:moveTo>
                      <a:pt x="1638680" y="0"/>
                    </a:moveTo>
                    <a:lnTo>
                      <a:pt x="697255" y="0"/>
                    </a:lnTo>
                    <a:lnTo>
                      <a:pt x="697255" y="2306535"/>
                    </a:lnTo>
                    <a:lnTo>
                      <a:pt x="0" y="2306535"/>
                    </a:lnTo>
                  </a:path>
                </a:pathLst>
              </a:custGeom>
              <a:noFill/>
              <a:ln cap="flat" cmpd="sng" w="28575">
                <a:solidFill>
                  <a:srgbClr val="435D74"/>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grpSp>
        <p:nvGrpSpPr>
          <p:cNvPr id="5294" name="Google Shape;5294;p63"/>
          <p:cNvGrpSpPr/>
          <p:nvPr/>
        </p:nvGrpSpPr>
        <p:grpSpPr>
          <a:xfrm>
            <a:off x="8163135" y="3526707"/>
            <a:ext cx="269068" cy="645491"/>
            <a:chOff x="7026852" y="3311869"/>
            <a:chExt cx="434331" cy="1041954"/>
          </a:xfrm>
        </p:grpSpPr>
        <p:sp>
          <p:nvSpPr>
            <p:cNvPr id="5295" name="Google Shape;5295;p63"/>
            <p:cNvSpPr/>
            <p:nvPr/>
          </p:nvSpPr>
          <p:spPr>
            <a:xfrm>
              <a:off x="7026852" y="3311869"/>
              <a:ext cx="434331" cy="847405"/>
            </a:xfrm>
            <a:custGeom>
              <a:rect b="b" l="l" r="r" t="t"/>
              <a:pathLst>
                <a:path extrusionOk="0" h="32649" w="16734">
                  <a:moveTo>
                    <a:pt x="8369" y="0"/>
                  </a:moveTo>
                  <a:cubicBezTo>
                    <a:pt x="3747" y="0"/>
                    <a:pt x="1" y="3747"/>
                    <a:pt x="1" y="8366"/>
                  </a:cubicBezTo>
                  <a:lnTo>
                    <a:pt x="1" y="32649"/>
                  </a:lnTo>
                  <a:lnTo>
                    <a:pt x="16734" y="32649"/>
                  </a:lnTo>
                  <a:lnTo>
                    <a:pt x="16734" y="8366"/>
                  </a:lnTo>
                  <a:cubicBezTo>
                    <a:pt x="16734" y="3744"/>
                    <a:pt x="12987" y="0"/>
                    <a:pt x="836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6" name="Google Shape;5296;p63"/>
            <p:cNvSpPr/>
            <p:nvPr/>
          </p:nvSpPr>
          <p:spPr>
            <a:xfrm>
              <a:off x="7082395" y="3359392"/>
              <a:ext cx="323321" cy="323321"/>
            </a:xfrm>
            <a:custGeom>
              <a:rect b="b" l="l" r="r" t="t"/>
              <a:pathLst>
                <a:path extrusionOk="0" h="12457" w="12457">
                  <a:moveTo>
                    <a:pt x="6229" y="1"/>
                  </a:moveTo>
                  <a:cubicBezTo>
                    <a:pt x="2788" y="1"/>
                    <a:pt x="1" y="2788"/>
                    <a:pt x="1" y="6229"/>
                  </a:cubicBezTo>
                  <a:cubicBezTo>
                    <a:pt x="1" y="9670"/>
                    <a:pt x="2788" y="12457"/>
                    <a:pt x="6229" y="12457"/>
                  </a:cubicBezTo>
                  <a:cubicBezTo>
                    <a:pt x="9666" y="12457"/>
                    <a:pt x="12457" y="9670"/>
                    <a:pt x="12457" y="6229"/>
                  </a:cubicBezTo>
                  <a:cubicBezTo>
                    <a:pt x="12457" y="2788"/>
                    <a:pt x="9666" y="1"/>
                    <a:pt x="6229"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7" name="Google Shape;5297;p63"/>
            <p:cNvSpPr/>
            <p:nvPr/>
          </p:nvSpPr>
          <p:spPr>
            <a:xfrm>
              <a:off x="7026852" y="4159239"/>
              <a:ext cx="434331" cy="194585"/>
            </a:xfrm>
            <a:custGeom>
              <a:rect b="b" l="l" r="r" t="t"/>
              <a:pathLst>
                <a:path extrusionOk="0" h="7497" w="16734">
                  <a:moveTo>
                    <a:pt x="1" y="1"/>
                  </a:moveTo>
                  <a:lnTo>
                    <a:pt x="8369" y="7496"/>
                  </a:lnTo>
                  <a:lnTo>
                    <a:pt x="1673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98" name="Google Shape;5298;p63"/>
          <p:cNvGrpSpPr/>
          <p:nvPr/>
        </p:nvGrpSpPr>
        <p:grpSpPr>
          <a:xfrm>
            <a:off x="6179716" y="3565945"/>
            <a:ext cx="293882" cy="293836"/>
            <a:chOff x="4873519" y="3311869"/>
            <a:chExt cx="499374" cy="499296"/>
          </a:xfrm>
        </p:grpSpPr>
        <p:sp>
          <p:nvSpPr>
            <p:cNvPr id="5299" name="Google Shape;5299;p63"/>
            <p:cNvSpPr/>
            <p:nvPr/>
          </p:nvSpPr>
          <p:spPr>
            <a:xfrm>
              <a:off x="4873519" y="3311869"/>
              <a:ext cx="499374" cy="499296"/>
            </a:xfrm>
            <a:custGeom>
              <a:rect b="b" l="l" r="r" t="t"/>
              <a:pathLst>
                <a:path extrusionOk="0" h="19237" w="19240">
                  <a:moveTo>
                    <a:pt x="1" y="0"/>
                  </a:moveTo>
                  <a:lnTo>
                    <a:pt x="1" y="9618"/>
                  </a:lnTo>
                  <a:cubicBezTo>
                    <a:pt x="1" y="14929"/>
                    <a:pt x="4308" y="19236"/>
                    <a:pt x="9619" y="19236"/>
                  </a:cubicBezTo>
                  <a:cubicBezTo>
                    <a:pt x="14933" y="19236"/>
                    <a:pt x="19240" y="14929"/>
                    <a:pt x="19240" y="9618"/>
                  </a:cubicBezTo>
                  <a:cubicBezTo>
                    <a:pt x="19240" y="4307"/>
                    <a:pt x="14933" y="0"/>
                    <a:pt x="961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0" name="Google Shape;5300;p63"/>
            <p:cNvSpPr/>
            <p:nvPr/>
          </p:nvSpPr>
          <p:spPr>
            <a:xfrm>
              <a:off x="4894620" y="3329830"/>
              <a:ext cx="202112" cy="182386"/>
            </a:xfrm>
            <a:custGeom>
              <a:rect b="b" l="l" r="r" t="t"/>
              <a:pathLst>
                <a:path extrusionOk="0" h="7027" w="7787">
                  <a:moveTo>
                    <a:pt x="0" y="1"/>
                  </a:moveTo>
                  <a:lnTo>
                    <a:pt x="0" y="7026"/>
                  </a:lnTo>
                  <a:lnTo>
                    <a:pt x="7787" y="1"/>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01" name="Google Shape;5301;p63"/>
          <p:cNvGrpSpPr/>
          <p:nvPr/>
        </p:nvGrpSpPr>
        <p:grpSpPr>
          <a:xfrm>
            <a:off x="6179716" y="3878316"/>
            <a:ext cx="293882" cy="293882"/>
            <a:chOff x="4873519" y="3875839"/>
            <a:chExt cx="499374" cy="499374"/>
          </a:xfrm>
        </p:grpSpPr>
        <p:sp>
          <p:nvSpPr>
            <p:cNvPr id="5302" name="Google Shape;5302;p63"/>
            <p:cNvSpPr/>
            <p:nvPr/>
          </p:nvSpPr>
          <p:spPr>
            <a:xfrm>
              <a:off x="4873519" y="3875839"/>
              <a:ext cx="499374" cy="499374"/>
            </a:xfrm>
            <a:custGeom>
              <a:rect b="b" l="l" r="r" t="t"/>
              <a:pathLst>
                <a:path extrusionOk="0" h="19240" w="19240">
                  <a:moveTo>
                    <a:pt x="1" y="1"/>
                  </a:moveTo>
                  <a:lnTo>
                    <a:pt x="1" y="9619"/>
                  </a:lnTo>
                  <a:cubicBezTo>
                    <a:pt x="1" y="14930"/>
                    <a:pt x="4308" y="19240"/>
                    <a:pt x="9619" y="19240"/>
                  </a:cubicBezTo>
                  <a:cubicBezTo>
                    <a:pt x="14933" y="19240"/>
                    <a:pt x="19240" y="14933"/>
                    <a:pt x="19240" y="9619"/>
                  </a:cubicBezTo>
                  <a:lnTo>
                    <a:pt x="19240"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3" name="Google Shape;5303;p63"/>
            <p:cNvSpPr/>
            <p:nvPr/>
          </p:nvSpPr>
          <p:spPr>
            <a:xfrm>
              <a:off x="4894620" y="3893826"/>
              <a:ext cx="202112" cy="182360"/>
            </a:xfrm>
            <a:custGeom>
              <a:rect b="b" l="l" r="r" t="t"/>
              <a:pathLst>
                <a:path extrusionOk="0" h="7026" w="7787">
                  <a:moveTo>
                    <a:pt x="0" y="0"/>
                  </a:moveTo>
                  <a:lnTo>
                    <a:pt x="0" y="7026"/>
                  </a:lnTo>
                  <a:lnTo>
                    <a:pt x="7787" y="0"/>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04" name="Google Shape;5304;p63"/>
          <p:cNvGrpSpPr/>
          <p:nvPr/>
        </p:nvGrpSpPr>
        <p:grpSpPr>
          <a:xfrm>
            <a:off x="2410244" y="1850269"/>
            <a:ext cx="698104" cy="698208"/>
            <a:chOff x="2565073" y="2075876"/>
            <a:chExt cx="672482" cy="672518"/>
          </a:xfrm>
        </p:grpSpPr>
        <p:sp>
          <p:nvSpPr>
            <p:cNvPr id="5305" name="Google Shape;5305;p63"/>
            <p:cNvSpPr/>
            <p:nvPr/>
          </p:nvSpPr>
          <p:spPr>
            <a:xfrm>
              <a:off x="2642193" y="2530650"/>
              <a:ext cx="419588" cy="217743"/>
            </a:xfrm>
            <a:custGeom>
              <a:rect b="b" l="l" r="r" t="t"/>
              <a:pathLst>
                <a:path extrusionOk="0" h="67780" w="130611">
                  <a:moveTo>
                    <a:pt x="28498" y="0"/>
                  </a:moveTo>
                  <a:cubicBezTo>
                    <a:pt x="24484" y="0"/>
                    <a:pt x="20456" y="1023"/>
                    <a:pt x="16802" y="3132"/>
                  </a:cubicBezTo>
                  <a:lnTo>
                    <a:pt x="16191" y="3487"/>
                  </a:lnTo>
                  <a:cubicBezTo>
                    <a:pt x="1795" y="11796"/>
                    <a:pt x="1" y="31826"/>
                    <a:pt x="12628" y="42639"/>
                  </a:cubicBezTo>
                  <a:cubicBezTo>
                    <a:pt x="28340" y="56094"/>
                    <a:pt x="48088" y="64970"/>
                    <a:pt x="69808" y="67207"/>
                  </a:cubicBezTo>
                  <a:cubicBezTo>
                    <a:pt x="70015" y="67227"/>
                    <a:pt x="70217" y="67252"/>
                    <a:pt x="70419" y="67271"/>
                  </a:cubicBezTo>
                  <a:cubicBezTo>
                    <a:pt x="70804" y="67306"/>
                    <a:pt x="71188" y="67345"/>
                    <a:pt x="71572" y="67375"/>
                  </a:cubicBezTo>
                  <a:cubicBezTo>
                    <a:pt x="72080" y="67419"/>
                    <a:pt x="72588" y="67464"/>
                    <a:pt x="73100" y="67498"/>
                  </a:cubicBezTo>
                  <a:lnTo>
                    <a:pt x="73440" y="67523"/>
                  </a:lnTo>
                  <a:cubicBezTo>
                    <a:pt x="75877" y="67694"/>
                    <a:pt x="78323" y="67780"/>
                    <a:pt x="80773" y="67780"/>
                  </a:cubicBezTo>
                  <a:cubicBezTo>
                    <a:pt x="97672" y="67780"/>
                    <a:pt x="114788" y="63683"/>
                    <a:pt x="130611" y="55083"/>
                  </a:cubicBezTo>
                  <a:lnTo>
                    <a:pt x="106348" y="13068"/>
                  </a:lnTo>
                  <a:cubicBezTo>
                    <a:pt x="98422" y="17162"/>
                    <a:pt x="89641" y="19287"/>
                    <a:pt x="80747" y="19287"/>
                  </a:cubicBezTo>
                  <a:cubicBezTo>
                    <a:pt x="79675" y="19287"/>
                    <a:pt x="78601" y="19256"/>
                    <a:pt x="77526" y="19194"/>
                  </a:cubicBezTo>
                  <a:cubicBezTo>
                    <a:pt x="77220" y="19174"/>
                    <a:pt x="76910" y="19149"/>
                    <a:pt x="76599" y="19130"/>
                  </a:cubicBezTo>
                  <a:cubicBezTo>
                    <a:pt x="76072" y="19090"/>
                    <a:pt x="75545" y="19051"/>
                    <a:pt x="75017" y="18997"/>
                  </a:cubicBezTo>
                  <a:cubicBezTo>
                    <a:pt x="74943" y="18992"/>
                    <a:pt x="74865" y="18982"/>
                    <a:pt x="74791" y="18972"/>
                  </a:cubicBezTo>
                  <a:cubicBezTo>
                    <a:pt x="73347" y="18819"/>
                    <a:pt x="71908" y="18612"/>
                    <a:pt x="70478" y="18351"/>
                  </a:cubicBezTo>
                  <a:cubicBezTo>
                    <a:pt x="70409" y="18336"/>
                    <a:pt x="70340" y="18331"/>
                    <a:pt x="70266" y="18317"/>
                  </a:cubicBezTo>
                  <a:cubicBezTo>
                    <a:pt x="60646" y="16518"/>
                    <a:pt x="51666" y="12220"/>
                    <a:pt x="44224" y="5857"/>
                  </a:cubicBezTo>
                  <a:cubicBezTo>
                    <a:pt x="39725" y="2011"/>
                    <a:pt x="34125" y="0"/>
                    <a:pt x="28498"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6" name="Google Shape;5306;p63"/>
            <p:cNvSpPr/>
            <p:nvPr/>
          </p:nvSpPr>
          <p:spPr>
            <a:xfrm>
              <a:off x="2910083" y="2420918"/>
              <a:ext cx="327379" cy="312727"/>
            </a:xfrm>
            <a:custGeom>
              <a:rect b="b" l="l" r="r" t="t"/>
              <a:pathLst>
                <a:path extrusionOk="0" h="97347" w="101908">
                  <a:moveTo>
                    <a:pt x="53377" y="1"/>
                  </a:moveTo>
                  <a:cubicBezTo>
                    <a:pt x="52884" y="9843"/>
                    <a:pt x="49823" y="19390"/>
                    <a:pt x="44495" y="27689"/>
                  </a:cubicBezTo>
                  <a:lnTo>
                    <a:pt x="44490" y="27684"/>
                  </a:lnTo>
                  <a:cubicBezTo>
                    <a:pt x="37847" y="37980"/>
                    <a:pt x="27936" y="45964"/>
                    <a:pt x="16216" y="50163"/>
                  </a:cubicBezTo>
                  <a:cubicBezTo>
                    <a:pt x="6521" y="53638"/>
                    <a:pt x="1" y="62746"/>
                    <a:pt x="1" y="73041"/>
                  </a:cubicBezTo>
                  <a:cubicBezTo>
                    <a:pt x="1" y="86873"/>
                    <a:pt x="11336" y="97347"/>
                    <a:pt x="24173" y="97347"/>
                  </a:cubicBezTo>
                  <a:cubicBezTo>
                    <a:pt x="26820" y="97347"/>
                    <a:pt x="29530" y="96902"/>
                    <a:pt x="32219" y="95949"/>
                  </a:cubicBezTo>
                  <a:cubicBezTo>
                    <a:pt x="49306" y="89897"/>
                    <a:pt x="64347" y="79537"/>
                    <a:pt x="76048" y="66171"/>
                  </a:cubicBezTo>
                  <a:cubicBezTo>
                    <a:pt x="76329" y="65870"/>
                    <a:pt x="76609" y="65570"/>
                    <a:pt x="76881" y="65254"/>
                  </a:cubicBezTo>
                  <a:cubicBezTo>
                    <a:pt x="92548" y="46905"/>
                    <a:pt x="101267" y="23751"/>
                    <a:pt x="10190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7" name="Google Shape;5307;p63"/>
            <p:cNvSpPr/>
            <p:nvPr/>
          </p:nvSpPr>
          <p:spPr>
            <a:xfrm>
              <a:off x="2999034" y="2125384"/>
              <a:ext cx="238522" cy="411351"/>
            </a:xfrm>
            <a:custGeom>
              <a:rect b="b" l="l" r="r" t="t"/>
              <a:pathLst>
                <a:path extrusionOk="0" h="128047" w="74248">
                  <a:moveTo>
                    <a:pt x="24273" y="0"/>
                  </a:moveTo>
                  <a:lnTo>
                    <a:pt x="0" y="42036"/>
                  </a:lnTo>
                  <a:cubicBezTo>
                    <a:pt x="7521" y="46866"/>
                    <a:pt x="13775" y="53430"/>
                    <a:pt x="18236" y="61173"/>
                  </a:cubicBezTo>
                  <a:cubicBezTo>
                    <a:pt x="18694" y="61966"/>
                    <a:pt x="19128" y="62765"/>
                    <a:pt x="19542" y="63573"/>
                  </a:cubicBezTo>
                  <a:cubicBezTo>
                    <a:pt x="19601" y="63696"/>
                    <a:pt x="19665" y="63829"/>
                    <a:pt x="19729" y="63953"/>
                  </a:cubicBezTo>
                  <a:cubicBezTo>
                    <a:pt x="19970" y="64426"/>
                    <a:pt x="20202" y="64904"/>
                    <a:pt x="20429" y="65382"/>
                  </a:cubicBezTo>
                  <a:cubicBezTo>
                    <a:pt x="20557" y="65658"/>
                    <a:pt x="20685" y="65929"/>
                    <a:pt x="20808" y="66210"/>
                  </a:cubicBezTo>
                  <a:cubicBezTo>
                    <a:pt x="21079" y="66806"/>
                    <a:pt x="21346" y="67408"/>
                    <a:pt x="21592" y="68014"/>
                  </a:cubicBezTo>
                  <a:cubicBezTo>
                    <a:pt x="21676" y="68226"/>
                    <a:pt x="21755" y="68433"/>
                    <a:pt x="21838" y="68645"/>
                  </a:cubicBezTo>
                  <a:cubicBezTo>
                    <a:pt x="22036" y="69142"/>
                    <a:pt x="22223" y="69645"/>
                    <a:pt x="22405" y="70148"/>
                  </a:cubicBezTo>
                  <a:cubicBezTo>
                    <a:pt x="25816" y="79561"/>
                    <a:pt x="26649" y="89714"/>
                    <a:pt x="24815" y="99561"/>
                  </a:cubicBezTo>
                  <a:cubicBezTo>
                    <a:pt x="22952" y="109586"/>
                    <a:pt x="27738" y="119679"/>
                    <a:pt x="36570" y="124780"/>
                  </a:cubicBezTo>
                  <a:cubicBezTo>
                    <a:pt x="40441" y="127014"/>
                    <a:pt x="44590" y="128047"/>
                    <a:pt x="48651" y="128047"/>
                  </a:cubicBezTo>
                  <a:cubicBezTo>
                    <a:pt x="59837" y="128047"/>
                    <a:pt x="70356" y="120215"/>
                    <a:pt x="72558" y="108102"/>
                  </a:cubicBezTo>
                  <a:cubicBezTo>
                    <a:pt x="73686" y="101887"/>
                    <a:pt x="74248" y="95579"/>
                    <a:pt x="74248" y="89261"/>
                  </a:cubicBezTo>
                  <a:cubicBezTo>
                    <a:pt x="74243" y="71168"/>
                    <a:pt x="69655" y="54150"/>
                    <a:pt x="61577" y="39305"/>
                  </a:cubicBezTo>
                  <a:lnTo>
                    <a:pt x="61557" y="39315"/>
                  </a:lnTo>
                  <a:cubicBezTo>
                    <a:pt x="61123" y="38517"/>
                    <a:pt x="60680" y="37723"/>
                    <a:pt x="60222" y="36930"/>
                  </a:cubicBezTo>
                  <a:cubicBezTo>
                    <a:pt x="51178" y="21262"/>
                    <a:pt x="38694" y="8818"/>
                    <a:pt x="24273"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8" name="Google Shape;5308;p63"/>
            <p:cNvSpPr/>
            <p:nvPr/>
          </p:nvSpPr>
          <p:spPr>
            <a:xfrm>
              <a:off x="2740849" y="2075876"/>
              <a:ext cx="419604" cy="217734"/>
            </a:xfrm>
            <a:custGeom>
              <a:rect b="b" l="l" r="r" t="t"/>
              <a:pathLst>
                <a:path extrusionOk="0" h="67777" w="130616">
                  <a:moveTo>
                    <a:pt x="49853" y="1"/>
                  </a:moveTo>
                  <a:cubicBezTo>
                    <a:pt x="32949" y="1"/>
                    <a:pt x="15828" y="4093"/>
                    <a:pt x="0" y="12696"/>
                  </a:cubicBezTo>
                  <a:lnTo>
                    <a:pt x="24263" y="54711"/>
                  </a:lnTo>
                  <a:cubicBezTo>
                    <a:pt x="32189" y="50621"/>
                    <a:pt x="40970" y="48497"/>
                    <a:pt x="49860" y="48497"/>
                  </a:cubicBezTo>
                  <a:cubicBezTo>
                    <a:pt x="50932" y="48497"/>
                    <a:pt x="52006" y="48528"/>
                    <a:pt x="53080" y="48590"/>
                  </a:cubicBezTo>
                  <a:cubicBezTo>
                    <a:pt x="53391" y="48605"/>
                    <a:pt x="53701" y="48630"/>
                    <a:pt x="54012" y="48649"/>
                  </a:cubicBezTo>
                  <a:cubicBezTo>
                    <a:pt x="54539" y="48689"/>
                    <a:pt x="55066" y="48728"/>
                    <a:pt x="55594" y="48782"/>
                  </a:cubicBezTo>
                  <a:cubicBezTo>
                    <a:pt x="55668" y="48792"/>
                    <a:pt x="55746" y="48802"/>
                    <a:pt x="55820" y="48807"/>
                  </a:cubicBezTo>
                  <a:cubicBezTo>
                    <a:pt x="57264" y="48960"/>
                    <a:pt x="58704" y="49172"/>
                    <a:pt x="60133" y="49433"/>
                  </a:cubicBezTo>
                  <a:cubicBezTo>
                    <a:pt x="60202" y="49448"/>
                    <a:pt x="60271" y="49453"/>
                    <a:pt x="60345" y="49462"/>
                  </a:cubicBezTo>
                  <a:cubicBezTo>
                    <a:pt x="69965" y="51266"/>
                    <a:pt x="78945" y="55564"/>
                    <a:pt x="86387" y="61927"/>
                  </a:cubicBezTo>
                  <a:cubicBezTo>
                    <a:pt x="90886" y="65767"/>
                    <a:pt x="96484" y="67777"/>
                    <a:pt x="102111" y="67777"/>
                  </a:cubicBezTo>
                  <a:cubicBezTo>
                    <a:pt x="106125" y="67777"/>
                    <a:pt x="110154" y="66754"/>
                    <a:pt x="113809" y="64642"/>
                  </a:cubicBezTo>
                  <a:lnTo>
                    <a:pt x="114420" y="64292"/>
                  </a:lnTo>
                  <a:cubicBezTo>
                    <a:pt x="128816" y="55983"/>
                    <a:pt x="130615" y="35958"/>
                    <a:pt x="117988" y="25140"/>
                  </a:cubicBezTo>
                  <a:cubicBezTo>
                    <a:pt x="102271" y="11685"/>
                    <a:pt x="82523" y="2809"/>
                    <a:pt x="60803" y="572"/>
                  </a:cubicBezTo>
                  <a:cubicBezTo>
                    <a:pt x="60596" y="552"/>
                    <a:pt x="60394" y="532"/>
                    <a:pt x="60192" y="513"/>
                  </a:cubicBezTo>
                  <a:cubicBezTo>
                    <a:pt x="59808" y="473"/>
                    <a:pt x="59423" y="439"/>
                    <a:pt x="59039" y="404"/>
                  </a:cubicBezTo>
                  <a:cubicBezTo>
                    <a:pt x="58531" y="360"/>
                    <a:pt x="58023" y="320"/>
                    <a:pt x="57511" y="281"/>
                  </a:cubicBezTo>
                  <a:lnTo>
                    <a:pt x="57171" y="256"/>
                  </a:lnTo>
                  <a:cubicBezTo>
                    <a:pt x="54739" y="86"/>
                    <a:pt x="52298" y="1"/>
                    <a:pt x="4985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9" name="Google Shape;5309;p63"/>
            <p:cNvSpPr/>
            <p:nvPr/>
          </p:nvSpPr>
          <p:spPr>
            <a:xfrm>
              <a:off x="2565167" y="2090625"/>
              <a:ext cx="327379" cy="312740"/>
            </a:xfrm>
            <a:custGeom>
              <a:rect b="b" l="l" r="r" t="t"/>
              <a:pathLst>
                <a:path extrusionOk="0" h="97351" w="101908">
                  <a:moveTo>
                    <a:pt x="77732" y="1"/>
                  </a:moveTo>
                  <a:cubicBezTo>
                    <a:pt x="75086" y="1"/>
                    <a:pt x="72377" y="446"/>
                    <a:pt x="69690" y="1397"/>
                  </a:cubicBezTo>
                  <a:cubicBezTo>
                    <a:pt x="52607" y="7449"/>
                    <a:pt x="37561" y="17814"/>
                    <a:pt x="25865" y="31175"/>
                  </a:cubicBezTo>
                  <a:cubicBezTo>
                    <a:pt x="25580" y="31476"/>
                    <a:pt x="25299" y="31776"/>
                    <a:pt x="25028" y="32097"/>
                  </a:cubicBezTo>
                  <a:cubicBezTo>
                    <a:pt x="9365" y="50441"/>
                    <a:pt x="646" y="73600"/>
                    <a:pt x="1" y="97350"/>
                  </a:cubicBezTo>
                  <a:lnTo>
                    <a:pt x="48536" y="97350"/>
                  </a:lnTo>
                  <a:cubicBezTo>
                    <a:pt x="49024" y="87503"/>
                    <a:pt x="52085" y="77956"/>
                    <a:pt x="57413" y="69662"/>
                  </a:cubicBezTo>
                  <a:lnTo>
                    <a:pt x="57418" y="69662"/>
                  </a:lnTo>
                  <a:cubicBezTo>
                    <a:pt x="64061" y="59371"/>
                    <a:pt x="73977" y="51382"/>
                    <a:pt x="85697" y="47183"/>
                  </a:cubicBezTo>
                  <a:cubicBezTo>
                    <a:pt x="95382" y="43708"/>
                    <a:pt x="101907" y="34605"/>
                    <a:pt x="101907" y="24310"/>
                  </a:cubicBezTo>
                  <a:cubicBezTo>
                    <a:pt x="101907" y="10473"/>
                    <a:pt x="90570" y="1"/>
                    <a:pt x="77732"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0" name="Google Shape;5310;p63"/>
            <p:cNvSpPr/>
            <p:nvPr/>
          </p:nvSpPr>
          <p:spPr>
            <a:xfrm>
              <a:off x="2565073" y="2287538"/>
              <a:ext cx="218572" cy="409555"/>
            </a:xfrm>
            <a:custGeom>
              <a:rect b="b" l="l" r="r" t="t"/>
              <a:pathLst>
                <a:path extrusionOk="0" h="127488" w="68038">
                  <a:moveTo>
                    <a:pt x="25598" y="0"/>
                  </a:moveTo>
                  <a:cubicBezTo>
                    <a:pt x="14413" y="0"/>
                    <a:pt x="3897" y="7831"/>
                    <a:pt x="1695" y="19943"/>
                  </a:cubicBezTo>
                  <a:cubicBezTo>
                    <a:pt x="567" y="26163"/>
                    <a:pt x="0" y="32466"/>
                    <a:pt x="5" y="38785"/>
                  </a:cubicBezTo>
                  <a:cubicBezTo>
                    <a:pt x="5" y="56877"/>
                    <a:pt x="4598" y="73900"/>
                    <a:pt x="12676" y="88745"/>
                  </a:cubicBezTo>
                  <a:lnTo>
                    <a:pt x="12696" y="88735"/>
                  </a:lnTo>
                  <a:cubicBezTo>
                    <a:pt x="13125" y="89533"/>
                    <a:pt x="13568" y="90327"/>
                    <a:pt x="14027" y="91120"/>
                  </a:cubicBezTo>
                  <a:cubicBezTo>
                    <a:pt x="22888" y="106463"/>
                    <a:pt x="35052" y="118705"/>
                    <a:pt x="49093" y="127488"/>
                  </a:cubicBezTo>
                  <a:cubicBezTo>
                    <a:pt x="44721" y="124742"/>
                    <a:pt x="40552" y="121677"/>
                    <a:pt x="36634" y="118316"/>
                  </a:cubicBezTo>
                  <a:cubicBezTo>
                    <a:pt x="24002" y="107503"/>
                    <a:pt x="25801" y="87473"/>
                    <a:pt x="40197" y="79164"/>
                  </a:cubicBezTo>
                  <a:lnTo>
                    <a:pt x="40808" y="78809"/>
                  </a:lnTo>
                  <a:cubicBezTo>
                    <a:pt x="44459" y="76702"/>
                    <a:pt x="48483" y="75681"/>
                    <a:pt x="52492" y="75681"/>
                  </a:cubicBezTo>
                  <a:cubicBezTo>
                    <a:pt x="58042" y="75681"/>
                    <a:pt x="63566" y="77637"/>
                    <a:pt x="68038" y="81377"/>
                  </a:cubicBezTo>
                  <a:cubicBezTo>
                    <a:pt x="63238" y="77256"/>
                    <a:pt x="59172" y="72353"/>
                    <a:pt x="56017" y="66877"/>
                  </a:cubicBezTo>
                  <a:cubicBezTo>
                    <a:pt x="55559" y="66083"/>
                    <a:pt x="55120" y="65280"/>
                    <a:pt x="54706" y="64472"/>
                  </a:cubicBezTo>
                  <a:cubicBezTo>
                    <a:pt x="54647" y="64349"/>
                    <a:pt x="54583" y="64221"/>
                    <a:pt x="54519" y="64092"/>
                  </a:cubicBezTo>
                  <a:cubicBezTo>
                    <a:pt x="54278" y="63619"/>
                    <a:pt x="54046" y="63141"/>
                    <a:pt x="53824" y="62663"/>
                  </a:cubicBezTo>
                  <a:cubicBezTo>
                    <a:pt x="53691" y="62392"/>
                    <a:pt x="53568" y="62116"/>
                    <a:pt x="53440" y="61840"/>
                  </a:cubicBezTo>
                  <a:cubicBezTo>
                    <a:pt x="53169" y="61239"/>
                    <a:pt x="52907" y="60637"/>
                    <a:pt x="52656" y="60031"/>
                  </a:cubicBezTo>
                  <a:cubicBezTo>
                    <a:pt x="52572" y="59824"/>
                    <a:pt x="52493" y="59612"/>
                    <a:pt x="52410" y="59400"/>
                  </a:cubicBezTo>
                  <a:cubicBezTo>
                    <a:pt x="52217" y="58903"/>
                    <a:pt x="52025" y="58400"/>
                    <a:pt x="51843" y="57902"/>
                  </a:cubicBezTo>
                  <a:cubicBezTo>
                    <a:pt x="48437" y="48484"/>
                    <a:pt x="47604" y="38331"/>
                    <a:pt x="49433" y="28484"/>
                  </a:cubicBezTo>
                  <a:cubicBezTo>
                    <a:pt x="51301" y="18459"/>
                    <a:pt x="46515" y="8366"/>
                    <a:pt x="37683" y="3270"/>
                  </a:cubicBezTo>
                  <a:cubicBezTo>
                    <a:pt x="33811" y="1033"/>
                    <a:pt x="29660" y="0"/>
                    <a:pt x="25598"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11" name="Google Shape;5311;p63"/>
          <p:cNvGrpSpPr/>
          <p:nvPr/>
        </p:nvGrpSpPr>
        <p:grpSpPr>
          <a:xfrm>
            <a:off x="5633655" y="3534869"/>
            <a:ext cx="438354" cy="637329"/>
            <a:chOff x="1697726" y="3244179"/>
            <a:chExt cx="788124" cy="1146069"/>
          </a:xfrm>
        </p:grpSpPr>
        <p:sp>
          <p:nvSpPr>
            <p:cNvPr id="5312" name="Google Shape;5312;p63"/>
            <p:cNvSpPr/>
            <p:nvPr/>
          </p:nvSpPr>
          <p:spPr>
            <a:xfrm>
              <a:off x="1697726" y="3244179"/>
              <a:ext cx="788124" cy="1146069"/>
            </a:xfrm>
            <a:custGeom>
              <a:rect b="b" l="l" r="r" t="t"/>
              <a:pathLst>
                <a:path extrusionOk="0" h="44156" w="30365">
                  <a:moveTo>
                    <a:pt x="18841" y="1"/>
                  </a:moveTo>
                  <a:lnTo>
                    <a:pt x="18841" y="3319"/>
                  </a:lnTo>
                  <a:lnTo>
                    <a:pt x="7583" y="3319"/>
                  </a:lnTo>
                  <a:cubicBezTo>
                    <a:pt x="5740" y="3319"/>
                    <a:pt x="4248" y="4814"/>
                    <a:pt x="4248" y="6658"/>
                  </a:cubicBezTo>
                  <a:lnTo>
                    <a:pt x="4248" y="29436"/>
                  </a:lnTo>
                  <a:lnTo>
                    <a:pt x="1" y="29436"/>
                  </a:lnTo>
                  <a:lnTo>
                    <a:pt x="1" y="44155"/>
                  </a:lnTo>
                  <a:lnTo>
                    <a:pt x="14720" y="44155"/>
                  </a:lnTo>
                  <a:lnTo>
                    <a:pt x="14720" y="29436"/>
                  </a:lnTo>
                  <a:lnTo>
                    <a:pt x="10922" y="29436"/>
                  </a:lnTo>
                  <a:lnTo>
                    <a:pt x="10922" y="9993"/>
                  </a:lnTo>
                  <a:lnTo>
                    <a:pt x="18841" y="9993"/>
                  </a:lnTo>
                  <a:lnTo>
                    <a:pt x="18841" y="13311"/>
                  </a:lnTo>
                  <a:lnTo>
                    <a:pt x="30365" y="6658"/>
                  </a:lnTo>
                  <a:lnTo>
                    <a:pt x="18841"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3" name="Google Shape;5313;p63"/>
            <p:cNvSpPr/>
            <p:nvPr/>
          </p:nvSpPr>
          <p:spPr>
            <a:xfrm>
              <a:off x="1743302" y="4053603"/>
              <a:ext cx="291293" cy="291267"/>
            </a:xfrm>
            <a:custGeom>
              <a:rect b="b" l="l" r="r" t="t"/>
              <a:pathLst>
                <a:path extrusionOk="0" h="11222" w="11223">
                  <a:moveTo>
                    <a:pt x="1" y="0"/>
                  </a:moveTo>
                  <a:lnTo>
                    <a:pt x="1" y="11222"/>
                  </a:lnTo>
                  <a:lnTo>
                    <a:pt x="11222" y="11222"/>
                  </a:lnTo>
                  <a:lnTo>
                    <a:pt x="11222"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14" name="Google Shape;5314;p63"/>
          <p:cNvSpPr/>
          <p:nvPr/>
        </p:nvSpPr>
        <p:spPr>
          <a:xfrm>
            <a:off x="8130914" y="3422653"/>
            <a:ext cx="204" cy="4"/>
          </a:xfrm>
          <a:custGeom>
            <a:rect b="b" l="l" r="r" t="t"/>
            <a:pathLst>
              <a:path extrusionOk="0" h="1" w="48">
                <a:moveTo>
                  <a:pt x="48" y="0"/>
                </a:move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15" name="Google Shape;5315;p63"/>
          <p:cNvGrpSpPr/>
          <p:nvPr/>
        </p:nvGrpSpPr>
        <p:grpSpPr>
          <a:xfrm>
            <a:off x="7634869" y="1863232"/>
            <a:ext cx="799565" cy="670282"/>
            <a:chOff x="7617850" y="2063282"/>
            <a:chExt cx="799565" cy="670282"/>
          </a:xfrm>
        </p:grpSpPr>
        <p:cxnSp>
          <p:nvCxnSpPr>
            <p:cNvPr id="5316" name="Google Shape;5316;p63"/>
            <p:cNvCxnSpPr/>
            <p:nvPr/>
          </p:nvCxnSpPr>
          <p:spPr>
            <a:xfrm flipH="1" rot="5400000">
              <a:off x="7629118" y="2104714"/>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5317" name="Google Shape;5317;p63"/>
            <p:cNvCxnSpPr/>
            <p:nvPr/>
          </p:nvCxnSpPr>
          <p:spPr>
            <a:xfrm rot="-5400000">
              <a:off x="8276270" y="2104714"/>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5318" name="Google Shape;5318;p63"/>
            <p:cNvCxnSpPr/>
            <p:nvPr/>
          </p:nvCxnSpPr>
          <p:spPr>
            <a:xfrm rot="5400000">
              <a:off x="7629118" y="2612964"/>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5319" name="Google Shape;5319;p63"/>
            <p:cNvCxnSpPr/>
            <p:nvPr/>
          </p:nvCxnSpPr>
          <p:spPr>
            <a:xfrm flipH="1" rot="-5400000">
              <a:off x="8276270" y="2612964"/>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5320" name="Google Shape;5320;p63"/>
            <p:cNvCxnSpPr/>
            <p:nvPr/>
          </p:nvCxnSpPr>
          <p:spPr>
            <a:xfrm rot="10800000">
              <a:off x="7617850" y="2393356"/>
              <a:ext cx="83400" cy="0"/>
            </a:xfrm>
            <a:prstGeom prst="straightConnector1">
              <a:avLst/>
            </a:prstGeom>
            <a:noFill/>
            <a:ln cap="flat" cmpd="sng" w="9525">
              <a:solidFill>
                <a:srgbClr val="667E92"/>
              </a:solidFill>
              <a:prstDash val="solid"/>
              <a:round/>
              <a:headEnd len="med" w="med" type="none"/>
              <a:tailEnd len="med" w="med" type="none"/>
            </a:ln>
          </p:spPr>
        </p:cxnSp>
        <p:cxnSp>
          <p:nvCxnSpPr>
            <p:cNvPr id="5321" name="Google Shape;5321;p63"/>
            <p:cNvCxnSpPr/>
            <p:nvPr/>
          </p:nvCxnSpPr>
          <p:spPr>
            <a:xfrm rot="10800000">
              <a:off x="8334015" y="2393356"/>
              <a:ext cx="83400" cy="0"/>
            </a:xfrm>
            <a:prstGeom prst="straightConnector1">
              <a:avLst/>
            </a:prstGeom>
            <a:noFill/>
            <a:ln cap="flat" cmpd="sng" w="9525">
              <a:solidFill>
                <a:srgbClr val="667E92"/>
              </a:solidFill>
              <a:prstDash val="solid"/>
              <a:round/>
              <a:headEnd len="med" w="med" type="none"/>
              <a:tailEnd len="med" w="med" type="none"/>
            </a:ln>
          </p:spPr>
        </p:cxnSp>
        <p:grpSp>
          <p:nvGrpSpPr>
            <p:cNvPr id="5322" name="Google Shape;5322;p63"/>
            <p:cNvGrpSpPr/>
            <p:nvPr/>
          </p:nvGrpSpPr>
          <p:grpSpPr>
            <a:xfrm>
              <a:off x="7734309" y="2063282"/>
              <a:ext cx="570957" cy="620095"/>
              <a:chOff x="7734309" y="2063282"/>
              <a:chExt cx="570957" cy="620095"/>
            </a:xfrm>
          </p:grpSpPr>
          <p:grpSp>
            <p:nvGrpSpPr>
              <p:cNvPr id="5323" name="Google Shape;5323;p63"/>
              <p:cNvGrpSpPr/>
              <p:nvPr/>
            </p:nvGrpSpPr>
            <p:grpSpPr>
              <a:xfrm>
                <a:off x="8031573" y="2063282"/>
                <a:ext cx="273693" cy="620095"/>
                <a:chOff x="8031573" y="2063282"/>
                <a:chExt cx="273693" cy="620095"/>
              </a:xfrm>
            </p:grpSpPr>
            <p:sp>
              <p:nvSpPr>
                <p:cNvPr id="5324" name="Google Shape;5324;p63"/>
                <p:cNvSpPr/>
                <p:nvPr/>
              </p:nvSpPr>
              <p:spPr>
                <a:xfrm>
                  <a:off x="8031573" y="2481676"/>
                  <a:ext cx="246012" cy="201702"/>
                </a:xfrm>
                <a:custGeom>
                  <a:rect b="b" l="l" r="r" t="t"/>
                  <a:pathLst>
                    <a:path extrusionOk="0" h="14712" w="17944">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5" name="Google Shape;5325;p63"/>
                <p:cNvSpPr/>
                <p:nvPr/>
              </p:nvSpPr>
              <p:spPr>
                <a:xfrm>
                  <a:off x="8031573" y="2298026"/>
                  <a:ext cx="273693" cy="250112"/>
                </a:xfrm>
                <a:custGeom>
                  <a:rect b="b" l="l" r="r" t="t"/>
                  <a:pathLst>
                    <a:path extrusionOk="0" h="18243" w="19963">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6" name="Google Shape;5326;p63"/>
                <p:cNvSpPr/>
                <p:nvPr/>
              </p:nvSpPr>
              <p:spPr>
                <a:xfrm>
                  <a:off x="8031573" y="2063282"/>
                  <a:ext cx="177311" cy="142529"/>
                </a:xfrm>
                <a:custGeom>
                  <a:rect b="b" l="l" r="r" t="t"/>
                  <a:pathLst>
                    <a:path extrusionOk="0" h="10396" w="12933">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7" name="Google Shape;5327;p63"/>
                <p:cNvSpPr/>
                <p:nvPr/>
              </p:nvSpPr>
              <p:spPr>
                <a:xfrm>
                  <a:off x="8031573" y="2177659"/>
                  <a:ext cx="221307" cy="176914"/>
                </a:xfrm>
                <a:custGeom>
                  <a:rect b="b" l="l" r="r" t="t"/>
                  <a:pathLst>
                    <a:path extrusionOk="0" h="12904" w="16142">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28" name="Google Shape;5328;p63"/>
              <p:cNvGrpSpPr/>
              <p:nvPr/>
            </p:nvGrpSpPr>
            <p:grpSpPr>
              <a:xfrm flipH="1">
                <a:off x="7734309" y="2063282"/>
                <a:ext cx="273693" cy="620095"/>
                <a:chOff x="8031573" y="2063282"/>
                <a:chExt cx="273693" cy="620095"/>
              </a:xfrm>
            </p:grpSpPr>
            <p:sp>
              <p:nvSpPr>
                <p:cNvPr id="5329" name="Google Shape;5329;p63"/>
                <p:cNvSpPr/>
                <p:nvPr/>
              </p:nvSpPr>
              <p:spPr>
                <a:xfrm>
                  <a:off x="8031573" y="2481676"/>
                  <a:ext cx="246012" cy="201702"/>
                </a:xfrm>
                <a:custGeom>
                  <a:rect b="b" l="l" r="r" t="t"/>
                  <a:pathLst>
                    <a:path extrusionOk="0" h="14712" w="17944">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0" name="Google Shape;5330;p63"/>
                <p:cNvSpPr/>
                <p:nvPr/>
              </p:nvSpPr>
              <p:spPr>
                <a:xfrm>
                  <a:off x="8031573" y="2298026"/>
                  <a:ext cx="273693" cy="250112"/>
                </a:xfrm>
                <a:custGeom>
                  <a:rect b="b" l="l" r="r" t="t"/>
                  <a:pathLst>
                    <a:path extrusionOk="0" h="18243" w="19963">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1" name="Google Shape;5331;p63"/>
                <p:cNvSpPr/>
                <p:nvPr/>
              </p:nvSpPr>
              <p:spPr>
                <a:xfrm>
                  <a:off x="8031573" y="2063282"/>
                  <a:ext cx="177311" cy="142529"/>
                </a:xfrm>
                <a:custGeom>
                  <a:rect b="b" l="l" r="r" t="t"/>
                  <a:pathLst>
                    <a:path extrusionOk="0" h="10396" w="12933">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2" name="Google Shape;5332;p63"/>
                <p:cNvSpPr/>
                <p:nvPr/>
              </p:nvSpPr>
              <p:spPr>
                <a:xfrm>
                  <a:off x="8031573" y="2177659"/>
                  <a:ext cx="221307" cy="176914"/>
                </a:xfrm>
                <a:custGeom>
                  <a:rect b="b" l="l" r="r" t="t"/>
                  <a:pathLst>
                    <a:path extrusionOk="0" h="12904" w="16142">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5333" name="Google Shape;5333;p63"/>
          <p:cNvSpPr/>
          <p:nvPr/>
        </p:nvSpPr>
        <p:spPr>
          <a:xfrm>
            <a:off x="7095123" y="3555322"/>
            <a:ext cx="558742" cy="616877"/>
          </a:xfrm>
          <a:custGeom>
            <a:rect b="b" l="l" r="r" t="t"/>
            <a:pathLst>
              <a:path extrusionOk="0" h="5225" w="4733">
                <a:moveTo>
                  <a:pt x="346" y="0"/>
                </a:moveTo>
                <a:cubicBezTo>
                  <a:pt x="148" y="0"/>
                  <a:pt x="1" y="148"/>
                  <a:pt x="1" y="333"/>
                </a:cubicBezTo>
                <a:lnTo>
                  <a:pt x="1" y="4423"/>
                </a:lnTo>
                <a:cubicBezTo>
                  <a:pt x="1" y="4608"/>
                  <a:pt x="148" y="4756"/>
                  <a:pt x="346" y="4756"/>
                </a:cubicBezTo>
                <a:lnTo>
                  <a:pt x="2046" y="4756"/>
                </a:lnTo>
                <a:lnTo>
                  <a:pt x="2366" y="5224"/>
                </a:lnTo>
                <a:lnTo>
                  <a:pt x="2674" y="4756"/>
                </a:lnTo>
                <a:lnTo>
                  <a:pt x="4387" y="4756"/>
                </a:lnTo>
                <a:cubicBezTo>
                  <a:pt x="4394" y="4757"/>
                  <a:pt x="4400" y="4757"/>
                  <a:pt x="4407" y="4757"/>
                </a:cubicBezTo>
                <a:cubicBezTo>
                  <a:pt x="4583" y="4757"/>
                  <a:pt x="4732" y="4602"/>
                  <a:pt x="4732" y="4423"/>
                </a:cubicBezTo>
                <a:lnTo>
                  <a:pt x="4732" y="333"/>
                </a:lnTo>
                <a:cubicBezTo>
                  <a:pt x="4732" y="148"/>
                  <a:pt x="4572" y="0"/>
                  <a:pt x="4387"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4" name="Google Shape;5334;p63"/>
          <p:cNvSpPr/>
          <p:nvPr/>
        </p:nvSpPr>
        <p:spPr>
          <a:xfrm rot="10800000">
            <a:off x="6581305" y="3552736"/>
            <a:ext cx="406111" cy="619462"/>
          </a:xfrm>
          <a:custGeom>
            <a:rect b="b" l="l" r="r" t="t"/>
            <a:pathLst>
              <a:path extrusionOk="0" h="22743" w="1491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35" name="Google Shape;5335;p63"/>
          <p:cNvGrpSpPr/>
          <p:nvPr/>
        </p:nvGrpSpPr>
        <p:grpSpPr>
          <a:xfrm>
            <a:off x="7821475" y="2716715"/>
            <a:ext cx="602567" cy="601884"/>
            <a:chOff x="1186975" y="238125"/>
            <a:chExt cx="5244275" cy="5238325"/>
          </a:xfrm>
        </p:grpSpPr>
        <p:sp>
          <p:nvSpPr>
            <p:cNvPr id="5336" name="Google Shape;5336;p63"/>
            <p:cNvSpPr/>
            <p:nvPr/>
          </p:nvSpPr>
          <p:spPr>
            <a:xfrm>
              <a:off x="1188450" y="238125"/>
              <a:ext cx="3198750" cy="2628625"/>
            </a:xfrm>
            <a:custGeom>
              <a:rect b="b" l="l" r="r" t="t"/>
              <a:pathLst>
                <a:path extrusionOk="0" h="105145" w="127950">
                  <a:moveTo>
                    <a:pt x="18697" y="0"/>
                  </a:moveTo>
                  <a:cubicBezTo>
                    <a:pt x="8371" y="0"/>
                    <a:pt x="1" y="8371"/>
                    <a:pt x="1" y="18697"/>
                  </a:cubicBezTo>
                  <a:lnTo>
                    <a:pt x="1" y="105145"/>
                  </a:lnTo>
                  <a:lnTo>
                    <a:pt x="36857" y="105145"/>
                  </a:lnTo>
                  <a:cubicBezTo>
                    <a:pt x="35719" y="102283"/>
                    <a:pt x="35385" y="99165"/>
                    <a:pt x="35897" y="96130"/>
                  </a:cubicBezTo>
                  <a:cubicBezTo>
                    <a:pt x="37137" y="88648"/>
                    <a:pt x="43398" y="82793"/>
                    <a:pt x="50957" y="82096"/>
                  </a:cubicBezTo>
                  <a:cubicBezTo>
                    <a:pt x="51501" y="82045"/>
                    <a:pt x="52041" y="82020"/>
                    <a:pt x="52575" y="82020"/>
                  </a:cubicBezTo>
                  <a:cubicBezTo>
                    <a:pt x="61906" y="82020"/>
                    <a:pt x="69475" y="89593"/>
                    <a:pt x="69475" y="98926"/>
                  </a:cubicBezTo>
                  <a:cubicBezTo>
                    <a:pt x="69475" y="101055"/>
                    <a:pt x="69070" y="103165"/>
                    <a:pt x="68283" y="105145"/>
                  </a:cubicBezTo>
                  <a:lnTo>
                    <a:pt x="105145" y="105145"/>
                  </a:lnTo>
                  <a:lnTo>
                    <a:pt x="105145" y="68419"/>
                  </a:lnTo>
                  <a:cubicBezTo>
                    <a:pt x="106958" y="69088"/>
                    <a:pt x="108908" y="69476"/>
                    <a:pt x="110955" y="69476"/>
                  </a:cubicBezTo>
                  <a:cubicBezTo>
                    <a:pt x="111990" y="69476"/>
                    <a:pt x="113050" y="69377"/>
                    <a:pt x="114130" y="69164"/>
                  </a:cubicBezTo>
                  <a:cubicBezTo>
                    <a:pt x="121952" y="67632"/>
                    <a:pt x="127801" y="60687"/>
                    <a:pt x="127866" y="52715"/>
                  </a:cubicBezTo>
                  <a:cubicBezTo>
                    <a:pt x="127950" y="43313"/>
                    <a:pt x="120348" y="35664"/>
                    <a:pt x="110964" y="35664"/>
                  </a:cubicBezTo>
                  <a:cubicBezTo>
                    <a:pt x="108979" y="35670"/>
                    <a:pt x="107005" y="36028"/>
                    <a:pt x="105145" y="36720"/>
                  </a:cubicBezTo>
                  <a:lnTo>
                    <a:pt x="105145"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7" name="Google Shape;5337;p63"/>
            <p:cNvSpPr/>
            <p:nvPr/>
          </p:nvSpPr>
          <p:spPr>
            <a:xfrm>
              <a:off x="1186975" y="2279750"/>
              <a:ext cx="2628625" cy="3196700"/>
            </a:xfrm>
            <a:custGeom>
              <a:rect b="b" l="l" r="r" t="t"/>
              <a:pathLst>
                <a:path extrusionOk="0" h="127868" w="105145">
                  <a:moveTo>
                    <a:pt x="52573" y="1"/>
                  </a:moveTo>
                  <a:cubicBezTo>
                    <a:pt x="43236" y="1"/>
                    <a:pt x="35664" y="7567"/>
                    <a:pt x="35664" y="16910"/>
                  </a:cubicBezTo>
                  <a:cubicBezTo>
                    <a:pt x="35670" y="18895"/>
                    <a:pt x="36028" y="20862"/>
                    <a:pt x="36720" y="22722"/>
                  </a:cubicBezTo>
                  <a:lnTo>
                    <a:pt x="0" y="22722"/>
                  </a:lnTo>
                  <a:lnTo>
                    <a:pt x="0" y="110011"/>
                  </a:lnTo>
                  <a:cubicBezTo>
                    <a:pt x="0" y="119872"/>
                    <a:pt x="7995" y="127867"/>
                    <a:pt x="17862" y="127867"/>
                  </a:cubicBezTo>
                  <a:lnTo>
                    <a:pt x="105145" y="127867"/>
                  </a:lnTo>
                  <a:lnTo>
                    <a:pt x="105145" y="91010"/>
                  </a:lnTo>
                  <a:cubicBezTo>
                    <a:pt x="103158" y="91801"/>
                    <a:pt x="101044" y="92206"/>
                    <a:pt x="98916" y="92206"/>
                  </a:cubicBezTo>
                  <a:cubicBezTo>
                    <a:pt x="98350" y="92206"/>
                    <a:pt x="97782" y="92177"/>
                    <a:pt x="97215" y="92119"/>
                  </a:cubicBezTo>
                  <a:cubicBezTo>
                    <a:pt x="88869" y="91267"/>
                    <a:pt x="82269" y="84184"/>
                    <a:pt x="82024" y="75802"/>
                  </a:cubicBezTo>
                  <a:cubicBezTo>
                    <a:pt x="81744" y="66233"/>
                    <a:pt x="89417" y="58393"/>
                    <a:pt x="98920" y="58393"/>
                  </a:cubicBezTo>
                  <a:cubicBezTo>
                    <a:pt x="101055" y="58393"/>
                    <a:pt x="103159" y="58792"/>
                    <a:pt x="105139" y="59585"/>
                  </a:cubicBezTo>
                  <a:lnTo>
                    <a:pt x="105139" y="22728"/>
                  </a:lnTo>
                  <a:lnTo>
                    <a:pt x="68419" y="22728"/>
                  </a:lnTo>
                  <a:cubicBezTo>
                    <a:pt x="69427" y="19992"/>
                    <a:pt x="69796" y="16951"/>
                    <a:pt x="69164" y="13738"/>
                  </a:cubicBezTo>
                  <a:cubicBezTo>
                    <a:pt x="67632" y="5922"/>
                    <a:pt x="60686" y="73"/>
                    <a:pt x="52715" y="2"/>
                  </a:cubicBezTo>
                  <a:cubicBezTo>
                    <a:pt x="52668" y="1"/>
                    <a:pt x="52620" y="1"/>
                    <a:pt x="5257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8" name="Google Shape;5338;p63"/>
            <p:cNvSpPr/>
            <p:nvPr/>
          </p:nvSpPr>
          <p:spPr>
            <a:xfrm>
              <a:off x="3802600" y="239450"/>
              <a:ext cx="2628650" cy="3196825"/>
            </a:xfrm>
            <a:custGeom>
              <a:rect b="b" l="l" r="r" t="t"/>
              <a:pathLst>
                <a:path extrusionOk="0" h="127873" w="105146">
                  <a:moveTo>
                    <a:pt x="1" y="1"/>
                  </a:moveTo>
                  <a:lnTo>
                    <a:pt x="1" y="36857"/>
                  </a:lnTo>
                  <a:cubicBezTo>
                    <a:pt x="1988" y="36066"/>
                    <a:pt x="4101" y="35662"/>
                    <a:pt x="6229" y="35662"/>
                  </a:cubicBezTo>
                  <a:cubicBezTo>
                    <a:pt x="6796" y="35662"/>
                    <a:pt x="7364" y="35691"/>
                    <a:pt x="7930" y="35748"/>
                  </a:cubicBezTo>
                  <a:cubicBezTo>
                    <a:pt x="16277" y="36595"/>
                    <a:pt x="22877" y="43684"/>
                    <a:pt x="23121" y="52066"/>
                  </a:cubicBezTo>
                  <a:cubicBezTo>
                    <a:pt x="23396" y="61635"/>
                    <a:pt x="15722" y="69481"/>
                    <a:pt x="6219" y="69481"/>
                  </a:cubicBezTo>
                  <a:cubicBezTo>
                    <a:pt x="4091" y="69475"/>
                    <a:pt x="1980" y="69076"/>
                    <a:pt x="1" y="68289"/>
                  </a:cubicBezTo>
                  <a:lnTo>
                    <a:pt x="1" y="105145"/>
                  </a:lnTo>
                  <a:lnTo>
                    <a:pt x="36720" y="105145"/>
                  </a:lnTo>
                  <a:cubicBezTo>
                    <a:pt x="35719" y="107882"/>
                    <a:pt x="35343" y="110916"/>
                    <a:pt x="35975" y="114130"/>
                  </a:cubicBezTo>
                  <a:cubicBezTo>
                    <a:pt x="37513" y="121952"/>
                    <a:pt x="44459" y="127801"/>
                    <a:pt x="52424" y="127872"/>
                  </a:cubicBezTo>
                  <a:cubicBezTo>
                    <a:pt x="52472" y="127873"/>
                    <a:pt x="52519" y="127873"/>
                    <a:pt x="52567" y="127873"/>
                  </a:cubicBezTo>
                  <a:cubicBezTo>
                    <a:pt x="61909" y="127873"/>
                    <a:pt x="69481" y="120301"/>
                    <a:pt x="69481" y="110964"/>
                  </a:cubicBezTo>
                  <a:cubicBezTo>
                    <a:pt x="69475" y="108979"/>
                    <a:pt x="69118" y="107005"/>
                    <a:pt x="68426" y="105145"/>
                  </a:cubicBezTo>
                  <a:lnTo>
                    <a:pt x="105145" y="105145"/>
                  </a:lnTo>
                  <a:lnTo>
                    <a:pt x="105145" y="16354"/>
                  </a:lnTo>
                  <a:cubicBezTo>
                    <a:pt x="105140" y="7328"/>
                    <a:pt x="97818" y="1"/>
                    <a:pt x="8878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9" name="Google Shape;5339;p63"/>
            <p:cNvSpPr/>
            <p:nvPr/>
          </p:nvSpPr>
          <p:spPr>
            <a:xfrm>
              <a:off x="3232500" y="2847950"/>
              <a:ext cx="3198600" cy="2628500"/>
            </a:xfrm>
            <a:custGeom>
              <a:rect b="b" l="l" r="r" t="t"/>
              <a:pathLst>
                <a:path extrusionOk="0" h="105140" w="127944">
                  <a:moveTo>
                    <a:pt x="22805" y="0"/>
                  </a:moveTo>
                  <a:lnTo>
                    <a:pt x="22805" y="36720"/>
                  </a:lnTo>
                  <a:cubicBezTo>
                    <a:pt x="20992" y="36051"/>
                    <a:pt x="19042" y="35663"/>
                    <a:pt x="16995" y="35663"/>
                  </a:cubicBezTo>
                  <a:cubicBezTo>
                    <a:pt x="15960" y="35663"/>
                    <a:pt x="14900" y="35762"/>
                    <a:pt x="13820" y="35975"/>
                  </a:cubicBezTo>
                  <a:cubicBezTo>
                    <a:pt x="5998" y="37513"/>
                    <a:pt x="150" y="44453"/>
                    <a:pt x="78" y="52424"/>
                  </a:cubicBezTo>
                  <a:cubicBezTo>
                    <a:pt x="1" y="61826"/>
                    <a:pt x="7602" y="69481"/>
                    <a:pt x="16986" y="69481"/>
                  </a:cubicBezTo>
                  <a:cubicBezTo>
                    <a:pt x="18971" y="69475"/>
                    <a:pt x="20945" y="69117"/>
                    <a:pt x="22805" y="68420"/>
                  </a:cubicBezTo>
                  <a:lnTo>
                    <a:pt x="22805" y="105139"/>
                  </a:lnTo>
                  <a:lnTo>
                    <a:pt x="108943" y="105139"/>
                  </a:lnTo>
                  <a:cubicBezTo>
                    <a:pt x="119436" y="105139"/>
                    <a:pt x="127944" y="96631"/>
                    <a:pt x="127944" y="86138"/>
                  </a:cubicBezTo>
                  <a:lnTo>
                    <a:pt x="127944" y="0"/>
                  </a:lnTo>
                  <a:lnTo>
                    <a:pt x="91087" y="0"/>
                  </a:lnTo>
                  <a:cubicBezTo>
                    <a:pt x="92088" y="2510"/>
                    <a:pt x="92470" y="5235"/>
                    <a:pt x="92196" y="7924"/>
                  </a:cubicBezTo>
                  <a:cubicBezTo>
                    <a:pt x="91343" y="16271"/>
                    <a:pt x="84260" y="22870"/>
                    <a:pt x="75878" y="23115"/>
                  </a:cubicBezTo>
                  <a:cubicBezTo>
                    <a:pt x="75708" y="23120"/>
                    <a:pt x="75539" y="23122"/>
                    <a:pt x="75370" y="23122"/>
                  </a:cubicBezTo>
                  <a:cubicBezTo>
                    <a:pt x="66033" y="23122"/>
                    <a:pt x="58469" y="15553"/>
                    <a:pt x="58469" y="6219"/>
                  </a:cubicBezTo>
                  <a:cubicBezTo>
                    <a:pt x="58469" y="4084"/>
                    <a:pt x="58869" y="1980"/>
                    <a:pt x="59662"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40" name="Google Shape;5340;p63"/>
          <p:cNvGrpSpPr/>
          <p:nvPr/>
        </p:nvGrpSpPr>
        <p:grpSpPr>
          <a:xfrm>
            <a:off x="3264213" y="1856199"/>
            <a:ext cx="651848" cy="687338"/>
            <a:chOff x="3400515" y="2056248"/>
            <a:chExt cx="698134" cy="735987"/>
          </a:xfrm>
        </p:grpSpPr>
        <p:grpSp>
          <p:nvGrpSpPr>
            <p:cNvPr id="5341" name="Google Shape;5341;p63"/>
            <p:cNvGrpSpPr/>
            <p:nvPr/>
          </p:nvGrpSpPr>
          <p:grpSpPr>
            <a:xfrm>
              <a:off x="3400515" y="2283913"/>
              <a:ext cx="312919" cy="219900"/>
              <a:chOff x="3400515" y="2283913"/>
              <a:chExt cx="312919" cy="219900"/>
            </a:xfrm>
          </p:grpSpPr>
          <p:sp>
            <p:nvSpPr>
              <p:cNvPr id="5342" name="Google Shape;5342;p63"/>
              <p:cNvSpPr/>
              <p:nvPr/>
            </p:nvSpPr>
            <p:spPr>
              <a:xfrm>
                <a:off x="3493534" y="2283913"/>
                <a:ext cx="219900" cy="219900"/>
              </a:xfrm>
              <a:prstGeom prst="ellipse">
                <a:avLst/>
              </a:prstGeom>
              <a:solidFill>
                <a:srgbClr val="435D7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5343" name="Google Shape;5343;p63"/>
              <p:cNvCxnSpPr/>
              <p:nvPr/>
            </p:nvCxnSpPr>
            <p:spPr>
              <a:xfrm rot="10800000">
                <a:off x="3400515" y="2393804"/>
                <a:ext cx="95400" cy="0"/>
              </a:xfrm>
              <a:prstGeom prst="straightConnector1">
                <a:avLst/>
              </a:prstGeom>
              <a:noFill/>
              <a:ln cap="flat" cmpd="sng" w="28575">
                <a:solidFill>
                  <a:srgbClr val="435D74"/>
                </a:solidFill>
                <a:prstDash val="solid"/>
                <a:round/>
                <a:headEnd len="med" w="med" type="none"/>
                <a:tailEnd len="med" w="med" type="none"/>
              </a:ln>
            </p:spPr>
          </p:cxnSp>
        </p:grpSp>
        <p:grpSp>
          <p:nvGrpSpPr>
            <p:cNvPr id="5344" name="Google Shape;5344;p63"/>
            <p:cNvGrpSpPr/>
            <p:nvPr/>
          </p:nvGrpSpPr>
          <p:grpSpPr>
            <a:xfrm>
              <a:off x="3547823" y="2461089"/>
              <a:ext cx="219900" cy="331146"/>
              <a:chOff x="3547823" y="2461089"/>
              <a:chExt cx="219900" cy="331146"/>
            </a:xfrm>
          </p:grpSpPr>
          <p:sp>
            <p:nvSpPr>
              <p:cNvPr id="5345" name="Google Shape;5345;p63"/>
              <p:cNvSpPr/>
              <p:nvPr/>
            </p:nvSpPr>
            <p:spPr>
              <a:xfrm>
                <a:off x="3547823" y="2461089"/>
                <a:ext cx="219900" cy="219900"/>
              </a:xfrm>
              <a:prstGeom prst="ellipse">
                <a:avLst/>
              </a:prstGeom>
              <a:solidFill>
                <a:srgbClr val="5F7D9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5346" name="Google Shape;5346;p63"/>
              <p:cNvCxnSpPr/>
              <p:nvPr/>
            </p:nvCxnSpPr>
            <p:spPr>
              <a:xfrm rot="10800000">
                <a:off x="3657701" y="2678535"/>
                <a:ext cx="0" cy="113700"/>
              </a:xfrm>
              <a:prstGeom prst="straightConnector1">
                <a:avLst/>
              </a:prstGeom>
              <a:noFill/>
              <a:ln cap="flat" cmpd="sng" w="28575">
                <a:solidFill>
                  <a:srgbClr val="5F7D95"/>
                </a:solidFill>
                <a:prstDash val="solid"/>
                <a:round/>
                <a:headEnd len="med" w="med" type="none"/>
                <a:tailEnd len="med" w="med" type="none"/>
              </a:ln>
            </p:spPr>
          </p:cxnSp>
        </p:grpSp>
        <p:grpSp>
          <p:nvGrpSpPr>
            <p:cNvPr id="5347" name="Google Shape;5347;p63"/>
            <p:cNvGrpSpPr/>
            <p:nvPr/>
          </p:nvGrpSpPr>
          <p:grpSpPr>
            <a:xfrm>
              <a:off x="3734138" y="2461089"/>
              <a:ext cx="219900" cy="331146"/>
              <a:chOff x="3734138" y="2461089"/>
              <a:chExt cx="219900" cy="331146"/>
            </a:xfrm>
          </p:grpSpPr>
          <p:sp>
            <p:nvSpPr>
              <p:cNvPr id="5348" name="Google Shape;5348;p63"/>
              <p:cNvSpPr/>
              <p:nvPr/>
            </p:nvSpPr>
            <p:spPr>
              <a:xfrm>
                <a:off x="3734138" y="2461089"/>
                <a:ext cx="219900" cy="219900"/>
              </a:xfrm>
              <a:prstGeom prst="ellipse">
                <a:avLst/>
              </a:prstGeom>
              <a:solidFill>
                <a:srgbClr val="869FB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5349" name="Google Shape;5349;p63"/>
              <p:cNvCxnSpPr/>
              <p:nvPr/>
            </p:nvCxnSpPr>
            <p:spPr>
              <a:xfrm rot="10800000">
                <a:off x="3844020" y="2678535"/>
                <a:ext cx="0" cy="113700"/>
              </a:xfrm>
              <a:prstGeom prst="straightConnector1">
                <a:avLst/>
              </a:prstGeom>
              <a:noFill/>
              <a:ln cap="flat" cmpd="sng" w="28575">
                <a:solidFill>
                  <a:srgbClr val="869FB2"/>
                </a:solidFill>
                <a:prstDash val="solid"/>
                <a:round/>
                <a:headEnd len="med" w="med" type="none"/>
                <a:tailEnd len="med" w="med" type="none"/>
              </a:ln>
            </p:spPr>
          </p:cxnSp>
        </p:grpSp>
        <p:grpSp>
          <p:nvGrpSpPr>
            <p:cNvPr id="5350" name="Google Shape;5350;p63"/>
            <p:cNvGrpSpPr/>
            <p:nvPr/>
          </p:nvGrpSpPr>
          <p:grpSpPr>
            <a:xfrm>
              <a:off x="3787560" y="2281742"/>
              <a:ext cx="311089" cy="219900"/>
              <a:chOff x="3787560" y="2281742"/>
              <a:chExt cx="311089" cy="219900"/>
            </a:xfrm>
          </p:grpSpPr>
          <p:sp>
            <p:nvSpPr>
              <p:cNvPr id="5351" name="Google Shape;5351;p63"/>
              <p:cNvSpPr/>
              <p:nvPr/>
            </p:nvSpPr>
            <p:spPr>
              <a:xfrm>
                <a:off x="3787560" y="2281742"/>
                <a:ext cx="219900" cy="219900"/>
              </a:xfrm>
              <a:prstGeom prst="ellipse">
                <a:avLst/>
              </a:prstGeom>
              <a:solidFill>
                <a:srgbClr val="A5B7C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5352" name="Google Shape;5352;p63"/>
              <p:cNvCxnSpPr/>
              <p:nvPr/>
            </p:nvCxnSpPr>
            <p:spPr>
              <a:xfrm rot="10800000">
                <a:off x="4003849" y="2393795"/>
                <a:ext cx="94800" cy="0"/>
              </a:xfrm>
              <a:prstGeom prst="straightConnector1">
                <a:avLst/>
              </a:prstGeom>
              <a:noFill/>
              <a:ln cap="flat" cmpd="sng" w="28575">
                <a:solidFill>
                  <a:srgbClr val="A5B7C6"/>
                </a:solidFill>
                <a:prstDash val="solid"/>
                <a:round/>
                <a:headEnd len="med" w="med" type="none"/>
                <a:tailEnd len="med" w="med" type="none"/>
              </a:ln>
            </p:spPr>
          </p:cxnSp>
        </p:grpSp>
        <p:grpSp>
          <p:nvGrpSpPr>
            <p:cNvPr id="5353" name="Google Shape;5353;p63"/>
            <p:cNvGrpSpPr/>
            <p:nvPr/>
          </p:nvGrpSpPr>
          <p:grpSpPr>
            <a:xfrm>
              <a:off x="3637290" y="2056248"/>
              <a:ext cx="219900" cy="330736"/>
              <a:chOff x="3637290" y="2056248"/>
              <a:chExt cx="219900" cy="330736"/>
            </a:xfrm>
          </p:grpSpPr>
          <p:sp>
            <p:nvSpPr>
              <p:cNvPr id="5354" name="Google Shape;5354;p63"/>
              <p:cNvSpPr/>
              <p:nvPr/>
            </p:nvSpPr>
            <p:spPr>
              <a:xfrm>
                <a:off x="3637290" y="2167085"/>
                <a:ext cx="219900" cy="219900"/>
              </a:xfrm>
              <a:prstGeom prst="ellipse">
                <a:avLst/>
              </a:prstGeom>
              <a:solidFill>
                <a:srgbClr val="BAC8D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cxnSp>
            <p:nvCxnSpPr>
              <p:cNvPr id="5355" name="Google Shape;5355;p63"/>
              <p:cNvCxnSpPr/>
              <p:nvPr/>
            </p:nvCxnSpPr>
            <p:spPr>
              <a:xfrm rot="10800000">
                <a:off x="3747169" y="2056248"/>
                <a:ext cx="0" cy="113700"/>
              </a:xfrm>
              <a:prstGeom prst="straightConnector1">
                <a:avLst/>
              </a:prstGeom>
              <a:noFill/>
              <a:ln cap="flat" cmpd="sng" w="28575">
                <a:solidFill>
                  <a:srgbClr val="BAC8D3"/>
                </a:solidFill>
                <a:prstDash val="solid"/>
                <a:round/>
                <a:headEnd len="med" w="med" type="none"/>
                <a:tailEnd len="med" w="med" type="none"/>
              </a:ln>
            </p:spPr>
          </p:cxnSp>
        </p:grpSp>
      </p:grpSp>
      <p:grpSp>
        <p:nvGrpSpPr>
          <p:cNvPr id="5356" name="Google Shape;5356;p63"/>
          <p:cNvGrpSpPr/>
          <p:nvPr/>
        </p:nvGrpSpPr>
        <p:grpSpPr>
          <a:xfrm>
            <a:off x="2555919" y="2726205"/>
            <a:ext cx="1268144" cy="592394"/>
            <a:chOff x="238125" y="1188750"/>
            <a:chExt cx="7140450" cy="3335550"/>
          </a:xfrm>
        </p:grpSpPr>
        <p:sp>
          <p:nvSpPr>
            <p:cNvPr id="5357" name="Google Shape;5357;p63"/>
            <p:cNvSpPr/>
            <p:nvPr/>
          </p:nvSpPr>
          <p:spPr>
            <a:xfrm>
              <a:off x="238125" y="1188750"/>
              <a:ext cx="3507025" cy="1584000"/>
            </a:xfrm>
            <a:custGeom>
              <a:rect b="b" l="l" r="r" t="t"/>
              <a:pathLst>
                <a:path extrusionOk="0" h="63360" w="140281">
                  <a:moveTo>
                    <a:pt x="4021" y="0"/>
                  </a:moveTo>
                  <a:cubicBezTo>
                    <a:pt x="1801" y="6"/>
                    <a:pt x="6" y="1801"/>
                    <a:pt x="0" y="4021"/>
                  </a:cubicBezTo>
                  <a:lnTo>
                    <a:pt x="0" y="59338"/>
                  </a:lnTo>
                  <a:cubicBezTo>
                    <a:pt x="6" y="61552"/>
                    <a:pt x="1801" y="63354"/>
                    <a:pt x="4021" y="63359"/>
                  </a:cubicBezTo>
                  <a:lnTo>
                    <a:pt x="98272" y="63359"/>
                  </a:lnTo>
                  <a:cubicBezTo>
                    <a:pt x="99963" y="41512"/>
                    <a:pt x="118098" y="24204"/>
                    <a:pt x="140280" y="23813"/>
                  </a:cubicBezTo>
                  <a:lnTo>
                    <a:pt x="140280" y="4021"/>
                  </a:lnTo>
                  <a:cubicBezTo>
                    <a:pt x="140275" y="1801"/>
                    <a:pt x="138474" y="6"/>
                    <a:pt x="136259"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8" name="Google Shape;5358;p63"/>
            <p:cNvSpPr/>
            <p:nvPr/>
          </p:nvSpPr>
          <p:spPr>
            <a:xfrm>
              <a:off x="238125" y="2940300"/>
              <a:ext cx="3507025" cy="1584000"/>
            </a:xfrm>
            <a:custGeom>
              <a:rect b="b" l="l" r="r" t="t"/>
              <a:pathLst>
                <a:path extrusionOk="0" h="63360" w="140281">
                  <a:moveTo>
                    <a:pt x="4021" y="1"/>
                  </a:moveTo>
                  <a:cubicBezTo>
                    <a:pt x="1801" y="6"/>
                    <a:pt x="6" y="1808"/>
                    <a:pt x="0" y="4022"/>
                  </a:cubicBezTo>
                  <a:lnTo>
                    <a:pt x="0" y="59339"/>
                  </a:lnTo>
                  <a:cubicBezTo>
                    <a:pt x="6" y="61559"/>
                    <a:pt x="1801" y="63354"/>
                    <a:pt x="4021" y="63360"/>
                  </a:cubicBezTo>
                  <a:lnTo>
                    <a:pt x="136259" y="63360"/>
                  </a:lnTo>
                  <a:cubicBezTo>
                    <a:pt x="138474" y="63354"/>
                    <a:pt x="140275" y="61559"/>
                    <a:pt x="140280" y="59339"/>
                  </a:cubicBezTo>
                  <a:lnTo>
                    <a:pt x="140280" y="39547"/>
                  </a:lnTo>
                  <a:cubicBezTo>
                    <a:pt x="118098" y="39155"/>
                    <a:pt x="99963" y="21848"/>
                    <a:pt x="9827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9" name="Google Shape;5359;p63"/>
            <p:cNvSpPr/>
            <p:nvPr/>
          </p:nvSpPr>
          <p:spPr>
            <a:xfrm>
              <a:off x="3871550" y="1188750"/>
              <a:ext cx="3507025" cy="1584000"/>
            </a:xfrm>
            <a:custGeom>
              <a:rect b="b" l="l" r="r" t="t"/>
              <a:pathLst>
                <a:path extrusionOk="0" h="63360" w="140281">
                  <a:moveTo>
                    <a:pt x="4022" y="0"/>
                  </a:moveTo>
                  <a:cubicBezTo>
                    <a:pt x="1807" y="6"/>
                    <a:pt x="6" y="1801"/>
                    <a:pt x="0" y="4021"/>
                  </a:cubicBezTo>
                  <a:lnTo>
                    <a:pt x="0" y="24017"/>
                  </a:lnTo>
                  <a:cubicBezTo>
                    <a:pt x="20553" y="26066"/>
                    <a:pt x="36886" y="42675"/>
                    <a:pt x="38494" y="63359"/>
                  </a:cubicBezTo>
                  <a:lnTo>
                    <a:pt x="136260" y="63359"/>
                  </a:lnTo>
                  <a:cubicBezTo>
                    <a:pt x="138480" y="63354"/>
                    <a:pt x="140275" y="61552"/>
                    <a:pt x="140281" y="59338"/>
                  </a:cubicBezTo>
                  <a:lnTo>
                    <a:pt x="140281" y="4021"/>
                  </a:lnTo>
                  <a:cubicBezTo>
                    <a:pt x="140275" y="1801"/>
                    <a:pt x="138480" y="6"/>
                    <a:pt x="13626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0" name="Google Shape;5360;p63"/>
            <p:cNvSpPr/>
            <p:nvPr/>
          </p:nvSpPr>
          <p:spPr>
            <a:xfrm>
              <a:off x="3871550" y="2940300"/>
              <a:ext cx="3507025" cy="1584000"/>
            </a:xfrm>
            <a:custGeom>
              <a:rect b="b" l="l" r="r" t="t"/>
              <a:pathLst>
                <a:path extrusionOk="0" h="63360" w="140281">
                  <a:moveTo>
                    <a:pt x="38494" y="1"/>
                  </a:moveTo>
                  <a:cubicBezTo>
                    <a:pt x="36886" y="20680"/>
                    <a:pt x="20553" y="37294"/>
                    <a:pt x="0" y="39343"/>
                  </a:cubicBezTo>
                  <a:lnTo>
                    <a:pt x="0" y="59339"/>
                  </a:lnTo>
                  <a:cubicBezTo>
                    <a:pt x="6" y="61559"/>
                    <a:pt x="1807" y="63354"/>
                    <a:pt x="4022" y="63360"/>
                  </a:cubicBezTo>
                  <a:lnTo>
                    <a:pt x="136260" y="63360"/>
                  </a:lnTo>
                  <a:cubicBezTo>
                    <a:pt x="138480" y="63354"/>
                    <a:pt x="140275" y="61559"/>
                    <a:pt x="140281" y="59339"/>
                  </a:cubicBezTo>
                  <a:lnTo>
                    <a:pt x="140281" y="4022"/>
                  </a:lnTo>
                  <a:cubicBezTo>
                    <a:pt x="140275" y="1808"/>
                    <a:pt x="138480" y="6"/>
                    <a:pt x="13626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1" name="Google Shape;5361;p63"/>
            <p:cNvSpPr/>
            <p:nvPr/>
          </p:nvSpPr>
          <p:spPr>
            <a:xfrm>
              <a:off x="2842425" y="1934600"/>
              <a:ext cx="1843850" cy="1843850"/>
            </a:xfrm>
            <a:custGeom>
              <a:rect b="b" l="l" r="r" t="t"/>
              <a:pathLst>
                <a:path extrusionOk="0" h="73754" w="73754">
                  <a:moveTo>
                    <a:pt x="36880" y="0"/>
                  </a:moveTo>
                  <a:cubicBezTo>
                    <a:pt x="36621" y="0"/>
                    <a:pt x="36362" y="6"/>
                    <a:pt x="36108" y="11"/>
                  </a:cubicBezTo>
                  <a:cubicBezTo>
                    <a:pt x="17253" y="397"/>
                    <a:pt x="1834" y="15011"/>
                    <a:pt x="154" y="33525"/>
                  </a:cubicBezTo>
                  <a:cubicBezTo>
                    <a:pt x="55" y="34627"/>
                    <a:pt x="0" y="35745"/>
                    <a:pt x="0" y="36874"/>
                  </a:cubicBezTo>
                  <a:cubicBezTo>
                    <a:pt x="0" y="38009"/>
                    <a:pt x="55" y="39122"/>
                    <a:pt x="154" y="40229"/>
                  </a:cubicBezTo>
                  <a:cubicBezTo>
                    <a:pt x="1834" y="58749"/>
                    <a:pt x="17253" y="73357"/>
                    <a:pt x="36108" y="73743"/>
                  </a:cubicBezTo>
                  <a:cubicBezTo>
                    <a:pt x="36362" y="73748"/>
                    <a:pt x="36621" y="73754"/>
                    <a:pt x="36880" y="73754"/>
                  </a:cubicBezTo>
                  <a:cubicBezTo>
                    <a:pt x="38312" y="73754"/>
                    <a:pt x="39744" y="73666"/>
                    <a:pt x="41165" y="73500"/>
                  </a:cubicBezTo>
                  <a:cubicBezTo>
                    <a:pt x="58391" y="71495"/>
                    <a:pt x="72030" y="57581"/>
                    <a:pt x="73600" y="40229"/>
                  </a:cubicBezTo>
                  <a:cubicBezTo>
                    <a:pt x="73699" y="39127"/>
                    <a:pt x="73754" y="38009"/>
                    <a:pt x="73754" y="36874"/>
                  </a:cubicBezTo>
                  <a:cubicBezTo>
                    <a:pt x="73754" y="35745"/>
                    <a:pt x="73699" y="34632"/>
                    <a:pt x="73600" y="33525"/>
                  </a:cubicBezTo>
                  <a:cubicBezTo>
                    <a:pt x="72024" y="16173"/>
                    <a:pt x="58391" y="2259"/>
                    <a:pt x="41165" y="254"/>
                  </a:cubicBezTo>
                  <a:cubicBezTo>
                    <a:pt x="39744" y="88"/>
                    <a:pt x="38312" y="0"/>
                    <a:pt x="36880"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62" name="Google Shape;5362;p63"/>
          <p:cNvGrpSpPr/>
          <p:nvPr/>
        </p:nvGrpSpPr>
        <p:grpSpPr>
          <a:xfrm>
            <a:off x="6663819" y="2728360"/>
            <a:ext cx="1053944" cy="590147"/>
            <a:chOff x="238125" y="1335475"/>
            <a:chExt cx="5418735" cy="3034175"/>
          </a:xfrm>
        </p:grpSpPr>
        <p:sp>
          <p:nvSpPr>
            <p:cNvPr id="5363" name="Google Shape;5363;p63"/>
            <p:cNvSpPr/>
            <p:nvPr/>
          </p:nvSpPr>
          <p:spPr>
            <a:xfrm>
              <a:off x="3669985" y="1335475"/>
              <a:ext cx="1986875" cy="3034175"/>
            </a:xfrm>
            <a:custGeom>
              <a:rect b="b" l="l" r="r" t="t"/>
              <a:pathLst>
                <a:path extrusionOk="0" h="121367" w="79475">
                  <a:moveTo>
                    <a:pt x="1" y="0"/>
                  </a:moveTo>
                  <a:lnTo>
                    <a:pt x="1" y="38997"/>
                  </a:lnTo>
                  <a:cubicBezTo>
                    <a:pt x="588" y="44011"/>
                    <a:pt x="2425" y="48797"/>
                    <a:pt x="5360" y="52918"/>
                  </a:cubicBezTo>
                  <a:lnTo>
                    <a:pt x="9329" y="58469"/>
                  </a:lnTo>
                  <a:cubicBezTo>
                    <a:pt x="10541" y="59694"/>
                    <a:pt x="10541" y="61672"/>
                    <a:pt x="9329" y="62897"/>
                  </a:cubicBezTo>
                  <a:lnTo>
                    <a:pt x="5360" y="68448"/>
                  </a:lnTo>
                  <a:cubicBezTo>
                    <a:pt x="2425" y="72557"/>
                    <a:pt x="588" y="77355"/>
                    <a:pt x="1" y="82370"/>
                  </a:cubicBezTo>
                  <a:lnTo>
                    <a:pt x="1" y="121366"/>
                  </a:lnTo>
                  <a:lnTo>
                    <a:pt x="68743" y="121366"/>
                  </a:lnTo>
                  <a:lnTo>
                    <a:pt x="68743" y="85815"/>
                  </a:lnTo>
                  <a:cubicBezTo>
                    <a:pt x="68743" y="79588"/>
                    <a:pt x="70682" y="73514"/>
                    <a:pt x="74293" y="68448"/>
                  </a:cubicBezTo>
                  <a:lnTo>
                    <a:pt x="78249" y="62897"/>
                  </a:lnTo>
                  <a:cubicBezTo>
                    <a:pt x="79474" y="61672"/>
                    <a:pt x="79474" y="59694"/>
                    <a:pt x="78249" y="58469"/>
                  </a:cubicBezTo>
                  <a:lnTo>
                    <a:pt x="74293" y="52918"/>
                  </a:lnTo>
                  <a:cubicBezTo>
                    <a:pt x="70669" y="47840"/>
                    <a:pt x="68730" y="41778"/>
                    <a:pt x="68730" y="35551"/>
                  </a:cubicBezTo>
                  <a:lnTo>
                    <a:pt x="68730"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4" name="Google Shape;5364;p63"/>
            <p:cNvSpPr/>
            <p:nvPr/>
          </p:nvSpPr>
          <p:spPr>
            <a:xfrm>
              <a:off x="1956350" y="1335475"/>
              <a:ext cx="1984950" cy="3034175"/>
            </a:xfrm>
            <a:custGeom>
              <a:rect b="b" l="l" r="r" t="t"/>
              <a:pathLst>
                <a:path extrusionOk="0" h="121367" w="79398">
                  <a:moveTo>
                    <a:pt x="0" y="0"/>
                  </a:moveTo>
                  <a:lnTo>
                    <a:pt x="0" y="35551"/>
                  </a:lnTo>
                  <a:cubicBezTo>
                    <a:pt x="0" y="41778"/>
                    <a:pt x="1940" y="47852"/>
                    <a:pt x="5564" y="52918"/>
                  </a:cubicBezTo>
                  <a:lnTo>
                    <a:pt x="9520" y="58469"/>
                  </a:lnTo>
                  <a:cubicBezTo>
                    <a:pt x="10745" y="59694"/>
                    <a:pt x="10745" y="61672"/>
                    <a:pt x="9520" y="62897"/>
                  </a:cubicBezTo>
                  <a:lnTo>
                    <a:pt x="5564" y="68448"/>
                  </a:lnTo>
                  <a:cubicBezTo>
                    <a:pt x="1952" y="73514"/>
                    <a:pt x="0" y="79588"/>
                    <a:pt x="0" y="85815"/>
                  </a:cubicBezTo>
                  <a:lnTo>
                    <a:pt x="0" y="121366"/>
                  </a:lnTo>
                  <a:lnTo>
                    <a:pt x="68665" y="121366"/>
                  </a:lnTo>
                  <a:lnTo>
                    <a:pt x="68665" y="85815"/>
                  </a:lnTo>
                  <a:cubicBezTo>
                    <a:pt x="68665" y="79588"/>
                    <a:pt x="70605" y="73514"/>
                    <a:pt x="74216" y="68448"/>
                  </a:cubicBezTo>
                  <a:lnTo>
                    <a:pt x="78185" y="62897"/>
                  </a:lnTo>
                  <a:cubicBezTo>
                    <a:pt x="79397" y="61672"/>
                    <a:pt x="79397" y="59694"/>
                    <a:pt x="78185" y="58469"/>
                  </a:cubicBezTo>
                  <a:lnTo>
                    <a:pt x="74216" y="52918"/>
                  </a:lnTo>
                  <a:cubicBezTo>
                    <a:pt x="70605" y="47840"/>
                    <a:pt x="68665" y="41778"/>
                    <a:pt x="68665" y="35551"/>
                  </a:cubicBezTo>
                  <a:lnTo>
                    <a:pt x="68665"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5" name="Google Shape;5365;p63"/>
            <p:cNvSpPr/>
            <p:nvPr/>
          </p:nvSpPr>
          <p:spPr>
            <a:xfrm>
              <a:off x="238125" y="1335475"/>
              <a:ext cx="1986850" cy="3034175"/>
            </a:xfrm>
            <a:custGeom>
              <a:rect b="b" l="l" r="r" t="t"/>
              <a:pathLst>
                <a:path extrusionOk="0" h="121367" w="79474">
                  <a:moveTo>
                    <a:pt x="0" y="0"/>
                  </a:moveTo>
                  <a:lnTo>
                    <a:pt x="0" y="121366"/>
                  </a:lnTo>
                  <a:lnTo>
                    <a:pt x="68729" y="121366"/>
                  </a:lnTo>
                  <a:lnTo>
                    <a:pt x="68729" y="85815"/>
                  </a:lnTo>
                  <a:cubicBezTo>
                    <a:pt x="68729" y="79588"/>
                    <a:pt x="70669" y="73514"/>
                    <a:pt x="74293" y="68448"/>
                  </a:cubicBezTo>
                  <a:lnTo>
                    <a:pt x="78249" y="62897"/>
                  </a:lnTo>
                  <a:cubicBezTo>
                    <a:pt x="79474" y="61672"/>
                    <a:pt x="79474" y="59694"/>
                    <a:pt x="78249" y="58469"/>
                  </a:cubicBezTo>
                  <a:lnTo>
                    <a:pt x="74293" y="52918"/>
                  </a:lnTo>
                  <a:cubicBezTo>
                    <a:pt x="70669" y="47840"/>
                    <a:pt x="68729" y="41778"/>
                    <a:pt x="68729" y="35551"/>
                  </a:cubicBezTo>
                  <a:lnTo>
                    <a:pt x="68729"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66" name="Google Shape;5366;p63"/>
          <p:cNvGrpSpPr/>
          <p:nvPr/>
        </p:nvGrpSpPr>
        <p:grpSpPr>
          <a:xfrm>
            <a:off x="4094628" y="3533259"/>
            <a:ext cx="1268207" cy="638939"/>
            <a:chOff x="3967651" y="3645904"/>
            <a:chExt cx="1479304" cy="745292"/>
          </a:xfrm>
        </p:grpSpPr>
        <p:grpSp>
          <p:nvGrpSpPr>
            <p:cNvPr id="5367" name="Google Shape;5367;p63"/>
            <p:cNvGrpSpPr/>
            <p:nvPr/>
          </p:nvGrpSpPr>
          <p:grpSpPr>
            <a:xfrm>
              <a:off x="3967651" y="4009026"/>
              <a:ext cx="1479304" cy="382170"/>
              <a:chOff x="3967651" y="4009026"/>
              <a:chExt cx="1479304" cy="382170"/>
            </a:xfrm>
          </p:grpSpPr>
          <p:grpSp>
            <p:nvGrpSpPr>
              <p:cNvPr id="5368" name="Google Shape;5368;p63"/>
              <p:cNvGrpSpPr/>
              <p:nvPr/>
            </p:nvGrpSpPr>
            <p:grpSpPr>
              <a:xfrm>
                <a:off x="4892216" y="4195630"/>
                <a:ext cx="554739" cy="195566"/>
                <a:chOff x="3604375" y="4892160"/>
                <a:chExt cx="1651500" cy="582215"/>
              </a:xfrm>
            </p:grpSpPr>
            <p:sp>
              <p:nvSpPr>
                <p:cNvPr id="5369" name="Google Shape;5369;p63"/>
                <p:cNvSpPr/>
                <p:nvPr/>
              </p:nvSpPr>
              <p:spPr>
                <a:xfrm>
                  <a:off x="3604375" y="4892160"/>
                  <a:ext cx="1651500" cy="146825"/>
                </a:xfrm>
                <a:custGeom>
                  <a:rect b="b" l="l" r="r" t="t"/>
                  <a:pathLst>
                    <a:path extrusionOk="0" h="5873" w="66060">
                      <a:moveTo>
                        <a:pt x="1" y="0"/>
                      </a:moveTo>
                      <a:lnTo>
                        <a:pt x="7340" y="5872"/>
                      </a:lnTo>
                      <a:lnTo>
                        <a:pt x="66060" y="5872"/>
                      </a:lnTo>
                      <a:lnTo>
                        <a:pt x="51382"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0" name="Google Shape;5370;p63"/>
                <p:cNvSpPr/>
                <p:nvPr/>
              </p:nvSpPr>
              <p:spPr>
                <a:xfrm>
                  <a:off x="3787875" y="5033975"/>
                  <a:ext cx="1468000" cy="440400"/>
                </a:xfrm>
                <a:custGeom>
                  <a:rect b="b" l="l" r="r" t="t"/>
                  <a:pathLst>
                    <a:path extrusionOk="0" h="17616" w="58720">
                      <a:moveTo>
                        <a:pt x="0" y="0"/>
                      </a:moveTo>
                      <a:lnTo>
                        <a:pt x="0" y="17615"/>
                      </a:lnTo>
                      <a:lnTo>
                        <a:pt x="58720" y="17615"/>
                      </a:lnTo>
                      <a:lnTo>
                        <a:pt x="58720"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71" name="Google Shape;5371;p63"/>
              <p:cNvGrpSpPr/>
              <p:nvPr/>
            </p:nvGrpSpPr>
            <p:grpSpPr>
              <a:xfrm>
                <a:off x="3967651" y="4146303"/>
                <a:ext cx="579402" cy="244893"/>
                <a:chOff x="851875" y="4745310"/>
                <a:chExt cx="1724925" cy="729065"/>
              </a:xfrm>
            </p:grpSpPr>
            <p:sp>
              <p:nvSpPr>
                <p:cNvPr id="5372" name="Google Shape;5372;p63"/>
                <p:cNvSpPr/>
                <p:nvPr/>
              </p:nvSpPr>
              <p:spPr>
                <a:xfrm>
                  <a:off x="851925" y="4745310"/>
                  <a:ext cx="1724875" cy="146875"/>
                </a:xfrm>
                <a:custGeom>
                  <a:rect b="b" l="l" r="r" t="t"/>
                  <a:pathLst>
                    <a:path extrusionOk="0" h="5875" w="68995">
                      <a:moveTo>
                        <a:pt x="14679" y="0"/>
                      </a:moveTo>
                      <a:lnTo>
                        <a:pt x="1" y="5874"/>
                      </a:lnTo>
                      <a:lnTo>
                        <a:pt x="58718" y="5874"/>
                      </a:lnTo>
                      <a:lnTo>
                        <a:pt x="68994"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3" name="Google Shape;5373;p63"/>
                <p:cNvSpPr/>
                <p:nvPr/>
              </p:nvSpPr>
              <p:spPr>
                <a:xfrm>
                  <a:off x="851875" y="4887175"/>
                  <a:ext cx="1468025" cy="587200"/>
                </a:xfrm>
                <a:custGeom>
                  <a:rect b="b" l="l" r="r" t="t"/>
                  <a:pathLst>
                    <a:path extrusionOk="0" h="23488" w="58721">
                      <a:moveTo>
                        <a:pt x="0" y="0"/>
                      </a:moveTo>
                      <a:lnTo>
                        <a:pt x="0" y="23487"/>
                      </a:lnTo>
                      <a:lnTo>
                        <a:pt x="58720" y="23487"/>
                      </a:lnTo>
                      <a:lnTo>
                        <a:pt x="58720"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74" name="Google Shape;5374;p63"/>
              <p:cNvGrpSpPr/>
              <p:nvPr/>
            </p:nvGrpSpPr>
            <p:grpSpPr>
              <a:xfrm>
                <a:off x="4460753" y="4009026"/>
                <a:ext cx="493110" cy="382170"/>
                <a:chOff x="2319875" y="4336625"/>
                <a:chExt cx="1468025" cy="1137750"/>
              </a:xfrm>
            </p:grpSpPr>
            <p:sp>
              <p:nvSpPr>
                <p:cNvPr id="5375" name="Google Shape;5375;p63"/>
                <p:cNvSpPr/>
                <p:nvPr/>
              </p:nvSpPr>
              <p:spPr>
                <a:xfrm>
                  <a:off x="2319875" y="4336625"/>
                  <a:ext cx="1468025" cy="146875"/>
                </a:xfrm>
                <a:custGeom>
                  <a:rect b="b" l="l" r="r" t="t"/>
                  <a:pathLst>
                    <a:path extrusionOk="0" h="5875" w="58721">
                      <a:moveTo>
                        <a:pt x="14681" y="0"/>
                      </a:moveTo>
                      <a:lnTo>
                        <a:pt x="0" y="5874"/>
                      </a:lnTo>
                      <a:lnTo>
                        <a:pt x="58720" y="5874"/>
                      </a:lnTo>
                      <a:lnTo>
                        <a:pt x="44042"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6" name="Google Shape;5376;p63"/>
                <p:cNvSpPr/>
                <p:nvPr/>
              </p:nvSpPr>
              <p:spPr>
                <a:xfrm>
                  <a:off x="2319875" y="4483425"/>
                  <a:ext cx="1468025" cy="990950"/>
                </a:xfrm>
                <a:custGeom>
                  <a:rect b="b" l="l" r="r" t="t"/>
                  <a:pathLst>
                    <a:path extrusionOk="0" h="39638" w="58721">
                      <a:moveTo>
                        <a:pt x="0" y="0"/>
                      </a:moveTo>
                      <a:lnTo>
                        <a:pt x="0" y="39637"/>
                      </a:lnTo>
                      <a:lnTo>
                        <a:pt x="58720" y="39637"/>
                      </a:lnTo>
                      <a:lnTo>
                        <a:pt x="58720" y="0"/>
                      </a:ln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377" name="Google Shape;5377;p63"/>
            <p:cNvGrpSpPr/>
            <p:nvPr/>
          </p:nvGrpSpPr>
          <p:grpSpPr>
            <a:xfrm>
              <a:off x="4479443" y="3645904"/>
              <a:ext cx="455965" cy="388789"/>
              <a:chOff x="2957425" y="238100"/>
              <a:chExt cx="1910200" cy="1628775"/>
            </a:xfrm>
          </p:grpSpPr>
          <p:sp>
            <p:nvSpPr>
              <p:cNvPr id="5378" name="Google Shape;5378;p63"/>
              <p:cNvSpPr/>
              <p:nvPr/>
            </p:nvSpPr>
            <p:spPr>
              <a:xfrm>
                <a:off x="4035900" y="239600"/>
                <a:ext cx="831725" cy="906350"/>
              </a:xfrm>
              <a:custGeom>
                <a:rect b="b" l="l" r="r" t="t"/>
                <a:pathLst>
                  <a:path extrusionOk="0" h="36254" w="33269">
                    <a:moveTo>
                      <a:pt x="22705" y="0"/>
                    </a:moveTo>
                    <a:cubicBezTo>
                      <a:pt x="21111" y="0"/>
                      <a:pt x="19679" y="297"/>
                      <a:pt x="18461" y="685"/>
                    </a:cubicBezTo>
                    <a:cubicBezTo>
                      <a:pt x="17166" y="1102"/>
                      <a:pt x="15926" y="1669"/>
                      <a:pt x="14763" y="2373"/>
                    </a:cubicBezTo>
                    <a:cubicBezTo>
                      <a:pt x="13810" y="2945"/>
                      <a:pt x="13109" y="3505"/>
                      <a:pt x="12609" y="3900"/>
                    </a:cubicBezTo>
                    <a:lnTo>
                      <a:pt x="11977" y="4448"/>
                    </a:lnTo>
                    <a:lnTo>
                      <a:pt x="14023" y="6907"/>
                    </a:lnTo>
                    <a:lnTo>
                      <a:pt x="14679" y="6385"/>
                    </a:lnTo>
                    <a:cubicBezTo>
                      <a:pt x="15052" y="6124"/>
                      <a:pt x="15622" y="5698"/>
                      <a:pt x="16443" y="5255"/>
                    </a:cubicBezTo>
                    <a:cubicBezTo>
                      <a:pt x="17250" y="4815"/>
                      <a:pt x="18260" y="4326"/>
                      <a:pt x="19466" y="3977"/>
                    </a:cubicBezTo>
                    <a:cubicBezTo>
                      <a:pt x="20363" y="3713"/>
                      <a:pt x="21373" y="3535"/>
                      <a:pt x="22421" y="3535"/>
                    </a:cubicBezTo>
                    <a:cubicBezTo>
                      <a:pt x="22772" y="3535"/>
                      <a:pt x="23127" y="3555"/>
                      <a:pt x="23483" y="3599"/>
                    </a:cubicBezTo>
                    <a:cubicBezTo>
                      <a:pt x="24177" y="3661"/>
                      <a:pt x="24938" y="3905"/>
                      <a:pt x="25537" y="4168"/>
                    </a:cubicBezTo>
                    <a:cubicBezTo>
                      <a:pt x="25740" y="4271"/>
                      <a:pt x="25982" y="4377"/>
                      <a:pt x="26159" y="4475"/>
                    </a:cubicBezTo>
                    <a:cubicBezTo>
                      <a:pt x="26289" y="4568"/>
                      <a:pt x="26415" y="4659"/>
                      <a:pt x="26552" y="4740"/>
                    </a:cubicBezTo>
                    <a:cubicBezTo>
                      <a:pt x="26818" y="4941"/>
                      <a:pt x="27160" y="5171"/>
                      <a:pt x="27411" y="5458"/>
                    </a:cubicBezTo>
                    <a:cubicBezTo>
                      <a:pt x="28529" y="6528"/>
                      <a:pt x="29264" y="8171"/>
                      <a:pt x="29427" y="9930"/>
                    </a:cubicBezTo>
                    <a:cubicBezTo>
                      <a:pt x="29508" y="10808"/>
                      <a:pt x="29448" y="11723"/>
                      <a:pt x="29211" y="12589"/>
                    </a:cubicBezTo>
                    <a:cubicBezTo>
                      <a:pt x="29087" y="13020"/>
                      <a:pt x="28946" y="13451"/>
                      <a:pt x="28747" y="13853"/>
                    </a:cubicBezTo>
                    <a:lnTo>
                      <a:pt x="28677" y="14006"/>
                    </a:lnTo>
                    <a:cubicBezTo>
                      <a:pt x="28677" y="14006"/>
                      <a:pt x="28651" y="14062"/>
                      <a:pt x="28653" y="14062"/>
                    </a:cubicBezTo>
                    <a:cubicBezTo>
                      <a:pt x="28654" y="14062"/>
                      <a:pt x="28658" y="14055"/>
                      <a:pt x="28668" y="14038"/>
                    </a:cubicBezTo>
                    <a:lnTo>
                      <a:pt x="28668" y="14038"/>
                    </a:lnTo>
                    <a:lnTo>
                      <a:pt x="28618" y="14131"/>
                    </a:lnTo>
                    <a:lnTo>
                      <a:pt x="28409" y="14504"/>
                    </a:lnTo>
                    <a:cubicBezTo>
                      <a:pt x="28270" y="14744"/>
                      <a:pt x="28177" y="14878"/>
                      <a:pt x="28045" y="15084"/>
                    </a:cubicBezTo>
                    <a:cubicBezTo>
                      <a:pt x="26952" y="16678"/>
                      <a:pt x="25336" y="18021"/>
                      <a:pt x="23512" y="19098"/>
                    </a:cubicBezTo>
                    <a:cubicBezTo>
                      <a:pt x="21688" y="20170"/>
                      <a:pt x="19591" y="20984"/>
                      <a:pt x="17487" y="21695"/>
                    </a:cubicBezTo>
                    <a:cubicBezTo>
                      <a:pt x="15371" y="22408"/>
                      <a:pt x="13207" y="23019"/>
                      <a:pt x="11089" y="23679"/>
                    </a:cubicBezTo>
                    <a:cubicBezTo>
                      <a:pt x="9119" y="24319"/>
                      <a:pt x="6955" y="24728"/>
                      <a:pt x="4860" y="25736"/>
                    </a:cubicBezTo>
                    <a:cubicBezTo>
                      <a:pt x="3800" y="26233"/>
                      <a:pt x="2785" y="26940"/>
                      <a:pt x="1988" y="27763"/>
                    </a:cubicBezTo>
                    <a:cubicBezTo>
                      <a:pt x="1179" y="28589"/>
                      <a:pt x="468" y="29604"/>
                      <a:pt x="180" y="30868"/>
                    </a:cubicBezTo>
                    <a:cubicBezTo>
                      <a:pt x="32" y="31488"/>
                      <a:pt x="1" y="32165"/>
                      <a:pt x="135" y="32795"/>
                    </a:cubicBezTo>
                    <a:cubicBezTo>
                      <a:pt x="259" y="33436"/>
                      <a:pt x="470" y="33968"/>
                      <a:pt x="882" y="34540"/>
                    </a:cubicBezTo>
                    <a:cubicBezTo>
                      <a:pt x="1657" y="35540"/>
                      <a:pt x="2675" y="36002"/>
                      <a:pt x="3620" y="36184"/>
                    </a:cubicBezTo>
                    <a:cubicBezTo>
                      <a:pt x="3889" y="36231"/>
                      <a:pt x="4153" y="36254"/>
                      <a:pt x="4411" y="36254"/>
                    </a:cubicBezTo>
                    <a:cubicBezTo>
                      <a:pt x="5087" y="36254"/>
                      <a:pt x="5719" y="36098"/>
                      <a:pt x="6270" y="35808"/>
                    </a:cubicBezTo>
                    <a:cubicBezTo>
                      <a:pt x="6643" y="35617"/>
                      <a:pt x="6971" y="35351"/>
                      <a:pt x="7235" y="35026"/>
                    </a:cubicBezTo>
                    <a:cubicBezTo>
                      <a:pt x="7500" y="34722"/>
                      <a:pt x="7682" y="34200"/>
                      <a:pt x="7701" y="33901"/>
                    </a:cubicBezTo>
                    <a:cubicBezTo>
                      <a:pt x="7768" y="33237"/>
                      <a:pt x="7644" y="32706"/>
                      <a:pt x="7441" y="32268"/>
                    </a:cubicBezTo>
                    <a:cubicBezTo>
                      <a:pt x="7247" y="31835"/>
                      <a:pt x="6962" y="31483"/>
                      <a:pt x="6636" y="31342"/>
                    </a:cubicBezTo>
                    <a:cubicBezTo>
                      <a:pt x="6470" y="31265"/>
                      <a:pt x="6319" y="31239"/>
                      <a:pt x="6193" y="31239"/>
                    </a:cubicBezTo>
                    <a:cubicBezTo>
                      <a:pt x="6075" y="31239"/>
                      <a:pt x="5979" y="31261"/>
                      <a:pt x="5911" y="31284"/>
                    </a:cubicBezTo>
                    <a:lnTo>
                      <a:pt x="5700" y="31378"/>
                    </a:lnTo>
                    <a:cubicBezTo>
                      <a:pt x="5674" y="31404"/>
                      <a:pt x="6095" y="31342"/>
                      <a:pt x="6354" y="31717"/>
                    </a:cubicBezTo>
                    <a:cubicBezTo>
                      <a:pt x="6598" y="32045"/>
                      <a:pt x="6634" y="32854"/>
                      <a:pt x="6301" y="33558"/>
                    </a:cubicBezTo>
                    <a:cubicBezTo>
                      <a:pt x="6212" y="33840"/>
                      <a:pt x="5743" y="34057"/>
                      <a:pt x="5206" y="34057"/>
                    </a:cubicBezTo>
                    <a:cubicBezTo>
                      <a:pt x="4902" y="34057"/>
                      <a:pt x="4577" y="33987"/>
                      <a:pt x="4286" y="33822"/>
                    </a:cubicBezTo>
                    <a:cubicBezTo>
                      <a:pt x="3874" y="33620"/>
                      <a:pt x="3520" y="33237"/>
                      <a:pt x="3414" y="32898"/>
                    </a:cubicBezTo>
                    <a:cubicBezTo>
                      <a:pt x="3366" y="32720"/>
                      <a:pt x="3345" y="32536"/>
                      <a:pt x="3350" y="32352"/>
                    </a:cubicBezTo>
                    <a:cubicBezTo>
                      <a:pt x="3347" y="32156"/>
                      <a:pt x="3400" y="31959"/>
                      <a:pt x="3474" y="31739"/>
                    </a:cubicBezTo>
                    <a:cubicBezTo>
                      <a:pt x="3778" y="30851"/>
                      <a:pt x="4927" y="29589"/>
                      <a:pt x="6390" y="28955"/>
                    </a:cubicBezTo>
                    <a:cubicBezTo>
                      <a:pt x="7922" y="28220"/>
                      <a:pt x="9954" y="27823"/>
                      <a:pt x="12149" y="27157"/>
                    </a:cubicBezTo>
                    <a:cubicBezTo>
                      <a:pt x="14212" y="26537"/>
                      <a:pt x="16407" y="25946"/>
                      <a:pt x="18650" y="25219"/>
                    </a:cubicBezTo>
                    <a:cubicBezTo>
                      <a:pt x="20896" y="24481"/>
                      <a:pt x="23193" y="23644"/>
                      <a:pt x="25412" y="22377"/>
                    </a:cubicBezTo>
                    <a:cubicBezTo>
                      <a:pt x="27617" y="21130"/>
                      <a:pt x="29683" y="19416"/>
                      <a:pt x="31179" y="17202"/>
                    </a:cubicBezTo>
                    <a:cubicBezTo>
                      <a:pt x="31361" y="16927"/>
                      <a:pt x="31576" y="16577"/>
                      <a:pt x="31720" y="16321"/>
                    </a:cubicBezTo>
                    <a:lnTo>
                      <a:pt x="31926" y="15945"/>
                    </a:lnTo>
                    <a:lnTo>
                      <a:pt x="31976" y="15852"/>
                    </a:lnTo>
                    <a:lnTo>
                      <a:pt x="32055" y="15687"/>
                    </a:lnTo>
                    <a:lnTo>
                      <a:pt x="32160" y="15450"/>
                    </a:lnTo>
                    <a:cubicBezTo>
                      <a:pt x="32459" y="14827"/>
                      <a:pt x="32673" y="14179"/>
                      <a:pt x="32850" y="13528"/>
                    </a:cubicBezTo>
                    <a:cubicBezTo>
                      <a:pt x="33192" y="12218"/>
                      <a:pt x="33269" y="10875"/>
                      <a:pt x="33142" y="9583"/>
                    </a:cubicBezTo>
                    <a:cubicBezTo>
                      <a:pt x="32883" y="7000"/>
                      <a:pt x="31780" y="4549"/>
                      <a:pt x="29994" y="2837"/>
                    </a:cubicBezTo>
                    <a:cubicBezTo>
                      <a:pt x="29783" y="2615"/>
                      <a:pt x="29556" y="2411"/>
                      <a:pt x="29309" y="2227"/>
                    </a:cubicBezTo>
                    <a:cubicBezTo>
                      <a:pt x="29060" y="2040"/>
                      <a:pt x="28862" y="1846"/>
                      <a:pt x="28570" y="1676"/>
                    </a:cubicBezTo>
                    <a:cubicBezTo>
                      <a:pt x="28292" y="1502"/>
                      <a:pt x="28010" y="1337"/>
                      <a:pt x="27732" y="1176"/>
                    </a:cubicBezTo>
                    <a:cubicBezTo>
                      <a:pt x="27488" y="1054"/>
                      <a:pt x="27289" y="975"/>
                      <a:pt x="27066" y="872"/>
                    </a:cubicBezTo>
                    <a:cubicBezTo>
                      <a:pt x="25934" y="398"/>
                      <a:pt x="24917" y="147"/>
                      <a:pt x="23871" y="54"/>
                    </a:cubicBezTo>
                    <a:cubicBezTo>
                      <a:pt x="23474" y="17"/>
                      <a:pt x="23085" y="0"/>
                      <a:pt x="2270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9" name="Google Shape;5379;p63"/>
              <p:cNvSpPr/>
              <p:nvPr/>
            </p:nvSpPr>
            <p:spPr>
              <a:xfrm>
                <a:off x="4062725" y="270525"/>
                <a:ext cx="775400" cy="855625"/>
              </a:xfrm>
              <a:custGeom>
                <a:rect b="b" l="l" r="r" t="t"/>
                <a:pathLst>
                  <a:path extrusionOk="0" h="34225" w="31016">
                    <a:moveTo>
                      <a:pt x="4627" y="30141"/>
                    </a:moveTo>
                    <a:cubicBezTo>
                      <a:pt x="4626" y="30143"/>
                      <a:pt x="4626" y="30145"/>
                      <a:pt x="4628" y="30145"/>
                    </a:cubicBezTo>
                    <a:lnTo>
                      <a:pt x="4628" y="30145"/>
                    </a:lnTo>
                    <a:cubicBezTo>
                      <a:pt x="4627" y="30144"/>
                      <a:pt x="4627" y="30143"/>
                      <a:pt x="4627" y="30141"/>
                    </a:cubicBezTo>
                    <a:close/>
                    <a:moveTo>
                      <a:pt x="4628" y="30145"/>
                    </a:moveTo>
                    <a:cubicBezTo>
                      <a:pt x="4629" y="30146"/>
                      <a:pt x="4631" y="30147"/>
                      <a:pt x="4633" y="30147"/>
                    </a:cubicBezTo>
                    <a:cubicBezTo>
                      <a:pt x="4634" y="30147"/>
                      <a:pt x="4634" y="30147"/>
                      <a:pt x="4636" y="30147"/>
                    </a:cubicBezTo>
                    <a:lnTo>
                      <a:pt x="4636" y="30147"/>
                    </a:lnTo>
                    <a:cubicBezTo>
                      <a:pt x="4635" y="30147"/>
                      <a:pt x="4635" y="30147"/>
                      <a:pt x="4635" y="30147"/>
                    </a:cubicBezTo>
                    <a:cubicBezTo>
                      <a:pt x="4632" y="30147"/>
                      <a:pt x="4630" y="30146"/>
                      <a:pt x="4628" y="30145"/>
                    </a:cubicBezTo>
                    <a:close/>
                    <a:moveTo>
                      <a:pt x="21530" y="0"/>
                    </a:moveTo>
                    <a:cubicBezTo>
                      <a:pt x="20130" y="0"/>
                      <a:pt x="18844" y="256"/>
                      <a:pt x="17738" y="602"/>
                    </a:cubicBezTo>
                    <a:cubicBezTo>
                      <a:pt x="16529" y="983"/>
                      <a:pt x="15368" y="1502"/>
                      <a:pt x="14279" y="2146"/>
                    </a:cubicBezTo>
                    <a:cubicBezTo>
                      <a:pt x="13369" y="2670"/>
                      <a:pt x="12713" y="3183"/>
                      <a:pt x="12258" y="3530"/>
                    </a:cubicBezTo>
                    <a:lnTo>
                      <a:pt x="11617" y="4068"/>
                    </a:lnTo>
                    <a:lnTo>
                      <a:pt x="12234" y="4813"/>
                    </a:lnTo>
                    <a:lnTo>
                      <a:pt x="12881" y="4279"/>
                    </a:lnTo>
                    <a:cubicBezTo>
                      <a:pt x="13297" y="3973"/>
                      <a:pt x="13912" y="3496"/>
                      <a:pt x="14779" y="3008"/>
                    </a:cubicBezTo>
                    <a:cubicBezTo>
                      <a:pt x="15808" y="2412"/>
                      <a:pt x="16902" y="1936"/>
                      <a:pt x="18039" y="1588"/>
                    </a:cubicBezTo>
                    <a:cubicBezTo>
                      <a:pt x="19049" y="1281"/>
                      <a:pt x="20205" y="1064"/>
                      <a:pt x="21437" y="1064"/>
                    </a:cubicBezTo>
                    <a:cubicBezTo>
                      <a:pt x="21800" y="1064"/>
                      <a:pt x="22170" y="1083"/>
                      <a:pt x="22544" y="1124"/>
                    </a:cubicBezTo>
                    <a:cubicBezTo>
                      <a:pt x="23363" y="1198"/>
                      <a:pt x="24213" y="1442"/>
                      <a:pt x="24998" y="1782"/>
                    </a:cubicBezTo>
                    <a:cubicBezTo>
                      <a:pt x="25206" y="1883"/>
                      <a:pt x="25433" y="1981"/>
                      <a:pt x="25634" y="2089"/>
                    </a:cubicBezTo>
                    <a:lnTo>
                      <a:pt x="26183" y="2433"/>
                    </a:lnTo>
                    <a:cubicBezTo>
                      <a:pt x="26537" y="2694"/>
                      <a:pt x="26927" y="2962"/>
                      <a:pt x="27241" y="3305"/>
                    </a:cubicBezTo>
                    <a:cubicBezTo>
                      <a:pt x="28593" y="4597"/>
                      <a:pt x="29462" y="6522"/>
                      <a:pt x="29663" y="8571"/>
                    </a:cubicBezTo>
                    <a:cubicBezTo>
                      <a:pt x="29888" y="10637"/>
                      <a:pt x="29323" y="12791"/>
                      <a:pt x="28083" y="14598"/>
                    </a:cubicBezTo>
                    <a:cubicBezTo>
                      <a:pt x="26853" y="16415"/>
                      <a:pt x="25081" y="17897"/>
                      <a:pt x="23116" y="19029"/>
                    </a:cubicBezTo>
                    <a:cubicBezTo>
                      <a:pt x="21151" y="20168"/>
                      <a:pt x="18980" y="20987"/>
                      <a:pt x="16826" y="21708"/>
                    </a:cubicBezTo>
                    <a:cubicBezTo>
                      <a:pt x="14664" y="22423"/>
                      <a:pt x="12488" y="23024"/>
                      <a:pt x="10389" y="23666"/>
                    </a:cubicBezTo>
                    <a:cubicBezTo>
                      <a:pt x="8338" y="24314"/>
                      <a:pt x="6224" y="24716"/>
                      <a:pt x="4321" y="25624"/>
                    </a:cubicBezTo>
                    <a:cubicBezTo>
                      <a:pt x="3368" y="26069"/>
                      <a:pt x="2495" y="26677"/>
                      <a:pt x="1791" y="27395"/>
                    </a:cubicBezTo>
                    <a:cubicBezTo>
                      <a:pt x="1082" y="28106"/>
                      <a:pt x="508" y="28965"/>
                      <a:pt x="259" y="29935"/>
                    </a:cubicBezTo>
                    <a:cubicBezTo>
                      <a:pt x="0" y="30909"/>
                      <a:pt x="170" y="31941"/>
                      <a:pt x="694" y="32731"/>
                    </a:cubicBezTo>
                    <a:cubicBezTo>
                      <a:pt x="1235" y="33501"/>
                      <a:pt x="2023" y="33935"/>
                      <a:pt x="2782" y="34121"/>
                    </a:cubicBezTo>
                    <a:cubicBezTo>
                      <a:pt x="3070" y="34191"/>
                      <a:pt x="3358" y="34225"/>
                      <a:pt x="3638" y="34225"/>
                    </a:cubicBezTo>
                    <a:cubicBezTo>
                      <a:pt x="4106" y="34225"/>
                      <a:pt x="4553" y="34131"/>
                      <a:pt x="4946" y="33954"/>
                    </a:cubicBezTo>
                    <a:cubicBezTo>
                      <a:pt x="5250" y="33820"/>
                      <a:pt x="5523" y="33623"/>
                      <a:pt x="5748" y="33379"/>
                    </a:cubicBezTo>
                    <a:cubicBezTo>
                      <a:pt x="5965" y="33145"/>
                      <a:pt x="6087" y="32805"/>
                      <a:pt x="6138" y="32544"/>
                    </a:cubicBezTo>
                    <a:cubicBezTo>
                      <a:pt x="6332" y="31462"/>
                      <a:pt x="5963" y="30567"/>
                      <a:pt x="5465" y="30236"/>
                    </a:cubicBezTo>
                    <a:cubicBezTo>
                      <a:pt x="5261" y="30119"/>
                      <a:pt x="5087" y="30085"/>
                      <a:pt x="4953" y="30085"/>
                    </a:cubicBezTo>
                    <a:cubicBezTo>
                      <a:pt x="4777" y="30085"/>
                      <a:pt x="4666" y="30143"/>
                      <a:pt x="4636" y="30147"/>
                    </a:cubicBezTo>
                    <a:lnTo>
                      <a:pt x="4636" y="30147"/>
                    </a:lnTo>
                    <a:cubicBezTo>
                      <a:pt x="4659" y="30146"/>
                      <a:pt x="4725" y="30130"/>
                      <a:pt x="4819" y="30130"/>
                    </a:cubicBezTo>
                    <a:cubicBezTo>
                      <a:pt x="4961" y="30130"/>
                      <a:pt x="5166" y="30167"/>
                      <a:pt x="5381" y="30349"/>
                    </a:cubicBezTo>
                    <a:cubicBezTo>
                      <a:pt x="5760" y="30682"/>
                      <a:pt x="5968" y="31534"/>
                      <a:pt x="5719" y="32443"/>
                    </a:cubicBezTo>
                    <a:cubicBezTo>
                      <a:pt x="5587" y="33111"/>
                      <a:pt x="4764" y="33560"/>
                      <a:pt x="3860" y="33560"/>
                    </a:cubicBezTo>
                    <a:cubicBezTo>
                      <a:pt x="3569" y="33560"/>
                      <a:pt x="3269" y="33514"/>
                      <a:pt x="2980" y="33413"/>
                    </a:cubicBezTo>
                    <a:cubicBezTo>
                      <a:pt x="2382" y="33216"/>
                      <a:pt x="1798" y="32805"/>
                      <a:pt x="1458" y="32235"/>
                    </a:cubicBezTo>
                    <a:cubicBezTo>
                      <a:pt x="1125" y="31682"/>
                      <a:pt x="1044" y="30904"/>
                      <a:pt x="1252" y="30198"/>
                    </a:cubicBezTo>
                    <a:cubicBezTo>
                      <a:pt x="1688" y="28745"/>
                      <a:pt x="3091" y="27381"/>
                      <a:pt x="4783" y="26591"/>
                    </a:cubicBezTo>
                    <a:cubicBezTo>
                      <a:pt x="6511" y="25758"/>
                      <a:pt x="8589" y="25356"/>
                      <a:pt x="10703" y="24695"/>
                    </a:cubicBezTo>
                    <a:cubicBezTo>
                      <a:pt x="12785" y="24061"/>
                      <a:pt x="14968" y="23460"/>
                      <a:pt x="17166" y="22734"/>
                    </a:cubicBezTo>
                    <a:cubicBezTo>
                      <a:pt x="19361" y="22002"/>
                      <a:pt x="21587" y="21171"/>
                      <a:pt x="23662" y="19972"/>
                    </a:cubicBezTo>
                    <a:cubicBezTo>
                      <a:pt x="25730" y="18782"/>
                      <a:pt x="27636" y="17205"/>
                      <a:pt x="28990" y="15211"/>
                    </a:cubicBezTo>
                    <a:cubicBezTo>
                      <a:pt x="30357" y="13236"/>
                      <a:pt x="31015" y="10761"/>
                      <a:pt x="30757" y="8468"/>
                    </a:cubicBezTo>
                    <a:cubicBezTo>
                      <a:pt x="30537" y="6175"/>
                      <a:pt x="29567" y="4006"/>
                      <a:pt x="28016" y="2517"/>
                    </a:cubicBezTo>
                    <a:cubicBezTo>
                      <a:pt x="27652" y="2122"/>
                      <a:pt x="27221" y="1818"/>
                      <a:pt x="26791" y="1507"/>
                    </a:cubicBezTo>
                    <a:lnTo>
                      <a:pt x="26108" y="1091"/>
                    </a:lnTo>
                    <a:cubicBezTo>
                      <a:pt x="25888" y="976"/>
                      <a:pt x="25673" y="887"/>
                      <a:pt x="25457" y="787"/>
                    </a:cubicBezTo>
                    <a:cubicBezTo>
                      <a:pt x="24512" y="384"/>
                      <a:pt x="23585" y="138"/>
                      <a:pt x="22659" y="56"/>
                    </a:cubicBezTo>
                    <a:cubicBezTo>
                      <a:pt x="22276" y="18"/>
                      <a:pt x="21899" y="0"/>
                      <a:pt x="21530" y="0"/>
                    </a:cubicBez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0" name="Google Shape;5380;p63"/>
              <p:cNvSpPr/>
              <p:nvPr/>
            </p:nvSpPr>
            <p:spPr>
              <a:xfrm>
                <a:off x="2957425" y="254350"/>
                <a:ext cx="842900" cy="896500"/>
              </a:xfrm>
              <a:custGeom>
                <a:rect b="b" l="l" r="r" t="t"/>
                <a:pathLst>
                  <a:path extrusionOk="0" h="35860" w="33716">
                    <a:moveTo>
                      <a:pt x="10613" y="1"/>
                    </a:moveTo>
                    <a:cubicBezTo>
                      <a:pt x="10145" y="1"/>
                      <a:pt x="9663" y="27"/>
                      <a:pt x="9169" y="83"/>
                    </a:cubicBezTo>
                    <a:cubicBezTo>
                      <a:pt x="8120" y="196"/>
                      <a:pt x="7110" y="471"/>
                      <a:pt x="5987" y="969"/>
                    </a:cubicBezTo>
                    <a:cubicBezTo>
                      <a:pt x="5769" y="1077"/>
                      <a:pt x="5573" y="1158"/>
                      <a:pt x="5329" y="1288"/>
                    </a:cubicBezTo>
                    <a:cubicBezTo>
                      <a:pt x="5054" y="1453"/>
                      <a:pt x="4776" y="1623"/>
                      <a:pt x="4501" y="1805"/>
                    </a:cubicBezTo>
                    <a:cubicBezTo>
                      <a:pt x="4211" y="1982"/>
                      <a:pt x="4020" y="2180"/>
                      <a:pt x="3773" y="2374"/>
                    </a:cubicBezTo>
                    <a:cubicBezTo>
                      <a:pt x="3531" y="2561"/>
                      <a:pt x="3306" y="2769"/>
                      <a:pt x="3103" y="2997"/>
                    </a:cubicBezTo>
                    <a:cubicBezTo>
                      <a:pt x="1353" y="4746"/>
                      <a:pt x="305" y="7222"/>
                      <a:pt x="101" y="9807"/>
                    </a:cubicBezTo>
                    <a:cubicBezTo>
                      <a:pt x="1" y="11104"/>
                      <a:pt x="108" y="12445"/>
                      <a:pt x="477" y="13744"/>
                    </a:cubicBezTo>
                    <a:cubicBezTo>
                      <a:pt x="669" y="14393"/>
                      <a:pt x="896" y="15037"/>
                      <a:pt x="1207" y="15655"/>
                    </a:cubicBezTo>
                    <a:lnTo>
                      <a:pt x="1317" y="15887"/>
                    </a:lnTo>
                    <a:lnTo>
                      <a:pt x="1399" y="16050"/>
                    </a:lnTo>
                    <a:lnTo>
                      <a:pt x="1454" y="16143"/>
                    </a:lnTo>
                    <a:lnTo>
                      <a:pt x="1664" y="16514"/>
                    </a:lnTo>
                    <a:cubicBezTo>
                      <a:pt x="1815" y="16768"/>
                      <a:pt x="2038" y="17112"/>
                      <a:pt x="2227" y="17383"/>
                    </a:cubicBezTo>
                    <a:cubicBezTo>
                      <a:pt x="3768" y="19563"/>
                      <a:pt x="5870" y="21234"/>
                      <a:pt x="8101" y="22431"/>
                    </a:cubicBezTo>
                    <a:cubicBezTo>
                      <a:pt x="10346" y="23652"/>
                      <a:pt x="12661" y="24439"/>
                      <a:pt x="14923" y="25131"/>
                    </a:cubicBezTo>
                    <a:cubicBezTo>
                      <a:pt x="17183" y="25811"/>
                      <a:pt x="19387" y="26354"/>
                      <a:pt x="21465" y="26929"/>
                    </a:cubicBezTo>
                    <a:cubicBezTo>
                      <a:pt x="23674" y="27549"/>
                      <a:pt x="25714" y="27901"/>
                      <a:pt x="27263" y="28605"/>
                    </a:cubicBezTo>
                    <a:cubicBezTo>
                      <a:pt x="28737" y="29208"/>
                      <a:pt x="29912" y="30443"/>
                      <a:pt x="30235" y="31324"/>
                    </a:cubicBezTo>
                    <a:cubicBezTo>
                      <a:pt x="30314" y="31544"/>
                      <a:pt x="30372" y="31738"/>
                      <a:pt x="30372" y="31934"/>
                    </a:cubicBezTo>
                    <a:cubicBezTo>
                      <a:pt x="30382" y="32118"/>
                      <a:pt x="30362" y="32303"/>
                      <a:pt x="30319" y="32482"/>
                    </a:cubicBezTo>
                    <a:cubicBezTo>
                      <a:pt x="30221" y="32825"/>
                      <a:pt x="29876" y="33215"/>
                      <a:pt x="29470" y="33423"/>
                    </a:cubicBezTo>
                    <a:cubicBezTo>
                      <a:pt x="29168" y="33604"/>
                      <a:pt x="28826" y="33680"/>
                      <a:pt x="28510" y="33680"/>
                    </a:cubicBezTo>
                    <a:cubicBezTo>
                      <a:pt x="27991" y="33680"/>
                      <a:pt x="27541" y="33476"/>
                      <a:pt x="27447" y="33203"/>
                    </a:cubicBezTo>
                    <a:cubicBezTo>
                      <a:pt x="27102" y="32509"/>
                      <a:pt x="27119" y="31700"/>
                      <a:pt x="27356" y="31364"/>
                    </a:cubicBezTo>
                    <a:cubicBezTo>
                      <a:pt x="27607" y="30981"/>
                      <a:pt x="28028" y="31037"/>
                      <a:pt x="28000" y="31010"/>
                    </a:cubicBezTo>
                    <a:lnTo>
                      <a:pt x="27789" y="30922"/>
                    </a:lnTo>
                    <a:cubicBezTo>
                      <a:pt x="27724" y="30901"/>
                      <a:pt x="27634" y="30882"/>
                      <a:pt x="27526" y="30882"/>
                    </a:cubicBezTo>
                    <a:cubicBezTo>
                      <a:pt x="27395" y="30882"/>
                      <a:pt x="27238" y="30910"/>
                      <a:pt x="27064" y="30996"/>
                    </a:cubicBezTo>
                    <a:cubicBezTo>
                      <a:pt x="26741" y="31144"/>
                      <a:pt x="26465" y="31501"/>
                      <a:pt x="26279" y="31937"/>
                    </a:cubicBezTo>
                    <a:cubicBezTo>
                      <a:pt x="26087" y="32379"/>
                      <a:pt x="25975" y="32913"/>
                      <a:pt x="26056" y="33576"/>
                    </a:cubicBezTo>
                    <a:cubicBezTo>
                      <a:pt x="26082" y="33875"/>
                      <a:pt x="26274" y="34392"/>
                      <a:pt x="26544" y="34692"/>
                    </a:cubicBezTo>
                    <a:cubicBezTo>
                      <a:pt x="26815" y="35010"/>
                      <a:pt x="27150" y="35269"/>
                      <a:pt x="27526" y="35453"/>
                    </a:cubicBezTo>
                    <a:cubicBezTo>
                      <a:pt x="28058" y="35717"/>
                      <a:pt x="28661" y="35859"/>
                      <a:pt x="29301" y="35859"/>
                    </a:cubicBezTo>
                    <a:cubicBezTo>
                      <a:pt x="29589" y="35859"/>
                      <a:pt x="29884" y="35831"/>
                      <a:pt x="30183" y="35771"/>
                    </a:cubicBezTo>
                    <a:cubicBezTo>
                      <a:pt x="31126" y="35568"/>
                      <a:pt x="32134" y="35087"/>
                      <a:pt x="32885" y="34067"/>
                    </a:cubicBezTo>
                    <a:cubicBezTo>
                      <a:pt x="33287" y="33485"/>
                      <a:pt x="33484" y="32951"/>
                      <a:pt x="33596" y="32308"/>
                    </a:cubicBezTo>
                    <a:cubicBezTo>
                      <a:pt x="33716" y="31673"/>
                      <a:pt x="33670" y="30998"/>
                      <a:pt x="33510" y="30381"/>
                    </a:cubicBezTo>
                    <a:cubicBezTo>
                      <a:pt x="33194" y="29124"/>
                      <a:pt x="32462" y="28123"/>
                      <a:pt x="31638" y="27317"/>
                    </a:cubicBezTo>
                    <a:cubicBezTo>
                      <a:pt x="30822" y="26508"/>
                      <a:pt x="29793" y="25825"/>
                      <a:pt x="28723" y="25349"/>
                    </a:cubicBezTo>
                    <a:cubicBezTo>
                      <a:pt x="26604" y="24389"/>
                      <a:pt x="24436" y="24025"/>
                      <a:pt x="22451" y="23427"/>
                    </a:cubicBezTo>
                    <a:cubicBezTo>
                      <a:pt x="20318" y="22812"/>
                      <a:pt x="18143" y="22249"/>
                      <a:pt x="16012" y="21581"/>
                    </a:cubicBezTo>
                    <a:cubicBezTo>
                      <a:pt x="13894" y="20914"/>
                      <a:pt x="11778" y="20148"/>
                      <a:pt x="9935" y="19113"/>
                    </a:cubicBezTo>
                    <a:cubicBezTo>
                      <a:pt x="8084" y="18075"/>
                      <a:pt x="6442" y="16765"/>
                      <a:pt x="5315" y="15193"/>
                    </a:cubicBezTo>
                    <a:cubicBezTo>
                      <a:pt x="5178" y="14991"/>
                      <a:pt x="5082" y="14862"/>
                      <a:pt x="4939" y="14625"/>
                    </a:cubicBezTo>
                    <a:lnTo>
                      <a:pt x="4723" y="14254"/>
                    </a:lnTo>
                    <a:lnTo>
                      <a:pt x="4679" y="14181"/>
                    </a:lnTo>
                    <a:lnTo>
                      <a:pt x="4679" y="14181"/>
                    </a:lnTo>
                    <a:cubicBezTo>
                      <a:pt x="4682" y="14186"/>
                      <a:pt x="4684" y="14188"/>
                      <a:pt x="4684" y="14188"/>
                    </a:cubicBezTo>
                    <a:cubicBezTo>
                      <a:pt x="4687" y="14188"/>
                      <a:pt x="4659" y="14132"/>
                      <a:pt x="4659" y="14132"/>
                    </a:cubicBezTo>
                    <a:lnTo>
                      <a:pt x="4587" y="13979"/>
                    </a:lnTo>
                    <a:cubicBezTo>
                      <a:pt x="4379" y="13582"/>
                      <a:pt x="4228" y="13156"/>
                      <a:pt x="4096" y="12727"/>
                    </a:cubicBezTo>
                    <a:cubicBezTo>
                      <a:pt x="3838" y="11865"/>
                      <a:pt x="3761" y="10953"/>
                      <a:pt x="3823" y="10072"/>
                    </a:cubicBezTo>
                    <a:cubicBezTo>
                      <a:pt x="3948" y="8311"/>
                      <a:pt x="4649" y="6654"/>
                      <a:pt x="5743" y="5558"/>
                    </a:cubicBezTo>
                    <a:cubicBezTo>
                      <a:pt x="5987" y="5268"/>
                      <a:pt x="6325" y="5029"/>
                      <a:pt x="6586" y="4823"/>
                    </a:cubicBezTo>
                    <a:cubicBezTo>
                      <a:pt x="6720" y="4737"/>
                      <a:pt x="6847" y="4646"/>
                      <a:pt x="6971" y="4550"/>
                    </a:cubicBezTo>
                    <a:cubicBezTo>
                      <a:pt x="7148" y="4447"/>
                      <a:pt x="7388" y="4335"/>
                      <a:pt x="7589" y="4229"/>
                    </a:cubicBezTo>
                    <a:cubicBezTo>
                      <a:pt x="8180" y="3952"/>
                      <a:pt x="8936" y="3693"/>
                      <a:pt x="9631" y="3614"/>
                    </a:cubicBezTo>
                    <a:cubicBezTo>
                      <a:pt x="10052" y="3554"/>
                      <a:pt x="10473" y="3527"/>
                      <a:pt x="10888" y="3527"/>
                    </a:cubicBezTo>
                    <a:cubicBezTo>
                      <a:pt x="11865" y="3527"/>
                      <a:pt x="12809" y="3678"/>
                      <a:pt x="13654" y="3909"/>
                    </a:cubicBezTo>
                    <a:cubicBezTo>
                      <a:pt x="14866" y="4232"/>
                      <a:pt x="15888" y="4699"/>
                      <a:pt x="16704" y="5120"/>
                    </a:cubicBezTo>
                    <a:cubicBezTo>
                      <a:pt x="17532" y="5546"/>
                      <a:pt x="18111" y="5960"/>
                      <a:pt x="18492" y="6214"/>
                    </a:cubicBezTo>
                    <a:lnTo>
                      <a:pt x="19157" y="6721"/>
                    </a:lnTo>
                    <a:lnTo>
                      <a:pt x="21151" y="4222"/>
                    </a:lnTo>
                    <a:lnTo>
                      <a:pt x="20507" y="3686"/>
                    </a:lnTo>
                    <a:cubicBezTo>
                      <a:pt x="19998" y="3303"/>
                      <a:pt x="19287" y="2757"/>
                      <a:pt x="18322" y="2207"/>
                    </a:cubicBezTo>
                    <a:cubicBezTo>
                      <a:pt x="17144" y="1527"/>
                      <a:pt x="15892" y="986"/>
                      <a:pt x="14590" y="598"/>
                    </a:cubicBezTo>
                    <a:cubicBezTo>
                      <a:pt x="13435" y="258"/>
                      <a:pt x="12094" y="1"/>
                      <a:pt x="1061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1" name="Google Shape;5381;p63"/>
              <p:cNvSpPr/>
              <p:nvPr/>
            </p:nvSpPr>
            <p:spPr>
              <a:xfrm>
                <a:off x="2987525" y="285250"/>
                <a:ext cx="786050" cy="845950"/>
              </a:xfrm>
              <a:custGeom>
                <a:rect b="b" l="l" r="r" t="t"/>
                <a:pathLst>
                  <a:path extrusionOk="0" h="33838" w="31442">
                    <a:moveTo>
                      <a:pt x="26798" y="29774"/>
                    </a:moveTo>
                    <a:cubicBezTo>
                      <a:pt x="26799" y="29776"/>
                      <a:pt x="26799" y="29778"/>
                      <a:pt x="26798" y="29779"/>
                    </a:cubicBezTo>
                    <a:lnTo>
                      <a:pt x="26798" y="29779"/>
                    </a:lnTo>
                    <a:cubicBezTo>
                      <a:pt x="26799" y="29778"/>
                      <a:pt x="26799" y="29776"/>
                      <a:pt x="26798" y="29774"/>
                    </a:cubicBezTo>
                    <a:close/>
                    <a:moveTo>
                      <a:pt x="26798" y="29779"/>
                    </a:moveTo>
                    <a:cubicBezTo>
                      <a:pt x="26797" y="29780"/>
                      <a:pt x="26795" y="29780"/>
                      <a:pt x="26791" y="29780"/>
                    </a:cubicBezTo>
                    <a:lnTo>
                      <a:pt x="26791" y="29780"/>
                    </a:lnTo>
                    <a:cubicBezTo>
                      <a:pt x="26792" y="29780"/>
                      <a:pt x="26793" y="29781"/>
                      <a:pt x="26793" y="29781"/>
                    </a:cubicBezTo>
                    <a:cubicBezTo>
                      <a:pt x="26796" y="29781"/>
                      <a:pt x="26797" y="29780"/>
                      <a:pt x="26798" y="29779"/>
                    </a:cubicBezTo>
                    <a:close/>
                    <a:moveTo>
                      <a:pt x="9497" y="0"/>
                    </a:moveTo>
                    <a:cubicBezTo>
                      <a:pt x="9051" y="0"/>
                      <a:pt x="8593" y="26"/>
                      <a:pt x="8125" y="83"/>
                    </a:cubicBezTo>
                    <a:cubicBezTo>
                      <a:pt x="7203" y="183"/>
                      <a:pt x="6279" y="451"/>
                      <a:pt x="5343" y="873"/>
                    </a:cubicBezTo>
                    <a:cubicBezTo>
                      <a:pt x="5130" y="978"/>
                      <a:pt x="4920" y="1071"/>
                      <a:pt x="4700" y="1191"/>
                    </a:cubicBezTo>
                    <a:lnTo>
                      <a:pt x="4025" y="1622"/>
                    </a:lnTo>
                    <a:cubicBezTo>
                      <a:pt x="3603" y="1940"/>
                      <a:pt x="3180" y="2256"/>
                      <a:pt x="2823" y="2658"/>
                    </a:cubicBezTo>
                    <a:cubicBezTo>
                      <a:pt x="1305" y="4178"/>
                      <a:pt x="381" y="6369"/>
                      <a:pt x="209" y="8664"/>
                    </a:cubicBezTo>
                    <a:cubicBezTo>
                      <a:pt x="1" y="10964"/>
                      <a:pt x="712" y="13423"/>
                      <a:pt x="2122" y="15371"/>
                    </a:cubicBezTo>
                    <a:cubicBezTo>
                      <a:pt x="3517" y="17334"/>
                      <a:pt x="5458" y="18868"/>
                      <a:pt x="7550" y="20015"/>
                    </a:cubicBezTo>
                    <a:cubicBezTo>
                      <a:pt x="9652" y="21171"/>
                      <a:pt x="11895" y="21954"/>
                      <a:pt x="14104" y="22639"/>
                    </a:cubicBezTo>
                    <a:cubicBezTo>
                      <a:pt x="16319" y="23316"/>
                      <a:pt x="18511" y="23869"/>
                      <a:pt x="20608" y="24460"/>
                    </a:cubicBezTo>
                    <a:cubicBezTo>
                      <a:pt x="22736" y="25075"/>
                      <a:pt x="24821" y="25434"/>
                      <a:pt x="26568" y="26229"/>
                    </a:cubicBezTo>
                    <a:cubicBezTo>
                      <a:pt x="28277" y="26981"/>
                      <a:pt x="29709" y="28316"/>
                      <a:pt x="30176" y="29760"/>
                    </a:cubicBezTo>
                    <a:cubicBezTo>
                      <a:pt x="30396" y="30464"/>
                      <a:pt x="30331" y="31242"/>
                      <a:pt x="30011" y="31802"/>
                    </a:cubicBezTo>
                    <a:cubicBezTo>
                      <a:pt x="29683" y="32379"/>
                      <a:pt x="29110" y="32802"/>
                      <a:pt x="28514" y="33010"/>
                    </a:cubicBezTo>
                    <a:cubicBezTo>
                      <a:pt x="28209" y="33125"/>
                      <a:pt x="27890" y="33178"/>
                      <a:pt x="27580" y="33178"/>
                    </a:cubicBezTo>
                    <a:cubicBezTo>
                      <a:pt x="26699" y="33178"/>
                      <a:pt x="25900" y="32750"/>
                      <a:pt x="25757" y="32098"/>
                    </a:cubicBezTo>
                    <a:cubicBezTo>
                      <a:pt x="25486" y="31196"/>
                      <a:pt x="25678" y="30341"/>
                      <a:pt x="26051" y="29999"/>
                    </a:cubicBezTo>
                    <a:cubicBezTo>
                      <a:pt x="26270" y="29804"/>
                      <a:pt x="26483" y="29768"/>
                      <a:pt x="26625" y="29768"/>
                    </a:cubicBezTo>
                    <a:cubicBezTo>
                      <a:pt x="26708" y="29768"/>
                      <a:pt x="26768" y="29780"/>
                      <a:pt x="26790" y="29780"/>
                    </a:cubicBezTo>
                    <a:cubicBezTo>
                      <a:pt x="26790" y="29780"/>
                      <a:pt x="26791" y="29780"/>
                      <a:pt x="26791" y="29780"/>
                    </a:cubicBezTo>
                    <a:lnTo>
                      <a:pt x="26791" y="29780"/>
                    </a:lnTo>
                    <a:cubicBezTo>
                      <a:pt x="26764" y="29777"/>
                      <a:pt x="26659" y="29726"/>
                      <a:pt x="26493" y="29726"/>
                    </a:cubicBezTo>
                    <a:cubicBezTo>
                      <a:pt x="26356" y="29726"/>
                      <a:pt x="26177" y="29761"/>
                      <a:pt x="25965" y="29889"/>
                    </a:cubicBezTo>
                    <a:cubicBezTo>
                      <a:pt x="25477" y="30229"/>
                      <a:pt x="25127" y="31131"/>
                      <a:pt x="25343" y="32211"/>
                    </a:cubicBezTo>
                    <a:cubicBezTo>
                      <a:pt x="25398" y="32470"/>
                      <a:pt x="25527" y="32807"/>
                      <a:pt x="25750" y="33037"/>
                    </a:cubicBezTo>
                    <a:cubicBezTo>
                      <a:pt x="25980" y="33276"/>
                      <a:pt x="26257" y="33465"/>
                      <a:pt x="26564" y="33592"/>
                    </a:cubicBezTo>
                    <a:cubicBezTo>
                      <a:pt x="26941" y="33753"/>
                      <a:pt x="27364" y="33838"/>
                      <a:pt x="27807" y="33838"/>
                    </a:cubicBezTo>
                    <a:cubicBezTo>
                      <a:pt x="28109" y="33838"/>
                      <a:pt x="28419" y="33798"/>
                      <a:pt x="28730" y="33717"/>
                    </a:cubicBezTo>
                    <a:cubicBezTo>
                      <a:pt x="29486" y="33511"/>
                      <a:pt x="30264" y="33063"/>
                      <a:pt x="30788" y="32280"/>
                    </a:cubicBezTo>
                    <a:cubicBezTo>
                      <a:pt x="31296" y="31481"/>
                      <a:pt x="31442" y="30442"/>
                      <a:pt x="31162" y="29475"/>
                    </a:cubicBezTo>
                    <a:cubicBezTo>
                      <a:pt x="30894" y="28510"/>
                      <a:pt x="30303" y="27665"/>
                      <a:pt x="29577" y="26969"/>
                    </a:cubicBezTo>
                    <a:cubicBezTo>
                      <a:pt x="28859" y="26267"/>
                      <a:pt x="27971" y="25679"/>
                      <a:pt x="27009" y="25255"/>
                    </a:cubicBezTo>
                    <a:cubicBezTo>
                      <a:pt x="25089" y="24386"/>
                      <a:pt x="22966" y="24029"/>
                      <a:pt x="20900" y="23426"/>
                    </a:cubicBezTo>
                    <a:cubicBezTo>
                      <a:pt x="18789" y="22828"/>
                      <a:pt x="16601" y="22272"/>
                      <a:pt x="14423" y="21604"/>
                    </a:cubicBezTo>
                    <a:cubicBezTo>
                      <a:pt x="12254" y="20932"/>
                      <a:pt x="10066" y="20159"/>
                      <a:pt x="8077" y="19060"/>
                    </a:cubicBezTo>
                    <a:cubicBezTo>
                      <a:pt x="6090" y="17971"/>
                      <a:pt x="4285" y="16527"/>
                      <a:pt x="3014" y="14737"/>
                    </a:cubicBezTo>
                    <a:cubicBezTo>
                      <a:pt x="1739" y="12956"/>
                      <a:pt x="1128" y="10816"/>
                      <a:pt x="1310" y="8743"/>
                    </a:cubicBezTo>
                    <a:cubicBezTo>
                      <a:pt x="1466" y="6692"/>
                      <a:pt x="2291" y="4750"/>
                      <a:pt x="3618" y="3429"/>
                    </a:cubicBezTo>
                    <a:cubicBezTo>
                      <a:pt x="3924" y="3080"/>
                      <a:pt x="4309" y="2802"/>
                      <a:pt x="4656" y="2536"/>
                    </a:cubicBezTo>
                    <a:lnTo>
                      <a:pt x="5197" y="2177"/>
                    </a:lnTo>
                    <a:cubicBezTo>
                      <a:pt x="5396" y="2065"/>
                      <a:pt x="5621" y="1962"/>
                      <a:pt x="5829" y="1856"/>
                    </a:cubicBezTo>
                    <a:cubicBezTo>
                      <a:pt x="6605" y="1502"/>
                      <a:pt x="7450" y="1236"/>
                      <a:pt x="8266" y="1145"/>
                    </a:cubicBezTo>
                    <a:cubicBezTo>
                      <a:pt x="8716" y="1086"/>
                      <a:pt x="9160" y="1060"/>
                      <a:pt x="9594" y="1060"/>
                    </a:cubicBezTo>
                    <a:cubicBezTo>
                      <a:pt x="10744" y="1060"/>
                      <a:pt x="11825" y="1247"/>
                      <a:pt x="12781" y="1514"/>
                    </a:cubicBezTo>
                    <a:cubicBezTo>
                      <a:pt x="13922" y="1837"/>
                      <a:pt x="15026" y="2290"/>
                      <a:pt x="16067" y="2864"/>
                    </a:cubicBezTo>
                    <a:cubicBezTo>
                      <a:pt x="16943" y="3333"/>
                      <a:pt x="17570" y="3795"/>
                      <a:pt x="17992" y="4094"/>
                    </a:cubicBezTo>
                    <a:lnTo>
                      <a:pt x="18650" y="4614"/>
                    </a:lnTo>
                    <a:lnTo>
                      <a:pt x="19253" y="3858"/>
                    </a:lnTo>
                    <a:lnTo>
                      <a:pt x="18600" y="3333"/>
                    </a:lnTo>
                    <a:cubicBezTo>
                      <a:pt x="18135" y="2996"/>
                      <a:pt x="17470" y="2498"/>
                      <a:pt x="16551" y="1993"/>
                    </a:cubicBezTo>
                    <a:cubicBezTo>
                      <a:pt x="15445" y="1373"/>
                      <a:pt x="14274" y="880"/>
                      <a:pt x="13058" y="523"/>
                    </a:cubicBezTo>
                    <a:cubicBezTo>
                      <a:pt x="12009" y="220"/>
                      <a:pt x="10803" y="0"/>
                      <a:pt x="9497" y="0"/>
                    </a:cubicBez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2" name="Google Shape;5382;p63"/>
              <p:cNvSpPr/>
              <p:nvPr/>
            </p:nvSpPr>
            <p:spPr>
              <a:xfrm>
                <a:off x="3368550" y="238100"/>
                <a:ext cx="1089150" cy="1354050"/>
              </a:xfrm>
              <a:custGeom>
                <a:rect b="b" l="l" r="r" t="t"/>
                <a:pathLst>
                  <a:path extrusionOk="0" h="54162" w="43566">
                    <a:moveTo>
                      <a:pt x="40538" y="1"/>
                    </a:moveTo>
                    <a:cubicBezTo>
                      <a:pt x="40536" y="1"/>
                      <a:pt x="40535" y="1"/>
                      <a:pt x="40533" y="1"/>
                    </a:cubicBezTo>
                    <a:lnTo>
                      <a:pt x="23581" y="183"/>
                    </a:lnTo>
                    <a:lnTo>
                      <a:pt x="19703" y="224"/>
                    </a:lnTo>
                    <a:lnTo>
                      <a:pt x="2751" y="406"/>
                    </a:lnTo>
                    <a:cubicBezTo>
                      <a:pt x="2416" y="408"/>
                      <a:pt x="2128" y="645"/>
                      <a:pt x="2061" y="973"/>
                    </a:cubicBezTo>
                    <a:cubicBezTo>
                      <a:pt x="1530" y="3469"/>
                      <a:pt x="0" y="13846"/>
                      <a:pt x="8783" y="22600"/>
                    </a:cubicBezTo>
                    <a:cubicBezTo>
                      <a:pt x="18846" y="32630"/>
                      <a:pt x="19789" y="34399"/>
                      <a:pt x="18887" y="42942"/>
                    </a:cubicBezTo>
                    <a:cubicBezTo>
                      <a:pt x="17982" y="51485"/>
                      <a:pt x="13855" y="54161"/>
                      <a:pt x="13855" y="54161"/>
                    </a:cubicBezTo>
                    <a:lnTo>
                      <a:pt x="22106" y="54072"/>
                    </a:lnTo>
                    <a:lnTo>
                      <a:pt x="22326" y="54070"/>
                    </a:lnTo>
                    <a:lnTo>
                      <a:pt x="30577" y="53982"/>
                    </a:lnTo>
                    <a:cubicBezTo>
                      <a:pt x="30577" y="53982"/>
                      <a:pt x="26396" y="51394"/>
                      <a:pt x="25309" y="42870"/>
                    </a:cubicBezTo>
                    <a:cubicBezTo>
                      <a:pt x="24222" y="34348"/>
                      <a:pt x="25127" y="32560"/>
                      <a:pt x="34972" y="22320"/>
                    </a:cubicBezTo>
                    <a:cubicBezTo>
                      <a:pt x="43566" y="13379"/>
                      <a:pt x="41816" y="3039"/>
                      <a:pt x="41232" y="554"/>
                    </a:cubicBezTo>
                    <a:cubicBezTo>
                      <a:pt x="41158" y="228"/>
                      <a:pt x="40869" y="1"/>
                      <a:pt x="4053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3" name="Google Shape;5383;p63"/>
              <p:cNvSpPr/>
              <p:nvPr/>
            </p:nvSpPr>
            <p:spPr>
              <a:xfrm>
                <a:off x="3588225" y="1559325"/>
                <a:ext cx="673800" cy="265125"/>
              </a:xfrm>
              <a:custGeom>
                <a:rect b="b" l="l" r="r" t="t"/>
                <a:pathLst>
                  <a:path extrusionOk="0" h="10605" w="26952">
                    <a:moveTo>
                      <a:pt x="26784" y="0"/>
                    </a:moveTo>
                    <a:lnTo>
                      <a:pt x="58" y="285"/>
                    </a:lnTo>
                    <a:cubicBezTo>
                      <a:pt x="27" y="285"/>
                      <a:pt x="1" y="311"/>
                      <a:pt x="1" y="343"/>
                    </a:cubicBezTo>
                    <a:lnTo>
                      <a:pt x="111" y="10604"/>
                    </a:lnTo>
                    <a:lnTo>
                      <a:pt x="26951" y="10320"/>
                    </a:lnTo>
                    <a:lnTo>
                      <a:pt x="26841" y="58"/>
                    </a:lnTo>
                    <a:cubicBezTo>
                      <a:pt x="26841" y="27"/>
                      <a:pt x="26815" y="0"/>
                      <a:pt x="26784"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4" name="Google Shape;5384;p63"/>
              <p:cNvSpPr/>
              <p:nvPr/>
            </p:nvSpPr>
            <p:spPr>
              <a:xfrm>
                <a:off x="3513850" y="1774875"/>
                <a:ext cx="825300" cy="92000"/>
              </a:xfrm>
              <a:custGeom>
                <a:rect b="b" l="l" r="r" t="t"/>
                <a:pathLst>
                  <a:path extrusionOk="0" h="3680" w="33012">
                    <a:moveTo>
                      <a:pt x="32921" y="0"/>
                    </a:moveTo>
                    <a:lnTo>
                      <a:pt x="58" y="350"/>
                    </a:lnTo>
                    <a:cubicBezTo>
                      <a:pt x="27" y="350"/>
                      <a:pt x="0" y="376"/>
                      <a:pt x="0" y="410"/>
                    </a:cubicBezTo>
                    <a:lnTo>
                      <a:pt x="36" y="3680"/>
                    </a:lnTo>
                    <a:lnTo>
                      <a:pt x="33012" y="3328"/>
                    </a:lnTo>
                    <a:lnTo>
                      <a:pt x="32978" y="58"/>
                    </a:lnTo>
                    <a:cubicBezTo>
                      <a:pt x="32978" y="27"/>
                      <a:pt x="32952" y="0"/>
                      <a:pt x="32921" y="0"/>
                    </a:cubicBezTo>
                    <a:close/>
                  </a:path>
                </a:pathLst>
              </a:custGeom>
              <a:solidFill>
                <a:srgbClr val="E7E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5" name="Google Shape;5385;p63"/>
              <p:cNvSpPr/>
              <p:nvPr/>
            </p:nvSpPr>
            <p:spPr>
              <a:xfrm>
                <a:off x="3466550" y="322000"/>
                <a:ext cx="893500" cy="458025"/>
              </a:xfrm>
              <a:custGeom>
                <a:rect b="b" l="l" r="r" t="t"/>
                <a:pathLst>
                  <a:path extrusionOk="0" h="18321" w="35740">
                    <a:moveTo>
                      <a:pt x="34103" y="1"/>
                    </a:moveTo>
                    <a:cubicBezTo>
                      <a:pt x="34097" y="1"/>
                      <a:pt x="34091" y="1"/>
                      <a:pt x="34085" y="1"/>
                    </a:cubicBezTo>
                    <a:lnTo>
                      <a:pt x="18162" y="171"/>
                    </a:lnTo>
                    <a:lnTo>
                      <a:pt x="17351" y="181"/>
                    </a:lnTo>
                    <a:lnTo>
                      <a:pt x="1428" y="350"/>
                    </a:lnTo>
                    <a:cubicBezTo>
                      <a:pt x="834" y="353"/>
                      <a:pt x="348" y="820"/>
                      <a:pt x="320" y="1413"/>
                    </a:cubicBezTo>
                    <a:cubicBezTo>
                      <a:pt x="315" y="1492"/>
                      <a:pt x="312" y="1578"/>
                      <a:pt x="310" y="1667"/>
                    </a:cubicBezTo>
                    <a:cubicBezTo>
                      <a:pt x="1" y="10807"/>
                      <a:pt x="7459" y="18321"/>
                      <a:pt x="16585" y="18321"/>
                    </a:cubicBezTo>
                    <a:cubicBezTo>
                      <a:pt x="16644" y="18321"/>
                      <a:pt x="16703" y="18321"/>
                      <a:pt x="16762" y="18320"/>
                    </a:cubicBezTo>
                    <a:lnTo>
                      <a:pt x="17545" y="18310"/>
                    </a:lnTo>
                    <a:lnTo>
                      <a:pt x="18354" y="18303"/>
                    </a:lnTo>
                    <a:lnTo>
                      <a:pt x="19136" y="18294"/>
                    </a:lnTo>
                    <a:cubicBezTo>
                      <a:pt x="28343" y="18196"/>
                      <a:pt x="35739" y="10485"/>
                      <a:pt x="35229" y="1294"/>
                    </a:cubicBezTo>
                    <a:cubicBezTo>
                      <a:pt x="35225" y="1203"/>
                      <a:pt x="35220" y="1119"/>
                      <a:pt x="35215" y="1040"/>
                    </a:cubicBezTo>
                    <a:cubicBezTo>
                      <a:pt x="35175" y="455"/>
                      <a:pt x="34689" y="1"/>
                      <a:pt x="34103" y="1"/>
                    </a:cubicBez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6" name="Google Shape;5386;p63"/>
              <p:cNvSpPr/>
              <p:nvPr/>
            </p:nvSpPr>
            <p:spPr>
              <a:xfrm>
                <a:off x="3472850" y="260850"/>
                <a:ext cx="874375" cy="56650"/>
              </a:xfrm>
              <a:custGeom>
                <a:rect b="b" l="l" r="r" t="t"/>
                <a:pathLst>
                  <a:path extrusionOk="0" h="2266" w="34975">
                    <a:moveTo>
                      <a:pt x="34014" y="1"/>
                    </a:moveTo>
                    <a:cubicBezTo>
                      <a:pt x="34011" y="1"/>
                      <a:pt x="34008" y="1"/>
                      <a:pt x="34005" y="1"/>
                    </a:cubicBezTo>
                    <a:lnTo>
                      <a:pt x="953" y="355"/>
                    </a:lnTo>
                    <a:cubicBezTo>
                      <a:pt x="424" y="360"/>
                      <a:pt x="1" y="791"/>
                      <a:pt x="8" y="1320"/>
                    </a:cubicBezTo>
                    <a:cubicBezTo>
                      <a:pt x="13" y="1843"/>
                      <a:pt x="441" y="2265"/>
                      <a:pt x="964" y="2265"/>
                    </a:cubicBezTo>
                    <a:cubicBezTo>
                      <a:pt x="967" y="2265"/>
                      <a:pt x="969" y="2265"/>
                      <a:pt x="972" y="2265"/>
                    </a:cubicBezTo>
                    <a:lnTo>
                      <a:pt x="34022" y="1913"/>
                    </a:lnTo>
                    <a:cubicBezTo>
                      <a:pt x="34551" y="1906"/>
                      <a:pt x="34975" y="1473"/>
                      <a:pt x="34968" y="946"/>
                    </a:cubicBezTo>
                    <a:cubicBezTo>
                      <a:pt x="34963" y="422"/>
                      <a:pt x="34537" y="1"/>
                      <a:pt x="34014" y="1"/>
                    </a:cubicBez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7" name="Google Shape;5387;p63"/>
              <p:cNvSpPr/>
              <p:nvPr/>
            </p:nvSpPr>
            <p:spPr>
              <a:xfrm>
                <a:off x="3746150" y="421050"/>
                <a:ext cx="332625" cy="316350"/>
              </a:xfrm>
              <a:custGeom>
                <a:rect b="b" l="l" r="r" t="t"/>
                <a:pathLst>
                  <a:path extrusionOk="0" h="12654" w="13305">
                    <a:moveTo>
                      <a:pt x="6653" y="1"/>
                    </a:moveTo>
                    <a:lnTo>
                      <a:pt x="4597" y="4166"/>
                    </a:lnTo>
                    <a:lnTo>
                      <a:pt x="1" y="4833"/>
                    </a:lnTo>
                    <a:lnTo>
                      <a:pt x="3325" y="8075"/>
                    </a:lnTo>
                    <a:lnTo>
                      <a:pt x="2540" y="12654"/>
                    </a:lnTo>
                    <a:lnTo>
                      <a:pt x="6653" y="10492"/>
                    </a:lnTo>
                    <a:lnTo>
                      <a:pt x="10765" y="12654"/>
                    </a:lnTo>
                    <a:lnTo>
                      <a:pt x="9978" y="8075"/>
                    </a:lnTo>
                    <a:lnTo>
                      <a:pt x="13305" y="4833"/>
                    </a:lnTo>
                    <a:lnTo>
                      <a:pt x="8709" y="4166"/>
                    </a:lnTo>
                    <a:lnTo>
                      <a:pt x="6653" y="1"/>
                    </a:lnTo>
                    <a:close/>
                    <a:moveTo>
                      <a:pt x="2540" y="12654"/>
                    </a:moveTo>
                    <a:lnTo>
                      <a:pt x="2540" y="12654"/>
                    </a:lnTo>
                    <a:lnTo>
                      <a:pt x="2540" y="12654"/>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388" name="Google Shape;5388;p63"/>
          <p:cNvGrpSpPr/>
          <p:nvPr/>
        </p:nvGrpSpPr>
        <p:grpSpPr>
          <a:xfrm>
            <a:off x="2480742" y="3534460"/>
            <a:ext cx="1243128" cy="637739"/>
            <a:chOff x="2496310" y="3693351"/>
            <a:chExt cx="1342906" cy="688926"/>
          </a:xfrm>
        </p:grpSpPr>
        <p:grpSp>
          <p:nvGrpSpPr>
            <p:cNvPr id="5389" name="Google Shape;5389;p63"/>
            <p:cNvGrpSpPr/>
            <p:nvPr/>
          </p:nvGrpSpPr>
          <p:grpSpPr>
            <a:xfrm>
              <a:off x="2496310" y="3693351"/>
              <a:ext cx="1342906" cy="688875"/>
              <a:chOff x="2496310" y="3693351"/>
              <a:chExt cx="1342906" cy="688875"/>
            </a:xfrm>
          </p:grpSpPr>
          <p:sp>
            <p:nvSpPr>
              <p:cNvPr id="5390" name="Google Shape;5390;p63"/>
              <p:cNvSpPr/>
              <p:nvPr/>
            </p:nvSpPr>
            <p:spPr>
              <a:xfrm>
                <a:off x="2567815" y="3809577"/>
                <a:ext cx="1200140" cy="572649"/>
              </a:xfrm>
              <a:custGeom>
                <a:rect b="b" l="l" r="r" t="t"/>
                <a:pathLst>
                  <a:path extrusionOk="0" h="33020" w="66087">
                    <a:moveTo>
                      <a:pt x="33019" y="0"/>
                    </a:moveTo>
                    <a:cubicBezTo>
                      <a:pt x="14818" y="0"/>
                      <a:pt x="0" y="14808"/>
                      <a:pt x="0" y="33019"/>
                    </a:cubicBezTo>
                    <a:lnTo>
                      <a:pt x="1659" y="33019"/>
                    </a:lnTo>
                    <a:cubicBezTo>
                      <a:pt x="1659" y="15718"/>
                      <a:pt x="15718" y="1659"/>
                      <a:pt x="33019" y="1659"/>
                    </a:cubicBezTo>
                    <a:cubicBezTo>
                      <a:pt x="50321" y="1659"/>
                      <a:pt x="64427" y="15718"/>
                      <a:pt x="64427" y="33019"/>
                    </a:cubicBezTo>
                    <a:lnTo>
                      <a:pt x="66086" y="33019"/>
                    </a:lnTo>
                    <a:cubicBezTo>
                      <a:pt x="66086" y="14808"/>
                      <a:pt x="51269" y="0"/>
                      <a:pt x="3301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1" name="Google Shape;5391;p63"/>
              <p:cNvSpPr/>
              <p:nvPr/>
            </p:nvSpPr>
            <p:spPr>
              <a:xfrm>
                <a:off x="3420688" y="3858516"/>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2" name="Google Shape;5392;p63"/>
              <p:cNvSpPr/>
              <p:nvPr/>
            </p:nvSpPr>
            <p:spPr>
              <a:xfrm>
                <a:off x="3135700" y="3791751"/>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3" name="Google Shape;5393;p63"/>
              <p:cNvSpPr/>
              <p:nvPr/>
            </p:nvSpPr>
            <p:spPr>
              <a:xfrm>
                <a:off x="3620515" y="4032917"/>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4" name="Google Shape;5394;p63"/>
              <p:cNvSpPr/>
              <p:nvPr/>
            </p:nvSpPr>
            <p:spPr>
              <a:xfrm>
                <a:off x="2843808" y="3858516"/>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5" name="Google Shape;5395;p63"/>
              <p:cNvSpPr/>
              <p:nvPr/>
            </p:nvSpPr>
            <p:spPr>
              <a:xfrm>
                <a:off x="2652010" y="4032917"/>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96" name="Google Shape;5396;p63"/>
              <p:cNvCxnSpPr>
                <a:stCxn id="5394" idx="0"/>
              </p:cNvCxnSpPr>
              <p:nvPr/>
            </p:nvCxnSpPr>
            <p:spPr>
              <a:xfrm flipH="1" rot="5400000">
                <a:off x="2741958" y="3724116"/>
                <a:ext cx="68700" cy="200100"/>
              </a:xfrm>
              <a:prstGeom prst="bentConnector2">
                <a:avLst/>
              </a:prstGeom>
              <a:noFill/>
              <a:ln cap="flat" cmpd="sng" w="19050">
                <a:solidFill>
                  <a:srgbClr val="869FB2"/>
                </a:solidFill>
                <a:prstDash val="solid"/>
                <a:round/>
                <a:headEnd len="med" w="med" type="none"/>
                <a:tailEnd len="med" w="med" type="none"/>
              </a:ln>
            </p:spPr>
          </p:cxnSp>
          <p:cxnSp>
            <p:nvCxnSpPr>
              <p:cNvPr id="5397" name="Google Shape;5397;p63"/>
              <p:cNvCxnSpPr>
                <a:stCxn id="5391" idx="0"/>
              </p:cNvCxnSpPr>
              <p:nvPr/>
            </p:nvCxnSpPr>
            <p:spPr>
              <a:xfrm rot="-5400000">
                <a:off x="3512338" y="3723516"/>
                <a:ext cx="75900" cy="194100"/>
              </a:xfrm>
              <a:prstGeom prst="bentConnector2">
                <a:avLst/>
              </a:prstGeom>
              <a:noFill/>
              <a:ln cap="flat" cmpd="sng" w="19050">
                <a:solidFill>
                  <a:srgbClr val="869FB2"/>
                </a:solidFill>
                <a:prstDash val="solid"/>
                <a:round/>
                <a:headEnd len="med" w="med" type="none"/>
                <a:tailEnd len="med" w="med" type="none"/>
              </a:ln>
            </p:spPr>
          </p:cxnSp>
          <p:cxnSp>
            <p:nvCxnSpPr>
              <p:cNvPr id="5398" name="Google Shape;5398;p63"/>
              <p:cNvCxnSpPr>
                <a:stCxn id="5392" idx="0"/>
              </p:cNvCxnSpPr>
              <p:nvPr/>
            </p:nvCxnSpPr>
            <p:spPr>
              <a:xfrm rot="-5400000">
                <a:off x="3119350" y="3742251"/>
                <a:ext cx="98400" cy="600"/>
              </a:xfrm>
              <a:prstGeom prst="bentConnector3">
                <a:avLst>
                  <a:gd fmla="val 50000" name="adj1"/>
                </a:avLst>
              </a:prstGeom>
              <a:noFill/>
              <a:ln cap="flat" cmpd="sng" w="19050">
                <a:solidFill>
                  <a:srgbClr val="869FB2"/>
                </a:solidFill>
                <a:prstDash val="solid"/>
                <a:round/>
                <a:headEnd len="med" w="med" type="none"/>
                <a:tailEnd len="med" w="med" type="none"/>
              </a:ln>
            </p:spPr>
          </p:cxnSp>
          <p:cxnSp>
            <p:nvCxnSpPr>
              <p:cNvPr id="5399" name="Google Shape;5399;p63"/>
              <p:cNvCxnSpPr>
                <a:stCxn id="5395" idx="2"/>
              </p:cNvCxnSpPr>
              <p:nvPr/>
            </p:nvCxnSpPr>
            <p:spPr>
              <a:xfrm flipH="1">
                <a:off x="2496310" y="4065467"/>
                <a:ext cx="155700" cy="600"/>
              </a:xfrm>
              <a:prstGeom prst="bentConnector3">
                <a:avLst>
                  <a:gd fmla="val 50000" name="adj1"/>
                </a:avLst>
              </a:prstGeom>
              <a:noFill/>
              <a:ln cap="flat" cmpd="sng" w="19050">
                <a:solidFill>
                  <a:srgbClr val="869FB2"/>
                </a:solidFill>
                <a:prstDash val="solid"/>
                <a:round/>
                <a:headEnd len="med" w="med" type="none"/>
                <a:tailEnd len="med" w="med" type="none"/>
              </a:ln>
            </p:spPr>
          </p:cxnSp>
          <p:cxnSp>
            <p:nvCxnSpPr>
              <p:cNvPr id="5400" name="Google Shape;5400;p63"/>
              <p:cNvCxnSpPr>
                <a:stCxn id="5393" idx="6"/>
              </p:cNvCxnSpPr>
              <p:nvPr/>
            </p:nvCxnSpPr>
            <p:spPr>
              <a:xfrm>
                <a:off x="3685615" y="4065467"/>
                <a:ext cx="153600" cy="600"/>
              </a:xfrm>
              <a:prstGeom prst="bentConnector3">
                <a:avLst>
                  <a:gd fmla="val 50000" name="adj1"/>
                </a:avLst>
              </a:prstGeom>
              <a:noFill/>
              <a:ln cap="flat" cmpd="sng" w="19050">
                <a:solidFill>
                  <a:srgbClr val="869FB2"/>
                </a:solidFill>
                <a:prstDash val="solid"/>
                <a:round/>
                <a:headEnd len="med" w="med" type="none"/>
                <a:tailEnd len="med" w="med" type="none"/>
              </a:ln>
            </p:spPr>
          </p:cxnSp>
        </p:grpSp>
        <p:grpSp>
          <p:nvGrpSpPr>
            <p:cNvPr id="5401" name="Google Shape;5401;p63"/>
            <p:cNvGrpSpPr/>
            <p:nvPr/>
          </p:nvGrpSpPr>
          <p:grpSpPr>
            <a:xfrm>
              <a:off x="2675275" y="3930557"/>
              <a:ext cx="1003306" cy="451719"/>
              <a:chOff x="2675275" y="4174282"/>
              <a:chExt cx="1003306" cy="451719"/>
            </a:xfrm>
          </p:grpSpPr>
          <p:sp>
            <p:nvSpPr>
              <p:cNvPr id="5402" name="Google Shape;5402;p63"/>
              <p:cNvSpPr/>
              <p:nvPr/>
            </p:nvSpPr>
            <p:spPr>
              <a:xfrm>
                <a:off x="2675275" y="4174282"/>
                <a:ext cx="1003306" cy="451719"/>
              </a:xfrm>
              <a:custGeom>
                <a:rect b="b" l="l" r="r" t="t"/>
                <a:pathLst>
                  <a:path extrusionOk="0" h="12285" w="27286">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3" name="Google Shape;5403;p63"/>
              <p:cNvSpPr/>
              <p:nvPr/>
            </p:nvSpPr>
            <p:spPr>
              <a:xfrm>
                <a:off x="2716046" y="4210984"/>
                <a:ext cx="921789" cy="415018"/>
              </a:xfrm>
              <a:custGeom>
                <a:rect b="b" l="l" r="r" t="t"/>
                <a:pathLst>
                  <a:path extrusionOk="0" h="12285" w="27286">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4" name="Google Shape;5404;p63"/>
              <p:cNvSpPr/>
              <p:nvPr/>
            </p:nvSpPr>
            <p:spPr>
              <a:xfrm>
                <a:off x="2762606" y="4252906"/>
                <a:ext cx="828676" cy="373095"/>
              </a:xfrm>
              <a:custGeom>
                <a:rect b="b" l="l" r="r" t="t"/>
                <a:pathLst>
                  <a:path extrusionOk="0" h="12285" w="27286">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405" name="Google Shape;5405;p63"/>
          <p:cNvGrpSpPr/>
          <p:nvPr/>
        </p:nvGrpSpPr>
        <p:grpSpPr>
          <a:xfrm>
            <a:off x="1654412" y="971306"/>
            <a:ext cx="574511" cy="874709"/>
            <a:chOff x="1715404" y="1112080"/>
            <a:chExt cx="642270" cy="977984"/>
          </a:xfrm>
        </p:grpSpPr>
        <p:grpSp>
          <p:nvGrpSpPr>
            <p:cNvPr id="5406" name="Google Shape;5406;p63"/>
            <p:cNvGrpSpPr/>
            <p:nvPr/>
          </p:nvGrpSpPr>
          <p:grpSpPr>
            <a:xfrm>
              <a:off x="1715404" y="1112080"/>
              <a:ext cx="642270" cy="977984"/>
              <a:chOff x="1715404" y="1112080"/>
              <a:chExt cx="642270" cy="977984"/>
            </a:xfrm>
          </p:grpSpPr>
          <p:sp>
            <p:nvSpPr>
              <p:cNvPr id="5407" name="Google Shape;5407;p63"/>
              <p:cNvSpPr/>
              <p:nvPr/>
            </p:nvSpPr>
            <p:spPr>
              <a:xfrm>
                <a:off x="1715404" y="1112080"/>
                <a:ext cx="642270" cy="642270"/>
              </a:xfrm>
              <a:custGeom>
                <a:rect b="b" l="l" r="r" t="t"/>
                <a:pathLst>
                  <a:path extrusionOk="0" h="41544" w="41544">
                    <a:moveTo>
                      <a:pt x="20773" y="3462"/>
                    </a:moveTo>
                    <a:cubicBezTo>
                      <a:pt x="30333" y="3462"/>
                      <a:pt x="38081" y="11211"/>
                      <a:pt x="38081" y="20771"/>
                    </a:cubicBezTo>
                    <a:cubicBezTo>
                      <a:pt x="38081" y="30331"/>
                      <a:pt x="30333" y="38081"/>
                      <a:pt x="20773" y="38081"/>
                    </a:cubicBezTo>
                    <a:cubicBezTo>
                      <a:pt x="11213" y="38081"/>
                      <a:pt x="3462" y="30331"/>
                      <a:pt x="3462" y="20771"/>
                    </a:cubicBezTo>
                    <a:cubicBezTo>
                      <a:pt x="3462" y="11211"/>
                      <a:pt x="11213" y="3462"/>
                      <a:pt x="20773" y="3462"/>
                    </a:cubicBezTo>
                    <a:close/>
                    <a:moveTo>
                      <a:pt x="20773" y="0"/>
                    </a:moveTo>
                    <a:cubicBezTo>
                      <a:pt x="9301" y="0"/>
                      <a:pt x="0" y="9299"/>
                      <a:pt x="0" y="20771"/>
                    </a:cubicBezTo>
                    <a:cubicBezTo>
                      <a:pt x="0" y="32243"/>
                      <a:pt x="9301" y="41543"/>
                      <a:pt x="20773" y="41543"/>
                    </a:cubicBezTo>
                    <a:cubicBezTo>
                      <a:pt x="32245" y="41543"/>
                      <a:pt x="41543" y="32243"/>
                      <a:pt x="41543" y="20771"/>
                    </a:cubicBezTo>
                    <a:cubicBezTo>
                      <a:pt x="41543" y="9299"/>
                      <a:pt x="32245" y="0"/>
                      <a:pt x="20773" y="0"/>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8" name="Google Shape;5408;p63"/>
              <p:cNvSpPr/>
              <p:nvPr/>
            </p:nvSpPr>
            <p:spPr>
              <a:xfrm>
                <a:off x="1956781" y="1714402"/>
                <a:ext cx="9121" cy="375663"/>
              </a:xfrm>
              <a:custGeom>
                <a:rect b="b" l="l" r="r" t="t"/>
                <a:pathLst>
                  <a:path extrusionOk="0" h="24299" w="590">
                    <a:moveTo>
                      <a:pt x="0" y="0"/>
                    </a:moveTo>
                    <a:lnTo>
                      <a:pt x="0" y="24299"/>
                    </a:lnTo>
                    <a:lnTo>
                      <a:pt x="589" y="24299"/>
                    </a:lnTo>
                    <a:lnTo>
                      <a:pt x="589" y="0"/>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09" name="Google Shape;5409;p63"/>
            <p:cNvGrpSpPr/>
            <p:nvPr/>
          </p:nvGrpSpPr>
          <p:grpSpPr>
            <a:xfrm>
              <a:off x="1768927" y="1165603"/>
              <a:ext cx="535225" cy="851367"/>
              <a:chOff x="1768927" y="1165603"/>
              <a:chExt cx="535225" cy="851367"/>
            </a:xfrm>
          </p:grpSpPr>
          <p:sp>
            <p:nvSpPr>
              <p:cNvPr id="5410" name="Google Shape;5410;p63"/>
              <p:cNvSpPr/>
              <p:nvPr/>
            </p:nvSpPr>
            <p:spPr>
              <a:xfrm>
                <a:off x="1768927" y="1165603"/>
                <a:ext cx="535225" cy="535225"/>
              </a:xfrm>
              <a:custGeom>
                <a:rect b="b" l="l" r="r" t="t"/>
                <a:pathLst>
                  <a:path extrusionOk="0" h="34620" w="34620">
                    <a:moveTo>
                      <a:pt x="17311" y="3462"/>
                    </a:moveTo>
                    <a:cubicBezTo>
                      <a:pt x="24959" y="3462"/>
                      <a:pt x="31157" y="9661"/>
                      <a:pt x="31157" y="17309"/>
                    </a:cubicBezTo>
                    <a:cubicBezTo>
                      <a:pt x="31157" y="24957"/>
                      <a:pt x="24959" y="31157"/>
                      <a:pt x="17311" y="31157"/>
                    </a:cubicBezTo>
                    <a:cubicBezTo>
                      <a:pt x="9663" y="31157"/>
                      <a:pt x="3462" y="24957"/>
                      <a:pt x="3462" y="17309"/>
                    </a:cubicBezTo>
                    <a:cubicBezTo>
                      <a:pt x="3462" y="9661"/>
                      <a:pt x="9663" y="3462"/>
                      <a:pt x="17311" y="3462"/>
                    </a:cubicBezTo>
                    <a:close/>
                    <a:moveTo>
                      <a:pt x="17311" y="0"/>
                    </a:moveTo>
                    <a:cubicBezTo>
                      <a:pt x="7751" y="0"/>
                      <a:pt x="0" y="7749"/>
                      <a:pt x="0" y="17309"/>
                    </a:cubicBezTo>
                    <a:cubicBezTo>
                      <a:pt x="0" y="26869"/>
                      <a:pt x="7751" y="34619"/>
                      <a:pt x="17311" y="34619"/>
                    </a:cubicBezTo>
                    <a:cubicBezTo>
                      <a:pt x="26871" y="34619"/>
                      <a:pt x="34619" y="26869"/>
                      <a:pt x="34619" y="17309"/>
                    </a:cubicBezTo>
                    <a:cubicBezTo>
                      <a:pt x="34619" y="7749"/>
                      <a:pt x="26871" y="0"/>
                      <a:pt x="1731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1" name="Google Shape;5411;p63"/>
              <p:cNvSpPr/>
              <p:nvPr/>
            </p:nvSpPr>
            <p:spPr>
              <a:xfrm>
                <a:off x="2006902" y="1668949"/>
                <a:ext cx="9137" cy="348020"/>
              </a:xfrm>
              <a:custGeom>
                <a:rect b="b" l="l" r="r" t="t"/>
                <a:pathLst>
                  <a:path extrusionOk="0" h="22511" w="591">
                    <a:moveTo>
                      <a:pt x="1" y="0"/>
                    </a:moveTo>
                    <a:lnTo>
                      <a:pt x="1" y="22510"/>
                    </a:lnTo>
                    <a:lnTo>
                      <a:pt x="590" y="22510"/>
                    </a:lnTo>
                    <a:lnTo>
                      <a:pt x="590"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12" name="Google Shape;5412;p63"/>
            <p:cNvGrpSpPr/>
            <p:nvPr/>
          </p:nvGrpSpPr>
          <p:grpSpPr>
            <a:xfrm>
              <a:off x="1822449" y="1219125"/>
              <a:ext cx="428180" cy="718859"/>
              <a:chOff x="1822449" y="1219125"/>
              <a:chExt cx="428180" cy="718859"/>
            </a:xfrm>
          </p:grpSpPr>
          <p:sp>
            <p:nvSpPr>
              <p:cNvPr id="5413" name="Google Shape;5413;p63"/>
              <p:cNvSpPr/>
              <p:nvPr/>
            </p:nvSpPr>
            <p:spPr>
              <a:xfrm>
                <a:off x="1822449" y="1219125"/>
                <a:ext cx="428180" cy="428180"/>
              </a:xfrm>
              <a:custGeom>
                <a:rect b="b" l="l" r="r" t="t"/>
                <a:pathLst>
                  <a:path extrusionOk="0" h="27696" w="27696">
                    <a:moveTo>
                      <a:pt x="13849" y="3462"/>
                    </a:moveTo>
                    <a:cubicBezTo>
                      <a:pt x="19585" y="3462"/>
                      <a:pt x="24233" y="8111"/>
                      <a:pt x="24233" y="13847"/>
                    </a:cubicBezTo>
                    <a:cubicBezTo>
                      <a:pt x="24233" y="19583"/>
                      <a:pt x="19585" y="24233"/>
                      <a:pt x="13849" y="24233"/>
                    </a:cubicBezTo>
                    <a:cubicBezTo>
                      <a:pt x="8113" y="24233"/>
                      <a:pt x="3462" y="19583"/>
                      <a:pt x="3462" y="13847"/>
                    </a:cubicBezTo>
                    <a:cubicBezTo>
                      <a:pt x="3462" y="8111"/>
                      <a:pt x="8113" y="3462"/>
                      <a:pt x="13849" y="3462"/>
                    </a:cubicBezTo>
                    <a:close/>
                    <a:moveTo>
                      <a:pt x="13849" y="0"/>
                    </a:moveTo>
                    <a:cubicBezTo>
                      <a:pt x="6201" y="0"/>
                      <a:pt x="0" y="6199"/>
                      <a:pt x="0" y="13847"/>
                    </a:cubicBezTo>
                    <a:cubicBezTo>
                      <a:pt x="0" y="21495"/>
                      <a:pt x="6201" y="27695"/>
                      <a:pt x="13849" y="27695"/>
                    </a:cubicBezTo>
                    <a:cubicBezTo>
                      <a:pt x="21497" y="27695"/>
                      <a:pt x="27695" y="21495"/>
                      <a:pt x="27695" y="13847"/>
                    </a:cubicBezTo>
                    <a:cubicBezTo>
                      <a:pt x="27695" y="6199"/>
                      <a:pt x="21497" y="0"/>
                      <a:pt x="13849"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4" name="Google Shape;5414;p63"/>
              <p:cNvSpPr/>
              <p:nvPr/>
            </p:nvSpPr>
            <p:spPr>
              <a:xfrm>
                <a:off x="2057039" y="1605996"/>
                <a:ext cx="9121" cy="331988"/>
              </a:xfrm>
              <a:custGeom>
                <a:rect b="b" l="l" r="r" t="t"/>
                <a:pathLst>
                  <a:path extrusionOk="0" h="21474" w="590">
                    <a:moveTo>
                      <a:pt x="0" y="0"/>
                    </a:moveTo>
                    <a:lnTo>
                      <a:pt x="0" y="21474"/>
                    </a:lnTo>
                    <a:lnTo>
                      <a:pt x="590" y="21474"/>
                    </a:lnTo>
                    <a:lnTo>
                      <a:pt x="59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15" name="Google Shape;5415;p63"/>
            <p:cNvGrpSpPr/>
            <p:nvPr/>
          </p:nvGrpSpPr>
          <p:grpSpPr>
            <a:xfrm>
              <a:off x="1875972" y="1272648"/>
              <a:ext cx="321135" cy="586939"/>
              <a:chOff x="1875972" y="1272648"/>
              <a:chExt cx="321135" cy="586939"/>
            </a:xfrm>
          </p:grpSpPr>
          <p:sp>
            <p:nvSpPr>
              <p:cNvPr id="5416" name="Google Shape;5416;p63"/>
              <p:cNvSpPr/>
              <p:nvPr/>
            </p:nvSpPr>
            <p:spPr>
              <a:xfrm>
                <a:off x="1875972" y="1272648"/>
                <a:ext cx="321135" cy="321120"/>
              </a:xfrm>
              <a:custGeom>
                <a:rect b="b" l="l" r="r" t="t"/>
                <a:pathLst>
                  <a:path extrusionOk="0" h="20771" w="20772">
                    <a:moveTo>
                      <a:pt x="10387" y="3461"/>
                    </a:moveTo>
                    <a:cubicBezTo>
                      <a:pt x="14211" y="3461"/>
                      <a:pt x="17309" y="6561"/>
                      <a:pt x="17309" y="10385"/>
                    </a:cubicBezTo>
                    <a:cubicBezTo>
                      <a:pt x="17309" y="14209"/>
                      <a:pt x="14211" y="17309"/>
                      <a:pt x="10387" y="17309"/>
                    </a:cubicBezTo>
                    <a:cubicBezTo>
                      <a:pt x="6563" y="17309"/>
                      <a:pt x="3462" y="14209"/>
                      <a:pt x="3462" y="10385"/>
                    </a:cubicBezTo>
                    <a:cubicBezTo>
                      <a:pt x="3462" y="6561"/>
                      <a:pt x="6563" y="3461"/>
                      <a:pt x="10387" y="3461"/>
                    </a:cubicBezTo>
                    <a:close/>
                    <a:moveTo>
                      <a:pt x="10387" y="0"/>
                    </a:moveTo>
                    <a:cubicBezTo>
                      <a:pt x="4651" y="0"/>
                      <a:pt x="0" y="4649"/>
                      <a:pt x="0" y="10385"/>
                    </a:cubicBezTo>
                    <a:cubicBezTo>
                      <a:pt x="0" y="16121"/>
                      <a:pt x="4651" y="20771"/>
                      <a:pt x="10387" y="20771"/>
                    </a:cubicBezTo>
                    <a:cubicBezTo>
                      <a:pt x="16123" y="20771"/>
                      <a:pt x="20771" y="16121"/>
                      <a:pt x="20771" y="10385"/>
                    </a:cubicBezTo>
                    <a:cubicBezTo>
                      <a:pt x="20771" y="4649"/>
                      <a:pt x="16123" y="0"/>
                      <a:pt x="10387"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7" name="Google Shape;5417;p63"/>
              <p:cNvSpPr/>
              <p:nvPr/>
            </p:nvSpPr>
            <p:spPr>
              <a:xfrm>
                <a:off x="2107176" y="1533705"/>
                <a:ext cx="9121" cy="325881"/>
              </a:xfrm>
              <a:custGeom>
                <a:rect b="b" l="l" r="r" t="t"/>
                <a:pathLst>
                  <a:path extrusionOk="0" h="21079" w="590">
                    <a:moveTo>
                      <a:pt x="0" y="0"/>
                    </a:moveTo>
                    <a:lnTo>
                      <a:pt x="0" y="21078"/>
                    </a:lnTo>
                    <a:lnTo>
                      <a:pt x="589" y="21078"/>
                    </a:lnTo>
                    <a:lnTo>
                      <a:pt x="589"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418" name="Google Shape;5418;p63"/>
          <p:cNvGrpSpPr/>
          <p:nvPr/>
        </p:nvGrpSpPr>
        <p:grpSpPr>
          <a:xfrm>
            <a:off x="7761573" y="3528028"/>
            <a:ext cx="293855" cy="644170"/>
            <a:chOff x="241025" y="3151575"/>
            <a:chExt cx="293855" cy="644170"/>
          </a:xfrm>
        </p:grpSpPr>
        <p:sp>
          <p:nvSpPr>
            <p:cNvPr id="5419" name="Google Shape;5419;p63"/>
            <p:cNvSpPr/>
            <p:nvPr/>
          </p:nvSpPr>
          <p:spPr>
            <a:xfrm>
              <a:off x="241025" y="3151575"/>
              <a:ext cx="293303" cy="644170"/>
            </a:xfrm>
            <a:custGeom>
              <a:rect b="b" l="l" r="r" t="t"/>
              <a:pathLst>
                <a:path extrusionOk="0" h="41986" w="19117">
                  <a:moveTo>
                    <a:pt x="1155" y="1"/>
                  </a:moveTo>
                  <a:cubicBezTo>
                    <a:pt x="516" y="1"/>
                    <a:pt x="1" y="516"/>
                    <a:pt x="1" y="1152"/>
                  </a:cubicBezTo>
                  <a:lnTo>
                    <a:pt x="1" y="35706"/>
                  </a:lnTo>
                  <a:cubicBezTo>
                    <a:pt x="1" y="36344"/>
                    <a:pt x="9559" y="41985"/>
                    <a:pt x="9559" y="41985"/>
                  </a:cubicBezTo>
                  <a:cubicBezTo>
                    <a:pt x="9559" y="41985"/>
                    <a:pt x="19117" y="36344"/>
                    <a:pt x="19117" y="35706"/>
                  </a:cubicBezTo>
                  <a:lnTo>
                    <a:pt x="19117" y="1152"/>
                  </a:lnTo>
                  <a:cubicBezTo>
                    <a:pt x="19117" y="516"/>
                    <a:pt x="18601" y="1"/>
                    <a:pt x="1796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0" name="Google Shape;5420;p63"/>
            <p:cNvSpPr/>
            <p:nvPr/>
          </p:nvSpPr>
          <p:spPr>
            <a:xfrm>
              <a:off x="241347" y="3252796"/>
              <a:ext cx="293533" cy="164134"/>
            </a:xfrm>
            <a:custGeom>
              <a:rect b="b" l="l" r="r" t="t"/>
              <a:pathLst>
                <a:path extrusionOk="0" h="10698" w="19132">
                  <a:moveTo>
                    <a:pt x="1" y="1"/>
                  </a:moveTo>
                  <a:lnTo>
                    <a:pt x="1" y="10698"/>
                  </a:lnTo>
                  <a:lnTo>
                    <a:pt x="19132" y="10698"/>
                  </a:lnTo>
                  <a:lnTo>
                    <a:pt x="19132"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21" name="Google Shape;5421;p63"/>
          <p:cNvGrpSpPr/>
          <p:nvPr/>
        </p:nvGrpSpPr>
        <p:grpSpPr>
          <a:xfrm>
            <a:off x="709557" y="2728028"/>
            <a:ext cx="1779649" cy="591620"/>
            <a:chOff x="246070" y="1983375"/>
            <a:chExt cx="1855347" cy="616849"/>
          </a:xfrm>
        </p:grpSpPr>
        <p:sp>
          <p:nvSpPr>
            <p:cNvPr id="5422" name="Google Shape;5422;p63"/>
            <p:cNvSpPr/>
            <p:nvPr/>
          </p:nvSpPr>
          <p:spPr>
            <a:xfrm>
              <a:off x="1072131" y="1983872"/>
              <a:ext cx="408910" cy="407494"/>
            </a:xfrm>
            <a:custGeom>
              <a:rect b="b" l="l" r="r" t="t"/>
              <a:pathLst>
                <a:path extrusionOk="0" h="33972" w="34090">
                  <a:moveTo>
                    <a:pt x="17046" y="1"/>
                  </a:moveTo>
                  <a:cubicBezTo>
                    <a:pt x="16894" y="1"/>
                    <a:pt x="16742" y="59"/>
                    <a:pt x="16626" y="174"/>
                  </a:cubicBezTo>
                  <a:lnTo>
                    <a:pt x="9933" y="6868"/>
                  </a:lnTo>
                  <a:cubicBezTo>
                    <a:pt x="9821" y="6978"/>
                    <a:pt x="9670" y="7041"/>
                    <a:pt x="9512" y="7041"/>
                  </a:cubicBezTo>
                  <a:cubicBezTo>
                    <a:pt x="9354" y="7041"/>
                    <a:pt x="9203" y="6978"/>
                    <a:pt x="9094" y="6868"/>
                  </a:cubicBezTo>
                  <a:lnTo>
                    <a:pt x="9087" y="6861"/>
                  </a:lnTo>
                  <a:cubicBezTo>
                    <a:pt x="8857" y="6629"/>
                    <a:pt x="8642" y="6175"/>
                    <a:pt x="8611" y="5850"/>
                  </a:cubicBezTo>
                  <a:cubicBezTo>
                    <a:pt x="8611" y="5850"/>
                    <a:pt x="8522" y="4941"/>
                    <a:pt x="7959" y="4378"/>
                  </a:cubicBezTo>
                  <a:cubicBezTo>
                    <a:pt x="7469" y="3863"/>
                    <a:pt x="6813" y="3605"/>
                    <a:pt x="6156" y="3605"/>
                  </a:cubicBezTo>
                  <a:cubicBezTo>
                    <a:pt x="5520" y="3605"/>
                    <a:pt x="4883" y="3847"/>
                    <a:pt x="4396" y="4333"/>
                  </a:cubicBezTo>
                  <a:cubicBezTo>
                    <a:pt x="3407" y="5322"/>
                    <a:pt x="3425" y="6932"/>
                    <a:pt x="4435" y="7898"/>
                  </a:cubicBezTo>
                  <a:cubicBezTo>
                    <a:pt x="5002" y="8462"/>
                    <a:pt x="5908" y="8553"/>
                    <a:pt x="5908" y="8553"/>
                  </a:cubicBezTo>
                  <a:cubicBezTo>
                    <a:pt x="6232" y="8583"/>
                    <a:pt x="6687" y="8797"/>
                    <a:pt x="6919" y="9027"/>
                  </a:cubicBezTo>
                  <a:lnTo>
                    <a:pt x="6926" y="9034"/>
                  </a:lnTo>
                  <a:cubicBezTo>
                    <a:pt x="7156" y="9267"/>
                    <a:pt x="7156" y="9642"/>
                    <a:pt x="6926" y="9875"/>
                  </a:cubicBezTo>
                  <a:lnTo>
                    <a:pt x="232" y="16567"/>
                  </a:lnTo>
                  <a:cubicBezTo>
                    <a:pt x="1" y="16798"/>
                    <a:pt x="1" y="17174"/>
                    <a:pt x="232" y="17406"/>
                  </a:cubicBezTo>
                  <a:lnTo>
                    <a:pt x="6411" y="23585"/>
                  </a:lnTo>
                  <a:lnTo>
                    <a:pt x="6926" y="24100"/>
                  </a:lnTo>
                  <a:cubicBezTo>
                    <a:pt x="6969" y="24141"/>
                    <a:pt x="7020" y="24173"/>
                    <a:pt x="7073" y="24197"/>
                  </a:cubicBezTo>
                  <a:cubicBezTo>
                    <a:pt x="7158" y="24244"/>
                    <a:pt x="7250" y="24269"/>
                    <a:pt x="7345" y="24273"/>
                  </a:cubicBezTo>
                  <a:cubicBezTo>
                    <a:pt x="7503" y="24273"/>
                    <a:pt x="7654" y="24211"/>
                    <a:pt x="7765" y="24101"/>
                  </a:cubicBezTo>
                  <a:lnTo>
                    <a:pt x="7839" y="24027"/>
                  </a:lnTo>
                  <a:cubicBezTo>
                    <a:pt x="8069" y="23796"/>
                    <a:pt x="8283" y="23341"/>
                    <a:pt x="8318" y="23013"/>
                  </a:cubicBezTo>
                  <a:cubicBezTo>
                    <a:pt x="8318" y="23013"/>
                    <a:pt x="8405" y="22107"/>
                    <a:pt x="8967" y="21541"/>
                  </a:cubicBezTo>
                  <a:cubicBezTo>
                    <a:pt x="9183" y="21324"/>
                    <a:pt x="9437" y="21149"/>
                    <a:pt x="9717" y="21026"/>
                  </a:cubicBezTo>
                  <a:cubicBezTo>
                    <a:pt x="10047" y="20876"/>
                    <a:pt x="10396" y="20805"/>
                    <a:pt x="10740" y="20805"/>
                  </a:cubicBezTo>
                  <a:cubicBezTo>
                    <a:pt x="11539" y="20805"/>
                    <a:pt x="12316" y="21191"/>
                    <a:pt x="12792" y="21886"/>
                  </a:cubicBezTo>
                  <a:cubicBezTo>
                    <a:pt x="13474" y="22879"/>
                    <a:pt x="13347" y="24218"/>
                    <a:pt x="12490" y="25064"/>
                  </a:cubicBezTo>
                  <a:cubicBezTo>
                    <a:pt x="12119" y="25437"/>
                    <a:pt x="11599" y="25600"/>
                    <a:pt x="11289" y="25668"/>
                  </a:cubicBezTo>
                  <a:cubicBezTo>
                    <a:pt x="11157" y="25704"/>
                    <a:pt x="11023" y="25732"/>
                    <a:pt x="10887" y="25749"/>
                  </a:cubicBezTo>
                  <a:cubicBezTo>
                    <a:pt x="10830" y="25757"/>
                    <a:pt x="10775" y="25769"/>
                    <a:pt x="10722" y="25785"/>
                  </a:cubicBezTo>
                  <a:cubicBezTo>
                    <a:pt x="10456" y="25871"/>
                    <a:pt x="10173" y="26027"/>
                    <a:pt x="10008" y="26193"/>
                  </a:cubicBezTo>
                  <a:lnTo>
                    <a:pt x="9933" y="26265"/>
                  </a:lnTo>
                  <a:cubicBezTo>
                    <a:pt x="9699" y="26497"/>
                    <a:pt x="9699" y="26875"/>
                    <a:pt x="9933" y="27106"/>
                  </a:cubicBezTo>
                  <a:lnTo>
                    <a:pt x="11412" y="28584"/>
                  </a:lnTo>
                  <a:lnTo>
                    <a:pt x="16625" y="33798"/>
                  </a:lnTo>
                  <a:cubicBezTo>
                    <a:pt x="16736" y="33908"/>
                    <a:pt x="16887" y="33972"/>
                    <a:pt x="17043" y="33972"/>
                  </a:cubicBezTo>
                  <a:cubicBezTo>
                    <a:pt x="17198" y="33970"/>
                    <a:pt x="17347" y="33910"/>
                    <a:pt x="17459" y="33802"/>
                  </a:cubicBezTo>
                  <a:lnTo>
                    <a:pt x="20636" y="30627"/>
                  </a:lnTo>
                  <a:lnTo>
                    <a:pt x="24073" y="27189"/>
                  </a:lnTo>
                  <a:cubicBezTo>
                    <a:pt x="24300" y="26955"/>
                    <a:pt x="24300" y="26581"/>
                    <a:pt x="24073" y="26348"/>
                  </a:cubicBezTo>
                  <a:lnTo>
                    <a:pt x="23953" y="26231"/>
                  </a:lnTo>
                  <a:cubicBezTo>
                    <a:pt x="23722" y="26001"/>
                    <a:pt x="23267" y="25783"/>
                    <a:pt x="22942" y="25754"/>
                  </a:cubicBezTo>
                  <a:cubicBezTo>
                    <a:pt x="22942" y="25754"/>
                    <a:pt x="22033" y="25665"/>
                    <a:pt x="21470" y="25100"/>
                  </a:cubicBezTo>
                  <a:cubicBezTo>
                    <a:pt x="20528" y="24086"/>
                    <a:pt x="20569" y="22503"/>
                    <a:pt x="21561" y="21539"/>
                  </a:cubicBezTo>
                  <a:cubicBezTo>
                    <a:pt x="22056" y="21057"/>
                    <a:pt x="22698" y="20816"/>
                    <a:pt x="23340" y="20816"/>
                  </a:cubicBezTo>
                  <a:cubicBezTo>
                    <a:pt x="23985" y="20816"/>
                    <a:pt x="24629" y="21059"/>
                    <a:pt x="25125" y="21544"/>
                  </a:cubicBezTo>
                  <a:cubicBezTo>
                    <a:pt x="25687" y="22107"/>
                    <a:pt x="25774" y="23017"/>
                    <a:pt x="25774" y="23017"/>
                  </a:cubicBezTo>
                  <a:cubicBezTo>
                    <a:pt x="25807" y="23341"/>
                    <a:pt x="26021" y="23796"/>
                    <a:pt x="26253" y="24027"/>
                  </a:cubicBezTo>
                  <a:lnTo>
                    <a:pt x="26325" y="24101"/>
                  </a:lnTo>
                  <a:cubicBezTo>
                    <a:pt x="26441" y="24216"/>
                    <a:pt x="26592" y="24274"/>
                    <a:pt x="26744" y="24274"/>
                  </a:cubicBezTo>
                  <a:cubicBezTo>
                    <a:pt x="26891" y="24274"/>
                    <a:pt x="27038" y="24219"/>
                    <a:pt x="27152" y="24110"/>
                  </a:cubicBezTo>
                  <a:lnTo>
                    <a:pt x="29878" y="21384"/>
                  </a:lnTo>
                  <a:lnTo>
                    <a:pt x="33774" y="17487"/>
                  </a:lnTo>
                  <a:cubicBezTo>
                    <a:pt x="33779" y="17482"/>
                    <a:pt x="33786" y="17482"/>
                    <a:pt x="33791" y="17476"/>
                  </a:cubicBezTo>
                  <a:lnTo>
                    <a:pt x="33860" y="17408"/>
                  </a:lnTo>
                  <a:cubicBezTo>
                    <a:pt x="34090" y="17174"/>
                    <a:pt x="34090" y="16798"/>
                    <a:pt x="33860" y="16567"/>
                  </a:cubicBezTo>
                  <a:lnTo>
                    <a:pt x="27166" y="9875"/>
                  </a:lnTo>
                  <a:cubicBezTo>
                    <a:pt x="26934" y="9643"/>
                    <a:pt x="26934" y="9267"/>
                    <a:pt x="27166" y="9036"/>
                  </a:cubicBezTo>
                  <a:lnTo>
                    <a:pt x="27283" y="8914"/>
                  </a:lnTo>
                  <a:cubicBezTo>
                    <a:pt x="27513" y="8684"/>
                    <a:pt x="27973" y="8469"/>
                    <a:pt x="28297" y="8437"/>
                  </a:cubicBezTo>
                  <a:cubicBezTo>
                    <a:pt x="28297" y="8437"/>
                    <a:pt x="29203" y="8349"/>
                    <a:pt x="29770" y="7786"/>
                  </a:cubicBezTo>
                  <a:cubicBezTo>
                    <a:pt x="30769" y="6818"/>
                    <a:pt x="30782" y="5219"/>
                    <a:pt x="29799" y="4235"/>
                  </a:cubicBezTo>
                  <a:cubicBezTo>
                    <a:pt x="29311" y="3748"/>
                    <a:pt x="28674" y="3505"/>
                    <a:pt x="28036" y="3505"/>
                  </a:cubicBezTo>
                  <a:cubicBezTo>
                    <a:pt x="27385" y="3505"/>
                    <a:pt x="26735" y="3758"/>
                    <a:pt x="26246" y="4263"/>
                  </a:cubicBezTo>
                  <a:cubicBezTo>
                    <a:pt x="25685" y="4826"/>
                    <a:pt x="25594" y="5735"/>
                    <a:pt x="25594" y="5735"/>
                  </a:cubicBezTo>
                  <a:cubicBezTo>
                    <a:pt x="25563" y="6060"/>
                    <a:pt x="25350" y="6514"/>
                    <a:pt x="25119" y="6746"/>
                  </a:cubicBezTo>
                  <a:lnTo>
                    <a:pt x="24998" y="6866"/>
                  </a:lnTo>
                  <a:cubicBezTo>
                    <a:pt x="24883" y="6982"/>
                    <a:pt x="24731" y="7040"/>
                    <a:pt x="24579" y="7040"/>
                  </a:cubicBezTo>
                  <a:cubicBezTo>
                    <a:pt x="24427" y="7040"/>
                    <a:pt x="24275" y="6982"/>
                    <a:pt x="24159" y="6866"/>
                  </a:cubicBezTo>
                  <a:lnTo>
                    <a:pt x="17466" y="174"/>
                  </a:lnTo>
                  <a:cubicBezTo>
                    <a:pt x="17350" y="59"/>
                    <a:pt x="17198" y="1"/>
                    <a:pt x="17046"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3" name="Google Shape;5423;p63"/>
            <p:cNvSpPr/>
            <p:nvPr/>
          </p:nvSpPr>
          <p:spPr>
            <a:xfrm>
              <a:off x="1430530" y="2193486"/>
              <a:ext cx="46960" cy="46948"/>
            </a:xfrm>
            <a:custGeom>
              <a:rect b="b" l="l" r="r" t="t"/>
              <a:pathLst>
                <a:path extrusionOk="0" h="3914" w="3915">
                  <a:moveTo>
                    <a:pt x="3914" y="1"/>
                  </a:moveTo>
                  <a:lnTo>
                    <a:pt x="3914" y="1"/>
                  </a:lnTo>
                  <a:cubicBezTo>
                    <a:pt x="3909" y="6"/>
                    <a:pt x="3902" y="8"/>
                    <a:pt x="3897" y="13"/>
                  </a:cubicBezTo>
                  <a:lnTo>
                    <a:pt x="1" y="3909"/>
                  </a:lnTo>
                  <a:lnTo>
                    <a:pt x="1" y="3914"/>
                  </a:lnTo>
                  <a:lnTo>
                    <a:pt x="3914"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4" name="Google Shape;5424;p63"/>
            <p:cNvSpPr/>
            <p:nvPr/>
          </p:nvSpPr>
          <p:spPr>
            <a:xfrm>
              <a:off x="1277847" y="2191554"/>
              <a:ext cx="408898" cy="407518"/>
            </a:xfrm>
            <a:custGeom>
              <a:rect b="b" l="l" r="r" t="t"/>
              <a:pathLst>
                <a:path extrusionOk="0" h="33974" w="34089">
                  <a:moveTo>
                    <a:pt x="17044" y="0"/>
                  </a:moveTo>
                  <a:cubicBezTo>
                    <a:pt x="16893" y="2"/>
                    <a:pt x="16750" y="60"/>
                    <a:pt x="16640" y="163"/>
                  </a:cubicBezTo>
                  <a:lnTo>
                    <a:pt x="12729" y="4075"/>
                  </a:lnTo>
                  <a:lnTo>
                    <a:pt x="12729" y="4070"/>
                  </a:lnTo>
                  <a:lnTo>
                    <a:pt x="10005" y="6793"/>
                  </a:lnTo>
                  <a:cubicBezTo>
                    <a:pt x="9890" y="6904"/>
                    <a:pt x="9742" y="6959"/>
                    <a:pt x="9595" y="6959"/>
                  </a:cubicBezTo>
                  <a:cubicBezTo>
                    <a:pt x="9444" y="6959"/>
                    <a:pt x="9293" y="6901"/>
                    <a:pt x="9178" y="6787"/>
                  </a:cubicBezTo>
                  <a:lnTo>
                    <a:pt x="9104" y="6713"/>
                  </a:lnTo>
                  <a:cubicBezTo>
                    <a:pt x="8874" y="6481"/>
                    <a:pt x="8660" y="6026"/>
                    <a:pt x="8625" y="5702"/>
                  </a:cubicBezTo>
                  <a:cubicBezTo>
                    <a:pt x="8625" y="5702"/>
                    <a:pt x="8539" y="4792"/>
                    <a:pt x="7976" y="4229"/>
                  </a:cubicBezTo>
                  <a:cubicBezTo>
                    <a:pt x="7478" y="3726"/>
                    <a:pt x="6821" y="3474"/>
                    <a:pt x="6165" y="3474"/>
                  </a:cubicBezTo>
                  <a:cubicBezTo>
                    <a:pt x="5524" y="3474"/>
                    <a:pt x="4883" y="3714"/>
                    <a:pt x="4388" y="4197"/>
                  </a:cubicBezTo>
                  <a:cubicBezTo>
                    <a:pt x="3384" y="5172"/>
                    <a:pt x="3354" y="6775"/>
                    <a:pt x="4322" y="7785"/>
                  </a:cubicBezTo>
                  <a:cubicBezTo>
                    <a:pt x="4884" y="8350"/>
                    <a:pt x="5795" y="8439"/>
                    <a:pt x="5795" y="8439"/>
                  </a:cubicBezTo>
                  <a:cubicBezTo>
                    <a:pt x="6118" y="8468"/>
                    <a:pt x="6573" y="8686"/>
                    <a:pt x="6804" y="8916"/>
                  </a:cubicBezTo>
                  <a:lnTo>
                    <a:pt x="6924" y="9033"/>
                  </a:lnTo>
                  <a:cubicBezTo>
                    <a:pt x="7153" y="9267"/>
                    <a:pt x="7153" y="9641"/>
                    <a:pt x="6924" y="9874"/>
                  </a:cubicBezTo>
                  <a:lnTo>
                    <a:pt x="3488" y="13310"/>
                  </a:lnTo>
                  <a:lnTo>
                    <a:pt x="310" y="16487"/>
                  </a:lnTo>
                  <a:lnTo>
                    <a:pt x="233" y="16566"/>
                  </a:lnTo>
                  <a:cubicBezTo>
                    <a:pt x="1" y="16798"/>
                    <a:pt x="1" y="17174"/>
                    <a:pt x="233" y="17405"/>
                  </a:cubicBezTo>
                  <a:lnTo>
                    <a:pt x="6926" y="24099"/>
                  </a:lnTo>
                  <a:cubicBezTo>
                    <a:pt x="7156" y="24332"/>
                    <a:pt x="7156" y="24706"/>
                    <a:pt x="6926" y="24938"/>
                  </a:cubicBezTo>
                  <a:lnTo>
                    <a:pt x="6919" y="24945"/>
                  </a:lnTo>
                  <a:cubicBezTo>
                    <a:pt x="6688" y="25177"/>
                    <a:pt x="6233" y="25391"/>
                    <a:pt x="5908" y="25420"/>
                  </a:cubicBezTo>
                  <a:cubicBezTo>
                    <a:pt x="5908" y="25420"/>
                    <a:pt x="4999" y="25511"/>
                    <a:pt x="4436" y="26074"/>
                  </a:cubicBezTo>
                  <a:cubicBezTo>
                    <a:pt x="3478" y="27047"/>
                    <a:pt x="3485" y="28613"/>
                    <a:pt x="4451" y="29579"/>
                  </a:cubicBezTo>
                  <a:cubicBezTo>
                    <a:pt x="4938" y="30065"/>
                    <a:pt x="5575" y="30309"/>
                    <a:pt x="6213" y="30309"/>
                  </a:cubicBezTo>
                  <a:cubicBezTo>
                    <a:pt x="6843" y="30309"/>
                    <a:pt x="7473" y="30072"/>
                    <a:pt x="7958" y="29596"/>
                  </a:cubicBezTo>
                  <a:cubicBezTo>
                    <a:pt x="8522" y="29031"/>
                    <a:pt x="8608" y="28125"/>
                    <a:pt x="8608" y="28125"/>
                  </a:cubicBezTo>
                  <a:cubicBezTo>
                    <a:pt x="8642" y="27797"/>
                    <a:pt x="8857" y="27341"/>
                    <a:pt x="9087" y="27111"/>
                  </a:cubicBezTo>
                  <a:lnTo>
                    <a:pt x="9090" y="27107"/>
                  </a:lnTo>
                  <a:cubicBezTo>
                    <a:pt x="9204" y="26996"/>
                    <a:pt x="9355" y="26934"/>
                    <a:pt x="9513" y="26934"/>
                  </a:cubicBezTo>
                  <a:cubicBezTo>
                    <a:pt x="9669" y="26934"/>
                    <a:pt x="9820" y="26996"/>
                    <a:pt x="9930" y="27107"/>
                  </a:cubicBezTo>
                  <a:lnTo>
                    <a:pt x="16623" y="33801"/>
                  </a:lnTo>
                  <a:cubicBezTo>
                    <a:pt x="16741" y="33916"/>
                    <a:pt x="16893" y="33973"/>
                    <a:pt x="17045" y="33973"/>
                  </a:cubicBezTo>
                  <a:cubicBezTo>
                    <a:pt x="17198" y="33973"/>
                    <a:pt x="17350" y="33916"/>
                    <a:pt x="17468" y="33801"/>
                  </a:cubicBezTo>
                  <a:lnTo>
                    <a:pt x="24161" y="27107"/>
                  </a:lnTo>
                  <a:cubicBezTo>
                    <a:pt x="24391" y="26874"/>
                    <a:pt x="24391" y="26500"/>
                    <a:pt x="24161" y="26266"/>
                  </a:cubicBezTo>
                  <a:lnTo>
                    <a:pt x="24082" y="26193"/>
                  </a:lnTo>
                  <a:cubicBezTo>
                    <a:pt x="23852" y="25963"/>
                    <a:pt x="23396" y="25746"/>
                    <a:pt x="23073" y="25714"/>
                  </a:cubicBezTo>
                  <a:cubicBezTo>
                    <a:pt x="23073" y="25714"/>
                    <a:pt x="22167" y="25628"/>
                    <a:pt x="21600" y="25063"/>
                  </a:cubicBezTo>
                  <a:cubicBezTo>
                    <a:pt x="20626" y="24092"/>
                    <a:pt x="20631" y="22513"/>
                    <a:pt x="21600" y="21541"/>
                  </a:cubicBezTo>
                  <a:cubicBezTo>
                    <a:pt x="22087" y="21055"/>
                    <a:pt x="22725" y="20812"/>
                    <a:pt x="23362" y="20812"/>
                  </a:cubicBezTo>
                  <a:cubicBezTo>
                    <a:pt x="24000" y="20812"/>
                    <a:pt x="24637" y="21055"/>
                    <a:pt x="25124" y="21541"/>
                  </a:cubicBezTo>
                  <a:cubicBezTo>
                    <a:pt x="25685" y="22104"/>
                    <a:pt x="25776" y="23016"/>
                    <a:pt x="25776" y="23016"/>
                  </a:cubicBezTo>
                  <a:cubicBezTo>
                    <a:pt x="25805" y="23338"/>
                    <a:pt x="26022" y="23793"/>
                    <a:pt x="26252" y="24025"/>
                  </a:cubicBezTo>
                  <a:lnTo>
                    <a:pt x="26325" y="24099"/>
                  </a:lnTo>
                  <a:cubicBezTo>
                    <a:pt x="26437" y="24209"/>
                    <a:pt x="26588" y="24270"/>
                    <a:pt x="26746" y="24270"/>
                  </a:cubicBezTo>
                  <a:cubicBezTo>
                    <a:pt x="26902" y="24270"/>
                    <a:pt x="27053" y="24209"/>
                    <a:pt x="27165" y="24099"/>
                  </a:cubicBezTo>
                  <a:lnTo>
                    <a:pt x="33858" y="17405"/>
                  </a:lnTo>
                  <a:cubicBezTo>
                    <a:pt x="34088" y="17172"/>
                    <a:pt x="34087" y="16798"/>
                    <a:pt x="33855" y="16566"/>
                  </a:cubicBezTo>
                  <a:lnTo>
                    <a:pt x="28225" y="10937"/>
                  </a:lnTo>
                  <a:lnTo>
                    <a:pt x="27163" y="9874"/>
                  </a:lnTo>
                  <a:cubicBezTo>
                    <a:pt x="27051" y="9763"/>
                    <a:pt x="26900" y="9701"/>
                    <a:pt x="26742" y="9701"/>
                  </a:cubicBezTo>
                  <a:cubicBezTo>
                    <a:pt x="26585" y="9701"/>
                    <a:pt x="26434" y="9763"/>
                    <a:pt x="26322" y="9874"/>
                  </a:cubicBezTo>
                  <a:lnTo>
                    <a:pt x="26252" y="9945"/>
                  </a:lnTo>
                  <a:cubicBezTo>
                    <a:pt x="26022" y="10176"/>
                    <a:pt x="25807" y="10631"/>
                    <a:pt x="25773" y="10959"/>
                  </a:cubicBezTo>
                  <a:cubicBezTo>
                    <a:pt x="25773" y="10959"/>
                    <a:pt x="25687" y="11865"/>
                    <a:pt x="25124" y="12430"/>
                  </a:cubicBezTo>
                  <a:cubicBezTo>
                    <a:pt x="24657" y="12897"/>
                    <a:pt x="24024" y="13159"/>
                    <a:pt x="23363" y="13159"/>
                  </a:cubicBezTo>
                  <a:cubicBezTo>
                    <a:pt x="23351" y="13159"/>
                    <a:pt x="23341" y="13156"/>
                    <a:pt x="23329" y="13156"/>
                  </a:cubicBezTo>
                  <a:cubicBezTo>
                    <a:pt x="23312" y="13156"/>
                    <a:pt x="23293" y="13161"/>
                    <a:pt x="23276" y="13161"/>
                  </a:cubicBezTo>
                  <a:cubicBezTo>
                    <a:pt x="22268" y="13161"/>
                    <a:pt x="21358" y="12553"/>
                    <a:pt x="20974" y="11623"/>
                  </a:cubicBezTo>
                  <a:cubicBezTo>
                    <a:pt x="20588" y="10691"/>
                    <a:pt x="20801" y="9620"/>
                    <a:pt x="21513" y="8908"/>
                  </a:cubicBezTo>
                  <a:cubicBezTo>
                    <a:pt x="22076" y="8345"/>
                    <a:pt x="22987" y="8257"/>
                    <a:pt x="22987" y="8257"/>
                  </a:cubicBezTo>
                  <a:cubicBezTo>
                    <a:pt x="23310" y="8228"/>
                    <a:pt x="23765" y="8010"/>
                    <a:pt x="23996" y="7779"/>
                  </a:cubicBezTo>
                  <a:lnTo>
                    <a:pt x="24117" y="7662"/>
                  </a:lnTo>
                  <a:cubicBezTo>
                    <a:pt x="24345" y="7432"/>
                    <a:pt x="24347" y="7063"/>
                    <a:pt x="24122" y="6831"/>
                  </a:cubicBezTo>
                  <a:lnTo>
                    <a:pt x="23358" y="6067"/>
                  </a:lnTo>
                  <a:lnTo>
                    <a:pt x="17464" y="174"/>
                  </a:lnTo>
                  <a:cubicBezTo>
                    <a:pt x="17353" y="64"/>
                    <a:pt x="17202" y="0"/>
                    <a:pt x="1704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5" name="Google Shape;5425;p63"/>
            <p:cNvSpPr/>
            <p:nvPr/>
          </p:nvSpPr>
          <p:spPr>
            <a:xfrm>
              <a:off x="1690156" y="2190379"/>
              <a:ext cx="411261" cy="409845"/>
            </a:xfrm>
            <a:custGeom>
              <a:rect b="b" l="l" r="r" t="t"/>
              <a:pathLst>
                <a:path extrusionOk="0" h="34168" w="34286">
                  <a:moveTo>
                    <a:pt x="17145" y="1"/>
                  </a:moveTo>
                  <a:cubicBezTo>
                    <a:pt x="16992" y="1"/>
                    <a:pt x="16839" y="59"/>
                    <a:pt x="16722" y="176"/>
                  </a:cubicBezTo>
                  <a:lnTo>
                    <a:pt x="16686" y="210"/>
                  </a:lnTo>
                  <a:cubicBezTo>
                    <a:pt x="16681" y="215"/>
                    <a:pt x="16681" y="220"/>
                    <a:pt x="16676" y="225"/>
                  </a:cubicBezTo>
                  <a:lnTo>
                    <a:pt x="11966" y="4935"/>
                  </a:lnTo>
                  <a:lnTo>
                    <a:pt x="9984" y="6917"/>
                  </a:lnTo>
                  <a:cubicBezTo>
                    <a:pt x="9756" y="7149"/>
                    <a:pt x="9758" y="7521"/>
                    <a:pt x="9988" y="7751"/>
                  </a:cubicBezTo>
                  <a:lnTo>
                    <a:pt x="10048" y="7810"/>
                  </a:lnTo>
                  <a:cubicBezTo>
                    <a:pt x="10290" y="8021"/>
                    <a:pt x="10698" y="8211"/>
                    <a:pt x="11002" y="8239"/>
                  </a:cubicBezTo>
                  <a:cubicBezTo>
                    <a:pt x="11002" y="8239"/>
                    <a:pt x="11759" y="8319"/>
                    <a:pt x="12317" y="8760"/>
                  </a:cubicBezTo>
                  <a:cubicBezTo>
                    <a:pt x="12404" y="8821"/>
                    <a:pt x="12487" y="8887"/>
                    <a:pt x="12562" y="8963"/>
                  </a:cubicBezTo>
                  <a:cubicBezTo>
                    <a:pt x="13552" y="9938"/>
                    <a:pt x="13559" y="11536"/>
                    <a:pt x="12576" y="12516"/>
                  </a:cubicBezTo>
                  <a:cubicBezTo>
                    <a:pt x="12086" y="13006"/>
                    <a:pt x="11445" y="13250"/>
                    <a:pt x="10804" y="13250"/>
                  </a:cubicBezTo>
                  <a:cubicBezTo>
                    <a:pt x="10156" y="13250"/>
                    <a:pt x="9509" y="13001"/>
                    <a:pt x="9018" y="12502"/>
                  </a:cubicBezTo>
                  <a:cubicBezTo>
                    <a:pt x="8939" y="12421"/>
                    <a:pt x="8869" y="12335"/>
                    <a:pt x="8807" y="12241"/>
                  </a:cubicBezTo>
                  <a:cubicBezTo>
                    <a:pt x="8376" y="11683"/>
                    <a:pt x="8300" y="10944"/>
                    <a:pt x="8300" y="10944"/>
                  </a:cubicBezTo>
                  <a:cubicBezTo>
                    <a:pt x="8271" y="10652"/>
                    <a:pt x="8094" y="10264"/>
                    <a:pt x="7894" y="10017"/>
                  </a:cubicBezTo>
                  <a:cubicBezTo>
                    <a:pt x="7890" y="10013"/>
                    <a:pt x="7887" y="10008"/>
                    <a:pt x="7883" y="10005"/>
                  </a:cubicBezTo>
                  <a:lnTo>
                    <a:pt x="7810" y="9933"/>
                  </a:lnTo>
                  <a:cubicBezTo>
                    <a:pt x="7697" y="9818"/>
                    <a:pt x="7544" y="9756"/>
                    <a:pt x="7388" y="9756"/>
                  </a:cubicBezTo>
                  <a:cubicBezTo>
                    <a:pt x="7313" y="9756"/>
                    <a:pt x="7238" y="9770"/>
                    <a:pt x="7166" y="9799"/>
                  </a:cubicBezTo>
                  <a:cubicBezTo>
                    <a:pt x="7096" y="9828"/>
                    <a:pt x="7029" y="9871"/>
                    <a:pt x="6974" y="9924"/>
                  </a:cubicBezTo>
                  <a:lnTo>
                    <a:pt x="5908" y="10990"/>
                  </a:lnTo>
                  <a:lnTo>
                    <a:pt x="282" y="16618"/>
                  </a:lnTo>
                  <a:cubicBezTo>
                    <a:pt x="277" y="16623"/>
                    <a:pt x="270" y="16624"/>
                    <a:pt x="265" y="16628"/>
                  </a:cubicBezTo>
                  <a:lnTo>
                    <a:pt x="236" y="16662"/>
                  </a:lnTo>
                  <a:cubicBezTo>
                    <a:pt x="0" y="16896"/>
                    <a:pt x="0" y="17275"/>
                    <a:pt x="236" y="17510"/>
                  </a:cubicBezTo>
                  <a:lnTo>
                    <a:pt x="6965" y="24238"/>
                  </a:lnTo>
                  <a:cubicBezTo>
                    <a:pt x="7082" y="24355"/>
                    <a:pt x="7235" y="24414"/>
                    <a:pt x="7388" y="24414"/>
                  </a:cubicBezTo>
                  <a:cubicBezTo>
                    <a:pt x="7541" y="24414"/>
                    <a:pt x="7695" y="24355"/>
                    <a:pt x="7811" y="24238"/>
                  </a:cubicBezTo>
                  <a:lnTo>
                    <a:pt x="7882" y="24168"/>
                  </a:lnTo>
                  <a:cubicBezTo>
                    <a:pt x="8115" y="23932"/>
                    <a:pt x="8330" y="23478"/>
                    <a:pt x="8364" y="23150"/>
                  </a:cubicBezTo>
                  <a:cubicBezTo>
                    <a:pt x="8364" y="23150"/>
                    <a:pt x="8450" y="22237"/>
                    <a:pt x="9016" y="21669"/>
                  </a:cubicBezTo>
                  <a:cubicBezTo>
                    <a:pt x="9506" y="21169"/>
                    <a:pt x="10154" y="20919"/>
                    <a:pt x="10803" y="20919"/>
                  </a:cubicBezTo>
                  <a:cubicBezTo>
                    <a:pt x="11444" y="20919"/>
                    <a:pt x="12085" y="21163"/>
                    <a:pt x="12574" y="21653"/>
                  </a:cubicBezTo>
                  <a:cubicBezTo>
                    <a:pt x="13559" y="22637"/>
                    <a:pt x="13552" y="24236"/>
                    <a:pt x="12559" y="25211"/>
                  </a:cubicBezTo>
                  <a:cubicBezTo>
                    <a:pt x="11994" y="25777"/>
                    <a:pt x="11081" y="25867"/>
                    <a:pt x="11081" y="25867"/>
                  </a:cubicBezTo>
                  <a:cubicBezTo>
                    <a:pt x="10753" y="25898"/>
                    <a:pt x="10295" y="26116"/>
                    <a:pt x="10063" y="26346"/>
                  </a:cubicBezTo>
                  <a:lnTo>
                    <a:pt x="9989" y="26419"/>
                  </a:lnTo>
                  <a:cubicBezTo>
                    <a:pt x="9758" y="26653"/>
                    <a:pt x="9758" y="27030"/>
                    <a:pt x="9989" y="27264"/>
                  </a:cubicBezTo>
                  <a:lnTo>
                    <a:pt x="16722" y="33995"/>
                  </a:lnTo>
                  <a:cubicBezTo>
                    <a:pt x="16839" y="34110"/>
                    <a:pt x="16991" y="34168"/>
                    <a:pt x="17144" y="34168"/>
                  </a:cubicBezTo>
                  <a:cubicBezTo>
                    <a:pt x="17296" y="34168"/>
                    <a:pt x="17448" y="34110"/>
                    <a:pt x="17565" y="33995"/>
                  </a:cubicBezTo>
                  <a:lnTo>
                    <a:pt x="24296" y="27264"/>
                  </a:lnTo>
                  <a:cubicBezTo>
                    <a:pt x="24414" y="27148"/>
                    <a:pt x="24567" y="27090"/>
                    <a:pt x="24720" y="27090"/>
                  </a:cubicBezTo>
                  <a:cubicBezTo>
                    <a:pt x="24873" y="27090"/>
                    <a:pt x="25027" y="27148"/>
                    <a:pt x="25144" y="27264"/>
                  </a:cubicBezTo>
                  <a:lnTo>
                    <a:pt x="25264" y="27384"/>
                  </a:lnTo>
                  <a:cubicBezTo>
                    <a:pt x="25496" y="27619"/>
                    <a:pt x="25712" y="28077"/>
                    <a:pt x="25743" y="28402"/>
                  </a:cubicBezTo>
                  <a:cubicBezTo>
                    <a:pt x="25743" y="28402"/>
                    <a:pt x="25832" y="29315"/>
                    <a:pt x="26399" y="29883"/>
                  </a:cubicBezTo>
                  <a:cubicBezTo>
                    <a:pt x="26888" y="30368"/>
                    <a:pt x="27526" y="30611"/>
                    <a:pt x="28165" y="30611"/>
                  </a:cubicBezTo>
                  <a:cubicBezTo>
                    <a:pt x="28806" y="30611"/>
                    <a:pt x="29447" y="30366"/>
                    <a:pt x="29936" y="29878"/>
                  </a:cubicBezTo>
                  <a:cubicBezTo>
                    <a:pt x="30913" y="28901"/>
                    <a:pt x="30914" y="27319"/>
                    <a:pt x="29943" y="26340"/>
                  </a:cubicBezTo>
                  <a:lnTo>
                    <a:pt x="29943" y="26340"/>
                  </a:lnTo>
                  <a:lnTo>
                    <a:pt x="29943" y="26344"/>
                  </a:lnTo>
                  <a:cubicBezTo>
                    <a:pt x="29373" y="25774"/>
                    <a:pt x="28460" y="25688"/>
                    <a:pt x="28460" y="25688"/>
                  </a:cubicBezTo>
                  <a:cubicBezTo>
                    <a:pt x="28132" y="25654"/>
                    <a:pt x="27677" y="25439"/>
                    <a:pt x="27442" y="25206"/>
                  </a:cubicBezTo>
                  <a:lnTo>
                    <a:pt x="27322" y="25084"/>
                  </a:lnTo>
                  <a:cubicBezTo>
                    <a:pt x="27092" y="24851"/>
                    <a:pt x="27092" y="24475"/>
                    <a:pt x="27322" y="24241"/>
                  </a:cubicBezTo>
                  <a:lnTo>
                    <a:pt x="34054" y="17508"/>
                  </a:lnTo>
                  <a:cubicBezTo>
                    <a:pt x="34285" y="17275"/>
                    <a:pt x="34285" y="16897"/>
                    <a:pt x="34054" y="16664"/>
                  </a:cubicBezTo>
                  <a:lnTo>
                    <a:pt x="27322" y="9933"/>
                  </a:lnTo>
                  <a:cubicBezTo>
                    <a:pt x="27090" y="9698"/>
                    <a:pt x="27090" y="9320"/>
                    <a:pt x="27322" y="9085"/>
                  </a:cubicBezTo>
                  <a:lnTo>
                    <a:pt x="27327" y="9081"/>
                  </a:lnTo>
                  <a:cubicBezTo>
                    <a:pt x="27559" y="8848"/>
                    <a:pt x="28017" y="8635"/>
                    <a:pt x="28345" y="8601"/>
                  </a:cubicBezTo>
                  <a:cubicBezTo>
                    <a:pt x="28345" y="8601"/>
                    <a:pt x="29258" y="8515"/>
                    <a:pt x="29825" y="7947"/>
                  </a:cubicBezTo>
                  <a:cubicBezTo>
                    <a:pt x="30817" y="6972"/>
                    <a:pt x="30823" y="5372"/>
                    <a:pt x="29840" y="4389"/>
                  </a:cubicBezTo>
                  <a:cubicBezTo>
                    <a:pt x="29350" y="3899"/>
                    <a:pt x="28709" y="3655"/>
                    <a:pt x="28068" y="3655"/>
                  </a:cubicBezTo>
                  <a:cubicBezTo>
                    <a:pt x="27420" y="3655"/>
                    <a:pt x="26771" y="3905"/>
                    <a:pt x="26280" y="4404"/>
                  </a:cubicBezTo>
                  <a:cubicBezTo>
                    <a:pt x="25716" y="4969"/>
                    <a:pt x="25628" y="5887"/>
                    <a:pt x="25628" y="5887"/>
                  </a:cubicBezTo>
                  <a:cubicBezTo>
                    <a:pt x="25596" y="6210"/>
                    <a:pt x="25381" y="6670"/>
                    <a:pt x="25146" y="6903"/>
                  </a:cubicBezTo>
                  <a:lnTo>
                    <a:pt x="25144" y="6907"/>
                  </a:lnTo>
                  <a:cubicBezTo>
                    <a:pt x="25027" y="7023"/>
                    <a:pt x="24873" y="7081"/>
                    <a:pt x="24720" y="7081"/>
                  </a:cubicBezTo>
                  <a:cubicBezTo>
                    <a:pt x="24567" y="7081"/>
                    <a:pt x="24414" y="7023"/>
                    <a:pt x="24296" y="6907"/>
                  </a:cubicBezTo>
                  <a:lnTo>
                    <a:pt x="17567" y="176"/>
                  </a:lnTo>
                  <a:cubicBezTo>
                    <a:pt x="17450" y="59"/>
                    <a:pt x="17297" y="1"/>
                    <a:pt x="17145" y="1"/>
                  </a:cubicBezTo>
                  <a:close/>
                </a:path>
              </a:pathLst>
            </a:custGeom>
            <a:solidFill>
              <a:srgbClr val="DBE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6" name="Google Shape;5426;p63"/>
            <p:cNvSpPr/>
            <p:nvPr/>
          </p:nvSpPr>
          <p:spPr>
            <a:xfrm>
              <a:off x="1484068" y="1984268"/>
              <a:ext cx="408862" cy="407494"/>
            </a:xfrm>
            <a:custGeom>
              <a:rect b="b" l="l" r="r" t="t"/>
              <a:pathLst>
                <a:path extrusionOk="0" h="33972" w="34086">
                  <a:moveTo>
                    <a:pt x="17043" y="1"/>
                  </a:moveTo>
                  <a:cubicBezTo>
                    <a:pt x="16887" y="1"/>
                    <a:pt x="16736" y="61"/>
                    <a:pt x="16624" y="172"/>
                  </a:cubicBezTo>
                  <a:lnTo>
                    <a:pt x="9932" y="6866"/>
                  </a:lnTo>
                  <a:cubicBezTo>
                    <a:pt x="9701" y="7099"/>
                    <a:pt x="9701" y="7475"/>
                    <a:pt x="9932" y="7709"/>
                  </a:cubicBezTo>
                  <a:lnTo>
                    <a:pt x="10003" y="7779"/>
                  </a:lnTo>
                  <a:cubicBezTo>
                    <a:pt x="10235" y="8009"/>
                    <a:pt x="10689" y="8223"/>
                    <a:pt x="11014" y="8254"/>
                  </a:cubicBezTo>
                  <a:cubicBezTo>
                    <a:pt x="11014" y="8254"/>
                    <a:pt x="11923" y="8345"/>
                    <a:pt x="12486" y="8907"/>
                  </a:cubicBezTo>
                  <a:cubicBezTo>
                    <a:pt x="13430" y="9883"/>
                    <a:pt x="13420" y="11436"/>
                    <a:pt x="12459" y="12397"/>
                  </a:cubicBezTo>
                  <a:cubicBezTo>
                    <a:pt x="11973" y="12885"/>
                    <a:pt x="11335" y="13129"/>
                    <a:pt x="10697" y="13129"/>
                  </a:cubicBezTo>
                  <a:cubicBezTo>
                    <a:pt x="10074" y="13129"/>
                    <a:pt x="9450" y="12896"/>
                    <a:pt x="8968" y="12430"/>
                  </a:cubicBezTo>
                  <a:cubicBezTo>
                    <a:pt x="8402" y="11864"/>
                    <a:pt x="8314" y="10958"/>
                    <a:pt x="8314" y="10958"/>
                  </a:cubicBezTo>
                  <a:cubicBezTo>
                    <a:pt x="8280" y="10633"/>
                    <a:pt x="8067" y="10178"/>
                    <a:pt x="7835" y="9948"/>
                  </a:cubicBezTo>
                  <a:lnTo>
                    <a:pt x="7765" y="9873"/>
                  </a:lnTo>
                  <a:cubicBezTo>
                    <a:pt x="7653" y="9763"/>
                    <a:pt x="7502" y="9701"/>
                    <a:pt x="7344" y="9699"/>
                  </a:cubicBezTo>
                  <a:cubicBezTo>
                    <a:pt x="7186" y="9699"/>
                    <a:pt x="7037" y="9763"/>
                    <a:pt x="6926" y="9873"/>
                  </a:cubicBezTo>
                  <a:lnTo>
                    <a:pt x="232" y="16566"/>
                  </a:lnTo>
                  <a:cubicBezTo>
                    <a:pt x="0" y="16800"/>
                    <a:pt x="0" y="17174"/>
                    <a:pt x="232" y="17406"/>
                  </a:cubicBezTo>
                  <a:lnTo>
                    <a:pt x="6170" y="23347"/>
                  </a:lnTo>
                  <a:lnTo>
                    <a:pt x="6167" y="23347"/>
                  </a:lnTo>
                  <a:lnTo>
                    <a:pt x="6929" y="24109"/>
                  </a:lnTo>
                  <a:cubicBezTo>
                    <a:pt x="7154" y="24343"/>
                    <a:pt x="7152" y="24712"/>
                    <a:pt x="6924" y="24942"/>
                  </a:cubicBezTo>
                  <a:lnTo>
                    <a:pt x="6805" y="25059"/>
                  </a:lnTo>
                  <a:cubicBezTo>
                    <a:pt x="6574" y="25290"/>
                    <a:pt x="6119" y="25508"/>
                    <a:pt x="5794" y="25537"/>
                  </a:cubicBezTo>
                  <a:cubicBezTo>
                    <a:pt x="5794" y="25537"/>
                    <a:pt x="4883" y="25625"/>
                    <a:pt x="4322" y="26188"/>
                  </a:cubicBezTo>
                  <a:cubicBezTo>
                    <a:pt x="3610" y="26900"/>
                    <a:pt x="3397" y="27971"/>
                    <a:pt x="3781" y="28903"/>
                  </a:cubicBezTo>
                  <a:cubicBezTo>
                    <a:pt x="4167" y="29833"/>
                    <a:pt x="5075" y="30441"/>
                    <a:pt x="6083" y="30441"/>
                  </a:cubicBezTo>
                  <a:cubicBezTo>
                    <a:pt x="6102" y="30441"/>
                    <a:pt x="6119" y="30436"/>
                    <a:pt x="6138" y="30436"/>
                  </a:cubicBezTo>
                  <a:cubicBezTo>
                    <a:pt x="6148" y="30436"/>
                    <a:pt x="6158" y="30437"/>
                    <a:pt x="6170" y="30437"/>
                  </a:cubicBezTo>
                  <a:cubicBezTo>
                    <a:pt x="6173" y="30437"/>
                    <a:pt x="6175" y="30437"/>
                    <a:pt x="6177" y="30437"/>
                  </a:cubicBezTo>
                  <a:cubicBezTo>
                    <a:pt x="6835" y="30437"/>
                    <a:pt x="7466" y="30175"/>
                    <a:pt x="7933" y="29710"/>
                  </a:cubicBezTo>
                  <a:cubicBezTo>
                    <a:pt x="8494" y="29145"/>
                    <a:pt x="8582" y="28239"/>
                    <a:pt x="8582" y="28239"/>
                  </a:cubicBezTo>
                  <a:cubicBezTo>
                    <a:pt x="8614" y="27911"/>
                    <a:pt x="8829" y="27456"/>
                    <a:pt x="9059" y="27225"/>
                  </a:cubicBezTo>
                  <a:lnTo>
                    <a:pt x="9129" y="27154"/>
                  </a:lnTo>
                  <a:cubicBezTo>
                    <a:pt x="9243" y="27043"/>
                    <a:pt x="9394" y="26981"/>
                    <a:pt x="9551" y="26981"/>
                  </a:cubicBezTo>
                  <a:cubicBezTo>
                    <a:pt x="9708" y="26981"/>
                    <a:pt x="9859" y="27043"/>
                    <a:pt x="9970" y="27154"/>
                  </a:cubicBezTo>
                  <a:lnTo>
                    <a:pt x="11033" y="28217"/>
                  </a:lnTo>
                  <a:lnTo>
                    <a:pt x="11033" y="28211"/>
                  </a:lnTo>
                  <a:lnTo>
                    <a:pt x="16621" y="33800"/>
                  </a:lnTo>
                  <a:cubicBezTo>
                    <a:pt x="16734" y="33909"/>
                    <a:pt x="16885" y="33971"/>
                    <a:pt x="17043" y="33971"/>
                  </a:cubicBezTo>
                  <a:cubicBezTo>
                    <a:pt x="17192" y="33970"/>
                    <a:pt x="17337" y="33913"/>
                    <a:pt x="17445" y="33810"/>
                  </a:cubicBezTo>
                  <a:cubicBezTo>
                    <a:pt x="17450" y="33805"/>
                    <a:pt x="17457" y="33803"/>
                    <a:pt x="17462" y="33800"/>
                  </a:cubicBezTo>
                  <a:lnTo>
                    <a:pt x="23088" y="28172"/>
                  </a:lnTo>
                  <a:lnTo>
                    <a:pt x="24154" y="27106"/>
                  </a:lnTo>
                  <a:cubicBezTo>
                    <a:pt x="24209" y="27053"/>
                    <a:pt x="24274" y="27010"/>
                    <a:pt x="24346" y="26981"/>
                  </a:cubicBezTo>
                  <a:cubicBezTo>
                    <a:pt x="24418" y="26951"/>
                    <a:pt x="24494" y="26937"/>
                    <a:pt x="24569" y="26937"/>
                  </a:cubicBezTo>
                  <a:cubicBezTo>
                    <a:pt x="24724" y="26937"/>
                    <a:pt x="24876" y="26998"/>
                    <a:pt x="24990" y="27113"/>
                  </a:cubicBezTo>
                  <a:lnTo>
                    <a:pt x="25063" y="27187"/>
                  </a:lnTo>
                  <a:cubicBezTo>
                    <a:pt x="25067" y="27190"/>
                    <a:pt x="25070" y="27195"/>
                    <a:pt x="25074" y="27199"/>
                  </a:cubicBezTo>
                  <a:cubicBezTo>
                    <a:pt x="25274" y="27444"/>
                    <a:pt x="25450" y="27834"/>
                    <a:pt x="25480" y="28124"/>
                  </a:cubicBezTo>
                  <a:cubicBezTo>
                    <a:pt x="25480" y="28124"/>
                    <a:pt x="25556" y="28865"/>
                    <a:pt x="25985" y="29423"/>
                  </a:cubicBezTo>
                  <a:cubicBezTo>
                    <a:pt x="26049" y="29516"/>
                    <a:pt x="26119" y="29603"/>
                    <a:pt x="26198" y="29684"/>
                  </a:cubicBezTo>
                  <a:cubicBezTo>
                    <a:pt x="26689" y="30182"/>
                    <a:pt x="27336" y="30431"/>
                    <a:pt x="27983" y="30431"/>
                  </a:cubicBezTo>
                  <a:cubicBezTo>
                    <a:pt x="28624" y="30431"/>
                    <a:pt x="29265" y="30187"/>
                    <a:pt x="29754" y="29698"/>
                  </a:cubicBezTo>
                  <a:cubicBezTo>
                    <a:pt x="30737" y="28716"/>
                    <a:pt x="30732" y="27120"/>
                    <a:pt x="29742" y="26143"/>
                  </a:cubicBezTo>
                  <a:cubicBezTo>
                    <a:pt x="29667" y="26069"/>
                    <a:pt x="29584" y="26001"/>
                    <a:pt x="29497" y="25941"/>
                  </a:cubicBezTo>
                  <a:cubicBezTo>
                    <a:pt x="28937" y="25500"/>
                    <a:pt x="28182" y="25421"/>
                    <a:pt x="28182" y="25421"/>
                  </a:cubicBezTo>
                  <a:cubicBezTo>
                    <a:pt x="27878" y="25392"/>
                    <a:pt x="27470" y="25203"/>
                    <a:pt x="27226" y="24990"/>
                  </a:cubicBezTo>
                  <a:lnTo>
                    <a:pt x="27168" y="24932"/>
                  </a:lnTo>
                  <a:cubicBezTo>
                    <a:pt x="26938" y="24703"/>
                    <a:pt x="26936" y="24331"/>
                    <a:pt x="27164" y="24099"/>
                  </a:cubicBezTo>
                  <a:lnTo>
                    <a:pt x="29146" y="22115"/>
                  </a:lnTo>
                  <a:lnTo>
                    <a:pt x="33856" y="17407"/>
                  </a:lnTo>
                  <a:cubicBezTo>
                    <a:pt x="33861" y="17402"/>
                    <a:pt x="33861" y="17397"/>
                    <a:pt x="33866" y="17392"/>
                  </a:cubicBezTo>
                  <a:cubicBezTo>
                    <a:pt x="34086" y="17160"/>
                    <a:pt x="34081" y="16795"/>
                    <a:pt x="33856" y="16566"/>
                  </a:cubicBezTo>
                  <a:lnTo>
                    <a:pt x="27162" y="9873"/>
                  </a:lnTo>
                  <a:cubicBezTo>
                    <a:pt x="27052" y="9764"/>
                    <a:pt x="26905" y="9701"/>
                    <a:pt x="26750" y="9701"/>
                  </a:cubicBezTo>
                  <a:cubicBezTo>
                    <a:pt x="26748" y="9701"/>
                    <a:pt x="26746" y="9701"/>
                    <a:pt x="26744" y="9701"/>
                  </a:cubicBezTo>
                  <a:cubicBezTo>
                    <a:pt x="26586" y="9701"/>
                    <a:pt x="26435" y="9763"/>
                    <a:pt x="26323" y="9873"/>
                  </a:cubicBezTo>
                  <a:lnTo>
                    <a:pt x="26249" y="9948"/>
                  </a:lnTo>
                  <a:cubicBezTo>
                    <a:pt x="26019" y="10178"/>
                    <a:pt x="25803" y="10635"/>
                    <a:pt x="25774" y="10961"/>
                  </a:cubicBezTo>
                  <a:cubicBezTo>
                    <a:pt x="25774" y="10961"/>
                    <a:pt x="25685" y="11869"/>
                    <a:pt x="25122" y="12434"/>
                  </a:cubicBezTo>
                  <a:cubicBezTo>
                    <a:pt x="24634" y="12928"/>
                    <a:pt x="23990" y="13175"/>
                    <a:pt x="23347" y="13175"/>
                  </a:cubicBezTo>
                  <a:cubicBezTo>
                    <a:pt x="22709" y="13175"/>
                    <a:pt x="22072" y="12932"/>
                    <a:pt x="21586" y="12446"/>
                  </a:cubicBezTo>
                  <a:cubicBezTo>
                    <a:pt x="20608" y="11467"/>
                    <a:pt x="20613" y="9881"/>
                    <a:pt x="21598" y="8910"/>
                  </a:cubicBezTo>
                  <a:cubicBezTo>
                    <a:pt x="22163" y="8347"/>
                    <a:pt x="23071" y="8258"/>
                    <a:pt x="23071" y="8258"/>
                  </a:cubicBezTo>
                  <a:cubicBezTo>
                    <a:pt x="23395" y="8227"/>
                    <a:pt x="23850" y="8014"/>
                    <a:pt x="24080" y="7782"/>
                  </a:cubicBezTo>
                  <a:lnTo>
                    <a:pt x="24159" y="7709"/>
                  </a:lnTo>
                  <a:cubicBezTo>
                    <a:pt x="24389" y="7475"/>
                    <a:pt x="24389" y="7099"/>
                    <a:pt x="24159" y="6866"/>
                  </a:cubicBezTo>
                  <a:lnTo>
                    <a:pt x="17465" y="172"/>
                  </a:lnTo>
                  <a:cubicBezTo>
                    <a:pt x="17352" y="63"/>
                    <a:pt x="17201" y="1"/>
                    <a:pt x="1704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7" name="Google Shape;5427;p63"/>
            <p:cNvSpPr/>
            <p:nvPr/>
          </p:nvSpPr>
          <p:spPr>
            <a:xfrm flipH="1">
              <a:off x="865779" y="2190662"/>
              <a:ext cx="408898" cy="407518"/>
            </a:xfrm>
            <a:custGeom>
              <a:rect b="b" l="l" r="r" t="t"/>
              <a:pathLst>
                <a:path extrusionOk="0" h="33974" w="34089">
                  <a:moveTo>
                    <a:pt x="17044" y="0"/>
                  </a:moveTo>
                  <a:cubicBezTo>
                    <a:pt x="16893" y="2"/>
                    <a:pt x="16750" y="60"/>
                    <a:pt x="16640" y="163"/>
                  </a:cubicBezTo>
                  <a:lnTo>
                    <a:pt x="12729" y="4075"/>
                  </a:lnTo>
                  <a:lnTo>
                    <a:pt x="12729" y="4070"/>
                  </a:lnTo>
                  <a:lnTo>
                    <a:pt x="10005" y="6793"/>
                  </a:lnTo>
                  <a:cubicBezTo>
                    <a:pt x="9890" y="6904"/>
                    <a:pt x="9742" y="6959"/>
                    <a:pt x="9595" y="6959"/>
                  </a:cubicBezTo>
                  <a:cubicBezTo>
                    <a:pt x="9444" y="6959"/>
                    <a:pt x="9293" y="6901"/>
                    <a:pt x="9178" y="6787"/>
                  </a:cubicBezTo>
                  <a:lnTo>
                    <a:pt x="9104" y="6713"/>
                  </a:lnTo>
                  <a:cubicBezTo>
                    <a:pt x="8874" y="6481"/>
                    <a:pt x="8660" y="6026"/>
                    <a:pt x="8625" y="5702"/>
                  </a:cubicBezTo>
                  <a:cubicBezTo>
                    <a:pt x="8625" y="5702"/>
                    <a:pt x="8539" y="4792"/>
                    <a:pt x="7976" y="4229"/>
                  </a:cubicBezTo>
                  <a:cubicBezTo>
                    <a:pt x="7478" y="3726"/>
                    <a:pt x="6821" y="3474"/>
                    <a:pt x="6165" y="3474"/>
                  </a:cubicBezTo>
                  <a:cubicBezTo>
                    <a:pt x="5524" y="3474"/>
                    <a:pt x="4883" y="3714"/>
                    <a:pt x="4388" y="4197"/>
                  </a:cubicBezTo>
                  <a:cubicBezTo>
                    <a:pt x="3384" y="5172"/>
                    <a:pt x="3354" y="6775"/>
                    <a:pt x="4322" y="7785"/>
                  </a:cubicBezTo>
                  <a:cubicBezTo>
                    <a:pt x="4884" y="8350"/>
                    <a:pt x="5795" y="8439"/>
                    <a:pt x="5795" y="8439"/>
                  </a:cubicBezTo>
                  <a:cubicBezTo>
                    <a:pt x="6118" y="8468"/>
                    <a:pt x="6573" y="8686"/>
                    <a:pt x="6804" y="8916"/>
                  </a:cubicBezTo>
                  <a:lnTo>
                    <a:pt x="6924" y="9033"/>
                  </a:lnTo>
                  <a:cubicBezTo>
                    <a:pt x="7153" y="9267"/>
                    <a:pt x="7153" y="9641"/>
                    <a:pt x="6924" y="9874"/>
                  </a:cubicBezTo>
                  <a:lnTo>
                    <a:pt x="3488" y="13310"/>
                  </a:lnTo>
                  <a:lnTo>
                    <a:pt x="310" y="16487"/>
                  </a:lnTo>
                  <a:lnTo>
                    <a:pt x="233" y="16566"/>
                  </a:lnTo>
                  <a:cubicBezTo>
                    <a:pt x="1" y="16798"/>
                    <a:pt x="1" y="17174"/>
                    <a:pt x="233" y="17405"/>
                  </a:cubicBezTo>
                  <a:lnTo>
                    <a:pt x="6926" y="24099"/>
                  </a:lnTo>
                  <a:cubicBezTo>
                    <a:pt x="7156" y="24332"/>
                    <a:pt x="7156" y="24706"/>
                    <a:pt x="6926" y="24938"/>
                  </a:cubicBezTo>
                  <a:lnTo>
                    <a:pt x="6919" y="24945"/>
                  </a:lnTo>
                  <a:cubicBezTo>
                    <a:pt x="6688" y="25177"/>
                    <a:pt x="6233" y="25391"/>
                    <a:pt x="5908" y="25420"/>
                  </a:cubicBezTo>
                  <a:cubicBezTo>
                    <a:pt x="5908" y="25420"/>
                    <a:pt x="4999" y="25511"/>
                    <a:pt x="4436" y="26074"/>
                  </a:cubicBezTo>
                  <a:cubicBezTo>
                    <a:pt x="3478" y="27047"/>
                    <a:pt x="3485" y="28613"/>
                    <a:pt x="4451" y="29579"/>
                  </a:cubicBezTo>
                  <a:cubicBezTo>
                    <a:pt x="4938" y="30065"/>
                    <a:pt x="5575" y="30309"/>
                    <a:pt x="6213" y="30309"/>
                  </a:cubicBezTo>
                  <a:cubicBezTo>
                    <a:pt x="6843" y="30309"/>
                    <a:pt x="7473" y="30072"/>
                    <a:pt x="7958" y="29596"/>
                  </a:cubicBezTo>
                  <a:cubicBezTo>
                    <a:pt x="8522" y="29031"/>
                    <a:pt x="8608" y="28125"/>
                    <a:pt x="8608" y="28125"/>
                  </a:cubicBezTo>
                  <a:cubicBezTo>
                    <a:pt x="8642" y="27797"/>
                    <a:pt x="8857" y="27341"/>
                    <a:pt x="9087" y="27111"/>
                  </a:cubicBezTo>
                  <a:lnTo>
                    <a:pt x="9090" y="27107"/>
                  </a:lnTo>
                  <a:cubicBezTo>
                    <a:pt x="9204" y="26996"/>
                    <a:pt x="9355" y="26934"/>
                    <a:pt x="9513" y="26934"/>
                  </a:cubicBezTo>
                  <a:cubicBezTo>
                    <a:pt x="9669" y="26934"/>
                    <a:pt x="9820" y="26996"/>
                    <a:pt x="9930" y="27107"/>
                  </a:cubicBezTo>
                  <a:lnTo>
                    <a:pt x="16623" y="33801"/>
                  </a:lnTo>
                  <a:cubicBezTo>
                    <a:pt x="16741" y="33916"/>
                    <a:pt x="16893" y="33973"/>
                    <a:pt x="17045" y="33973"/>
                  </a:cubicBezTo>
                  <a:cubicBezTo>
                    <a:pt x="17198" y="33973"/>
                    <a:pt x="17350" y="33916"/>
                    <a:pt x="17468" y="33801"/>
                  </a:cubicBezTo>
                  <a:lnTo>
                    <a:pt x="24161" y="27107"/>
                  </a:lnTo>
                  <a:cubicBezTo>
                    <a:pt x="24391" y="26874"/>
                    <a:pt x="24391" y="26500"/>
                    <a:pt x="24161" y="26266"/>
                  </a:cubicBezTo>
                  <a:lnTo>
                    <a:pt x="24082" y="26193"/>
                  </a:lnTo>
                  <a:cubicBezTo>
                    <a:pt x="23852" y="25963"/>
                    <a:pt x="23396" y="25746"/>
                    <a:pt x="23073" y="25714"/>
                  </a:cubicBezTo>
                  <a:cubicBezTo>
                    <a:pt x="23073" y="25714"/>
                    <a:pt x="22167" y="25628"/>
                    <a:pt x="21600" y="25063"/>
                  </a:cubicBezTo>
                  <a:cubicBezTo>
                    <a:pt x="20626" y="24092"/>
                    <a:pt x="20631" y="22513"/>
                    <a:pt x="21600" y="21541"/>
                  </a:cubicBezTo>
                  <a:cubicBezTo>
                    <a:pt x="22087" y="21055"/>
                    <a:pt x="22725" y="20812"/>
                    <a:pt x="23362" y="20812"/>
                  </a:cubicBezTo>
                  <a:cubicBezTo>
                    <a:pt x="24000" y="20812"/>
                    <a:pt x="24637" y="21055"/>
                    <a:pt x="25124" y="21541"/>
                  </a:cubicBezTo>
                  <a:cubicBezTo>
                    <a:pt x="25685" y="22104"/>
                    <a:pt x="25776" y="23016"/>
                    <a:pt x="25776" y="23016"/>
                  </a:cubicBezTo>
                  <a:cubicBezTo>
                    <a:pt x="25805" y="23338"/>
                    <a:pt x="26022" y="23793"/>
                    <a:pt x="26252" y="24025"/>
                  </a:cubicBezTo>
                  <a:lnTo>
                    <a:pt x="26325" y="24099"/>
                  </a:lnTo>
                  <a:cubicBezTo>
                    <a:pt x="26437" y="24209"/>
                    <a:pt x="26588" y="24270"/>
                    <a:pt x="26746" y="24270"/>
                  </a:cubicBezTo>
                  <a:cubicBezTo>
                    <a:pt x="26902" y="24270"/>
                    <a:pt x="27053" y="24209"/>
                    <a:pt x="27165" y="24099"/>
                  </a:cubicBezTo>
                  <a:lnTo>
                    <a:pt x="33858" y="17405"/>
                  </a:lnTo>
                  <a:cubicBezTo>
                    <a:pt x="34088" y="17172"/>
                    <a:pt x="34087" y="16798"/>
                    <a:pt x="33855" y="16566"/>
                  </a:cubicBezTo>
                  <a:lnTo>
                    <a:pt x="28225" y="10937"/>
                  </a:lnTo>
                  <a:lnTo>
                    <a:pt x="27163" y="9874"/>
                  </a:lnTo>
                  <a:cubicBezTo>
                    <a:pt x="27051" y="9763"/>
                    <a:pt x="26900" y="9701"/>
                    <a:pt x="26742" y="9701"/>
                  </a:cubicBezTo>
                  <a:cubicBezTo>
                    <a:pt x="26585" y="9701"/>
                    <a:pt x="26434" y="9763"/>
                    <a:pt x="26322" y="9874"/>
                  </a:cubicBezTo>
                  <a:lnTo>
                    <a:pt x="26252" y="9945"/>
                  </a:lnTo>
                  <a:cubicBezTo>
                    <a:pt x="26022" y="10176"/>
                    <a:pt x="25807" y="10631"/>
                    <a:pt x="25773" y="10959"/>
                  </a:cubicBezTo>
                  <a:cubicBezTo>
                    <a:pt x="25773" y="10959"/>
                    <a:pt x="25687" y="11865"/>
                    <a:pt x="25124" y="12430"/>
                  </a:cubicBezTo>
                  <a:cubicBezTo>
                    <a:pt x="24657" y="12897"/>
                    <a:pt x="24024" y="13159"/>
                    <a:pt x="23363" y="13159"/>
                  </a:cubicBezTo>
                  <a:cubicBezTo>
                    <a:pt x="23351" y="13159"/>
                    <a:pt x="23341" y="13156"/>
                    <a:pt x="23329" y="13156"/>
                  </a:cubicBezTo>
                  <a:cubicBezTo>
                    <a:pt x="23312" y="13156"/>
                    <a:pt x="23293" y="13161"/>
                    <a:pt x="23276" y="13161"/>
                  </a:cubicBezTo>
                  <a:cubicBezTo>
                    <a:pt x="22268" y="13161"/>
                    <a:pt x="21358" y="12553"/>
                    <a:pt x="20974" y="11623"/>
                  </a:cubicBezTo>
                  <a:cubicBezTo>
                    <a:pt x="20588" y="10691"/>
                    <a:pt x="20801" y="9620"/>
                    <a:pt x="21513" y="8908"/>
                  </a:cubicBezTo>
                  <a:cubicBezTo>
                    <a:pt x="22076" y="8345"/>
                    <a:pt x="22987" y="8257"/>
                    <a:pt x="22987" y="8257"/>
                  </a:cubicBezTo>
                  <a:cubicBezTo>
                    <a:pt x="23310" y="8228"/>
                    <a:pt x="23765" y="8010"/>
                    <a:pt x="23996" y="7779"/>
                  </a:cubicBezTo>
                  <a:lnTo>
                    <a:pt x="24117" y="7662"/>
                  </a:lnTo>
                  <a:cubicBezTo>
                    <a:pt x="24345" y="7432"/>
                    <a:pt x="24347" y="7063"/>
                    <a:pt x="24122" y="6831"/>
                  </a:cubicBezTo>
                  <a:lnTo>
                    <a:pt x="23358" y="6067"/>
                  </a:lnTo>
                  <a:lnTo>
                    <a:pt x="17464" y="174"/>
                  </a:lnTo>
                  <a:cubicBezTo>
                    <a:pt x="17353" y="64"/>
                    <a:pt x="17202" y="0"/>
                    <a:pt x="1704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8" name="Google Shape;5428;p63"/>
            <p:cNvSpPr/>
            <p:nvPr/>
          </p:nvSpPr>
          <p:spPr>
            <a:xfrm>
              <a:off x="246070" y="1983826"/>
              <a:ext cx="408910" cy="407494"/>
            </a:xfrm>
            <a:custGeom>
              <a:rect b="b" l="l" r="r" t="t"/>
              <a:pathLst>
                <a:path extrusionOk="0" h="33972" w="34090">
                  <a:moveTo>
                    <a:pt x="17046" y="1"/>
                  </a:moveTo>
                  <a:cubicBezTo>
                    <a:pt x="16894" y="1"/>
                    <a:pt x="16742" y="59"/>
                    <a:pt x="16626" y="174"/>
                  </a:cubicBezTo>
                  <a:lnTo>
                    <a:pt x="9933" y="6868"/>
                  </a:lnTo>
                  <a:cubicBezTo>
                    <a:pt x="9821" y="6978"/>
                    <a:pt x="9670" y="7041"/>
                    <a:pt x="9512" y="7041"/>
                  </a:cubicBezTo>
                  <a:cubicBezTo>
                    <a:pt x="9354" y="7041"/>
                    <a:pt x="9203" y="6978"/>
                    <a:pt x="9094" y="6868"/>
                  </a:cubicBezTo>
                  <a:lnTo>
                    <a:pt x="9087" y="6861"/>
                  </a:lnTo>
                  <a:cubicBezTo>
                    <a:pt x="8857" y="6629"/>
                    <a:pt x="8642" y="6175"/>
                    <a:pt x="8611" y="5850"/>
                  </a:cubicBezTo>
                  <a:cubicBezTo>
                    <a:pt x="8611" y="5850"/>
                    <a:pt x="8522" y="4941"/>
                    <a:pt x="7959" y="4378"/>
                  </a:cubicBezTo>
                  <a:cubicBezTo>
                    <a:pt x="7469" y="3863"/>
                    <a:pt x="6813" y="3605"/>
                    <a:pt x="6156" y="3605"/>
                  </a:cubicBezTo>
                  <a:cubicBezTo>
                    <a:pt x="5520" y="3605"/>
                    <a:pt x="4883" y="3847"/>
                    <a:pt x="4396" y="4333"/>
                  </a:cubicBezTo>
                  <a:cubicBezTo>
                    <a:pt x="3407" y="5322"/>
                    <a:pt x="3425" y="6932"/>
                    <a:pt x="4435" y="7898"/>
                  </a:cubicBezTo>
                  <a:cubicBezTo>
                    <a:pt x="5002" y="8462"/>
                    <a:pt x="5908" y="8553"/>
                    <a:pt x="5908" y="8553"/>
                  </a:cubicBezTo>
                  <a:cubicBezTo>
                    <a:pt x="6232" y="8583"/>
                    <a:pt x="6687" y="8797"/>
                    <a:pt x="6919" y="9027"/>
                  </a:cubicBezTo>
                  <a:lnTo>
                    <a:pt x="6926" y="9034"/>
                  </a:lnTo>
                  <a:cubicBezTo>
                    <a:pt x="7156" y="9267"/>
                    <a:pt x="7156" y="9642"/>
                    <a:pt x="6926" y="9875"/>
                  </a:cubicBezTo>
                  <a:lnTo>
                    <a:pt x="232" y="16567"/>
                  </a:lnTo>
                  <a:cubicBezTo>
                    <a:pt x="1" y="16798"/>
                    <a:pt x="1" y="17174"/>
                    <a:pt x="232" y="17406"/>
                  </a:cubicBezTo>
                  <a:lnTo>
                    <a:pt x="6411" y="23585"/>
                  </a:lnTo>
                  <a:lnTo>
                    <a:pt x="6926" y="24100"/>
                  </a:lnTo>
                  <a:cubicBezTo>
                    <a:pt x="6969" y="24141"/>
                    <a:pt x="7020" y="24173"/>
                    <a:pt x="7073" y="24197"/>
                  </a:cubicBezTo>
                  <a:cubicBezTo>
                    <a:pt x="7158" y="24244"/>
                    <a:pt x="7250" y="24269"/>
                    <a:pt x="7345" y="24273"/>
                  </a:cubicBezTo>
                  <a:cubicBezTo>
                    <a:pt x="7503" y="24273"/>
                    <a:pt x="7654" y="24211"/>
                    <a:pt x="7765" y="24101"/>
                  </a:cubicBezTo>
                  <a:lnTo>
                    <a:pt x="7839" y="24027"/>
                  </a:lnTo>
                  <a:cubicBezTo>
                    <a:pt x="8069" y="23796"/>
                    <a:pt x="8283" y="23341"/>
                    <a:pt x="8318" y="23013"/>
                  </a:cubicBezTo>
                  <a:cubicBezTo>
                    <a:pt x="8318" y="23013"/>
                    <a:pt x="8405" y="22107"/>
                    <a:pt x="8967" y="21541"/>
                  </a:cubicBezTo>
                  <a:cubicBezTo>
                    <a:pt x="9183" y="21324"/>
                    <a:pt x="9437" y="21149"/>
                    <a:pt x="9717" y="21026"/>
                  </a:cubicBezTo>
                  <a:cubicBezTo>
                    <a:pt x="10047" y="20876"/>
                    <a:pt x="10396" y="20805"/>
                    <a:pt x="10740" y="20805"/>
                  </a:cubicBezTo>
                  <a:cubicBezTo>
                    <a:pt x="11539" y="20805"/>
                    <a:pt x="12316" y="21191"/>
                    <a:pt x="12792" y="21886"/>
                  </a:cubicBezTo>
                  <a:cubicBezTo>
                    <a:pt x="13474" y="22879"/>
                    <a:pt x="13347" y="24218"/>
                    <a:pt x="12490" y="25064"/>
                  </a:cubicBezTo>
                  <a:cubicBezTo>
                    <a:pt x="12119" y="25437"/>
                    <a:pt x="11599" y="25600"/>
                    <a:pt x="11289" y="25668"/>
                  </a:cubicBezTo>
                  <a:cubicBezTo>
                    <a:pt x="11157" y="25704"/>
                    <a:pt x="11023" y="25732"/>
                    <a:pt x="10887" y="25749"/>
                  </a:cubicBezTo>
                  <a:cubicBezTo>
                    <a:pt x="10830" y="25757"/>
                    <a:pt x="10775" y="25769"/>
                    <a:pt x="10722" y="25785"/>
                  </a:cubicBezTo>
                  <a:cubicBezTo>
                    <a:pt x="10456" y="25871"/>
                    <a:pt x="10173" y="26027"/>
                    <a:pt x="10008" y="26193"/>
                  </a:cubicBezTo>
                  <a:lnTo>
                    <a:pt x="9933" y="26265"/>
                  </a:lnTo>
                  <a:cubicBezTo>
                    <a:pt x="9699" y="26497"/>
                    <a:pt x="9699" y="26875"/>
                    <a:pt x="9933" y="27106"/>
                  </a:cubicBezTo>
                  <a:lnTo>
                    <a:pt x="11412" y="28584"/>
                  </a:lnTo>
                  <a:lnTo>
                    <a:pt x="16625" y="33798"/>
                  </a:lnTo>
                  <a:cubicBezTo>
                    <a:pt x="16736" y="33908"/>
                    <a:pt x="16887" y="33972"/>
                    <a:pt x="17043" y="33972"/>
                  </a:cubicBezTo>
                  <a:cubicBezTo>
                    <a:pt x="17198" y="33970"/>
                    <a:pt x="17347" y="33910"/>
                    <a:pt x="17459" y="33802"/>
                  </a:cubicBezTo>
                  <a:lnTo>
                    <a:pt x="20636" y="30627"/>
                  </a:lnTo>
                  <a:lnTo>
                    <a:pt x="24073" y="27189"/>
                  </a:lnTo>
                  <a:cubicBezTo>
                    <a:pt x="24300" y="26955"/>
                    <a:pt x="24300" y="26581"/>
                    <a:pt x="24073" y="26348"/>
                  </a:cubicBezTo>
                  <a:lnTo>
                    <a:pt x="23953" y="26231"/>
                  </a:lnTo>
                  <a:cubicBezTo>
                    <a:pt x="23722" y="26001"/>
                    <a:pt x="23267" y="25783"/>
                    <a:pt x="22942" y="25754"/>
                  </a:cubicBezTo>
                  <a:cubicBezTo>
                    <a:pt x="22942" y="25754"/>
                    <a:pt x="22033" y="25665"/>
                    <a:pt x="21470" y="25100"/>
                  </a:cubicBezTo>
                  <a:cubicBezTo>
                    <a:pt x="20528" y="24086"/>
                    <a:pt x="20569" y="22503"/>
                    <a:pt x="21561" y="21539"/>
                  </a:cubicBezTo>
                  <a:cubicBezTo>
                    <a:pt x="22056" y="21057"/>
                    <a:pt x="22698" y="20816"/>
                    <a:pt x="23340" y="20816"/>
                  </a:cubicBezTo>
                  <a:cubicBezTo>
                    <a:pt x="23985" y="20816"/>
                    <a:pt x="24629" y="21059"/>
                    <a:pt x="25125" y="21544"/>
                  </a:cubicBezTo>
                  <a:cubicBezTo>
                    <a:pt x="25687" y="22107"/>
                    <a:pt x="25774" y="23017"/>
                    <a:pt x="25774" y="23017"/>
                  </a:cubicBezTo>
                  <a:cubicBezTo>
                    <a:pt x="25807" y="23341"/>
                    <a:pt x="26021" y="23796"/>
                    <a:pt x="26253" y="24027"/>
                  </a:cubicBezTo>
                  <a:lnTo>
                    <a:pt x="26325" y="24101"/>
                  </a:lnTo>
                  <a:cubicBezTo>
                    <a:pt x="26441" y="24216"/>
                    <a:pt x="26592" y="24274"/>
                    <a:pt x="26744" y="24274"/>
                  </a:cubicBezTo>
                  <a:cubicBezTo>
                    <a:pt x="26891" y="24274"/>
                    <a:pt x="27038" y="24219"/>
                    <a:pt x="27152" y="24110"/>
                  </a:cubicBezTo>
                  <a:lnTo>
                    <a:pt x="29878" y="21384"/>
                  </a:lnTo>
                  <a:lnTo>
                    <a:pt x="33774" y="17487"/>
                  </a:lnTo>
                  <a:cubicBezTo>
                    <a:pt x="33779" y="17482"/>
                    <a:pt x="33786" y="17482"/>
                    <a:pt x="33791" y="17476"/>
                  </a:cubicBezTo>
                  <a:lnTo>
                    <a:pt x="33860" y="17408"/>
                  </a:lnTo>
                  <a:cubicBezTo>
                    <a:pt x="34090" y="17174"/>
                    <a:pt x="34090" y="16798"/>
                    <a:pt x="33860" y="16567"/>
                  </a:cubicBezTo>
                  <a:lnTo>
                    <a:pt x="27166" y="9875"/>
                  </a:lnTo>
                  <a:cubicBezTo>
                    <a:pt x="26934" y="9643"/>
                    <a:pt x="26934" y="9267"/>
                    <a:pt x="27166" y="9036"/>
                  </a:cubicBezTo>
                  <a:lnTo>
                    <a:pt x="27283" y="8914"/>
                  </a:lnTo>
                  <a:cubicBezTo>
                    <a:pt x="27513" y="8684"/>
                    <a:pt x="27973" y="8469"/>
                    <a:pt x="28297" y="8437"/>
                  </a:cubicBezTo>
                  <a:cubicBezTo>
                    <a:pt x="28297" y="8437"/>
                    <a:pt x="29203" y="8349"/>
                    <a:pt x="29770" y="7786"/>
                  </a:cubicBezTo>
                  <a:cubicBezTo>
                    <a:pt x="30769" y="6818"/>
                    <a:pt x="30782" y="5219"/>
                    <a:pt x="29799" y="4235"/>
                  </a:cubicBezTo>
                  <a:cubicBezTo>
                    <a:pt x="29311" y="3748"/>
                    <a:pt x="28674" y="3505"/>
                    <a:pt x="28036" y="3505"/>
                  </a:cubicBezTo>
                  <a:cubicBezTo>
                    <a:pt x="27385" y="3505"/>
                    <a:pt x="26735" y="3758"/>
                    <a:pt x="26246" y="4263"/>
                  </a:cubicBezTo>
                  <a:cubicBezTo>
                    <a:pt x="25685" y="4826"/>
                    <a:pt x="25594" y="5735"/>
                    <a:pt x="25594" y="5735"/>
                  </a:cubicBezTo>
                  <a:cubicBezTo>
                    <a:pt x="25563" y="6060"/>
                    <a:pt x="25350" y="6514"/>
                    <a:pt x="25119" y="6746"/>
                  </a:cubicBezTo>
                  <a:lnTo>
                    <a:pt x="24998" y="6866"/>
                  </a:lnTo>
                  <a:cubicBezTo>
                    <a:pt x="24883" y="6982"/>
                    <a:pt x="24731" y="7040"/>
                    <a:pt x="24579" y="7040"/>
                  </a:cubicBezTo>
                  <a:cubicBezTo>
                    <a:pt x="24427" y="7040"/>
                    <a:pt x="24275" y="6982"/>
                    <a:pt x="24159" y="6866"/>
                  </a:cubicBezTo>
                  <a:lnTo>
                    <a:pt x="17466" y="174"/>
                  </a:lnTo>
                  <a:cubicBezTo>
                    <a:pt x="17350" y="59"/>
                    <a:pt x="17198" y="1"/>
                    <a:pt x="17046"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9" name="Google Shape;5429;p63"/>
            <p:cNvSpPr/>
            <p:nvPr/>
          </p:nvSpPr>
          <p:spPr>
            <a:xfrm flipH="1">
              <a:off x="659595" y="1983375"/>
              <a:ext cx="408862" cy="407494"/>
            </a:xfrm>
            <a:custGeom>
              <a:rect b="b" l="l" r="r" t="t"/>
              <a:pathLst>
                <a:path extrusionOk="0" h="33972" w="34086">
                  <a:moveTo>
                    <a:pt x="17043" y="1"/>
                  </a:moveTo>
                  <a:cubicBezTo>
                    <a:pt x="16887" y="1"/>
                    <a:pt x="16736" y="61"/>
                    <a:pt x="16624" y="172"/>
                  </a:cubicBezTo>
                  <a:lnTo>
                    <a:pt x="9932" y="6866"/>
                  </a:lnTo>
                  <a:cubicBezTo>
                    <a:pt x="9701" y="7099"/>
                    <a:pt x="9701" y="7475"/>
                    <a:pt x="9932" y="7709"/>
                  </a:cubicBezTo>
                  <a:lnTo>
                    <a:pt x="10003" y="7779"/>
                  </a:lnTo>
                  <a:cubicBezTo>
                    <a:pt x="10235" y="8009"/>
                    <a:pt x="10689" y="8223"/>
                    <a:pt x="11014" y="8254"/>
                  </a:cubicBezTo>
                  <a:cubicBezTo>
                    <a:pt x="11014" y="8254"/>
                    <a:pt x="11923" y="8345"/>
                    <a:pt x="12486" y="8907"/>
                  </a:cubicBezTo>
                  <a:cubicBezTo>
                    <a:pt x="13430" y="9883"/>
                    <a:pt x="13420" y="11436"/>
                    <a:pt x="12459" y="12397"/>
                  </a:cubicBezTo>
                  <a:cubicBezTo>
                    <a:pt x="11973" y="12885"/>
                    <a:pt x="11335" y="13129"/>
                    <a:pt x="10697" y="13129"/>
                  </a:cubicBezTo>
                  <a:cubicBezTo>
                    <a:pt x="10074" y="13129"/>
                    <a:pt x="9450" y="12896"/>
                    <a:pt x="8968" y="12430"/>
                  </a:cubicBezTo>
                  <a:cubicBezTo>
                    <a:pt x="8402" y="11864"/>
                    <a:pt x="8314" y="10958"/>
                    <a:pt x="8314" y="10958"/>
                  </a:cubicBezTo>
                  <a:cubicBezTo>
                    <a:pt x="8280" y="10633"/>
                    <a:pt x="8067" y="10178"/>
                    <a:pt x="7835" y="9948"/>
                  </a:cubicBezTo>
                  <a:lnTo>
                    <a:pt x="7765" y="9873"/>
                  </a:lnTo>
                  <a:cubicBezTo>
                    <a:pt x="7653" y="9763"/>
                    <a:pt x="7502" y="9701"/>
                    <a:pt x="7344" y="9699"/>
                  </a:cubicBezTo>
                  <a:cubicBezTo>
                    <a:pt x="7186" y="9699"/>
                    <a:pt x="7037" y="9763"/>
                    <a:pt x="6926" y="9873"/>
                  </a:cubicBezTo>
                  <a:lnTo>
                    <a:pt x="232" y="16566"/>
                  </a:lnTo>
                  <a:cubicBezTo>
                    <a:pt x="0" y="16800"/>
                    <a:pt x="0" y="17174"/>
                    <a:pt x="232" y="17406"/>
                  </a:cubicBezTo>
                  <a:lnTo>
                    <a:pt x="6170" y="23347"/>
                  </a:lnTo>
                  <a:lnTo>
                    <a:pt x="6167" y="23347"/>
                  </a:lnTo>
                  <a:lnTo>
                    <a:pt x="6929" y="24109"/>
                  </a:lnTo>
                  <a:cubicBezTo>
                    <a:pt x="7154" y="24343"/>
                    <a:pt x="7152" y="24712"/>
                    <a:pt x="6924" y="24942"/>
                  </a:cubicBezTo>
                  <a:lnTo>
                    <a:pt x="6805" y="25059"/>
                  </a:lnTo>
                  <a:cubicBezTo>
                    <a:pt x="6574" y="25290"/>
                    <a:pt x="6119" y="25508"/>
                    <a:pt x="5794" y="25537"/>
                  </a:cubicBezTo>
                  <a:cubicBezTo>
                    <a:pt x="5794" y="25537"/>
                    <a:pt x="4883" y="25625"/>
                    <a:pt x="4322" y="26188"/>
                  </a:cubicBezTo>
                  <a:cubicBezTo>
                    <a:pt x="3610" y="26900"/>
                    <a:pt x="3397" y="27971"/>
                    <a:pt x="3781" y="28903"/>
                  </a:cubicBezTo>
                  <a:cubicBezTo>
                    <a:pt x="4167" y="29833"/>
                    <a:pt x="5075" y="30441"/>
                    <a:pt x="6083" y="30441"/>
                  </a:cubicBezTo>
                  <a:cubicBezTo>
                    <a:pt x="6102" y="30441"/>
                    <a:pt x="6119" y="30436"/>
                    <a:pt x="6138" y="30436"/>
                  </a:cubicBezTo>
                  <a:cubicBezTo>
                    <a:pt x="6148" y="30436"/>
                    <a:pt x="6158" y="30437"/>
                    <a:pt x="6170" y="30437"/>
                  </a:cubicBezTo>
                  <a:cubicBezTo>
                    <a:pt x="6173" y="30437"/>
                    <a:pt x="6175" y="30437"/>
                    <a:pt x="6177" y="30437"/>
                  </a:cubicBezTo>
                  <a:cubicBezTo>
                    <a:pt x="6835" y="30437"/>
                    <a:pt x="7466" y="30175"/>
                    <a:pt x="7933" y="29710"/>
                  </a:cubicBezTo>
                  <a:cubicBezTo>
                    <a:pt x="8494" y="29145"/>
                    <a:pt x="8582" y="28239"/>
                    <a:pt x="8582" y="28239"/>
                  </a:cubicBezTo>
                  <a:cubicBezTo>
                    <a:pt x="8614" y="27911"/>
                    <a:pt x="8829" y="27456"/>
                    <a:pt x="9059" y="27225"/>
                  </a:cubicBezTo>
                  <a:lnTo>
                    <a:pt x="9129" y="27154"/>
                  </a:lnTo>
                  <a:cubicBezTo>
                    <a:pt x="9243" y="27043"/>
                    <a:pt x="9394" y="26981"/>
                    <a:pt x="9551" y="26981"/>
                  </a:cubicBezTo>
                  <a:cubicBezTo>
                    <a:pt x="9708" y="26981"/>
                    <a:pt x="9859" y="27043"/>
                    <a:pt x="9970" y="27154"/>
                  </a:cubicBezTo>
                  <a:lnTo>
                    <a:pt x="11033" y="28217"/>
                  </a:lnTo>
                  <a:lnTo>
                    <a:pt x="11033" y="28211"/>
                  </a:lnTo>
                  <a:lnTo>
                    <a:pt x="16621" y="33800"/>
                  </a:lnTo>
                  <a:cubicBezTo>
                    <a:pt x="16734" y="33909"/>
                    <a:pt x="16885" y="33971"/>
                    <a:pt x="17043" y="33971"/>
                  </a:cubicBezTo>
                  <a:cubicBezTo>
                    <a:pt x="17192" y="33970"/>
                    <a:pt x="17337" y="33913"/>
                    <a:pt x="17445" y="33810"/>
                  </a:cubicBezTo>
                  <a:cubicBezTo>
                    <a:pt x="17450" y="33805"/>
                    <a:pt x="17457" y="33803"/>
                    <a:pt x="17462" y="33800"/>
                  </a:cubicBezTo>
                  <a:lnTo>
                    <a:pt x="23088" y="28172"/>
                  </a:lnTo>
                  <a:lnTo>
                    <a:pt x="24154" y="27106"/>
                  </a:lnTo>
                  <a:cubicBezTo>
                    <a:pt x="24209" y="27053"/>
                    <a:pt x="24274" y="27010"/>
                    <a:pt x="24346" y="26981"/>
                  </a:cubicBezTo>
                  <a:cubicBezTo>
                    <a:pt x="24418" y="26951"/>
                    <a:pt x="24494" y="26937"/>
                    <a:pt x="24569" y="26937"/>
                  </a:cubicBezTo>
                  <a:cubicBezTo>
                    <a:pt x="24724" y="26937"/>
                    <a:pt x="24876" y="26998"/>
                    <a:pt x="24990" y="27113"/>
                  </a:cubicBezTo>
                  <a:lnTo>
                    <a:pt x="25063" y="27187"/>
                  </a:lnTo>
                  <a:cubicBezTo>
                    <a:pt x="25067" y="27190"/>
                    <a:pt x="25070" y="27195"/>
                    <a:pt x="25074" y="27199"/>
                  </a:cubicBezTo>
                  <a:cubicBezTo>
                    <a:pt x="25274" y="27444"/>
                    <a:pt x="25450" y="27834"/>
                    <a:pt x="25480" y="28124"/>
                  </a:cubicBezTo>
                  <a:cubicBezTo>
                    <a:pt x="25480" y="28124"/>
                    <a:pt x="25556" y="28865"/>
                    <a:pt x="25985" y="29423"/>
                  </a:cubicBezTo>
                  <a:cubicBezTo>
                    <a:pt x="26049" y="29516"/>
                    <a:pt x="26119" y="29603"/>
                    <a:pt x="26198" y="29684"/>
                  </a:cubicBezTo>
                  <a:cubicBezTo>
                    <a:pt x="26689" y="30182"/>
                    <a:pt x="27336" y="30431"/>
                    <a:pt x="27983" y="30431"/>
                  </a:cubicBezTo>
                  <a:cubicBezTo>
                    <a:pt x="28624" y="30431"/>
                    <a:pt x="29265" y="30187"/>
                    <a:pt x="29754" y="29698"/>
                  </a:cubicBezTo>
                  <a:cubicBezTo>
                    <a:pt x="30737" y="28716"/>
                    <a:pt x="30732" y="27120"/>
                    <a:pt x="29742" y="26143"/>
                  </a:cubicBezTo>
                  <a:cubicBezTo>
                    <a:pt x="29667" y="26069"/>
                    <a:pt x="29584" y="26001"/>
                    <a:pt x="29497" y="25941"/>
                  </a:cubicBezTo>
                  <a:cubicBezTo>
                    <a:pt x="28937" y="25500"/>
                    <a:pt x="28182" y="25421"/>
                    <a:pt x="28182" y="25421"/>
                  </a:cubicBezTo>
                  <a:cubicBezTo>
                    <a:pt x="27878" y="25392"/>
                    <a:pt x="27470" y="25203"/>
                    <a:pt x="27226" y="24990"/>
                  </a:cubicBezTo>
                  <a:lnTo>
                    <a:pt x="27168" y="24932"/>
                  </a:lnTo>
                  <a:cubicBezTo>
                    <a:pt x="26938" y="24703"/>
                    <a:pt x="26936" y="24331"/>
                    <a:pt x="27164" y="24099"/>
                  </a:cubicBezTo>
                  <a:lnTo>
                    <a:pt x="29146" y="22115"/>
                  </a:lnTo>
                  <a:lnTo>
                    <a:pt x="33856" y="17407"/>
                  </a:lnTo>
                  <a:cubicBezTo>
                    <a:pt x="33861" y="17402"/>
                    <a:pt x="33861" y="17397"/>
                    <a:pt x="33866" y="17392"/>
                  </a:cubicBezTo>
                  <a:cubicBezTo>
                    <a:pt x="34086" y="17160"/>
                    <a:pt x="34081" y="16795"/>
                    <a:pt x="33856" y="16566"/>
                  </a:cubicBezTo>
                  <a:lnTo>
                    <a:pt x="27162" y="9873"/>
                  </a:lnTo>
                  <a:cubicBezTo>
                    <a:pt x="27052" y="9764"/>
                    <a:pt x="26905" y="9701"/>
                    <a:pt x="26750" y="9701"/>
                  </a:cubicBezTo>
                  <a:cubicBezTo>
                    <a:pt x="26748" y="9701"/>
                    <a:pt x="26746" y="9701"/>
                    <a:pt x="26744" y="9701"/>
                  </a:cubicBezTo>
                  <a:cubicBezTo>
                    <a:pt x="26586" y="9701"/>
                    <a:pt x="26435" y="9763"/>
                    <a:pt x="26323" y="9873"/>
                  </a:cubicBezTo>
                  <a:lnTo>
                    <a:pt x="26249" y="9948"/>
                  </a:lnTo>
                  <a:cubicBezTo>
                    <a:pt x="26019" y="10178"/>
                    <a:pt x="25803" y="10635"/>
                    <a:pt x="25774" y="10961"/>
                  </a:cubicBezTo>
                  <a:cubicBezTo>
                    <a:pt x="25774" y="10961"/>
                    <a:pt x="25685" y="11869"/>
                    <a:pt x="25122" y="12434"/>
                  </a:cubicBezTo>
                  <a:cubicBezTo>
                    <a:pt x="24634" y="12928"/>
                    <a:pt x="23990" y="13175"/>
                    <a:pt x="23347" y="13175"/>
                  </a:cubicBezTo>
                  <a:cubicBezTo>
                    <a:pt x="22709" y="13175"/>
                    <a:pt x="22072" y="12932"/>
                    <a:pt x="21586" y="12446"/>
                  </a:cubicBezTo>
                  <a:cubicBezTo>
                    <a:pt x="20608" y="11467"/>
                    <a:pt x="20613" y="9881"/>
                    <a:pt x="21598" y="8910"/>
                  </a:cubicBezTo>
                  <a:cubicBezTo>
                    <a:pt x="22163" y="8347"/>
                    <a:pt x="23071" y="8258"/>
                    <a:pt x="23071" y="8258"/>
                  </a:cubicBezTo>
                  <a:cubicBezTo>
                    <a:pt x="23395" y="8227"/>
                    <a:pt x="23850" y="8014"/>
                    <a:pt x="24080" y="7782"/>
                  </a:cubicBezTo>
                  <a:lnTo>
                    <a:pt x="24159" y="7709"/>
                  </a:lnTo>
                  <a:cubicBezTo>
                    <a:pt x="24389" y="7475"/>
                    <a:pt x="24389" y="7099"/>
                    <a:pt x="24159" y="6866"/>
                  </a:cubicBezTo>
                  <a:lnTo>
                    <a:pt x="17465" y="172"/>
                  </a:lnTo>
                  <a:cubicBezTo>
                    <a:pt x="17352" y="63"/>
                    <a:pt x="17201" y="1"/>
                    <a:pt x="1704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0" name="Google Shape;5430;p63"/>
            <p:cNvSpPr/>
            <p:nvPr/>
          </p:nvSpPr>
          <p:spPr>
            <a:xfrm flipH="1">
              <a:off x="451107" y="2189486"/>
              <a:ext cx="411261" cy="409845"/>
            </a:xfrm>
            <a:custGeom>
              <a:rect b="b" l="l" r="r" t="t"/>
              <a:pathLst>
                <a:path extrusionOk="0" h="34168" w="34286">
                  <a:moveTo>
                    <a:pt x="17145" y="1"/>
                  </a:moveTo>
                  <a:cubicBezTo>
                    <a:pt x="16992" y="1"/>
                    <a:pt x="16839" y="59"/>
                    <a:pt x="16722" y="176"/>
                  </a:cubicBezTo>
                  <a:lnTo>
                    <a:pt x="16686" y="210"/>
                  </a:lnTo>
                  <a:cubicBezTo>
                    <a:pt x="16681" y="215"/>
                    <a:pt x="16681" y="220"/>
                    <a:pt x="16676" y="225"/>
                  </a:cubicBezTo>
                  <a:lnTo>
                    <a:pt x="11966" y="4935"/>
                  </a:lnTo>
                  <a:lnTo>
                    <a:pt x="9984" y="6917"/>
                  </a:lnTo>
                  <a:cubicBezTo>
                    <a:pt x="9756" y="7149"/>
                    <a:pt x="9758" y="7521"/>
                    <a:pt x="9988" y="7751"/>
                  </a:cubicBezTo>
                  <a:lnTo>
                    <a:pt x="10048" y="7810"/>
                  </a:lnTo>
                  <a:cubicBezTo>
                    <a:pt x="10290" y="8021"/>
                    <a:pt x="10698" y="8211"/>
                    <a:pt x="11002" y="8239"/>
                  </a:cubicBezTo>
                  <a:cubicBezTo>
                    <a:pt x="11002" y="8239"/>
                    <a:pt x="11759" y="8319"/>
                    <a:pt x="12317" y="8760"/>
                  </a:cubicBezTo>
                  <a:cubicBezTo>
                    <a:pt x="12404" y="8821"/>
                    <a:pt x="12487" y="8887"/>
                    <a:pt x="12562" y="8963"/>
                  </a:cubicBezTo>
                  <a:cubicBezTo>
                    <a:pt x="13552" y="9938"/>
                    <a:pt x="13559" y="11536"/>
                    <a:pt x="12576" y="12516"/>
                  </a:cubicBezTo>
                  <a:cubicBezTo>
                    <a:pt x="12086" y="13006"/>
                    <a:pt x="11445" y="13250"/>
                    <a:pt x="10804" y="13250"/>
                  </a:cubicBezTo>
                  <a:cubicBezTo>
                    <a:pt x="10156" y="13250"/>
                    <a:pt x="9509" y="13001"/>
                    <a:pt x="9018" y="12502"/>
                  </a:cubicBezTo>
                  <a:cubicBezTo>
                    <a:pt x="8939" y="12421"/>
                    <a:pt x="8869" y="12335"/>
                    <a:pt x="8807" y="12241"/>
                  </a:cubicBezTo>
                  <a:cubicBezTo>
                    <a:pt x="8376" y="11683"/>
                    <a:pt x="8300" y="10944"/>
                    <a:pt x="8300" y="10944"/>
                  </a:cubicBezTo>
                  <a:cubicBezTo>
                    <a:pt x="8271" y="10652"/>
                    <a:pt x="8094" y="10264"/>
                    <a:pt x="7894" y="10017"/>
                  </a:cubicBezTo>
                  <a:cubicBezTo>
                    <a:pt x="7890" y="10013"/>
                    <a:pt x="7887" y="10008"/>
                    <a:pt x="7883" y="10005"/>
                  </a:cubicBezTo>
                  <a:lnTo>
                    <a:pt x="7810" y="9933"/>
                  </a:lnTo>
                  <a:cubicBezTo>
                    <a:pt x="7697" y="9818"/>
                    <a:pt x="7544" y="9756"/>
                    <a:pt x="7388" y="9756"/>
                  </a:cubicBezTo>
                  <a:cubicBezTo>
                    <a:pt x="7313" y="9756"/>
                    <a:pt x="7238" y="9770"/>
                    <a:pt x="7166" y="9799"/>
                  </a:cubicBezTo>
                  <a:cubicBezTo>
                    <a:pt x="7096" y="9828"/>
                    <a:pt x="7029" y="9871"/>
                    <a:pt x="6974" y="9924"/>
                  </a:cubicBezTo>
                  <a:lnTo>
                    <a:pt x="5908" y="10990"/>
                  </a:lnTo>
                  <a:lnTo>
                    <a:pt x="282" y="16618"/>
                  </a:lnTo>
                  <a:cubicBezTo>
                    <a:pt x="277" y="16623"/>
                    <a:pt x="270" y="16624"/>
                    <a:pt x="265" y="16628"/>
                  </a:cubicBezTo>
                  <a:lnTo>
                    <a:pt x="236" y="16662"/>
                  </a:lnTo>
                  <a:cubicBezTo>
                    <a:pt x="0" y="16896"/>
                    <a:pt x="0" y="17275"/>
                    <a:pt x="236" y="17510"/>
                  </a:cubicBezTo>
                  <a:lnTo>
                    <a:pt x="6965" y="24238"/>
                  </a:lnTo>
                  <a:cubicBezTo>
                    <a:pt x="7082" y="24355"/>
                    <a:pt x="7235" y="24414"/>
                    <a:pt x="7388" y="24414"/>
                  </a:cubicBezTo>
                  <a:cubicBezTo>
                    <a:pt x="7541" y="24414"/>
                    <a:pt x="7695" y="24355"/>
                    <a:pt x="7811" y="24238"/>
                  </a:cubicBezTo>
                  <a:lnTo>
                    <a:pt x="7882" y="24168"/>
                  </a:lnTo>
                  <a:cubicBezTo>
                    <a:pt x="8115" y="23932"/>
                    <a:pt x="8330" y="23478"/>
                    <a:pt x="8364" y="23150"/>
                  </a:cubicBezTo>
                  <a:cubicBezTo>
                    <a:pt x="8364" y="23150"/>
                    <a:pt x="8450" y="22237"/>
                    <a:pt x="9016" y="21669"/>
                  </a:cubicBezTo>
                  <a:cubicBezTo>
                    <a:pt x="9506" y="21169"/>
                    <a:pt x="10154" y="20919"/>
                    <a:pt x="10803" y="20919"/>
                  </a:cubicBezTo>
                  <a:cubicBezTo>
                    <a:pt x="11444" y="20919"/>
                    <a:pt x="12085" y="21163"/>
                    <a:pt x="12574" y="21653"/>
                  </a:cubicBezTo>
                  <a:cubicBezTo>
                    <a:pt x="13559" y="22637"/>
                    <a:pt x="13552" y="24236"/>
                    <a:pt x="12559" y="25211"/>
                  </a:cubicBezTo>
                  <a:cubicBezTo>
                    <a:pt x="11994" y="25777"/>
                    <a:pt x="11081" y="25867"/>
                    <a:pt x="11081" y="25867"/>
                  </a:cubicBezTo>
                  <a:cubicBezTo>
                    <a:pt x="10753" y="25898"/>
                    <a:pt x="10295" y="26116"/>
                    <a:pt x="10063" y="26346"/>
                  </a:cubicBezTo>
                  <a:lnTo>
                    <a:pt x="9989" y="26419"/>
                  </a:lnTo>
                  <a:cubicBezTo>
                    <a:pt x="9758" y="26653"/>
                    <a:pt x="9758" y="27030"/>
                    <a:pt x="9989" y="27264"/>
                  </a:cubicBezTo>
                  <a:lnTo>
                    <a:pt x="16722" y="33995"/>
                  </a:lnTo>
                  <a:cubicBezTo>
                    <a:pt x="16839" y="34110"/>
                    <a:pt x="16991" y="34168"/>
                    <a:pt x="17144" y="34168"/>
                  </a:cubicBezTo>
                  <a:cubicBezTo>
                    <a:pt x="17296" y="34168"/>
                    <a:pt x="17448" y="34110"/>
                    <a:pt x="17565" y="33995"/>
                  </a:cubicBezTo>
                  <a:lnTo>
                    <a:pt x="24296" y="27264"/>
                  </a:lnTo>
                  <a:cubicBezTo>
                    <a:pt x="24414" y="27148"/>
                    <a:pt x="24567" y="27090"/>
                    <a:pt x="24720" y="27090"/>
                  </a:cubicBezTo>
                  <a:cubicBezTo>
                    <a:pt x="24873" y="27090"/>
                    <a:pt x="25027" y="27148"/>
                    <a:pt x="25144" y="27264"/>
                  </a:cubicBezTo>
                  <a:lnTo>
                    <a:pt x="25264" y="27384"/>
                  </a:lnTo>
                  <a:cubicBezTo>
                    <a:pt x="25496" y="27619"/>
                    <a:pt x="25712" y="28077"/>
                    <a:pt x="25743" y="28402"/>
                  </a:cubicBezTo>
                  <a:cubicBezTo>
                    <a:pt x="25743" y="28402"/>
                    <a:pt x="25832" y="29315"/>
                    <a:pt x="26399" y="29883"/>
                  </a:cubicBezTo>
                  <a:cubicBezTo>
                    <a:pt x="26888" y="30368"/>
                    <a:pt x="27526" y="30611"/>
                    <a:pt x="28165" y="30611"/>
                  </a:cubicBezTo>
                  <a:cubicBezTo>
                    <a:pt x="28806" y="30611"/>
                    <a:pt x="29447" y="30366"/>
                    <a:pt x="29936" y="29878"/>
                  </a:cubicBezTo>
                  <a:cubicBezTo>
                    <a:pt x="30913" y="28901"/>
                    <a:pt x="30914" y="27319"/>
                    <a:pt x="29943" y="26340"/>
                  </a:cubicBezTo>
                  <a:lnTo>
                    <a:pt x="29943" y="26340"/>
                  </a:lnTo>
                  <a:lnTo>
                    <a:pt x="29943" y="26344"/>
                  </a:lnTo>
                  <a:cubicBezTo>
                    <a:pt x="29373" y="25774"/>
                    <a:pt x="28460" y="25688"/>
                    <a:pt x="28460" y="25688"/>
                  </a:cubicBezTo>
                  <a:cubicBezTo>
                    <a:pt x="28132" y="25654"/>
                    <a:pt x="27677" y="25439"/>
                    <a:pt x="27442" y="25206"/>
                  </a:cubicBezTo>
                  <a:lnTo>
                    <a:pt x="27322" y="25084"/>
                  </a:lnTo>
                  <a:cubicBezTo>
                    <a:pt x="27092" y="24851"/>
                    <a:pt x="27092" y="24475"/>
                    <a:pt x="27322" y="24241"/>
                  </a:cubicBezTo>
                  <a:lnTo>
                    <a:pt x="34054" y="17508"/>
                  </a:lnTo>
                  <a:cubicBezTo>
                    <a:pt x="34285" y="17275"/>
                    <a:pt x="34285" y="16897"/>
                    <a:pt x="34054" y="16664"/>
                  </a:cubicBezTo>
                  <a:lnTo>
                    <a:pt x="27322" y="9933"/>
                  </a:lnTo>
                  <a:cubicBezTo>
                    <a:pt x="27090" y="9698"/>
                    <a:pt x="27090" y="9320"/>
                    <a:pt x="27322" y="9085"/>
                  </a:cubicBezTo>
                  <a:lnTo>
                    <a:pt x="27327" y="9081"/>
                  </a:lnTo>
                  <a:cubicBezTo>
                    <a:pt x="27559" y="8848"/>
                    <a:pt x="28017" y="8635"/>
                    <a:pt x="28345" y="8601"/>
                  </a:cubicBezTo>
                  <a:cubicBezTo>
                    <a:pt x="28345" y="8601"/>
                    <a:pt x="29258" y="8515"/>
                    <a:pt x="29825" y="7947"/>
                  </a:cubicBezTo>
                  <a:cubicBezTo>
                    <a:pt x="30817" y="6972"/>
                    <a:pt x="30823" y="5372"/>
                    <a:pt x="29840" y="4389"/>
                  </a:cubicBezTo>
                  <a:cubicBezTo>
                    <a:pt x="29350" y="3899"/>
                    <a:pt x="28709" y="3655"/>
                    <a:pt x="28068" y="3655"/>
                  </a:cubicBezTo>
                  <a:cubicBezTo>
                    <a:pt x="27420" y="3655"/>
                    <a:pt x="26771" y="3905"/>
                    <a:pt x="26280" y="4404"/>
                  </a:cubicBezTo>
                  <a:cubicBezTo>
                    <a:pt x="25716" y="4969"/>
                    <a:pt x="25628" y="5887"/>
                    <a:pt x="25628" y="5887"/>
                  </a:cubicBezTo>
                  <a:cubicBezTo>
                    <a:pt x="25596" y="6210"/>
                    <a:pt x="25381" y="6670"/>
                    <a:pt x="25146" y="6903"/>
                  </a:cubicBezTo>
                  <a:lnTo>
                    <a:pt x="25144" y="6907"/>
                  </a:lnTo>
                  <a:cubicBezTo>
                    <a:pt x="25027" y="7023"/>
                    <a:pt x="24873" y="7081"/>
                    <a:pt x="24720" y="7081"/>
                  </a:cubicBezTo>
                  <a:cubicBezTo>
                    <a:pt x="24567" y="7081"/>
                    <a:pt x="24414" y="7023"/>
                    <a:pt x="24296" y="6907"/>
                  </a:cubicBezTo>
                  <a:lnTo>
                    <a:pt x="17567" y="176"/>
                  </a:lnTo>
                  <a:cubicBezTo>
                    <a:pt x="17450" y="59"/>
                    <a:pt x="17297" y="1"/>
                    <a:pt x="17145" y="1"/>
                  </a:cubicBezTo>
                  <a:close/>
                </a:path>
              </a:pathLst>
            </a:custGeom>
            <a:solidFill>
              <a:srgbClr val="DBE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31" name="Google Shape;5431;p63"/>
          <p:cNvGrpSpPr/>
          <p:nvPr/>
        </p:nvGrpSpPr>
        <p:grpSpPr>
          <a:xfrm>
            <a:off x="2320424" y="971306"/>
            <a:ext cx="711055" cy="745993"/>
            <a:chOff x="2496269" y="1171698"/>
            <a:chExt cx="761953" cy="799392"/>
          </a:xfrm>
        </p:grpSpPr>
        <p:grpSp>
          <p:nvGrpSpPr>
            <p:cNvPr id="5432" name="Google Shape;5432;p63"/>
            <p:cNvGrpSpPr/>
            <p:nvPr/>
          </p:nvGrpSpPr>
          <p:grpSpPr>
            <a:xfrm>
              <a:off x="2496269" y="1171698"/>
              <a:ext cx="761953" cy="723022"/>
              <a:chOff x="2496269" y="1171698"/>
              <a:chExt cx="761953" cy="723022"/>
            </a:xfrm>
          </p:grpSpPr>
          <p:sp>
            <p:nvSpPr>
              <p:cNvPr id="5433" name="Google Shape;5433;p63"/>
              <p:cNvSpPr/>
              <p:nvPr/>
            </p:nvSpPr>
            <p:spPr>
              <a:xfrm>
                <a:off x="2727495" y="1360642"/>
                <a:ext cx="175877" cy="207414"/>
              </a:xfrm>
              <a:custGeom>
                <a:rect b="b" l="l" r="r" t="t"/>
                <a:pathLst>
                  <a:path extrusionOk="0" h="32936" w="27928">
                    <a:moveTo>
                      <a:pt x="23" y="1"/>
                    </a:moveTo>
                    <a:cubicBezTo>
                      <a:pt x="8" y="305"/>
                      <a:pt x="0" y="607"/>
                      <a:pt x="0" y="910"/>
                    </a:cubicBezTo>
                    <a:cubicBezTo>
                      <a:pt x="0" y="18582"/>
                      <a:pt x="10658" y="32913"/>
                      <a:pt x="23811" y="32936"/>
                    </a:cubicBezTo>
                    <a:cubicBezTo>
                      <a:pt x="23827" y="32889"/>
                      <a:pt x="23841" y="32840"/>
                      <a:pt x="23857" y="32793"/>
                    </a:cubicBezTo>
                    <a:cubicBezTo>
                      <a:pt x="27927" y="20274"/>
                      <a:pt x="17588" y="5690"/>
                      <a:pt x="767" y="228"/>
                    </a:cubicBezTo>
                    <a:cubicBezTo>
                      <a:pt x="522" y="146"/>
                      <a:pt x="273" y="70"/>
                      <a:pt x="23"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4" name="Google Shape;5434;p63"/>
              <p:cNvSpPr/>
              <p:nvPr/>
            </p:nvSpPr>
            <p:spPr>
              <a:xfrm>
                <a:off x="2730750" y="1408371"/>
                <a:ext cx="108720" cy="144761"/>
              </a:xfrm>
              <a:custGeom>
                <a:rect b="b" l="l" r="r" t="t"/>
                <a:pathLst>
                  <a:path extrusionOk="0" h="22987" w="17264">
                    <a:moveTo>
                      <a:pt x="0" y="0"/>
                    </a:moveTo>
                    <a:lnTo>
                      <a:pt x="0" y="0"/>
                    </a:lnTo>
                    <a:cubicBezTo>
                      <a:pt x="1651" y="10456"/>
                      <a:pt x="7099" y="19031"/>
                      <a:pt x="14312" y="22986"/>
                    </a:cubicBezTo>
                    <a:cubicBezTo>
                      <a:pt x="14397" y="22780"/>
                      <a:pt x="14469" y="22572"/>
                      <a:pt x="14539" y="22357"/>
                    </a:cubicBezTo>
                    <a:cubicBezTo>
                      <a:pt x="17263" y="13961"/>
                      <a:pt x="10821" y="4262"/>
                      <a:pt x="0"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35" name="Google Shape;5435;p63"/>
              <p:cNvGrpSpPr/>
              <p:nvPr/>
            </p:nvGrpSpPr>
            <p:grpSpPr>
              <a:xfrm>
                <a:off x="2496269" y="1171698"/>
                <a:ext cx="761953" cy="723022"/>
                <a:chOff x="2496269" y="1120652"/>
                <a:chExt cx="761953" cy="723022"/>
              </a:xfrm>
            </p:grpSpPr>
            <p:grpSp>
              <p:nvGrpSpPr>
                <p:cNvPr id="5436" name="Google Shape;5436;p63"/>
                <p:cNvGrpSpPr/>
                <p:nvPr/>
              </p:nvGrpSpPr>
              <p:grpSpPr>
                <a:xfrm>
                  <a:off x="2496269" y="1120652"/>
                  <a:ext cx="761953" cy="723022"/>
                  <a:chOff x="2496269" y="1120652"/>
                  <a:chExt cx="761953" cy="723022"/>
                </a:xfrm>
              </p:grpSpPr>
              <p:grpSp>
                <p:nvGrpSpPr>
                  <p:cNvPr id="5437" name="Google Shape;5437;p63"/>
                  <p:cNvGrpSpPr/>
                  <p:nvPr/>
                </p:nvGrpSpPr>
                <p:grpSpPr>
                  <a:xfrm>
                    <a:off x="2496269" y="1304589"/>
                    <a:ext cx="407089" cy="305057"/>
                    <a:chOff x="2496269" y="1304589"/>
                    <a:chExt cx="407089" cy="305057"/>
                  </a:xfrm>
                </p:grpSpPr>
                <p:sp>
                  <p:nvSpPr>
                    <p:cNvPr id="5438" name="Google Shape;5438;p63"/>
                    <p:cNvSpPr/>
                    <p:nvPr/>
                  </p:nvSpPr>
                  <p:spPr>
                    <a:xfrm>
                      <a:off x="2496269" y="1304589"/>
                      <a:ext cx="407089" cy="305057"/>
                    </a:xfrm>
                    <a:custGeom>
                      <a:rect b="b" l="l" r="r" t="t"/>
                      <a:pathLst>
                        <a:path extrusionOk="0" h="48441" w="64643">
                          <a:moveTo>
                            <a:pt x="30753" y="1"/>
                          </a:moveTo>
                          <a:cubicBezTo>
                            <a:pt x="19553" y="1"/>
                            <a:pt x="7984" y="7486"/>
                            <a:pt x="2667" y="11431"/>
                          </a:cubicBezTo>
                          <a:cubicBezTo>
                            <a:pt x="790" y="12823"/>
                            <a:pt x="1" y="15251"/>
                            <a:pt x="700" y="17481"/>
                          </a:cubicBezTo>
                          <a:cubicBezTo>
                            <a:pt x="3088" y="25083"/>
                            <a:pt x="9784" y="42156"/>
                            <a:pt x="22752" y="46368"/>
                          </a:cubicBezTo>
                          <a:cubicBezTo>
                            <a:pt x="27079" y="47774"/>
                            <a:pt x="31415" y="48440"/>
                            <a:pt x="35536" y="48440"/>
                          </a:cubicBezTo>
                          <a:cubicBezTo>
                            <a:pt x="47434" y="48440"/>
                            <a:pt x="57553" y="42892"/>
                            <a:pt x="60574" y="33591"/>
                          </a:cubicBezTo>
                          <a:cubicBezTo>
                            <a:pt x="64643" y="21069"/>
                            <a:pt x="54305" y="6487"/>
                            <a:pt x="37486" y="1023"/>
                          </a:cubicBezTo>
                          <a:cubicBezTo>
                            <a:pt x="35294" y="311"/>
                            <a:pt x="33031" y="1"/>
                            <a:pt x="30753"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9" name="Google Shape;5439;p63"/>
                    <p:cNvSpPr/>
                    <p:nvPr/>
                  </p:nvSpPr>
                  <p:spPr>
                    <a:xfrm>
                      <a:off x="2553035" y="1348798"/>
                      <a:ext cx="287349" cy="215318"/>
                    </a:xfrm>
                    <a:custGeom>
                      <a:rect b="b" l="l" r="r" t="t"/>
                      <a:pathLst>
                        <a:path extrusionOk="0" h="34191" w="45629">
                          <a:moveTo>
                            <a:pt x="21708" y="1"/>
                          </a:moveTo>
                          <a:cubicBezTo>
                            <a:pt x="13802" y="1"/>
                            <a:pt x="5636" y="5284"/>
                            <a:pt x="1883" y="8068"/>
                          </a:cubicBezTo>
                          <a:cubicBezTo>
                            <a:pt x="558" y="9051"/>
                            <a:pt x="1" y="10765"/>
                            <a:pt x="495" y="12338"/>
                          </a:cubicBezTo>
                          <a:cubicBezTo>
                            <a:pt x="2180" y="17705"/>
                            <a:pt x="6907" y="29755"/>
                            <a:pt x="16060" y="32728"/>
                          </a:cubicBezTo>
                          <a:cubicBezTo>
                            <a:pt x="19114" y="33721"/>
                            <a:pt x="22174" y="34191"/>
                            <a:pt x="25083" y="34191"/>
                          </a:cubicBezTo>
                          <a:cubicBezTo>
                            <a:pt x="33482" y="34191"/>
                            <a:pt x="40624" y="30275"/>
                            <a:pt x="42758" y="23710"/>
                          </a:cubicBezTo>
                          <a:cubicBezTo>
                            <a:pt x="45629" y="14872"/>
                            <a:pt x="38332" y="4579"/>
                            <a:pt x="26460" y="722"/>
                          </a:cubicBezTo>
                          <a:cubicBezTo>
                            <a:pt x="24913" y="219"/>
                            <a:pt x="23316" y="1"/>
                            <a:pt x="21708"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40" name="Google Shape;5440;p63"/>
                  <p:cNvGrpSpPr/>
                  <p:nvPr/>
                </p:nvGrpSpPr>
                <p:grpSpPr>
                  <a:xfrm>
                    <a:off x="2586468" y="1493376"/>
                    <a:ext cx="358850" cy="349656"/>
                    <a:chOff x="2586468" y="1493376"/>
                    <a:chExt cx="358850" cy="349656"/>
                  </a:xfrm>
                </p:grpSpPr>
                <p:sp>
                  <p:nvSpPr>
                    <p:cNvPr id="5441" name="Google Shape;5441;p63"/>
                    <p:cNvSpPr/>
                    <p:nvPr/>
                  </p:nvSpPr>
                  <p:spPr>
                    <a:xfrm>
                      <a:off x="2586468" y="1493376"/>
                      <a:ext cx="358850" cy="349656"/>
                    </a:xfrm>
                    <a:custGeom>
                      <a:rect b="b" l="l" r="r" t="t"/>
                      <a:pathLst>
                        <a:path extrusionOk="0" h="55523" w="56983">
                          <a:moveTo>
                            <a:pt x="34707" y="1"/>
                          </a:moveTo>
                          <a:cubicBezTo>
                            <a:pt x="25495" y="1"/>
                            <a:pt x="15173" y="5595"/>
                            <a:pt x="8014" y="15449"/>
                          </a:cubicBezTo>
                          <a:cubicBezTo>
                            <a:pt x="0" y="26478"/>
                            <a:pt x="4618" y="44227"/>
                            <a:pt x="7155" y="51780"/>
                          </a:cubicBezTo>
                          <a:cubicBezTo>
                            <a:pt x="7899" y="53993"/>
                            <a:pt x="9963" y="55495"/>
                            <a:pt x="12300" y="55519"/>
                          </a:cubicBezTo>
                          <a:cubicBezTo>
                            <a:pt x="12540" y="55521"/>
                            <a:pt x="12789" y="55522"/>
                            <a:pt x="13047" y="55522"/>
                          </a:cubicBezTo>
                          <a:cubicBezTo>
                            <a:pt x="21360" y="55522"/>
                            <a:pt x="38815" y="54172"/>
                            <a:pt x="46588" y="43473"/>
                          </a:cubicBezTo>
                          <a:cubicBezTo>
                            <a:pt x="56983" y="29165"/>
                            <a:pt x="56776" y="11292"/>
                            <a:pt x="46123" y="3553"/>
                          </a:cubicBezTo>
                          <a:cubicBezTo>
                            <a:pt x="42808" y="1144"/>
                            <a:pt x="38871" y="1"/>
                            <a:pt x="3470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2" name="Google Shape;5442;p63"/>
                    <p:cNvSpPr/>
                    <p:nvPr/>
                  </p:nvSpPr>
                  <p:spPr>
                    <a:xfrm>
                      <a:off x="2637642" y="1547125"/>
                      <a:ext cx="253304" cy="246805"/>
                    </a:xfrm>
                    <a:custGeom>
                      <a:rect b="b" l="l" r="r" t="t"/>
                      <a:pathLst>
                        <a:path extrusionOk="0" h="39191" w="40223">
                          <a:moveTo>
                            <a:pt x="24498" y="0"/>
                          </a:moveTo>
                          <a:cubicBezTo>
                            <a:pt x="17996" y="0"/>
                            <a:pt x="10711" y="3949"/>
                            <a:pt x="5658" y="10904"/>
                          </a:cubicBezTo>
                          <a:cubicBezTo>
                            <a:pt x="0" y="18689"/>
                            <a:pt x="3260" y="31216"/>
                            <a:pt x="5050" y="36549"/>
                          </a:cubicBezTo>
                          <a:cubicBezTo>
                            <a:pt x="5576" y="38112"/>
                            <a:pt x="7034" y="39172"/>
                            <a:pt x="8683" y="39188"/>
                          </a:cubicBezTo>
                          <a:cubicBezTo>
                            <a:pt x="8850" y="39189"/>
                            <a:pt x="9023" y="39190"/>
                            <a:pt x="9202" y="39190"/>
                          </a:cubicBezTo>
                          <a:cubicBezTo>
                            <a:pt x="15067" y="39190"/>
                            <a:pt x="27395" y="38240"/>
                            <a:pt x="32884" y="30686"/>
                          </a:cubicBezTo>
                          <a:cubicBezTo>
                            <a:pt x="40222" y="20587"/>
                            <a:pt x="40075" y="7970"/>
                            <a:pt x="32557" y="2508"/>
                          </a:cubicBezTo>
                          <a:cubicBezTo>
                            <a:pt x="30217" y="807"/>
                            <a:pt x="27437" y="0"/>
                            <a:pt x="24498"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43" name="Google Shape;5443;p63"/>
                  <p:cNvGrpSpPr/>
                  <p:nvPr/>
                </p:nvGrpSpPr>
                <p:grpSpPr>
                  <a:xfrm>
                    <a:off x="2807939" y="1494024"/>
                    <a:ext cx="358857" cy="349650"/>
                    <a:chOff x="2807939" y="1494024"/>
                    <a:chExt cx="358857" cy="349650"/>
                  </a:xfrm>
                </p:grpSpPr>
                <p:sp>
                  <p:nvSpPr>
                    <p:cNvPr id="5444" name="Google Shape;5444;p63"/>
                    <p:cNvSpPr/>
                    <p:nvPr/>
                  </p:nvSpPr>
                  <p:spPr>
                    <a:xfrm>
                      <a:off x="2807939" y="1494024"/>
                      <a:ext cx="358857" cy="349650"/>
                    </a:xfrm>
                    <a:custGeom>
                      <a:rect b="b" l="l" r="r" t="t"/>
                      <a:pathLst>
                        <a:path extrusionOk="0" h="55522" w="56984">
                          <a:moveTo>
                            <a:pt x="22278" y="1"/>
                          </a:moveTo>
                          <a:cubicBezTo>
                            <a:pt x="18114" y="1"/>
                            <a:pt x="14176" y="1144"/>
                            <a:pt x="10859" y="3554"/>
                          </a:cubicBezTo>
                          <a:cubicBezTo>
                            <a:pt x="208" y="11292"/>
                            <a:pt x="0" y="29166"/>
                            <a:pt x="10397" y="43474"/>
                          </a:cubicBezTo>
                          <a:cubicBezTo>
                            <a:pt x="18169" y="54172"/>
                            <a:pt x="35625" y="55522"/>
                            <a:pt x="43938" y="55522"/>
                          </a:cubicBezTo>
                          <a:cubicBezTo>
                            <a:pt x="44195" y="55522"/>
                            <a:pt x="44444" y="55521"/>
                            <a:pt x="44684" y="55518"/>
                          </a:cubicBezTo>
                          <a:cubicBezTo>
                            <a:pt x="47019" y="55494"/>
                            <a:pt x="49085" y="53995"/>
                            <a:pt x="49830" y="51779"/>
                          </a:cubicBezTo>
                          <a:cubicBezTo>
                            <a:pt x="52366" y="44227"/>
                            <a:pt x="56984" y="26479"/>
                            <a:pt x="48970" y="15448"/>
                          </a:cubicBezTo>
                          <a:cubicBezTo>
                            <a:pt x="41810" y="5595"/>
                            <a:pt x="31490" y="1"/>
                            <a:pt x="22278"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5" name="Google Shape;5445;p63"/>
                    <p:cNvSpPr/>
                    <p:nvPr/>
                  </p:nvSpPr>
                  <p:spPr>
                    <a:xfrm>
                      <a:off x="2862324" y="1547767"/>
                      <a:ext cx="253292" cy="246805"/>
                    </a:xfrm>
                    <a:custGeom>
                      <a:rect b="b" l="l" r="r" t="t"/>
                      <a:pathLst>
                        <a:path extrusionOk="0" h="39191" w="40221">
                          <a:moveTo>
                            <a:pt x="15724" y="1"/>
                          </a:moveTo>
                          <a:cubicBezTo>
                            <a:pt x="12785" y="1"/>
                            <a:pt x="10006" y="808"/>
                            <a:pt x="7665" y="2508"/>
                          </a:cubicBezTo>
                          <a:cubicBezTo>
                            <a:pt x="146" y="7971"/>
                            <a:pt x="0" y="20586"/>
                            <a:pt x="7339" y="30686"/>
                          </a:cubicBezTo>
                          <a:cubicBezTo>
                            <a:pt x="12827" y="38240"/>
                            <a:pt x="25156" y="39191"/>
                            <a:pt x="31020" y="39191"/>
                          </a:cubicBezTo>
                          <a:cubicBezTo>
                            <a:pt x="31200" y="39191"/>
                            <a:pt x="31373" y="39190"/>
                            <a:pt x="31540" y="39188"/>
                          </a:cubicBezTo>
                          <a:cubicBezTo>
                            <a:pt x="33188" y="39171"/>
                            <a:pt x="34646" y="38111"/>
                            <a:pt x="35173" y="36549"/>
                          </a:cubicBezTo>
                          <a:cubicBezTo>
                            <a:pt x="36962" y="31218"/>
                            <a:pt x="40221" y="18689"/>
                            <a:pt x="34564" y="10904"/>
                          </a:cubicBezTo>
                          <a:cubicBezTo>
                            <a:pt x="29511" y="3949"/>
                            <a:pt x="22226" y="1"/>
                            <a:pt x="1572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46" name="Google Shape;5446;p63"/>
                  <p:cNvGrpSpPr/>
                  <p:nvPr/>
                </p:nvGrpSpPr>
                <p:grpSpPr>
                  <a:xfrm>
                    <a:off x="2851133" y="1305635"/>
                    <a:ext cx="407089" cy="305057"/>
                    <a:chOff x="2851133" y="1305635"/>
                    <a:chExt cx="407089" cy="305057"/>
                  </a:xfrm>
                </p:grpSpPr>
                <p:sp>
                  <p:nvSpPr>
                    <p:cNvPr id="5447" name="Google Shape;5447;p63"/>
                    <p:cNvSpPr/>
                    <p:nvPr/>
                  </p:nvSpPr>
                  <p:spPr>
                    <a:xfrm>
                      <a:off x="2851133" y="1305635"/>
                      <a:ext cx="407089" cy="305057"/>
                    </a:xfrm>
                    <a:custGeom>
                      <a:rect b="b" l="l" r="r" t="t"/>
                      <a:pathLst>
                        <a:path extrusionOk="0" h="48441" w="64643">
                          <a:moveTo>
                            <a:pt x="33890" y="0"/>
                          </a:moveTo>
                          <a:cubicBezTo>
                            <a:pt x="31613" y="0"/>
                            <a:pt x="29351" y="310"/>
                            <a:pt x="27159" y="1022"/>
                          </a:cubicBezTo>
                          <a:cubicBezTo>
                            <a:pt x="10340" y="6488"/>
                            <a:pt x="1" y="21070"/>
                            <a:pt x="4069" y="33592"/>
                          </a:cubicBezTo>
                          <a:cubicBezTo>
                            <a:pt x="7091" y="42892"/>
                            <a:pt x="17210" y="48440"/>
                            <a:pt x="29109" y="48440"/>
                          </a:cubicBezTo>
                          <a:cubicBezTo>
                            <a:pt x="33230" y="48440"/>
                            <a:pt x="37566" y="47775"/>
                            <a:pt x="41894" y="46368"/>
                          </a:cubicBezTo>
                          <a:cubicBezTo>
                            <a:pt x="54859" y="42156"/>
                            <a:pt x="61556" y="25084"/>
                            <a:pt x="63944" y="17481"/>
                          </a:cubicBezTo>
                          <a:cubicBezTo>
                            <a:pt x="64643" y="15252"/>
                            <a:pt x="63854" y="12824"/>
                            <a:pt x="61978" y="11431"/>
                          </a:cubicBezTo>
                          <a:cubicBezTo>
                            <a:pt x="56659" y="7487"/>
                            <a:pt x="45090" y="0"/>
                            <a:pt x="3389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8" name="Google Shape;5448;p63"/>
                    <p:cNvSpPr/>
                    <p:nvPr/>
                  </p:nvSpPr>
                  <p:spPr>
                    <a:xfrm>
                      <a:off x="2914108" y="1349849"/>
                      <a:ext cx="287349" cy="215324"/>
                    </a:xfrm>
                    <a:custGeom>
                      <a:rect b="b" l="l" r="r" t="t"/>
                      <a:pathLst>
                        <a:path extrusionOk="0" h="34192" w="45629">
                          <a:moveTo>
                            <a:pt x="23922" y="0"/>
                          </a:moveTo>
                          <a:cubicBezTo>
                            <a:pt x="22315" y="0"/>
                            <a:pt x="20718" y="219"/>
                            <a:pt x="19171" y="721"/>
                          </a:cubicBezTo>
                          <a:cubicBezTo>
                            <a:pt x="7297" y="4578"/>
                            <a:pt x="1" y="14871"/>
                            <a:pt x="2873" y="23711"/>
                          </a:cubicBezTo>
                          <a:cubicBezTo>
                            <a:pt x="5006" y="30275"/>
                            <a:pt x="12149" y="34191"/>
                            <a:pt x="20548" y="34191"/>
                          </a:cubicBezTo>
                          <a:cubicBezTo>
                            <a:pt x="23457" y="34191"/>
                            <a:pt x="26517" y="33722"/>
                            <a:pt x="29571" y="32729"/>
                          </a:cubicBezTo>
                          <a:cubicBezTo>
                            <a:pt x="38723" y="29754"/>
                            <a:pt x="43449" y="17704"/>
                            <a:pt x="45134" y="12339"/>
                          </a:cubicBezTo>
                          <a:cubicBezTo>
                            <a:pt x="45629" y="10764"/>
                            <a:pt x="45072" y="9052"/>
                            <a:pt x="43747" y="8069"/>
                          </a:cubicBezTo>
                          <a:cubicBezTo>
                            <a:pt x="39994" y="5284"/>
                            <a:pt x="31827" y="0"/>
                            <a:pt x="2392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49" name="Google Shape;5449;p63"/>
                  <p:cNvGrpSpPr/>
                  <p:nvPr/>
                </p:nvGrpSpPr>
                <p:grpSpPr>
                  <a:xfrm>
                    <a:off x="2727495" y="1120652"/>
                    <a:ext cx="300271" cy="396358"/>
                    <a:chOff x="2727495" y="1120652"/>
                    <a:chExt cx="300271" cy="396358"/>
                  </a:xfrm>
                </p:grpSpPr>
                <p:sp>
                  <p:nvSpPr>
                    <p:cNvPr id="5450" name="Google Shape;5450;p63"/>
                    <p:cNvSpPr/>
                    <p:nvPr/>
                  </p:nvSpPr>
                  <p:spPr>
                    <a:xfrm>
                      <a:off x="2727495" y="1120652"/>
                      <a:ext cx="300271" cy="396358"/>
                    </a:xfrm>
                    <a:custGeom>
                      <a:rect b="b" l="l" r="r" t="t"/>
                      <a:pathLst>
                        <a:path extrusionOk="0" h="62939" w="47681">
                          <a:moveTo>
                            <a:pt x="23841" y="1"/>
                          </a:moveTo>
                          <a:cubicBezTo>
                            <a:pt x="22726" y="1"/>
                            <a:pt x="21612" y="340"/>
                            <a:pt x="20660" y="1017"/>
                          </a:cubicBezTo>
                          <a:cubicBezTo>
                            <a:pt x="14168" y="5636"/>
                            <a:pt x="0" y="17280"/>
                            <a:pt x="0" y="30914"/>
                          </a:cubicBezTo>
                          <a:cubicBezTo>
                            <a:pt x="0" y="48601"/>
                            <a:pt x="10674" y="62939"/>
                            <a:pt x="23841" y="62939"/>
                          </a:cubicBezTo>
                          <a:cubicBezTo>
                            <a:pt x="37007" y="62939"/>
                            <a:pt x="47681" y="48600"/>
                            <a:pt x="47681" y="30914"/>
                          </a:cubicBezTo>
                          <a:cubicBezTo>
                            <a:pt x="47681" y="17280"/>
                            <a:pt x="33513" y="5636"/>
                            <a:pt x="27022" y="1017"/>
                          </a:cubicBezTo>
                          <a:cubicBezTo>
                            <a:pt x="26069" y="340"/>
                            <a:pt x="24955" y="1"/>
                            <a:pt x="2384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1" name="Google Shape;5451;p63"/>
                    <p:cNvSpPr/>
                    <p:nvPr/>
                  </p:nvSpPr>
                  <p:spPr>
                    <a:xfrm>
                      <a:off x="2771659" y="1178948"/>
                      <a:ext cx="211942" cy="279766"/>
                    </a:xfrm>
                    <a:custGeom>
                      <a:rect b="b" l="l" r="r" t="t"/>
                      <a:pathLst>
                        <a:path extrusionOk="0" h="44425" w="33655">
                          <a:moveTo>
                            <a:pt x="16828" y="0"/>
                          </a:moveTo>
                          <a:cubicBezTo>
                            <a:pt x="16042" y="0"/>
                            <a:pt x="15255" y="240"/>
                            <a:pt x="14583" y="718"/>
                          </a:cubicBezTo>
                          <a:cubicBezTo>
                            <a:pt x="10001" y="3978"/>
                            <a:pt x="1" y="12199"/>
                            <a:pt x="1" y="21821"/>
                          </a:cubicBezTo>
                          <a:cubicBezTo>
                            <a:pt x="1" y="34304"/>
                            <a:pt x="7534" y="44424"/>
                            <a:pt x="16828" y="44424"/>
                          </a:cubicBezTo>
                          <a:cubicBezTo>
                            <a:pt x="26121" y="44424"/>
                            <a:pt x="33654" y="34304"/>
                            <a:pt x="33654" y="21821"/>
                          </a:cubicBezTo>
                          <a:cubicBezTo>
                            <a:pt x="33654" y="12197"/>
                            <a:pt x="23654" y="3978"/>
                            <a:pt x="19072" y="718"/>
                          </a:cubicBezTo>
                          <a:cubicBezTo>
                            <a:pt x="18401" y="240"/>
                            <a:pt x="17615" y="0"/>
                            <a:pt x="16828"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452" name="Google Shape;5452;p63"/>
                <p:cNvGrpSpPr/>
                <p:nvPr/>
              </p:nvGrpSpPr>
              <p:grpSpPr>
                <a:xfrm>
                  <a:off x="2722305" y="1350460"/>
                  <a:ext cx="308357" cy="308344"/>
                  <a:chOff x="2722305" y="1350460"/>
                  <a:chExt cx="308357" cy="308344"/>
                </a:xfrm>
              </p:grpSpPr>
              <p:sp>
                <p:nvSpPr>
                  <p:cNvPr id="5453" name="Google Shape;5453;p63"/>
                  <p:cNvSpPr/>
                  <p:nvPr/>
                </p:nvSpPr>
                <p:spPr>
                  <a:xfrm>
                    <a:off x="2722305" y="1350460"/>
                    <a:ext cx="308357" cy="308344"/>
                  </a:xfrm>
                  <a:custGeom>
                    <a:rect b="b" l="l" r="r" t="t"/>
                    <a:pathLst>
                      <a:path extrusionOk="0" h="48963" w="48965">
                        <a:moveTo>
                          <a:pt x="24483" y="0"/>
                        </a:moveTo>
                        <a:cubicBezTo>
                          <a:pt x="17990" y="0"/>
                          <a:pt x="11762" y="2578"/>
                          <a:pt x="7172" y="7170"/>
                        </a:cubicBezTo>
                        <a:cubicBezTo>
                          <a:pt x="2580" y="11762"/>
                          <a:pt x="0" y="17988"/>
                          <a:pt x="0" y="24481"/>
                        </a:cubicBezTo>
                        <a:cubicBezTo>
                          <a:pt x="0" y="30974"/>
                          <a:pt x="2580" y="37202"/>
                          <a:pt x="7172" y="41792"/>
                        </a:cubicBezTo>
                        <a:cubicBezTo>
                          <a:pt x="11762" y="46384"/>
                          <a:pt x="17990" y="48962"/>
                          <a:pt x="24483" y="48962"/>
                        </a:cubicBezTo>
                        <a:cubicBezTo>
                          <a:pt x="30976" y="48962"/>
                          <a:pt x="37202" y="46384"/>
                          <a:pt x="41794" y="41792"/>
                        </a:cubicBezTo>
                        <a:cubicBezTo>
                          <a:pt x="46386" y="37202"/>
                          <a:pt x="48964" y="30974"/>
                          <a:pt x="48964" y="24481"/>
                        </a:cubicBezTo>
                        <a:cubicBezTo>
                          <a:pt x="48964" y="17988"/>
                          <a:pt x="46386" y="11762"/>
                          <a:pt x="41794" y="7170"/>
                        </a:cubicBezTo>
                        <a:cubicBezTo>
                          <a:pt x="37202" y="2578"/>
                          <a:pt x="30976" y="0"/>
                          <a:pt x="2448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54" name="Google Shape;5454;p63"/>
                  <p:cNvGrpSpPr/>
                  <p:nvPr/>
                </p:nvGrpSpPr>
                <p:grpSpPr>
                  <a:xfrm>
                    <a:off x="2725064" y="1364529"/>
                    <a:ext cx="297954" cy="280182"/>
                    <a:chOff x="2725064" y="1364529"/>
                    <a:chExt cx="297954" cy="280182"/>
                  </a:xfrm>
                </p:grpSpPr>
                <p:sp>
                  <p:nvSpPr>
                    <p:cNvPr id="5455" name="Google Shape;5455;p63"/>
                    <p:cNvSpPr/>
                    <p:nvPr/>
                  </p:nvSpPr>
                  <p:spPr>
                    <a:xfrm>
                      <a:off x="2743100" y="1541306"/>
                      <a:ext cx="133551" cy="103405"/>
                    </a:xfrm>
                    <a:custGeom>
                      <a:rect b="b" l="l" r="r" t="t"/>
                      <a:pathLst>
                        <a:path extrusionOk="0" h="16420" w="21207">
                          <a:moveTo>
                            <a:pt x="3036" y="0"/>
                          </a:moveTo>
                          <a:lnTo>
                            <a:pt x="0" y="986"/>
                          </a:lnTo>
                          <a:cubicBezTo>
                            <a:pt x="722" y="3230"/>
                            <a:pt x="1796" y="5346"/>
                            <a:pt x="3182" y="7254"/>
                          </a:cubicBezTo>
                          <a:cubicBezTo>
                            <a:pt x="7535" y="13245"/>
                            <a:pt x="14318" y="16420"/>
                            <a:pt x="21196" y="16420"/>
                          </a:cubicBezTo>
                          <a:cubicBezTo>
                            <a:pt x="21200" y="16420"/>
                            <a:pt x="21203" y="16420"/>
                            <a:pt x="21207" y="16420"/>
                          </a:cubicBezTo>
                          <a:lnTo>
                            <a:pt x="21207" y="13228"/>
                          </a:lnTo>
                          <a:cubicBezTo>
                            <a:pt x="21203" y="13228"/>
                            <a:pt x="21200" y="13228"/>
                            <a:pt x="21196" y="13228"/>
                          </a:cubicBezTo>
                          <a:cubicBezTo>
                            <a:pt x="15304" y="13228"/>
                            <a:pt x="9492" y="10509"/>
                            <a:pt x="5763" y="5378"/>
                          </a:cubicBezTo>
                          <a:cubicBezTo>
                            <a:pt x="4574" y="3741"/>
                            <a:pt x="3654" y="1926"/>
                            <a:pt x="3036"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6" name="Google Shape;5456;p63"/>
                    <p:cNvSpPr/>
                    <p:nvPr/>
                  </p:nvSpPr>
                  <p:spPr>
                    <a:xfrm>
                      <a:off x="2946887" y="1391180"/>
                      <a:ext cx="76130" cy="156241"/>
                    </a:xfrm>
                    <a:custGeom>
                      <a:rect b="b" l="l" r="r" t="t"/>
                      <a:pathLst>
                        <a:path extrusionOk="0" h="24810" w="12089">
                          <a:moveTo>
                            <a:pt x="1876" y="0"/>
                          </a:moveTo>
                          <a:lnTo>
                            <a:pt x="0" y="2583"/>
                          </a:lnTo>
                          <a:cubicBezTo>
                            <a:pt x="1626" y="3761"/>
                            <a:pt x="3057" y="5189"/>
                            <a:pt x="4237" y="6815"/>
                          </a:cubicBezTo>
                          <a:cubicBezTo>
                            <a:pt x="7945" y="11917"/>
                            <a:pt x="8749" y="18242"/>
                            <a:pt x="6967" y="23823"/>
                          </a:cubicBezTo>
                          <a:lnTo>
                            <a:pt x="10002" y="24809"/>
                          </a:lnTo>
                          <a:cubicBezTo>
                            <a:pt x="12089" y="18290"/>
                            <a:pt x="11151" y="10899"/>
                            <a:pt x="6820" y="4938"/>
                          </a:cubicBezTo>
                          <a:cubicBezTo>
                            <a:pt x="5442" y="3041"/>
                            <a:pt x="3774" y="1375"/>
                            <a:pt x="187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7" name="Google Shape;5457;p63"/>
                    <p:cNvSpPr/>
                    <p:nvPr/>
                  </p:nvSpPr>
                  <p:spPr>
                    <a:xfrm>
                      <a:off x="2794481" y="1364529"/>
                      <a:ext cx="164226" cy="42924"/>
                    </a:xfrm>
                    <a:custGeom>
                      <a:rect b="b" l="l" r="r" t="t"/>
                      <a:pathLst>
                        <a:path extrusionOk="0" h="6816" w="26078">
                          <a:moveTo>
                            <a:pt x="12998" y="1"/>
                          </a:moveTo>
                          <a:cubicBezTo>
                            <a:pt x="8487" y="1"/>
                            <a:pt x="3935" y="1369"/>
                            <a:pt x="0" y="4210"/>
                          </a:cubicBezTo>
                          <a:lnTo>
                            <a:pt x="1876" y="6793"/>
                          </a:lnTo>
                          <a:cubicBezTo>
                            <a:pt x="5245" y="4363"/>
                            <a:pt x="9141" y="3193"/>
                            <a:pt x="13002" y="3193"/>
                          </a:cubicBezTo>
                          <a:cubicBezTo>
                            <a:pt x="16976" y="3193"/>
                            <a:pt x="20914" y="4433"/>
                            <a:pt x="24201" y="6815"/>
                          </a:cubicBezTo>
                          <a:lnTo>
                            <a:pt x="26077" y="4232"/>
                          </a:lnTo>
                          <a:cubicBezTo>
                            <a:pt x="22239" y="1449"/>
                            <a:pt x="17641" y="1"/>
                            <a:pt x="1299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8" name="Google Shape;5458;p63"/>
                    <p:cNvSpPr/>
                    <p:nvPr/>
                  </p:nvSpPr>
                  <p:spPr>
                    <a:xfrm>
                      <a:off x="2876645" y="1541193"/>
                      <a:ext cx="133243" cy="103518"/>
                    </a:xfrm>
                    <a:custGeom>
                      <a:rect b="b" l="l" r="r" t="t"/>
                      <a:pathLst>
                        <a:path extrusionOk="0" h="16438" w="21158">
                          <a:moveTo>
                            <a:pt x="18123" y="1"/>
                          </a:moveTo>
                          <a:cubicBezTo>
                            <a:pt x="16894" y="3864"/>
                            <a:pt x="14459" y="7233"/>
                            <a:pt x="11175" y="9612"/>
                          </a:cubicBezTo>
                          <a:cubicBezTo>
                            <a:pt x="7931" y="11974"/>
                            <a:pt x="4021" y="13246"/>
                            <a:pt x="8" y="13246"/>
                          </a:cubicBezTo>
                          <a:cubicBezTo>
                            <a:pt x="6" y="13246"/>
                            <a:pt x="3" y="13246"/>
                            <a:pt x="1" y="13246"/>
                          </a:cubicBezTo>
                          <a:lnTo>
                            <a:pt x="1" y="16438"/>
                          </a:lnTo>
                          <a:cubicBezTo>
                            <a:pt x="4532" y="16436"/>
                            <a:pt x="9106" y="15060"/>
                            <a:pt x="13053" y="12192"/>
                          </a:cubicBezTo>
                          <a:cubicBezTo>
                            <a:pt x="17030" y="9301"/>
                            <a:pt x="19767" y="5338"/>
                            <a:pt x="21157" y="988"/>
                          </a:cubicBezTo>
                          <a:lnTo>
                            <a:pt x="18123"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9" name="Google Shape;5459;p63"/>
                    <p:cNvSpPr/>
                    <p:nvPr/>
                  </p:nvSpPr>
                  <p:spPr>
                    <a:xfrm>
                      <a:off x="2725064" y="1391035"/>
                      <a:ext cx="81238" cy="156487"/>
                    </a:xfrm>
                    <a:custGeom>
                      <a:rect b="b" l="l" r="r" t="t"/>
                      <a:pathLst>
                        <a:path extrusionOk="0" h="24849" w="12900">
                          <a:moveTo>
                            <a:pt x="11023" y="1"/>
                          </a:moveTo>
                          <a:cubicBezTo>
                            <a:pt x="11006" y="13"/>
                            <a:pt x="10987" y="26"/>
                            <a:pt x="10967" y="39"/>
                          </a:cubicBezTo>
                          <a:cubicBezTo>
                            <a:pt x="2989" y="5836"/>
                            <a:pt x="1" y="15945"/>
                            <a:pt x="2866" y="24848"/>
                          </a:cubicBezTo>
                          <a:lnTo>
                            <a:pt x="5900" y="23861"/>
                          </a:lnTo>
                          <a:cubicBezTo>
                            <a:pt x="3451" y="16238"/>
                            <a:pt x="6012" y="7585"/>
                            <a:pt x="12845" y="2622"/>
                          </a:cubicBezTo>
                          <a:cubicBezTo>
                            <a:pt x="12862" y="2608"/>
                            <a:pt x="12882" y="2597"/>
                            <a:pt x="12899" y="2584"/>
                          </a:cubicBezTo>
                          <a:lnTo>
                            <a:pt x="11023" y="1"/>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sp>
          <p:nvSpPr>
            <p:cNvPr id="5460" name="Google Shape;5460;p63"/>
            <p:cNvSpPr/>
            <p:nvPr/>
          </p:nvSpPr>
          <p:spPr>
            <a:xfrm>
              <a:off x="2621966" y="1245876"/>
              <a:ext cx="114832" cy="86149"/>
            </a:xfrm>
            <a:custGeom>
              <a:rect b="b" l="l" r="r" t="t"/>
              <a:pathLst>
                <a:path extrusionOk="0" h="7716" w="10285">
                  <a:moveTo>
                    <a:pt x="10284" y="1"/>
                  </a:moveTo>
                  <a:lnTo>
                    <a:pt x="7413" y="282"/>
                  </a:lnTo>
                  <a:lnTo>
                    <a:pt x="7949" y="1144"/>
                  </a:lnTo>
                  <a:cubicBezTo>
                    <a:pt x="4966" y="2788"/>
                    <a:pt x="2280" y="4920"/>
                    <a:pt x="0" y="7451"/>
                  </a:cubicBezTo>
                  <a:lnTo>
                    <a:pt x="294" y="7716"/>
                  </a:lnTo>
                  <a:cubicBezTo>
                    <a:pt x="2547" y="5212"/>
                    <a:pt x="5206" y="3102"/>
                    <a:pt x="8156" y="1479"/>
                  </a:cubicBezTo>
                  <a:lnTo>
                    <a:pt x="8760" y="245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1" name="Google Shape;5461;p63"/>
            <p:cNvSpPr/>
            <p:nvPr/>
          </p:nvSpPr>
          <p:spPr>
            <a:xfrm>
              <a:off x="2517909" y="1600456"/>
              <a:ext cx="54396" cy="134951"/>
            </a:xfrm>
            <a:custGeom>
              <a:rect b="b" l="l" r="r" t="t"/>
              <a:pathLst>
                <a:path extrusionOk="0" h="12087" w="4872">
                  <a:moveTo>
                    <a:pt x="4871" y="11889"/>
                  </a:moveTo>
                  <a:cubicBezTo>
                    <a:pt x="3186" y="8971"/>
                    <a:pt x="2004" y="5793"/>
                    <a:pt x="1370" y="2482"/>
                  </a:cubicBezTo>
                  <a:lnTo>
                    <a:pt x="2481" y="2209"/>
                  </a:lnTo>
                  <a:lnTo>
                    <a:pt x="620" y="0"/>
                  </a:lnTo>
                  <a:lnTo>
                    <a:pt x="1" y="2820"/>
                  </a:lnTo>
                  <a:lnTo>
                    <a:pt x="987" y="2578"/>
                  </a:lnTo>
                  <a:cubicBezTo>
                    <a:pt x="1629" y="5923"/>
                    <a:pt x="2827" y="9136"/>
                    <a:pt x="4530" y="12087"/>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2" name="Google Shape;5462;p63"/>
            <p:cNvSpPr/>
            <p:nvPr/>
          </p:nvSpPr>
          <p:spPr>
            <a:xfrm>
              <a:off x="3174265" y="1614044"/>
              <a:ext cx="46346" cy="135275"/>
            </a:xfrm>
            <a:custGeom>
              <a:rect b="b" l="l" r="r" t="t"/>
              <a:pathLst>
                <a:path extrusionOk="0" h="12116" w="4151">
                  <a:moveTo>
                    <a:pt x="4150" y="41"/>
                  </a:moveTo>
                  <a:lnTo>
                    <a:pt x="3759" y="0"/>
                  </a:lnTo>
                  <a:cubicBezTo>
                    <a:pt x="3405" y="3350"/>
                    <a:pt x="2494" y="6618"/>
                    <a:pt x="1059" y="9668"/>
                  </a:cubicBezTo>
                  <a:lnTo>
                    <a:pt x="0" y="9237"/>
                  </a:lnTo>
                  <a:lnTo>
                    <a:pt x="208" y="12116"/>
                  </a:lnTo>
                  <a:lnTo>
                    <a:pt x="2367" y="10200"/>
                  </a:lnTo>
                  <a:lnTo>
                    <a:pt x="1426" y="9817"/>
                  </a:lnTo>
                  <a:cubicBezTo>
                    <a:pt x="2873" y="6733"/>
                    <a:pt x="3793" y="3429"/>
                    <a:pt x="4150" y="4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3" name="Google Shape;5463;p63"/>
            <p:cNvSpPr/>
            <p:nvPr/>
          </p:nvSpPr>
          <p:spPr>
            <a:xfrm>
              <a:off x="3023194" y="1254350"/>
              <a:ext cx="116417" cy="83525"/>
            </a:xfrm>
            <a:custGeom>
              <a:rect b="b" l="l" r="r" t="t"/>
              <a:pathLst>
                <a:path extrusionOk="0" h="7481" w="10427">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4" name="Google Shape;5464;p63"/>
            <p:cNvSpPr/>
            <p:nvPr/>
          </p:nvSpPr>
          <p:spPr>
            <a:xfrm rot="8660313">
              <a:off x="2818264" y="1861446"/>
              <a:ext cx="116433" cy="83536"/>
            </a:xfrm>
            <a:custGeom>
              <a:rect b="b" l="l" r="r" t="t"/>
              <a:pathLst>
                <a:path extrusionOk="0" h="7481" w="10427">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65" name="Google Shape;5465;p63"/>
          <p:cNvGrpSpPr/>
          <p:nvPr/>
        </p:nvGrpSpPr>
        <p:grpSpPr>
          <a:xfrm>
            <a:off x="3909124" y="2727412"/>
            <a:ext cx="1569144" cy="591015"/>
            <a:chOff x="3820100" y="3023049"/>
            <a:chExt cx="1303926" cy="491162"/>
          </a:xfrm>
        </p:grpSpPr>
        <p:grpSp>
          <p:nvGrpSpPr>
            <p:cNvPr id="5466" name="Google Shape;5466;p63"/>
            <p:cNvGrpSpPr/>
            <p:nvPr/>
          </p:nvGrpSpPr>
          <p:grpSpPr>
            <a:xfrm>
              <a:off x="3820100" y="3023072"/>
              <a:ext cx="1303926" cy="491139"/>
              <a:chOff x="3820100" y="3023072"/>
              <a:chExt cx="1303926" cy="491139"/>
            </a:xfrm>
          </p:grpSpPr>
          <p:sp>
            <p:nvSpPr>
              <p:cNvPr id="5467" name="Google Shape;5467;p63"/>
              <p:cNvSpPr/>
              <p:nvPr/>
            </p:nvSpPr>
            <p:spPr>
              <a:xfrm>
                <a:off x="3820100" y="3023072"/>
                <a:ext cx="505424" cy="491139"/>
              </a:xfrm>
              <a:custGeom>
                <a:rect b="b" l="l" r="r" t="t"/>
                <a:pathLst>
                  <a:path extrusionOk="0" h="43940" w="45218">
                    <a:moveTo>
                      <a:pt x="0" y="0"/>
                    </a:moveTo>
                    <a:cubicBezTo>
                      <a:pt x="0" y="24200"/>
                      <a:pt x="19796" y="43939"/>
                      <a:pt x="44111" y="43939"/>
                    </a:cubicBezTo>
                    <a:lnTo>
                      <a:pt x="45218" y="43939"/>
                    </a:lnTo>
                    <a:lnTo>
                      <a:pt x="45218" y="34795"/>
                    </a:lnTo>
                    <a:lnTo>
                      <a:pt x="44111" y="34795"/>
                    </a:lnTo>
                    <a:cubicBezTo>
                      <a:pt x="24972" y="34795"/>
                      <a:pt x="9345" y="19439"/>
                      <a:pt x="9103" y="450"/>
                    </a:cubicBezTo>
                    <a:cubicBezTo>
                      <a:pt x="9103" y="301"/>
                      <a:pt x="9100" y="150"/>
                      <a:pt x="9100"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8" name="Google Shape;5468;p63"/>
              <p:cNvSpPr/>
              <p:nvPr/>
            </p:nvSpPr>
            <p:spPr>
              <a:xfrm>
                <a:off x="4323828" y="3411976"/>
                <a:ext cx="800197" cy="102229"/>
              </a:xfrm>
              <a:custGeom>
                <a:rect b="b" l="l" r="r" t="t"/>
                <a:pathLst>
                  <a:path extrusionOk="0" h="9146" w="71590">
                    <a:moveTo>
                      <a:pt x="1" y="1"/>
                    </a:moveTo>
                    <a:lnTo>
                      <a:pt x="1" y="9145"/>
                    </a:lnTo>
                    <a:lnTo>
                      <a:pt x="71589" y="9145"/>
                    </a:lnTo>
                    <a:lnTo>
                      <a:pt x="71589"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69" name="Google Shape;5469;p63"/>
            <p:cNvGrpSpPr/>
            <p:nvPr/>
          </p:nvGrpSpPr>
          <p:grpSpPr>
            <a:xfrm>
              <a:off x="4132439" y="3023645"/>
              <a:ext cx="393633" cy="177096"/>
              <a:chOff x="4132439" y="3023645"/>
              <a:chExt cx="393633" cy="177096"/>
            </a:xfrm>
          </p:grpSpPr>
          <p:sp>
            <p:nvSpPr>
              <p:cNvPr id="5470" name="Google Shape;5470;p63"/>
              <p:cNvSpPr/>
              <p:nvPr/>
            </p:nvSpPr>
            <p:spPr>
              <a:xfrm>
                <a:off x="4132439" y="3023645"/>
                <a:ext cx="190085" cy="177096"/>
              </a:xfrm>
              <a:custGeom>
                <a:rect b="b" l="l" r="r" t="t"/>
                <a:pathLst>
                  <a:path extrusionOk="0" h="15844" w="17006">
                    <a:moveTo>
                      <a:pt x="0" y="1"/>
                    </a:moveTo>
                    <a:cubicBezTo>
                      <a:pt x="0" y="5035"/>
                      <a:pt x="2405" y="9521"/>
                      <a:pt x="6124" y="12423"/>
                    </a:cubicBezTo>
                    <a:cubicBezTo>
                      <a:pt x="8932" y="14639"/>
                      <a:pt x="12404" y="15844"/>
                      <a:pt x="15981" y="15844"/>
                    </a:cubicBezTo>
                    <a:lnTo>
                      <a:pt x="17005" y="15844"/>
                    </a:lnTo>
                    <a:lnTo>
                      <a:pt x="17005" y="6962"/>
                    </a:lnTo>
                    <a:lnTo>
                      <a:pt x="15905" y="6962"/>
                    </a:lnTo>
                    <a:cubicBezTo>
                      <a:pt x="12043" y="6962"/>
                      <a:pt x="8822" y="3862"/>
                      <a:pt x="8822"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1" name="Google Shape;5471;p63"/>
              <p:cNvSpPr/>
              <p:nvPr/>
            </p:nvSpPr>
            <p:spPr>
              <a:xfrm>
                <a:off x="4318649" y="3101461"/>
                <a:ext cx="207423" cy="99267"/>
              </a:xfrm>
              <a:custGeom>
                <a:rect b="b" l="l" r="r" t="t"/>
                <a:pathLst>
                  <a:path extrusionOk="0" h="8881" w="18211">
                    <a:moveTo>
                      <a:pt x="0" y="0"/>
                    </a:moveTo>
                    <a:lnTo>
                      <a:pt x="0" y="8880"/>
                    </a:lnTo>
                    <a:lnTo>
                      <a:pt x="18210" y="8880"/>
                    </a:lnTo>
                    <a:lnTo>
                      <a:pt x="18210"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72" name="Google Shape;5472;p63"/>
            <p:cNvGrpSpPr/>
            <p:nvPr/>
          </p:nvGrpSpPr>
          <p:grpSpPr>
            <a:xfrm>
              <a:off x="3921811" y="3023049"/>
              <a:ext cx="1002397" cy="388943"/>
              <a:chOff x="3921811" y="3023049"/>
              <a:chExt cx="1002397" cy="388943"/>
            </a:xfrm>
          </p:grpSpPr>
          <p:sp>
            <p:nvSpPr>
              <p:cNvPr id="5473" name="Google Shape;5473;p63"/>
              <p:cNvSpPr/>
              <p:nvPr/>
            </p:nvSpPr>
            <p:spPr>
              <a:xfrm>
                <a:off x="3921811" y="3023049"/>
                <a:ext cx="403709" cy="388943"/>
              </a:xfrm>
              <a:custGeom>
                <a:rect b="b" l="l" r="r" t="t"/>
                <a:pathLst>
                  <a:path extrusionOk="0" h="34797" w="36118">
                    <a:moveTo>
                      <a:pt x="0" y="1"/>
                    </a:moveTo>
                    <a:cubicBezTo>
                      <a:pt x="0" y="152"/>
                      <a:pt x="3" y="301"/>
                      <a:pt x="3" y="452"/>
                    </a:cubicBezTo>
                    <a:cubicBezTo>
                      <a:pt x="245" y="19441"/>
                      <a:pt x="15879" y="34797"/>
                      <a:pt x="35018" y="34797"/>
                    </a:cubicBezTo>
                    <a:lnTo>
                      <a:pt x="36118" y="34797"/>
                    </a:lnTo>
                    <a:lnTo>
                      <a:pt x="36118" y="25652"/>
                    </a:lnTo>
                    <a:lnTo>
                      <a:pt x="34843" y="25652"/>
                    </a:lnTo>
                    <a:lnTo>
                      <a:pt x="34798" y="25632"/>
                    </a:lnTo>
                    <a:cubicBezTo>
                      <a:pt x="20649" y="25575"/>
                      <a:pt x="9181" y="14193"/>
                      <a:pt x="9115" y="123"/>
                    </a:cubicBezTo>
                    <a:cubicBezTo>
                      <a:pt x="9115" y="81"/>
                      <a:pt x="9108" y="42"/>
                      <a:pt x="910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4" name="Google Shape;5474;p63"/>
              <p:cNvSpPr/>
              <p:nvPr/>
            </p:nvSpPr>
            <p:spPr>
              <a:xfrm>
                <a:off x="4322109" y="3309770"/>
                <a:ext cx="602098" cy="102218"/>
              </a:xfrm>
              <a:custGeom>
                <a:rect b="b" l="l" r="r" t="t"/>
                <a:pathLst>
                  <a:path extrusionOk="0" h="9145" w="53867">
                    <a:moveTo>
                      <a:pt x="1" y="0"/>
                    </a:moveTo>
                    <a:lnTo>
                      <a:pt x="1" y="9145"/>
                    </a:lnTo>
                    <a:lnTo>
                      <a:pt x="53867" y="9145"/>
                    </a:lnTo>
                    <a:lnTo>
                      <a:pt x="53867"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75" name="Google Shape;5475;p63"/>
            <p:cNvGrpSpPr/>
            <p:nvPr/>
          </p:nvGrpSpPr>
          <p:grpSpPr>
            <a:xfrm>
              <a:off x="4023645" y="3023049"/>
              <a:ext cx="683032" cy="286722"/>
              <a:chOff x="4023645" y="3023049"/>
              <a:chExt cx="683032" cy="286722"/>
            </a:xfrm>
          </p:grpSpPr>
          <p:sp>
            <p:nvSpPr>
              <p:cNvPr id="5476" name="Google Shape;5476;p63"/>
              <p:cNvSpPr/>
              <p:nvPr/>
            </p:nvSpPr>
            <p:spPr>
              <a:xfrm>
                <a:off x="4023645" y="3023049"/>
                <a:ext cx="300664" cy="286524"/>
              </a:xfrm>
              <a:custGeom>
                <a:rect b="b" l="l" r="r" t="t"/>
                <a:pathLst>
                  <a:path extrusionOk="0" h="25634" w="26899">
                    <a:moveTo>
                      <a:pt x="1" y="1"/>
                    </a:moveTo>
                    <a:cubicBezTo>
                      <a:pt x="1" y="42"/>
                      <a:pt x="4" y="81"/>
                      <a:pt x="4" y="121"/>
                    </a:cubicBezTo>
                    <a:cubicBezTo>
                      <a:pt x="70" y="14193"/>
                      <a:pt x="11538" y="25575"/>
                      <a:pt x="25687" y="25630"/>
                    </a:cubicBezTo>
                    <a:cubicBezTo>
                      <a:pt x="25723" y="25630"/>
                      <a:pt x="25757" y="25634"/>
                      <a:pt x="25792" y="25634"/>
                    </a:cubicBezTo>
                    <a:lnTo>
                      <a:pt x="26899" y="25634"/>
                    </a:lnTo>
                    <a:lnTo>
                      <a:pt x="26899" y="15842"/>
                    </a:lnTo>
                    <a:lnTo>
                      <a:pt x="25768" y="15842"/>
                    </a:lnTo>
                    <a:cubicBezTo>
                      <a:pt x="22191" y="15842"/>
                      <a:pt x="18719" y="14637"/>
                      <a:pt x="15911" y="12423"/>
                    </a:cubicBezTo>
                    <a:cubicBezTo>
                      <a:pt x="12192" y="9521"/>
                      <a:pt x="9787" y="5035"/>
                      <a:pt x="978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7" name="Google Shape;5477;p63"/>
              <p:cNvSpPr/>
              <p:nvPr/>
            </p:nvSpPr>
            <p:spPr>
              <a:xfrm>
                <a:off x="4314850" y="3200125"/>
                <a:ext cx="391827" cy="109646"/>
              </a:xfrm>
              <a:custGeom>
                <a:rect b="b" l="l" r="r" t="t"/>
                <a:pathLst>
                  <a:path extrusionOk="0" h="9792" w="35055">
                    <a:moveTo>
                      <a:pt x="1" y="0"/>
                    </a:moveTo>
                    <a:lnTo>
                      <a:pt x="1" y="88"/>
                    </a:lnTo>
                    <a:lnTo>
                      <a:pt x="1" y="9792"/>
                    </a:lnTo>
                    <a:lnTo>
                      <a:pt x="35054" y="9792"/>
                    </a:lnTo>
                    <a:lnTo>
                      <a:pt x="3505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478" name="Google Shape;5478;p63"/>
          <p:cNvGrpSpPr/>
          <p:nvPr/>
        </p:nvGrpSpPr>
        <p:grpSpPr>
          <a:xfrm>
            <a:off x="1541246" y="1854257"/>
            <a:ext cx="713522" cy="688025"/>
            <a:chOff x="1706078" y="2092648"/>
            <a:chExt cx="660913" cy="637296"/>
          </a:xfrm>
        </p:grpSpPr>
        <p:sp>
          <p:nvSpPr>
            <p:cNvPr id="5479" name="Google Shape;5479;p63"/>
            <p:cNvSpPr/>
            <p:nvPr/>
          </p:nvSpPr>
          <p:spPr>
            <a:xfrm>
              <a:off x="1745332" y="2158066"/>
              <a:ext cx="571867" cy="571878"/>
            </a:xfrm>
            <a:custGeom>
              <a:rect b="b" l="l" r="r" t="t"/>
              <a:pathLst>
                <a:path extrusionOk="0" h="107749" w="107747">
                  <a:moveTo>
                    <a:pt x="53874" y="11565"/>
                  </a:moveTo>
                  <a:cubicBezTo>
                    <a:pt x="77238" y="11565"/>
                    <a:pt x="96182" y="30509"/>
                    <a:pt x="96182" y="53873"/>
                  </a:cubicBezTo>
                  <a:cubicBezTo>
                    <a:pt x="96182" y="77240"/>
                    <a:pt x="77240" y="96182"/>
                    <a:pt x="53874" y="96182"/>
                  </a:cubicBezTo>
                  <a:cubicBezTo>
                    <a:pt x="30507" y="96182"/>
                    <a:pt x="11565" y="77240"/>
                    <a:pt x="11565" y="53873"/>
                  </a:cubicBezTo>
                  <a:cubicBezTo>
                    <a:pt x="11565" y="30509"/>
                    <a:pt x="30507" y="11565"/>
                    <a:pt x="53874" y="11565"/>
                  </a:cubicBezTo>
                  <a:close/>
                  <a:moveTo>
                    <a:pt x="53874" y="1"/>
                  </a:moveTo>
                  <a:cubicBezTo>
                    <a:pt x="24120" y="1"/>
                    <a:pt x="1" y="24120"/>
                    <a:pt x="1" y="53873"/>
                  </a:cubicBezTo>
                  <a:cubicBezTo>
                    <a:pt x="1" y="83626"/>
                    <a:pt x="24120" y="107748"/>
                    <a:pt x="53874" y="107748"/>
                  </a:cubicBezTo>
                  <a:cubicBezTo>
                    <a:pt x="83625" y="107748"/>
                    <a:pt x="107746" y="83626"/>
                    <a:pt x="107746" y="53873"/>
                  </a:cubicBezTo>
                  <a:cubicBezTo>
                    <a:pt x="107746" y="24120"/>
                    <a:pt x="83627" y="1"/>
                    <a:pt x="5387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80" name="Google Shape;5480;p63"/>
            <p:cNvGrpSpPr/>
            <p:nvPr/>
          </p:nvGrpSpPr>
          <p:grpSpPr>
            <a:xfrm>
              <a:off x="1706078" y="2092648"/>
              <a:ext cx="660913" cy="575241"/>
              <a:chOff x="1706078" y="2092648"/>
              <a:chExt cx="660913" cy="575241"/>
            </a:xfrm>
          </p:grpSpPr>
          <p:sp>
            <p:nvSpPr>
              <p:cNvPr id="5481" name="Google Shape;5481;p63"/>
              <p:cNvSpPr/>
              <p:nvPr/>
            </p:nvSpPr>
            <p:spPr>
              <a:xfrm>
                <a:off x="1938891" y="2092648"/>
                <a:ext cx="192041" cy="353676"/>
              </a:xfrm>
              <a:custGeom>
                <a:rect b="b" l="l" r="r" t="t"/>
                <a:pathLst>
                  <a:path extrusionOk="0" h="66637" w="36183">
                    <a:moveTo>
                      <a:pt x="18094" y="1"/>
                    </a:moveTo>
                    <a:cubicBezTo>
                      <a:pt x="8801" y="1"/>
                      <a:pt x="1202" y="7552"/>
                      <a:pt x="1202" y="16877"/>
                    </a:cubicBezTo>
                    <a:cubicBezTo>
                      <a:pt x="1202" y="23723"/>
                      <a:pt x="5288" y="29491"/>
                      <a:pt x="11057" y="32260"/>
                    </a:cubicBezTo>
                    <a:cubicBezTo>
                      <a:pt x="13944" y="33580"/>
                      <a:pt x="15864" y="36464"/>
                      <a:pt x="15864" y="39714"/>
                    </a:cubicBezTo>
                    <a:cubicBezTo>
                      <a:pt x="15864" y="42954"/>
                      <a:pt x="13829" y="45963"/>
                      <a:pt x="10817" y="47040"/>
                    </a:cubicBezTo>
                    <a:cubicBezTo>
                      <a:pt x="6250" y="48723"/>
                      <a:pt x="2404" y="51972"/>
                      <a:pt x="1" y="56176"/>
                    </a:cubicBezTo>
                    <a:lnTo>
                      <a:pt x="18155" y="66637"/>
                    </a:lnTo>
                    <a:lnTo>
                      <a:pt x="36182" y="56176"/>
                    </a:lnTo>
                    <a:cubicBezTo>
                      <a:pt x="33779" y="51975"/>
                      <a:pt x="29930" y="48725"/>
                      <a:pt x="25479" y="47040"/>
                    </a:cubicBezTo>
                    <a:cubicBezTo>
                      <a:pt x="22352" y="45966"/>
                      <a:pt x="20316" y="42957"/>
                      <a:pt x="20316" y="39714"/>
                    </a:cubicBezTo>
                    <a:lnTo>
                      <a:pt x="20316" y="39474"/>
                    </a:lnTo>
                    <a:cubicBezTo>
                      <a:pt x="20316" y="36349"/>
                      <a:pt x="22239" y="33578"/>
                      <a:pt x="24998" y="32260"/>
                    </a:cubicBezTo>
                    <a:cubicBezTo>
                      <a:pt x="31250" y="29491"/>
                      <a:pt x="35461" y="22999"/>
                      <a:pt x="34980" y="15676"/>
                    </a:cubicBezTo>
                    <a:cubicBezTo>
                      <a:pt x="34375" y="7376"/>
                      <a:pt x="27644" y="646"/>
                      <a:pt x="19357" y="47"/>
                    </a:cubicBezTo>
                    <a:cubicBezTo>
                      <a:pt x="18933" y="18"/>
                      <a:pt x="18513" y="1"/>
                      <a:pt x="1809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2" name="Google Shape;5482;p63"/>
              <p:cNvSpPr/>
              <p:nvPr/>
            </p:nvSpPr>
            <p:spPr>
              <a:xfrm>
                <a:off x="1706078" y="2390779"/>
                <a:ext cx="329208" cy="277004"/>
              </a:xfrm>
              <a:custGeom>
                <a:rect b="b" l="l" r="r" t="t"/>
                <a:pathLst>
                  <a:path extrusionOk="0" h="52191" w="62027">
                    <a:moveTo>
                      <a:pt x="43872" y="1"/>
                    </a:moveTo>
                    <a:cubicBezTo>
                      <a:pt x="41468" y="4212"/>
                      <a:pt x="40629" y="9019"/>
                      <a:pt x="41353" y="13829"/>
                    </a:cubicBezTo>
                    <a:cubicBezTo>
                      <a:pt x="41946" y="17069"/>
                      <a:pt x="40389" y="20321"/>
                      <a:pt x="37504" y="21878"/>
                    </a:cubicBezTo>
                    <a:lnTo>
                      <a:pt x="37379" y="22004"/>
                    </a:lnTo>
                    <a:cubicBezTo>
                      <a:pt x="36131" y="22712"/>
                      <a:pt x="34723" y="23085"/>
                      <a:pt x="33288" y="23090"/>
                    </a:cubicBezTo>
                    <a:cubicBezTo>
                      <a:pt x="31652" y="23095"/>
                      <a:pt x="30056" y="22587"/>
                      <a:pt x="28724" y="21638"/>
                    </a:cubicBezTo>
                    <a:cubicBezTo>
                      <a:pt x="25815" y="19553"/>
                      <a:pt x="22344" y="18435"/>
                      <a:pt x="18815" y="18435"/>
                    </a:cubicBezTo>
                    <a:cubicBezTo>
                      <a:pt x="15632" y="18435"/>
                      <a:pt x="12399" y="19345"/>
                      <a:pt x="9490" y="21282"/>
                    </a:cubicBezTo>
                    <a:cubicBezTo>
                      <a:pt x="2520" y="25965"/>
                      <a:pt x="1" y="35101"/>
                      <a:pt x="3721" y="42677"/>
                    </a:cubicBezTo>
                    <a:cubicBezTo>
                      <a:pt x="6677" y="48755"/>
                      <a:pt x="12664" y="52191"/>
                      <a:pt x="18840" y="52191"/>
                    </a:cubicBezTo>
                    <a:cubicBezTo>
                      <a:pt x="21707" y="52191"/>
                      <a:pt x="24613" y="51450"/>
                      <a:pt x="27282" y="49890"/>
                    </a:cubicBezTo>
                    <a:cubicBezTo>
                      <a:pt x="33291" y="46525"/>
                      <a:pt x="36303" y="40151"/>
                      <a:pt x="35694" y="33659"/>
                    </a:cubicBezTo>
                    <a:cubicBezTo>
                      <a:pt x="35456" y="30534"/>
                      <a:pt x="37024" y="27407"/>
                      <a:pt x="39783" y="25852"/>
                    </a:cubicBezTo>
                    <a:cubicBezTo>
                      <a:pt x="41044" y="25114"/>
                      <a:pt x="42424" y="24748"/>
                      <a:pt x="43786" y="24748"/>
                    </a:cubicBezTo>
                    <a:cubicBezTo>
                      <a:pt x="45537" y="24748"/>
                      <a:pt x="47261" y="25356"/>
                      <a:pt x="48676" y="26573"/>
                    </a:cubicBezTo>
                    <a:cubicBezTo>
                      <a:pt x="52525" y="29572"/>
                      <a:pt x="57216" y="31255"/>
                      <a:pt x="62026" y="31255"/>
                    </a:cubicBezTo>
                    <a:lnTo>
                      <a:pt x="62026" y="10461"/>
                    </a:ln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3" name="Google Shape;5483;p63"/>
              <p:cNvSpPr/>
              <p:nvPr/>
            </p:nvSpPr>
            <p:spPr>
              <a:xfrm>
                <a:off x="2035235" y="2390779"/>
                <a:ext cx="331756" cy="277110"/>
              </a:xfrm>
              <a:custGeom>
                <a:rect b="b" l="l" r="r" t="t"/>
                <a:pathLst>
                  <a:path extrusionOk="0" h="52211" w="62507">
                    <a:moveTo>
                      <a:pt x="18030" y="1"/>
                    </a:moveTo>
                    <a:lnTo>
                      <a:pt x="0" y="10461"/>
                    </a:lnTo>
                    <a:lnTo>
                      <a:pt x="0" y="31253"/>
                    </a:lnTo>
                    <a:cubicBezTo>
                      <a:pt x="4807" y="31253"/>
                      <a:pt x="9489" y="29570"/>
                      <a:pt x="13222" y="26570"/>
                    </a:cubicBezTo>
                    <a:cubicBezTo>
                      <a:pt x="15722" y="24434"/>
                      <a:pt x="19307" y="24145"/>
                      <a:pt x="22118" y="25849"/>
                    </a:cubicBezTo>
                    <a:lnTo>
                      <a:pt x="22359" y="25965"/>
                    </a:lnTo>
                    <a:cubicBezTo>
                      <a:pt x="25003" y="27532"/>
                      <a:pt x="26560" y="30534"/>
                      <a:pt x="26204" y="33659"/>
                    </a:cubicBezTo>
                    <a:cubicBezTo>
                      <a:pt x="25599" y="40389"/>
                      <a:pt x="28964" y="47244"/>
                      <a:pt x="35578" y="50486"/>
                    </a:cubicBezTo>
                    <a:cubicBezTo>
                      <a:pt x="37877" y="51619"/>
                      <a:pt x="40405" y="52210"/>
                      <a:pt x="42968" y="52208"/>
                    </a:cubicBezTo>
                    <a:cubicBezTo>
                      <a:pt x="48435" y="52208"/>
                      <a:pt x="53755" y="49544"/>
                      <a:pt x="56978" y="44840"/>
                    </a:cubicBezTo>
                    <a:cubicBezTo>
                      <a:pt x="62506" y="36540"/>
                      <a:pt x="59862" y="25484"/>
                      <a:pt x="51447" y="20674"/>
                    </a:cubicBezTo>
                    <a:cubicBezTo>
                      <a:pt x="48774" y="19149"/>
                      <a:pt x="45855" y="18413"/>
                      <a:pt x="42983" y="18413"/>
                    </a:cubicBezTo>
                    <a:cubicBezTo>
                      <a:pt x="39520" y="18413"/>
                      <a:pt x="36121" y="19482"/>
                      <a:pt x="33290" y="21523"/>
                    </a:cubicBezTo>
                    <a:cubicBezTo>
                      <a:pt x="30671" y="23429"/>
                      <a:pt x="27161" y="23571"/>
                      <a:pt x="24397" y="21878"/>
                    </a:cubicBezTo>
                    <a:cubicBezTo>
                      <a:pt x="21510" y="20321"/>
                      <a:pt x="19955" y="17069"/>
                      <a:pt x="20549" y="13829"/>
                    </a:cubicBezTo>
                    <a:cubicBezTo>
                      <a:pt x="21272" y="9019"/>
                      <a:pt x="20433" y="4212"/>
                      <a:pt x="1803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484" name="Google Shape;5484;p63"/>
          <p:cNvGrpSpPr/>
          <p:nvPr/>
        </p:nvGrpSpPr>
        <p:grpSpPr>
          <a:xfrm>
            <a:off x="6303104" y="971806"/>
            <a:ext cx="1317459" cy="684168"/>
            <a:chOff x="238125" y="999450"/>
            <a:chExt cx="7140700" cy="3708225"/>
          </a:xfrm>
        </p:grpSpPr>
        <p:sp>
          <p:nvSpPr>
            <p:cNvPr id="5485" name="Google Shape;5485;p63"/>
            <p:cNvSpPr/>
            <p:nvPr/>
          </p:nvSpPr>
          <p:spPr>
            <a:xfrm>
              <a:off x="2171975" y="3872925"/>
              <a:ext cx="7900" cy="25"/>
            </a:xfrm>
            <a:custGeom>
              <a:rect b="b" l="l" r="r" t="t"/>
              <a:pathLst>
                <a:path extrusionOk="0" h="1" w="316">
                  <a:moveTo>
                    <a:pt x="316" y="0"/>
                  </a:moveTo>
                  <a:lnTo>
                    <a:pt x="1"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6" name="Google Shape;5486;p63"/>
            <p:cNvSpPr/>
            <p:nvPr/>
          </p:nvSpPr>
          <p:spPr>
            <a:xfrm>
              <a:off x="2180300" y="999450"/>
              <a:ext cx="3256350" cy="3708225"/>
            </a:xfrm>
            <a:custGeom>
              <a:rect b="b" l="l" r="r" t="t"/>
              <a:pathLst>
                <a:path extrusionOk="0" h="148329" w="130254">
                  <a:moveTo>
                    <a:pt x="130254" y="0"/>
                  </a:moveTo>
                  <a:cubicBezTo>
                    <a:pt x="90641" y="0"/>
                    <a:pt x="69506" y="34788"/>
                    <a:pt x="50871" y="65485"/>
                  </a:cubicBezTo>
                  <a:cubicBezTo>
                    <a:pt x="32725" y="95360"/>
                    <a:pt x="19404" y="114939"/>
                    <a:pt x="0" y="114939"/>
                  </a:cubicBezTo>
                  <a:cubicBezTo>
                    <a:pt x="9213" y="114939"/>
                    <a:pt x="16695" y="122421"/>
                    <a:pt x="16695" y="131634"/>
                  </a:cubicBezTo>
                  <a:cubicBezTo>
                    <a:pt x="16695" y="140846"/>
                    <a:pt x="9213" y="148328"/>
                    <a:pt x="0" y="148328"/>
                  </a:cubicBezTo>
                  <a:cubicBezTo>
                    <a:pt x="39630" y="148328"/>
                    <a:pt x="60765" y="113541"/>
                    <a:pt x="79400" y="82844"/>
                  </a:cubicBezTo>
                  <a:cubicBezTo>
                    <a:pt x="97528" y="52951"/>
                    <a:pt x="110867" y="33372"/>
                    <a:pt x="130254" y="33372"/>
                  </a:cubicBezTo>
                  <a:cubicBezTo>
                    <a:pt x="121041" y="33075"/>
                    <a:pt x="113804" y="25383"/>
                    <a:pt x="114083" y="16170"/>
                  </a:cubicBezTo>
                  <a:cubicBezTo>
                    <a:pt x="114346" y="7360"/>
                    <a:pt x="121425" y="280"/>
                    <a:pt x="130254"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7" name="Google Shape;5487;p63"/>
            <p:cNvSpPr/>
            <p:nvPr/>
          </p:nvSpPr>
          <p:spPr>
            <a:xfrm>
              <a:off x="238125" y="2853750"/>
              <a:ext cx="2358675" cy="1853475"/>
            </a:xfrm>
            <a:custGeom>
              <a:rect b="b" l="l" r="r" t="t"/>
              <a:pathLst>
                <a:path extrusionOk="0" h="74139" w="94347">
                  <a:moveTo>
                    <a:pt x="33354" y="1"/>
                  </a:moveTo>
                  <a:cubicBezTo>
                    <a:pt x="33354" y="9196"/>
                    <a:pt x="25872" y="16661"/>
                    <a:pt x="16642" y="16661"/>
                  </a:cubicBezTo>
                  <a:cubicBezTo>
                    <a:pt x="7482" y="16661"/>
                    <a:pt x="0" y="9196"/>
                    <a:pt x="0" y="1"/>
                  </a:cubicBezTo>
                  <a:lnTo>
                    <a:pt x="0" y="1"/>
                  </a:lnTo>
                  <a:cubicBezTo>
                    <a:pt x="0" y="40872"/>
                    <a:pt x="34858" y="74139"/>
                    <a:pt x="77670" y="74139"/>
                  </a:cubicBezTo>
                  <a:cubicBezTo>
                    <a:pt x="86882" y="74139"/>
                    <a:pt x="94347" y="66657"/>
                    <a:pt x="94347" y="57444"/>
                  </a:cubicBezTo>
                  <a:cubicBezTo>
                    <a:pt x="94347" y="48214"/>
                    <a:pt x="86882" y="40767"/>
                    <a:pt x="77670" y="40767"/>
                  </a:cubicBezTo>
                  <a:lnTo>
                    <a:pt x="77355" y="40767"/>
                  </a:lnTo>
                  <a:cubicBezTo>
                    <a:pt x="53073" y="40610"/>
                    <a:pt x="33354" y="22394"/>
                    <a:pt x="3335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8" name="Google Shape;5488;p63"/>
            <p:cNvSpPr/>
            <p:nvPr/>
          </p:nvSpPr>
          <p:spPr>
            <a:xfrm>
              <a:off x="238125" y="999450"/>
              <a:ext cx="1942200" cy="2270400"/>
            </a:xfrm>
            <a:custGeom>
              <a:rect b="b" l="l" r="r" t="t"/>
              <a:pathLst>
                <a:path extrusionOk="0" h="90816" w="77688">
                  <a:moveTo>
                    <a:pt x="77687" y="0"/>
                  </a:moveTo>
                  <a:cubicBezTo>
                    <a:pt x="34858" y="0"/>
                    <a:pt x="0" y="33249"/>
                    <a:pt x="0" y="74138"/>
                  </a:cubicBezTo>
                  <a:cubicBezTo>
                    <a:pt x="0" y="83368"/>
                    <a:pt x="7482" y="90815"/>
                    <a:pt x="16695" y="90815"/>
                  </a:cubicBezTo>
                  <a:cubicBezTo>
                    <a:pt x="25925" y="90815"/>
                    <a:pt x="33372" y="83351"/>
                    <a:pt x="33389" y="74138"/>
                  </a:cubicBezTo>
                  <a:lnTo>
                    <a:pt x="33389" y="74120"/>
                  </a:lnTo>
                  <a:cubicBezTo>
                    <a:pt x="33389" y="51654"/>
                    <a:pt x="53222" y="33378"/>
                    <a:pt x="77639" y="33354"/>
                  </a:cubicBezTo>
                  <a:lnTo>
                    <a:pt x="77639" y="33354"/>
                  </a:lnTo>
                  <a:cubicBezTo>
                    <a:pt x="77644" y="33354"/>
                    <a:pt x="77650" y="33354"/>
                    <a:pt x="77655" y="33354"/>
                  </a:cubicBezTo>
                  <a:cubicBezTo>
                    <a:pt x="77666" y="33354"/>
                    <a:pt x="77676" y="33354"/>
                    <a:pt x="77687" y="33354"/>
                  </a:cubicBezTo>
                  <a:cubicBezTo>
                    <a:pt x="77671" y="33354"/>
                    <a:pt x="77655" y="33354"/>
                    <a:pt x="77639" y="33354"/>
                  </a:cubicBezTo>
                  <a:lnTo>
                    <a:pt x="77639" y="33354"/>
                  </a:lnTo>
                  <a:cubicBezTo>
                    <a:pt x="68431" y="33346"/>
                    <a:pt x="60992" y="25874"/>
                    <a:pt x="60992" y="16695"/>
                  </a:cubicBezTo>
                  <a:cubicBezTo>
                    <a:pt x="60992" y="7482"/>
                    <a:pt x="68457" y="0"/>
                    <a:pt x="77687"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9" name="Google Shape;5489;p63"/>
            <p:cNvSpPr/>
            <p:nvPr/>
          </p:nvSpPr>
          <p:spPr>
            <a:xfrm>
              <a:off x="3808250" y="2852875"/>
              <a:ext cx="25" cy="25"/>
            </a:xfrm>
            <a:custGeom>
              <a:rect b="b" l="l" r="r" t="t"/>
              <a:pathLst>
                <a:path extrusionOk="0" h="1" w="1">
                  <a:moveTo>
                    <a:pt x="0" y="1"/>
                  </a:moveTo>
                  <a:close/>
                </a:path>
              </a:pathLst>
            </a:custGeom>
            <a:solidFill>
              <a:srgbClr val="DB63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0" name="Google Shape;5490;p63"/>
            <p:cNvSpPr/>
            <p:nvPr/>
          </p:nvSpPr>
          <p:spPr>
            <a:xfrm>
              <a:off x="1762475" y="999450"/>
              <a:ext cx="2386250" cy="2044875"/>
            </a:xfrm>
            <a:custGeom>
              <a:rect b="b" l="l" r="r" t="t"/>
              <a:pathLst>
                <a:path extrusionOk="0" h="81795" w="95450">
                  <a:moveTo>
                    <a:pt x="16696" y="0"/>
                  </a:moveTo>
                  <a:cubicBezTo>
                    <a:pt x="7465" y="0"/>
                    <a:pt x="1" y="7482"/>
                    <a:pt x="1" y="16695"/>
                  </a:cubicBezTo>
                  <a:cubicBezTo>
                    <a:pt x="1" y="25925"/>
                    <a:pt x="7465" y="33389"/>
                    <a:pt x="16696" y="33389"/>
                  </a:cubicBezTo>
                  <a:cubicBezTo>
                    <a:pt x="36030" y="33389"/>
                    <a:pt x="49473" y="53038"/>
                    <a:pt x="66325" y="80781"/>
                  </a:cubicBezTo>
                  <a:cubicBezTo>
                    <a:pt x="66552" y="81130"/>
                    <a:pt x="66762" y="81463"/>
                    <a:pt x="67007" y="81795"/>
                  </a:cubicBezTo>
                  <a:cubicBezTo>
                    <a:pt x="63021" y="74086"/>
                    <a:pt x="65643" y="64471"/>
                    <a:pt x="73178" y="59891"/>
                  </a:cubicBezTo>
                  <a:cubicBezTo>
                    <a:pt x="75886" y="58251"/>
                    <a:pt x="78874" y="57469"/>
                    <a:pt x="81824" y="57469"/>
                  </a:cubicBezTo>
                  <a:cubicBezTo>
                    <a:pt x="87083" y="57469"/>
                    <a:pt x="92224" y="59953"/>
                    <a:pt x="95449" y="64488"/>
                  </a:cubicBezTo>
                  <a:cubicBezTo>
                    <a:pt x="95274" y="64139"/>
                    <a:pt x="95064" y="63789"/>
                    <a:pt x="94855" y="63439"/>
                  </a:cubicBezTo>
                  <a:cubicBezTo>
                    <a:pt x="77653" y="35190"/>
                    <a:pt x="56291" y="0"/>
                    <a:pt x="16696" y="0"/>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1" name="Google Shape;5491;p63"/>
            <p:cNvSpPr/>
            <p:nvPr/>
          </p:nvSpPr>
          <p:spPr>
            <a:xfrm>
              <a:off x="3338000" y="2435975"/>
              <a:ext cx="2101275" cy="2271250"/>
            </a:xfrm>
            <a:custGeom>
              <a:rect b="b" l="l" r="r" t="t"/>
              <a:pathLst>
                <a:path extrusionOk="0" h="90850" w="84051">
                  <a:moveTo>
                    <a:pt x="84011" y="57465"/>
                  </a:moveTo>
                  <a:cubicBezTo>
                    <a:pt x="83994" y="57465"/>
                    <a:pt x="83972" y="57469"/>
                    <a:pt x="83946" y="57478"/>
                  </a:cubicBezTo>
                  <a:lnTo>
                    <a:pt x="84050" y="57478"/>
                  </a:lnTo>
                  <a:cubicBezTo>
                    <a:pt x="84042" y="57469"/>
                    <a:pt x="84029" y="57465"/>
                    <a:pt x="84011" y="57465"/>
                  </a:cubicBezTo>
                  <a:close/>
                  <a:moveTo>
                    <a:pt x="18801" y="0"/>
                  </a:moveTo>
                  <a:cubicBezTo>
                    <a:pt x="15851" y="0"/>
                    <a:pt x="12864" y="784"/>
                    <a:pt x="10157" y="2430"/>
                  </a:cubicBezTo>
                  <a:cubicBezTo>
                    <a:pt x="2622" y="7027"/>
                    <a:pt x="0" y="16625"/>
                    <a:pt x="3986" y="24334"/>
                  </a:cubicBezTo>
                  <a:cubicBezTo>
                    <a:pt x="4161" y="24683"/>
                    <a:pt x="4370" y="25033"/>
                    <a:pt x="4563" y="25348"/>
                  </a:cubicBezTo>
                  <a:cubicBezTo>
                    <a:pt x="23198" y="56062"/>
                    <a:pt x="44333" y="90850"/>
                    <a:pt x="83963" y="90850"/>
                  </a:cubicBezTo>
                  <a:cubicBezTo>
                    <a:pt x="74750" y="90850"/>
                    <a:pt x="67268" y="83368"/>
                    <a:pt x="67268" y="74155"/>
                  </a:cubicBezTo>
                  <a:cubicBezTo>
                    <a:pt x="67268" y="64925"/>
                    <a:pt x="74750" y="57478"/>
                    <a:pt x="83946" y="57478"/>
                  </a:cubicBezTo>
                  <a:cubicBezTo>
                    <a:pt x="64541" y="57478"/>
                    <a:pt x="51220" y="37899"/>
                    <a:pt x="33075" y="8024"/>
                  </a:cubicBezTo>
                  <a:cubicBezTo>
                    <a:pt x="32865" y="7674"/>
                    <a:pt x="32638" y="7342"/>
                    <a:pt x="32428" y="7027"/>
                  </a:cubicBezTo>
                  <a:cubicBezTo>
                    <a:pt x="29202" y="2491"/>
                    <a:pt x="24061" y="0"/>
                    <a:pt x="18801"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2" name="Google Shape;5492;p63"/>
            <p:cNvSpPr/>
            <p:nvPr/>
          </p:nvSpPr>
          <p:spPr>
            <a:xfrm>
              <a:off x="5019250" y="2852875"/>
              <a:ext cx="2359150" cy="1854350"/>
            </a:xfrm>
            <a:custGeom>
              <a:rect b="b" l="l" r="r" t="t"/>
              <a:pathLst>
                <a:path extrusionOk="0" h="74174" w="94366">
                  <a:moveTo>
                    <a:pt x="94365" y="18"/>
                  </a:moveTo>
                  <a:cubicBezTo>
                    <a:pt x="94365" y="47"/>
                    <a:pt x="94365" y="76"/>
                    <a:pt x="94365" y="105"/>
                  </a:cubicBezTo>
                  <a:lnTo>
                    <a:pt x="94365" y="105"/>
                  </a:lnTo>
                  <a:cubicBezTo>
                    <a:pt x="94365" y="76"/>
                    <a:pt x="94365" y="47"/>
                    <a:pt x="94365" y="18"/>
                  </a:cubicBezTo>
                  <a:close/>
                  <a:moveTo>
                    <a:pt x="60993" y="1"/>
                  </a:moveTo>
                  <a:cubicBezTo>
                    <a:pt x="60993" y="22447"/>
                    <a:pt x="41187" y="40715"/>
                    <a:pt x="16800" y="40785"/>
                  </a:cubicBezTo>
                  <a:lnTo>
                    <a:pt x="16696" y="40785"/>
                  </a:lnTo>
                  <a:cubicBezTo>
                    <a:pt x="7465" y="40785"/>
                    <a:pt x="1" y="48249"/>
                    <a:pt x="1" y="57479"/>
                  </a:cubicBezTo>
                  <a:cubicBezTo>
                    <a:pt x="1" y="66692"/>
                    <a:pt x="7483" y="74174"/>
                    <a:pt x="16696" y="74174"/>
                  </a:cubicBezTo>
                  <a:cubicBezTo>
                    <a:pt x="59495" y="74174"/>
                    <a:pt x="94316" y="40954"/>
                    <a:pt x="94365" y="105"/>
                  </a:cubicBezTo>
                  <a:lnTo>
                    <a:pt x="94365" y="105"/>
                  </a:lnTo>
                  <a:cubicBezTo>
                    <a:pt x="94336" y="9278"/>
                    <a:pt x="86872" y="16696"/>
                    <a:pt x="77688" y="16696"/>
                  </a:cubicBezTo>
                  <a:cubicBezTo>
                    <a:pt x="68458" y="16696"/>
                    <a:pt x="60993" y="9231"/>
                    <a:pt x="6099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3" name="Google Shape;5493;p63"/>
            <p:cNvSpPr/>
            <p:nvPr/>
          </p:nvSpPr>
          <p:spPr>
            <a:xfrm>
              <a:off x="5025375" y="999450"/>
              <a:ext cx="2353450" cy="2270825"/>
            </a:xfrm>
            <a:custGeom>
              <a:rect b="b" l="l" r="r" t="t"/>
              <a:pathLst>
                <a:path extrusionOk="0" h="90833" w="94138">
                  <a:moveTo>
                    <a:pt x="16451" y="0"/>
                  </a:moveTo>
                  <a:cubicBezTo>
                    <a:pt x="7640" y="280"/>
                    <a:pt x="560" y="7360"/>
                    <a:pt x="280" y="16170"/>
                  </a:cubicBezTo>
                  <a:cubicBezTo>
                    <a:pt x="1" y="25400"/>
                    <a:pt x="7238" y="33092"/>
                    <a:pt x="16451" y="33372"/>
                  </a:cubicBezTo>
                  <a:lnTo>
                    <a:pt x="16520" y="33372"/>
                  </a:lnTo>
                  <a:cubicBezTo>
                    <a:pt x="40907" y="33389"/>
                    <a:pt x="60748" y="51675"/>
                    <a:pt x="60748" y="74138"/>
                  </a:cubicBezTo>
                  <a:cubicBezTo>
                    <a:pt x="60748" y="83368"/>
                    <a:pt x="68213" y="90833"/>
                    <a:pt x="77443" y="90833"/>
                  </a:cubicBezTo>
                  <a:cubicBezTo>
                    <a:pt x="86656" y="90833"/>
                    <a:pt x="94138" y="83368"/>
                    <a:pt x="94138" y="74138"/>
                  </a:cubicBezTo>
                  <a:cubicBezTo>
                    <a:pt x="94138" y="33249"/>
                    <a:pt x="59280" y="0"/>
                    <a:pt x="1645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7" name="Shape 5497"/>
        <p:cNvGrpSpPr/>
        <p:nvPr/>
      </p:nvGrpSpPr>
      <p:grpSpPr>
        <a:xfrm>
          <a:off x="0" y="0"/>
          <a:ext cx="0" cy="0"/>
          <a:chOff x="0" y="0"/>
          <a:chExt cx="0" cy="0"/>
        </a:xfrm>
      </p:grpSpPr>
      <p:grpSp>
        <p:nvGrpSpPr>
          <p:cNvPr id="5498" name="Google Shape;5498;p64"/>
          <p:cNvGrpSpPr/>
          <p:nvPr/>
        </p:nvGrpSpPr>
        <p:grpSpPr>
          <a:xfrm>
            <a:off x="717025" y="967615"/>
            <a:ext cx="1636117" cy="1526144"/>
            <a:chOff x="729238" y="1179665"/>
            <a:chExt cx="1636117" cy="1526144"/>
          </a:xfrm>
        </p:grpSpPr>
        <p:grpSp>
          <p:nvGrpSpPr>
            <p:cNvPr id="5499" name="Google Shape;5499;p64"/>
            <p:cNvGrpSpPr/>
            <p:nvPr/>
          </p:nvGrpSpPr>
          <p:grpSpPr>
            <a:xfrm>
              <a:off x="729238" y="1179665"/>
              <a:ext cx="80700" cy="1526144"/>
              <a:chOff x="729238" y="1179665"/>
              <a:chExt cx="80700" cy="1526144"/>
            </a:xfrm>
          </p:grpSpPr>
          <p:sp>
            <p:nvSpPr>
              <p:cNvPr id="5500" name="Google Shape;5500;p64"/>
              <p:cNvSpPr/>
              <p:nvPr/>
            </p:nvSpPr>
            <p:spPr>
              <a:xfrm>
                <a:off x="729238"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1" name="Google Shape;5501;p64"/>
              <p:cNvSpPr/>
              <p:nvPr/>
            </p:nvSpPr>
            <p:spPr>
              <a:xfrm>
                <a:off x="729238"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2" name="Google Shape;5502;p64"/>
              <p:cNvSpPr/>
              <p:nvPr/>
            </p:nvSpPr>
            <p:spPr>
              <a:xfrm>
                <a:off x="729238"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3" name="Google Shape;5503;p64"/>
              <p:cNvSpPr/>
              <p:nvPr/>
            </p:nvSpPr>
            <p:spPr>
              <a:xfrm>
                <a:off x="729238"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4" name="Google Shape;5504;p64"/>
              <p:cNvSpPr/>
              <p:nvPr/>
            </p:nvSpPr>
            <p:spPr>
              <a:xfrm>
                <a:off x="729238" y="1821630"/>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5" name="Google Shape;5505;p64"/>
              <p:cNvSpPr/>
              <p:nvPr/>
            </p:nvSpPr>
            <p:spPr>
              <a:xfrm>
                <a:off x="729238"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6" name="Google Shape;5506;p64"/>
              <p:cNvSpPr/>
              <p:nvPr/>
            </p:nvSpPr>
            <p:spPr>
              <a:xfrm>
                <a:off x="729238"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7" name="Google Shape;5507;p64"/>
              <p:cNvSpPr/>
              <p:nvPr/>
            </p:nvSpPr>
            <p:spPr>
              <a:xfrm>
                <a:off x="729238"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8" name="Google Shape;5508;p64"/>
              <p:cNvSpPr/>
              <p:nvPr/>
            </p:nvSpPr>
            <p:spPr>
              <a:xfrm>
                <a:off x="729238"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9" name="Google Shape;5509;p64"/>
              <p:cNvSpPr/>
              <p:nvPr/>
            </p:nvSpPr>
            <p:spPr>
              <a:xfrm>
                <a:off x="729238"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10" name="Google Shape;5510;p64"/>
            <p:cNvGrpSpPr/>
            <p:nvPr/>
          </p:nvGrpSpPr>
          <p:grpSpPr>
            <a:xfrm>
              <a:off x="903098" y="1179665"/>
              <a:ext cx="80700" cy="1526144"/>
              <a:chOff x="903098" y="1179665"/>
              <a:chExt cx="80700" cy="1526144"/>
            </a:xfrm>
          </p:grpSpPr>
          <p:sp>
            <p:nvSpPr>
              <p:cNvPr id="5511" name="Google Shape;5511;p64"/>
              <p:cNvSpPr/>
              <p:nvPr/>
            </p:nvSpPr>
            <p:spPr>
              <a:xfrm>
                <a:off x="903098"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2" name="Google Shape;5512;p64"/>
              <p:cNvSpPr/>
              <p:nvPr/>
            </p:nvSpPr>
            <p:spPr>
              <a:xfrm>
                <a:off x="903098"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3" name="Google Shape;5513;p64"/>
              <p:cNvSpPr/>
              <p:nvPr/>
            </p:nvSpPr>
            <p:spPr>
              <a:xfrm>
                <a:off x="903098"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4" name="Google Shape;5514;p64"/>
              <p:cNvSpPr/>
              <p:nvPr/>
            </p:nvSpPr>
            <p:spPr>
              <a:xfrm>
                <a:off x="903098"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5" name="Google Shape;5515;p64"/>
              <p:cNvSpPr/>
              <p:nvPr/>
            </p:nvSpPr>
            <p:spPr>
              <a:xfrm>
                <a:off x="903098"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6" name="Google Shape;5516;p64"/>
              <p:cNvSpPr/>
              <p:nvPr/>
            </p:nvSpPr>
            <p:spPr>
              <a:xfrm>
                <a:off x="903098"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7" name="Google Shape;5517;p64"/>
              <p:cNvSpPr/>
              <p:nvPr/>
            </p:nvSpPr>
            <p:spPr>
              <a:xfrm>
                <a:off x="903098"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8" name="Google Shape;5518;p64"/>
              <p:cNvSpPr/>
              <p:nvPr/>
            </p:nvSpPr>
            <p:spPr>
              <a:xfrm>
                <a:off x="903098"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9" name="Google Shape;5519;p64"/>
              <p:cNvSpPr/>
              <p:nvPr/>
            </p:nvSpPr>
            <p:spPr>
              <a:xfrm>
                <a:off x="903098"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0" name="Google Shape;5520;p64"/>
              <p:cNvSpPr/>
              <p:nvPr/>
            </p:nvSpPr>
            <p:spPr>
              <a:xfrm>
                <a:off x="903098"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21" name="Google Shape;5521;p64"/>
            <p:cNvGrpSpPr/>
            <p:nvPr/>
          </p:nvGrpSpPr>
          <p:grpSpPr>
            <a:xfrm>
              <a:off x="1076958" y="1179665"/>
              <a:ext cx="80700" cy="1526144"/>
              <a:chOff x="1076958" y="1179665"/>
              <a:chExt cx="80700" cy="1526144"/>
            </a:xfrm>
          </p:grpSpPr>
          <p:sp>
            <p:nvSpPr>
              <p:cNvPr id="5522" name="Google Shape;5522;p64"/>
              <p:cNvSpPr/>
              <p:nvPr/>
            </p:nvSpPr>
            <p:spPr>
              <a:xfrm>
                <a:off x="1076958"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3" name="Google Shape;5523;p64"/>
              <p:cNvSpPr/>
              <p:nvPr/>
            </p:nvSpPr>
            <p:spPr>
              <a:xfrm>
                <a:off x="1076958"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4" name="Google Shape;5524;p64"/>
              <p:cNvSpPr/>
              <p:nvPr/>
            </p:nvSpPr>
            <p:spPr>
              <a:xfrm>
                <a:off x="1076958"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5" name="Google Shape;5525;p64"/>
              <p:cNvSpPr/>
              <p:nvPr/>
            </p:nvSpPr>
            <p:spPr>
              <a:xfrm>
                <a:off x="1076958"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6" name="Google Shape;5526;p64"/>
              <p:cNvSpPr/>
              <p:nvPr/>
            </p:nvSpPr>
            <p:spPr>
              <a:xfrm>
                <a:off x="1076958"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7" name="Google Shape;5527;p64"/>
              <p:cNvSpPr/>
              <p:nvPr/>
            </p:nvSpPr>
            <p:spPr>
              <a:xfrm>
                <a:off x="1076958"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8" name="Google Shape;5528;p64"/>
              <p:cNvSpPr/>
              <p:nvPr/>
            </p:nvSpPr>
            <p:spPr>
              <a:xfrm>
                <a:off x="1076958" y="214302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9" name="Google Shape;5529;p64"/>
              <p:cNvSpPr/>
              <p:nvPr/>
            </p:nvSpPr>
            <p:spPr>
              <a:xfrm>
                <a:off x="1076958"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0" name="Google Shape;5530;p64"/>
              <p:cNvSpPr/>
              <p:nvPr/>
            </p:nvSpPr>
            <p:spPr>
              <a:xfrm>
                <a:off x="1076958"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1" name="Google Shape;5531;p64"/>
              <p:cNvSpPr/>
              <p:nvPr/>
            </p:nvSpPr>
            <p:spPr>
              <a:xfrm>
                <a:off x="1076958"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32" name="Google Shape;5532;p64"/>
            <p:cNvGrpSpPr/>
            <p:nvPr/>
          </p:nvGrpSpPr>
          <p:grpSpPr>
            <a:xfrm>
              <a:off x="1247707" y="1179665"/>
              <a:ext cx="80700" cy="1526144"/>
              <a:chOff x="1247707" y="1179665"/>
              <a:chExt cx="80700" cy="1526144"/>
            </a:xfrm>
          </p:grpSpPr>
          <p:sp>
            <p:nvSpPr>
              <p:cNvPr id="5533" name="Google Shape;5533;p64"/>
              <p:cNvSpPr/>
              <p:nvPr/>
            </p:nvSpPr>
            <p:spPr>
              <a:xfrm>
                <a:off x="1247707"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4" name="Google Shape;5534;p64"/>
              <p:cNvSpPr/>
              <p:nvPr/>
            </p:nvSpPr>
            <p:spPr>
              <a:xfrm>
                <a:off x="1247707"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5" name="Google Shape;5535;p64"/>
              <p:cNvSpPr/>
              <p:nvPr/>
            </p:nvSpPr>
            <p:spPr>
              <a:xfrm>
                <a:off x="1247707"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6" name="Google Shape;5536;p64"/>
              <p:cNvSpPr/>
              <p:nvPr/>
            </p:nvSpPr>
            <p:spPr>
              <a:xfrm>
                <a:off x="1247707" y="166175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7" name="Google Shape;5537;p64"/>
              <p:cNvSpPr/>
              <p:nvPr/>
            </p:nvSpPr>
            <p:spPr>
              <a:xfrm>
                <a:off x="1247707" y="1821630"/>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8" name="Google Shape;5538;p64"/>
              <p:cNvSpPr/>
              <p:nvPr/>
            </p:nvSpPr>
            <p:spPr>
              <a:xfrm>
                <a:off x="1247707"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9" name="Google Shape;5539;p64"/>
              <p:cNvSpPr/>
              <p:nvPr/>
            </p:nvSpPr>
            <p:spPr>
              <a:xfrm>
                <a:off x="1247707"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0" name="Google Shape;5540;p64"/>
              <p:cNvSpPr/>
              <p:nvPr/>
            </p:nvSpPr>
            <p:spPr>
              <a:xfrm>
                <a:off x="1247707"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1" name="Google Shape;5541;p64"/>
              <p:cNvSpPr/>
              <p:nvPr/>
            </p:nvSpPr>
            <p:spPr>
              <a:xfrm>
                <a:off x="1247707"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2" name="Google Shape;5542;p64"/>
              <p:cNvSpPr/>
              <p:nvPr/>
            </p:nvSpPr>
            <p:spPr>
              <a:xfrm>
                <a:off x="124770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43" name="Google Shape;5543;p64"/>
            <p:cNvGrpSpPr/>
            <p:nvPr/>
          </p:nvGrpSpPr>
          <p:grpSpPr>
            <a:xfrm>
              <a:off x="1421567" y="1179665"/>
              <a:ext cx="80700" cy="1526144"/>
              <a:chOff x="1421567" y="1179665"/>
              <a:chExt cx="80700" cy="1526144"/>
            </a:xfrm>
          </p:grpSpPr>
          <p:sp>
            <p:nvSpPr>
              <p:cNvPr id="5544" name="Google Shape;5544;p64"/>
              <p:cNvSpPr/>
              <p:nvPr/>
            </p:nvSpPr>
            <p:spPr>
              <a:xfrm>
                <a:off x="1421567"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5" name="Google Shape;5545;p64"/>
              <p:cNvSpPr/>
              <p:nvPr/>
            </p:nvSpPr>
            <p:spPr>
              <a:xfrm>
                <a:off x="1421567"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6" name="Google Shape;5546;p64"/>
              <p:cNvSpPr/>
              <p:nvPr/>
            </p:nvSpPr>
            <p:spPr>
              <a:xfrm>
                <a:off x="1421567"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7" name="Google Shape;5547;p64"/>
              <p:cNvSpPr/>
              <p:nvPr/>
            </p:nvSpPr>
            <p:spPr>
              <a:xfrm>
                <a:off x="1421567"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8" name="Google Shape;5548;p64"/>
              <p:cNvSpPr/>
              <p:nvPr/>
            </p:nvSpPr>
            <p:spPr>
              <a:xfrm>
                <a:off x="1421567"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9" name="Google Shape;5549;p64"/>
              <p:cNvSpPr/>
              <p:nvPr/>
            </p:nvSpPr>
            <p:spPr>
              <a:xfrm>
                <a:off x="1421567"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0" name="Google Shape;5550;p64"/>
              <p:cNvSpPr/>
              <p:nvPr/>
            </p:nvSpPr>
            <p:spPr>
              <a:xfrm>
                <a:off x="1421567" y="214302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1" name="Google Shape;5551;p64"/>
              <p:cNvSpPr/>
              <p:nvPr/>
            </p:nvSpPr>
            <p:spPr>
              <a:xfrm>
                <a:off x="1421567" y="2303717"/>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2" name="Google Shape;5552;p64"/>
              <p:cNvSpPr/>
              <p:nvPr/>
            </p:nvSpPr>
            <p:spPr>
              <a:xfrm>
                <a:off x="1421567"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3" name="Google Shape;5553;p64"/>
              <p:cNvSpPr/>
              <p:nvPr/>
            </p:nvSpPr>
            <p:spPr>
              <a:xfrm>
                <a:off x="142156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54" name="Google Shape;5554;p64"/>
            <p:cNvGrpSpPr/>
            <p:nvPr/>
          </p:nvGrpSpPr>
          <p:grpSpPr>
            <a:xfrm>
              <a:off x="1592327" y="1179665"/>
              <a:ext cx="80700" cy="1526144"/>
              <a:chOff x="1592327" y="1179665"/>
              <a:chExt cx="80700" cy="1526144"/>
            </a:xfrm>
          </p:grpSpPr>
          <p:sp>
            <p:nvSpPr>
              <p:cNvPr id="5555" name="Google Shape;5555;p64"/>
              <p:cNvSpPr/>
              <p:nvPr/>
            </p:nvSpPr>
            <p:spPr>
              <a:xfrm>
                <a:off x="1592327"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6" name="Google Shape;5556;p64"/>
              <p:cNvSpPr/>
              <p:nvPr/>
            </p:nvSpPr>
            <p:spPr>
              <a:xfrm>
                <a:off x="1592327"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7" name="Google Shape;5557;p64"/>
              <p:cNvSpPr/>
              <p:nvPr/>
            </p:nvSpPr>
            <p:spPr>
              <a:xfrm>
                <a:off x="1592327"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8" name="Google Shape;5558;p64"/>
              <p:cNvSpPr/>
              <p:nvPr/>
            </p:nvSpPr>
            <p:spPr>
              <a:xfrm>
                <a:off x="1592327"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9" name="Google Shape;5559;p64"/>
              <p:cNvSpPr/>
              <p:nvPr/>
            </p:nvSpPr>
            <p:spPr>
              <a:xfrm>
                <a:off x="1592327"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0" name="Google Shape;5560;p64"/>
              <p:cNvSpPr/>
              <p:nvPr/>
            </p:nvSpPr>
            <p:spPr>
              <a:xfrm>
                <a:off x="1592327"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1" name="Google Shape;5561;p64"/>
              <p:cNvSpPr/>
              <p:nvPr/>
            </p:nvSpPr>
            <p:spPr>
              <a:xfrm>
                <a:off x="1592327"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2" name="Google Shape;5562;p64"/>
              <p:cNvSpPr/>
              <p:nvPr/>
            </p:nvSpPr>
            <p:spPr>
              <a:xfrm>
                <a:off x="1592327"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3" name="Google Shape;5563;p64"/>
              <p:cNvSpPr/>
              <p:nvPr/>
            </p:nvSpPr>
            <p:spPr>
              <a:xfrm>
                <a:off x="1592327"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4" name="Google Shape;5564;p64"/>
              <p:cNvSpPr/>
              <p:nvPr/>
            </p:nvSpPr>
            <p:spPr>
              <a:xfrm>
                <a:off x="159232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65" name="Google Shape;5565;p64"/>
            <p:cNvGrpSpPr/>
            <p:nvPr/>
          </p:nvGrpSpPr>
          <p:grpSpPr>
            <a:xfrm>
              <a:off x="1766187" y="1179665"/>
              <a:ext cx="80700" cy="1526144"/>
              <a:chOff x="1766187" y="1179665"/>
              <a:chExt cx="80700" cy="1526144"/>
            </a:xfrm>
          </p:grpSpPr>
          <p:sp>
            <p:nvSpPr>
              <p:cNvPr id="5566" name="Google Shape;5566;p64"/>
              <p:cNvSpPr/>
              <p:nvPr/>
            </p:nvSpPr>
            <p:spPr>
              <a:xfrm>
                <a:off x="1766187"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7" name="Google Shape;5567;p64"/>
              <p:cNvSpPr/>
              <p:nvPr/>
            </p:nvSpPr>
            <p:spPr>
              <a:xfrm>
                <a:off x="1766187"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8" name="Google Shape;5568;p64"/>
              <p:cNvSpPr/>
              <p:nvPr/>
            </p:nvSpPr>
            <p:spPr>
              <a:xfrm>
                <a:off x="1766187"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9" name="Google Shape;5569;p64"/>
              <p:cNvSpPr/>
              <p:nvPr/>
            </p:nvSpPr>
            <p:spPr>
              <a:xfrm>
                <a:off x="1766187"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0" name="Google Shape;5570;p64"/>
              <p:cNvSpPr/>
              <p:nvPr/>
            </p:nvSpPr>
            <p:spPr>
              <a:xfrm>
                <a:off x="1766187"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1" name="Google Shape;5571;p64"/>
              <p:cNvSpPr/>
              <p:nvPr/>
            </p:nvSpPr>
            <p:spPr>
              <a:xfrm>
                <a:off x="1766187"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2" name="Google Shape;5572;p64"/>
              <p:cNvSpPr/>
              <p:nvPr/>
            </p:nvSpPr>
            <p:spPr>
              <a:xfrm>
                <a:off x="1766187" y="214302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3" name="Google Shape;5573;p64"/>
              <p:cNvSpPr/>
              <p:nvPr/>
            </p:nvSpPr>
            <p:spPr>
              <a:xfrm>
                <a:off x="1766187" y="2303717"/>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4" name="Google Shape;5574;p64"/>
              <p:cNvSpPr/>
              <p:nvPr/>
            </p:nvSpPr>
            <p:spPr>
              <a:xfrm>
                <a:off x="1766187" y="2464413"/>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5" name="Google Shape;5575;p64"/>
              <p:cNvSpPr/>
              <p:nvPr/>
            </p:nvSpPr>
            <p:spPr>
              <a:xfrm>
                <a:off x="176618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76" name="Google Shape;5576;p64"/>
            <p:cNvGrpSpPr/>
            <p:nvPr/>
          </p:nvGrpSpPr>
          <p:grpSpPr>
            <a:xfrm>
              <a:off x="1936935" y="1179665"/>
              <a:ext cx="80700" cy="1526144"/>
              <a:chOff x="1936935" y="1179665"/>
              <a:chExt cx="80700" cy="1526144"/>
            </a:xfrm>
          </p:grpSpPr>
          <p:sp>
            <p:nvSpPr>
              <p:cNvPr id="5577" name="Google Shape;5577;p64"/>
              <p:cNvSpPr/>
              <p:nvPr/>
            </p:nvSpPr>
            <p:spPr>
              <a:xfrm>
                <a:off x="1936935"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8" name="Google Shape;5578;p64"/>
              <p:cNvSpPr/>
              <p:nvPr/>
            </p:nvSpPr>
            <p:spPr>
              <a:xfrm>
                <a:off x="1936935"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9" name="Google Shape;5579;p64"/>
              <p:cNvSpPr/>
              <p:nvPr/>
            </p:nvSpPr>
            <p:spPr>
              <a:xfrm>
                <a:off x="1936935"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0" name="Google Shape;5580;p64"/>
              <p:cNvSpPr/>
              <p:nvPr/>
            </p:nvSpPr>
            <p:spPr>
              <a:xfrm>
                <a:off x="1936935"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1" name="Google Shape;5581;p64"/>
              <p:cNvSpPr/>
              <p:nvPr/>
            </p:nvSpPr>
            <p:spPr>
              <a:xfrm>
                <a:off x="1936935"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2" name="Google Shape;5582;p64"/>
              <p:cNvSpPr/>
              <p:nvPr/>
            </p:nvSpPr>
            <p:spPr>
              <a:xfrm>
                <a:off x="1936935"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3" name="Google Shape;5583;p64"/>
              <p:cNvSpPr/>
              <p:nvPr/>
            </p:nvSpPr>
            <p:spPr>
              <a:xfrm>
                <a:off x="1936935"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4" name="Google Shape;5584;p64"/>
              <p:cNvSpPr/>
              <p:nvPr/>
            </p:nvSpPr>
            <p:spPr>
              <a:xfrm>
                <a:off x="1936935"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5" name="Google Shape;5585;p64"/>
              <p:cNvSpPr/>
              <p:nvPr/>
            </p:nvSpPr>
            <p:spPr>
              <a:xfrm>
                <a:off x="1936935"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6" name="Google Shape;5586;p64"/>
              <p:cNvSpPr/>
              <p:nvPr/>
            </p:nvSpPr>
            <p:spPr>
              <a:xfrm>
                <a:off x="1936935"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87" name="Google Shape;5587;p64"/>
            <p:cNvGrpSpPr/>
            <p:nvPr/>
          </p:nvGrpSpPr>
          <p:grpSpPr>
            <a:xfrm>
              <a:off x="2110795" y="1179665"/>
              <a:ext cx="80700" cy="1526144"/>
              <a:chOff x="2110795" y="1179665"/>
              <a:chExt cx="80700" cy="1526144"/>
            </a:xfrm>
          </p:grpSpPr>
          <p:sp>
            <p:nvSpPr>
              <p:cNvPr id="5588" name="Google Shape;5588;p64"/>
              <p:cNvSpPr/>
              <p:nvPr/>
            </p:nvSpPr>
            <p:spPr>
              <a:xfrm>
                <a:off x="2110795"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9" name="Google Shape;5589;p64"/>
              <p:cNvSpPr/>
              <p:nvPr/>
            </p:nvSpPr>
            <p:spPr>
              <a:xfrm>
                <a:off x="2110795"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0" name="Google Shape;5590;p64"/>
              <p:cNvSpPr/>
              <p:nvPr/>
            </p:nvSpPr>
            <p:spPr>
              <a:xfrm>
                <a:off x="2110795"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1" name="Google Shape;5591;p64"/>
              <p:cNvSpPr/>
              <p:nvPr/>
            </p:nvSpPr>
            <p:spPr>
              <a:xfrm>
                <a:off x="2110795"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2" name="Google Shape;5592;p64"/>
              <p:cNvSpPr/>
              <p:nvPr/>
            </p:nvSpPr>
            <p:spPr>
              <a:xfrm>
                <a:off x="2110795" y="1821630"/>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3" name="Google Shape;5593;p64"/>
              <p:cNvSpPr/>
              <p:nvPr/>
            </p:nvSpPr>
            <p:spPr>
              <a:xfrm>
                <a:off x="2110795"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4" name="Google Shape;5594;p64"/>
              <p:cNvSpPr/>
              <p:nvPr/>
            </p:nvSpPr>
            <p:spPr>
              <a:xfrm>
                <a:off x="2110795"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5" name="Google Shape;5595;p64"/>
              <p:cNvSpPr/>
              <p:nvPr/>
            </p:nvSpPr>
            <p:spPr>
              <a:xfrm>
                <a:off x="2110795"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6" name="Google Shape;5596;p64"/>
              <p:cNvSpPr/>
              <p:nvPr/>
            </p:nvSpPr>
            <p:spPr>
              <a:xfrm>
                <a:off x="2110795"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7" name="Google Shape;5597;p64"/>
              <p:cNvSpPr/>
              <p:nvPr/>
            </p:nvSpPr>
            <p:spPr>
              <a:xfrm>
                <a:off x="2110795"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98" name="Google Shape;5598;p64"/>
            <p:cNvGrpSpPr/>
            <p:nvPr/>
          </p:nvGrpSpPr>
          <p:grpSpPr>
            <a:xfrm>
              <a:off x="2284655" y="1179665"/>
              <a:ext cx="80700" cy="1526144"/>
              <a:chOff x="2284655" y="1179665"/>
              <a:chExt cx="80700" cy="1526144"/>
            </a:xfrm>
          </p:grpSpPr>
          <p:sp>
            <p:nvSpPr>
              <p:cNvPr id="5599" name="Google Shape;5599;p64"/>
              <p:cNvSpPr/>
              <p:nvPr/>
            </p:nvSpPr>
            <p:spPr>
              <a:xfrm>
                <a:off x="2284655"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0" name="Google Shape;5600;p64"/>
              <p:cNvSpPr/>
              <p:nvPr/>
            </p:nvSpPr>
            <p:spPr>
              <a:xfrm>
                <a:off x="2284655"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1" name="Google Shape;5601;p64"/>
              <p:cNvSpPr/>
              <p:nvPr/>
            </p:nvSpPr>
            <p:spPr>
              <a:xfrm>
                <a:off x="2284655"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2" name="Google Shape;5602;p64"/>
              <p:cNvSpPr/>
              <p:nvPr/>
            </p:nvSpPr>
            <p:spPr>
              <a:xfrm>
                <a:off x="2284655"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3" name="Google Shape;5603;p64"/>
              <p:cNvSpPr/>
              <p:nvPr/>
            </p:nvSpPr>
            <p:spPr>
              <a:xfrm>
                <a:off x="2284655"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4" name="Google Shape;5604;p64"/>
              <p:cNvSpPr/>
              <p:nvPr/>
            </p:nvSpPr>
            <p:spPr>
              <a:xfrm>
                <a:off x="2284655"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5" name="Google Shape;5605;p64"/>
              <p:cNvSpPr/>
              <p:nvPr/>
            </p:nvSpPr>
            <p:spPr>
              <a:xfrm>
                <a:off x="2284655"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6" name="Google Shape;5606;p64"/>
              <p:cNvSpPr/>
              <p:nvPr/>
            </p:nvSpPr>
            <p:spPr>
              <a:xfrm>
                <a:off x="2284655"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7" name="Google Shape;5607;p64"/>
              <p:cNvSpPr/>
              <p:nvPr/>
            </p:nvSpPr>
            <p:spPr>
              <a:xfrm>
                <a:off x="2284655"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8" name="Google Shape;5608;p64"/>
              <p:cNvSpPr/>
              <p:nvPr/>
            </p:nvSpPr>
            <p:spPr>
              <a:xfrm>
                <a:off x="2284655"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609" name="Google Shape;5609;p64"/>
          <p:cNvGrpSpPr/>
          <p:nvPr/>
        </p:nvGrpSpPr>
        <p:grpSpPr>
          <a:xfrm>
            <a:off x="2611692" y="986753"/>
            <a:ext cx="1364248" cy="1102133"/>
            <a:chOff x="2623904" y="1198803"/>
            <a:chExt cx="1364248" cy="1102133"/>
          </a:xfrm>
        </p:grpSpPr>
        <p:grpSp>
          <p:nvGrpSpPr>
            <p:cNvPr id="5610" name="Google Shape;5610;p64"/>
            <p:cNvGrpSpPr/>
            <p:nvPr/>
          </p:nvGrpSpPr>
          <p:grpSpPr>
            <a:xfrm>
              <a:off x="2623907" y="1198803"/>
              <a:ext cx="1364245" cy="273000"/>
              <a:chOff x="2623907" y="1198803"/>
              <a:chExt cx="1364245" cy="273000"/>
            </a:xfrm>
          </p:grpSpPr>
          <p:sp>
            <p:nvSpPr>
              <p:cNvPr id="5611" name="Google Shape;5611;p64"/>
              <p:cNvSpPr/>
              <p:nvPr/>
            </p:nvSpPr>
            <p:spPr>
              <a:xfrm>
                <a:off x="2623907"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2" name="Google Shape;5612;p64"/>
              <p:cNvSpPr/>
              <p:nvPr/>
            </p:nvSpPr>
            <p:spPr>
              <a:xfrm>
                <a:off x="2896718"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3" name="Google Shape;5613;p64"/>
              <p:cNvSpPr/>
              <p:nvPr/>
            </p:nvSpPr>
            <p:spPr>
              <a:xfrm>
                <a:off x="3169529"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4" name="Google Shape;5614;p64"/>
              <p:cNvSpPr/>
              <p:nvPr/>
            </p:nvSpPr>
            <p:spPr>
              <a:xfrm>
                <a:off x="3442341"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5" name="Google Shape;5615;p64"/>
              <p:cNvSpPr/>
              <p:nvPr/>
            </p:nvSpPr>
            <p:spPr>
              <a:xfrm>
                <a:off x="3715152" y="1198803"/>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16" name="Google Shape;5616;p64"/>
            <p:cNvGrpSpPr/>
            <p:nvPr/>
          </p:nvGrpSpPr>
          <p:grpSpPr>
            <a:xfrm>
              <a:off x="2623904" y="1476964"/>
              <a:ext cx="1364245" cy="273000"/>
              <a:chOff x="2623904" y="1476964"/>
              <a:chExt cx="1364245" cy="273000"/>
            </a:xfrm>
          </p:grpSpPr>
          <p:sp>
            <p:nvSpPr>
              <p:cNvPr id="5617" name="Google Shape;5617;p64"/>
              <p:cNvSpPr/>
              <p:nvPr/>
            </p:nvSpPr>
            <p:spPr>
              <a:xfrm>
                <a:off x="2623904" y="1476964"/>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8" name="Google Shape;5618;p64"/>
              <p:cNvSpPr/>
              <p:nvPr/>
            </p:nvSpPr>
            <p:spPr>
              <a:xfrm>
                <a:off x="2896716" y="1476964"/>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9" name="Google Shape;5619;p64"/>
              <p:cNvSpPr/>
              <p:nvPr/>
            </p:nvSpPr>
            <p:spPr>
              <a:xfrm>
                <a:off x="3169527" y="1476964"/>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0" name="Google Shape;5620;p64"/>
              <p:cNvSpPr/>
              <p:nvPr/>
            </p:nvSpPr>
            <p:spPr>
              <a:xfrm>
                <a:off x="3442338" y="1476964"/>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1" name="Google Shape;5621;p64"/>
              <p:cNvSpPr/>
              <p:nvPr/>
            </p:nvSpPr>
            <p:spPr>
              <a:xfrm>
                <a:off x="3715149" y="1476964"/>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22" name="Google Shape;5622;p64"/>
            <p:cNvGrpSpPr/>
            <p:nvPr/>
          </p:nvGrpSpPr>
          <p:grpSpPr>
            <a:xfrm>
              <a:off x="2623907" y="1749775"/>
              <a:ext cx="1364245" cy="273000"/>
              <a:chOff x="2623907" y="1749775"/>
              <a:chExt cx="1364245" cy="273000"/>
            </a:xfrm>
          </p:grpSpPr>
          <p:sp>
            <p:nvSpPr>
              <p:cNvPr id="5623" name="Google Shape;5623;p64"/>
              <p:cNvSpPr/>
              <p:nvPr/>
            </p:nvSpPr>
            <p:spPr>
              <a:xfrm>
                <a:off x="2623907" y="1749775"/>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4" name="Google Shape;5624;p64"/>
              <p:cNvSpPr/>
              <p:nvPr/>
            </p:nvSpPr>
            <p:spPr>
              <a:xfrm>
                <a:off x="2896718" y="1749775"/>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5" name="Google Shape;5625;p64"/>
              <p:cNvSpPr/>
              <p:nvPr/>
            </p:nvSpPr>
            <p:spPr>
              <a:xfrm>
                <a:off x="3169529" y="1749775"/>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6" name="Google Shape;5626;p64"/>
              <p:cNvSpPr/>
              <p:nvPr/>
            </p:nvSpPr>
            <p:spPr>
              <a:xfrm>
                <a:off x="3442341" y="1749775"/>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7" name="Google Shape;5627;p64"/>
              <p:cNvSpPr/>
              <p:nvPr/>
            </p:nvSpPr>
            <p:spPr>
              <a:xfrm>
                <a:off x="3715152" y="1749775"/>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28" name="Google Shape;5628;p64"/>
            <p:cNvGrpSpPr/>
            <p:nvPr/>
          </p:nvGrpSpPr>
          <p:grpSpPr>
            <a:xfrm>
              <a:off x="2623904" y="2027936"/>
              <a:ext cx="1364245" cy="273000"/>
              <a:chOff x="2623904" y="2027936"/>
              <a:chExt cx="1364245" cy="273000"/>
            </a:xfrm>
          </p:grpSpPr>
          <p:sp>
            <p:nvSpPr>
              <p:cNvPr id="5629" name="Google Shape;5629;p64"/>
              <p:cNvSpPr/>
              <p:nvPr/>
            </p:nvSpPr>
            <p:spPr>
              <a:xfrm>
                <a:off x="2623904"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0" name="Google Shape;5630;p64"/>
              <p:cNvSpPr/>
              <p:nvPr/>
            </p:nvSpPr>
            <p:spPr>
              <a:xfrm>
                <a:off x="2896716"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1" name="Google Shape;5631;p64"/>
              <p:cNvSpPr/>
              <p:nvPr/>
            </p:nvSpPr>
            <p:spPr>
              <a:xfrm>
                <a:off x="3169527"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2" name="Google Shape;5632;p64"/>
              <p:cNvSpPr/>
              <p:nvPr/>
            </p:nvSpPr>
            <p:spPr>
              <a:xfrm>
                <a:off x="3442338"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3" name="Google Shape;5633;p64"/>
              <p:cNvSpPr/>
              <p:nvPr/>
            </p:nvSpPr>
            <p:spPr>
              <a:xfrm>
                <a:off x="3715149"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634" name="Google Shape;5634;p64"/>
          <p:cNvGrpSpPr/>
          <p:nvPr/>
        </p:nvGrpSpPr>
        <p:grpSpPr>
          <a:xfrm>
            <a:off x="2601153" y="2445826"/>
            <a:ext cx="1387541" cy="159124"/>
            <a:chOff x="3200660" y="2180272"/>
            <a:chExt cx="2563824" cy="378237"/>
          </a:xfrm>
        </p:grpSpPr>
        <p:sp>
          <p:nvSpPr>
            <p:cNvPr id="5635" name="Google Shape;5635;p64"/>
            <p:cNvSpPr/>
            <p:nvPr/>
          </p:nvSpPr>
          <p:spPr>
            <a:xfrm>
              <a:off x="3200660" y="2180272"/>
              <a:ext cx="108240" cy="378237"/>
            </a:xfrm>
            <a:custGeom>
              <a:rect b="b" l="l" r="r" t="t"/>
              <a:pathLst>
                <a:path extrusionOk="0" h="37890" w="8543">
                  <a:moveTo>
                    <a:pt x="606" y="1"/>
                  </a:moveTo>
                  <a:cubicBezTo>
                    <a:pt x="276" y="1"/>
                    <a:pt x="0" y="263"/>
                    <a:pt x="0" y="607"/>
                  </a:cubicBezTo>
                  <a:lnTo>
                    <a:pt x="0" y="37270"/>
                  </a:lnTo>
                  <a:cubicBezTo>
                    <a:pt x="0" y="37614"/>
                    <a:pt x="276" y="37890"/>
                    <a:pt x="606" y="37890"/>
                  </a:cubicBezTo>
                  <a:lnTo>
                    <a:pt x="7922" y="37890"/>
                  </a:lnTo>
                  <a:cubicBezTo>
                    <a:pt x="8267" y="37890"/>
                    <a:pt x="8542" y="37614"/>
                    <a:pt x="8542" y="37270"/>
                  </a:cubicBezTo>
                  <a:lnTo>
                    <a:pt x="8542" y="607"/>
                  </a:lnTo>
                  <a:cubicBezTo>
                    <a:pt x="8542" y="263"/>
                    <a:pt x="8267" y="1"/>
                    <a:pt x="792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6" name="Google Shape;5636;p64"/>
            <p:cNvSpPr/>
            <p:nvPr/>
          </p:nvSpPr>
          <p:spPr>
            <a:xfrm>
              <a:off x="3345104" y="2180272"/>
              <a:ext cx="108240" cy="378237"/>
            </a:xfrm>
            <a:custGeom>
              <a:rect b="b" l="l" r="r" t="t"/>
              <a:pathLst>
                <a:path extrusionOk="0" h="37890" w="8543">
                  <a:moveTo>
                    <a:pt x="607" y="1"/>
                  </a:moveTo>
                  <a:cubicBezTo>
                    <a:pt x="262" y="1"/>
                    <a:pt x="0" y="263"/>
                    <a:pt x="0" y="607"/>
                  </a:cubicBezTo>
                  <a:lnTo>
                    <a:pt x="0" y="37270"/>
                  </a:lnTo>
                  <a:cubicBezTo>
                    <a:pt x="0"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7" name="Google Shape;5637;p64"/>
            <p:cNvSpPr/>
            <p:nvPr/>
          </p:nvSpPr>
          <p:spPr>
            <a:xfrm>
              <a:off x="3489548" y="2180272"/>
              <a:ext cx="108240" cy="378237"/>
            </a:xfrm>
            <a:custGeom>
              <a:rect b="b" l="l" r="r" t="t"/>
              <a:pathLst>
                <a:path extrusionOk="0" h="37890" w="8543">
                  <a:moveTo>
                    <a:pt x="621" y="1"/>
                  </a:moveTo>
                  <a:cubicBezTo>
                    <a:pt x="276" y="1"/>
                    <a:pt x="1" y="263"/>
                    <a:pt x="1" y="607"/>
                  </a:cubicBezTo>
                  <a:lnTo>
                    <a:pt x="1" y="37270"/>
                  </a:lnTo>
                  <a:cubicBezTo>
                    <a:pt x="1" y="37614"/>
                    <a:pt x="276" y="37890"/>
                    <a:pt x="621" y="37890"/>
                  </a:cubicBezTo>
                  <a:lnTo>
                    <a:pt x="7937" y="37890"/>
                  </a:lnTo>
                  <a:cubicBezTo>
                    <a:pt x="8281" y="37890"/>
                    <a:pt x="8543" y="37614"/>
                    <a:pt x="8543" y="37270"/>
                  </a:cubicBezTo>
                  <a:lnTo>
                    <a:pt x="8543" y="607"/>
                  </a:lnTo>
                  <a:cubicBezTo>
                    <a:pt x="8543" y="263"/>
                    <a:pt x="8281" y="1"/>
                    <a:pt x="7937"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8" name="Google Shape;5638;p64"/>
            <p:cNvSpPr/>
            <p:nvPr/>
          </p:nvSpPr>
          <p:spPr>
            <a:xfrm>
              <a:off x="3633992" y="2180272"/>
              <a:ext cx="108252" cy="378237"/>
            </a:xfrm>
            <a:custGeom>
              <a:rect b="b" l="l" r="r" t="t"/>
              <a:pathLst>
                <a:path extrusionOk="0" h="37890" w="8544">
                  <a:moveTo>
                    <a:pt x="621" y="1"/>
                  </a:moveTo>
                  <a:cubicBezTo>
                    <a:pt x="277" y="1"/>
                    <a:pt x="1" y="277"/>
                    <a:pt x="1" y="607"/>
                  </a:cubicBezTo>
                  <a:lnTo>
                    <a:pt x="1" y="37270"/>
                  </a:lnTo>
                  <a:cubicBezTo>
                    <a:pt x="1" y="37614"/>
                    <a:pt x="277" y="37890"/>
                    <a:pt x="621" y="37890"/>
                  </a:cubicBezTo>
                  <a:lnTo>
                    <a:pt x="7937" y="37890"/>
                  </a:lnTo>
                  <a:cubicBezTo>
                    <a:pt x="8268" y="37890"/>
                    <a:pt x="8543" y="37614"/>
                    <a:pt x="8543" y="37270"/>
                  </a:cubicBezTo>
                  <a:lnTo>
                    <a:pt x="8543" y="607"/>
                  </a:lnTo>
                  <a:cubicBezTo>
                    <a:pt x="8543" y="277"/>
                    <a:pt x="8268" y="1"/>
                    <a:pt x="7937"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9" name="Google Shape;5639;p64"/>
            <p:cNvSpPr/>
            <p:nvPr/>
          </p:nvSpPr>
          <p:spPr>
            <a:xfrm>
              <a:off x="3778448" y="2180272"/>
              <a:ext cx="108240" cy="378097"/>
            </a:xfrm>
            <a:custGeom>
              <a:rect b="b" l="l" r="r" t="t"/>
              <a:pathLst>
                <a:path extrusionOk="0" h="37876" w="8543">
                  <a:moveTo>
                    <a:pt x="606" y="1"/>
                  </a:moveTo>
                  <a:cubicBezTo>
                    <a:pt x="276" y="1"/>
                    <a:pt x="0" y="263"/>
                    <a:pt x="0" y="607"/>
                  </a:cubicBezTo>
                  <a:lnTo>
                    <a:pt x="0" y="37270"/>
                  </a:lnTo>
                  <a:cubicBezTo>
                    <a:pt x="0" y="37614"/>
                    <a:pt x="276" y="37876"/>
                    <a:pt x="606" y="37876"/>
                  </a:cubicBezTo>
                  <a:lnTo>
                    <a:pt x="7936" y="37876"/>
                  </a:lnTo>
                  <a:cubicBezTo>
                    <a:pt x="8267" y="37876"/>
                    <a:pt x="8542" y="37614"/>
                    <a:pt x="8542" y="37270"/>
                  </a:cubicBezTo>
                  <a:lnTo>
                    <a:pt x="8542" y="607"/>
                  </a:lnTo>
                  <a:cubicBezTo>
                    <a:pt x="8542" y="263"/>
                    <a:pt x="8267" y="1"/>
                    <a:pt x="793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0" name="Google Shape;5640;p64"/>
            <p:cNvSpPr/>
            <p:nvPr/>
          </p:nvSpPr>
          <p:spPr>
            <a:xfrm>
              <a:off x="3922892" y="2180272"/>
              <a:ext cx="108240" cy="378237"/>
            </a:xfrm>
            <a:custGeom>
              <a:rect b="b" l="l" r="r" t="t"/>
              <a:pathLst>
                <a:path extrusionOk="0" h="37890" w="8543">
                  <a:moveTo>
                    <a:pt x="607" y="1"/>
                  </a:moveTo>
                  <a:cubicBezTo>
                    <a:pt x="276" y="1"/>
                    <a:pt x="0" y="277"/>
                    <a:pt x="0" y="607"/>
                  </a:cubicBezTo>
                  <a:lnTo>
                    <a:pt x="0" y="37270"/>
                  </a:lnTo>
                  <a:cubicBezTo>
                    <a:pt x="0" y="37614"/>
                    <a:pt x="276" y="37890"/>
                    <a:pt x="607" y="37890"/>
                  </a:cubicBezTo>
                  <a:lnTo>
                    <a:pt x="7923" y="37890"/>
                  </a:lnTo>
                  <a:cubicBezTo>
                    <a:pt x="8267" y="37890"/>
                    <a:pt x="8543" y="37614"/>
                    <a:pt x="8543" y="37270"/>
                  </a:cubicBezTo>
                  <a:lnTo>
                    <a:pt x="8543" y="607"/>
                  </a:lnTo>
                  <a:cubicBezTo>
                    <a:pt x="8543" y="277"/>
                    <a:pt x="8267" y="1"/>
                    <a:pt x="79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1" name="Google Shape;5641;p64"/>
            <p:cNvSpPr/>
            <p:nvPr/>
          </p:nvSpPr>
          <p:spPr>
            <a:xfrm>
              <a:off x="4067336" y="2180272"/>
              <a:ext cx="108240" cy="378237"/>
            </a:xfrm>
            <a:custGeom>
              <a:rect b="b" l="l" r="r" t="t"/>
              <a:pathLst>
                <a:path extrusionOk="0" h="37890" w="8543">
                  <a:moveTo>
                    <a:pt x="607" y="1"/>
                  </a:moveTo>
                  <a:cubicBezTo>
                    <a:pt x="262" y="1"/>
                    <a:pt x="1" y="263"/>
                    <a:pt x="1" y="607"/>
                  </a:cubicBezTo>
                  <a:lnTo>
                    <a:pt x="1" y="37270"/>
                  </a:lnTo>
                  <a:cubicBezTo>
                    <a:pt x="1"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2" name="Google Shape;5642;p64"/>
            <p:cNvSpPr/>
            <p:nvPr/>
          </p:nvSpPr>
          <p:spPr>
            <a:xfrm>
              <a:off x="4211780" y="2180272"/>
              <a:ext cx="108252" cy="378237"/>
            </a:xfrm>
            <a:custGeom>
              <a:rect b="b" l="l" r="r" t="t"/>
              <a:pathLst>
                <a:path extrusionOk="0" h="37890" w="8544">
                  <a:moveTo>
                    <a:pt x="621" y="1"/>
                  </a:moveTo>
                  <a:cubicBezTo>
                    <a:pt x="276" y="1"/>
                    <a:pt x="1" y="277"/>
                    <a:pt x="1" y="607"/>
                  </a:cubicBezTo>
                  <a:lnTo>
                    <a:pt x="1" y="37270"/>
                  </a:lnTo>
                  <a:cubicBezTo>
                    <a:pt x="1" y="37614"/>
                    <a:pt x="276" y="37890"/>
                    <a:pt x="621" y="37890"/>
                  </a:cubicBezTo>
                  <a:lnTo>
                    <a:pt x="7937" y="37890"/>
                  </a:lnTo>
                  <a:cubicBezTo>
                    <a:pt x="8281" y="37890"/>
                    <a:pt x="8543" y="37614"/>
                    <a:pt x="8543" y="37270"/>
                  </a:cubicBezTo>
                  <a:lnTo>
                    <a:pt x="8543" y="607"/>
                  </a:lnTo>
                  <a:cubicBezTo>
                    <a:pt x="8543" y="277"/>
                    <a:pt x="8281" y="1"/>
                    <a:pt x="7937"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3" name="Google Shape;5643;p64"/>
            <p:cNvSpPr/>
            <p:nvPr/>
          </p:nvSpPr>
          <p:spPr>
            <a:xfrm>
              <a:off x="4356236" y="2180272"/>
              <a:ext cx="108240" cy="378097"/>
            </a:xfrm>
            <a:custGeom>
              <a:rect b="b" l="l" r="r" t="t"/>
              <a:pathLst>
                <a:path extrusionOk="0" h="37876" w="8543">
                  <a:moveTo>
                    <a:pt x="620" y="1"/>
                  </a:moveTo>
                  <a:cubicBezTo>
                    <a:pt x="276" y="1"/>
                    <a:pt x="0" y="263"/>
                    <a:pt x="0" y="607"/>
                  </a:cubicBezTo>
                  <a:lnTo>
                    <a:pt x="0" y="37270"/>
                  </a:lnTo>
                  <a:cubicBezTo>
                    <a:pt x="0" y="37614"/>
                    <a:pt x="276" y="37876"/>
                    <a:pt x="620" y="37876"/>
                  </a:cubicBezTo>
                  <a:lnTo>
                    <a:pt x="7936" y="37876"/>
                  </a:lnTo>
                  <a:cubicBezTo>
                    <a:pt x="8267" y="37876"/>
                    <a:pt x="8542" y="37614"/>
                    <a:pt x="8542" y="37270"/>
                  </a:cubicBezTo>
                  <a:lnTo>
                    <a:pt x="8542" y="607"/>
                  </a:lnTo>
                  <a:cubicBezTo>
                    <a:pt x="8542" y="263"/>
                    <a:pt x="8267" y="1"/>
                    <a:pt x="793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4" name="Google Shape;5644;p64"/>
            <p:cNvSpPr/>
            <p:nvPr/>
          </p:nvSpPr>
          <p:spPr>
            <a:xfrm>
              <a:off x="4500680" y="2180272"/>
              <a:ext cx="108240" cy="378237"/>
            </a:xfrm>
            <a:custGeom>
              <a:rect b="b" l="l" r="r" t="t"/>
              <a:pathLst>
                <a:path extrusionOk="0" h="37890" w="8543">
                  <a:moveTo>
                    <a:pt x="606" y="1"/>
                  </a:moveTo>
                  <a:cubicBezTo>
                    <a:pt x="276" y="1"/>
                    <a:pt x="0" y="277"/>
                    <a:pt x="0" y="607"/>
                  </a:cubicBezTo>
                  <a:lnTo>
                    <a:pt x="0" y="37270"/>
                  </a:lnTo>
                  <a:cubicBezTo>
                    <a:pt x="0" y="37614"/>
                    <a:pt x="276" y="37890"/>
                    <a:pt x="606" y="37890"/>
                  </a:cubicBezTo>
                  <a:lnTo>
                    <a:pt x="7936" y="37890"/>
                  </a:lnTo>
                  <a:cubicBezTo>
                    <a:pt x="8267" y="37890"/>
                    <a:pt x="8542" y="37614"/>
                    <a:pt x="8542" y="37270"/>
                  </a:cubicBezTo>
                  <a:lnTo>
                    <a:pt x="8542" y="607"/>
                  </a:lnTo>
                  <a:cubicBezTo>
                    <a:pt x="8542" y="277"/>
                    <a:pt x="8267" y="1"/>
                    <a:pt x="793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5" name="Google Shape;5645;p64"/>
            <p:cNvSpPr/>
            <p:nvPr/>
          </p:nvSpPr>
          <p:spPr>
            <a:xfrm>
              <a:off x="4645124" y="2180272"/>
              <a:ext cx="108240" cy="378097"/>
            </a:xfrm>
            <a:custGeom>
              <a:rect b="b" l="l" r="r" t="t"/>
              <a:pathLst>
                <a:path extrusionOk="0" h="37876" w="8543">
                  <a:moveTo>
                    <a:pt x="607" y="1"/>
                  </a:moveTo>
                  <a:cubicBezTo>
                    <a:pt x="276" y="1"/>
                    <a:pt x="0" y="263"/>
                    <a:pt x="0" y="607"/>
                  </a:cubicBezTo>
                  <a:lnTo>
                    <a:pt x="0" y="37270"/>
                  </a:lnTo>
                  <a:cubicBezTo>
                    <a:pt x="0" y="37614"/>
                    <a:pt x="276" y="37876"/>
                    <a:pt x="607" y="37876"/>
                  </a:cubicBezTo>
                  <a:lnTo>
                    <a:pt x="7936" y="37876"/>
                  </a:lnTo>
                  <a:cubicBezTo>
                    <a:pt x="8267" y="37876"/>
                    <a:pt x="8543" y="37614"/>
                    <a:pt x="8543" y="37270"/>
                  </a:cubicBezTo>
                  <a:lnTo>
                    <a:pt x="8543" y="607"/>
                  </a:lnTo>
                  <a:cubicBezTo>
                    <a:pt x="8543" y="263"/>
                    <a:pt x="8267" y="1"/>
                    <a:pt x="793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6" name="Google Shape;5646;p64"/>
            <p:cNvSpPr/>
            <p:nvPr/>
          </p:nvSpPr>
          <p:spPr>
            <a:xfrm>
              <a:off x="4789568" y="2180272"/>
              <a:ext cx="108240" cy="378237"/>
            </a:xfrm>
            <a:custGeom>
              <a:rect b="b" l="l" r="r" t="t"/>
              <a:pathLst>
                <a:path extrusionOk="0" h="37890" w="8543">
                  <a:moveTo>
                    <a:pt x="607" y="1"/>
                  </a:moveTo>
                  <a:cubicBezTo>
                    <a:pt x="262" y="1"/>
                    <a:pt x="1" y="277"/>
                    <a:pt x="1" y="607"/>
                  </a:cubicBezTo>
                  <a:lnTo>
                    <a:pt x="1" y="37270"/>
                  </a:lnTo>
                  <a:cubicBezTo>
                    <a:pt x="1" y="37614"/>
                    <a:pt x="262" y="37890"/>
                    <a:pt x="607" y="37890"/>
                  </a:cubicBezTo>
                  <a:lnTo>
                    <a:pt x="7923" y="37890"/>
                  </a:lnTo>
                  <a:cubicBezTo>
                    <a:pt x="8267" y="37890"/>
                    <a:pt x="8543" y="37614"/>
                    <a:pt x="8543" y="37270"/>
                  </a:cubicBezTo>
                  <a:lnTo>
                    <a:pt x="8543" y="607"/>
                  </a:lnTo>
                  <a:cubicBezTo>
                    <a:pt x="8543" y="277"/>
                    <a:pt x="8267" y="1"/>
                    <a:pt x="79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7" name="Google Shape;5647;p64"/>
            <p:cNvSpPr/>
            <p:nvPr/>
          </p:nvSpPr>
          <p:spPr>
            <a:xfrm>
              <a:off x="4934012" y="2180272"/>
              <a:ext cx="108240" cy="378237"/>
            </a:xfrm>
            <a:custGeom>
              <a:rect b="b" l="l" r="r" t="t"/>
              <a:pathLst>
                <a:path extrusionOk="0" h="37890" w="8543">
                  <a:moveTo>
                    <a:pt x="607" y="1"/>
                  </a:moveTo>
                  <a:cubicBezTo>
                    <a:pt x="263" y="1"/>
                    <a:pt x="1" y="263"/>
                    <a:pt x="1" y="607"/>
                  </a:cubicBezTo>
                  <a:lnTo>
                    <a:pt x="1" y="37270"/>
                  </a:lnTo>
                  <a:cubicBezTo>
                    <a:pt x="1" y="37614"/>
                    <a:pt x="263"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8" name="Google Shape;5648;p64"/>
            <p:cNvSpPr/>
            <p:nvPr/>
          </p:nvSpPr>
          <p:spPr>
            <a:xfrm>
              <a:off x="5078456" y="2180272"/>
              <a:ext cx="108240" cy="378237"/>
            </a:xfrm>
            <a:custGeom>
              <a:rect b="b" l="l" r="r" t="t"/>
              <a:pathLst>
                <a:path extrusionOk="0" h="37890" w="8543">
                  <a:moveTo>
                    <a:pt x="620" y="1"/>
                  </a:moveTo>
                  <a:cubicBezTo>
                    <a:pt x="276" y="1"/>
                    <a:pt x="0" y="277"/>
                    <a:pt x="0" y="607"/>
                  </a:cubicBezTo>
                  <a:lnTo>
                    <a:pt x="0" y="37270"/>
                  </a:lnTo>
                  <a:cubicBezTo>
                    <a:pt x="0" y="37614"/>
                    <a:pt x="276" y="37890"/>
                    <a:pt x="620" y="37890"/>
                  </a:cubicBezTo>
                  <a:lnTo>
                    <a:pt x="7936" y="37890"/>
                  </a:lnTo>
                  <a:cubicBezTo>
                    <a:pt x="8267" y="37890"/>
                    <a:pt x="8542" y="37614"/>
                    <a:pt x="8542" y="37270"/>
                  </a:cubicBezTo>
                  <a:lnTo>
                    <a:pt x="8542" y="607"/>
                  </a:lnTo>
                  <a:cubicBezTo>
                    <a:pt x="8542" y="277"/>
                    <a:pt x="8267" y="1"/>
                    <a:pt x="793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9" name="Google Shape;5649;p64"/>
            <p:cNvSpPr/>
            <p:nvPr/>
          </p:nvSpPr>
          <p:spPr>
            <a:xfrm>
              <a:off x="5222900" y="2180272"/>
              <a:ext cx="108240" cy="378237"/>
            </a:xfrm>
            <a:custGeom>
              <a:rect b="b" l="l" r="r" t="t"/>
              <a:pathLst>
                <a:path extrusionOk="0" h="37890" w="8543">
                  <a:moveTo>
                    <a:pt x="620" y="1"/>
                  </a:moveTo>
                  <a:cubicBezTo>
                    <a:pt x="276" y="1"/>
                    <a:pt x="0" y="263"/>
                    <a:pt x="0" y="607"/>
                  </a:cubicBezTo>
                  <a:lnTo>
                    <a:pt x="0" y="37270"/>
                  </a:lnTo>
                  <a:cubicBezTo>
                    <a:pt x="0" y="37614"/>
                    <a:pt x="276" y="37890"/>
                    <a:pt x="620" y="37890"/>
                  </a:cubicBezTo>
                  <a:lnTo>
                    <a:pt x="7936" y="37890"/>
                  </a:lnTo>
                  <a:cubicBezTo>
                    <a:pt x="8267" y="37890"/>
                    <a:pt x="8543" y="37614"/>
                    <a:pt x="8543" y="37270"/>
                  </a:cubicBezTo>
                  <a:lnTo>
                    <a:pt x="8543" y="607"/>
                  </a:lnTo>
                  <a:cubicBezTo>
                    <a:pt x="8543" y="263"/>
                    <a:pt x="8267" y="1"/>
                    <a:pt x="793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0" name="Google Shape;5650;p64"/>
            <p:cNvSpPr/>
            <p:nvPr/>
          </p:nvSpPr>
          <p:spPr>
            <a:xfrm>
              <a:off x="5367343" y="2180272"/>
              <a:ext cx="108240" cy="378237"/>
            </a:xfrm>
            <a:custGeom>
              <a:rect b="b" l="l" r="r" t="t"/>
              <a:pathLst>
                <a:path extrusionOk="0" h="37890" w="8543">
                  <a:moveTo>
                    <a:pt x="607" y="1"/>
                  </a:moveTo>
                  <a:cubicBezTo>
                    <a:pt x="276" y="1"/>
                    <a:pt x="1" y="277"/>
                    <a:pt x="1" y="607"/>
                  </a:cubicBezTo>
                  <a:lnTo>
                    <a:pt x="1" y="37270"/>
                  </a:lnTo>
                  <a:cubicBezTo>
                    <a:pt x="1" y="37614"/>
                    <a:pt x="276" y="37890"/>
                    <a:pt x="607" y="37890"/>
                  </a:cubicBezTo>
                  <a:lnTo>
                    <a:pt x="7937" y="37890"/>
                  </a:lnTo>
                  <a:cubicBezTo>
                    <a:pt x="8267" y="37890"/>
                    <a:pt x="8543" y="37614"/>
                    <a:pt x="8543" y="37270"/>
                  </a:cubicBezTo>
                  <a:lnTo>
                    <a:pt x="8543" y="607"/>
                  </a:lnTo>
                  <a:cubicBezTo>
                    <a:pt x="8543" y="277"/>
                    <a:pt x="8267" y="1"/>
                    <a:pt x="793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1" name="Google Shape;5651;p64"/>
            <p:cNvSpPr/>
            <p:nvPr/>
          </p:nvSpPr>
          <p:spPr>
            <a:xfrm>
              <a:off x="5511787" y="2180272"/>
              <a:ext cx="108240" cy="378097"/>
            </a:xfrm>
            <a:custGeom>
              <a:rect b="b" l="l" r="r" t="t"/>
              <a:pathLst>
                <a:path extrusionOk="0" h="37876" w="8543">
                  <a:moveTo>
                    <a:pt x="607" y="1"/>
                  </a:moveTo>
                  <a:cubicBezTo>
                    <a:pt x="276" y="1"/>
                    <a:pt x="1" y="263"/>
                    <a:pt x="1" y="607"/>
                  </a:cubicBezTo>
                  <a:lnTo>
                    <a:pt x="1" y="37270"/>
                  </a:lnTo>
                  <a:cubicBezTo>
                    <a:pt x="1" y="37614"/>
                    <a:pt x="276" y="37876"/>
                    <a:pt x="607" y="37876"/>
                  </a:cubicBezTo>
                  <a:lnTo>
                    <a:pt x="7923" y="37876"/>
                  </a:lnTo>
                  <a:cubicBezTo>
                    <a:pt x="8267" y="37876"/>
                    <a:pt x="8543" y="37614"/>
                    <a:pt x="8543" y="37270"/>
                  </a:cubicBezTo>
                  <a:lnTo>
                    <a:pt x="8543" y="607"/>
                  </a:lnTo>
                  <a:cubicBezTo>
                    <a:pt x="8543" y="263"/>
                    <a:pt x="8267" y="1"/>
                    <a:pt x="79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2" name="Google Shape;5652;p64"/>
            <p:cNvSpPr/>
            <p:nvPr/>
          </p:nvSpPr>
          <p:spPr>
            <a:xfrm>
              <a:off x="5656231" y="2180272"/>
              <a:ext cx="108252" cy="378237"/>
            </a:xfrm>
            <a:custGeom>
              <a:rect b="b" l="l" r="r" t="t"/>
              <a:pathLst>
                <a:path extrusionOk="0" h="37890" w="8544">
                  <a:moveTo>
                    <a:pt x="607" y="1"/>
                  </a:moveTo>
                  <a:cubicBezTo>
                    <a:pt x="263" y="1"/>
                    <a:pt x="1" y="277"/>
                    <a:pt x="1" y="607"/>
                  </a:cubicBezTo>
                  <a:lnTo>
                    <a:pt x="1" y="37270"/>
                  </a:lnTo>
                  <a:cubicBezTo>
                    <a:pt x="1" y="37614"/>
                    <a:pt x="263" y="37890"/>
                    <a:pt x="607" y="37890"/>
                  </a:cubicBezTo>
                  <a:lnTo>
                    <a:pt x="7923" y="37890"/>
                  </a:lnTo>
                  <a:cubicBezTo>
                    <a:pt x="8268" y="37890"/>
                    <a:pt x="8543" y="37614"/>
                    <a:pt x="8543" y="37270"/>
                  </a:cubicBezTo>
                  <a:lnTo>
                    <a:pt x="8543" y="607"/>
                  </a:lnTo>
                  <a:cubicBezTo>
                    <a:pt x="8543" y="277"/>
                    <a:pt x="8268" y="1"/>
                    <a:pt x="79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53" name="Google Shape;5653;p64"/>
          <p:cNvGrpSpPr/>
          <p:nvPr/>
        </p:nvGrpSpPr>
        <p:grpSpPr>
          <a:xfrm>
            <a:off x="2597677" y="2723590"/>
            <a:ext cx="1390502" cy="159625"/>
            <a:chOff x="3530150" y="2790075"/>
            <a:chExt cx="1962600" cy="225300"/>
          </a:xfrm>
        </p:grpSpPr>
        <p:sp>
          <p:nvSpPr>
            <p:cNvPr id="5654" name="Google Shape;5654;p64"/>
            <p:cNvSpPr/>
            <p:nvPr/>
          </p:nvSpPr>
          <p:spPr>
            <a:xfrm>
              <a:off x="3530150" y="2790075"/>
              <a:ext cx="1962600" cy="2253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5" name="Google Shape;5655;p64"/>
            <p:cNvSpPr/>
            <p:nvPr/>
          </p:nvSpPr>
          <p:spPr>
            <a:xfrm>
              <a:off x="3530150" y="2790075"/>
              <a:ext cx="1110000" cy="2253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56" name="Google Shape;5656;p64"/>
          <p:cNvGrpSpPr/>
          <p:nvPr/>
        </p:nvGrpSpPr>
        <p:grpSpPr>
          <a:xfrm>
            <a:off x="2597735" y="3001855"/>
            <a:ext cx="1411629" cy="154175"/>
            <a:chOff x="3558802" y="4011244"/>
            <a:chExt cx="1866000" cy="111600"/>
          </a:xfrm>
        </p:grpSpPr>
        <p:sp>
          <p:nvSpPr>
            <p:cNvPr id="5657" name="Google Shape;5657;p64"/>
            <p:cNvSpPr/>
            <p:nvPr/>
          </p:nvSpPr>
          <p:spPr>
            <a:xfrm flipH="1" rot="5400000">
              <a:off x="4436152" y="3134077"/>
              <a:ext cx="111300" cy="1866000"/>
            </a:xfrm>
            <a:prstGeom prst="round2SameRect">
              <a:avLst>
                <a:gd fmla="val 50000" name="adj1"/>
                <a:gd fmla="val 50000" name="adj2"/>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8" name="Google Shape;5658;p64"/>
            <p:cNvSpPr/>
            <p:nvPr/>
          </p:nvSpPr>
          <p:spPr>
            <a:xfrm flipH="1" rot="5400000">
              <a:off x="4157232" y="3412894"/>
              <a:ext cx="111600" cy="1308300"/>
            </a:xfrm>
            <a:prstGeom prst="round2SameRect">
              <a:avLst>
                <a:gd fmla="val 50000" name="adj1"/>
                <a:gd fmla="val 50000" name="adj2"/>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59" name="Google Shape;5659;p64"/>
          <p:cNvGrpSpPr/>
          <p:nvPr/>
        </p:nvGrpSpPr>
        <p:grpSpPr>
          <a:xfrm>
            <a:off x="2598023" y="2207425"/>
            <a:ext cx="1383503" cy="119761"/>
            <a:chOff x="3465975" y="2270258"/>
            <a:chExt cx="1986364" cy="171947"/>
          </a:xfrm>
        </p:grpSpPr>
        <p:sp>
          <p:nvSpPr>
            <p:cNvPr id="5660" name="Google Shape;5660;p64"/>
            <p:cNvSpPr/>
            <p:nvPr/>
          </p:nvSpPr>
          <p:spPr>
            <a:xfrm rot="-5400000">
              <a:off x="3725184" y="2270305"/>
              <a:ext cx="171900" cy="171900"/>
            </a:xfrm>
            <a:prstGeom prst="ellipse">
              <a:avLst/>
            </a:prstGeom>
            <a:solidFill>
              <a:srgbClr val="5F7D95"/>
            </a:solidFill>
            <a:ln cap="flat" cmpd="sng" w="19050">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1" name="Google Shape;5661;p64"/>
            <p:cNvSpPr/>
            <p:nvPr/>
          </p:nvSpPr>
          <p:spPr>
            <a:xfrm rot="-5400000">
              <a:off x="3984394" y="2270305"/>
              <a:ext cx="171900" cy="171900"/>
            </a:xfrm>
            <a:prstGeom prst="ellipse">
              <a:avLst/>
            </a:prstGeom>
            <a:solidFill>
              <a:srgbClr val="5F7D95"/>
            </a:solidFill>
            <a:ln cap="flat" cmpd="sng" w="19050">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2" name="Google Shape;5662;p64"/>
            <p:cNvSpPr/>
            <p:nvPr/>
          </p:nvSpPr>
          <p:spPr>
            <a:xfrm rot="-5400000">
              <a:off x="4243603" y="2270305"/>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3" name="Google Shape;5663;p64"/>
            <p:cNvSpPr/>
            <p:nvPr/>
          </p:nvSpPr>
          <p:spPr>
            <a:xfrm rot="-5400000">
              <a:off x="4502812" y="2270305"/>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4" name="Google Shape;5664;p64"/>
            <p:cNvSpPr/>
            <p:nvPr/>
          </p:nvSpPr>
          <p:spPr>
            <a:xfrm rot="-5400000">
              <a:off x="4762021" y="2270305"/>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5" name="Google Shape;5665;p64"/>
            <p:cNvSpPr/>
            <p:nvPr/>
          </p:nvSpPr>
          <p:spPr>
            <a:xfrm rot="-5400000">
              <a:off x="3465975" y="2270305"/>
              <a:ext cx="171900" cy="171900"/>
            </a:xfrm>
            <a:prstGeom prst="ellipse">
              <a:avLst/>
            </a:prstGeom>
            <a:solidFill>
              <a:srgbClr val="5F7D95"/>
            </a:solidFill>
            <a:ln cap="flat" cmpd="sng" w="19050">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6" name="Google Shape;5666;p64"/>
            <p:cNvSpPr/>
            <p:nvPr/>
          </p:nvSpPr>
          <p:spPr>
            <a:xfrm rot="-5400000">
              <a:off x="5021230" y="2270258"/>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7" name="Google Shape;5667;p64"/>
            <p:cNvSpPr/>
            <p:nvPr/>
          </p:nvSpPr>
          <p:spPr>
            <a:xfrm rot="-5400000">
              <a:off x="5280440" y="2270258"/>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68" name="Google Shape;5668;p64"/>
          <p:cNvGrpSpPr/>
          <p:nvPr/>
        </p:nvGrpSpPr>
        <p:grpSpPr>
          <a:xfrm>
            <a:off x="2609030" y="3571198"/>
            <a:ext cx="1369531" cy="195460"/>
            <a:chOff x="723300" y="4253549"/>
            <a:chExt cx="2276482" cy="324900"/>
          </a:xfrm>
        </p:grpSpPr>
        <p:sp>
          <p:nvSpPr>
            <p:cNvPr id="5669" name="Google Shape;5669;p64"/>
            <p:cNvSpPr/>
            <p:nvPr/>
          </p:nvSpPr>
          <p:spPr>
            <a:xfrm>
              <a:off x="723300"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0" name="Google Shape;5670;p64"/>
            <p:cNvSpPr/>
            <p:nvPr/>
          </p:nvSpPr>
          <p:spPr>
            <a:xfrm>
              <a:off x="1206995"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1" name="Google Shape;5671;p64"/>
            <p:cNvSpPr/>
            <p:nvPr/>
          </p:nvSpPr>
          <p:spPr>
            <a:xfrm>
              <a:off x="1690691"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2" name="Google Shape;5672;p64"/>
            <p:cNvSpPr/>
            <p:nvPr/>
          </p:nvSpPr>
          <p:spPr>
            <a:xfrm>
              <a:off x="2174386"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3" name="Google Shape;5673;p64"/>
            <p:cNvSpPr/>
            <p:nvPr/>
          </p:nvSpPr>
          <p:spPr>
            <a:xfrm>
              <a:off x="2658082" y="4253549"/>
              <a:ext cx="341700" cy="324900"/>
            </a:xfrm>
            <a:prstGeom prst="star5">
              <a:avLst>
                <a:gd fmla="val 19098" name="adj"/>
                <a:gd fmla="val 105146" name="hf"/>
                <a:gd fmla="val 110557" name="vf"/>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74" name="Google Shape;5674;p64"/>
          <p:cNvGrpSpPr/>
          <p:nvPr/>
        </p:nvGrpSpPr>
        <p:grpSpPr>
          <a:xfrm>
            <a:off x="2598591" y="3272439"/>
            <a:ext cx="1389066" cy="180119"/>
            <a:chOff x="705948" y="3788465"/>
            <a:chExt cx="2308953" cy="299400"/>
          </a:xfrm>
        </p:grpSpPr>
        <p:sp>
          <p:nvSpPr>
            <p:cNvPr id="5675" name="Google Shape;5675;p64"/>
            <p:cNvSpPr/>
            <p:nvPr/>
          </p:nvSpPr>
          <p:spPr>
            <a:xfrm>
              <a:off x="705948" y="3788465"/>
              <a:ext cx="335400" cy="299400"/>
            </a:xfrm>
            <a:prstGeom prst="hear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6" name="Google Shape;5676;p64"/>
            <p:cNvSpPr/>
            <p:nvPr/>
          </p:nvSpPr>
          <p:spPr>
            <a:xfrm>
              <a:off x="1209923" y="3788465"/>
              <a:ext cx="335400" cy="299400"/>
            </a:xfrm>
            <a:prstGeom prst="hear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7" name="Google Shape;5677;p64"/>
            <p:cNvSpPr/>
            <p:nvPr/>
          </p:nvSpPr>
          <p:spPr>
            <a:xfrm>
              <a:off x="1713905" y="3788465"/>
              <a:ext cx="335400" cy="299400"/>
            </a:xfrm>
            <a:prstGeom prst="hear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8" name="Google Shape;5678;p64"/>
            <p:cNvSpPr/>
            <p:nvPr/>
          </p:nvSpPr>
          <p:spPr>
            <a:xfrm>
              <a:off x="2189639" y="3788465"/>
              <a:ext cx="335400" cy="299400"/>
            </a:xfrm>
            <a:prstGeom prst="hear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9" name="Google Shape;5679;p64"/>
            <p:cNvSpPr/>
            <p:nvPr/>
          </p:nvSpPr>
          <p:spPr>
            <a:xfrm>
              <a:off x="2679500" y="3788465"/>
              <a:ext cx="335400" cy="299400"/>
            </a:xfrm>
            <a:prstGeom prst="hear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80" name="Google Shape;5680;p64"/>
          <p:cNvGrpSpPr/>
          <p:nvPr/>
        </p:nvGrpSpPr>
        <p:grpSpPr>
          <a:xfrm>
            <a:off x="4195581" y="1876393"/>
            <a:ext cx="1433821" cy="191501"/>
            <a:chOff x="4273350" y="2088443"/>
            <a:chExt cx="1433821" cy="191501"/>
          </a:xfrm>
        </p:grpSpPr>
        <p:grpSp>
          <p:nvGrpSpPr>
            <p:cNvPr id="5681" name="Google Shape;5681;p64"/>
            <p:cNvGrpSpPr/>
            <p:nvPr/>
          </p:nvGrpSpPr>
          <p:grpSpPr>
            <a:xfrm>
              <a:off x="4273350" y="2088443"/>
              <a:ext cx="1433821" cy="0"/>
              <a:chOff x="5224975" y="2962250"/>
              <a:chExt cx="1544400" cy="0"/>
            </a:xfrm>
          </p:grpSpPr>
          <p:cxnSp>
            <p:nvCxnSpPr>
              <p:cNvPr id="5682" name="Google Shape;5682;p64"/>
              <p:cNvCxnSpPr/>
              <p:nvPr/>
            </p:nvCxnSpPr>
            <p:spPr>
              <a:xfrm>
                <a:off x="5224975" y="2962250"/>
                <a:ext cx="1544400" cy="0"/>
              </a:xfrm>
              <a:prstGeom prst="straightConnector1">
                <a:avLst/>
              </a:prstGeom>
              <a:noFill/>
              <a:ln cap="flat" cmpd="sng" w="19050">
                <a:solidFill>
                  <a:srgbClr val="E3E9ED"/>
                </a:solidFill>
                <a:prstDash val="solid"/>
                <a:round/>
                <a:headEnd len="med" w="med" type="none"/>
                <a:tailEnd len="med" w="med" type="none"/>
              </a:ln>
            </p:spPr>
          </p:cxnSp>
          <p:cxnSp>
            <p:nvCxnSpPr>
              <p:cNvPr id="5683" name="Google Shape;5683;p64"/>
              <p:cNvCxnSpPr/>
              <p:nvPr/>
            </p:nvCxnSpPr>
            <p:spPr>
              <a:xfrm>
                <a:off x="5225150" y="2962250"/>
                <a:ext cx="453300" cy="0"/>
              </a:xfrm>
              <a:prstGeom prst="straightConnector1">
                <a:avLst/>
              </a:prstGeom>
              <a:noFill/>
              <a:ln cap="flat" cmpd="sng" w="19050">
                <a:solidFill>
                  <a:srgbClr val="7994A9"/>
                </a:solidFill>
                <a:prstDash val="solid"/>
                <a:round/>
                <a:headEnd len="med" w="med" type="none"/>
                <a:tailEnd len="med" w="med" type="oval"/>
              </a:ln>
            </p:spPr>
          </p:cxnSp>
        </p:grpSp>
        <p:grpSp>
          <p:nvGrpSpPr>
            <p:cNvPr id="5684" name="Google Shape;5684;p64"/>
            <p:cNvGrpSpPr/>
            <p:nvPr/>
          </p:nvGrpSpPr>
          <p:grpSpPr>
            <a:xfrm>
              <a:off x="4273350" y="2279944"/>
              <a:ext cx="1433821" cy="0"/>
              <a:chOff x="5224975" y="2962250"/>
              <a:chExt cx="1544400" cy="0"/>
            </a:xfrm>
          </p:grpSpPr>
          <p:cxnSp>
            <p:nvCxnSpPr>
              <p:cNvPr id="5685" name="Google Shape;5685;p64"/>
              <p:cNvCxnSpPr/>
              <p:nvPr/>
            </p:nvCxnSpPr>
            <p:spPr>
              <a:xfrm>
                <a:off x="5224975" y="2962250"/>
                <a:ext cx="1544400" cy="0"/>
              </a:xfrm>
              <a:prstGeom prst="straightConnector1">
                <a:avLst/>
              </a:prstGeom>
              <a:noFill/>
              <a:ln cap="flat" cmpd="sng" w="19050">
                <a:solidFill>
                  <a:srgbClr val="E3E9ED"/>
                </a:solidFill>
                <a:prstDash val="solid"/>
                <a:round/>
                <a:headEnd len="med" w="med" type="none"/>
                <a:tailEnd len="med" w="med" type="none"/>
              </a:ln>
            </p:spPr>
          </p:cxnSp>
          <p:cxnSp>
            <p:nvCxnSpPr>
              <p:cNvPr id="5686" name="Google Shape;5686;p64"/>
              <p:cNvCxnSpPr/>
              <p:nvPr/>
            </p:nvCxnSpPr>
            <p:spPr>
              <a:xfrm>
                <a:off x="5225150" y="2962250"/>
                <a:ext cx="998700" cy="0"/>
              </a:xfrm>
              <a:prstGeom prst="straightConnector1">
                <a:avLst/>
              </a:prstGeom>
              <a:noFill/>
              <a:ln cap="flat" cmpd="sng" w="19050">
                <a:solidFill>
                  <a:srgbClr val="7994A9"/>
                </a:solidFill>
                <a:prstDash val="solid"/>
                <a:round/>
                <a:headEnd len="med" w="med" type="none"/>
                <a:tailEnd len="med" w="med" type="oval"/>
              </a:ln>
            </p:spPr>
          </p:cxnSp>
        </p:grpSp>
      </p:grpSp>
      <p:grpSp>
        <p:nvGrpSpPr>
          <p:cNvPr id="5687" name="Google Shape;5687;p64"/>
          <p:cNvGrpSpPr/>
          <p:nvPr/>
        </p:nvGrpSpPr>
        <p:grpSpPr>
          <a:xfrm>
            <a:off x="2646528" y="3885297"/>
            <a:ext cx="1304609" cy="294074"/>
            <a:chOff x="2658741" y="4097347"/>
            <a:chExt cx="1304609" cy="294074"/>
          </a:xfrm>
        </p:grpSpPr>
        <p:grpSp>
          <p:nvGrpSpPr>
            <p:cNvPr id="5688" name="Google Shape;5688;p64"/>
            <p:cNvGrpSpPr/>
            <p:nvPr/>
          </p:nvGrpSpPr>
          <p:grpSpPr>
            <a:xfrm>
              <a:off x="2658741" y="4097347"/>
              <a:ext cx="118572" cy="294074"/>
              <a:chOff x="3343310" y="4475555"/>
              <a:chExt cx="127717" cy="316753"/>
            </a:xfrm>
          </p:grpSpPr>
          <p:sp>
            <p:nvSpPr>
              <p:cNvPr id="5689" name="Google Shape;5689;p64"/>
              <p:cNvSpPr/>
              <p:nvPr/>
            </p:nvSpPr>
            <p:spPr>
              <a:xfrm>
                <a:off x="3343310" y="4535967"/>
                <a:ext cx="127717" cy="256341"/>
              </a:xfrm>
              <a:custGeom>
                <a:rect b="b" l="l" r="r" t="t"/>
                <a:pathLst>
                  <a:path extrusionOk="0" h="156544" w="77995">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0" name="Google Shape;5690;p64"/>
              <p:cNvSpPr/>
              <p:nvPr/>
            </p:nvSpPr>
            <p:spPr>
              <a:xfrm>
                <a:off x="3381341" y="4475555"/>
                <a:ext cx="52189" cy="52135"/>
              </a:xfrm>
              <a:custGeom>
                <a:rect b="b" l="l" r="r" t="t"/>
                <a:pathLst>
                  <a:path extrusionOk="0" h="31838" w="31871">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91" name="Google Shape;5691;p64"/>
            <p:cNvGrpSpPr/>
            <p:nvPr/>
          </p:nvGrpSpPr>
          <p:grpSpPr>
            <a:xfrm>
              <a:off x="3815519" y="4098388"/>
              <a:ext cx="147831" cy="291991"/>
              <a:chOff x="3527539" y="4476677"/>
              <a:chExt cx="159232" cy="314510"/>
            </a:xfrm>
          </p:grpSpPr>
          <p:sp>
            <p:nvSpPr>
              <p:cNvPr id="5692" name="Google Shape;5692;p64"/>
              <p:cNvSpPr/>
              <p:nvPr/>
            </p:nvSpPr>
            <p:spPr>
              <a:xfrm>
                <a:off x="3527539" y="4536716"/>
                <a:ext cx="159232" cy="254471"/>
              </a:xfrm>
              <a:custGeom>
                <a:rect b="b" l="l" r="r" t="t"/>
                <a:pathLst>
                  <a:path extrusionOk="0" h="155402" w="97241">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3" name="Google Shape;5693;p64"/>
              <p:cNvSpPr/>
              <p:nvPr/>
            </p:nvSpPr>
            <p:spPr>
              <a:xfrm>
                <a:off x="3581381" y="4476677"/>
                <a:ext cx="51814" cy="51761"/>
              </a:xfrm>
              <a:custGeom>
                <a:rect b="b" l="l" r="r" t="t"/>
                <a:pathLst>
                  <a:path extrusionOk="0" h="31610" w="31642">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94" name="Google Shape;5694;p64"/>
            <p:cNvGrpSpPr/>
            <p:nvPr/>
          </p:nvGrpSpPr>
          <p:grpSpPr>
            <a:xfrm>
              <a:off x="3511696" y="4098388"/>
              <a:ext cx="147831" cy="291991"/>
              <a:chOff x="3527539" y="4476677"/>
              <a:chExt cx="159232" cy="314510"/>
            </a:xfrm>
          </p:grpSpPr>
          <p:sp>
            <p:nvSpPr>
              <p:cNvPr id="5695" name="Google Shape;5695;p64"/>
              <p:cNvSpPr/>
              <p:nvPr/>
            </p:nvSpPr>
            <p:spPr>
              <a:xfrm>
                <a:off x="3527539" y="4536716"/>
                <a:ext cx="159232" cy="254471"/>
              </a:xfrm>
              <a:custGeom>
                <a:rect b="b" l="l" r="r" t="t"/>
                <a:pathLst>
                  <a:path extrusionOk="0" h="155402" w="97241">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6" name="Google Shape;5696;p64"/>
              <p:cNvSpPr/>
              <p:nvPr/>
            </p:nvSpPr>
            <p:spPr>
              <a:xfrm>
                <a:off x="3581381" y="4476677"/>
                <a:ext cx="51814" cy="51761"/>
              </a:xfrm>
              <a:custGeom>
                <a:rect b="b" l="l" r="r" t="t"/>
                <a:pathLst>
                  <a:path extrusionOk="0" h="31610" w="31642">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97" name="Google Shape;5697;p64"/>
            <p:cNvGrpSpPr/>
            <p:nvPr/>
          </p:nvGrpSpPr>
          <p:grpSpPr>
            <a:xfrm>
              <a:off x="3207874" y="4098388"/>
              <a:ext cx="147831" cy="291991"/>
              <a:chOff x="3527539" y="4476677"/>
              <a:chExt cx="159232" cy="314510"/>
            </a:xfrm>
          </p:grpSpPr>
          <p:sp>
            <p:nvSpPr>
              <p:cNvPr id="5698" name="Google Shape;5698;p64"/>
              <p:cNvSpPr/>
              <p:nvPr/>
            </p:nvSpPr>
            <p:spPr>
              <a:xfrm>
                <a:off x="3527539" y="4536716"/>
                <a:ext cx="159232" cy="254471"/>
              </a:xfrm>
              <a:custGeom>
                <a:rect b="b" l="l" r="r" t="t"/>
                <a:pathLst>
                  <a:path extrusionOk="0" h="155402" w="97241">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9" name="Google Shape;5699;p64"/>
              <p:cNvSpPr/>
              <p:nvPr/>
            </p:nvSpPr>
            <p:spPr>
              <a:xfrm>
                <a:off x="3581381" y="4476677"/>
                <a:ext cx="51814" cy="51761"/>
              </a:xfrm>
              <a:custGeom>
                <a:rect b="b" l="l" r="r" t="t"/>
                <a:pathLst>
                  <a:path extrusionOk="0" h="31610" w="31642">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00" name="Google Shape;5700;p64"/>
            <p:cNvGrpSpPr/>
            <p:nvPr/>
          </p:nvGrpSpPr>
          <p:grpSpPr>
            <a:xfrm>
              <a:off x="2933305" y="4097347"/>
              <a:ext cx="118572" cy="294074"/>
              <a:chOff x="3343310" y="4475555"/>
              <a:chExt cx="127717" cy="316753"/>
            </a:xfrm>
          </p:grpSpPr>
          <p:sp>
            <p:nvSpPr>
              <p:cNvPr id="5701" name="Google Shape;5701;p64"/>
              <p:cNvSpPr/>
              <p:nvPr/>
            </p:nvSpPr>
            <p:spPr>
              <a:xfrm>
                <a:off x="3343310" y="4535967"/>
                <a:ext cx="127717" cy="256341"/>
              </a:xfrm>
              <a:custGeom>
                <a:rect b="b" l="l" r="r" t="t"/>
                <a:pathLst>
                  <a:path extrusionOk="0" h="156544" w="77995">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2" name="Google Shape;5702;p64"/>
              <p:cNvSpPr/>
              <p:nvPr/>
            </p:nvSpPr>
            <p:spPr>
              <a:xfrm>
                <a:off x="3381341" y="4475555"/>
                <a:ext cx="52189" cy="52135"/>
              </a:xfrm>
              <a:custGeom>
                <a:rect b="b" l="l" r="r" t="t"/>
                <a:pathLst>
                  <a:path extrusionOk="0" h="31838" w="31871">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703" name="Google Shape;5703;p64"/>
          <p:cNvGrpSpPr/>
          <p:nvPr/>
        </p:nvGrpSpPr>
        <p:grpSpPr>
          <a:xfrm>
            <a:off x="4197136" y="963991"/>
            <a:ext cx="1430711" cy="751237"/>
            <a:chOff x="5159450" y="1919950"/>
            <a:chExt cx="1541050" cy="862500"/>
          </a:xfrm>
        </p:grpSpPr>
        <p:sp>
          <p:nvSpPr>
            <p:cNvPr id="5704" name="Google Shape;5704;p64"/>
            <p:cNvSpPr/>
            <p:nvPr/>
          </p:nvSpPr>
          <p:spPr>
            <a:xfrm>
              <a:off x="5216414" y="2060033"/>
              <a:ext cx="1436820" cy="600250"/>
            </a:xfrm>
            <a:custGeom>
              <a:rect b="b" l="l" r="r" t="t"/>
              <a:pathLst>
                <a:path extrusionOk="0" h="69253" w="165771">
                  <a:moveTo>
                    <a:pt x="0" y="62158"/>
                  </a:moveTo>
                  <a:cubicBezTo>
                    <a:pt x="3093" y="59686"/>
                    <a:pt x="11731" y="46368"/>
                    <a:pt x="18559" y="47324"/>
                  </a:cubicBezTo>
                  <a:cubicBezTo>
                    <a:pt x="25388" y="48280"/>
                    <a:pt x="34933" y="75569"/>
                    <a:pt x="40971" y="67894"/>
                  </a:cubicBezTo>
                  <a:cubicBezTo>
                    <a:pt x="47009" y="60219"/>
                    <a:pt x="49466" y="8743"/>
                    <a:pt x="54788" y="1272"/>
                  </a:cubicBezTo>
                  <a:cubicBezTo>
                    <a:pt x="60110" y="-6199"/>
                    <a:pt x="66121" y="21612"/>
                    <a:pt x="72901" y="23070"/>
                  </a:cubicBezTo>
                  <a:cubicBezTo>
                    <a:pt x="79681" y="24528"/>
                    <a:pt x="89301" y="7131"/>
                    <a:pt x="95467" y="10022"/>
                  </a:cubicBezTo>
                  <a:cubicBezTo>
                    <a:pt x="101633" y="12913"/>
                    <a:pt x="104182" y="34714"/>
                    <a:pt x="109898" y="40416"/>
                  </a:cubicBezTo>
                  <a:cubicBezTo>
                    <a:pt x="115614" y="46118"/>
                    <a:pt x="123315" y="40320"/>
                    <a:pt x="129762" y="44234"/>
                  </a:cubicBezTo>
                  <a:cubicBezTo>
                    <a:pt x="136209" y="48148"/>
                    <a:pt x="142580" y="65416"/>
                    <a:pt x="148581" y="63902"/>
                  </a:cubicBezTo>
                  <a:cubicBezTo>
                    <a:pt x="154583" y="62388"/>
                    <a:pt x="162906" y="39942"/>
                    <a:pt x="165771" y="35150"/>
                  </a:cubicBezTo>
                </a:path>
              </a:pathLst>
            </a:custGeom>
            <a:noFill/>
            <a:ln cap="flat" cmpd="sng" w="19050">
              <a:solidFill>
                <a:srgbClr val="5F7D95"/>
              </a:solidFill>
              <a:prstDash val="solid"/>
              <a:round/>
              <a:headEnd len="med" w="med" type="oval"/>
              <a:tailEnd len="med" w="med" type="oval"/>
            </a:ln>
          </p:spPr>
        </p:sp>
        <p:grpSp>
          <p:nvGrpSpPr>
            <p:cNvPr id="5705" name="Google Shape;5705;p64"/>
            <p:cNvGrpSpPr/>
            <p:nvPr/>
          </p:nvGrpSpPr>
          <p:grpSpPr>
            <a:xfrm>
              <a:off x="5159450" y="1919950"/>
              <a:ext cx="1541050" cy="862500"/>
              <a:chOff x="5159450" y="1919950"/>
              <a:chExt cx="1541050" cy="862500"/>
            </a:xfrm>
          </p:grpSpPr>
          <p:cxnSp>
            <p:nvCxnSpPr>
              <p:cNvPr id="5706" name="Google Shape;5706;p64"/>
              <p:cNvCxnSpPr/>
              <p:nvPr/>
            </p:nvCxnSpPr>
            <p:spPr>
              <a:xfrm>
                <a:off x="5159450" y="1919950"/>
                <a:ext cx="0" cy="862500"/>
              </a:xfrm>
              <a:prstGeom prst="straightConnector1">
                <a:avLst/>
              </a:prstGeom>
              <a:noFill/>
              <a:ln cap="flat" cmpd="sng" w="9525">
                <a:solidFill>
                  <a:srgbClr val="E3E9ED"/>
                </a:solidFill>
                <a:prstDash val="solid"/>
                <a:round/>
                <a:headEnd len="med" w="med" type="none"/>
                <a:tailEnd len="med" w="med" type="none"/>
              </a:ln>
            </p:spPr>
          </p:cxnSp>
          <p:cxnSp>
            <p:nvCxnSpPr>
              <p:cNvPr id="5707" name="Google Shape;5707;p64"/>
              <p:cNvCxnSpPr/>
              <p:nvPr/>
            </p:nvCxnSpPr>
            <p:spPr>
              <a:xfrm>
                <a:off x="5161200" y="2778975"/>
                <a:ext cx="1539300" cy="0"/>
              </a:xfrm>
              <a:prstGeom prst="straightConnector1">
                <a:avLst/>
              </a:prstGeom>
              <a:noFill/>
              <a:ln cap="flat" cmpd="sng" w="9525">
                <a:solidFill>
                  <a:srgbClr val="E3E9ED"/>
                </a:solidFill>
                <a:prstDash val="solid"/>
                <a:round/>
                <a:headEnd len="med" w="med" type="none"/>
                <a:tailEnd len="med" w="med" type="none"/>
              </a:ln>
            </p:spPr>
          </p:cxnSp>
        </p:grpSp>
      </p:grpSp>
      <p:grpSp>
        <p:nvGrpSpPr>
          <p:cNvPr id="5708" name="Google Shape;5708;p64"/>
          <p:cNvGrpSpPr/>
          <p:nvPr/>
        </p:nvGrpSpPr>
        <p:grpSpPr>
          <a:xfrm>
            <a:off x="4245274" y="2227761"/>
            <a:ext cx="1334436" cy="967914"/>
            <a:chOff x="4294923" y="2439811"/>
            <a:chExt cx="1334436" cy="967914"/>
          </a:xfrm>
        </p:grpSpPr>
        <p:grpSp>
          <p:nvGrpSpPr>
            <p:cNvPr id="5709" name="Google Shape;5709;p64"/>
            <p:cNvGrpSpPr/>
            <p:nvPr/>
          </p:nvGrpSpPr>
          <p:grpSpPr>
            <a:xfrm>
              <a:off x="4960455" y="2469658"/>
              <a:ext cx="668904" cy="885524"/>
              <a:chOff x="4960455" y="2469658"/>
              <a:chExt cx="668904" cy="885524"/>
            </a:xfrm>
          </p:grpSpPr>
          <p:sp>
            <p:nvSpPr>
              <p:cNvPr id="5710" name="Google Shape;5710;p64"/>
              <p:cNvSpPr/>
              <p:nvPr/>
            </p:nvSpPr>
            <p:spPr>
              <a:xfrm>
                <a:off x="4960455" y="3257057"/>
                <a:ext cx="668904" cy="98124"/>
              </a:xfrm>
              <a:custGeom>
                <a:rect b="b" l="l" r="r" t="t"/>
                <a:pathLst>
                  <a:path extrusionOk="0" h="6286" w="42851">
                    <a:moveTo>
                      <a:pt x="0" y="1"/>
                    </a:moveTo>
                    <a:lnTo>
                      <a:pt x="0" y="6286"/>
                    </a:lnTo>
                    <a:lnTo>
                      <a:pt x="42851" y="6286"/>
                    </a:lnTo>
                    <a:lnTo>
                      <a:pt x="42851"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1" name="Google Shape;5711;p64"/>
              <p:cNvSpPr/>
              <p:nvPr/>
            </p:nvSpPr>
            <p:spPr>
              <a:xfrm>
                <a:off x="4960455" y="3099584"/>
                <a:ext cx="668904" cy="98124"/>
              </a:xfrm>
              <a:custGeom>
                <a:rect b="b" l="l" r="r" t="t"/>
                <a:pathLst>
                  <a:path extrusionOk="0" h="6286" w="42851">
                    <a:moveTo>
                      <a:pt x="0" y="0"/>
                    </a:moveTo>
                    <a:lnTo>
                      <a:pt x="0" y="6285"/>
                    </a:lnTo>
                    <a:lnTo>
                      <a:pt x="42851" y="6285"/>
                    </a:lnTo>
                    <a:lnTo>
                      <a:pt x="42851"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2" name="Google Shape;5712;p64"/>
              <p:cNvSpPr/>
              <p:nvPr/>
            </p:nvSpPr>
            <p:spPr>
              <a:xfrm>
                <a:off x="4960455" y="2942094"/>
                <a:ext cx="668904" cy="98124"/>
              </a:xfrm>
              <a:custGeom>
                <a:rect b="b" l="l" r="r" t="t"/>
                <a:pathLst>
                  <a:path extrusionOk="0" h="6286" w="42851">
                    <a:moveTo>
                      <a:pt x="0" y="1"/>
                    </a:moveTo>
                    <a:lnTo>
                      <a:pt x="0" y="6286"/>
                    </a:lnTo>
                    <a:lnTo>
                      <a:pt x="42851" y="6286"/>
                    </a:lnTo>
                    <a:lnTo>
                      <a:pt x="42851"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3" name="Google Shape;5713;p64"/>
              <p:cNvSpPr/>
              <p:nvPr/>
            </p:nvSpPr>
            <p:spPr>
              <a:xfrm>
                <a:off x="4960455" y="2784621"/>
                <a:ext cx="618094" cy="98124"/>
              </a:xfrm>
              <a:custGeom>
                <a:rect b="b" l="l" r="r" t="t"/>
                <a:pathLst>
                  <a:path extrusionOk="0" h="6286" w="39596">
                    <a:moveTo>
                      <a:pt x="0" y="0"/>
                    </a:moveTo>
                    <a:lnTo>
                      <a:pt x="0" y="6285"/>
                    </a:lnTo>
                    <a:lnTo>
                      <a:pt x="39596" y="6285"/>
                    </a:lnTo>
                    <a:lnTo>
                      <a:pt x="39596"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4" name="Google Shape;5714;p64"/>
              <p:cNvSpPr/>
              <p:nvPr/>
            </p:nvSpPr>
            <p:spPr>
              <a:xfrm>
                <a:off x="4960455" y="2627131"/>
                <a:ext cx="516519" cy="98140"/>
              </a:xfrm>
              <a:custGeom>
                <a:rect b="b" l="l" r="r" t="t"/>
                <a:pathLst>
                  <a:path extrusionOk="0" h="6287" w="33089">
                    <a:moveTo>
                      <a:pt x="0" y="1"/>
                    </a:moveTo>
                    <a:lnTo>
                      <a:pt x="0" y="6286"/>
                    </a:lnTo>
                    <a:lnTo>
                      <a:pt x="33089" y="6286"/>
                    </a:lnTo>
                    <a:lnTo>
                      <a:pt x="33089"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5" name="Google Shape;5715;p64"/>
              <p:cNvSpPr/>
              <p:nvPr/>
            </p:nvSpPr>
            <p:spPr>
              <a:xfrm>
                <a:off x="4960455" y="2469658"/>
                <a:ext cx="313293" cy="98078"/>
              </a:xfrm>
              <a:custGeom>
                <a:rect b="b" l="l" r="r" t="t"/>
                <a:pathLst>
                  <a:path extrusionOk="0" h="6283" w="20070">
                    <a:moveTo>
                      <a:pt x="0" y="1"/>
                    </a:moveTo>
                    <a:lnTo>
                      <a:pt x="0" y="6283"/>
                    </a:lnTo>
                    <a:lnTo>
                      <a:pt x="20069" y="6283"/>
                    </a:lnTo>
                    <a:lnTo>
                      <a:pt x="20069"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16" name="Google Shape;5716;p64"/>
            <p:cNvGrpSpPr/>
            <p:nvPr/>
          </p:nvGrpSpPr>
          <p:grpSpPr>
            <a:xfrm>
              <a:off x="4294923" y="2469658"/>
              <a:ext cx="668951" cy="885524"/>
              <a:chOff x="4294923" y="2469658"/>
              <a:chExt cx="668951" cy="885524"/>
            </a:xfrm>
          </p:grpSpPr>
          <p:sp>
            <p:nvSpPr>
              <p:cNvPr id="5717" name="Google Shape;5717;p64"/>
              <p:cNvSpPr/>
              <p:nvPr/>
            </p:nvSpPr>
            <p:spPr>
              <a:xfrm>
                <a:off x="4294923" y="3257057"/>
                <a:ext cx="668951" cy="98124"/>
              </a:xfrm>
              <a:custGeom>
                <a:rect b="b" l="l" r="r" t="t"/>
                <a:pathLst>
                  <a:path extrusionOk="0" h="6286" w="42854">
                    <a:moveTo>
                      <a:pt x="0" y="1"/>
                    </a:moveTo>
                    <a:lnTo>
                      <a:pt x="0" y="6286"/>
                    </a:lnTo>
                    <a:lnTo>
                      <a:pt x="42854" y="6286"/>
                    </a:lnTo>
                    <a:lnTo>
                      <a:pt x="4285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8" name="Google Shape;5718;p64"/>
              <p:cNvSpPr/>
              <p:nvPr/>
            </p:nvSpPr>
            <p:spPr>
              <a:xfrm>
                <a:off x="4294923" y="3099584"/>
                <a:ext cx="668951" cy="98124"/>
              </a:xfrm>
              <a:custGeom>
                <a:rect b="b" l="l" r="r" t="t"/>
                <a:pathLst>
                  <a:path extrusionOk="0" h="6286" w="42854">
                    <a:moveTo>
                      <a:pt x="0" y="0"/>
                    </a:moveTo>
                    <a:lnTo>
                      <a:pt x="0" y="6285"/>
                    </a:lnTo>
                    <a:lnTo>
                      <a:pt x="42854" y="6285"/>
                    </a:lnTo>
                    <a:lnTo>
                      <a:pt x="4285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9" name="Google Shape;5719;p64"/>
              <p:cNvSpPr/>
              <p:nvPr/>
            </p:nvSpPr>
            <p:spPr>
              <a:xfrm>
                <a:off x="4294923" y="2942094"/>
                <a:ext cx="668951" cy="98124"/>
              </a:xfrm>
              <a:custGeom>
                <a:rect b="b" l="l" r="r" t="t"/>
                <a:pathLst>
                  <a:path extrusionOk="0" h="6286" w="42854">
                    <a:moveTo>
                      <a:pt x="0" y="1"/>
                    </a:moveTo>
                    <a:lnTo>
                      <a:pt x="0" y="6286"/>
                    </a:lnTo>
                    <a:lnTo>
                      <a:pt x="42854" y="6286"/>
                    </a:lnTo>
                    <a:lnTo>
                      <a:pt x="4285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0" name="Google Shape;5720;p64"/>
              <p:cNvSpPr/>
              <p:nvPr/>
            </p:nvSpPr>
            <p:spPr>
              <a:xfrm>
                <a:off x="4447355" y="2784621"/>
                <a:ext cx="516519" cy="98124"/>
              </a:xfrm>
              <a:custGeom>
                <a:rect b="b" l="l" r="r" t="t"/>
                <a:pathLst>
                  <a:path extrusionOk="0" h="6286" w="33089">
                    <a:moveTo>
                      <a:pt x="0" y="0"/>
                    </a:moveTo>
                    <a:lnTo>
                      <a:pt x="0" y="6285"/>
                    </a:lnTo>
                    <a:lnTo>
                      <a:pt x="33089" y="6285"/>
                    </a:lnTo>
                    <a:lnTo>
                      <a:pt x="33089"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1" name="Google Shape;5721;p64"/>
              <p:cNvSpPr/>
              <p:nvPr/>
            </p:nvSpPr>
            <p:spPr>
              <a:xfrm>
                <a:off x="4548960" y="2627131"/>
                <a:ext cx="414914" cy="98140"/>
              </a:xfrm>
              <a:custGeom>
                <a:rect b="b" l="l" r="r" t="t"/>
                <a:pathLst>
                  <a:path extrusionOk="0" h="6287" w="26580">
                    <a:moveTo>
                      <a:pt x="1" y="1"/>
                    </a:moveTo>
                    <a:lnTo>
                      <a:pt x="1" y="6286"/>
                    </a:lnTo>
                    <a:lnTo>
                      <a:pt x="26580" y="6286"/>
                    </a:lnTo>
                    <a:lnTo>
                      <a:pt x="2658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2" name="Google Shape;5722;p64"/>
              <p:cNvSpPr/>
              <p:nvPr/>
            </p:nvSpPr>
            <p:spPr>
              <a:xfrm>
                <a:off x="4650534" y="2469658"/>
                <a:ext cx="313340" cy="98078"/>
              </a:xfrm>
              <a:custGeom>
                <a:rect b="b" l="l" r="r" t="t"/>
                <a:pathLst>
                  <a:path extrusionOk="0" h="6283" w="20073">
                    <a:moveTo>
                      <a:pt x="1" y="1"/>
                    </a:moveTo>
                    <a:lnTo>
                      <a:pt x="1" y="6283"/>
                    </a:lnTo>
                    <a:lnTo>
                      <a:pt x="20073" y="6283"/>
                    </a:lnTo>
                    <a:lnTo>
                      <a:pt x="20073"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23" name="Google Shape;5723;p64"/>
            <p:cNvSpPr/>
            <p:nvPr/>
          </p:nvSpPr>
          <p:spPr>
            <a:xfrm>
              <a:off x="4963437" y="2439811"/>
              <a:ext cx="16" cy="967914"/>
            </a:xfrm>
            <a:custGeom>
              <a:rect b="b" l="l" r="r" t="t"/>
              <a:pathLst>
                <a:path extrusionOk="0" fill="none" h="62006" w="1">
                  <a:moveTo>
                    <a:pt x="1" y="0"/>
                  </a:moveTo>
                  <a:lnTo>
                    <a:pt x="1" y="62006"/>
                  </a:lnTo>
                </a:path>
              </a:pathLst>
            </a:custGeom>
            <a:noFill/>
            <a:ln cap="flat" cmpd="sng" w="9525">
              <a:solidFill>
                <a:srgbClr val="F2F2F2"/>
              </a:solidFill>
              <a:prstDash val="solid"/>
              <a:miter lim="299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24" name="Google Shape;5724;p64"/>
          <p:cNvGrpSpPr/>
          <p:nvPr/>
        </p:nvGrpSpPr>
        <p:grpSpPr>
          <a:xfrm>
            <a:off x="4231477" y="3282206"/>
            <a:ext cx="1430949" cy="897289"/>
            <a:chOff x="4351371" y="3547942"/>
            <a:chExt cx="1345130" cy="843475"/>
          </a:xfrm>
        </p:grpSpPr>
        <p:grpSp>
          <p:nvGrpSpPr>
            <p:cNvPr id="5725" name="Google Shape;5725;p64"/>
            <p:cNvGrpSpPr/>
            <p:nvPr/>
          </p:nvGrpSpPr>
          <p:grpSpPr>
            <a:xfrm>
              <a:off x="4351371" y="4209917"/>
              <a:ext cx="1345130" cy="181500"/>
              <a:chOff x="4351371" y="4209917"/>
              <a:chExt cx="1345130" cy="181500"/>
            </a:xfrm>
          </p:grpSpPr>
          <p:sp>
            <p:nvSpPr>
              <p:cNvPr id="5726" name="Google Shape;5726;p64"/>
              <p:cNvSpPr/>
              <p:nvPr/>
            </p:nvSpPr>
            <p:spPr>
              <a:xfrm rot="10800000">
                <a:off x="4351371" y="4209917"/>
                <a:ext cx="1281600" cy="181500"/>
              </a:xfrm>
              <a:prstGeom prst="rect">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27" name="Google Shape;5727;p64"/>
              <p:cNvCxnSpPr/>
              <p:nvPr/>
            </p:nvCxnSpPr>
            <p:spPr>
              <a:xfrm>
                <a:off x="5551000" y="4298797"/>
                <a:ext cx="145500" cy="0"/>
              </a:xfrm>
              <a:prstGeom prst="straightConnector1">
                <a:avLst/>
              </a:prstGeom>
              <a:noFill/>
              <a:ln cap="flat" cmpd="sng" w="28575">
                <a:solidFill>
                  <a:srgbClr val="435D74"/>
                </a:solidFill>
                <a:prstDash val="solid"/>
                <a:round/>
                <a:headEnd len="med" w="med" type="none"/>
                <a:tailEnd len="med" w="med" type="none"/>
              </a:ln>
            </p:spPr>
          </p:cxnSp>
        </p:grpSp>
        <p:grpSp>
          <p:nvGrpSpPr>
            <p:cNvPr id="5728" name="Google Shape;5728;p64"/>
            <p:cNvGrpSpPr/>
            <p:nvPr/>
          </p:nvGrpSpPr>
          <p:grpSpPr>
            <a:xfrm>
              <a:off x="4403010" y="3985221"/>
              <a:ext cx="1109518" cy="181500"/>
              <a:chOff x="4403010" y="3985221"/>
              <a:chExt cx="1109518" cy="181500"/>
            </a:xfrm>
          </p:grpSpPr>
          <p:sp>
            <p:nvSpPr>
              <p:cNvPr id="5729" name="Google Shape;5729;p64"/>
              <p:cNvSpPr/>
              <p:nvPr/>
            </p:nvSpPr>
            <p:spPr>
              <a:xfrm rot="10800000">
                <a:off x="4471829" y="3985221"/>
                <a:ext cx="1040700" cy="1815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30" name="Google Shape;5730;p64"/>
              <p:cNvCxnSpPr/>
              <p:nvPr/>
            </p:nvCxnSpPr>
            <p:spPr>
              <a:xfrm>
                <a:off x="4403010" y="4075993"/>
                <a:ext cx="145500" cy="0"/>
              </a:xfrm>
              <a:prstGeom prst="straightConnector1">
                <a:avLst/>
              </a:prstGeom>
              <a:noFill/>
              <a:ln cap="flat" cmpd="sng" w="28575">
                <a:solidFill>
                  <a:srgbClr val="5F7D95"/>
                </a:solidFill>
                <a:prstDash val="solid"/>
                <a:round/>
                <a:headEnd len="med" w="med" type="none"/>
                <a:tailEnd len="med" w="med" type="none"/>
              </a:ln>
            </p:spPr>
          </p:cxnSp>
        </p:grpSp>
        <p:grpSp>
          <p:nvGrpSpPr>
            <p:cNvPr id="5731" name="Google Shape;5731;p64"/>
            <p:cNvGrpSpPr/>
            <p:nvPr/>
          </p:nvGrpSpPr>
          <p:grpSpPr>
            <a:xfrm>
              <a:off x="4618704" y="3766582"/>
              <a:ext cx="807858" cy="181500"/>
              <a:chOff x="4618704" y="3766582"/>
              <a:chExt cx="807858" cy="181500"/>
            </a:xfrm>
          </p:grpSpPr>
          <p:sp>
            <p:nvSpPr>
              <p:cNvPr id="5732" name="Google Shape;5732;p64"/>
              <p:cNvSpPr/>
              <p:nvPr/>
            </p:nvSpPr>
            <p:spPr>
              <a:xfrm rot="10800000">
                <a:off x="4618704" y="3766582"/>
                <a:ext cx="747000" cy="1815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33" name="Google Shape;5733;p64"/>
              <p:cNvCxnSpPr/>
              <p:nvPr/>
            </p:nvCxnSpPr>
            <p:spPr>
              <a:xfrm>
                <a:off x="5281062" y="3855291"/>
                <a:ext cx="145500" cy="0"/>
              </a:xfrm>
              <a:prstGeom prst="straightConnector1">
                <a:avLst/>
              </a:prstGeom>
              <a:noFill/>
              <a:ln cap="flat" cmpd="sng" w="28575">
                <a:solidFill>
                  <a:srgbClr val="869FB2"/>
                </a:solidFill>
                <a:prstDash val="solid"/>
                <a:round/>
                <a:headEnd len="med" w="med" type="none"/>
                <a:tailEnd len="med" w="med" type="none"/>
              </a:ln>
            </p:spPr>
          </p:cxnSp>
        </p:grpSp>
        <p:grpSp>
          <p:nvGrpSpPr>
            <p:cNvPr id="5734" name="Google Shape;5734;p64"/>
            <p:cNvGrpSpPr/>
            <p:nvPr/>
          </p:nvGrpSpPr>
          <p:grpSpPr>
            <a:xfrm>
              <a:off x="4735238" y="3547942"/>
              <a:ext cx="462839" cy="181500"/>
              <a:chOff x="4735238" y="3547942"/>
              <a:chExt cx="462839" cy="181500"/>
            </a:xfrm>
          </p:grpSpPr>
          <p:sp>
            <p:nvSpPr>
              <p:cNvPr id="5735" name="Google Shape;5735;p64"/>
              <p:cNvSpPr/>
              <p:nvPr/>
            </p:nvSpPr>
            <p:spPr>
              <a:xfrm rot="10800000">
                <a:off x="4786477" y="3547942"/>
                <a:ext cx="411600" cy="1815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36" name="Google Shape;5736;p64"/>
              <p:cNvCxnSpPr/>
              <p:nvPr/>
            </p:nvCxnSpPr>
            <p:spPr>
              <a:xfrm>
                <a:off x="4735238" y="3636872"/>
                <a:ext cx="145500" cy="0"/>
              </a:xfrm>
              <a:prstGeom prst="straightConnector1">
                <a:avLst/>
              </a:prstGeom>
              <a:noFill/>
              <a:ln cap="flat" cmpd="sng" w="28575">
                <a:solidFill>
                  <a:srgbClr val="BAC8D3"/>
                </a:solidFill>
                <a:prstDash val="solid"/>
                <a:round/>
                <a:headEnd len="med" w="med" type="none"/>
                <a:tailEnd len="med" w="med" type="none"/>
              </a:ln>
            </p:spPr>
          </p:cxnSp>
        </p:grpSp>
      </p:grpSp>
      <p:grpSp>
        <p:nvGrpSpPr>
          <p:cNvPr id="5737" name="Google Shape;5737;p64"/>
          <p:cNvGrpSpPr/>
          <p:nvPr/>
        </p:nvGrpSpPr>
        <p:grpSpPr>
          <a:xfrm>
            <a:off x="7407835" y="2217530"/>
            <a:ext cx="1020955" cy="928853"/>
            <a:chOff x="926675" y="238125"/>
            <a:chExt cx="5755100" cy="5232975"/>
          </a:xfrm>
        </p:grpSpPr>
        <p:sp>
          <p:nvSpPr>
            <p:cNvPr id="5738" name="Google Shape;5738;p64"/>
            <p:cNvSpPr/>
            <p:nvPr/>
          </p:nvSpPr>
          <p:spPr>
            <a:xfrm>
              <a:off x="2235475" y="2161100"/>
              <a:ext cx="3138650" cy="1012350"/>
            </a:xfrm>
            <a:custGeom>
              <a:rect b="b" l="l" r="r" t="t"/>
              <a:pathLst>
                <a:path extrusionOk="0" h="40494" w="125546">
                  <a:moveTo>
                    <a:pt x="22196" y="1"/>
                  </a:moveTo>
                  <a:lnTo>
                    <a:pt x="8133" y="25661"/>
                  </a:lnTo>
                  <a:lnTo>
                    <a:pt x="1" y="40494"/>
                  </a:lnTo>
                  <a:lnTo>
                    <a:pt x="125545" y="40494"/>
                  </a:lnTo>
                  <a:lnTo>
                    <a:pt x="117413" y="25661"/>
                  </a:lnTo>
                  <a:lnTo>
                    <a:pt x="103351" y="1"/>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9" name="Google Shape;5739;p64"/>
            <p:cNvSpPr/>
            <p:nvPr/>
          </p:nvSpPr>
          <p:spPr>
            <a:xfrm>
              <a:off x="2825775" y="238125"/>
              <a:ext cx="1961900" cy="1850225"/>
            </a:xfrm>
            <a:custGeom>
              <a:rect b="b" l="l" r="r" t="t"/>
              <a:pathLst>
                <a:path extrusionOk="0" h="74009" w="78476">
                  <a:moveTo>
                    <a:pt x="39246" y="0"/>
                  </a:moveTo>
                  <a:lnTo>
                    <a:pt x="1" y="74009"/>
                  </a:lnTo>
                  <a:lnTo>
                    <a:pt x="78476" y="74009"/>
                  </a:lnTo>
                  <a:lnTo>
                    <a:pt x="39246"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0" name="Google Shape;5740;p64"/>
            <p:cNvSpPr/>
            <p:nvPr/>
          </p:nvSpPr>
          <p:spPr>
            <a:xfrm>
              <a:off x="926675" y="4357100"/>
              <a:ext cx="5755100" cy="1114000"/>
            </a:xfrm>
            <a:custGeom>
              <a:rect b="b" l="l" r="r" t="t"/>
              <a:pathLst>
                <a:path extrusionOk="0" h="44560" w="230204">
                  <a:moveTo>
                    <a:pt x="25737" y="1"/>
                  </a:moveTo>
                  <a:lnTo>
                    <a:pt x="0" y="44560"/>
                  </a:lnTo>
                  <a:lnTo>
                    <a:pt x="230204" y="44560"/>
                  </a:lnTo>
                  <a:lnTo>
                    <a:pt x="204467"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1" name="Google Shape;5741;p64"/>
            <p:cNvSpPr/>
            <p:nvPr/>
          </p:nvSpPr>
          <p:spPr>
            <a:xfrm>
              <a:off x="1621700" y="3256600"/>
              <a:ext cx="4370050" cy="1006950"/>
            </a:xfrm>
            <a:custGeom>
              <a:rect b="b" l="l" r="r" t="t"/>
              <a:pathLst>
                <a:path extrusionOk="0" h="40278" w="174802">
                  <a:moveTo>
                    <a:pt x="22750" y="1"/>
                  </a:moveTo>
                  <a:lnTo>
                    <a:pt x="0" y="40278"/>
                  </a:lnTo>
                  <a:lnTo>
                    <a:pt x="174802" y="40278"/>
                  </a:lnTo>
                  <a:lnTo>
                    <a:pt x="152053"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42" name="Google Shape;5742;p64"/>
          <p:cNvGrpSpPr/>
          <p:nvPr/>
        </p:nvGrpSpPr>
        <p:grpSpPr>
          <a:xfrm>
            <a:off x="715208" y="2616265"/>
            <a:ext cx="1695374" cy="1560837"/>
            <a:chOff x="727421" y="2828315"/>
            <a:chExt cx="1695374" cy="1560837"/>
          </a:xfrm>
        </p:grpSpPr>
        <p:grpSp>
          <p:nvGrpSpPr>
            <p:cNvPr id="5743" name="Google Shape;5743;p64"/>
            <p:cNvGrpSpPr/>
            <p:nvPr/>
          </p:nvGrpSpPr>
          <p:grpSpPr>
            <a:xfrm>
              <a:off x="727421" y="2828315"/>
              <a:ext cx="1695374" cy="1560837"/>
              <a:chOff x="734799" y="2782450"/>
              <a:chExt cx="1571100" cy="1577400"/>
            </a:xfrm>
          </p:grpSpPr>
          <p:cxnSp>
            <p:nvCxnSpPr>
              <p:cNvPr id="5744" name="Google Shape;5744;p64"/>
              <p:cNvCxnSpPr/>
              <p:nvPr/>
            </p:nvCxnSpPr>
            <p:spPr>
              <a:xfrm>
                <a:off x="743025" y="2782450"/>
                <a:ext cx="0" cy="1577400"/>
              </a:xfrm>
              <a:prstGeom prst="straightConnector1">
                <a:avLst/>
              </a:prstGeom>
              <a:noFill/>
              <a:ln cap="flat" cmpd="sng" w="19050">
                <a:solidFill>
                  <a:srgbClr val="E3E7EA"/>
                </a:solidFill>
                <a:prstDash val="solid"/>
                <a:round/>
                <a:headEnd len="med" w="med" type="none"/>
                <a:tailEnd len="med" w="med" type="none"/>
              </a:ln>
            </p:spPr>
          </p:cxnSp>
          <p:cxnSp>
            <p:nvCxnSpPr>
              <p:cNvPr id="5745" name="Google Shape;5745;p64"/>
              <p:cNvCxnSpPr/>
              <p:nvPr/>
            </p:nvCxnSpPr>
            <p:spPr>
              <a:xfrm rot="10800000">
                <a:off x="734799" y="4359850"/>
                <a:ext cx="1571100" cy="0"/>
              </a:xfrm>
              <a:prstGeom prst="straightConnector1">
                <a:avLst/>
              </a:prstGeom>
              <a:noFill/>
              <a:ln cap="flat" cmpd="sng" w="19050">
                <a:solidFill>
                  <a:srgbClr val="E3E7EA"/>
                </a:solidFill>
                <a:prstDash val="solid"/>
                <a:round/>
                <a:headEnd len="med" w="med" type="none"/>
                <a:tailEnd len="med" w="med" type="none"/>
              </a:ln>
            </p:spPr>
          </p:cxnSp>
        </p:grpSp>
        <p:grpSp>
          <p:nvGrpSpPr>
            <p:cNvPr id="5746" name="Google Shape;5746;p64"/>
            <p:cNvGrpSpPr/>
            <p:nvPr/>
          </p:nvGrpSpPr>
          <p:grpSpPr>
            <a:xfrm>
              <a:off x="819108" y="2882501"/>
              <a:ext cx="1556791" cy="1426186"/>
              <a:chOff x="819108" y="2882501"/>
              <a:chExt cx="1556791" cy="1426186"/>
            </a:xfrm>
          </p:grpSpPr>
          <p:grpSp>
            <p:nvGrpSpPr>
              <p:cNvPr id="5747" name="Google Shape;5747;p64"/>
              <p:cNvGrpSpPr/>
              <p:nvPr/>
            </p:nvGrpSpPr>
            <p:grpSpPr>
              <a:xfrm>
                <a:off x="819108" y="2882501"/>
                <a:ext cx="103104" cy="1426186"/>
                <a:chOff x="4674013" y="3100904"/>
                <a:chExt cx="122758" cy="1698043"/>
              </a:xfrm>
            </p:grpSpPr>
            <p:sp>
              <p:nvSpPr>
                <p:cNvPr id="5748" name="Google Shape;5748;p64"/>
                <p:cNvSpPr/>
                <p:nvPr/>
              </p:nvSpPr>
              <p:spPr>
                <a:xfrm>
                  <a:off x="467401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9" name="Google Shape;5749;p64"/>
                <p:cNvSpPr/>
                <p:nvPr/>
              </p:nvSpPr>
              <p:spPr>
                <a:xfrm>
                  <a:off x="467401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0" name="Google Shape;5750;p64"/>
                <p:cNvSpPr/>
                <p:nvPr/>
              </p:nvSpPr>
              <p:spPr>
                <a:xfrm>
                  <a:off x="467401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1" name="Google Shape;5751;p64"/>
                <p:cNvSpPr/>
                <p:nvPr/>
              </p:nvSpPr>
              <p:spPr>
                <a:xfrm>
                  <a:off x="467401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2" name="Google Shape;5752;p64"/>
                <p:cNvSpPr/>
                <p:nvPr/>
              </p:nvSpPr>
              <p:spPr>
                <a:xfrm>
                  <a:off x="467401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3" name="Google Shape;5753;p64"/>
                <p:cNvSpPr/>
                <p:nvPr/>
              </p:nvSpPr>
              <p:spPr>
                <a:xfrm>
                  <a:off x="467401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4" name="Google Shape;5754;p64"/>
                <p:cNvSpPr/>
                <p:nvPr/>
              </p:nvSpPr>
              <p:spPr>
                <a:xfrm>
                  <a:off x="467401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55" name="Google Shape;5755;p64"/>
              <p:cNvGrpSpPr/>
              <p:nvPr/>
            </p:nvGrpSpPr>
            <p:grpSpPr>
              <a:xfrm>
                <a:off x="1062475" y="2882501"/>
                <a:ext cx="103104" cy="1426186"/>
                <a:chOff x="4940438" y="3100904"/>
                <a:chExt cx="122758" cy="1698043"/>
              </a:xfrm>
            </p:grpSpPr>
            <p:sp>
              <p:nvSpPr>
                <p:cNvPr id="5756" name="Google Shape;5756;p64"/>
                <p:cNvSpPr/>
                <p:nvPr/>
              </p:nvSpPr>
              <p:spPr>
                <a:xfrm>
                  <a:off x="4940438"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7" name="Google Shape;5757;p64"/>
                <p:cNvSpPr/>
                <p:nvPr/>
              </p:nvSpPr>
              <p:spPr>
                <a:xfrm>
                  <a:off x="4940438"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8" name="Google Shape;5758;p64"/>
                <p:cNvSpPr/>
                <p:nvPr/>
              </p:nvSpPr>
              <p:spPr>
                <a:xfrm>
                  <a:off x="4940438"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9" name="Google Shape;5759;p64"/>
                <p:cNvSpPr/>
                <p:nvPr/>
              </p:nvSpPr>
              <p:spPr>
                <a:xfrm>
                  <a:off x="4940438"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0" name="Google Shape;5760;p64"/>
                <p:cNvSpPr/>
                <p:nvPr/>
              </p:nvSpPr>
              <p:spPr>
                <a:xfrm>
                  <a:off x="4940438"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1" name="Google Shape;5761;p64"/>
                <p:cNvSpPr/>
                <p:nvPr/>
              </p:nvSpPr>
              <p:spPr>
                <a:xfrm>
                  <a:off x="4940438"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2" name="Google Shape;5762;p64"/>
                <p:cNvSpPr/>
                <p:nvPr/>
              </p:nvSpPr>
              <p:spPr>
                <a:xfrm>
                  <a:off x="4940438"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63" name="Google Shape;5763;p64"/>
              <p:cNvGrpSpPr/>
              <p:nvPr/>
            </p:nvGrpSpPr>
            <p:grpSpPr>
              <a:xfrm>
                <a:off x="1299324" y="2882501"/>
                <a:ext cx="103104" cy="1426186"/>
                <a:chOff x="5206863" y="3100904"/>
                <a:chExt cx="122758" cy="1698043"/>
              </a:xfrm>
            </p:grpSpPr>
            <p:sp>
              <p:nvSpPr>
                <p:cNvPr id="5764" name="Google Shape;5764;p64"/>
                <p:cNvSpPr/>
                <p:nvPr/>
              </p:nvSpPr>
              <p:spPr>
                <a:xfrm>
                  <a:off x="520686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5" name="Google Shape;5765;p64"/>
                <p:cNvSpPr/>
                <p:nvPr/>
              </p:nvSpPr>
              <p:spPr>
                <a:xfrm>
                  <a:off x="520686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6" name="Google Shape;5766;p64"/>
                <p:cNvSpPr/>
                <p:nvPr/>
              </p:nvSpPr>
              <p:spPr>
                <a:xfrm>
                  <a:off x="520686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7" name="Google Shape;5767;p64"/>
                <p:cNvSpPr/>
                <p:nvPr/>
              </p:nvSpPr>
              <p:spPr>
                <a:xfrm>
                  <a:off x="520686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8" name="Google Shape;5768;p64"/>
                <p:cNvSpPr/>
                <p:nvPr/>
              </p:nvSpPr>
              <p:spPr>
                <a:xfrm>
                  <a:off x="520686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9" name="Google Shape;5769;p64"/>
                <p:cNvSpPr/>
                <p:nvPr/>
              </p:nvSpPr>
              <p:spPr>
                <a:xfrm>
                  <a:off x="520686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0" name="Google Shape;5770;p64"/>
                <p:cNvSpPr/>
                <p:nvPr/>
              </p:nvSpPr>
              <p:spPr>
                <a:xfrm>
                  <a:off x="520686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71" name="Google Shape;5771;p64"/>
              <p:cNvGrpSpPr/>
              <p:nvPr/>
            </p:nvGrpSpPr>
            <p:grpSpPr>
              <a:xfrm>
                <a:off x="1786057" y="2882501"/>
                <a:ext cx="103104" cy="1426186"/>
                <a:chOff x="6006138" y="3143629"/>
                <a:chExt cx="122758" cy="1698043"/>
              </a:xfrm>
            </p:grpSpPr>
            <p:sp>
              <p:nvSpPr>
                <p:cNvPr id="5772" name="Google Shape;5772;p64"/>
                <p:cNvSpPr/>
                <p:nvPr/>
              </p:nvSpPr>
              <p:spPr>
                <a:xfrm>
                  <a:off x="6006138" y="3143629"/>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3" name="Google Shape;5773;p64"/>
                <p:cNvSpPr/>
                <p:nvPr/>
              </p:nvSpPr>
              <p:spPr>
                <a:xfrm>
                  <a:off x="6006138" y="3406178"/>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4" name="Google Shape;5774;p64"/>
                <p:cNvSpPr/>
                <p:nvPr/>
              </p:nvSpPr>
              <p:spPr>
                <a:xfrm>
                  <a:off x="6006138" y="3668717"/>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5" name="Google Shape;5775;p64"/>
                <p:cNvSpPr/>
                <p:nvPr/>
              </p:nvSpPr>
              <p:spPr>
                <a:xfrm>
                  <a:off x="6006138" y="3931286"/>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6" name="Google Shape;5776;p64"/>
                <p:cNvSpPr/>
                <p:nvPr/>
              </p:nvSpPr>
              <p:spPr>
                <a:xfrm>
                  <a:off x="6006138" y="4193825"/>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7" name="Google Shape;5777;p64"/>
                <p:cNvSpPr/>
                <p:nvPr/>
              </p:nvSpPr>
              <p:spPr>
                <a:xfrm>
                  <a:off x="6006138" y="4456375"/>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8" name="Google Shape;5778;p64"/>
                <p:cNvSpPr/>
                <p:nvPr/>
              </p:nvSpPr>
              <p:spPr>
                <a:xfrm>
                  <a:off x="6006138" y="4718934"/>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79" name="Google Shape;5779;p64"/>
              <p:cNvGrpSpPr/>
              <p:nvPr/>
            </p:nvGrpSpPr>
            <p:grpSpPr>
              <a:xfrm>
                <a:off x="2029422" y="2882501"/>
                <a:ext cx="103104" cy="1426186"/>
                <a:chOff x="6805413" y="3100904"/>
                <a:chExt cx="122758" cy="1698043"/>
              </a:xfrm>
            </p:grpSpPr>
            <p:sp>
              <p:nvSpPr>
                <p:cNvPr id="5780" name="Google Shape;5780;p64"/>
                <p:cNvSpPr/>
                <p:nvPr/>
              </p:nvSpPr>
              <p:spPr>
                <a:xfrm>
                  <a:off x="680541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1" name="Google Shape;5781;p64"/>
                <p:cNvSpPr/>
                <p:nvPr/>
              </p:nvSpPr>
              <p:spPr>
                <a:xfrm>
                  <a:off x="680541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2" name="Google Shape;5782;p64"/>
                <p:cNvSpPr/>
                <p:nvPr/>
              </p:nvSpPr>
              <p:spPr>
                <a:xfrm>
                  <a:off x="680541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3" name="Google Shape;5783;p64"/>
                <p:cNvSpPr/>
                <p:nvPr/>
              </p:nvSpPr>
              <p:spPr>
                <a:xfrm>
                  <a:off x="680541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4" name="Google Shape;5784;p64"/>
                <p:cNvSpPr/>
                <p:nvPr/>
              </p:nvSpPr>
              <p:spPr>
                <a:xfrm>
                  <a:off x="680541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5" name="Google Shape;5785;p64"/>
                <p:cNvSpPr/>
                <p:nvPr/>
              </p:nvSpPr>
              <p:spPr>
                <a:xfrm>
                  <a:off x="680541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6" name="Google Shape;5786;p64"/>
                <p:cNvSpPr/>
                <p:nvPr/>
              </p:nvSpPr>
              <p:spPr>
                <a:xfrm>
                  <a:off x="680541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87" name="Google Shape;5787;p64"/>
              <p:cNvGrpSpPr/>
              <p:nvPr/>
            </p:nvGrpSpPr>
            <p:grpSpPr>
              <a:xfrm>
                <a:off x="2272795" y="2882501"/>
                <a:ext cx="103104" cy="1426186"/>
                <a:chOff x="5206863" y="3100904"/>
                <a:chExt cx="122758" cy="1698043"/>
              </a:xfrm>
            </p:grpSpPr>
            <p:sp>
              <p:nvSpPr>
                <p:cNvPr id="5788" name="Google Shape;5788;p64"/>
                <p:cNvSpPr/>
                <p:nvPr/>
              </p:nvSpPr>
              <p:spPr>
                <a:xfrm>
                  <a:off x="520686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9" name="Google Shape;5789;p64"/>
                <p:cNvSpPr/>
                <p:nvPr/>
              </p:nvSpPr>
              <p:spPr>
                <a:xfrm>
                  <a:off x="520686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0" name="Google Shape;5790;p64"/>
                <p:cNvSpPr/>
                <p:nvPr/>
              </p:nvSpPr>
              <p:spPr>
                <a:xfrm>
                  <a:off x="520686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1" name="Google Shape;5791;p64"/>
                <p:cNvSpPr/>
                <p:nvPr/>
              </p:nvSpPr>
              <p:spPr>
                <a:xfrm>
                  <a:off x="520686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2" name="Google Shape;5792;p64"/>
                <p:cNvSpPr/>
                <p:nvPr/>
              </p:nvSpPr>
              <p:spPr>
                <a:xfrm>
                  <a:off x="520686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3" name="Google Shape;5793;p64"/>
                <p:cNvSpPr/>
                <p:nvPr/>
              </p:nvSpPr>
              <p:spPr>
                <a:xfrm>
                  <a:off x="520686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4" name="Google Shape;5794;p64"/>
                <p:cNvSpPr/>
                <p:nvPr/>
              </p:nvSpPr>
              <p:spPr>
                <a:xfrm>
                  <a:off x="520686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95" name="Google Shape;5795;p64"/>
              <p:cNvGrpSpPr/>
              <p:nvPr/>
            </p:nvGrpSpPr>
            <p:grpSpPr>
              <a:xfrm>
                <a:off x="1542694" y="2882501"/>
                <a:ext cx="103104" cy="1426186"/>
                <a:chOff x="6006138" y="3143629"/>
                <a:chExt cx="122758" cy="1698043"/>
              </a:xfrm>
            </p:grpSpPr>
            <p:sp>
              <p:nvSpPr>
                <p:cNvPr id="5796" name="Google Shape;5796;p64"/>
                <p:cNvSpPr/>
                <p:nvPr/>
              </p:nvSpPr>
              <p:spPr>
                <a:xfrm>
                  <a:off x="6006138" y="3143629"/>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7" name="Google Shape;5797;p64"/>
                <p:cNvSpPr/>
                <p:nvPr/>
              </p:nvSpPr>
              <p:spPr>
                <a:xfrm>
                  <a:off x="6006138" y="3406178"/>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8" name="Google Shape;5798;p64"/>
                <p:cNvSpPr/>
                <p:nvPr/>
              </p:nvSpPr>
              <p:spPr>
                <a:xfrm>
                  <a:off x="6006138" y="3668717"/>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9" name="Google Shape;5799;p64"/>
                <p:cNvSpPr/>
                <p:nvPr/>
              </p:nvSpPr>
              <p:spPr>
                <a:xfrm>
                  <a:off x="6006138" y="3931286"/>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0" name="Google Shape;5800;p64"/>
                <p:cNvSpPr/>
                <p:nvPr/>
              </p:nvSpPr>
              <p:spPr>
                <a:xfrm>
                  <a:off x="6006138" y="4193825"/>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1" name="Google Shape;5801;p64"/>
                <p:cNvSpPr/>
                <p:nvPr/>
              </p:nvSpPr>
              <p:spPr>
                <a:xfrm>
                  <a:off x="6006138" y="4456375"/>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2" name="Google Shape;5802;p64"/>
                <p:cNvSpPr/>
                <p:nvPr/>
              </p:nvSpPr>
              <p:spPr>
                <a:xfrm>
                  <a:off x="6006138" y="4718934"/>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5803" name="Google Shape;5803;p64"/>
          <p:cNvGrpSpPr/>
          <p:nvPr/>
        </p:nvGrpSpPr>
        <p:grpSpPr>
          <a:xfrm>
            <a:off x="5671259" y="3305987"/>
            <a:ext cx="2749952" cy="870677"/>
            <a:chOff x="238125" y="1725700"/>
            <a:chExt cx="7139025" cy="2260325"/>
          </a:xfrm>
        </p:grpSpPr>
        <p:sp>
          <p:nvSpPr>
            <p:cNvPr id="5804" name="Google Shape;5804;p64"/>
            <p:cNvSpPr/>
            <p:nvPr/>
          </p:nvSpPr>
          <p:spPr>
            <a:xfrm>
              <a:off x="238125" y="1741950"/>
              <a:ext cx="6506150" cy="2228050"/>
            </a:xfrm>
            <a:custGeom>
              <a:rect b="b" l="l" r="r" t="t"/>
              <a:pathLst>
                <a:path extrusionOk="0" h="89122" w="260246">
                  <a:moveTo>
                    <a:pt x="260246" y="1"/>
                  </a:moveTo>
                  <a:lnTo>
                    <a:pt x="0" y="44559"/>
                  </a:lnTo>
                  <a:lnTo>
                    <a:pt x="260241" y="89121"/>
                  </a:lnTo>
                  <a:cubicBezTo>
                    <a:pt x="250030" y="85482"/>
                    <a:pt x="242259" y="66921"/>
                    <a:pt x="242259" y="44559"/>
                  </a:cubicBezTo>
                  <a:cubicBezTo>
                    <a:pt x="242259" y="22201"/>
                    <a:pt x="250039" y="3626"/>
                    <a:pt x="260246" y="1"/>
                  </a:cubicBezTo>
                  <a:close/>
                </a:path>
              </a:pathLst>
            </a:custGeom>
            <a:solidFill>
              <a:srgbClr val="E3E9ED">
                <a:alpha val="43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5" name="Google Shape;5805;p64"/>
            <p:cNvSpPr/>
            <p:nvPr/>
          </p:nvSpPr>
          <p:spPr>
            <a:xfrm>
              <a:off x="2480475" y="2435950"/>
              <a:ext cx="438500" cy="841400"/>
            </a:xfrm>
            <a:custGeom>
              <a:rect b="b" l="l" r="r" t="t"/>
              <a:pathLst>
                <a:path extrusionOk="0" h="33656" w="17540">
                  <a:moveTo>
                    <a:pt x="8770" y="1"/>
                  </a:moveTo>
                  <a:cubicBezTo>
                    <a:pt x="3929" y="1"/>
                    <a:pt x="0" y="7536"/>
                    <a:pt x="0" y="16826"/>
                  </a:cubicBezTo>
                  <a:cubicBezTo>
                    <a:pt x="0" y="26120"/>
                    <a:pt x="3929" y="33655"/>
                    <a:pt x="8770" y="33655"/>
                  </a:cubicBezTo>
                  <a:cubicBezTo>
                    <a:pt x="13616" y="33655"/>
                    <a:pt x="17540" y="26120"/>
                    <a:pt x="17540" y="16826"/>
                  </a:cubicBezTo>
                  <a:cubicBezTo>
                    <a:pt x="17540" y="7536"/>
                    <a:pt x="13616" y="1"/>
                    <a:pt x="877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6" name="Google Shape;5806;p64"/>
            <p:cNvSpPr/>
            <p:nvPr/>
          </p:nvSpPr>
          <p:spPr>
            <a:xfrm>
              <a:off x="3663250" y="2219875"/>
              <a:ext cx="607450" cy="1272525"/>
            </a:xfrm>
            <a:custGeom>
              <a:rect b="b" l="l" r="r" t="t"/>
              <a:pathLst>
                <a:path extrusionOk="0" h="50901" w="24298">
                  <a:moveTo>
                    <a:pt x="12147" y="1"/>
                  </a:moveTo>
                  <a:cubicBezTo>
                    <a:pt x="8924" y="1"/>
                    <a:pt x="5836" y="2681"/>
                    <a:pt x="3558" y="7450"/>
                  </a:cubicBezTo>
                  <a:cubicBezTo>
                    <a:pt x="1280" y="12224"/>
                    <a:pt x="0" y="18697"/>
                    <a:pt x="0" y="25451"/>
                  </a:cubicBezTo>
                  <a:cubicBezTo>
                    <a:pt x="0" y="32200"/>
                    <a:pt x="1280" y="38673"/>
                    <a:pt x="3558" y="43447"/>
                  </a:cubicBezTo>
                  <a:cubicBezTo>
                    <a:pt x="5836" y="48216"/>
                    <a:pt x="8924" y="50901"/>
                    <a:pt x="12147" y="50901"/>
                  </a:cubicBezTo>
                  <a:cubicBezTo>
                    <a:pt x="15370" y="50901"/>
                    <a:pt x="18457" y="48216"/>
                    <a:pt x="20735" y="43447"/>
                  </a:cubicBezTo>
                  <a:cubicBezTo>
                    <a:pt x="23014" y="38673"/>
                    <a:pt x="24298" y="32200"/>
                    <a:pt x="24298" y="25451"/>
                  </a:cubicBezTo>
                  <a:cubicBezTo>
                    <a:pt x="24298" y="18697"/>
                    <a:pt x="23014" y="12224"/>
                    <a:pt x="20735" y="7450"/>
                  </a:cubicBezTo>
                  <a:cubicBezTo>
                    <a:pt x="18457" y="2681"/>
                    <a:pt x="15370" y="1"/>
                    <a:pt x="12147"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7" name="Google Shape;5807;p64"/>
            <p:cNvSpPr/>
            <p:nvPr/>
          </p:nvSpPr>
          <p:spPr>
            <a:xfrm>
              <a:off x="4999700" y="1973525"/>
              <a:ext cx="820500" cy="1764350"/>
            </a:xfrm>
            <a:custGeom>
              <a:rect b="b" l="l" r="r" t="t"/>
              <a:pathLst>
                <a:path extrusionOk="0" h="70574" w="32820">
                  <a:moveTo>
                    <a:pt x="16410" y="0"/>
                  </a:moveTo>
                  <a:cubicBezTo>
                    <a:pt x="12057" y="0"/>
                    <a:pt x="7884" y="3716"/>
                    <a:pt x="4806" y="10334"/>
                  </a:cubicBezTo>
                  <a:cubicBezTo>
                    <a:pt x="1728" y="16952"/>
                    <a:pt x="1" y="25925"/>
                    <a:pt x="1" y="35287"/>
                  </a:cubicBezTo>
                  <a:cubicBezTo>
                    <a:pt x="1" y="44644"/>
                    <a:pt x="1728" y="53622"/>
                    <a:pt x="4806" y="60239"/>
                  </a:cubicBezTo>
                  <a:cubicBezTo>
                    <a:pt x="7884" y="66857"/>
                    <a:pt x="12057" y="70573"/>
                    <a:pt x="16410" y="70573"/>
                  </a:cubicBezTo>
                  <a:cubicBezTo>
                    <a:pt x="20759" y="70573"/>
                    <a:pt x="24936" y="66857"/>
                    <a:pt x="28014" y="60239"/>
                  </a:cubicBezTo>
                  <a:cubicBezTo>
                    <a:pt x="31088" y="53622"/>
                    <a:pt x="32819" y="44644"/>
                    <a:pt x="32819" y="35287"/>
                  </a:cubicBezTo>
                  <a:cubicBezTo>
                    <a:pt x="32819" y="25925"/>
                    <a:pt x="31088" y="16952"/>
                    <a:pt x="28014" y="10334"/>
                  </a:cubicBezTo>
                  <a:cubicBezTo>
                    <a:pt x="24936" y="3716"/>
                    <a:pt x="20759" y="0"/>
                    <a:pt x="1641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8" name="Google Shape;5808;p64"/>
            <p:cNvSpPr/>
            <p:nvPr/>
          </p:nvSpPr>
          <p:spPr>
            <a:xfrm>
              <a:off x="6838275" y="1725700"/>
              <a:ext cx="150" cy="0"/>
            </a:xfrm>
            <a:custGeom>
              <a:rect b="b" l="l" r="r" t="t"/>
              <a:pathLst>
                <a:path extrusionOk="0" h="0" w="6">
                  <a:moveTo>
                    <a:pt x="5" y="0"/>
                  </a:moveTo>
                  <a:lnTo>
                    <a:pt x="1"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9" name="Google Shape;5809;p64"/>
            <p:cNvSpPr/>
            <p:nvPr/>
          </p:nvSpPr>
          <p:spPr>
            <a:xfrm>
              <a:off x="6838400" y="3986000"/>
              <a:ext cx="25" cy="25"/>
            </a:xfrm>
            <a:custGeom>
              <a:rect b="b" l="l" r="r" t="t"/>
              <a:pathLst>
                <a:path extrusionOk="0" h="1" w="1">
                  <a:moveTo>
                    <a:pt x="0" y="1"/>
                  </a:moveTo>
                  <a:lnTo>
                    <a:pt x="0"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0" name="Google Shape;5810;p64"/>
            <p:cNvSpPr/>
            <p:nvPr/>
          </p:nvSpPr>
          <p:spPr>
            <a:xfrm>
              <a:off x="6744250" y="3969975"/>
              <a:ext cx="94175" cy="16050"/>
            </a:xfrm>
            <a:custGeom>
              <a:rect b="b" l="l" r="r" t="t"/>
              <a:pathLst>
                <a:path extrusionOk="0" h="642" w="3767">
                  <a:moveTo>
                    <a:pt x="1" y="0"/>
                  </a:moveTo>
                  <a:lnTo>
                    <a:pt x="1" y="0"/>
                  </a:lnTo>
                  <a:cubicBezTo>
                    <a:pt x="1190" y="425"/>
                    <a:pt x="2415" y="642"/>
                    <a:pt x="3662" y="642"/>
                  </a:cubicBezTo>
                  <a:lnTo>
                    <a:pt x="3766" y="642"/>
                  </a:lnTo>
                  <a:lnTo>
                    <a:pt x="1"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1" name="Google Shape;5811;p64"/>
            <p:cNvSpPr/>
            <p:nvPr/>
          </p:nvSpPr>
          <p:spPr>
            <a:xfrm>
              <a:off x="6744250" y="1725700"/>
              <a:ext cx="94050" cy="16175"/>
            </a:xfrm>
            <a:custGeom>
              <a:rect b="b" l="l" r="r" t="t"/>
              <a:pathLst>
                <a:path extrusionOk="0" h="647" w="3762">
                  <a:moveTo>
                    <a:pt x="3662" y="0"/>
                  </a:moveTo>
                  <a:cubicBezTo>
                    <a:pt x="2415" y="0"/>
                    <a:pt x="1194" y="222"/>
                    <a:pt x="1" y="646"/>
                  </a:cubicBezTo>
                  <a:lnTo>
                    <a:pt x="3762"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2" name="Google Shape;5812;p64"/>
            <p:cNvSpPr/>
            <p:nvPr/>
          </p:nvSpPr>
          <p:spPr>
            <a:xfrm>
              <a:off x="6294575" y="1725700"/>
              <a:ext cx="1082575" cy="2260225"/>
            </a:xfrm>
            <a:custGeom>
              <a:rect b="b" l="l" r="r" t="t"/>
              <a:pathLst>
                <a:path extrusionOk="0" h="90409" w="43303">
                  <a:moveTo>
                    <a:pt x="21749" y="0"/>
                  </a:moveTo>
                  <a:lnTo>
                    <a:pt x="17988" y="646"/>
                  </a:lnTo>
                  <a:cubicBezTo>
                    <a:pt x="7781" y="4276"/>
                    <a:pt x="1" y="22846"/>
                    <a:pt x="1" y="45204"/>
                  </a:cubicBezTo>
                  <a:cubicBezTo>
                    <a:pt x="1" y="67562"/>
                    <a:pt x="7781" y="86132"/>
                    <a:pt x="17988" y="89766"/>
                  </a:cubicBezTo>
                  <a:lnTo>
                    <a:pt x="21753" y="90408"/>
                  </a:lnTo>
                  <a:lnTo>
                    <a:pt x="21758" y="90408"/>
                  </a:lnTo>
                  <a:cubicBezTo>
                    <a:pt x="33665" y="90291"/>
                    <a:pt x="43302" y="70094"/>
                    <a:pt x="43302" y="45204"/>
                  </a:cubicBezTo>
                  <a:cubicBezTo>
                    <a:pt x="43302" y="20315"/>
                    <a:pt x="33665" y="118"/>
                    <a:pt x="2175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3" name="Google Shape;5813;p64"/>
            <p:cNvSpPr/>
            <p:nvPr/>
          </p:nvSpPr>
          <p:spPr>
            <a:xfrm>
              <a:off x="1511625" y="2613375"/>
              <a:ext cx="292400" cy="484275"/>
            </a:xfrm>
            <a:custGeom>
              <a:rect b="b" l="l" r="r" t="t"/>
              <a:pathLst>
                <a:path extrusionOk="0" h="19371" w="11696">
                  <a:moveTo>
                    <a:pt x="5850" y="1"/>
                  </a:moveTo>
                  <a:cubicBezTo>
                    <a:pt x="2618" y="1"/>
                    <a:pt x="1" y="4336"/>
                    <a:pt x="1" y="9684"/>
                  </a:cubicBezTo>
                  <a:cubicBezTo>
                    <a:pt x="1" y="15036"/>
                    <a:pt x="2618" y="19371"/>
                    <a:pt x="5850" y="19371"/>
                  </a:cubicBezTo>
                  <a:cubicBezTo>
                    <a:pt x="9078" y="19371"/>
                    <a:pt x="11695" y="15036"/>
                    <a:pt x="11695" y="9684"/>
                  </a:cubicBezTo>
                  <a:cubicBezTo>
                    <a:pt x="11695" y="4336"/>
                    <a:pt x="9078" y="1"/>
                    <a:pt x="5850" y="1"/>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14" name="Google Shape;5814;p64"/>
          <p:cNvGrpSpPr/>
          <p:nvPr/>
        </p:nvGrpSpPr>
        <p:grpSpPr>
          <a:xfrm>
            <a:off x="5941423" y="2247733"/>
            <a:ext cx="1105452" cy="916747"/>
            <a:chOff x="5249100" y="1210600"/>
            <a:chExt cx="3502700" cy="2904775"/>
          </a:xfrm>
        </p:grpSpPr>
        <p:sp>
          <p:nvSpPr>
            <p:cNvPr id="5815" name="Google Shape;5815;p64"/>
            <p:cNvSpPr/>
            <p:nvPr/>
          </p:nvSpPr>
          <p:spPr>
            <a:xfrm>
              <a:off x="5479658" y="1210600"/>
              <a:ext cx="3108190" cy="632425"/>
            </a:xfrm>
            <a:custGeom>
              <a:rect b="b" l="l" r="r" t="t"/>
              <a:pathLst>
                <a:path extrusionOk="0" h="25297" w="117257">
                  <a:moveTo>
                    <a:pt x="1" y="0"/>
                  </a:moveTo>
                  <a:lnTo>
                    <a:pt x="14647" y="25297"/>
                  </a:lnTo>
                  <a:lnTo>
                    <a:pt x="102066" y="25297"/>
                  </a:lnTo>
                  <a:lnTo>
                    <a:pt x="117257" y="0"/>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6" name="Google Shape;5816;p64"/>
            <p:cNvSpPr/>
            <p:nvPr/>
          </p:nvSpPr>
          <p:spPr>
            <a:xfrm>
              <a:off x="5769162" y="1842998"/>
              <a:ext cx="2424880" cy="631925"/>
            </a:xfrm>
            <a:custGeom>
              <a:rect b="b" l="l" r="r" t="t"/>
              <a:pathLst>
                <a:path extrusionOk="0" h="25277" w="91479">
                  <a:moveTo>
                    <a:pt x="1" y="1"/>
                  </a:moveTo>
                  <a:lnTo>
                    <a:pt x="14647" y="25276"/>
                  </a:lnTo>
                  <a:lnTo>
                    <a:pt x="76602" y="25276"/>
                  </a:lnTo>
                  <a:lnTo>
                    <a:pt x="91479"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7" name="Google Shape;5817;p64"/>
            <p:cNvSpPr/>
            <p:nvPr/>
          </p:nvSpPr>
          <p:spPr>
            <a:xfrm>
              <a:off x="6065319" y="2474896"/>
              <a:ext cx="1739369" cy="632450"/>
            </a:xfrm>
            <a:custGeom>
              <a:rect b="b" l="l" r="r" t="t"/>
              <a:pathLst>
                <a:path extrusionOk="0" h="25298" w="65618">
                  <a:moveTo>
                    <a:pt x="1" y="0"/>
                  </a:moveTo>
                  <a:lnTo>
                    <a:pt x="14417" y="25297"/>
                  </a:lnTo>
                  <a:lnTo>
                    <a:pt x="50887" y="25297"/>
                  </a:lnTo>
                  <a:lnTo>
                    <a:pt x="6561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8" name="Google Shape;5818;p64"/>
            <p:cNvSpPr/>
            <p:nvPr/>
          </p:nvSpPr>
          <p:spPr>
            <a:xfrm>
              <a:off x="6354293" y="3107319"/>
              <a:ext cx="1061572" cy="632425"/>
            </a:xfrm>
            <a:custGeom>
              <a:rect b="b" l="l" r="r" t="t"/>
              <a:pathLst>
                <a:path extrusionOk="0" h="25297" w="40048">
                  <a:moveTo>
                    <a:pt x="0" y="0"/>
                  </a:moveTo>
                  <a:lnTo>
                    <a:pt x="14668" y="25297"/>
                  </a:lnTo>
                  <a:lnTo>
                    <a:pt x="25360" y="25297"/>
                  </a:lnTo>
                  <a:lnTo>
                    <a:pt x="40048" y="0"/>
                  </a:ln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19" name="Google Shape;5819;p64"/>
            <p:cNvCxnSpPr/>
            <p:nvPr/>
          </p:nvCxnSpPr>
          <p:spPr>
            <a:xfrm>
              <a:off x="5249100" y="2382654"/>
              <a:ext cx="922800" cy="0"/>
            </a:xfrm>
            <a:prstGeom prst="straightConnector1">
              <a:avLst/>
            </a:prstGeom>
            <a:noFill/>
            <a:ln cap="flat" cmpd="sng" w="19050">
              <a:solidFill>
                <a:srgbClr val="869FB2"/>
              </a:solidFill>
              <a:prstDash val="solid"/>
              <a:round/>
              <a:headEnd len="med" w="med" type="oval"/>
              <a:tailEnd len="med" w="med" type="none"/>
            </a:ln>
          </p:spPr>
        </p:cxnSp>
        <p:cxnSp>
          <p:nvCxnSpPr>
            <p:cNvPr id="5820" name="Google Shape;5820;p64"/>
            <p:cNvCxnSpPr/>
            <p:nvPr/>
          </p:nvCxnSpPr>
          <p:spPr>
            <a:xfrm rot="10800000">
              <a:off x="8178522" y="1765431"/>
              <a:ext cx="559200" cy="0"/>
            </a:xfrm>
            <a:prstGeom prst="straightConnector1">
              <a:avLst/>
            </a:prstGeom>
            <a:noFill/>
            <a:ln cap="flat" cmpd="sng" w="19050">
              <a:solidFill>
                <a:srgbClr val="BAC8D3"/>
              </a:solidFill>
              <a:prstDash val="solid"/>
              <a:round/>
              <a:headEnd len="med" w="med" type="oval"/>
              <a:tailEnd len="med" w="med" type="none"/>
            </a:ln>
          </p:spPr>
        </p:cxnSp>
        <p:cxnSp>
          <p:nvCxnSpPr>
            <p:cNvPr id="5821" name="Google Shape;5821;p64"/>
            <p:cNvCxnSpPr/>
            <p:nvPr/>
          </p:nvCxnSpPr>
          <p:spPr>
            <a:xfrm rot="10800000">
              <a:off x="7467500" y="2943528"/>
              <a:ext cx="1284300" cy="0"/>
            </a:xfrm>
            <a:prstGeom prst="straightConnector1">
              <a:avLst/>
            </a:prstGeom>
            <a:noFill/>
            <a:ln cap="flat" cmpd="sng" w="19050">
              <a:solidFill>
                <a:srgbClr val="5F7D95"/>
              </a:solidFill>
              <a:prstDash val="solid"/>
              <a:round/>
              <a:headEnd len="med" w="med" type="oval"/>
              <a:tailEnd len="med" w="med" type="none"/>
            </a:ln>
          </p:spPr>
        </p:cxnSp>
        <p:cxnSp>
          <p:nvCxnSpPr>
            <p:cNvPr id="5822" name="Google Shape;5822;p64"/>
            <p:cNvCxnSpPr/>
            <p:nvPr/>
          </p:nvCxnSpPr>
          <p:spPr>
            <a:xfrm>
              <a:off x="5787288" y="3630350"/>
              <a:ext cx="922800" cy="0"/>
            </a:xfrm>
            <a:prstGeom prst="straightConnector1">
              <a:avLst/>
            </a:prstGeom>
            <a:noFill/>
            <a:ln cap="flat" cmpd="sng" w="19050">
              <a:solidFill>
                <a:srgbClr val="435D74"/>
              </a:solidFill>
              <a:prstDash val="solid"/>
              <a:round/>
              <a:headEnd len="med" w="med" type="oval"/>
              <a:tailEnd len="med" w="med" type="none"/>
            </a:ln>
          </p:spPr>
        </p:cxnSp>
        <p:sp>
          <p:nvSpPr>
            <p:cNvPr id="5823" name="Google Shape;5823;p64"/>
            <p:cNvSpPr/>
            <p:nvPr/>
          </p:nvSpPr>
          <p:spPr>
            <a:xfrm>
              <a:off x="6601902" y="3690575"/>
              <a:ext cx="566400" cy="424800"/>
            </a:xfrm>
            <a:prstGeom prst="downArrow">
              <a:avLst>
                <a:gd fmla="val 50000" name="adj1"/>
                <a:gd fmla="val 50000" name="adj2"/>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24" name="Google Shape;5824;p64"/>
          <p:cNvGrpSpPr/>
          <p:nvPr/>
        </p:nvGrpSpPr>
        <p:grpSpPr>
          <a:xfrm>
            <a:off x="7123971" y="967151"/>
            <a:ext cx="1304650" cy="1124856"/>
            <a:chOff x="7287122" y="1165658"/>
            <a:chExt cx="1219413" cy="1051365"/>
          </a:xfrm>
        </p:grpSpPr>
        <p:grpSp>
          <p:nvGrpSpPr>
            <p:cNvPr id="5825" name="Google Shape;5825;p64"/>
            <p:cNvGrpSpPr/>
            <p:nvPr/>
          </p:nvGrpSpPr>
          <p:grpSpPr>
            <a:xfrm>
              <a:off x="7287122" y="1969723"/>
              <a:ext cx="1219413" cy="247300"/>
              <a:chOff x="7287122" y="1969723"/>
              <a:chExt cx="1219413" cy="247300"/>
            </a:xfrm>
          </p:grpSpPr>
          <p:sp>
            <p:nvSpPr>
              <p:cNvPr id="5826" name="Google Shape;5826;p64"/>
              <p:cNvSpPr/>
              <p:nvPr/>
            </p:nvSpPr>
            <p:spPr>
              <a:xfrm flipH="1">
                <a:off x="8366247" y="1969723"/>
                <a:ext cx="140288" cy="247300"/>
              </a:xfrm>
              <a:custGeom>
                <a:rect b="b" l="l" r="r" t="t"/>
                <a:pathLst>
                  <a:path extrusionOk="0" h="26428" w="14992">
                    <a:moveTo>
                      <a:pt x="31" y="0"/>
                    </a:moveTo>
                    <a:cubicBezTo>
                      <a:pt x="25" y="0"/>
                      <a:pt x="19" y="0"/>
                      <a:pt x="13" y="0"/>
                    </a:cubicBezTo>
                    <a:lnTo>
                      <a:pt x="0" y="0"/>
                    </a:lnTo>
                    <a:lnTo>
                      <a:pt x="0" y="26407"/>
                    </a:lnTo>
                    <a:lnTo>
                      <a:pt x="13" y="26427"/>
                    </a:lnTo>
                    <a:lnTo>
                      <a:pt x="14992" y="1860"/>
                    </a:lnTo>
                    <a:cubicBezTo>
                      <a:pt x="10391" y="663"/>
                      <a:pt x="5335" y="0"/>
                      <a:pt x="3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27" name="Google Shape;5827;p64"/>
              <p:cNvGrpSpPr/>
              <p:nvPr/>
            </p:nvGrpSpPr>
            <p:grpSpPr>
              <a:xfrm>
                <a:off x="7287122" y="2063892"/>
                <a:ext cx="1151753" cy="73428"/>
                <a:chOff x="7287122" y="2063892"/>
                <a:chExt cx="1151753" cy="73428"/>
              </a:xfrm>
            </p:grpSpPr>
            <p:sp>
              <p:nvSpPr>
                <p:cNvPr id="5828" name="Google Shape;5828;p64"/>
                <p:cNvSpPr/>
                <p:nvPr/>
              </p:nvSpPr>
              <p:spPr>
                <a:xfrm flipH="1">
                  <a:off x="7287122" y="2063892"/>
                  <a:ext cx="507103" cy="73428"/>
                </a:xfrm>
                <a:custGeom>
                  <a:rect b="b" l="l" r="r" t="t"/>
                  <a:pathLst>
                    <a:path extrusionOk="0" h="7847" w="35124">
                      <a:moveTo>
                        <a:pt x="0" y="1"/>
                      </a:moveTo>
                      <a:lnTo>
                        <a:pt x="0" y="7847"/>
                      </a:lnTo>
                      <a:lnTo>
                        <a:pt x="35123" y="7847"/>
                      </a:lnTo>
                      <a:lnTo>
                        <a:pt x="35123"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29" name="Google Shape;5829;p64"/>
                <p:cNvCxnSpPr/>
                <p:nvPr/>
              </p:nvCxnSpPr>
              <p:spPr>
                <a:xfrm rot="10800000">
                  <a:off x="7818475" y="2100600"/>
                  <a:ext cx="620400" cy="0"/>
                </a:xfrm>
                <a:prstGeom prst="straightConnector1">
                  <a:avLst/>
                </a:prstGeom>
                <a:noFill/>
                <a:ln cap="flat" cmpd="sng" w="9525">
                  <a:solidFill>
                    <a:srgbClr val="CFD9E0"/>
                  </a:solidFill>
                  <a:prstDash val="solid"/>
                  <a:round/>
                  <a:headEnd len="med" w="med" type="none"/>
                  <a:tailEnd len="med" w="med" type="oval"/>
                </a:ln>
              </p:spPr>
            </p:cxnSp>
          </p:grpSp>
        </p:grpSp>
        <p:grpSp>
          <p:nvGrpSpPr>
            <p:cNvPr id="5830" name="Google Shape;5830;p64"/>
            <p:cNvGrpSpPr/>
            <p:nvPr/>
          </p:nvGrpSpPr>
          <p:grpSpPr>
            <a:xfrm>
              <a:off x="7287122" y="1712201"/>
              <a:ext cx="1219403" cy="246767"/>
              <a:chOff x="7287122" y="1712201"/>
              <a:chExt cx="1219403" cy="246767"/>
            </a:xfrm>
          </p:grpSpPr>
          <p:sp>
            <p:nvSpPr>
              <p:cNvPr id="5831" name="Google Shape;5831;p64"/>
              <p:cNvSpPr/>
              <p:nvPr/>
            </p:nvSpPr>
            <p:spPr>
              <a:xfrm flipH="1">
                <a:off x="8226249" y="1712201"/>
                <a:ext cx="280276" cy="246767"/>
              </a:xfrm>
              <a:custGeom>
                <a:rect b="b" l="l" r="r" t="t"/>
                <a:pathLst>
                  <a:path extrusionOk="0" h="26371" w="29952">
                    <a:moveTo>
                      <a:pt x="1" y="0"/>
                    </a:moveTo>
                    <a:lnTo>
                      <a:pt x="1" y="24234"/>
                    </a:lnTo>
                    <a:lnTo>
                      <a:pt x="14" y="24234"/>
                    </a:lnTo>
                    <a:cubicBezTo>
                      <a:pt x="14" y="24234"/>
                      <a:pt x="203" y="24229"/>
                      <a:pt x="558" y="24229"/>
                    </a:cubicBezTo>
                    <a:cubicBezTo>
                      <a:pt x="2473" y="24229"/>
                      <a:pt x="9215" y="24384"/>
                      <a:pt x="17213" y="26370"/>
                    </a:cubicBezTo>
                    <a:lnTo>
                      <a:pt x="29952" y="5713"/>
                    </a:lnTo>
                    <a:cubicBezTo>
                      <a:pt x="29952" y="5713"/>
                      <a:pt x="20827" y="0"/>
                      <a:pt x="14"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32" name="Google Shape;5832;p64"/>
              <p:cNvGrpSpPr/>
              <p:nvPr/>
            </p:nvGrpSpPr>
            <p:grpSpPr>
              <a:xfrm>
                <a:off x="7287122" y="1842861"/>
                <a:ext cx="1005303" cy="73419"/>
                <a:chOff x="7287122" y="1842861"/>
                <a:chExt cx="1005303" cy="73419"/>
              </a:xfrm>
            </p:grpSpPr>
            <p:sp>
              <p:nvSpPr>
                <p:cNvPr id="5833" name="Google Shape;5833;p64"/>
                <p:cNvSpPr/>
                <p:nvPr/>
              </p:nvSpPr>
              <p:spPr>
                <a:xfrm flipH="1">
                  <a:off x="7287122" y="1842861"/>
                  <a:ext cx="507103" cy="73419"/>
                </a:xfrm>
                <a:custGeom>
                  <a:rect b="b" l="l" r="r" t="t"/>
                  <a:pathLst>
                    <a:path extrusionOk="0" h="7846" w="35124">
                      <a:moveTo>
                        <a:pt x="0" y="1"/>
                      </a:moveTo>
                      <a:lnTo>
                        <a:pt x="0" y="7845"/>
                      </a:lnTo>
                      <a:lnTo>
                        <a:pt x="35123" y="7845"/>
                      </a:lnTo>
                      <a:lnTo>
                        <a:pt x="35123"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34" name="Google Shape;5834;p64"/>
                <p:cNvCxnSpPr/>
                <p:nvPr/>
              </p:nvCxnSpPr>
              <p:spPr>
                <a:xfrm rot="10800000">
                  <a:off x="7818425" y="1879575"/>
                  <a:ext cx="474000" cy="0"/>
                </a:xfrm>
                <a:prstGeom prst="straightConnector1">
                  <a:avLst/>
                </a:prstGeom>
                <a:noFill/>
                <a:ln cap="flat" cmpd="sng" w="9525">
                  <a:solidFill>
                    <a:srgbClr val="A5B7C6"/>
                  </a:solidFill>
                  <a:prstDash val="solid"/>
                  <a:round/>
                  <a:headEnd len="med" w="med" type="none"/>
                  <a:tailEnd len="med" w="med" type="oval"/>
                </a:ln>
              </p:spPr>
            </p:cxnSp>
          </p:grpSp>
        </p:grpSp>
        <p:grpSp>
          <p:nvGrpSpPr>
            <p:cNvPr id="5835" name="Google Shape;5835;p64"/>
            <p:cNvGrpSpPr/>
            <p:nvPr/>
          </p:nvGrpSpPr>
          <p:grpSpPr>
            <a:xfrm>
              <a:off x="7287122" y="1447520"/>
              <a:ext cx="1219403" cy="286667"/>
              <a:chOff x="7287122" y="1447520"/>
              <a:chExt cx="1219403" cy="286667"/>
            </a:xfrm>
          </p:grpSpPr>
          <p:sp>
            <p:nvSpPr>
              <p:cNvPr id="5836" name="Google Shape;5836;p64"/>
              <p:cNvSpPr/>
              <p:nvPr/>
            </p:nvSpPr>
            <p:spPr>
              <a:xfrm flipH="1">
                <a:off x="8087665" y="1447520"/>
                <a:ext cx="418860" cy="286667"/>
              </a:xfrm>
              <a:custGeom>
                <a:rect b="b" l="l" r="r" t="t"/>
                <a:pathLst>
                  <a:path extrusionOk="0" h="30635" w="44762">
                    <a:moveTo>
                      <a:pt x="1" y="1"/>
                    </a:moveTo>
                    <a:lnTo>
                      <a:pt x="1" y="24648"/>
                    </a:lnTo>
                    <a:lnTo>
                      <a:pt x="14" y="24648"/>
                    </a:lnTo>
                    <a:cubicBezTo>
                      <a:pt x="5607" y="24648"/>
                      <a:pt x="18560" y="25130"/>
                      <a:pt x="31390" y="30635"/>
                    </a:cubicBezTo>
                    <a:lnTo>
                      <a:pt x="44761" y="10327"/>
                    </a:lnTo>
                    <a:cubicBezTo>
                      <a:pt x="44761" y="10327"/>
                      <a:pt x="27304" y="1"/>
                      <a:pt x="1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37" name="Google Shape;5837;p64"/>
              <p:cNvGrpSpPr/>
              <p:nvPr/>
            </p:nvGrpSpPr>
            <p:grpSpPr>
              <a:xfrm>
                <a:off x="7287122" y="1581977"/>
                <a:ext cx="852803" cy="73428"/>
                <a:chOff x="7287122" y="1581977"/>
                <a:chExt cx="852803" cy="73428"/>
              </a:xfrm>
            </p:grpSpPr>
            <p:sp>
              <p:nvSpPr>
                <p:cNvPr id="5838" name="Google Shape;5838;p64"/>
                <p:cNvSpPr/>
                <p:nvPr/>
              </p:nvSpPr>
              <p:spPr>
                <a:xfrm flipH="1">
                  <a:off x="7287122" y="1581977"/>
                  <a:ext cx="507103" cy="73428"/>
                </a:xfrm>
                <a:custGeom>
                  <a:rect b="b" l="l" r="r" t="t"/>
                  <a:pathLst>
                    <a:path extrusionOk="0" h="7847" w="35124">
                      <a:moveTo>
                        <a:pt x="0" y="1"/>
                      </a:moveTo>
                      <a:lnTo>
                        <a:pt x="0" y="7847"/>
                      </a:lnTo>
                      <a:lnTo>
                        <a:pt x="35123" y="7847"/>
                      </a:lnTo>
                      <a:lnTo>
                        <a:pt x="35123"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39" name="Google Shape;5839;p64"/>
                <p:cNvCxnSpPr/>
                <p:nvPr/>
              </p:nvCxnSpPr>
              <p:spPr>
                <a:xfrm rot="10800000">
                  <a:off x="7818325" y="1618700"/>
                  <a:ext cx="321600" cy="0"/>
                </a:xfrm>
                <a:prstGeom prst="straightConnector1">
                  <a:avLst/>
                </a:prstGeom>
                <a:noFill/>
                <a:ln cap="flat" cmpd="sng" w="9525">
                  <a:solidFill>
                    <a:srgbClr val="869FB2"/>
                  </a:solidFill>
                  <a:prstDash val="solid"/>
                  <a:round/>
                  <a:headEnd len="med" w="med" type="none"/>
                  <a:tailEnd len="med" w="med" type="oval"/>
                </a:ln>
              </p:spPr>
            </p:cxnSp>
          </p:grpSp>
        </p:grpSp>
        <p:grpSp>
          <p:nvGrpSpPr>
            <p:cNvPr id="5840" name="Google Shape;5840;p64"/>
            <p:cNvGrpSpPr/>
            <p:nvPr/>
          </p:nvGrpSpPr>
          <p:grpSpPr>
            <a:xfrm>
              <a:off x="7287122" y="1165658"/>
              <a:ext cx="1219403" cy="344253"/>
              <a:chOff x="7287122" y="1165658"/>
              <a:chExt cx="1219403" cy="344253"/>
            </a:xfrm>
          </p:grpSpPr>
          <p:sp>
            <p:nvSpPr>
              <p:cNvPr id="5841" name="Google Shape;5841;p64"/>
              <p:cNvSpPr/>
              <p:nvPr/>
            </p:nvSpPr>
            <p:spPr>
              <a:xfrm flipH="1">
                <a:off x="7919557" y="1165658"/>
                <a:ext cx="586968" cy="344253"/>
              </a:xfrm>
              <a:custGeom>
                <a:rect b="b" l="l" r="r" t="t"/>
                <a:pathLst>
                  <a:path extrusionOk="0" h="36789" w="62727">
                    <a:moveTo>
                      <a:pt x="1" y="1"/>
                    </a:moveTo>
                    <a:lnTo>
                      <a:pt x="1" y="25976"/>
                    </a:lnTo>
                    <a:lnTo>
                      <a:pt x="17" y="25976"/>
                    </a:lnTo>
                    <a:cubicBezTo>
                      <a:pt x="74" y="25976"/>
                      <a:pt x="588" y="25960"/>
                      <a:pt x="1487" y="25960"/>
                    </a:cubicBezTo>
                    <a:cubicBezTo>
                      <a:pt x="7235" y="25960"/>
                      <a:pt x="28709" y="26646"/>
                      <a:pt x="46867" y="36789"/>
                    </a:cubicBezTo>
                    <a:lnTo>
                      <a:pt x="62726" y="12728"/>
                    </a:lnTo>
                    <a:cubicBezTo>
                      <a:pt x="62726" y="12728"/>
                      <a:pt x="39312" y="2"/>
                      <a:pt x="17"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42" name="Google Shape;5842;p64"/>
              <p:cNvGrpSpPr/>
              <p:nvPr/>
            </p:nvGrpSpPr>
            <p:grpSpPr>
              <a:xfrm>
                <a:off x="7287122" y="1341025"/>
                <a:ext cx="695703" cy="73419"/>
                <a:chOff x="7287122" y="1341025"/>
                <a:chExt cx="695703" cy="73419"/>
              </a:xfrm>
            </p:grpSpPr>
            <p:sp>
              <p:nvSpPr>
                <p:cNvPr id="5843" name="Google Shape;5843;p64"/>
                <p:cNvSpPr/>
                <p:nvPr/>
              </p:nvSpPr>
              <p:spPr>
                <a:xfrm flipH="1">
                  <a:off x="7287122" y="1341025"/>
                  <a:ext cx="507103" cy="73419"/>
                </a:xfrm>
                <a:custGeom>
                  <a:rect b="b" l="l" r="r" t="t"/>
                  <a:pathLst>
                    <a:path extrusionOk="0" h="7846" w="35124">
                      <a:moveTo>
                        <a:pt x="0" y="1"/>
                      </a:moveTo>
                      <a:lnTo>
                        <a:pt x="0" y="7845"/>
                      </a:lnTo>
                      <a:lnTo>
                        <a:pt x="35123" y="7845"/>
                      </a:lnTo>
                      <a:lnTo>
                        <a:pt x="35123"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44" name="Google Shape;5844;p64"/>
                <p:cNvCxnSpPr/>
                <p:nvPr/>
              </p:nvCxnSpPr>
              <p:spPr>
                <a:xfrm rot="10800000">
                  <a:off x="7818425" y="1377750"/>
                  <a:ext cx="164400" cy="0"/>
                </a:xfrm>
                <a:prstGeom prst="straightConnector1">
                  <a:avLst/>
                </a:prstGeom>
                <a:noFill/>
                <a:ln cap="flat" cmpd="sng" w="9525">
                  <a:solidFill>
                    <a:srgbClr val="869FB1"/>
                  </a:solidFill>
                  <a:prstDash val="solid"/>
                  <a:round/>
                  <a:headEnd len="med" w="med" type="none"/>
                  <a:tailEnd len="med" w="med" type="oval"/>
                </a:ln>
              </p:spPr>
            </p:cxnSp>
          </p:grpSp>
        </p:grpSp>
      </p:grpSp>
      <p:grpSp>
        <p:nvGrpSpPr>
          <p:cNvPr id="5845" name="Google Shape;5845;p64"/>
          <p:cNvGrpSpPr/>
          <p:nvPr/>
        </p:nvGrpSpPr>
        <p:grpSpPr>
          <a:xfrm>
            <a:off x="5790463" y="973174"/>
            <a:ext cx="1397729" cy="1098540"/>
            <a:chOff x="5900602" y="1193063"/>
            <a:chExt cx="1299851" cy="1021707"/>
          </a:xfrm>
        </p:grpSpPr>
        <p:grpSp>
          <p:nvGrpSpPr>
            <p:cNvPr id="5846" name="Google Shape;5846;p64"/>
            <p:cNvGrpSpPr/>
            <p:nvPr/>
          </p:nvGrpSpPr>
          <p:grpSpPr>
            <a:xfrm>
              <a:off x="6520337" y="1193063"/>
              <a:ext cx="341815" cy="799959"/>
              <a:chOff x="6520337" y="1193063"/>
              <a:chExt cx="341815" cy="799959"/>
            </a:xfrm>
          </p:grpSpPr>
          <p:grpSp>
            <p:nvGrpSpPr>
              <p:cNvPr id="5847" name="Google Shape;5847;p64"/>
              <p:cNvGrpSpPr/>
              <p:nvPr/>
            </p:nvGrpSpPr>
            <p:grpSpPr>
              <a:xfrm>
                <a:off x="6520337" y="1589527"/>
                <a:ext cx="213950" cy="403494"/>
                <a:chOff x="6520337" y="1589527"/>
                <a:chExt cx="213950" cy="403494"/>
              </a:xfrm>
            </p:grpSpPr>
            <p:sp>
              <p:nvSpPr>
                <p:cNvPr id="5848" name="Google Shape;5848;p64"/>
                <p:cNvSpPr/>
                <p:nvPr/>
              </p:nvSpPr>
              <p:spPr>
                <a:xfrm rot="-5400000">
                  <a:off x="6522864" y="1587001"/>
                  <a:ext cx="208853" cy="213906"/>
                </a:xfrm>
                <a:custGeom>
                  <a:rect b="b" l="l" r="r" t="t"/>
                  <a:pathLst>
                    <a:path extrusionOk="0" h="24594" w="24013">
                      <a:moveTo>
                        <a:pt x="725" y="0"/>
                      </a:moveTo>
                      <a:cubicBezTo>
                        <a:pt x="482" y="0"/>
                        <a:pt x="241" y="3"/>
                        <a:pt x="0" y="5"/>
                      </a:cubicBezTo>
                      <a:lnTo>
                        <a:pt x="0" y="22597"/>
                      </a:lnTo>
                      <a:cubicBezTo>
                        <a:pt x="118" y="22596"/>
                        <a:pt x="222" y="22595"/>
                        <a:pt x="312" y="22595"/>
                      </a:cubicBezTo>
                      <a:cubicBezTo>
                        <a:pt x="582" y="22595"/>
                        <a:pt x="725" y="22600"/>
                        <a:pt x="725" y="22600"/>
                      </a:cubicBezTo>
                      <a:cubicBezTo>
                        <a:pt x="725" y="22600"/>
                        <a:pt x="872" y="22595"/>
                        <a:pt x="1149" y="22595"/>
                      </a:cubicBezTo>
                      <a:cubicBezTo>
                        <a:pt x="2638" y="22595"/>
                        <a:pt x="7882" y="22740"/>
                        <a:pt x="14103" y="24594"/>
                      </a:cubicBezTo>
                      <a:lnTo>
                        <a:pt x="24013" y="5327"/>
                      </a:lnTo>
                      <a:cubicBezTo>
                        <a:pt x="24013" y="5327"/>
                        <a:pt x="16917" y="0"/>
                        <a:pt x="725"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9" name="Google Shape;5849;p64"/>
                <p:cNvSpPr/>
                <p:nvPr/>
              </p:nvSpPr>
              <p:spPr>
                <a:xfrm rot="-5400000">
                  <a:off x="6529204" y="1787939"/>
                  <a:ext cx="196250" cy="213915"/>
                </a:xfrm>
                <a:custGeom>
                  <a:rect b="b" l="l" r="r" t="t"/>
                  <a:pathLst>
                    <a:path extrusionOk="0" h="24595" w="22564">
                      <a:moveTo>
                        <a:pt x="22564" y="1"/>
                      </a:moveTo>
                      <a:cubicBezTo>
                        <a:pt x="15114" y="73"/>
                        <a:pt x="9649" y="1280"/>
                        <a:pt x="5965" y="2527"/>
                      </a:cubicBezTo>
                      <a:lnTo>
                        <a:pt x="5965" y="2528"/>
                      </a:lnTo>
                      <a:cubicBezTo>
                        <a:pt x="2949" y="3548"/>
                        <a:pt x="1124" y="4595"/>
                        <a:pt x="385" y="5067"/>
                      </a:cubicBezTo>
                      <a:cubicBezTo>
                        <a:pt x="382" y="5067"/>
                        <a:pt x="382" y="5068"/>
                        <a:pt x="380" y="5068"/>
                      </a:cubicBezTo>
                      <a:cubicBezTo>
                        <a:pt x="373" y="5074"/>
                        <a:pt x="366" y="5078"/>
                        <a:pt x="358" y="5083"/>
                      </a:cubicBezTo>
                      <a:cubicBezTo>
                        <a:pt x="344" y="5091"/>
                        <a:pt x="329" y="5100"/>
                        <a:pt x="316" y="5110"/>
                      </a:cubicBezTo>
                      <a:cubicBezTo>
                        <a:pt x="315" y="5112"/>
                        <a:pt x="313" y="5113"/>
                        <a:pt x="312" y="5113"/>
                      </a:cubicBezTo>
                      <a:cubicBezTo>
                        <a:pt x="293" y="5125"/>
                        <a:pt x="275" y="5136"/>
                        <a:pt x="258" y="5148"/>
                      </a:cubicBezTo>
                      <a:cubicBezTo>
                        <a:pt x="255" y="5150"/>
                        <a:pt x="251" y="5152"/>
                        <a:pt x="248" y="5155"/>
                      </a:cubicBezTo>
                      <a:cubicBezTo>
                        <a:pt x="240" y="5160"/>
                        <a:pt x="232" y="5166"/>
                        <a:pt x="224" y="5171"/>
                      </a:cubicBezTo>
                      <a:lnTo>
                        <a:pt x="191" y="5193"/>
                      </a:lnTo>
                      <a:cubicBezTo>
                        <a:pt x="189" y="5193"/>
                        <a:pt x="189" y="5195"/>
                        <a:pt x="188" y="5195"/>
                      </a:cubicBezTo>
                      <a:lnTo>
                        <a:pt x="171" y="5206"/>
                      </a:lnTo>
                      <a:cubicBezTo>
                        <a:pt x="162" y="5211"/>
                        <a:pt x="153" y="5217"/>
                        <a:pt x="146" y="5222"/>
                      </a:cubicBezTo>
                      <a:cubicBezTo>
                        <a:pt x="144" y="5224"/>
                        <a:pt x="144" y="5225"/>
                        <a:pt x="141" y="5225"/>
                      </a:cubicBezTo>
                      <a:cubicBezTo>
                        <a:pt x="137" y="5230"/>
                        <a:pt x="131" y="5231"/>
                        <a:pt x="127" y="5236"/>
                      </a:cubicBezTo>
                      <a:cubicBezTo>
                        <a:pt x="118" y="5243"/>
                        <a:pt x="109" y="5247"/>
                        <a:pt x="102" y="5253"/>
                      </a:cubicBezTo>
                      <a:cubicBezTo>
                        <a:pt x="95" y="5260"/>
                        <a:pt x="88" y="5265"/>
                        <a:pt x="80" y="5269"/>
                      </a:cubicBezTo>
                      <a:cubicBezTo>
                        <a:pt x="39" y="5297"/>
                        <a:pt x="15" y="5316"/>
                        <a:pt x="6" y="5323"/>
                      </a:cubicBezTo>
                      <a:lnTo>
                        <a:pt x="3" y="5324"/>
                      </a:lnTo>
                      <a:lnTo>
                        <a:pt x="0" y="5326"/>
                      </a:lnTo>
                      <a:lnTo>
                        <a:pt x="9910" y="24594"/>
                      </a:lnTo>
                      <a:cubicBezTo>
                        <a:pt x="10017" y="24561"/>
                        <a:pt x="10124" y="24530"/>
                        <a:pt x="10231" y="24499"/>
                      </a:cubicBezTo>
                      <a:cubicBezTo>
                        <a:pt x="10284" y="24482"/>
                        <a:pt x="10339" y="24466"/>
                        <a:pt x="10392" y="24451"/>
                      </a:cubicBezTo>
                      <a:cubicBezTo>
                        <a:pt x="10473" y="24428"/>
                        <a:pt x="10553" y="24403"/>
                        <a:pt x="10633" y="24381"/>
                      </a:cubicBezTo>
                      <a:cubicBezTo>
                        <a:pt x="10664" y="24373"/>
                        <a:pt x="10691" y="24364"/>
                        <a:pt x="10721" y="24357"/>
                      </a:cubicBezTo>
                      <a:cubicBezTo>
                        <a:pt x="10786" y="24339"/>
                        <a:pt x="10855" y="24320"/>
                        <a:pt x="10920" y="24303"/>
                      </a:cubicBezTo>
                      <a:cubicBezTo>
                        <a:pt x="10930" y="24298"/>
                        <a:pt x="10943" y="24297"/>
                        <a:pt x="10955" y="24293"/>
                      </a:cubicBezTo>
                      <a:cubicBezTo>
                        <a:pt x="11032" y="24274"/>
                        <a:pt x="11111" y="24252"/>
                        <a:pt x="11188" y="24231"/>
                      </a:cubicBezTo>
                      <a:cubicBezTo>
                        <a:pt x="11192" y="24230"/>
                        <a:pt x="11200" y="24227"/>
                        <a:pt x="11206" y="24226"/>
                      </a:cubicBezTo>
                      <a:cubicBezTo>
                        <a:pt x="11307" y="24198"/>
                        <a:pt x="11409" y="24172"/>
                        <a:pt x="11511" y="24146"/>
                      </a:cubicBezTo>
                      <a:cubicBezTo>
                        <a:pt x="11613" y="24118"/>
                        <a:pt x="11715" y="24093"/>
                        <a:pt x="11816" y="24067"/>
                      </a:cubicBezTo>
                      <a:cubicBezTo>
                        <a:pt x="11877" y="24052"/>
                        <a:pt x="11938" y="24036"/>
                        <a:pt x="11998" y="24022"/>
                      </a:cubicBezTo>
                      <a:cubicBezTo>
                        <a:pt x="12071" y="24004"/>
                        <a:pt x="12143" y="23987"/>
                        <a:pt x="12216" y="23969"/>
                      </a:cubicBezTo>
                      <a:cubicBezTo>
                        <a:pt x="17046" y="22790"/>
                        <a:pt x="20998" y="22614"/>
                        <a:pt x="22564" y="22595"/>
                      </a:cubicBezTo>
                      <a:lnTo>
                        <a:pt x="22564"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50" name="Google Shape;5850;p64"/>
              <p:cNvGrpSpPr/>
              <p:nvPr/>
            </p:nvGrpSpPr>
            <p:grpSpPr>
              <a:xfrm>
                <a:off x="6577204" y="1193063"/>
                <a:ext cx="284947" cy="464512"/>
                <a:chOff x="6577204" y="1193063"/>
                <a:chExt cx="284947" cy="464512"/>
              </a:xfrm>
            </p:grpSpPr>
            <p:sp>
              <p:nvSpPr>
                <p:cNvPr id="5851" name="Google Shape;5851;p64"/>
                <p:cNvSpPr/>
                <p:nvPr/>
              </p:nvSpPr>
              <p:spPr>
                <a:xfrm>
                  <a:off x="6577204" y="1193063"/>
                  <a:ext cx="284947" cy="63648"/>
                </a:xfrm>
                <a:custGeom>
                  <a:rect b="b" l="l" r="r" t="t"/>
                  <a:pathLst>
                    <a:path extrusionOk="0" h="7318" w="32762">
                      <a:moveTo>
                        <a:pt x="0" y="1"/>
                      </a:moveTo>
                      <a:lnTo>
                        <a:pt x="0" y="7318"/>
                      </a:lnTo>
                      <a:lnTo>
                        <a:pt x="32762" y="7318"/>
                      </a:lnTo>
                      <a:lnTo>
                        <a:pt x="32762"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52" name="Google Shape;5852;p64"/>
                <p:cNvCxnSpPr/>
                <p:nvPr/>
              </p:nvCxnSpPr>
              <p:spPr>
                <a:xfrm rot="10800000">
                  <a:off x="6677825" y="1279575"/>
                  <a:ext cx="0" cy="378000"/>
                </a:xfrm>
                <a:prstGeom prst="straightConnector1">
                  <a:avLst/>
                </a:prstGeom>
                <a:noFill/>
                <a:ln cap="flat" cmpd="sng" w="9525">
                  <a:solidFill>
                    <a:srgbClr val="A5B7C6"/>
                  </a:solidFill>
                  <a:prstDash val="solid"/>
                  <a:round/>
                  <a:headEnd len="med" w="med" type="none"/>
                  <a:tailEnd len="med" w="med" type="oval"/>
                </a:ln>
              </p:spPr>
            </p:cxnSp>
          </p:grpSp>
        </p:grpSp>
        <p:grpSp>
          <p:nvGrpSpPr>
            <p:cNvPr id="5853" name="Google Shape;5853;p64"/>
            <p:cNvGrpSpPr/>
            <p:nvPr/>
          </p:nvGrpSpPr>
          <p:grpSpPr>
            <a:xfrm>
              <a:off x="6238903" y="1193063"/>
              <a:ext cx="300475" cy="900152"/>
              <a:chOff x="6238903" y="1193063"/>
              <a:chExt cx="300475" cy="900152"/>
            </a:xfrm>
          </p:grpSpPr>
          <p:grpSp>
            <p:nvGrpSpPr>
              <p:cNvPr id="5854" name="Google Shape;5854;p64"/>
              <p:cNvGrpSpPr/>
              <p:nvPr/>
            </p:nvGrpSpPr>
            <p:grpSpPr>
              <a:xfrm>
                <a:off x="6290865" y="1489315"/>
                <a:ext cx="248514" cy="603900"/>
                <a:chOff x="6290865" y="1489315"/>
                <a:chExt cx="248514" cy="603900"/>
              </a:xfrm>
            </p:grpSpPr>
            <p:sp>
              <p:nvSpPr>
                <p:cNvPr id="5855" name="Google Shape;5855;p64"/>
                <p:cNvSpPr/>
                <p:nvPr/>
              </p:nvSpPr>
              <p:spPr>
                <a:xfrm rot="-5400000">
                  <a:off x="6260589" y="1519591"/>
                  <a:ext cx="309066" cy="248514"/>
                </a:xfrm>
                <a:custGeom>
                  <a:rect b="b" l="l" r="r" t="t"/>
                  <a:pathLst>
                    <a:path extrusionOk="0" h="28573" w="35535">
                      <a:moveTo>
                        <a:pt x="727" y="0"/>
                      </a:moveTo>
                      <a:cubicBezTo>
                        <a:pt x="484" y="0"/>
                        <a:pt x="241" y="2"/>
                        <a:pt x="0" y="3"/>
                      </a:cubicBezTo>
                      <a:lnTo>
                        <a:pt x="0" y="22994"/>
                      </a:lnTo>
                      <a:cubicBezTo>
                        <a:pt x="259" y="22992"/>
                        <a:pt x="501" y="22989"/>
                        <a:pt x="727" y="22989"/>
                      </a:cubicBezTo>
                      <a:cubicBezTo>
                        <a:pt x="5078" y="22989"/>
                        <a:pt x="15152" y="23439"/>
                        <a:pt x="25134" y="28572"/>
                      </a:cubicBezTo>
                      <a:lnTo>
                        <a:pt x="35534" y="9632"/>
                      </a:lnTo>
                      <a:cubicBezTo>
                        <a:pt x="35534" y="9632"/>
                        <a:pt x="21952" y="0"/>
                        <a:pt x="72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6" name="Google Shape;5856;p64"/>
                <p:cNvSpPr/>
                <p:nvPr/>
              </p:nvSpPr>
              <p:spPr>
                <a:xfrm rot="-5400000">
                  <a:off x="6266916" y="1820752"/>
                  <a:ext cx="296437" cy="248488"/>
                </a:xfrm>
                <a:custGeom>
                  <a:rect b="b" l="l" r="r" t="t"/>
                  <a:pathLst>
                    <a:path extrusionOk="0" h="28570" w="34083">
                      <a:moveTo>
                        <a:pt x="34083" y="0"/>
                      </a:moveTo>
                      <a:cubicBezTo>
                        <a:pt x="22684" y="120"/>
                        <a:pt x="13548" y="2997"/>
                        <a:pt x="7617" y="5579"/>
                      </a:cubicBezTo>
                      <a:cubicBezTo>
                        <a:pt x="5629" y="6444"/>
                        <a:pt x="3999" y="7274"/>
                        <a:pt x="2767" y="7955"/>
                      </a:cubicBezTo>
                      <a:cubicBezTo>
                        <a:pt x="2743" y="7970"/>
                        <a:pt x="2717" y="7985"/>
                        <a:pt x="2693" y="7996"/>
                      </a:cubicBezTo>
                      <a:cubicBezTo>
                        <a:pt x="2692" y="7996"/>
                        <a:pt x="2689" y="7999"/>
                        <a:pt x="2687" y="7999"/>
                      </a:cubicBezTo>
                      <a:cubicBezTo>
                        <a:pt x="2454" y="8127"/>
                        <a:pt x="2237" y="8251"/>
                        <a:pt x="2034" y="8368"/>
                      </a:cubicBezTo>
                      <a:lnTo>
                        <a:pt x="1958" y="8411"/>
                      </a:lnTo>
                      <a:cubicBezTo>
                        <a:pt x="1952" y="8416"/>
                        <a:pt x="1949" y="8418"/>
                        <a:pt x="1943" y="8421"/>
                      </a:cubicBezTo>
                      <a:cubicBezTo>
                        <a:pt x="1913" y="8437"/>
                        <a:pt x="1884" y="8455"/>
                        <a:pt x="1854" y="8472"/>
                      </a:cubicBezTo>
                      <a:cubicBezTo>
                        <a:pt x="1844" y="8478"/>
                        <a:pt x="1834" y="8483"/>
                        <a:pt x="1825" y="8488"/>
                      </a:cubicBezTo>
                      <a:cubicBezTo>
                        <a:pt x="1718" y="8552"/>
                        <a:pt x="1616" y="8612"/>
                        <a:pt x="1517" y="8670"/>
                      </a:cubicBezTo>
                      <a:cubicBezTo>
                        <a:pt x="1476" y="8697"/>
                        <a:pt x="1435" y="8720"/>
                        <a:pt x="1396" y="8743"/>
                      </a:cubicBezTo>
                      <a:cubicBezTo>
                        <a:pt x="1349" y="8771"/>
                        <a:pt x="1305" y="8799"/>
                        <a:pt x="1262" y="8823"/>
                      </a:cubicBezTo>
                      <a:cubicBezTo>
                        <a:pt x="1246" y="8832"/>
                        <a:pt x="1230" y="8844"/>
                        <a:pt x="1214" y="8852"/>
                      </a:cubicBezTo>
                      <a:cubicBezTo>
                        <a:pt x="1166" y="8882"/>
                        <a:pt x="1119" y="8911"/>
                        <a:pt x="1072" y="8938"/>
                      </a:cubicBezTo>
                      <a:cubicBezTo>
                        <a:pt x="1042" y="8956"/>
                        <a:pt x="1013" y="8973"/>
                        <a:pt x="985" y="8991"/>
                      </a:cubicBezTo>
                      <a:cubicBezTo>
                        <a:pt x="941" y="9018"/>
                        <a:pt x="901" y="9043"/>
                        <a:pt x="860" y="9069"/>
                      </a:cubicBezTo>
                      <a:cubicBezTo>
                        <a:pt x="845" y="9078"/>
                        <a:pt x="832" y="9087"/>
                        <a:pt x="821" y="9094"/>
                      </a:cubicBezTo>
                      <a:cubicBezTo>
                        <a:pt x="794" y="9112"/>
                        <a:pt x="771" y="9126"/>
                        <a:pt x="748" y="9141"/>
                      </a:cubicBezTo>
                      <a:cubicBezTo>
                        <a:pt x="733" y="9148"/>
                        <a:pt x="720" y="9157"/>
                        <a:pt x="706" y="9166"/>
                      </a:cubicBezTo>
                      <a:cubicBezTo>
                        <a:pt x="692" y="9174"/>
                        <a:pt x="678" y="9182"/>
                        <a:pt x="665" y="9192"/>
                      </a:cubicBezTo>
                      <a:cubicBezTo>
                        <a:pt x="643" y="9206"/>
                        <a:pt x="621" y="9218"/>
                        <a:pt x="599" y="9233"/>
                      </a:cubicBezTo>
                      <a:cubicBezTo>
                        <a:pt x="582" y="9244"/>
                        <a:pt x="567" y="9254"/>
                        <a:pt x="551" y="9265"/>
                      </a:cubicBezTo>
                      <a:cubicBezTo>
                        <a:pt x="534" y="9275"/>
                        <a:pt x="518" y="9283"/>
                        <a:pt x="502" y="9295"/>
                      </a:cubicBezTo>
                      <a:cubicBezTo>
                        <a:pt x="483" y="9305"/>
                        <a:pt x="465" y="9318"/>
                        <a:pt x="446" y="9330"/>
                      </a:cubicBezTo>
                      <a:cubicBezTo>
                        <a:pt x="305" y="9422"/>
                        <a:pt x="196" y="9493"/>
                        <a:pt x="122" y="9544"/>
                      </a:cubicBezTo>
                      <a:lnTo>
                        <a:pt x="104" y="9556"/>
                      </a:lnTo>
                      <a:cubicBezTo>
                        <a:pt x="72" y="9578"/>
                        <a:pt x="46" y="9595"/>
                        <a:pt x="30" y="9607"/>
                      </a:cubicBezTo>
                      <a:cubicBezTo>
                        <a:pt x="28" y="9608"/>
                        <a:pt x="24" y="9610"/>
                        <a:pt x="23" y="9611"/>
                      </a:cubicBezTo>
                      <a:cubicBezTo>
                        <a:pt x="17" y="9615"/>
                        <a:pt x="14" y="9618"/>
                        <a:pt x="9" y="9621"/>
                      </a:cubicBezTo>
                      <a:cubicBezTo>
                        <a:pt x="8" y="9623"/>
                        <a:pt x="7" y="9624"/>
                        <a:pt x="5" y="9624"/>
                      </a:cubicBezTo>
                      <a:lnTo>
                        <a:pt x="1" y="9629"/>
                      </a:lnTo>
                      <a:lnTo>
                        <a:pt x="10402" y="28569"/>
                      </a:lnTo>
                      <a:lnTo>
                        <a:pt x="10669" y="28432"/>
                      </a:lnTo>
                      <a:cubicBezTo>
                        <a:pt x="10734" y="28399"/>
                        <a:pt x="10803" y="28365"/>
                        <a:pt x="10868" y="28333"/>
                      </a:cubicBezTo>
                      <a:cubicBezTo>
                        <a:pt x="10913" y="28309"/>
                        <a:pt x="10960" y="28287"/>
                        <a:pt x="11007" y="28263"/>
                      </a:cubicBezTo>
                      <a:cubicBezTo>
                        <a:pt x="11052" y="28242"/>
                        <a:pt x="11095" y="28220"/>
                        <a:pt x="11141" y="28198"/>
                      </a:cubicBezTo>
                      <a:cubicBezTo>
                        <a:pt x="11264" y="28138"/>
                        <a:pt x="11387" y="28079"/>
                        <a:pt x="11510" y="28020"/>
                      </a:cubicBezTo>
                      <a:cubicBezTo>
                        <a:pt x="11570" y="27991"/>
                        <a:pt x="11633" y="27962"/>
                        <a:pt x="11694" y="27933"/>
                      </a:cubicBezTo>
                      <a:cubicBezTo>
                        <a:pt x="11754" y="27904"/>
                        <a:pt x="11816" y="27875"/>
                        <a:pt x="11877" y="27846"/>
                      </a:cubicBezTo>
                      <a:cubicBezTo>
                        <a:pt x="20843" y="23637"/>
                        <a:pt x="29650" y="23043"/>
                        <a:pt x="34083" y="22991"/>
                      </a:cubicBezTo>
                      <a:lnTo>
                        <a:pt x="34083"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57" name="Google Shape;5857;p64"/>
              <p:cNvGrpSpPr/>
              <p:nvPr/>
            </p:nvGrpSpPr>
            <p:grpSpPr>
              <a:xfrm>
                <a:off x="6238903" y="1193063"/>
                <a:ext cx="284947" cy="333087"/>
                <a:chOff x="6238903" y="1193063"/>
                <a:chExt cx="284947" cy="333087"/>
              </a:xfrm>
            </p:grpSpPr>
            <p:sp>
              <p:nvSpPr>
                <p:cNvPr id="5858" name="Google Shape;5858;p64"/>
                <p:cNvSpPr/>
                <p:nvPr/>
              </p:nvSpPr>
              <p:spPr>
                <a:xfrm>
                  <a:off x="6238903" y="1193063"/>
                  <a:ext cx="284947" cy="63648"/>
                </a:xfrm>
                <a:custGeom>
                  <a:rect b="b" l="l" r="r" t="t"/>
                  <a:pathLst>
                    <a:path extrusionOk="0" h="7318" w="32762">
                      <a:moveTo>
                        <a:pt x="0" y="0"/>
                      </a:moveTo>
                      <a:lnTo>
                        <a:pt x="0" y="7317"/>
                      </a:lnTo>
                      <a:lnTo>
                        <a:pt x="32762" y="7317"/>
                      </a:lnTo>
                      <a:lnTo>
                        <a:pt x="32762"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59" name="Google Shape;5859;p64"/>
                <p:cNvCxnSpPr/>
                <p:nvPr/>
              </p:nvCxnSpPr>
              <p:spPr>
                <a:xfrm rot="10800000">
                  <a:off x="6431250" y="1279250"/>
                  <a:ext cx="0" cy="246900"/>
                </a:xfrm>
                <a:prstGeom prst="straightConnector1">
                  <a:avLst/>
                </a:prstGeom>
                <a:noFill/>
                <a:ln cap="flat" cmpd="sng" w="9525">
                  <a:solidFill>
                    <a:srgbClr val="869FB2"/>
                  </a:solidFill>
                  <a:prstDash val="solid"/>
                  <a:round/>
                  <a:headEnd len="med" w="med" type="none"/>
                  <a:tailEnd len="med" w="med" type="oval"/>
                </a:ln>
              </p:spPr>
            </p:cxnSp>
          </p:grpSp>
        </p:grpSp>
        <p:grpSp>
          <p:nvGrpSpPr>
            <p:cNvPr id="5860" name="Google Shape;5860;p64"/>
            <p:cNvGrpSpPr/>
            <p:nvPr/>
          </p:nvGrpSpPr>
          <p:grpSpPr>
            <a:xfrm>
              <a:off x="5900602" y="1193063"/>
              <a:ext cx="444345" cy="1021707"/>
              <a:chOff x="5900602" y="1193063"/>
              <a:chExt cx="444345" cy="1021707"/>
            </a:xfrm>
          </p:grpSpPr>
          <p:grpSp>
            <p:nvGrpSpPr>
              <p:cNvPr id="5861" name="Google Shape;5861;p64"/>
              <p:cNvGrpSpPr/>
              <p:nvPr/>
            </p:nvGrpSpPr>
            <p:grpSpPr>
              <a:xfrm>
                <a:off x="6046501" y="1367785"/>
                <a:ext cx="298446" cy="846986"/>
                <a:chOff x="6046501" y="1367785"/>
                <a:chExt cx="298446" cy="846986"/>
              </a:xfrm>
            </p:grpSpPr>
            <p:sp>
              <p:nvSpPr>
                <p:cNvPr id="5862" name="Google Shape;5862;p64"/>
                <p:cNvSpPr/>
                <p:nvPr/>
              </p:nvSpPr>
              <p:spPr>
                <a:xfrm rot="-5400000">
                  <a:off x="5980418" y="1433868"/>
                  <a:ext cx="430613" cy="298446"/>
                </a:xfrm>
                <a:custGeom>
                  <a:rect b="b" l="l" r="r" t="t"/>
                  <a:pathLst>
                    <a:path extrusionOk="0" h="34314" w="49510">
                      <a:moveTo>
                        <a:pt x="722" y="0"/>
                      </a:moveTo>
                      <a:cubicBezTo>
                        <a:pt x="481" y="0"/>
                        <a:pt x="241" y="0"/>
                        <a:pt x="1" y="3"/>
                      </a:cubicBezTo>
                      <a:lnTo>
                        <a:pt x="1" y="24234"/>
                      </a:lnTo>
                      <a:cubicBezTo>
                        <a:pt x="243" y="24230"/>
                        <a:pt x="428" y="24229"/>
                        <a:pt x="550" y="24229"/>
                      </a:cubicBezTo>
                      <a:cubicBezTo>
                        <a:pt x="648" y="24229"/>
                        <a:pt x="706" y="24230"/>
                        <a:pt x="722" y="24230"/>
                      </a:cubicBezTo>
                      <a:lnTo>
                        <a:pt x="729" y="24230"/>
                      </a:lnTo>
                      <a:cubicBezTo>
                        <a:pt x="773" y="24230"/>
                        <a:pt x="1173" y="24214"/>
                        <a:pt x="1871" y="24214"/>
                      </a:cubicBezTo>
                      <a:cubicBezTo>
                        <a:pt x="6340" y="24214"/>
                        <a:pt x="23046" y="24853"/>
                        <a:pt x="37171" y="34314"/>
                      </a:cubicBezTo>
                      <a:lnTo>
                        <a:pt x="49510" y="11872"/>
                      </a:lnTo>
                      <a:cubicBezTo>
                        <a:pt x="49510" y="11872"/>
                        <a:pt x="31299" y="3"/>
                        <a:pt x="729"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3" name="Google Shape;5863;p64"/>
                <p:cNvSpPr/>
                <p:nvPr/>
              </p:nvSpPr>
              <p:spPr>
                <a:xfrm rot="-5400000">
                  <a:off x="5986745" y="1856568"/>
                  <a:ext cx="417984" cy="298420"/>
                </a:xfrm>
                <a:custGeom>
                  <a:rect b="b" l="l" r="r" t="t"/>
                  <a:pathLst>
                    <a:path extrusionOk="0" h="34311" w="48058">
                      <a:moveTo>
                        <a:pt x="48058" y="0"/>
                      </a:moveTo>
                      <a:cubicBezTo>
                        <a:pt x="40706" y="47"/>
                        <a:pt x="34078" y="776"/>
                        <a:pt x="28261" y="1849"/>
                      </a:cubicBezTo>
                      <a:cubicBezTo>
                        <a:pt x="20919" y="3208"/>
                        <a:pt x="14865" y="5126"/>
                        <a:pt x="10271" y="6917"/>
                      </a:cubicBezTo>
                      <a:cubicBezTo>
                        <a:pt x="5004" y="8972"/>
                        <a:pt x="1653" y="10865"/>
                        <a:pt x="474" y="11571"/>
                      </a:cubicBezTo>
                      <a:cubicBezTo>
                        <a:pt x="462" y="11578"/>
                        <a:pt x="449" y="11585"/>
                        <a:pt x="439" y="11593"/>
                      </a:cubicBezTo>
                      <a:cubicBezTo>
                        <a:pt x="427" y="11600"/>
                        <a:pt x="417" y="11606"/>
                        <a:pt x="406" y="11613"/>
                      </a:cubicBezTo>
                      <a:cubicBezTo>
                        <a:pt x="384" y="11628"/>
                        <a:pt x="365" y="11638"/>
                        <a:pt x="344" y="11651"/>
                      </a:cubicBezTo>
                      <a:cubicBezTo>
                        <a:pt x="328" y="11661"/>
                        <a:pt x="311" y="11671"/>
                        <a:pt x="296" y="11680"/>
                      </a:cubicBezTo>
                      <a:cubicBezTo>
                        <a:pt x="285" y="11689"/>
                        <a:pt x="273" y="11696"/>
                        <a:pt x="260" y="11703"/>
                      </a:cubicBezTo>
                      <a:cubicBezTo>
                        <a:pt x="251" y="11709"/>
                        <a:pt x="242" y="11715"/>
                        <a:pt x="235" y="11719"/>
                      </a:cubicBezTo>
                      <a:cubicBezTo>
                        <a:pt x="126" y="11788"/>
                        <a:pt x="53" y="11833"/>
                        <a:pt x="20" y="11855"/>
                      </a:cubicBezTo>
                      <a:cubicBezTo>
                        <a:pt x="18" y="11856"/>
                        <a:pt x="14" y="11858"/>
                        <a:pt x="12" y="11861"/>
                      </a:cubicBezTo>
                      <a:cubicBezTo>
                        <a:pt x="4" y="11865"/>
                        <a:pt x="1" y="11869"/>
                        <a:pt x="1" y="11869"/>
                      </a:cubicBezTo>
                      <a:lnTo>
                        <a:pt x="12338" y="34311"/>
                      </a:lnTo>
                      <a:cubicBezTo>
                        <a:pt x="12429" y="34252"/>
                        <a:pt x="12518" y="34194"/>
                        <a:pt x="12608" y="34136"/>
                      </a:cubicBezTo>
                      <a:cubicBezTo>
                        <a:pt x="12655" y="34107"/>
                        <a:pt x="12700" y="34076"/>
                        <a:pt x="12747" y="34047"/>
                      </a:cubicBezTo>
                      <a:cubicBezTo>
                        <a:pt x="12789" y="34021"/>
                        <a:pt x="12830" y="33996"/>
                        <a:pt x="12869" y="33970"/>
                      </a:cubicBezTo>
                      <a:cubicBezTo>
                        <a:pt x="12927" y="33932"/>
                        <a:pt x="12986" y="33896"/>
                        <a:pt x="13045" y="33858"/>
                      </a:cubicBezTo>
                      <a:cubicBezTo>
                        <a:pt x="13124" y="33808"/>
                        <a:pt x="13204" y="33759"/>
                        <a:pt x="13283" y="33709"/>
                      </a:cubicBezTo>
                      <a:cubicBezTo>
                        <a:pt x="13363" y="33661"/>
                        <a:pt x="13441" y="33612"/>
                        <a:pt x="13521" y="33562"/>
                      </a:cubicBezTo>
                      <a:cubicBezTo>
                        <a:pt x="13601" y="33513"/>
                        <a:pt x="13679" y="33465"/>
                        <a:pt x="13759" y="33417"/>
                      </a:cubicBezTo>
                      <a:cubicBezTo>
                        <a:pt x="13842" y="33367"/>
                        <a:pt x="13922" y="33319"/>
                        <a:pt x="14003" y="33270"/>
                      </a:cubicBezTo>
                      <a:cubicBezTo>
                        <a:pt x="14082" y="33222"/>
                        <a:pt x="14159" y="33175"/>
                        <a:pt x="14238" y="33130"/>
                      </a:cubicBezTo>
                      <a:cubicBezTo>
                        <a:pt x="14318" y="33082"/>
                        <a:pt x="14398" y="33037"/>
                        <a:pt x="14478" y="32990"/>
                      </a:cubicBezTo>
                      <a:cubicBezTo>
                        <a:pt x="14558" y="32943"/>
                        <a:pt x="14638" y="32897"/>
                        <a:pt x="14718" y="32852"/>
                      </a:cubicBezTo>
                      <a:cubicBezTo>
                        <a:pt x="14798" y="32804"/>
                        <a:pt x="14879" y="32758"/>
                        <a:pt x="14959" y="32713"/>
                      </a:cubicBezTo>
                      <a:cubicBezTo>
                        <a:pt x="15120" y="32622"/>
                        <a:pt x="15280" y="32531"/>
                        <a:pt x="15444" y="32441"/>
                      </a:cubicBezTo>
                      <a:cubicBezTo>
                        <a:pt x="15521" y="32397"/>
                        <a:pt x="15598" y="32357"/>
                        <a:pt x="15674" y="32314"/>
                      </a:cubicBezTo>
                      <a:cubicBezTo>
                        <a:pt x="15698" y="32301"/>
                        <a:pt x="15723" y="32287"/>
                        <a:pt x="15746" y="32274"/>
                      </a:cubicBezTo>
                      <a:cubicBezTo>
                        <a:pt x="15888" y="32196"/>
                        <a:pt x="16029" y="32119"/>
                        <a:pt x="16172" y="32045"/>
                      </a:cubicBezTo>
                      <a:cubicBezTo>
                        <a:pt x="29547" y="24910"/>
                        <a:pt x="44618" y="24279"/>
                        <a:pt x="48058" y="24228"/>
                      </a:cubicBezTo>
                      <a:lnTo>
                        <a:pt x="48058" y="0"/>
                      </a:ln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64" name="Google Shape;5864;p64"/>
              <p:cNvGrpSpPr/>
              <p:nvPr/>
            </p:nvGrpSpPr>
            <p:grpSpPr>
              <a:xfrm>
                <a:off x="5900602" y="1193063"/>
                <a:ext cx="284947" cy="182312"/>
                <a:chOff x="5900602" y="1193063"/>
                <a:chExt cx="284947" cy="182312"/>
              </a:xfrm>
            </p:grpSpPr>
            <p:sp>
              <p:nvSpPr>
                <p:cNvPr id="5865" name="Google Shape;5865;p64"/>
                <p:cNvSpPr/>
                <p:nvPr/>
              </p:nvSpPr>
              <p:spPr>
                <a:xfrm>
                  <a:off x="5900602" y="1193063"/>
                  <a:ext cx="284947" cy="63648"/>
                </a:xfrm>
                <a:custGeom>
                  <a:rect b="b" l="l" r="r" t="t"/>
                  <a:pathLst>
                    <a:path extrusionOk="0" h="7318" w="32762">
                      <a:moveTo>
                        <a:pt x="0" y="0"/>
                      </a:moveTo>
                      <a:lnTo>
                        <a:pt x="0" y="7318"/>
                      </a:lnTo>
                      <a:lnTo>
                        <a:pt x="32762" y="7318"/>
                      </a:lnTo>
                      <a:lnTo>
                        <a:pt x="32762"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66" name="Google Shape;5866;p64"/>
                <p:cNvCxnSpPr/>
                <p:nvPr/>
              </p:nvCxnSpPr>
              <p:spPr>
                <a:xfrm rot="10800000">
                  <a:off x="6156950" y="1279675"/>
                  <a:ext cx="0" cy="95700"/>
                </a:xfrm>
                <a:prstGeom prst="straightConnector1">
                  <a:avLst/>
                </a:prstGeom>
                <a:noFill/>
                <a:ln cap="flat" cmpd="sng" w="9525">
                  <a:solidFill>
                    <a:srgbClr val="657E93"/>
                  </a:solidFill>
                  <a:prstDash val="solid"/>
                  <a:round/>
                  <a:headEnd len="med" w="med" type="none"/>
                  <a:tailEnd len="med" w="med" type="oval"/>
                </a:ln>
              </p:spPr>
            </p:cxnSp>
          </p:grpSp>
        </p:grpSp>
        <p:grpSp>
          <p:nvGrpSpPr>
            <p:cNvPr id="5867" name="Google Shape;5867;p64"/>
            <p:cNvGrpSpPr/>
            <p:nvPr/>
          </p:nvGrpSpPr>
          <p:grpSpPr>
            <a:xfrm>
              <a:off x="6738300" y="1193063"/>
              <a:ext cx="462153" cy="707634"/>
              <a:chOff x="6738300" y="1193063"/>
              <a:chExt cx="462153" cy="707634"/>
            </a:xfrm>
          </p:grpSpPr>
          <p:grpSp>
            <p:nvGrpSpPr>
              <p:cNvPr id="5868" name="Google Shape;5868;p64"/>
              <p:cNvGrpSpPr/>
              <p:nvPr/>
            </p:nvGrpSpPr>
            <p:grpSpPr>
              <a:xfrm>
                <a:off x="6915505" y="1193063"/>
                <a:ext cx="284947" cy="597387"/>
                <a:chOff x="6915505" y="1193063"/>
                <a:chExt cx="284947" cy="597387"/>
              </a:xfrm>
            </p:grpSpPr>
            <p:sp>
              <p:nvSpPr>
                <p:cNvPr id="5869" name="Google Shape;5869;p64"/>
                <p:cNvSpPr/>
                <p:nvPr/>
              </p:nvSpPr>
              <p:spPr>
                <a:xfrm>
                  <a:off x="6915505" y="1193063"/>
                  <a:ext cx="284947" cy="63648"/>
                </a:xfrm>
                <a:custGeom>
                  <a:rect b="b" l="l" r="r" t="t"/>
                  <a:pathLst>
                    <a:path extrusionOk="0" h="7318" w="32762">
                      <a:moveTo>
                        <a:pt x="0" y="1"/>
                      </a:moveTo>
                      <a:lnTo>
                        <a:pt x="0" y="7318"/>
                      </a:lnTo>
                      <a:lnTo>
                        <a:pt x="32762" y="7318"/>
                      </a:lnTo>
                      <a:lnTo>
                        <a:pt x="32762" y="1"/>
                      </a:ln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70" name="Google Shape;5870;p64"/>
                <p:cNvCxnSpPr/>
                <p:nvPr/>
              </p:nvCxnSpPr>
              <p:spPr>
                <a:xfrm rot="10800000">
                  <a:off x="6938275" y="1279850"/>
                  <a:ext cx="0" cy="510600"/>
                </a:xfrm>
                <a:prstGeom prst="straightConnector1">
                  <a:avLst/>
                </a:prstGeom>
                <a:noFill/>
                <a:ln cap="flat" cmpd="sng" w="9525">
                  <a:solidFill>
                    <a:srgbClr val="E3E7EA"/>
                  </a:solidFill>
                  <a:prstDash val="solid"/>
                  <a:round/>
                  <a:headEnd len="med" w="med" type="none"/>
                  <a:tailEnd len="med" w="med" type="oval"/>
                </a:ln>
              </p:spPr>
            </p:cxnSp>
          </p:grpSp>
          <p:grpSp>
            <p:nvGrpSpPr>
              <p:cNvPr id="5871" name="Google Shape;5871;p64"/>
              <p:cNvGrpSpPr/>
              <p:nvPr/>
            </p:nvGrpSpPr>
            <p:grpSpPr>
              <a:xfrm>
                <a:off x="6738300" y="1684725"/>
                <a:ext cx="230066" cy="215971"/>
                <a:chOff x="6738300" y="1684725"/>
                <a:chExt cx="230066" cy="215971"/>
              </a:xfrm>
            </p:grpSpPr>
            <p:sp>
              <p:nvSpPr>
                <p:cNvPr id="5872" name="Google Shape;5872;p64"/>
                <p:cNvSpPr/>
                <p:nvPr/>
              </p:nvSpPr>
              <p:spPr>
                <a:xfrm rot="-5400000">
                  <a:off x="6799187" y="1731518"/>
                  <a:ext cx="108296" cy="230061"/>
                </a:xfrm>
                <a:custGeom>
                  <a:rect b="b" l="l" r="r" t="t"/>
                  <a:pathLst>
                    <a:path extrusionOk="0" h="23215" w="10928">
                      <a:moveTo>
                        <a:pt x="10928" y="0"/>
                      </a:moveTo>
                      <a:cubicBezTo>
                        <a:pt x="8679" y="38"/>
                        <a:pt x="6494" y="261"/>
                        <a:pt x="4395" y="647"/>
                      </a:cubicBezTo>
                      <a:lnTo>
                        <a:pt x="4395" y="648"/>
                      </a:lnTo>
                      <a:cubicBezTo>
                        <a:pt x="3153" y="875"/>
                        <a:pt x="1943" y="1159"/>
                        <a:pt x="769" y="1499"/>
                      </a:cubicBezTo>
                      <a:cubicBezTo>
                        <a:pt x="691" y="1522"/>
                        <a:pt x="612" y="1544"/>
                        <a:pt x="535" y="1567"/>
                      </a:cubicBezTo>
                      <a:cubicBezTo>
                        <a:pt x="501" y="1576"/>
                        <a:pt x="469" y="1588"/>
                        <a:pt x="436" y="1596"/>
                      </a:cubicBezTo>
                      <a:cubicBezTo>
                        <a:pt x="404" y="1606"/>
                        <a:pt x="370" y="1617"/>
                        <a:pt x="338" y="1625"/>
                      </a:cubicBezTo>
                      <a:cubicBezTo>
                        <a:pt x="303" y="1637"/>
                        <a:pt x="270" y="1646"/>
                        <a:pt x="238" y="1657"/>
                      </a:cubicBezTo>
                      <a:cubicBezTo>
                        <a:pt x="159" y="1681"/>
                        <a:pt x="79" y="1704"/>
                        <a:pt x="1" y="1730"/>
                      </a:cubicBezTo>
                      <a:lnTo>
                        <a:pt x="10928" y="23215"/>
                      </a:lnTo>
                      <a:lnTo>
                        <a:pt x="10928" y="0"/>
                      </a:ln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3" name="Google Shape;5873;p64"/>
                <p:cNvSpPr/>
                <p:nvPr/>
              </p:nvSpPr>
              <p:spPr>
                <a:xfrm flipH="1" rot="-5400000">
                  <a:off x="6799182" y="1623843"/>
                  <a:ext cx="108296" cy="230061"/>
                </a:xfrm>
                <a:custGeom>
                  <a:rect b="b" l="l" r="r" t="t"/>
                  <a:pathLst>
                    <a:path extrusionOk="0" h="23215" w="10928">
                      <a:moveTo>
                        <a:pt x="10928" y="0"/>
                      </a:moveTo>
                      <a:cubicBezTo>
                        <a:pt x="8679" y="38"/>
                        <a:pt x="6494" y="261"/>
                        <a:pt x="4395" y="647"/>
                      </a:cubicBezTo>
                      <a:lnTo>
                        <a:pt x="4395" y="648"/>
                      </a:lnTo>
                      <a:cubicBezTo>
                        <a:pt x="3153" y="875"/>
                        <a:pt x="1943" y="1159"/>
                        <a:pt x="769" y="1499"/>
                      </a:cubicBezTo>
                      <a:cubicBezTo>
                        <a:pt x="691" y="1522"/>
                        <a:pt x="612" y="1544"/>
                        <a:pt x="535" y="1567"/>
                      </a:cubicBezTo>
                      <a:cubicBezTo>
                        <a:pt x="501" y="1576"/>
                        <a:pt x="469" y="1588"/>
                        <a:pt x="436" y="1596"/>
                      </a:cubicBezTo>
                      <a:cubicBezTo>
                        <a:pt x="404" y="1606"/>
                        <a:pt x="370" y="1617"/>
                        <a:pt x="338" y="1625"/>
                      </a:cubicBezTo>
                      <a:cubicBezTo>
                        <a:pt x="303" y="1637"/>
                        <a:pt x="270" y="1646"/>
                        <a:pt x="238" y="1657"/>
                      </a:cubicBezTo>
                      <a:cubicBezTo>
                        <a:pt x="159" y="1681"/>
                        <a:pt x="79" y="1704"/>
                        <a:pt x="1" y="1730"/>
                      </a:cubicBezTo>
                      <a:lnTo>
                        <a:pt x="10928" y="23215"/>
                      </a:lnTo>
                      <a:lnTo>
                        <a:pt x="10928" y="0"/>
                      </a:ln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5877" name="Shape 5877"/>
        <p:cNvGrpSpPr/>
        <p:nvPr/>
      </p:nvGrpSpPr>
      <p:grpSpPr>
        <a:xfrm>
          <a:off x="0" y="0"/>
          <a:ext cx="0" cy="0"/>
          <a:chOff x="0" y="0"/>
          <a:chExt cx="0" cy="0"/>
        </a:xfrm>
      </p:grpSpPr>
      <p:pic>
        <p:nvPicPr>
          <p:cNvPr id="5878" name="Google Shape;5878;p65">
            <a:hlinkClick r:id="rId3"/>
          </p:cNvPr>
          <p:cNvPicPr preferRelativeResize="0"/>
          <p:nvPr/>
        </p:nvPicPr>
        <p:blipFill>
          <a:blip r:embed="rId4">
            <a:alphaModFix/>
          </a:blip>
          <a:stretch>
            <a:fillRect/>
          </a:stretch>
        </p:blipFill>
        <p:spPr>
          <a:xfrm>
            <a:off x="3451063" y="2123075"/>
            <a:ext cx="2241874" cy="897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he Evolution of Invention in Canada Thesis by Slidesgo">
  <a:themeElements>
    <a:clrScheme name="Simple Light">
      <a:dk1>
        <a:srgbClr val="E3EEED"/>
      </a:dk1>
      <a:lt1>
        <a:srgbClr val="383536"/>
      </a:lt1>
      <a:dk2>
        <a:srgbClr val="FC2E12"/>
      </a:dk2>
      <a:lt2>
        <a:srgbClr val="C1D6CE"/>
      </a:lt2>
      <a:accent1>
        <a:srgbClr val="64818C"/>
      </a:accent1>
      <a:accent2>
        <a:srgbClr val="DD4815"/>
      </a:accent2>
      <a:accent3>
        <a:srgbClr val="24A364"/>
      </a:accent3>
      <a:accent4>
        <a:srgbClr val="FFFFFF"/>
      </a:accent4>
      <a:accent5>
        <a:srgbClr val="FFFFFF"/>
      </a:accent5>
      <a:accent6>
        <a:srgbClr val="FFFFFF"/>
      </a:accent6>
      <a:hlink>
        <a:srgbClr val="38353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